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Lst>
  <p:sldSz cx="9906000" cy="6858000" type="A4"/>
  <p:notesSz cx="9906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6" d="100"/>
          <a:sy n="96" d="100"/>
        </p:scale>
        <p:origin x="186" y="-114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42950" y="2125980"/>
            <a:ext cx="84201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485900" y="3840480"/>
            <a:ext cx="69342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10-Sep-23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bg1"/>
                </a:solidFill>
                <a:latin typeface="Ebrima"/>
                <a:cs typeface="Ebrima"/>
              </a:defRPr>
            </a:lvl1pPr>
          </a:lstStyle>
          <a:p>
            <a:endParaRPr/>
          </a:p>
        </p:txBody>
      </p:sp>
      <p:sp>
        <p:nvSpPr>
          <p:cNvPr id="3" name="Holder 3"/>
          <p:cNvSpPr>
            <a:spLocks noGrp="1"/>
          </p:cNvSpPr>
          <p:nvPr>
            <p:ph type="body" idx="1"/>
          </p:nvPr>
        </p:nvSpPr>
        <p:spPr/>
        <p:txBody>
          <a:bodyPr lIns="0" tIns="0" rIns="0" bIns="0"/>
          <a:lstStyle>
            <a:lvl1pPr>
              <a:defRPr sz="1300" b="0" i="0">
                <a:solidFill>
                  <a:srgbClr val="252525"/>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10-Sep-23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bg1"/>
                </a:solidFill>
                <a:latin typeface="Ebrima"/>
                <a:cs typeface="Ebrima"/>
              </a:defRPr>
            </a:lvl1pPr>
          </a:lstStyle>
          <a:p>
            <a:endParaRPr/>
          </a:p>
        </p:txBody>
      </p:sp>
      <p:sp>
        <p:nvSpPr>
          <p:cNvPr id="3" name="Holder 3"/>
          <p:cNvSpPr>
            <a:spLocks noGrp="1"/>
          </p:cNvSpPr>
          <p:nvPr>
            <p:ph sz="half" idx="2"/>
          </p:nvPr>
        </p:nvSpPr>
        <p:spPr>
          <a:xfrm>
            <a:off x="495300" y="1577340"/>
            <a:ext cx="430911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01590" y="1577340"/>
            <a:ext cx="430911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10-Sep-23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bg1"/>
                </a:solidFill>
                <a:latin typeface="Ebrima"/>
                <a:cs typeface="Ebri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10-Sep-23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10-Sep-23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902951" cy="1425355"/>
          </a:xfrm>
          <a:prstGeom prst="rect">
            <a:avLst/>
          </a:prstGeom>
        </p:spPr>
      </p:pic>
      <p:sp>
        <p:nvSpPr>
          <p:cNvPr id="17" name="bg object 17"/>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sp>
        <p:nvSpPr>
          <p:cNvPr id="2" name="Holder 2"/>
          <p:cNvSpPr>
            <a:spLocks noGrp="1"/>
          </p:cNvSpPr>
          <p:nvPr>
            <p:ph type="title"/>
          </p:nvPr>
        </p:nvSpPr>
        <p:spPr>
          <a:xfrm>
            <a:off x="437489" y="431419"/>
            <a:ext cx="9031020" cy="299720"/>
          </a:xfrm>
          <a:prstGeom prst="rect">
            <a:avLst/>
          </a:prstGeom>
        </p:spPr>
        <p:txBody>
          <a:bodyPr wrap="square" lIns="0" tIns="0" rIns="0" bIns="0">
            <a:spAutoFit/>
          </a:bodyPr>
          <a:lstStyle>
            <a:lvl1pPr>
              <a:defRPr sz="1800" b="0" i="0">
                <a:solidFill>
                  <a:schemeClr val="bg1"/>
                </a:solidFill>
                <a:latin typeface="Ebrima"/>
                <a:cs typeface="Ebrima"/>
              </a:defRPr>
            </a:lvl1pPr>
          </a:lstStyle>
          <a:p>
            <a:endParaRPr/>
          </a:p>
        </p:txBody>
      </p:sp>
      <p:sp>
        <p:nvSpPr>
          <p:cNvPr id="3" name="Holder 3"/>
          <p:cNvSpPr>
            <a:spLocks noGrp="1"/>
          </p:cNvSpPr>
          <p:nvPr>
            <p:ph type="body" idx="1"/>
          </p:nvPr>
        </p:nvSpPr>
        <p:spPr>
          <a:xfrm>
            <a:off x="713943" y="1628292"/>
            <a:ext cx="8428990" cy="2176145"/>
          </a:xfrm>
          <a:prstGeom prst="rect">
            <a:avLst/>
          </a:prstGeom>
        </p:spPr>
        <p:txBody>
          <a:bodyPr wrap="square" lIns="0" tIns="0" rIns="0" bIns="0">
            <a:spAutoFit/>
          </a:bodyPr>
          <a:lstStyle>
            <a:lvl1pPr>
              <a:defRPr sz="1300" b="0" i="0">
                <a:solidFill>
                  <a:srgbClr val="252525"/>
                </a:solidFill>
                <a:latin typeface="Trebuchet MS"/>
                <a:cs typeface="Trebuchet MS"/>
              </a:defRPr>
            </a:lvl1pPr>
          </a:lstStyle>
          <a:p>
            <a:endParaRPr/>
          </a:p>
        </p:txBody>
      </p:sp>
      <p:sp>
        <p:nvSpPr>
          <p:cNvPr id="4" name="Holder 4"/>
          <p:cNvSpPr>
            <a:spLocks noGrp="1"/>
          </p:cNvSpPr>
          <p:nvPr>
            <p:ph type="ftr" sz="quarter" idx="5"/>
          </p:nvPr>
        </p:nvSpPr>
        <p:spPr>
          <a:xfrm>
            <a:off x="3368040" y="6377940"/>
            <a:ext cx="316992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95300" y="6377940"/>
            <a:ext cx="227838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10-Sep-23</a:t>
            </a:fld>
            <a:endParaRPr lang="en-US"/>
          </a:p>
        </p:txBody>
      </p:sp>
      <p:sp>
        <p:nvSpPr>
          <p:cNvPr id="6" name="Holder 6"/>
          <p:cNvSpPr>
            <a:spLocks noGrp="1"/>
          </p:cNvSpPr>
          <p:nvPr>
            <p:ph type="sldNum" sz="quarter" idx="7"/>
          </p:nvPr>
        </p:nvSpPr>
        <p:spPr>
          <a:xfrm>
            <a:off x="7132320" y="6377940"/>
            <a:ext cx="227838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jp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image" Target="../media/image20.jpg"/><Relationship Id="rId1" Type="http://schemas.openxmlformats.org/officeDocument/2006/relationships/slideLayout" Target="../slideLayouts/slideLayout5.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13.png"/><Relationship Id="rId10" Type="http://schemas.openxmlformats.org/officeDocument/2006/relationships/image" Target="../media/image26.png"/><Relationship Id="rId4" Type="http://schemas.openxmlformats.org/officeDocument/2006/relationships/image" Target="../media/image8.png"/><Relationship Id="rId9"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8.png"/><Relationship Id="rId7" Type="http://schemas.openxmlformats.org/officeDocument/2006/relationships/image" Target="../media/image34.jpg"/><Relationship Id="rId2" Type="http://schemas.openxmlformats.org/officeDocument/2006/relationships/image" Target="../media/image32.png"/><Relationship Id="rId1" Type="http://schemas.openxmlformats.org/officeDocument/2006/relationships/slideLayout" Target="../slideLayouts/slideLayout5.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0.png"/><Relationship Id="rId10" Type="http://schemas.openxmlformats.org/officeDocument/2006/relationships/image" Target="../media/image37.png"/><Relationship Id="rId4" Type="http://schemas.openxmlformats.org/officeDocument/2006/relationships/image" Target="../media/image13.png"/><Relationship Id="rId9" Type="http://schemas.openxmlformats.org/officeDocument/2006/relationships/image" Target="../media/image3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9.png"/><Relationship Id="rId1" Type="http://schemas.openxmlformats.org/officeDocument/2006/relationships/slideLayout" Target="../slideLayouts/slideLayout5.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40.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7.png"/><Relationship Id="rId2" Type="http://schemas.openxmlformats.org/officeDocument/2006/relationships/image" Target="../media/image45.png"/><Relationship Id="rId1" Type="http://schemas.openxmlformats.org/officeDocument/2006/relationships/slideLayout" Target="../slideLayouts/slideLayout5.xml"/><Relationship Id="rId6" Type="http://schemas.openxmlformats.org/officeDocument/2006/relationships/image" Target="../media/image46.png"/><Relationship Id="rId5" Type="http://schemas.openxmlformats.org/officeDocument/2006/relationships/image" Target="../media/image40.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8.png"/><Relationship Id="rId7"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5.xml"/><Relationship Id="rId6" Type="http://schemas.openxmlformats.org/officeDocument/2006/relationships/image" Target="../media/image49.png"/><Relationship Id="rId5" Type="http://schemas.openxmlformats.org/officeDocument/2006/relationships/image" Target="../media/image40.png"/><Relationship Id="rId10" Type="http://schemas.openxmlformats.org/officeDocument/2006/relationships/image" Target="../media/image53.png"/><Relationship Id="rId4" Type="http://schemas.openxmlformats.org/officeDocument/2006/relationships/image" Target="../media/image13.png"/><Relationship Id="rId9" Type="http://schemas.openxmlformats.org/officeDocument/2006/relationships/image" Target="../media/image52.png"/></Relationships>
</file>

<file path=ppt/slides/_rels/slide1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8.png"/><Relationship Id="rId7"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5.xml"/><Relationship Id="rId6" Type="http://schemas.openxmlformats.org/officeDocument/2006/relationships/image" Target="../media/image49.png"/><Relationship Id="rId5" Type="http://schemas.openxmlformats.org/officeDocument/2006/relationships/image" Target="../media/image40.png"/><Relationship Id="rId10" Type="http://schemas.openxmlformats.org/officeDocument/2006/relationships/image" Target="../media/image53.png"/><Relationship Id="rId4" Type="http://schemas.openxmlformats.org/officeDocument/2006/relationships/image" Target="../media/image13.png"/><Relationship Id="rId9" Type="http://schemas.openxmlformats.org/officeDocument/2006/relationships/image" Target="../media/image56.png"/></Relationships>
</file>

<file path=ppt/slides/_rels/slide1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8.png"/><Relationship Id="rId7" Type="http://schemas.openxmlformats.org/officeDocument/2006/relationships/image" Target="../media/image59.png"/><Relationship Id="rId2" Type="http://schemas.openxmlformats.org/officeDocument/2006/relationships/image" Target="../media/image57.png"/><Relationship Id="rId1" Type="http://schemas.openxmlformats.org/officeDocument/2006/relationships/slideLayout" Target="../slideLayouts/slideLayout5.xml"/><Relationship Id="rId6" Type="http://schemas.openxmlformats.org/officeDocument/2006/relationships/image" Target="../media/image58.png"/><Relationship Id="rId5" Type="http://schemas.openxmlformats.org/officeDocument/2006/relationships/image" Target="../media/image40.png"/><Relationship Id="rId10" Type="http://schemas.openxmlformats.org/officeDocument/2006/relationships/image" Target="../media/image61.png"/><Relationship Id="rId4" Type="http://schemas.openxmlformats.org/officeDocument/2006/relationships/image" Target="../media/image13.png"/><Relationship Id="rId9"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65.png"/><Relationship Id="rId2" Type="http://schemas.openxmlformats.org/officeDocument/2006/relationships/image" Target="../media/image62.png"/><Relationship Id="rId1" Type="http://schemas.openxmlformats.org/officeDocument/2006/relationships/slideLayout" Target="../slideLayouts/slideLayout5.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18" Type="http://schemas.openxmlformats.org/officeDocument/2006/relationships/image" Target="../media/image79.png"/><Relationship Id="rId3" Type="http://schemas.openxmlformats.org/officeDocument/2006/relationships/image" Target="../media/image8.png"/><Relationship Id="rId7" Type="http://schemas.openxmlformats.org/officeDocument/2006/relationships/image" Target="../media/image68.png"/><Relationship Id="rId12" Type="http://schemas.openxmlformats.org/officeDocument/2006/relationships/image" Target="../media/image73.png"/><Relationship Id="rId17" Type="http://schemas.openxmlformats.org/officeDocument/2006/relationships/image" Target="../media/image78.png"/><Relationship Id="rId2" Type="http://schemas.openxmlformats.org/officeDocument/2006/relationships/image" Target="../media/image66.png"/><Relationship Id="rId16" Type="http://schemas.openxmlformats.org/officeDocument/2006/relationships/image" Target="../media/image77.png"/><Relationship Id="rId1" Type="http://schemas.openxmlformats.org/officeDocument/2006/relationships/slideLayout" Target="../slideLayouts/slideLayout5.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3.png"/><Relationship Id="rId15" Type="http://schemas.openxmlformats.org/officeDocument/2006/relationships/image" Target="../media/image76.png"/><Relationship Id="rId10" Type="http://schemas.openxmlformats.org/officeDocument/2006/relationships/image" Target="../media/image71.png"/><Relationship Id="rId4" Type="http://schemas.openxmlformats.org/officeDocument/2006/relationships/image" Target="../media/image13.png"/><Relationship Id="rId9" Type="http://schemas.openxmlformats.org/officeDocument/2006/relationships/image" Target="../media/image70.png"/><Relationship Id="rId14" Type="http://schemas.openxmlformats.org/officeDocument/2006/relationships/image" Target="../media/image75.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65.png"/><Relationship Id="rId2" Type="http://schemas.openxmlformats.org/officeDocument/2006/relationships/image" Target="../media/image80.png"/><Relationship Id="rId1" Type="http://schemas.openxmlformats.org/officeDocument/2006/relationships/slideLayout" Target="../slideLayouts/slideLayout5.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8.png"/><Relationship Id="rId7" Type="http://schemas.openxmlformats.org/officeDocument/2006/relationships/image" Target="../media/image77.png"/><Relationship Id="rId2" Type="http://schemas.openxmlformats.org/officeDocument/2006/relationships/image" Target="../media/image81.png"/><Relationship Id="rId1" Type="http://schemas.openxmlformats.org/officeDocument/2006/relationships/slideLayout" Target="../slideLayouts/slideLayout5.xml"/><Relationship Id="rId6" Type="http://schemas.openxmlformats.org/officeDocument/2006/relationships/image" Target="../media/image82.png"/><Relationship Id="rId5" Type="http://schemas.openxmlformats.org/officeDocument/2006/relationships/image" Target="../media/image63.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png"/><Relationship Id="rId7" Type="http://schemas.openxmlformats.org/officeDocument/2006/relationships/image" Target="../media/image86.png"/><Relationship Id="rId2" Type="http://schemas.openxmlformats.org/officeDocument/2006/relationships/image" Target="../media/image83.png"/><Relationship Id="rId1" Type="http://schemas.openxmlformats.org/officeDocument/2006/relationships/slideLayout" Target="../slideLayouts/slideLayout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png"/><Relationship Id="rId7" Type="http://schemas.openxmlformats.org/officeDocument/2006/relationships/image" Target="../media/image91.png"/><Relationship Id="rId2" Type="http://schemas.openxmlformats.org/officeDocument/2006/relationships/image" Target="../media/image88.png"/><Relationship Id="rId1" Type="http://schemas.openxmlformats.org/officeDocument/2006/relationships/slideLayout" Target="../slideLayouts/slideLayout5.xml"/><Relationship Id="rId6" Type="http://schemas.openxmlformats.org/officeDocument/2006/relationships/image" Target="../media/image90.png"/><Relationship Id="rId11" Type="http://schemas.openxmlformats.org/officeDocument/2006/relationships/image" Target="../media/image95.png"/><Relationship Id="rId5" Type="http://schemas.openxmlformats.org/officeDocument/2006/relationships/image" Target="../media/image89.png"/><Relationship Id="rId10" Type="http://schemas.openxmlformats.org/officeDocument/2006/relationships/image" Target="../media/image94.png"/><Relationship Id="rId4" Type="http://schemas.openxmlformats.org/officeDocument/2006/relationships/image" Target="../media/image13.png"/><Relationship Id="rId9" Type="http://schemas.openxmlformats.org/officeDocument/2006/relationships/image" Target="../media/image93.png"/></Relationships>
</file>

<file path=ppt/slides/_rels/slide19.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png"/><Relationship Id="rId3" Type="http://schemas.openxmlformats.org/officeDocument/2006/relationships/image" Target="../media/image8.png"/><Relationship Id="rId7" Type="http://schemas.openxmlformats.org/officeDocument/2006/relationships/image" Target="../media/image98.png"/><Relationship Id="rId12" Type="http://schemas.openxmlformats.org/officeDocument/2006/relationships/image" Target="../media/image103.png"/><Relationship Id="rId2" Type="http://schemas.openxmlformats.org/officeDocument/2006/relationships/image" Target="../media/image96.png"/><Relationship Id="rId1" Type="http://schemas.openxmlformats.org/officeDocument/2006/relationships/slideLayout" Target="../slideLayouts/slideLayout5.xml"/><Relationship Id="rId6" Type="http://schemas.openxmlformats.org/officeDocument/2006/relationships/image" Target="../media/image97.png"/><Relationship Id="rId11" Type="http://schemas.openxmlformats.org/officeDocument/2006/relationships/image" Target="../media/image102.png"/><Relationship Id="rId5" Type="http://schemas.openxmlformats.org/officeDocument/2006/relationships/image" Target="../media/image89.png"/><Relationship Id="rId10" Type="http://schemas.openxmlformats.org/officeDocument/2006/relationships/image" Target="../media/image101.png"/><Relationship Id="rId4" Type="http://schemas.openxmlformats.org/officeDocument/2006/relationships/image" Target="../media/image13.png"/><Relationship Id="rId9" Type="http://schemas.openxmlformats.org/officeDocument/2006/relationships/image" Target="../media/image100.png"/></Relationships>
</file>

<file path=ppt/slides/_rels/slide20.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8.png"/><Relationship Id="rId7" Type="http://schemas.openxmlformats.org/officeDocument/2006/relationships/image" Target="../media/image108.png"/><Relationship Id="rId2" Type="http://schemas.openxmlformats.org/officeDocument/2006/relationships/image" Target="../media/image105.png"/><Relationship Id="rId1" Type="http://schemas.openxmlformats.org/officeDocument/2006/relationships/slideLayout" Target="../slideLayouts/slideLayout5.xml"/><Relationship Id="rId6" Type="http://schemas.openxmlformats.org/officeDocument/2006/relationships/image" Target="../media/image107.png"/><Relationship Id="rId5" Type="http://schemas.openxmlformats.org/officeDocument/2006/relationships/image" Target="../media/image106.png"/><Relationship Id="rId10" Type="http://schemas.openxmlformats.org/officeDocument/2006/relationships/image" Target="../media/image46.png"/><Relationship Id="rId4" Type="http://schemas.openxmlformats.org/officeDocument/2006/relationships/image" Target="../media/image13.png"/><Relationship Id="rId9" Type="http://schemas.openxmlformats.org/officeDocument/2006/relationships/image" Target="../media/image110.png"/></Relationships>
</file>

<file path=ppt/slides/_rels/slide21.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3" Type="http://schemas.openxmlformats.org/officeDocument/2006/relationships/image" Target="../media/image8.png"/><Relationship Id="rId7" Type="http://schemas.openxmlformats.org/officeDocument/2006/relationships/image" Target="../media/image114.png"/><Relationship Id="rId12" Type="http://schemas.openxmlformats.org/officeDocument/2006/relationships/image" Target="../media/image119.png"/><Relationship Id="rId2" Type="http://schemas.openxmlformats.org/officeDocument/2006/relationships/image" Target="../media/image111.png"/><Relationship Id="rId16" Type="http://schemas.openxmlformats.org/officeDocument/2006/relationships/image" Target="../media/image123.png"/><Relationship Id="rId1" Type="http://schemas.openxmlformats.org/officeDocument/2006/relationships/slideLayout" Target="../slideLayouts/slideLayout5.xml"/><Relationship Id="rId6" Type="http://schemas.openxmlformats.org/officeDocument/2006/relationships/image" Target="../media/image113.png"/><Relationship Id="rId11" Type="http://schemas.openxmlformats.org/officeDocument/2006/relationships/image" Target="../media/image118.jpg"/><Relationship Id="rId5" Type="http://schemas.openxmlformats.org/officeDocument/2006/relationships/image" Target="../media/image112.png"/><Relationship Id="rId15" Type="http://schemas.openxmlformats.org/officeDocument/2006/relationships/image" Target="../media/image122.png"/><Relationship Id="rId10" Type="http://schemas.openxmlformats.org/officeDocument/2006/relationships/image" Target="../media/image117.png"/><Relationship Id="rId4" Type="http://schemas.openxmlformats.org/officeDocument/2006/relationships/image" Target="../media/image13.png"/><Relationship Id="rId9" Type="http://schemas.openxmlformats.org/officeDocument/2006/relationships/image" Target="../media/image116.png"/><Relationship Id="rId14" Type="http://schemas.openxmlformats.org/officeDocument/2006/relationships/image" Target="../media/image121.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7.png"/><Relationship Id="rId2" Type="http://schemas.openxmlformats.org/officeDocument/2006/relationships/image" Target="../media/image124.png"/><Relationship Id="rId1" Type="http://schemas.openxmlformats.org/officeDocument/2006/relationships/slideLayout" Target="../slideLayouts/slideLayout5.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31.png"/><Relationship Id="rId2" Type="http://schemas.openxmlformats.org/officeDocument/2006/relationships/image" Target="../media/image128.png"/><Relationship Id="rId1" Type="http://schemas.openxmlformats.org/officeDocument/2006/relationships/slideLayout" Target="../slideLayouts/slideLayout5.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132.png"/><Relationship Id="rId7" Type="http://schemas.openxmlformats.org/officeDocument/2006/relationships/image" Target="../media/image23.png"/><Relationship Id="rId2" Type="http://schemas.openxmlformats.org/officeDocument/2006/relationships/image" Target="../media/image20.jpg"/><Relationship Id="rId1" Type="http://schemas.openxmlformats.org/officeDocument/2006/relationships/slideLayout" Target="../slideLayouts/slideLayout5.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13.png"/><Relationship Id="rId10" Type="http://schemas.openxmlformats.org/officeDocument/2006/relationships/image" Target="../media/image26.png"/><Relationship Id="rId4" Type="http://schemas.openxmlformats.org/officeDocument/2006/relationships/image" Target="../media/image8.png"/><Relationship Id="rId9" Type="http://schemas.openxmlformats.org/officeDocument/2006/relationships/image" Target="../media/image134.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38.png"/><Relationship Id="rId2"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9.png"/><Relationship Id="rId1" Type="http://schemas.openxmlformats.org/officeDocument/2006/relationships/slideLayout" Target="../slideLayouts/slideLayout2.xml"/><Relationship Id="rId6" Type="http://schemas.openxmlformats.org/officeDocument/2006/relationships/image" Target="../media/image141.png"/><Relationship Id="rId5" Type="http://schemas.openxmlformats.org/officeDocument/2006/relationships/image" Target="../media/image140.jp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45.png"/><Relationship Id="rId2"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44.jpg"/><Relationship Id="rId5" Type="http://schemas.openxmlformats.org/officeDocument/2006/relationships/image" Target="../media/image143.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6.png"/><Relationship Id="rId1" Type="http://schemas.openxmlformats.org/officeDocument/2006/relationships/slideLayout" Target="../slideLayouts/slideLayout2.xml"/><Relationship Id="rId6" Type="http://schemas.openxmlformats.org/officeDocument/2006/relationships/image" Target="../media/image147.png"/><Relationship Id="rId5" Type="http://schemas.openxmlformats.org/officeDocument/2006/relationships/image" Target="../media/image145.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8.png"/><Relationship Id="rId1" Type="http://schemas.openxmlformats.org/officeDocument/2006/relationships/slideLayout" Target="../slideLayouts/slideLayout2.xml"/><Relationship Id="rId6" Type="http://schemas.openxmlformats.org/officeDocument/2006/relationships/image" Target="../media/image147.png"/><Relationship Id="rId5" Type="http://schemas.openxmlformats.org/officeDocument/2006/relationships/image" Target="../media/image149.pn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53.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image" Target="../media/image155.jp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7.png"/><Relationship Id="rId1"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image" Target="../media/image158.jp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9.png"/><Relationship Id="rId1"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image" Target="../media/image160.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1.png"/><Relationship Id="rId1" Type="http://schemas.openxmlformats.org/officeDocument/2006/relationships/slideLayout" Target="../slideLayouts/slideLayout2.xml"/><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4.png"/><Relationship Id="rId1" Type="http://schemas.openxmlformats.org/officeDocument/2006/relationships/slideLayout" Target="../slideLayouts/slideLayout2.xml"/><Relationship Id="rId5" Type="http://schemas.openxmlformats.org/officeDocument/2006/relationships/image" Target="../media/image165.pn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166.png"/><Relationship Id="rId7" Type="http://schemas.openxmlformats.org/officeDocument/2006/relationships/image" Target="../media/image23.png"/><Relationship Id="rId2" Type="http://schemas.openxmlformats.org/officeDocument/2006/relationships/image" Target="../media/image20.jpg"/><Relationship Id="rId1" Type="http://schemas.openxmlformats.org/officeDocument/2006/relationships/slideLayout" Target="../slideLayouts/slideLayout5.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13.png"/><Relationship Id="rId10" Type="http://schemas.openxmlformats.org/officeDocument/2006/relationships/image" Target="../media/image167.png"/><Relationship Id="rId4" Type="http://schemas.openxmlformats.org/officeDocument/2006/relationships/image" Target="../media/image8.png"/><Relationship Id="rId9" Type="http://schemas.openxmlformats.org/officeDocument/2006/relationships/image" Target="../media/image25.png"/></Relationships>
</file>

<file path=ppt/slides/_rels/slide37.xml.rels><?xml version="1.0" encoding="UTF-8" standalone="yes"?>
<Relationships xmlns="http://schemas.openxmlformats.org/package/2006/relationships"><Relationship Id="rId8" Type="http://schemas.openxmlformats.org/officeDocument/2006/relationships/image" Target="../media/image172.jpg"/><Relationship Id="rId3" Type="http://schemas.openxmlformats.org/officeDocument/2006/relationships/image" Target="../media/image8.png"/><Relationship Id="rId7" Type="http://schemas.openxmlformats.org/officeDocument/2006/relationships/image" Target="../media/image171.png"/><Relationship Id="rId2" Type="http://schemas.openxmlformats.org/officeDocument/2006/relationships/image" Target="../media/image168.png"/><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image" Target="../media/image13.png"/><Relationship Id="rId9" Type="http://schemas.openxmlformats.org/officeDocument/2006/relationships/image" Target="../media/image173.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4.png"/><Relationship Id="rId1" Type="http://schemas.openxmlformats.org/officeDocument/2006/relationships/slideLayout" Target="../slideLayouts/slideLayout2.xml"/><Relationship Id="rId5" Type="http://schemas.openxmlformats.org/officeDocument/2006/relationships/image" Target="../media/image175.png"/><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6.png"/><Relationship Id="rId1" Type="http://schemas.openxmlformats.org/officeDocument/2006/relationships/slideLayout" Target="../slideLayouts/slideLayout2.xml"/><Relationship Id="rId5" Type="http://schemas.openxmlformats.org/officeDocument/2006/relationships/image" Target="../media/image177.pn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8.png"/><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1.png"/><Relationship Id="rId1" Type="http://schemas.openxmlformats.org/officeDocument/2006/relationships/slideLayout" Target="../slideLayouts/slideLayout2.xml"/><Relationship Id="rId5" Type="http://schemas.openxmlformats.org/officeDocument/2006/relationships/image" Target="../media/image182.png"/><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3.png"/><Relationship Id="rId1" Type="http://schemas.openxmlformats.org/officeDocument/2006/relationships/slideLayout" Target="../slideLayouts/slideLayout2.xml"/><Relationship Id="rId6" Type="http://schemas.openxmlformats.org/officeDocument/2006/relationships/image" Target="../media/image182.png"/><Relationship Id="rId5" Type="http://schemas.openxmlformats.org/officeDocument/2006/relationships/image" Target="../media/image184.jp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5.png"/><Relationship Id="rId1" Type="http://schemas.openxmlformats.org/officeDocument/2006/relationships/slideLayout" Target="../slideLayouts/slideLayout2.xml"/><Relationship Id="rId5" Type="http://schemas.openxmlformats.org/officeDocument/2006/relationships/image" Target="../media/image182.png"/><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89.png"/><Relationship Id="rId2" Type="http://schemas.openxmlformats.org/officeDocument/2006/relationships/image" Target="../media/image186.png"/><Relationship Id="rId1" Type="http://schemas.openxmlformats.org/officeDocument/2006/relationships/slideLayout" Target="../slideLayouts/slideLayout2.xml"/><Relationship Id="rId6" Type="http://schemas.openxmlformats.org/officeDocument/2006/relationships/image" Target="../media/image188.jpg"/><Relationship Id="rId5" Type="http://schemas.openxmlformats.org/officeDocument/2006/relationships/image" Target="../media/image187.pn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92.png"/><Relationship Id="rId2" Type="http://schemas.openxmlformats.org/officeDocument/2006/relationships/image" Target="../media/image190.png"/><Relationship Id="rId1" Type="http://schemas.openxmlformats.org/officeDocument/2006/relationships/slideLayout" Target="../slideLayouts/slideLayout2.xml"/><Relationship Id="rId6" Type="http://schemas.openxmlformats.org/officeDocument/2006/relationships/image" Target="../media/image191.jpg"/><Relationship Id="rId5" Type="http://schemas.openxmlformats.org/officeDocument/2006/relationships/image" Target="../media/image187.png"/><Relationship Id="rId4" Type="http://schemas.openxmlformats.org/officeDocument/2006/relationships/image" Target="../media/image13.png"/></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95.png"/><Relationship Id="rId2" Type="http://schemas.openxmlformats.org/officeDocument/2006/relationships/image" Target="../media/image193.png"/><Relationship Id="rId1" Type="http://schemas.openxmlformats.org/officeDocument/2006/relationships/slideLayout" Target="../slideLayouts/slideLayout2.xml"/><Relationship Id="rId6" Type="http://schemas.openxmlformats.org/officeDocument/2006/relationships/image" Target="../media/image194.jpg"/><Relationship Id="rId5" Type="http://schemas.openxmlformats.org/officeDocument/2006/relationships/image" Target="../media/image187.png"/><Relationship Id="rId4" Type="http://schemas.openxmlformats.org/officeDocument/2006/relationships/image" Target="../media/image13.pn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6.png"/><Relationship Id="rId1" Type="http://schemas.openxmlformats.org/officeDocument/2006/relationships/slideLayout" Target="../slideLayouts/slideLayout2.xml"/><Relationship Id="rId5" Type="http://schemas.openxmlformats.org/officeDocument/2006/relationships/image" Target="../media/image182.png"/><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197.png"/><Relationship Id="rId7" Type="http://schemas.openxmlformats.org/officeDocument/2006/relationships/image" Target="../media/image23.png"/><Relationship Id="rId2" Type="http://schemas.openxmlformats.org/officeDocument/2006/relationships/image" Target="../media/image20.jpg"/><Relationship Id="rId1" Type="http://schemas.openxmlformats.org/officeDocument/2006/relationships/slideLayout" Target="../slideLayouts/slideLayout5.xml"/><Relationship Id="rId6" Type="http://schemas.openxmlformats.org/officeDocument/2006/relationships/image" Target="../media/image22.png"/><Relationship Id="rId11" Type="http://schemas.openxmlformats.org/officeDocument/2006/relationships/image" Target="../media/image198.png"/><Relationship Id="rId5" Type="http://schemas.openxmlformats.org/officeDocument/2006/relationships/image" Target="../media/image13.png"/><Relationship Id="rId10" Type="http://schemas.openxmlformats.org/officeDocument/2006/relationships/image" Target="../media/image26.png"/><Relationship Id="rId4" Type="http://schemas.openxmlformats.org/officeDocument/2006/relationships/image" Target="../media/image8.png"/><Relationship Id="rId9" Type="http://schemas.openxmlformats.org/officeDocument/2006/relationships/image" Target="../media/image25.png"/></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02.png"/><Relationship Id="rId2" Type="http://schemas.openxmlformats.org/officeDocument/2006/relationships/image" Target="../media/image199.png"/><Relationship Id="rId1" Type="http://schemas.openxmlformats.org/officeDocument/2006/relationships/slideLayout" Target="../slideLayouts/slideLayout4.xml"/><Relationship Id="rId6" Type="http://schemas.openxmlformats.org/officeDocument/2006/relationships/image" Target="../media/image201.png"/><Relationship Id="rId5" Type="http://schemas.openxmlformats.org/officeDocument/2006/relationships/image" Target="../media/image200.png"/><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3.png"/><Relationship Id="rId1" Type="http://schemas.openxmlformats.org/officeDocument/2006/relationships/slideLayout" Target="../slideLayouts/slideLayout2.xml"/><Relationship Id="rId6" Type="http://schemas.openxmlformats.org/officeDocument/2006/relationships/image" Target="../media/image205.jpg"/><Relationship Id="rId5" Type="http://schemas.openxmlformats.org/officeDocument/2006/relationships/image" Target="../media/image204.png"/><Relationship Id="rId4" Type="http://schemas.openxmlformats.org/officeDocument/2006/relationships/image" Target="../media/image13.png"/></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6.png"/><Relationship Id="rId1" Type="http://schemas.openxmlformats.org/officeDocument/2006/relationships/slideLayout" Target="../slideLayouts/slideLayout2.xml"/><Relationship Id="rId5" Type="http://schemas.openxmlformats.org/officeDocument/2006/relationships/image" Target="../media/image204.png"/><Relationship Id="rId4" Type="http://schemas.openxmlformats.org/officeDocument/2006/relationships/image" Target="../media/image13.png"/></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7.png"/><Relationship Id="rId1" Type="http://schemas.openxmlformats.org/officeDocument/2006/relationships/slideLayout" Target="../slideLayouts/slideLayout2.xml"/><Relationship Id="rId6" Type="http://schemas.openxmlformats.org/officeDocument/2006/relationships/image" Target="../media/image209.png"/><Relationship Id="rId5" Type="http://schemas.openxmlformats.org/officeDocument/2006/relationships/image" Target="../media/image208.png"/><Relationship Id="rId4" Type="http://schemas.openxmlformats.org/officeDocument/2006/relationships/image" Target="../media/image13.png"/></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209.png"/><Relationship Id="rId5" Type="http://schemas.openxmlformats.org/officeDocument/2006/relationships/image" Target="../media/image211.png"/><Relationship Id="rId4" Type="http://schemas.openxmlformats.org/officeDocument/2006/relationships/image" Target="../media/image13.png"/></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2.png"/><Relationship Id="rId1" Type="http://schemas.openxmlformats.org/officeDocument/2006/relationships/slideLayout" Target="../slideLayouts/slideLayout2.xml"/><Relationship Id="rId6" Type="http://schemas.openxmlformats.org/officeDocument/2006/relationships/image" Target="../media/image209.png"/><Relationship Id="rId5" Type="http://schemas.openxmlformats.org/officeDocument/2006/relationships/image" Target="../media/image211.png"/><Relationship Id="rId4" Type="http://schemas.openxmlformats.org/officeDocument/2006/relationships/image" Target="../media/image13.png"/></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3.png"/><Relationship Id="rId1" Type="http://schemas.openxmlformats.org/officeDocument/2006/relationships/slideLayout" Target="../slideLayouts/slideLayout2.xml"/><Relationship Id="rId6" Type="http://schemas.openxmlformats.org/officeDocument/2006/relationships/image" Target="../media/image215.png"/><Relationship Id="rId5" Type="http://schemas.openxmlformats.org/officeDocument/2006/relationships/image" Target="../media/image214.png"/><Relationship Id="rId4" Type="http://schemas.openxmlformats.org/officeDocument/2006/relationships/image" Target="../media/image13.png"/></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6.png"/><Relationship Id="rId1" Type="http://schemas.openxmlformats.org/officeDocument/2006/relationships/slideLayout" Target="../slideLayouts/slideLayout2.xml"/><Relationship Id="rId6" Type="http://schemas.openxmlformats.org/officeDocument/2006/relationships/image" Target="../media/image217.png"/><Relationship Id="rId5" Type="http://schemas.openxmlformats.org/officeDocument/2006/relationships/image" Target="../media/image214.png"/><Relationship Id="rId4" Type="http://schemas.openxmlformats.org/officeDocument/2006/relationships/image" Target="../media/image13.png"/></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8.png"/><Relationship Id="rId1" Type="http://schemas.openxmlformats.org/officeDocument/2006/relationships/slideLayout" Target="../slideLayouts/slideLayout4.xml"/><Relationship Id="rId6" Type="http://schemas.openxmlformats.org/officeDocument/2006/relationships/image" Target="../media/image219.png"/><Relationship Id="rId5" Type="http://schemas.openxmlformats.org/officeDocument/2006/relationships/image" Target="../media/image214.png"/><Relationship Id="rId4" Type="http://schemas.openxmlformats.org/officeDocument/2006/relationships/image" Target="../media/image13.png"/></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22.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221.png"/><Relationship Id="rId5" Type="http://schemas.openxmlformats.org/officeDocument/2006/relationships/image" Target="../media/image214.png"/><Relationship Id="rId4" Type="http://schemas.openxmlformats.org/officeDocument/2006/relationships/image" Target="../media/image13.png"/></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25.png"/><Relationship Id="rId2" Type="http://schemas.openxmlformats.org/officeDocument/2006/relationships/image" Target="../media/image223.png"/><Relationship Id="rId1" Type="http://schemas.openxmlformats.org/officeDocument/2006/relationships/slideLayout" Target="../slideLayouts/slideLayout2.xml"/><Relationship Id="rId6" Type="http://schemas.openxmlformats.org/officeDocument/2006/relationships/image" Target="../media/image214.png"/><Relationship Id="rId5" Type="http://schemas.openxmlformats.org/officeDocument/2006/relationships/image" Target="../media/image224.png"/><Relationship Id="rId4" Type="http://schemas.openxmlformats.org/officeDocument/2006/relationships/image" Target="../media/image13.png"/></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28.png"/><Relationship Id="rId2" Type="http://schemas.openxmlformats.org/officeDocument/2006/relationships/image" Target="../media/image226.png"/><Relationship Id="rId1" Type="http://schemas.openxmlformats.org/officeDocument/2006/relationships/slideLayout" Target="../slideLayouts/slideLayout2.xml"/><Relationship Id="rId6" Type="http://schemas.openxmlformats.org/officeDocument/2006/relationships/image" Target="../media/image214.png"/><Relationship Id="rId5" Type="http://schemas.openxmlformats.org/officeDocument/2006/relationships/image" Target="../media/image227.jpg"/><Relationship Id="rId4" Type="http://schemas.openxmlformats.org/officeDocument/2006/relationships/image" Target="../media/image13.png"/></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31.png"/><Relationship Id="rId2" Type="http://schemas.openxmlformats.org/officeDocument/2006/relationships/image" Target="../media/image229.png"/><Relationship Id="rId1" Type="http://schemas.openxmlformats.org/officeDocument/2006/relationships/slideLayout" Target="../slideLayouts/slideLayout4.xml"/><Relationship Id="rId6" Type="http://schemas.openxmlformats.org/officeDocument/2006/relationships/image" Target="../media/image230.jpg"/><Relationship Id="rId5" Type="http://schemas.openxmlformats.org/officeDocument/2006/relationships/image" Target="../media/image214.png"/><Relationship Id="rId4" Type="http://schemas.openxmlformats.org/officeDocument/2006/relationships/image" Target="../media/image13.png"/></Relationships>
</file>

<file path=ppt/slides/_rels/slide62.xml.rels><?xml version="1.0" encoding="UTF-8" standalone="yes"?>
<Relationships xmlns="http://schemas.openxmlformats.org/package/2006/relationships"><Relationship Id="rId8" Type="http://schemas.openxmlformats.org/officeDocument/2006/relationships/image" Target="../media/image235.png"/><Relationship Id="rId3" Type="http://schemas.openxmlformats.org/officeDocument/2006/relationships/image" Target="../media/image8.png"/><Relationship Id="rId7" Type="http://schemas.openxmlformats.org/officeDocument/2006/relationships/image" Target="../media/image234.png"/><Relationship Id="rId2" Type="http://schemas.openxmlformats.org/officeDocument/2006/relationships/image" Target="../media/image232.png"/><Relationship Id="rId1" Type="http://schemas.openxmlformats.org/officeDocument/2006/relationships/slideLayout" Target="../slideLayouts/slideLayout4.xml"/><Relationship Id="rId6" Type="http://schemas.openxmlformats.org/officeDocument/2006/relationships/image" Target="../media/image233.png"/><Relationship Id="rId5" Type="http://schemas.openxmlformats.org/officeDocument/2006/relationships/image" Target="../media/image214.png"/><Relationship Id="rId4" Type="http://schemas.openxmlformats.org/officeDocument/2006/relationships/image" Target="../media/image13.png"/></Relationships>
</file>

<file path=ppt/slides/_rels/slide6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38.jpg"/><Relationship Id="rId2" Type="http://schemas.openxmlformats.org/officeDocument/2006/relationships/image" Target="../media/image236.png"/><Relationship Id="rId1" Type="http://schemas.openxmlformats.org/officeDocument/2006/relationships/slideLayout" Target="../slideLayouts/slideLayout2.xml"/><Relationship Id="rId6" Type="http://schemas.openxmlformats.org/officeDocument/2006/relationships/image" Target="../media/image237.png"/><Relationship Id="rId5" Type="http://schemas.openxmlformats.org/officeDocument/2006/relationships/image" Target="../media/image214.png"/><Relationship Id="rId4" Type="http://schemas.openxmlformats.org/officeDocument/2006/relationships/image" Target="../media/image13.png"/></Relationships>
</file>

<file path=ppt/slides/_rels/slide64.xml.rels><?xml version="1.0" encoding="UTF-8" standalone="yes"?>
<Relationships xmlns="http://schemas.openxmlformats.org/package/2006/relationships"><Relationship Id="rId8" Type="http://schemas.openxmlformats.org/officeDocument/2006/relationships/image" Target="../media/image242.png"/><Relationship Id="rId3" Type="http://schemas.openxmlformats.org/officeDocument/2006/relationships/image" Target="../media/image8.png"/><Relationship Id="rId7" Type="http://schemas.openxmlformats.org/officeDocument/2006/relationships/image" Target="../media/image241.png"/><Relationship Id="rId2" Type="http://schemas.openxmlformats.org/officeDocument/2006/relationships/image" Target="../media/image239.png"/><Relationship Id="rId1" Type="http://schemas.openxmlformats.org/officeDocument/2006/relationships/slideLayout" Target="../slideLayouts/slideLayout2.xml"/><Relationship Id="rId6" Type="http://schemas.openxmlformats.org/officeDocument/2006/relationships/image" Target="../media/image240.png"/><Relationship Id="rId5" Type="http://schemas.openxmlformats.org/officeDocument/2006/relationships/image" Target="../media/image214.png"/><Relationship Id="rId4" Type="http://schemas.openxmlformats.org/officeDocument/2006/relationships/image" Target="../media/image13.png"/></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45.png"/><Relationship Id="rId2" Type="http://schemas.openxmlformats.org/officeDocument/2006/relationships/image" Target="../media/image243.png"/><Relationship Id="rId1" Type="http://schemas.openxmlformats.org/officeDocument/2006/relationships/slideLayout" Target="../slideLayouts/slideLayout4.xml"/><Relationship Id="rId6" Type="http://schemas.openxmlformats.org/officeDocument/2006/relationships/image" Target="../media/image214.png"/><Relationship Id="rId5" Type="http://schemas.openxmlformats.org/officeDocument/2006/relationships/image" Target="../media/image244.png"/><Relationship Id="rId4" Type="http://schemas.openxmlformats.org/officeDocument/2006/relationships/image" Target="../media/image13.png"/></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46.png"/><Relationship Id="rId1" Type="http://schemas.openxmlformats.org/officeDocument/2006/relationships/slideLayout" Target="../slideLayouts/slideLayout4.xml"/><Relationship Id="rId6" Type="http://schemas.openxmlformats.org/officeDocument/2006/relationships/image" Target="../media/image247.jpg"/><Relationship Id="rId5" Type="http://schemas.openxmlformats.org/officeDocument/2006/relationships/image" Target="../media/image214.png"/><Relationship Id="rId4" Type="http://schemas.openxmlformats.org/officeDocument/2006/relationships/image" Target="../media/image13.png"/></Relationships>
</file>

<file path=ppt/slides/_rels/slide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48.png"/><Relationship Id="rId1" Type="http://schemas.openxmlformats.org/officeDocument/2006/relationships/slideLayout" Target="../slideLayouts/slideLayout4.xml"/><Relationship Id="rId6" Type="http://schemas.openxmlformats.org/officeDocument/2006/relationships/image" Target="../media/image249.png"/><Relationship Id="rId5" Type="http://schemas.openxmlformats.org/officeDocument/2006/relationships/image" Target="../media/image214.png"/><Relationship Id="rId4" Type="http://schemas.openxmlformats.org/officeDocument/2006/relationships/image" Target="../media/image13.png"/></Relationships>
</file>

<file path=ppt/slides/_rels/slide68.xml.rels><?xml version="1.0" encoding="UTF-8" standalone="yes"?>
<Relationships xmlns="http://schemas.openxmlformats.org/package/2006/relationships"><Relationship Id="rId8" Type="http://schemas.openxmlformats.org/officeDocument/2006/relationships/image" Target="../media/image253.png"/><Relationship Id="rId3" Type="http://schemas.openxmlformats.org/officeDocument/2006/relationships/image" Target="../media/image250.png"/><Relationship Id="rId7" Type="http://schemas.openxmlformats.org/officeDocument/2006/relationships/image" Target="../media/image252.png"/><Relationship Id="rId2" Type="http://schemas.openxmlformats.org/officeDocument/2006/relationships/image" Target="../media/image20.jpg"/><Relationship Id="rId1" Type="http://schemas.openxmlformats.org/officeDocument/2006/relationships/slideLayout" Target="../slideLayouts/slideLayout5.xml"/><Relationship Id="rId6" Type="http://schemas.openxmlformats.org/officeDocument/2006/relationships/image" Target="../media/image251.png"/><Relationship Id="rId5"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254.png"/></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58.png"/><Relationship Id="rId2" Type="http://schemas.openxmlformats.org/officeDocument/2006/relationships/image" Target="../media/image255.png"/><Relationship Id="rId1" Type="http://schemas.openxmlformats.org/officeDocument/2006/relationships/slideLayout" Target="../slideLayouts/slideLayout5.xml"/><Relationship Id="rId6" Type="http://schemas.openxmlformats.org/officeDocument/2006/relationships/image" Target="../media/image257.png"/><Relationship Id="rId5" Type="http://schemas.openxmlformats.org/officeDocument/2006/relationships/image" Target="../media/image256.png"/><Relationship Id="rId4" Type="http://schemas.openxmlformats.org/officeDocument/2006/relationships/image" Target="../media/image13.png"/></Relationships>
</file>

<file path=ppt/slides/_rels/slide70.xml.rels><?xml version="1.0" encoding="UTF-8" standalone="yes"?>
<Relationships xmlns="http://schemas.openxmlformats.org/package/2006/relationships"><Relationship Id="rId8" Type="http://schemas.openxmlformats.org/officeDocument/2006/relationships/image" Target="../media/image262.png"/><Relationship Id="rId3" Type="http://schemas.openxmlformats.org/officeDocument/2006/relationships/image" Target="../media/image8.png"/><Relationship Id="rId7" Type="http://schemas.openxmlformats.org/officeDocument/2006/relationships/image" Target="../media/image261.png"/><Relationship Id="rId2" Type="http://schemas.openxmlformats.org/officeDocument/2006/relationships/image" Target="../media/image259.png"/><Relationship Id="rId1" Type="http://schemas.openxmlformats.org/officeDocument/2006/relationships/slideLayout" Target="../slideLayouts/slideLayout5.xml"/><Relationship Id="rId6" Type="http://schemas.openxmlformats.org/officeDocument/2006/relationships/image" Target="../media/image260.png"/><Relationship Id="rId5" Type="http://schemas.openxmlformats.org/officeDocument/2006/relationships/image" Target="../media/image257.png"/><Relationship Id="rId10" Type="http://schemas.openxmlformats.org/officeDocument/2006/relationships/image" Target="../media/image264.png"/><Relationship Id="rId4" Type="http://schemas.openxmlformats.org/officeDocument/2006/relationships/image" Target="../media/image13.png"/><Relationship Id="rId9" Type="http://schemas.openxmlformats.org/officeDocument/2006/relationships/image" Target="../media/image263.png"/></Relationships>
</file>

<file path=ppt/slides/_rels/slide71.xml.rels><?xml version="1.0" encoding="UTF-8" standalone="yes"?>
<Relationships xmlns="http://schemas.openxmlformats.org/package/2006/relationships"><Relationship Id="rId8" Type="http://schemas.openxmlformats.org/officeDocument/2006/relationships/image" Target="../media/image268.png"/><Relationship Id="rId13" Type="http://schemas.openxmlformats.org/officeDocument/2006/relationships/image" Target="../media/image273.png"/><Relationship Id="rId18" Type="http://schemas.openxmlformats.org/officeDocument/2006/relationships/image" Target="../media/image277.png"/><Relationship Id="rId3" Type="http://schemas.openxmlformats.org/officeDocument/2006/relationships/image" Target="../media/image8.png"/><Relationship Id="rId21" Type="http://schemas.openxmlformats.org/officeDocument/2006/relationships/image" Target="../media/image280.png"/><Relationship Id="rId7" Type="http://schemas.openxmlformats.org/officeDocument/2006/relationships/image" Target="../media/image267.png"/><Relationship Id="rId12" Type="http://schemas.openxmlformats.org/officeDocument/2006/relationships/image" Target="../media/image272.png"/><Relationship Id="rId17" Type="http://schemas.openxmlformats.org/officeDocument/2006/relationships/image" Target="../media/image116.png"/><Relationship Id="rId2" Type="http://schemas.openxmlformats.org/officeDocument/2006/relationships/image" Target="../media/image265.png"/><Relationship Id="rId16" Type="http://schemas.openxmlformats.org/officeDocument/2006/relationships/image" Target="../media/image276.png"/><Relationship Id="rId20" Type="http://schemas.openxmlformats.org/officeDocument/2006/relationships/image" Target="../media/image279.png"/><Relationship Id="rId1" Type="http://schemas.openxmlformats.org/officeDocument/2006/relationships/slideLayout" Target="../slideLayouts/slideLayout5.xml"/><Relationship Id="rId6" Type="http://schemas.openxmlformats.org/officeDocument/2006/relationships/image" Target="../media/image266.png"/><Relationship Id="rId11" Type="http://schemas.openxmlformats.org/officeDocument/2006/relationships/image" Target="../media/image271.png"/><Relationship Id="rId5" Type="http://schemas.openxmlformats.org/officeDocument/2006/relationships/image" Target="../media/image257.png"/><Relationship Id="rId15" Type="http://schemas.openxmlformats.org/officeDocument/2006/relationships/image" Target="../media/image275.png"/><Relationship Id="rId10" Type="http://schemas.openxmlformats.org/officeDocument/2006/relationships/image" Target="../media/image270.png"/><Relationship Id="rId19" Type="http://schemas.openxmlformats.org/officeDocument/2006/relationships/image" Target="../media/image278.png"/><Relationship Id="rId4" Type="http://schemas.openxmlformats.org/officeDocument/2006/relationships/image" Target="../media/image13.png"/><Relationship Id="rId9" Type="http://schemas.openxmlformats.org/officeDocument/2006/relationships/image" Target="../media/image269.png"/><Relationship Id="rId14" Type="http://schemas.openxmlformats.org/officeDocument/2006/relationships/image" Target="../media/image274.png"/></Relationships>
</file>

<file path=ppt/slides/_rels/slide72.xml.rels><?xml version="1.0" encoding="UTF-8" standalone="yes"?>
<Relationships xmlns="http://schemas.openxmlformats.org/package/2006/relationships"><Relationship Id="rId8" Type="http://schemas.openxmlformats.org/officeDocument/2006/relationships/image" Target="../media/image283.png"/><Relationship Id="rId13" Type="http://schemas.openxmlformats.org/officeDocument/2006/relationships/image" Target="../media/image267.png"/><Relationship Id="rId18" Type="http://schemas.openxmlformats.org/officeDocument/2006/relationships/image" Target="../media/image273.png"/><Relationship Id="rId3" Type="http://schemas.openxmlformats.org/officeDocument/2006/relationships/image" Target="../media/image8.png"/><Relationship Id="rId21" Type="http://schemas.openxmlformats.org/officeDocument/2006/relationships/image" Target="../media/image116.png"/><Relationship Id="rId7" Type="http://schemas.openxmlformats.org/officeDocument/2006/relationships/image" Target="../media/image266.png"/><Relationship Id="rId12" Type="http://schemas.openxmlformats.org/officeDocument/2006/relationships/image" Target="../media/image287.png"/><Relationship Id="rId17" Type="http://schemas.openxmlformats.org/officeDocument/2006/relationships/image" Target="../media/image272.png"/><Relationship Id="rId25" Type="http://schemas.openxmlformats.org/officeDocument/2006/relationships/image" Target="../media/image279.png"/><Relationship Id="rId2" Type="http://schemas.openxmlformats.org/officeDocument/2006/relationships/image" Target="../media/image281.png"/><Relationship Id="rId16" Type="http://schemas.openxmlformats.org/officeDocument/2006/relationships/image" Target="../media/image271.png"/><Relationship Id="rId20" Type="http://schemas.openxmlformats.org/officeDocument/2006/relationships/image" Target="../media/image275.png"/><Relationship Id="rId1" Type="http://schemas.openxmlformats.org/officeDocument/2006/relationships/slideLayout" Target="../slideLayouts/slideLayout5.xml"/><Relationship Id="rId6" Type="http://schemas.openxmlformats.org/officeDocument/2006/relationships/image" Target="../media/image282.png"/><Relationship Id="rId11" Type="http://schemas.openxmlformats.org/officeDocument/2006/relationships/image" Target="../media/image286.png"/><Relationship Id="rId24" Type="http://schemas.openxmlformats.org/officeDocument/2006/relationships/image" Target="../media/image276.png"/><Relationship Id="rId5" Type="http://schemas.openxmlformats.org/officeDocument/2006/relationships/image" Target="../media/image257.png"/><Relationship Id="rId15" Type="http://schemas.openxmlformats.org/officeDocument/2006/relationships/image" Target="../media/image270.png"/><Relationship Id="rId23" Type="http://schemas.openxmlformats.org/officeDocument/2006/relationships/image" Target="../media/image278.png"/><Relationship Id="rId10" Type="http://schemas.openxmlformats.org/officeDocument/2006/relationships/image" Target="../media/image285.png"/><Relationship Id="rId19" Type="http://schemas.openxmlformats.org/officeDocument/2006/relationships/image" Target="../media/image274.png"/><Relationship Id="rId4" Type="http://schemas.openxmlformats.org/officeDocument/2006/relationships/image" Target="../media/image13.png"/><Relationship Id="rId9" Type="http://schemas.openxmlformats.org/officeDocument/2006/relationships/image" Target="../media/image284.png"/><Relationship Id="rId14" Type="http://schemas.openxmlformats.org/officeDocument/2006/relationships/image" Target="../media/image268.png"/><Relationship Id="rId22" Type="http://schemas.openxmlformats.org/officeDocument/2006/relationships/image" Target="../media/image277.png"/></Relationships>
</file>

<file path=ppt/slides/_rels/slide73.xml.rels><?xml version="1.0" encoding="UTF-8" standalone="yes"?>
<Relationships xmlns="http://schemas.openxmlformats.org/package/2006/relationships"><Relationship Id="rId8" Type="http://schemas.openxmlformats.org/officeDocument/2006/relationships/image" Target="../media/image292.png"/><Relationship Id="rId13" Type="http://schemas.openxmlformats.org/officeDocument/2006/relationships/image" Target="../media/image297.png"/><Relationship Id="rId3" Type="http://schemas.openxmlformats.org/officeDocument/2006/relationships/image" Target="../media/image8.png"/><Relationship Id="rId7" Type="http://schemas.openxmlformats.org/officeDocument/2006/relationships/image" Target="../media/image291.png"/><Relationship Id="rId12" Type="http://schemas.openxmlformats.org/officeDocument/2006/relationships/image" Target="../media/image296.png"/><Relationship Id="rId2" Type="http://schemas.openxmlformats.org/officeDocument/2006/relationships/image" Target="../media/image288.png"/><Relationship Id="rId16" Type="http://schemas.openxmlformats.org/officeDocument/2006/relationships/image" Target="../media/image300.png"/><Relationship Id="rId1" Type="http://schemas.openxmlformats.org/officeDocument/2006/relationships/slideLayout" Target="../slideLayouts/slideLayout5.xml"/><Relationship Id="rId6" Type="http://schemas.openxmlformats.org/officeDocument/2006/relationships/image" Target="../media/image290.png"/><Relationship Id="rId11" Type="http://schemas.openxmlformats.org/officeDocument/2006/relationships/image" Target="../media/image295.png"/><Relationship Id="rId5" Type="http://schemas.openxmlformats.org/officeDocument/2006/relationships/image" Target="../media/image289.png"/><Relationship Id="rId15" Type="http://schemas.openxmlformats.org/officeDocument/2006/relationships/image" Target="../media/image299.png"/><Relationship Id="rId10" Type="http://schemas.openxmlformats.org/officeDocument/2006/relationships/image" Target="../media/image294.png"/><Relationship Id="rId4" Type="http://schemas.openxmlformats.org/officeDocument/2006/relationships/image" Target="../media/image13.png"/><Relationship Id="rId9" Type="http://schemas.openxmlformats.org/officeDocument/2006/relationships/image" Target="../media/image293.png"/><Relationship Id="rId14" Type="http://schemas.openxmlformats.org/officeDocument/2006/relationships/image" Target="../media/image298.png"/></Relationships>
</file>

<file path=ppt/slides/_rels/slide74.xml.rels><?xml version="1.0" encoding="UTF-8" standalone="yes"?>
<Relationships xmlns="http://schemas.openxmlformats.org/package/2006/relationships"><Relationship Id="rId8" Type="http://schemas.openxmlformats.org/officeDocument/2006/relationships/image" Target="../media/image292.png"/><Relationship Id="rId3" Type="http://schemas.openxmlformats.org/officeDocument/2006/relationships/image" Target="../media/image8.png"/><Relationship Id="rId7" Type="http://schemas.openxmlformats.org/officeDocument/2006/relationships/image" Target="../media/image291.png"/><Relationship Id="rId12" Type="http://schemas.openxmlformats.org/officeDocument/2006/relationships/image" Target="../media/image300.png"/><Relationship Id="rId2" Type="http://schemas.openxmlformats.org/officeDocument/2006/relationships/image" Target="../media/image301.png"/><Relationship Id="rId1" Type="http://schemas.openxmlformats.org/officeDocument/2006/relationships/slideLayout" Target="../slideLayouts/slideLayout5.xml"/><Relationship Id="rId6" Type="http://schemas.openxmlformats.org/officeDocument/2006/relationships/image" Target="../media/image303.png"/><Relationship Id="rId11" Type="http://schemas.openxmlformats.org/officeDocument/2006/relationships/image" Target="../media/image295.png"/><Relationship Id="rId5" Type="http://schemas.openxmlformats.org/officeDocument/2006/relationships/image" Target="../media/image302.png"/><Relationship Id="rId10" Type="http://schemas.openxmlformats.org/officeDocument/2006/relationships/image" Target="../media/image294.png"/><Relationship Id="rId4" Type="http://schemas.openxmlformats.org/officeDocument/2006/relationships/image" Target="../media/image13.png"/><Relationship Id="rId9" Type="http://schemas.openxmlformats.org/officeDocument/2006/relationships/image" Target="../media/image293.png"/></Relationships>
</file>

<file path=ppt/slides/_rels/slide75.xml.rels><?xml version="1.0" encoding="UTF-8" standalone="yes"?>
<Relationships xmlns="http://schemas.openxmlformats.org/package/2006/relationships"><Relationship Id="rId8" Type="http://schemas.openxmlformats.org/officeDocument/2006/relationships/image" Target="../media/image296.png"/><Relationship Id="rId3" Type="http://schemas.openxmlformats.org/officeDocument/2006/relationships/image" Target="../media/image8.png"/><Relationship Id="rId7" Type="http://schemas.openxmlformats.org/officeDocument/2006/relationships/image" Target="../media/image291.png"/><Relationship Id="rId12" Type="http://schemas.openxmlformats.org/officeDocument/2006/relationships/image" Target="../media/image300.png"/><Relationship Id="rId2" Type="http://schemas.openxmlformats.org/officeDocument/2006/relationships/image" Target="../media/image304.png"/><Relationship Id="rId1" Type="http://schemas.openxmlformats.org/officeDocument/2006/relationships/slideLayout" Target="../slideLayouts/slideLayout5.xml"/><Relationship Id="rId6" Type="http://schemas.openxmlformats.org/officeDocument/2006/relationships/image" Target="../media/image306.png"/><Relationship Id="rId11" Type="http://schemas.openxmlformats.org/officeDocument/2006/relationships/image" Target="../media/image299.png"/><Relationship Id="rId5" Type="http://schemas.openxmlformats.org/officeDocument/2006/relationships/image" Target="../media/image305.png"/><Relationship Id="rId10" Type="http://schemas.openxmlformats.org/officeDocument/2006/relationships/image" Target="../media/image298.png"/><Relationship Id="rId4" Type="http://schemas.openxmlformats.org/officeDocument/2006/relationships/image" Target="../media/image13.png"/><Relationship Id="rId9" Type="http://schemas.openxmlformats.org/officeDocument/2006/relationships/image" Target="../media/image297.png"/></Relationships>
</file>

<file path=ppt/slides/_rels/slide76.xml.rels><?xml version="1.0" encoding="UTF-8" standalone="yes"?>
<Relationships xmlns="http://schemas.openxmlformats.org/package/2006/relationships"><Relationship Id="rId8" Type="http://schemas.openxmlformats.org/officeDocument/2006/relationships/image" Target="../media/image308.png"/><Relationship Id="rId3" Type="http://schemas.openxmlformats.org/officeDocument/2006/relationships/image" Target="../media/image307.png"/><Relationship Id="rId7" Type="http://schemas.openxmlformats.org/officeDocument/2006/relationships/image" Target="../media/image252.png"/><Relationship Id="rId2" Type="http://schemas.openxmlformats.org/officeDocument/2006/relationships/image" Target="../media/image20.jpg"/><Relationship Id="rId1" Type="http://schemas.openxmlformats.org/officeDocument/2006/relationships/slideLayout" Target="../slideLayouts/slideLayout5.xml"/><Relationship Id="rId6" Type="http://schemas.openxmlformats.org/officeDocument/2006/relationships/image" Target="../media/image251.png"/><Relationship Id="rId5"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309.png"/></Relationships>
</file>

<file path=ppt/slides/_rels/slide77.xml.rels><?xml version="1.0" encoding="UTF-8" standalone="yes"?>
<Relationships xmlns="http://schemas.openxmlformats.org/package/2006/relationships"><Relationship Id="rId8" Type="http://schemas.openxmlformats.org/officeDocument/2006/relationships/image" Target="../media/image314.png"/><Relationship Id="rId13" Type="http://schemas.openxmlformats.org/officeDocument/2006/relationships/image" Target="../media/image318.png"/><Relationship Id="rId3" Type="http://schemas.openxmlformats.org/officeDocument/2006/relationships/image" Target="../media/image8.png"/><Relationship Id="rId7" Type="http://schemas.openxmlformats.org/officeDocument/2006/relationships/image" Target="../media/image313.png"/><Relationship Id="rId12" Type="http://schemas.openxmlformats.org/officeDocument/2006/relationships/image" Target="../media/image317.png"/><Relationship Id="rId2" Type="http://schemas.openxmlformats.org/officeDocument/2006/relationships/image" Target="../media/image310.png"/><Relationship Id="rId1" Type="http://schemas.openxmlformats.org/officeDocument/2006/relationships/slideLayout" Target="../slideLayouts/slideLayout5.xml"/><Relationship Id="rId6" Type="http://schemas.openxmlformats.org/officeDocument/2006/relationships/image" Target="../media/image312.png"/><Relationship Id="rId11" Type="http://schemas.openxmlformats.org/officeDocument/2006/relationships/image" Target="../media/image316.png"/><Relationship Id="rId5" Type="http://schemas.openxmlformats.org/officeDocument/2006/relationships/image" Target="../media/image311.png"/><Relationship Id="rId10" Type="http://schemas.openxmlformats.org/officeDocument/2006/relationships/image" Target="../media/image315.png"/><Relationship Id="rId4" Type="http://schemas.openxmlformats.org/officeDocument/2006/relationships/image" Target="../media/image13.png"/><Relationship Id="rId9" Type="http://schemas.openxmlformats.org/officeDocument/2006/relationships/image" Target="../media/image274.png"/></Relationships>
</file>

<file path=ppt/slides/_rels/slide78.xml.rels><?xml version="1.0" encoding="UTF-8" standalone="yes"?>
<Relationships xmlns="http://schemas.openxmlformats.org/package/2006/relationships"><Relationship Id="rId8" Type="http://schemas.openxmlformats.org/officeDocument/2006/relationships/image" Target="../media/image274.png"/><Relationship Id="rId3" Type="http://schemas.openxmlformats.org/officeDocument/2006/relationships/image" Target="../media/image8.png"/><Relationship Id="rId7" Type="http://schemas.openxmlformats.org/officeDocument/2006/relationships/image" Target="../media/image322.png"/><Relationship Id="rId12" Type="http://schemas.openxmlformats.org/officeDocument/2006/relationships/image" Target="../media/image323.png"/><Relationship Id="rId2" Type="http://schemas.openxmlformats.org/officeDocument/2006/relationships/image" Target="../media/image319.png"/><Relationship Id="rId1" Type="http://schemas.openxmlformats.org/officeDocument/2006/relationships/slideLayout" Target="../slideLayouts/slideLayout5.xml"/><Relationship Id="rId6" Type="http://schemas.openxmlformats.org/officeDocument/2006/relationships/image" Target="../media/image321.png"/><Relationship Id="rId11" Type="http://schemas.openxmlformats.org/officeDocument/2006/relationships/image" Target="../media/image317.png"/><Relationship Id="rId5" Type="http://schemas.openxmlformats.org/officeDocument/2006/relationships/image" Target="../media/image320.png"/><Relationship Id="rId10" Type="http://schemas.openxmlformats.org/officeDocument/2006/relationships/image" Target="../media/image316.png"/><Relationship Id="rId4" Type="http://schemas.openxmlformats.org/officeDocument/2006/relationships/image" Target="../media/image13.png"/><Relationship Id="rId9" Type="http://schemas.openxmlformats.org/officeDocument/2006/relationships/image" Target="../media/image315.png"/></Relationships>
</file>

<file path=ppt/slides/_rels/slide79.xml.rels><?xml version="1.0" encoding="UTF-8" standalone="yes"?>
<Relationships xmlns="http://schemas.openxmlformats.org/package/2006/relationships"><Relationship Id="rId8" Type="http://schemas.openxmlformats.org/officeDocument/2006/relationships/image" Target="../media/image327.png"/><Relationship Id="rId3" Type="http://schemas.openxmlformats.org/officeDocument/2006/relationships/image" Target="../media/image8.png"/><Relationship Id="rId7" Type="http://schemas.openxmlformats.org/officeDocument/2006/relationships/image" Target="../media/image326.png"/><Relationship Id="rId12" Type="http://schemas.openxmlformats.org/officeDocument/2006/relationships/image" Target="../media/image330.png"/><Relationship Id="rId2" Type="http://schemas.openxmlformats.org/officeDocument/2006/relationships/image" Target="../media/image324.png"/><Relationship Id="rId1" Type="http://schemas.openxmlformats.org/officeDocument/2006/relationships/slideLayout" Target="../slideLayouts/slideLayout5.xml"/><Relationship Id="rId6" Type="http://schemas.openxmlformats.org/officeDocument/2006/relationships/image" Target="../media/image325.png"/><Relationship Id="rId11" Type="http://schemas.openxmlformats.org/officeDocument/2006/relationships/image" Target="../media/image329.png"/><Relationship Id="rId5" Type="http://schemas.openxmlformats.org/officeDocument/2006/relationships/image" Target="../media/image320.png"/><Relationship Id="rId10" Type="http://schemas.openxmlformats.org/officeDocument/2006/relationships/image" Target="../media/image328.png"/><Relationship Id="rId4" Type="http://schemas.openxmlformats.org/officeDocument/2006/relationships/image" Target="../media/image13.png"/><Relationship Id="rId9" Type="http://schemas.openxmlformats.org/officeDocument/2006/relationships/image" Target="../media/image316.png"/></Relationships>
</file>

<file path=ppt/slides/_rels/slide80.xml.rels><?xml version="1.0" encoding="UTF-8" standalone="yes"?>
<Relationships xmlns="http://schemas.openxmlformats.org/package/2006/relationships"><Relationship Id="rId8" Type="http://schemas.openxmlformats.org/officeDocument/2006/relationships/image" Target="../media/image334.png"/><Relationship Id="rId3" Type="http://schemas.openxmlformats.org/officeDocument/2006/relationships/image" Target="../media/image331.png"/><Relationship Id="rId7" Type="http://schemas.openxmlformats.org/officeDocument/2006/relationships/image" Target="../media/image333.png"/><Relationship Id="rId2" Type="http://schemas.openxmlformats.org/officeDocument/2006/relationships/image" Target="../media/image20.jpg"/><Relationship Id="rId1" Type="http://schemas.openxmlformats.org/officeDocument/2006/relationships/slideLayout" Target="../slideLayouts/slideLayout5.xml"/><Relationship Id="rId6" Type="http://schemas.openxmlformats.org/officeDocument/2006/relationships/image" Target="../media/image332.png"/><Relationship Id="rId5" Type="http://schemas.openxmlformats.org/officeDocument/2006/relationships/image" Target="../media/image13.png"/><Relationship Id="rId10" Type="http://schemas.openxmlformats.org/officeDocument/2006/relationships/image" Target="../media/image336.png"/><Relationship Id="rId4" Type="http://schemas.openxmlformats.org/officeDocument/2006/relationships/image" Target="../media/image8.png"/><Relationship Id="rId9" Type="http://schemas.openxmlformats.org/officeDocument/2006/relationships/image" Target="../media/image335.png"/></Relationships>
</file>

<file path=ppt/slides/_rels/slide8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40.png"/><Relationship Id="rId2" Type="http://schemas.openxmlformats.org/officeDocument/2006/relationships/image" Target="../media/image337.png"/><Relationship Id="rId1" Type="http://schemas.openxmlformats.org/officeDocument/2006/relationships/slideLayout" Target="../slideLayouts/slideLayout5.xml"/><Relationship Id="rId6" Type="http://schemas.openxmlformats.org/officeDocument/2006/relationships/image" Target="../media/image339.png"/><Relationship Id="rId5" Type="http://schemas.openxmlformats.org/officeDocument/2006/relationships/image" Target="../media/image338.png"/><Relationship Id="rId4" Type="http://schemas.openxmlformats.org/officeDocument/2006/relationships/image" Target="../media/image13.png"/></Relationships>
</file>

<file path=ppt/slides/_rels/slide82.xml.rels><?xml version="1.0" encoding="UTF-8" standalone="yes"?>
<Relationships xmlns="http://schemas.openxmlformats.org/package/2006/relationships"><Relationship Id="rId8" Type="http://schemas.openxmlformats.org/officeDocument/2006/relationships/image" Target="../media/image343.png"/><Relationship Id="rId13" Type="http://schemas.openxmlformats.org/officeDocument/2006/relationships/image" Target="../media/image348.png"/><Relationship Id="rId3" Type="http://schemas.openxmlformats.org/officeDocument/2006/relationships/image" Target="../media/image8.png"/><Relationship Id="rId7" Type="http://schemas.openxmlformats.org/officeDocument/2006/relationships/image" Target="../media/image342.png"/><Relationship Id="rId12" Type="http://schemas.openxmlformats.org/officeDocument/2006/relationships/image" Target="../media/image347.png"/><Relationship Id="rId2" Type="http://schemas.openxmlformats.org/officeDocument/2006/relationships/image" Target="../media/image341.png"/><Relationship Id="rId16" Type="http://schemas.openxmlformats.org/officeDocument/2006/relationships/image" Target="../media/image351.png"/><Relationship Id="rId1" Type="http://schemas.openxmlformats.org/officeDocument/2006/relationships/slideLayout" Target="../slideLayouts/slideLayout5.xml"/><Relationship Id="rId6" Type="http://schemas.openxmlformats.org/officeDocument/2006/relationships/image" Target="../media/image339.png"/><Relationship Id="rId11" Type="http://schemas.openxmlformats.org/officeDocument/2006/relationships/image" Target="../media/image346.png"/><Relationship Id="rId5" Type="http://schemas.openxmlformats.org/officeDocument/2006/relationships/image" Target="../media/image338.png"/><Relationship Id="rId15" Type="http://schemas.openxmlformats.org/officeDocument/2006/relationships/image" Target="../media/image350.png"/><Relationship Id="rId10" Type="http://schemas.openxmlformats.org/officeDocument/2006/relationships/image" Target="../media/image345.png"/><Relationship Id="rId4" Type="http://schemas.openxmlformats.org/officeDocument/2006/relationships/image" Target="../media/image13.png"/><Relationship Id="rId9" Type="http://schemas.openxmlformats.org/officeDocument/2006/relationships/image" Target="../media/image344.png"/><Relationship Id="rId14" Type="http://schemas.openxmlformats.org/officeDocument/2006/relationships/image" Target="../media/image349.png"/></Relationships>
</file>

<file path=ppt/slides/_rels/slide83.xml.rels><?xml version="1.0" encoding="UTF-8" standalone="yes"?>
<Relationships xmlns="http://schemas.openxmlformats.org/package/2006/relationships"><Relationship Id="rId8" Type="http://schemas.openxmlformats.org/officeDocument/2006/relationships/image" Target="../media/image346.png"/><Relationship Id="rId13" Type="http://schemas.openxmlformats.org/officeDocument/2006/relationships/image" Target="../media/image357.png"/><Relationship Id="rId3" Type="http://schemas.openxmlformats.org/officeDocument/2006/relationships/image" Target="../media/image8.png"/><Relationship Id="rId7" Type="http://schemas.openxmlformats.org/officeDocument/2006/relationships/image" Target="../media/image354.png"/><Relationship Id="rId12" Type="http://schemas.openxmlformats.org/officeDocument/2006/relationships/image" Target="../media/image349.png"/><Relationship Id="rId2" Type="http://schemas.openxmlformats.org/officeDocument/2006/relationships/image" Target="../media/image352.png"/><Relationship Id="rId1" Type="http://schemas.openxmlformats.org/officeDocument/2006/relationships/slideLayout" Target="../slideLayouts/slideLayout5.xml"/><Relationship Id="rId6" Type="http://schemas.openxmlformats.org/officeDocument/2006/relationships/image" Target="../media/image353.png"/><Relationship Id="rId11" Type="http://schemas.openxmlformats.org/officeDocument/2006/relationships/image" Target="../media/image348.png"/><Relationship Id="rId5" Type="http://schemas.openxmlformats.org/officeDocument/2006/relationships/image" Target="../media/image339.png"/><Relationship Id="rId10" Type="http://schemas.openxmlformats.org/officeDocument/2006/relationships/image" Target="../media/image356.png"/><Relationship Id="rId4" Type="http://schemas.openxmlformats.org/officeDocument/2006/relationships/image" Target="../media/image13.png"/><Relationship Id="rId9" Type="http://schemas.openxmlformats.org/officeDocument/2006/relationships/image" Target="../media/image355.png"/></Relationships>
</file>

<file path=ppt/slides/_rels/slide84.xml.rels><?xml version="1.0" encoding="UTF-8" standalone="yes"?>
<Relationships xmlns="http://schemas.openxmlformats.org/package/2006/relationships"><Relationship Id="rId8" Type="http://schemas.openxmlformats.org/officeDocument/2006/relationships/image" Target="../media/image346.png"/><Relationship Id="rId13" Type="http://schemas.openxmlformats.org/officeDocument/2006/relationships/image" Target="../media/image362.png"/><Relationship Id="rId3" Type="http://schemas.openxmlformats.org/officeDocument/2006/relationships/image" Target="../media/image8.png"/><Relationship Id="rId7" Type="http://schemas.openxmlformats.org/officeDocument/2006/relationships/image" Target="../media/image360.png"/><Relationship Id="rId12" Type="http://schemas.openxmlformats.org/officeDocument/2006/relationships/image" Target="../media/image361.png"/><Relationship Id="rId2" Type="http://schemas.openxmlformats.org/officeDocument/2006/relationships/image" Target="../media/image358.png"/><Relationship Id="rId1" Type="http://schemas.openxmlformats.org/officeDocument/2006/relationships/slideLayout" Target="../slideLayouts/slideLayout5.xml"/><Relationship Id="rId6" Type="http://schemas.openxmlformats.org/officeDocument/2006/relationships/image" Target="../media/image359.png"/><Relationship Id="rId11" Type="http://schemas.openxmlformats.org/officeDocument/2006/relationships/image" Target="../media/image349.png"/><Relationship Id="rId5" Type="http://schemas.openxmlformats.org/officeDocument/2006/relationships/image" Target="../media/image339.png"/><Relationship Id="rId15" Type="http://schemas.openxmlformats.org/officeDocument/2006/relationships/image" Target="../media/image364.png"/><Relationship Id="rId10" Type="http://schemas.openxmlformats.org/officeDocument/2006/relationships/image" Target="../media/image348.png"/><Relationship Id="rId4" Type="http://schemas.openxmlformats.org/officeDocument/2006/relationships/image" Target="../media/image13.png"/><Relationship Id="rId9" Type="http://schemas.openxmlformats.org/officeDocument/2006/relationships/image" Target="../media/image347.png"/><Relationship Id="rId14" Type="http://schemas.openxmlformats.org/officeDocument/2006/relationships/image" Target="../media/image363.png"/></Relationships>
</file>

<file path=ppt/slides/_rels/slide85.xml.rels><?xml version="1.0" encoding="UTF-8" standalone="yes"?>
<Relationships xmlns="http://schemas.openxmlformats.org/package/2006/relationships"><Relationship Id="rId8" Type="http://schemas.openxmlformats.org/officeDocument/2006/relationships/image" Target="../media/image369.png"/><Relationship Id="rId3" Type="http://schemas.openxmlformats.org/officeDocument/2006/relationships/image" Target="../media/image8.png"/><Relationship Id="rId7" Type="http://schemas.openxmlformats.org/officeDocument/2006/relationships/image" Target="../media/image368.png"/><Relationship Id="rId2" Type="http://schemas.openxmlformats.org/officeDocument/2006/relationships/image" Target="../media/image365.png"/><Relationship Id="rId1" Type="http://schemas.openxmlformats.org/officeDocument/2006/relationships/slideLayout" Target="../slideLayouts/slideLayout2.xml"/><Relationship Id="rId6" Type="http://schemas.openxmlformats.org/officeDocument/2006/relationships/image" Target="../media/image367.png"/><Relationship Id="rId5" Type="http://schemas.openxmlformats.org/officeDocument/2006/relationships/image" Target="../media/image366.png"/><Relationship Id="rId4" Type="http://schemas.openxmlformats.org/officeDocument/2006/relationships/image" Target="../media/image13.png"/></Relationships>
</file>

<file path=ppt/slides/_rels/slide8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72.png"/><Relationship Id="rId2" Type="http://schemas.openxmlformats.org/officeDocument/2006/relationships/image" Target="../media/image370.png"/><Relationship Id="rId1" Type="http://schemas.openxmlformats.org/officeDocument/2006/relationships/slideLayout" Target="../slideLayouts/slideLayout5.xml"/><Relationship Id="rId6" Type="http://schemas.openxmlformats.org/officeDocument/2006/relationships/image" Target="../media/image366.png"/><Relationship Id="rId5" Type="http://schemas.openxmlformats.org/officeDocument/2006/relationships/image" Target="../media/image371.jpg"/><Relationship Id="rId4" Type="http://schemas.openxmlformats.org/officeDocument/2006/relationships/image" Target="../media/image13.png"/></Relationships>
</file>

<file path=ppt/slides/_rels/slide8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76.png"/><Relationship Id="rId2" Type="http://schemas.openxmlformats.org/officeDocument/2006/relationships/image" Target="../media/image373.png"/><Relationship Id="rId1" Type="http://schemas.openxmlformats.org/officeDocument/2006/relationships/slideLayout" Target="../slideLayouts/slideLayout5.xml"/><Relationship Id="rId6" Type="http://schemas.openxmlformats.org/officeDocument/2006/relationships/image" Target="../media/image375.png"/><Relationship Id="rId5" Type="http://schemas.openxmlformats.org/officeDocument/2006/relationships/image" Target="../media/image374.png"/><Relationship Id="rId4" Type="http://schemas.openxmlformats.org/officeDocument/2006/relationships/image" Target="../media/image13.png"/></Relationships>
</file>

<file path=ppt/slides/_rels/slide8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80.png"/><Relationship Id="rId2" Type="http://schemas.openxmlformats.org/officeDocument/2006/relationships/image" Target="../media/image377.png"/><Relationship Id="rId1" Type="http://schemas.openxmlformats.org/officeDocument/2006/relationships/slideLayout" Target="../slideLayouts/slideLayout5.xml"/><Relationship Id="rId6" Type="http://schemas.openxmlformats.org/officeDocument/2006/relationships/image" Target="../media/image379.png"/><Relationship Id="rId5" Type="http://schemas.openxmlformats.org/officeDocument/2006/relationships/image" Target="../media/image378.png"/><Relationship Id="rId4" Type="http://schemas.openxmlformats.org/officeDocument/2006/relationships/image" Target="../media/image13.png"/></Relationships>
</file>

<file path=ppt/slides/_rels/slide89.xml.rels><?xml version="1.0" encoding="UTF-8" standalone="yes"?>
<Relationships xmlns="http://schemas.openxmlformats.org/package/2006/relationships"><Relationship Id="rId8" Type="http://schemas.openxmlformats.org/officeDocument/2006/relationships/image" Target="../media/image382.png"/><Relationship Id="rId3" Type="http://schemas.openxmlformats.org/officeDocument/2006/relationships/image" Target="../media/image381.png"/><Relationship Id="rId7" Type="http://schemas.openxmlformats.org/officeDocument/2006/relationships/image" Target="../media/image333.png"/><Relationship Id="rId2" Type="http://schemas.openxmlformats.org/officeDocument/2006/relationships/image" Target="../media/image20.jpg"/><Relationship Id="rId1" Type="http://schemas.openxmlformats.org/officeDocument/2006/relationships/slideLayout" Target="../slideLayouts/slideLayout5.xml"/><Relationship Id="rId6" Type="http://schemas.openxmlformats.org/officeDocument/2006/relationships/image" Target="../media/image332.png"/><Relationship Id="rId5" Type="http://schemas.openxmlformats.org/officeDocument/2006/relationships/image" Target="../media/image13.png"/><Relationship Id="rId10" Type="http://schemas.openxmlformats.org/officeDocument/2006/relationships/image" Target="../media/image336.png"/><Relationship Id="rId4" Type="http://schemas.openxmlformats.org/officeDocument/2006/relationships/image" Target="../media/image8.png"/><Relationship Id="rId9" Type="http://schemas.openxmlformats.org/officeDocument/2006/relationships/image" Target="../media/image383.png"/></Relationships>
</file>

<file path=ppt/slides/_rels/slide90.xml.rels><?xml version="1.0" encoding="UTF-8" standalone="yes"?>
<Relationships xmlns="http://schemas.openxmlformats.org/package/2006/relationships"><Relationship Id="rId8" Type="http://schemas.openxmlformats.org/officeDocument/2006/relationships/image" Target="../media/image388.jpg"/><Relationship Id="rId3" Type="http://schemas.openxmlformats.org/officeDocument/2006/relationships/image" Target="../media/image8.png"/><Relationship Id="rId7" Type="http://schemas.openxmlformats.org/officeDocument/2006/relationships/image" Target="../media/image387.png"/><Relationship Id="rId2" Type="http://schemas.openxmlformats.org/officeDocument/2006/relationships/image" Target="../media/image384.png"/><Relationship Id="rId1" Type="http://schemas.openxmlformats.org/officeDocument/2006/relationships/slideLayout" Target="../slideLayouts/slideLayout4.xml"/><Relationship Id="rId6" Type="http://schemas.openxmlformats.org/officeDocument/2006/relationships/image" Target="../media/image386.png"/><Relationship Id="rId5" Type="http://schemas.openxmlformats.org/officeDocument/2006/relationships/image" Target="../media/image385.png"/><Relationship Id="rId4" Type="http://schemas.openxmlformats.org/officeDocument/2006/relationships/image" Target="../media/image13.png"/><Relationship Id="rId9" Type="http://schemas.openxmlformats.org/officeDocument/2006/relationships/image" Target="../media/image389.png"/></Relationships>
</file>

<file path=ppt/slides/_rels/slide91.xml.rels><?xml version="1.0" encoding="UTF-8" standalone="yes"?>
<Relationships xmlns="http://schemas.openxmlformats.org/package/2006/relationships"><Relationship Id="rId8" Type="http://schemas.openxmlformats.org/officeDocument/2006/relationships/image" Target="../media/image394.jpg"/><Relationship Id="rId3" Type="http://schemas.openxmlformats.org/officeDocument/2006/relationships/image" Target="../media/image8.png"/><Relationship Id="rId7" Type="http://schemas.openxmlformats.org/officeDocument/2006/relationships/image" Target="../media/image393.jpg"/><Relationship Id="rId2" Type="http://schemas.openxmlformats.org/officeDocument/2006/relationships/image" Target="../media/image390.png"/><Relationship Id="rId1" Type="http://schemas.openxmlformats.org/officeDocument/2006/relationships/slideLayout" Target="../slideLayouts/slideLayout2.xml"/><Relationship Id="rId6" Type="http://schemas.openxmlformats.org/officeDocument/2006/relationships/image" Target="../media/image392.png"/><Relationship Id="rId5" Type="http://schemas.openxmlformats.org/officeDocument/2006/relationships/image" Target="../media/image391.png"/><Relationship Id="rId4" Type="http://schemas.openxmlformats.org/officeDocument/2006/relationships/image" Target="../media/image13.png"/></Relationships>
</file>

<file path=ppt/slides/_rels/slide9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95.png"/><Relationship Id="rId1" Type="http://schemas.openxmlformats.org/officeDocument/2006/relationships/slideLayout" Target="../slideLayouts/slideLayout4.xml"/><Relationship Id="rId6" Type="http://schemas.openxmlformats.org/officeDocument/2006/relationships/image" Target="../media/image397.png"/><Relationship Id="rId5" Type="http://schemas.openxmlformats.org/officeDocument/2006/relationships/image" Target="../media/image396.png"/><Relationship Id="rId4" Type="http://schemas.openxmlformats.org/officeDocument/2006/relationships/image" Target="../media/image13.png"/></Relationships>
</file>

<file path=ppt/slides/_rels/slide9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98.png"/><Relationship Id="rId1" Type="http://schemas.openxmlformats.org/officeDocument/2006/relationships/slideLayout" Target="../slideLayouts/slideLayout4.xml"/><Relationship Id="rId6" Type="http://schemas.openxmlformats.org/officeDocument/2006/relationships/image" Target="../media/image399.png"/><Relationship Id="rId5" Type="http://schemas.openxmlformats.org/officeDocument/2006/relationships/image" Target="../media/image396.png"/><Relationship Id="rId4" Type="http://schemas.openxmlformats.org/officeDocument/2006/relationships/image" Target="../media/image13.png"/></Relationships>
</file>

<file path=ppt/slides/_rels/slide94.xml.rels><?xml version="1.0" encoding="UTF-8" standalone="yes"?>
<Relationships xmlns="http://schemas.openxmlformats.org/package/2006/relationships"><Relationship Id="rId8" Type="http://schemas.openxmlformats.org/officeDocument/2006/relationships/image" Target="../media/image404.png"/><Relationship Id="rId3" Type="http://schemas.openxmlformats.org/officeDocument/2006/relationships/image" Target="../media/image8.png"/><Relationship Id="rId7" Type="http://schemas.openxmlformats.org/officeDocument/2006/relationships/image" Target="../media/image403.png"/><Relationship Id="rId2" Type="http://schemas.openxmlformats.org/officeDocument/2006/relationships/image" Target="../media/image400.png"/><Relationship Id="rId1" Type="http://schemas.openxmlformats.org/officeDocument/2006/relationships/slideLayout" Target="../slideLayouts/slideLayout2.xml"/><Relationship Id="rId6" Type="http://schemas.openxmlformats.org/officeDocument/2006/relationships/image" Target="../media/image402.png"/><Relationship Id="rId5" Type="http://schemas.openxmlformats.org/officeDocument/2006/relationships/image" Target="../media/image401.png"/><Relationship Id="rId10" Type="http://schemas.openxmlformats.org/officeDocument/2006/relationships/image" Target="../media/image406.png"/><Relationship Id="rId4" Type="http://schemas.openxmlformats.org/officeDocument/2006/relationships/image" Target="../media/image13.png"/><Relationship Id="rId9" Type="http://schemas.openxmlformats.org/officeDocument/2006/relationships/image" Target="../media/image405.png"/></Relationships>
</file>

<file path=ppt/slides/_rels/slide95.xml.rels><?xml version="1.0" encoding="UTF-8" standalone="yes"?>
<Relationships xmlns="http://schemas.openxmlformats.org/package/2006/relationships"><Relationship Id="rId8" Type="http://schemas.openxmlformats.org/officeDocument/2006/relationships/image" Target="../media/image403.png"/><Relationship Id="rId3" Type="http://schemas.openxmlformats.org/officeDocument/2006/relationships/image" Target="../media/image8.png"/><Relationship Id="rId7" Type="http://schemas.openxmlformats.org/officeDocument/2006/relationships/image" Target="../media/image402.png"/><Relationship Id="rId2" Type="http://schemas.openxmlformats.org/officeDocument/2006/relationships/image" Target="../media/image407.png"/><Relationship Id="rId1" Type="http://schemas.openxmlformats.org/officeDocument/2006/relationships/slideLayout" Target="../slideLayouts/slideLayout2.xml"/><Relationship Id="rId6" Type="http://schemas.openxmlformats.org/officeDocument/2006/relationships/image" Target="../media/image408.png"/><Relationship Id="rId5" Type="http://schemas.openxmlformats.org/officeDocument/2006/relationships/image" Target="../media/image401.png"/><Relationship Id="rId4" Type="http://schemas.openxmlformats.org/officeDocument/2006/relationships/image" Target="../media/image13.png"/><Relationship Id="rId9" Type="http://schemas.openxmlformats.org/officeDocument/2006/relationships/image" Target="../media/image404.png"/></Relationships>
</file>

<file path=ppt/slides/_rels/slide96.xml.rels><?xml version="1.0" encoding="UTF-8" standalone="yes"?>
<Relationships xmlns="http://schemas.openxmlformats.org/package/2006/relationships"><Relationship Id="rId8" Type="http://schemas.openxmlformats.org/officeDocument/2006/relationships/image" Target="../media/image412.jpg"/><Relationship Id="rId3" Type="http://schemas.openxmlformats.org/officeDocument/2006/relationships/image" Target="../media/image8.png"/><Relationship Id="rId7" Type="http://schemas.openxmlformats.org/officeDocument/2006/relationships/image" Target="../media/image411.jpg"/><Relationship Id="rId2" Type="http://schemas.openxmlformats.org/officeDocument/2006/relationships/image" Target="../media/image409.png"/><Relationship Id="rId1" Type="http://schemas.openxmlformats.org/officeDocument/2006/relationships/slideLayout" Target="../slideLayouts/slideLayout2.xml"/><Relationship Id="rId6" Type="http://schemas.openxmlformats.org/officeDocument/2006/relationships/image" Target="../media/image401.png"/><Relationship Id="rId5" Type="http://schemas.openxmlformats.org/officeDocument/2006/relationships/image" Target="../media/image410.png"/><Relationship Id="rId4" Type="http://schemas.openxmlformats.org/officeDocument/2006/relationships/image" Target="../media/image13.png"/></Relationships>
</file>

<file path=ppt/slides/_rels/slide9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13.png"/><Relationship Id="rId1" Type="http://schemas.openxmlformats.org/officeDocument/2006/relationships/slideLayout" Target="../slideLayouts/slideLayout4.xml"/><Relationship Id="rId6" Type="http://schemas.openxmlformats.org/officeDocument/2006/relationships/image" Target="../media/image414.png"/><Relationship Id="rId5" Type="http://schemas.openxmlformats.org/officeDocument/2006/relationships/image" Target="../media/image401.png"/><Relationship Id="rId4" Type="http://schemas.openxmlformats.org/officeDocument/2006/relationships/image" Target="../media/image13.png"/></Relationships>
</file>

<file path=ppt/slides/_rels/slide98.xml.rels><?xml version="1.0" encoding="UTF-8" standalone="yes"?>
<Relationships xmlns="http://schemas.openxmlformats.org/package/2006/relationships"><Relationship Id="rId8" Type="http://schemas.openxmlformats.org/officeDocument/2006/relationships/image" Target="../media/image418.png"/><Relationship Id="rId3" Type="http://schemas.openxmlformats.org/officeDocument/2006/relationships/image" Target="../media/image8.png"/><Relationship Id="rId7" Type="http://schemas.openxmlformats.org/officeDocument/2006/relationships/image" Target="../media/image417.png"/><Relationship Id="rId2" Type="http://schemas.openxmlformats.org/officeDocument/2006/relationships/image" Target="../media/image415.png"/><Relationship Id="rId1" Type="http://schemas.openxmlformats.org/officeDocument/2006/relationships/slideLayout" Target="../slideLayouts/slideLayout2.xml"/><Relationship Id="rId6" Type="http://schemas.openxmlformats.org/officeDocument/2006/relationships/image" Target="../media/image416.png"/><Relationship Id="rId5" Type="http://schemas.openxmlformats.org/officeDocument/2006/relationships/image" Target="../media/image401.png"/><Relationship Id="rId4" Type="http://schemas.openxmlformats.org/officeDocument/2006/relationships/image" Target="../media/image13.png"/></Relationships>
</file>

<file path=ppt/slides/_rels/slide9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19.png"/><Relationship Id="rId1" Type="http://schemas.openxmlformats.org/officeDocument/2006/relationships/slideLayout" Target="../slideLayouts/slideLayout2.xml"/><Relationship Id="rId6" Type="http://schemas.openxmlformats.org/officeDocument/2006/relationships/image" Target="../media/image421.png"/><Relationship Id="rId5" Type="http://schemas.openxmlformats.org/officeDocument/2006/relationships/image" Target="../media/image420.png"/><Relationship Id="rId4" Type="http://schemas.openxmlformats.org/officeDocument/2006/relationships/image" Target="../media/image13.png"/></Relationships>
</file>

<file path=ppt/slides/_rels/slide100.xml.rels><?xml version="1.0" encoding="UTF-8" standalone="yes"?>
<Relationships xmlns="http://schemas.openxmlformats.org/package/2006/relationships"><Relationship Id="rId8" Type="http://schemas.openxmlformats.org/officeDocument/2006/relationships/image" Target="../media/image425.png"/><Relationship Id="rId3" Type="http://schemas.openxmlformats.org/officeDocument/2006/relationships/image" Target="../media/image8.png"/><Relationship Id="rId7" Type="http://schemas.openxmlformats.org/officeDocument/2006/relationships/image" Target="../media/image424.png"/><Relationship Id="rId2" Type="http://schemas.openxmlformats.org/officeDocument/2006/relationships/image" Target="../media/image422.png"/><Relationship Id="rId1" Type="http://schemas.openxmlformats.org/officeDocument/2006/relationships/slideLayout" Target="../slideLayouts/slideLayout2.xml"/><Relationship Id="rId6" Type="http://schemas.openxmlformats.org/officeDocument/2006/relationships/image" Target="../media/image423.png"/><Relationship Id="rId5" Type="http://schemas.openxmlformats.org/officeDocument/2006/relationships/image" Target="../media/image421.png"/><Relationship Id="rId4" Type="http://schemas.openxmlformats.org/officeDocument/2006/relationships/image" Target="../media/image13.png"/></Relationships>
</file>

<file path=ppt/slides/_rels/slide10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28.jpg"/><Relationship Id="rId2" Type="http://schemas.openxmlformats.org/officeDocument/2006/relationships/image" Target="../media/image426.png"/><Relationship Id="rId1" Type="http://schemas.openxmlformats.org/officeDocument/2006/relationships/slideLayout" Target="../slideLayouts/slideLayout2.xml"/><Relationship Id="rId6" Type="http://schemas.openxmlformats.org/officeDocument/2006/relationships/image" Target="../media/image427.png"/><Relationship Id="rId5" Type="http://schemas.openxmlformats.org/officeDocument/2006/relationships/image" Target="../media/image421.png"/><Relationship Id="rId4" Type="http://schemas.openxmlformats.org/officeDocument/2006/relationships/image" Target="../media/image13.png"/></Relationships>
</file>

<file path=ppt/slides/_rels/slide10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28.jpg"/><Relationship Id="rId2" Type="http://schemas.openxmlformats.org/officeDocument/2006/relationships/image" Target="../media/image429.png"/><Relationship Id="rId1" Type="http://schemas.openxmlformats.org/officeDocument/2006/relationships/slideLayout" Target="../slideLayouts/slideLayout2.xml"/><Relationship Id="rId6" Type="http://schemas.openxmlformats.org/officeDocument/2006/relationships/image" Target="../media/image430.png"/><Relationship Id="rId5" Type="http://schemas.openxmlformats.org/officeDocument/2006/relationships/image" Target="../media/image421.png"/><Relationship Id="rId4" Type="http://schemas.openxmlformats.org/officeDocument/2006/relationships/image" Target="../media/image13.png"/></Relationships>
</file>

<file path=ppt/slides/_rels/slide103.xml.rels><?xml version="1.0" encoding="UTF-8" standalone="yes"?>
<Relationships xmlns="http://schemas.openxmlformats.org/package/2006/relationships"><Relationship Id="rId8" Type="http://schemas.openxmlformats.org/officeDocument/2006/relationships/image" Target="../media/image382.png"/><Relationship Id="rId3" Type="http://schemas.openxmlformats.org/officeDocument/2006/relationships/image" Target="../media/image431.png"/><Relationship Id="rId7" Type="http://schemas.openxmlformats.org/officeDocument/2006/relationships/image" Target="../media/image333.png"/><Relationship Id="rId2" Type="http://schemas.openxmlformats.org/officeDocument/2006/relationships/image" Target="../media/image20.jpg"/><Relationship Id="rId1" Type="http://schemas.openxmlformats.org/officeDocument/2006/relationships/slideLayout" Target="../slideLayouts/slideLayout5.xml"/><Relationship Id="rId6" Type="http://schemas.openxmlformats.org/officeDocument/2006/relationships/image" Target="../media/image332.png"/><Relationship Id="rId5" Type="http://schemas.openxmlformats.org/officeDocument/2006/relationships/image" Target="../media/image13.png"/><Relationship Id="rId10" Type="http://schemas.openxmlformats.org/officeDocument/2006/relationships/image" Target="../media/image432.png"/><Relationship Id="rId4" Type="http://schemas.openxmlformats.org/officeDocument/2006/relationships/image" Target="../media/image8.png"/><Relationship Id="rId9" Type="http://schemas.openxmlformats.org/officeDocument/2006/relationships/image" Target="../media/image335.png"/></Relationships>
</file>

<file path=ppt/slides/_rels/slide10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35.png"/><Relationship Id="rId2" Type="http://schemas.openxmlformats.org/officeDocument/2006/relationships/image" Target="../media/image433.png"/><Relationship Id="rId1" Type="http://schemas.openxmlformats.org/officeDocument/2006/relationships/slideLayout" Target="../slideLayouts/slideLayout5.xml"/><Relationship Id="rId6" Type="http://schemas.openxmlformats.org/officeDocument/2006/relationships/image" Target="../media/image434.png"/><Relationship Id="rId5" Type="http://schemas.openxmlformats.org/officeDocument/2006/relationships/image" Target="../media/image29.png"/><Relationship Id="rId4" Type="http://schemas.openxmlformats.org/officeDocument/2006/relationships/image" Target="../media/image13.png"/></Relationships>
</file>

<file path=ppt/slides/_rels/slide10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38.png"/><Relationship Id="rId2" Type="http://schemas.openxmlformats.org/officeDocument/2006/relationships/image" Target="../media/image436.png"/><Relationship Id="rId1" Type="http://schemas.openxmlformats.org/officeDocument/2006/relationships/slideLayout" Target="../slideLayouts/slideLayout5.xml"/><Relationship Id="rId6" Type="http://schemas.openxmlformats.org/officeDocument/2006/relationships/image" Target="../media/image434.png"/><Relationship Id="rId5" Type="http://schemas.openxmlformats.org/officeDocument/2006/relationships/image" Target="../media/image437.jpg"/><Relationship Id="rId4" Type="http://schemas.openxmlformats.org/officeDocument/2006/relationships/image" Target="../media/image13.png"/></Relationships>
</file>

<file path=ppt/slides/_rels/slide10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42.jpg"/><Relationship Id="rId2" Type="http://schemas.openxmlformats.org/officeDocument/2006/relationships/image" Target="../media/image439.png"/><Relationship Id="rId1" Type="http://schemas.openxmlformats.org/officeDocument/2006/relationships/slideLayout" Target="../slideLayouts/slideLayout5.xml"/><Relationship Id="rId6" Type="http://schemas.openxmlformats.org/officeDocument/2006/relationships/image" Target="../media/image441.png"/><Relationship Id="rId5" Type="http://schemas.openxmlformats.org/officeDocument/2006/relationships/image" Target="../media/image440.png"/><Relationship Id="rId4" Type="http://schemas.openxmlformats.org/officeDocument/2006/relationships/image" Target="../media/image13.png"/></Relationships>
</file>

<file path=ppt/slides/_rels/slide10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40.png"/><Relationship Id="rId2" Type="http://schemas.openxmlformats.org/officeDocument/2006/relationships/image" Target="../media/image443.png"/><Relationship Id="rId1" Type="http://schemas.openxmlformats.org/officeDocument/2006/relationships/slideLayout" Target="../slideLayouts/slideLayout5.xml"/><Relationship Id="rId6" Type="http://schemas.openxmlformats.org/officeDocument/2006/relationships/image" Target="../media/image445.png"/><Relationship Id="rId5" Type="http://schemas.openxmlformats.org/officeDocument/2006/relationships/image" Target="../media/image444.jpg"/><Relationship Id="rId4" Type="http://schemas.openxmlformats.org/officeDocument/2006/relationships/image" Target="../media/image13.png"/></Relationships>
</file>

<file path=ppt/slides/_rels/slide10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48.png"/><Relationship Id="rId2" Type="http://schemas.openxmlformats.org/officeDocument/2006/relationships/image" Target="../media/image446.png"/><Relationship Id="rId1" Type="http://schemas.openxmlformats.org/officeDocument/2006/relationships/slideLayout" Target="../slideLayouts/slideLayout2.xml"/><Relationship Id="rId6" Type="http://schemas.openxmlformats.org/officeDocument/2006/relationships/image" Target="../media/image447.png"/><Relationship Id="rId5" Type="http://schemas.openxmlformats.org/officeDocument/2006/relationships/image" Target="../media/image434.png"/><Relationship Id="rId4" Type="http://schemas.openxmlformats.org/officeDocument/2006/relationships/image" Target="../media/image13.png"/></Relationships>
</file>

<file path=ppt/slides/_rels/slide109.xml.rels><?xml version="1.0" encoding="UTF-8" standalone="yes"?>
<Relationships xmlns="http://schemas.openxmlformats.org/package/2006/relationships"><Relationship Id="rId8" Type="http://schemas.openxmlformats.org/officeDocument/2006/relationships/image" Target="../media/image453.png"/><Relationship Id="rId3" Type="http://schemas.openxmlformats.org/officeDocument/2006/relationships/image" Target="../media/image8.png"/><Relationship Id="rId7" Type="http://schemas.openxmlformats.org/officeDocument/2006/relationships/image" Target="../media/image452.png"/><Relationship Id="rId2" Type="http://schemas.openxmlformats.org/officeDocument/2006/relationships/image" Target="../media/image449.png"/><Relationship Id="rId1" Type="http://schemas.openxmlformats.org/officeDocument/2006/relationships/slideLayout" Target="../slideLayouts/slideLayout5.xml"/><Relationship Id="rId6" Type="http://schemas.openxmlformats.org/officeDocument/2006/relationships/image" Target="../media/image451.png"/><Relationship Id="rId5" Type="http://schemas.openxmlformats.org/officeDocument/2006/relationships/image" Target="../media/image450.jpg"/><Relationship Id="rId4" Type="http://schemas.openxmlformats.org/officeDocument/2006/relationships/image" Target="../media/image13.png"/></Relationships>
</file>

<file path=ppt/slides/_rels/slide110.xml.rels><?xml version="1.0" encoding="UTF-8" standalone="yes"?>
<Relationships xmlns="http://schemas.openxmlformats.org/package/2006/relationships"><Relationship Id="rId8" Type="http://schemas.openxmlformats.org/officeDocument/2006/relationships/image" Target="../media/image458.png"/><Relationship Id="rId3" Type="http://schemas.openxmlformats.org/officeDocument/2006/relationships/image" Target="../media/image8.png"/><Relationship Id="rId7" Type="http://schemas.openxmlformats.org/officeDocument/2006/relationships/image" Target="../media/image457.png"/><Relationship Id="rId2" Type="http://schemas.openxmlformats.org/officeDocument/2006/relationships/image" Target="../media/image454.png"/><Relationship Id="rId1" Type="http://schemas.openxmlformats.org/officeDocument/2006/relationships/slideLayout" Target="../slideLayouts/slideLayout2.xml"/><Relationship Id="rId6" Type="http://schemas.openxmlformats.org/officeDocument/2006/relationships/image" Target="../media/image456.png"/><Relationship Id="rId5" Type="http://schemas.openxmlformats.org/officeDocument/2006/relationships/image" Target="../media/image455.png"/><Relationship Id="rId4" Type="http://schemas.openxmlformats.org/officeDocument/2006/relationships/image" Target="../media/image13.png"/></Relationships>
</file>

<file path=ppt/slides/_rels/slide1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62.png"/><Relationship Id="rId2" Type="http://schemas.openxmlformats.org/officeDocument/2006/relationships/image" Target="../media/image459.png"/><Relationship Id="rId1" Type="http://schemas.openxmlformats.org/officeDocument/2006/relationships/slideLayout" Target="../slideLayouts/slideLayout5.xml"/><Relationship Id="rId6" Type="http://schemas.openxmlformats.org/officeDocument/2006/relationships/image" Target="../media/image461.png"/><Relationship Id="rId5" Type="http://schemas.openxmlformats.org/officeDocument/2006/relationships/image" Target="../media/image460.png"/><Relationship Id="rId4" Type="http://schemas.openxmlformats.org/officeDocument/2006/relationships/image" Target="../media/image13.png"/></Relationships>
</file>

<file path=ppt/slides/_rels/slide1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63.png"/><Relationship Id="rId1" Type="http://schemas.openxmlformats.org/officeDocument/2006/relationships/slideLayout" Target="../slideLayouts/slideLayout5.xml"/><Relationship Id="rId6" Type="http://schemas.openxmlformats.org/officeDocument/2006/relationships/image" Target="../media/image464.png"/><Relationship Id="rId5" Type="http://schemas.openxmlformats.org/officeDocument/2006/relationships/image" Target="../media/image461.png"/><Relationship Id="rId4" Type="http://schemas.openxmlformats.org/officeDocument/2006/relationships/image" Target="../media/image13.png"/></Relationships>
</file>

<file path=ppt/slides/_rels/slide1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68.png"/><Relationship Id="rId2" Type="http://schemas.openxmlformats.org/officeDocument/2006/relationships/image" Target="../media/image465.png"/><Relationship Id="rId1" Type="http://schemas.openxmlformats.org/officeDocument/2006/relationships/slideLayout" Target="../slideLayouts/slideLayout5.xml"/><Relationship Id="rId6" Type="http://schemas.openxmlformats.org/officeDocument/2006/relationships/image" Target="../media/image467.png"/><Relationship Id="rId5" Type="http://schemas.openxmlformats.org/officeDocument/2006/relationships/image" Target="../media/image466.png"/><Relationship Id="rId4" Type="http://schemas.openxmlformats.org/officeDocument/2006/relationships/image" Target="../media/image13.png"/></Relationships>
</file>

<file path=ppt/slides/_rels/slide1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68.png"/><Relationship Id="rId2" Type="http://schemas.openxmlformats.org/officeDocument/2006/relationships/image" Target="../media/image469.png"/><Relationship Id="rId1" Type="http://schemas.openxmlformats.org/officeDocument/2006/relationships/slideLayout" Target="../slideLayouts/slideLayout5.xml"/><Relationship Id="rId6" Type="http://schemas.openxmlformats.org/officeDocument/2006/relationships/image" Target="../media/image470.png"/><Relationship Id="rId5" Type="http://schemas.openxmlformats.org/officeDocument/2006/relationships/image" Target="../media/image466.png"/><Relationship Id="rId4" Type="http://schemas.openxmlformats.org/officeDocument/2006/relationships/image" Target="../media/image13.png"/></Relationships>
</file>

<file path=ppt/slides/_rels/slide1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71.png"/><Relationship Id="rId1" Type="http://schemas.openxmlformats.org/officeDocument/2006/relationships/slideLayout" Target="../slideLayouts/slideLayout2.xml"/><Relationship Id="rId6" Type="http://schemas.openxmlformats.org/officeDocument/2006/relationships/image" Target="../media/image473.png"/><Relationship Id="rId5" Type="http://schemas.openxmlformats.org/officeDocument/2006/relationships/image" Target="../media/image472.png"/><Relationship Id="rId4" Type="http://schemas.openxmlformats.org/officeDocument/2006/relationships/image" Target="../media/image13.png"/></Relationships>
</file>

<file path=ppt/slides/_rels/slide1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74.png"/><Relationship Id="rId1" Type="http://schemas.openxmlformats.org/officeDocument/2006/relationships/slideLayout" Target="../slideLayouts/slideLayout5.xml"/><Relationship Id="rId6" Type="http://schemas.openxmlformats.org/officeDocument/2006/relationships/image" Target="../media/image476.png"/><Relationship Id="rId5" Type="http://schemas.openxmlformats.org/officeDocument/2006/relationships/image" Target="../media/image475.png"/><Relationship Id="rId4" Type="http://schemas.openxmlformats.org/officeDocument/2006/relationships/image" Target="../media/image13.png"/></Relationships>
</file>

<file path=ppt/slides/_rels/slide11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80.png"/><Relationship Id="rId2" Type="http://schemas.openxmlformats.org/officeDocument/2006/relationships/image" Target="../media/image477.png"/><Relationship Id="rId1" Type="http://schemas.openxmlformats.org/officeDocument/2006/relationships/slideLayout" Target="../slideLayouts/slideLayout2.xml"/><Relationship Id="rId6" Type="http://schemas.openxmlformats.org/officeDocument/2006/relationships/image" Target="../media/image479.png"/><Relationship Id="rId5" Type="http://schemas.openxmlformats.org/officeDocument/2006/relationships/image" Target="../media/image478.png"/><Relationship Id="rId4" Type="http://schemas.openxmlformats.org/officeDocument/2006/relationships/image" Target="../media/image13.png"/></Relationships>
</file>

<file path=ppt/slides/_rels/slide11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84.png"/><Relationship Id="rId2" Type="http://schemas.openxmlformats.org/officeDocument/2006/relationships/image" Target="../media/image481.png"/><Relationship Id="rId1" Type="http://schemas.openxmlformats.org/officeDocument/2006/relationships/slideLayout" Target="../slideLayouts/slideLayout2.xml"/><Relationship Id="rId6" Type="http://schemas.openxmlformats.org/officeDocument/2006/relationships/image" Target="../media/image483.png"/><Relationship Id="rId5" Type="http://schemas.openxmlformats.org/officeDocument/2006/relationships/image" Target="../media/image482.png"/><Relationship Id="rId4" Type="http://schemas.openxmlformats.org/officeDocument/2006/relationships/image" Target="../media/image13.png"/></Relationships>
</file>

<file path=ppt/slides/_rels/slide119.xml.rels><?xml version="1.0" encoding="UTF-8" standalone="yes"?>
<Relationships xmlns="http://schemas.openxmlformats.org/package/2006/relationships"><Relationship Id="rId8" Type="http://schemas.openxmlformats.org/officeDocument/2006/relationships/image" Target="../media/image488.png"/><Relationship Id="rId3" Type="http://schemas.openxmlformats.org/officeDocument/2006/relationships/image" Target="../media/image8.png"/><Relationship Id="rId7" Type="http://schemas.openxmlformats.org/officeDocument/2006/relationships/image" Target="../media/image487.png"/><Relationship Id="rId2" Type="http://schemas.openxmlformats.org/officeDocument/2006/relationships/image" Target="../media/image485.png"/><Relationship Id="rId1" Type="http://schemas.openxmlformats.org/officeDocument/2006/relationships/slideLayout" Target="../slideLayouts/slideLayout2.xml"/><Relationship Id="rId6" Type="http://schemas.openxmlformats.org/officeDocument/2006/relationships/image" Target="../media/image486.png"/><Relationship Id="rId5" Type="http://schemas.openxmlformats.org/officeDocument/2006/relationships/image" Target="../media/image482.png"/><Relationship Id="rId4" Type="http://schemas.openxmlformats.org/officeDocument/2006/relationships/image" Target="../media/image13.png"/></Relationships>
</file>

<file path=ppt/slides/_rels/slide12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92.png"/><Relationship Id="rId2" Type="http://schemas.openxmlformats.org/officeDocument/2006/relationships/image" Target="../media/image489.png"/><Relationship Id="rId1" Type="http://schemas.openxmlformats.org/officeDocument/2006/relationships/slideLayout" Target="../slideLayouts/slideLayout5.xml"/><Relationship Id="rId6" Type="http://schemas.openxmlformats.org/officeDocument/2006/relationships/image" Target="../media/image491.png"/><Relationship Id="rId5" Type="http://schemas.openxmlformats.org/officeDocument/2006/relationships/image" Target="../media/image490.png"/><Relationship Id="rId4" Type="http://schemas.openxmlformats.org/officeDocument/2006/relationships/image" Target="../media/image13.png"/></Relationships>
</file>

<file path=ppt/slides/_rels/slide1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93.png"/><Relationship Id="rId1" Type="http://schemas.openxmlformats.org/officeDocument/2006/relationships/slideLayout" Target="../slideLayouts/slideLayout5.xml"/><Relationship Id="rId6" Type="http://schemas.openxmlformats.org/officeDocument/2006/relationships/image" Target="../media/image495.png"/><Relationship Id="rId5" Type="http://schemas.openxmlformats.org/officeDocument/2006/relationships/image" Target="../media/image494.png"/><Relationship Id="rId4" Type="http://schemas.openxmlformats.org/officeDocument/2006/relationships/image" Target="../media/image13.png"/></Relationships>
</file>

<file path=ppt/slides/_rels/slide12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99.png"/><Relationship Id="rId2" Type="http://schemas.openxmlformats.org/officeDocument/2006/relationships/image" Target="../media/image496.png"/><Relationship Id="rId1" Type="http://schemas.openxmlformats.org/officeDocument/2006/relationships/slideLayout" Target="../slideLayouts/slideLayout2.xml"/><Relationship Id="rId6" Type="http://schemas.openxmlformats.org/officeDocument/2006/relationships/image" Target="../media/image498.png"/><Relationship Id="rId5" Type="http://schemas.openxmlformats.org/officeDocument/2006/relationships/image" Target="../media/image497.png"/><Relationship Id="rId4" Type="http://schemas.openxmlformats.org/officeDocument/2006/relationships/image" Target="../media/image13.png"/></Relationships>
</file>

<file path=ppt/slides/_rels/slide12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503.png"/><Relationship Id="rId2" Type="http://schemas.openxmlformats.org/officeDocument/2006/relationships/image" Target="../media/image500.png"/><Relationship Id="rId1" Type="http://schemas.openxmlformats.org/officeDocument/2006/relationships/slideLayout" Target="../slideLayouts/slideLayout5.xml"/><Relationship Id="rId6" Type="http://schemas.openxmlformats.org/officeDocument/2006/relationships/image" Target="../media/image502.png"/><Relationship Id="rId5" Type="http://schemas.openxmlformats.org/officeDocument/2006/relationships/image" Target="../media/image501.png"/><Relationship Id="rId4" Type="http://schemas.openxmlformats.org/officeDocument/2006/relationships/image" Target="../media/image13.png"/></Relationships>
</file>

<file path=ppt/slides/_rels/slide12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506.png"/><Relationship Id="rId2" Type="http://schemas.openxmlformats.org/officeDocument/2006/relationships/image" Target="../media/image504.png"/><Relationship Id="rId1" Type="http://schemas.openxmlformats.org/officeDocument/2006/relationships/slideLayout" Target="../slideLayouts/slideLayout5.xml"/><Relationship Id="rId6" Type="http://schemas.openxmlformats.org/officeDocument/2006/relationships/image" Target="../media/image505.png"/><Relationship Id="rId5" Type="http://schemas.openxmlformats.org/officeDocument/2006/relationships/image" Target="../media/image501.png"/><Relationship Id="rId4" Type="http://schemas.openxmlformats.org/officeDocument/2006/relationships/image" Target="../media/image13.png"/></Relationships>
</file>

<file path=ppt/slides/_rels/slide125.xml.rels><?xml version="1.0" encoding="UTF-8" standalone="yes"?>
<Relationships xmlns="http://schemas.openxmlformats.org/package/2006/relationships"><Relationship Id="rId8" Type="http://schemas.openxmlformats.org/officeDocument/2006/relationships/image" Target="../media/image510.png"/><Relationship Id="rId3" Type="http://schemas.openxmlformats.org/officeDocument/2006/relationships/image" Target="../media/image8.png"/><Relationship Id="rId7" Type="http://schemas.openxmlformats.org/officeDocument/2006/relationships/image" Target="../media/image509.png"/><Relationship Id="rId2" Type="http://schemas.openxmlformats.org/officeDocument/2006/relationships/image" Target="../media/image507.png"/><Relationship Id="rId1" Type="http://schemas.openxmlformats.org/officeDocument/2006/relationships/slideLayout" Target="../slideLayouts/slideLayout2.xml"/><Relationship Id="rId6" Type="http://schemas.openxmlformats.org/officeDocument/2006/relationships/image" Target="../media/image508.png"/><Relationship Id="rId5" Type="http://schemas.openxmlformats.org/officeDocument/2006/relationships/image" Target="../media/image501.png"/><Relationship Id="rId4" Type="http://schemas.openxmlformats.org/officeDocument/2006/relationships/image" Target="../media/image13.png"/></Relationships>
</file>

<file path=ppt/slides/_rels/slide126.xml.rels><?xml version="1.0" encoding="UTF-8" standalone="yes"?>
<Relationships xmlns="http://schemas.openxmlformats.org/package/2006/relationships"><Relationship Id="rId8" Type="http://schemas.openxmlformats.org/officeDocument/2006/relationships/image" Target="../media/image514.png"/><Relationship Id="rId3" Type="http://schemas.openxmlformats.org/officeDocument/2006/relationships/image" Target="../media/image8.png"/><Relationship Id="rId7" Type="http://schemas.openxmlformats.org/officeDocument/2006/relationships/image" Target="../media/image513.png"/><Relationship Id="rId2" Type="http://schemas.openxmlformats.org/officeDocument/2006/relationships/image" Target="../media/image511.png"/><Relationship Id="rId1" Type="http://schemas.openxmlformats.org/officeDocument/2006/relationships/slideLayout" Target="../slideLayouts/slideLayout5.xml"/><Relationship Id="rId6" Type="http://schemas.openxmlformats.org/officeDocument/2006/relationships/image" Target="../media/image512.png"/><Relationship Id="rId5" Type="http://schemas.openxmlformats.org/officeDocument/2006/relationships/image" Target="../media/image482.png"/><Relationship Id="rId4" Type="http://schemas.openxmlformats.org/officeDocument/2006/relationships/image" Target="../media/image13.png"/></Relationships>
</file>

<file path=ppt/slides/_rels/slide127.xml.rels><?xml version="1.0" encoding="UTF-8" standalone="yes"?>
<Relationships xmlns="http://schemas.openxmlformats.org/package/2006/relationships"><Relationship Id="rId8" Type="http://schemas.openxmlformats.org/officeDocument/2006/relationships/image" Target="../media/image517.png"/><Relationship Id="rId3" Type="http://schemas.openxmlformats.org/officeDocument/2006/relationships/image" Target="../media/image8.png"/><Relationship Id="rId7" Type="http://schemas.openxmlformats.org/officeDocument/2006/relationships/image" Target="../media/image516.png"/><Relationship Id="rId2" Type="http://schemas.openxmlformats.org/officeDocument/2006/relationships/image" Target="../media/image515.png"/><Relationship Id="rId1" Type="http://schemas.openxmlformats.org/officeDocument/2006/relationships/slideLayout" Target="../slideLayouts/slideLayout5.xml"/><Relationship Id="rId6" Type="http://schemas.openxmlformats.org/officeDocument/2006/relationships/image" Target="../media/image512.png"/><Relationship Id="rId5" Type="http://schemas.openxmlformats.org/officeDocument/2006/relationships/image" Target="../media/image482.png"/><Relationship Id="rId4" Type="http://schemas.openxmlformats.org/officeDocument/2006/relationships/image" Target="../media/image13.png"/></Relationships>
</file>

<file path=ppt/slides/_rels/slide12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512.png"/><Relationship Id="rId2" Type="http://schemas.openxmlformats.org/officeDocument/2006/relationships/image" Target="../media/image518.png"/><Relationship Id="rId1" Type="http://schemas.openxmlformats.org/officeDocument/2006/relationships/slideLayout" Target="../slideLayouts/slideLayout5.xml"/><Relationship Id="rId6" Type="http://schemas.openxmlformats.org/officeDocument/2006/relationships/image" Target="../media/image482.png"/><Relationship Id="rId5" Type="http://schemas.openxmlformats.org/officeDocument/2006/relationships/image" Target="../media/image519.jpg"/><Relationship Id="rId4" Type="http://schemas.openxmlformats.org/officeDocument/2006/relationships/image" Target="../media/image13.png"/></Relationships>
</file>

<file path=ppt/slides/_rels/slide12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522.png"/><Relationship Id="rId2" Type="http://schemas.openxmlformats.org/officeDocument/2006/relationships/image" Target="../media/image520.png"/><Relationship Id="rId1" Type="http://schemas.openxmlformats.org/officeDocument/2006/relationships/slideLayout" Target="../slideLayouts/slideLayout5.xml"/><Relationship Id="rId6" Type="http://schemas.openxmlformats.org/officeDocument/2006/relationships/image" Target="../media/image521.jpg"/><Relationship Id="rId5" Type="http://schemas.openxmlformats.org/officeDocument/2006/relationships/image" Target="../media/image482.png"/><Relationship Id="rId4" Type="http://schemas.openxmlformats.org/officeDocument/2006/relationships/image" Target="../media/image13.png"/></Relationships>
</file>

<file path=ppt/slides/_rels/slide1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23.png"/><Relationship Id="rId1" Type="http://schemas.openxmlformats.org/officeDocument/2006/relationships/slideLayout" Target="../slideLayouts/slideLayout5.xml"/><Relationship Id="rId6" Type="http://schemas.openxmlformats.org/officeDocument/2006/relationships/image" Target="../media/image482.png"/><Relationship Id="rId5" Type="http://schemas.openxmlformats.org/officeDocument/2006/relationships/image" Target="../media/image524.jpg"/><Relationship Id="rId4" Type="http://schemas.openxmlformats.org/officeDocument/2006/relationships/image" Target="../media/image13.png"/></Relationships>
</file>

<file path=ppt/slides/_rels/slide131.xml.rels><?xml version="1.0" encoding="UTF-8" standalone="yes"?>
<Relationships xmlns="http://schemas.openxmlformats.org/package/2006/relationships"><Relationship Id="rId3" Type="http://schemas.openxmlformats.org/officeDocument/2006/relationships/image" Target="../media/image526.png"/><Relationship Id="rId2" Type="http://schemas.openxmlformats.org/officeDocument/2006/relationships/image" Target="../media/image525.png"/><Relationship Id="rId1" Type="http://schemas.openxmlformats.org/officeDocument/2006/relationships/slideLayout" Target="../slideLayouts/slideLayout5.xml"/><Relationship Id="rId6" Type="http://schemas.openxmlformats.org/officeDocument/2006/relationships/image" Target="../media/image529.png"/><Relationship Id="rId5" Type="http://schemas.openxmlformats.org/officeDocument/2006/relationships/image" Target="../media/image528.png"/><Relationship Id="rId4" Type="http://schemas.openxmlformats.org/officeDocument/2006/relationships/image" Target="../media/image527.jpg"/></Relationships>
</file>

<file path=ppt/slides/_rels/slide132.xml.rels><?xml version="1.0" encoding="UTF-8" standalone="yes"?>
<Relationships xmlns="http://schemas.openxmlformats.org/package/2006/relationships"><Relationship Id="rId3" Type="http://schemas.openxmlformats.org/officeDocument/2006/relationships/image" Target="../media/image531.png"/><Relationship Id="rId2" Type="http://schemas.openxmlformats.org/officeDocument/2006/relationships/image" Target="../media/image53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903460" cy="6858000"/>
            <a:chOff x="0" y="0"/>
            <a:chExt cx="9903460" cy="6858000"/>
          </a:xfrm>
        </p:grpSpPr>
        <p:pic>
          <p:nvPicPr>
            <p:cNvPr id="3" name="object 3"/>
            <p:cNvPicPr/>
            <p:nvPr/>
          </p:nvPicPr>
          <p:blipFill>
            <a:blip r:embed="rId2" cstate="print"/>
            <a:stretch>
              <a:fillRect/>
            </a:stretch>
          </p:blipFill>
          <p:spPr>
            <a:xfrm>
              <a:off x="0" y="0"/>
              <a:ext cx="9902952" cy="6858000"/>
            </a:xfrm>
            <a:prstGeom prst="rect">
              <a:avLst/>
            </a:prstGeom>
          </p:spPr>
        </p:pic>
        <p:sp>
          <p:nvSpPr>
            <p:cNvPr id="4" name="object 4"/>
            <p:cNvSpPr/>
            <p:nvPr/>
          </p:nvSpPr>
          <p:spPr>
            <a:xfrm>
              <a:off x="449580" y="449580"/>
              <a:ext cx="1282065" cy="198120"/>
            </a:xfrm>
            <a:custGeom>
              <a:avLst/>
              <a:gdLst/>
              <a:ahLst/>
              <a:cxnLst/>
              <a:rect l="l" t="t" r="r" b="b"/>
              <a:pathLst>
                <a:path w="1282064" h="198120">
                  <a:moveTo>
                    <a:pt x="48818" y="130556"/>
                  </a:moveTo>
                  <a:lnTo>
                    <a:pt x="0" y="130556"/>
                  </a:lnTo>
                  <a:lnTo>
                    <a:pt x="44" y="144982"/>
                  </a:lnTo>
                  <a:lnTo>
                    <a:pt x="5587" y="170366"/>
                  </a:lnTo>
                  <a:lnTo>
                    <a:pt x="20439" y="186785"/>
                  </a:lnTo>
                  <a:lnTo>
                    <a:pt x="41689" y="195536"/>
                  </a:lnTo>
                  <a:lnTo>
                    <a:pt x="66471" y="198120"/>
                  </a:lnTo>
                  <a:lnTo>
                    <a:pt x="89894" y="195871"/>
                  </a:lnTo>
                  <a:lnTo>
                    <a:pt x="109624" y="188610"/>
                  </a:lnTo>
                  <a:lnTo>
                    <a:pt x="123952" y="175563"/>
                  </a:lnTo>
                  <a:lnTo>
                    <a:pt x="127895" y="164846"/>
                  </a:lnTo>
                  <a:lnTo>
                    <a:pt x="55879" y="164846"/>
                  </a:lnTo>
                  <a:lnTo>
                    <a:pt x="49403" y="158369"/>
                  </a:lnTo>
                  <a:lnTo>
                    <a:pt x="49286" y="144780"/>
                  </a:lnTo>
                  <a:lnTo>
                    <a:pt x="48818" y="130556"/>
                  </a:lnTo>
                  <a:close/>
                </a:path>
                <a:path w="1282064" h="198120">
                  <a:moveTo>
                    <a:pt x="65874" y="0"/>
                  </a:moveTo>
                  <a:lnTo>
                    <a:pt x="23748" y="9429"/>
                  </a:lnTo>
                  <a:lnTo>
                    <a:pt x="2349" y="41529"/>
                  </a:lnTo>
                  <a:lnTo>
                    <a:pt x="584" y="49784"/>
                  </a:lnTo>
                  <a:lnTo>
                    <a:pt x="584" y="56896"/>
                  </a:lnTo>
                  <a:lnTo>
                    <a:pt x="2349" y="66421"/>
                  </a:lnTo>
                  <a:lnTo>
                    <a:pt x="17379" y="90144"/>
                  </a:lnTo>
                  <a:lnTo>
                    <a:pt x="43159" y="107711"/>
                  </a:lnTo>
                  <a:lnTo>
                    <a:pt x="69270" y="122731"/>
                  </a:lnTo>
                  <a:lnTo>
                    <a:pt x="85293" y="138811"/>
                  </a:lnTo>
                  <a:lnTo>
                    <a:pt x="87058" y="143002"/>
                  </a:lnTo>
                  <a:lnTo>
                    <a:pt x="86461" y="148844"/>
                  </a:lnTo>
                  <a:lnTo>
                    <a:pt x="85293" y="152400"/>
                  </a:lnTo>
                  <a:lnTo>
                    <a:pt x="84112" y="158369"/>
                  </a:lnTo>
                  <a:lnTo>
                    <a:pt x="79997" y="164846"/>
                  </a:lnTo>
                  <a:lnTo>
                    <a:pt x="127895" y="164846"/>
                  </a:lnTo>
                  <a:lnTo>
                    <a:pt x="131165" y="155956"/>
                  </a:lnTo>
                  <a:lnTo>
                    <a:pt x="132240" y="144982"/>
                  </a:lnTo>
                  <a:lnTo>
                    <a:pt x="132270" y="136175"/>
                  </a:lnTo>
                  <a:lnTo>
                    <a:pt x="131747" y="129702"/>
                  </a:lnTo>
                  <a:lnTo>
                    <a:pt x="131165" y="125730"/>
                  </a:lnTo>
                  <a:lnTo>
                    <a:pt x="115818" y="101016"/>
                  </a:lnTo>
                  <a:lnTo>
                    <a:pt x="89111" y="83185"/>
                  </a:lnTo>
                  <a:lnTo>
                    <a:pt x="62844" y="68687"/>
                  </a:lnTo>
                  <a:lnTo>
                    <a:pt x="48818" y="53975"/>
                  </a:lnTo>
                  <a:lnTo>
                    <a:pt x="47637" y="49784"/>
                  </a:lnTo>
                  <a:lnTo>
                    <a:pt x="48128" y="46862"/>
                  </a:lnTo>
                  <a:lnTo>
                    <a:pt x="48234" y="43942"/>
                  </a:lnTo>
                  <a:lnTo>
                    <a:pt x="49403" y="37973"/>
                  </a:lnTo>
                  <a:lnTo>
                    <a:pt x="53530" y="31496"/>
                  </a:lnTo>
                  <a:lnTo>
                    <a:pt x="124381" y="31496"/>
                  </a:lnTo>
                  <a:lnTo>
                    <a:pt x="122128" y="22502"/>
                  </a:lnTo>
                  <a:lnTo>
                    <a:pt x="106759" y="8286"/>
                  </a:lnTo>
                  <a:lnTo>
                    <a:pt x="86537" y="1643"/>
                  </a:lnTo>
                  <a:lnTo>
                    <a:pt x="65874" y="0"/>
                  </a:lnTo>
                  <a:close/>
                </a:path>
                <a:path w="1282064" h="198120">
                  <a:moveTo>
                    <a:pt x="124381" y="31496"/>
                  </a:moveTo>
                  <a:lnTo>
                    <a:pt x="75882" y="31496"/>
                  </a:lnTo>
                  <a:lnTo>
                    <a:pt x="82346" y="38608"/>
                  </a:lnTo>
                  <a:lnTo>
                    <a:pt x="82346" y="59944"/>
                  </a:lnTo>
                  <a:lnTo>
                    <a:pt x="128231" y="59944"/>
                  </a:lnTo>
                  <a:lnTo>
                    <a:pt x="128231" y="46862"/>
                  </a:lnTo>
                  <a:lnTo>
                    <a:pt x="124381" y="31496"/>
                  </a:lnTo>
                  <a:close/>
                </a:path>
                <a:path w="1282064" h="198120">
                  <a:moveTo>
                    <a:pt x="645248" y="129921"/>
                  </a:moveTo>
                  <a:lnTo>
                    <a:pt x="596430" y="129921"/>
                  </a:lnTo>
                  <a:lnTo>
                    <a:pt x="596516" y="144545"/>
                  </a:lnTo>
                  <a:lnTo>
                    <a:pt x="601926" y="169652"/>
                  </a:lnTo>
                  <a:lnTo>
                    <a:pt x="616575" y="185896"/>
                  </a:lnTo>
                  <a:lnTo>
                    <a:pt x="637620" y="194472"/>
                  </a:lnTo>
                  <a:lnTo>
                    <a:pt x="662305" y="196977"/>
                  </a:lnTo>
                  <a:lnTo>
                    <a:pt x="685643" y="194738"/>
                  </a:lnTo>
                  <a:lnTo>
                    <a:pt x="705177" y="187547"/>
                  </a:lnTo>
                  <a:lnTo>
                    <a:pt x="719304" y="174688"/>
                  </a:lnTo>
                  <a:lnTo>
                    <a:pt x="723136" y="164337"/>
                  </a:lnTo>
                  <a:lnTo>
                    <a:pt x="651725" y="164337"/>
                  </a:lnTo>
                  <a:lnTo>
                    <a:pt x="645248" y="157734"/>
                  </a:lnTo>
                  <a:lnTo>
                    <a:pt x="645248" y="129921"/>
                  </a:lnTo>
                  <a:close/>
                </a:path>
                <a:path w="1282064" h="198120">
                  <a:moveTo>
                    <a:pt x="661720" y="1143"/>
                  </a:moveTo>
                  <a:lnTo>
                    <a:pt x="619813" y="10271"/>
                  </a:lnTo>
                  <a:lnTo>
                    <a:pt x="598195" y="42164"/>
                  </a:lnTo>
                  <a:lnTo>
                    <a:pt x="597027" y="49784"/>
                  </a:lnTo>
                  <a:lnTo>
                    <a:pt x="597027" y="57531"/>
                  </a:lnTo>
                  <a:lnTo>
                    <a:pt x="598779" y="66421"/>
                  </a:lnTo>
                  <a:lnTo>
                    <a:pt x="613708" y="90044"/>
                  </a:lnTo>
                  <a:lnTo>
                    <a:pt x="639222" y="107394"/>
                  </a:lnTo>
                  <a:lnTo>
                    <a:pt x="664955" y="122195"/>
                  </a:lnTo>
                  <a:lnTo>
                    <a:pt x="680542" y="138175"/>
                  </a:lnTo>
                  <a:lnTo>
                    <a:pt x="682307" y="143002"/>
                  </a:lnTo>
                  <a:lnTo>
                    <a:pt x="681723" y="148336"/>
                  </a:lnTo>
                  <a:lnTo>
                    <a:pt x="681139" y="151892"/>
                  </a:lnTo>
                  <a:lnTo>
                    <a:pt x="679373" y="158369"/>
                  </a:lnTo>
                  <a:lnTo>
                    <a:pt x="675246" y="164337"/>
                  </a:lnTo>
                  <a:lnTo>
                    <a:pt x="723136" y="164337"/>
                  </a:lnTo>
                  <a:lnTo>
                    <a:pt x="726427" y="155448"/>
                  </a:lnTo>
                  <a:lnTo>
                    <a:pt x="727244" y="144545"/>
                  </a:lnTo>
                  <a:lnTo>
                    <a:pt x="727233" y="135858"/>
                  </a:lnTo>
                  <a:lnTo>
                    <a:pt x="710667" y="101070"/>
                  </a:lnTo>
                  <a:lnTo>
                    <a:pt x="658505" y="68768"/>
                  </a:lnTo>
                  <a:lnTo>
                    <a:pt x="644664" y="53975"/>
                  </a:lnTo>
                  <a:lnTo>
                    <a:pt x="643483" y="50419"/>
                  </a:lnTo>
                  <a:lnTo>
                    <a:pt x="644080" y="46862"/>
                  </a:lnTo>
                  <a:lnTo>
                    <a:pt x="644664" y="44450"/>
                  </a:lnTo>
                  <a:lnTo>
                    <a:pt x="645845" y="38608"/>
                  </a:lnTo>
                  <a:lnTo>
                    <a:pt x="649376" y="32004"/>
                  </a:lnTo>
                  <a:lnTo>
                    <a:pt x="719077" y="32004"/>
                  </a:lnTo>
                  <a:lnTo>
                    <a:pt x="716977" y="23485"/>
                  </a:lnTo>
                  <a:lnTo>
                    <a:pt x="702014" y="9413"/>
                  </a:lnTo>
                  <a:lnTo>
                    <a:pt x="682198" y="2795"/>
                  </a:lnTo>
                  <a:lnTo>
                    <a:pt x="661720" y="1143"/>
                  </a:lnTo>
                  <a:close/>
                </a:path>
                <a:path w="1282064" h="198120">
                  <a:moveTo>
                    <a:pt x="719077" y="32004"/>
                  </a:moveTo>
                  <a:lnTo>
                    <a:pt x="671728" y="32004"/>
                  </a:lnTo>
                  <a:lnTo>
                    <a:pt x="677608" y="39116"/>
                  </a:lnTo>
                  <a:lnTo>
                    <a:pt x="677608" y="60452"/>
                  </a:lnTo>
                  <a:lnTo>
                    <a:pt x="722896" y="60452"/>
                  </a:lnTo>
                  <a:lnTo>
                    <a:pt x="722896" y="47498"/>
                  </a:lnTo>
                  <a:lnTo>
                    <a:pt x="719077" y="32004"/>
                  </a:lnTo>
                  <a:close/>
                </a:path>
                <a:path w="1282064" h="198120">
                  <a:moveTo>
                    <a:pt x="1017524" y="5969"/>
                  </a:moveTo>
                  <a:lnTo>
                    <a:pt x="949325" y="5969"/>
                  </a:lnTo>
                  <a:lnTo>
                    <a:pt x="949325" y="189230"/>
                  </a:lnTo>
                  <a:lnTo>
                    <a:pt x="994663" y="189230"/>
                  </a:lnTo>
                  <a:lnTo>
                    <a:pt x="991743" y="35560"/>
                  </a:lnTo>
                  <a:lnTo>
                    <a:pt x="1026083" y="35560"/>
                  </a:lnTo>
                  <a:lnTo>
                    <a:pt x="1017524" y="5969"/>
                  </a:lnTo>
                  <a:close/>
                </a:path>
                <a:path w="1282064" h="198120">
                  <a:moveTo>
                    <a:pt x="1026083" y="35560"/>
                  </a:moveTo>
                  <a:lnTo>
                    <a:pt x="991743" y="35560"/>
                  </a:lnTo>
                  <a:lnTo>
                    <a:pt x="1038225" y="189230"/>
                  </a:lnTo>
                  <a:lnTo>
                    <a:pt x="1103503" y="189230"/>
                  </a:lnTo>
                  <a:lnTo>
                    <a:pt x="1103503" y="154812"/>
                  </a:lnTo>
                  <a:lnTo>
                    <a:pt x="1060577" y="154812"/>
                  </a:lnTo>
                  <a:lnTo>
                    <a:pt x="1026083" y="35560"/>
                  </a:lnTo>
                  <a:close/>
                </a:path>
                <a:path w="1282064" h="198120">
                  <a:moveTo>
                    <a:pt x="1103503" y="5969"/>
                  </a:moveTo>
                  <a:lnTo>
                    <a:pt x="1058164" y="5969"/>
                  </a:lnTo>
                  <a:lnTo>
                    <a:pt x="1060577" y="154812"/>
                  </a:lnTo>
                  <a:lnTo>
                    <a:pt x="1103503" y="154812"/>
                  </a:lnTo>
                  <a:lnTo>
                    <a:pt x="1103503" y="5969"/>
                  </a:lnTo>
                  <a:close/>
                </a:path>
                <a:path w="1282064" h="198120">
                  <a:moveTo>
                    <a:pt x="277634" y="5969"/>
                  </a:moveTo>
                  <a:lnTo>
                    <a:pt x="195872" y="5969"/>
                  </a:lnTo>
                  <a:lnTo>
                    <a:pt x="162344" y="191008"/>
                  </a:lnTo>
                  <a:lnTo>
                    <a:pt x="211747" y="191008"/>
                  </a:lnTo>
                  <a:lnTo>
                    <a:pt x="237045" y="19558"/>
                  </a:lnTo>
                  <a:lnTo>
                    <a:pt x="280096" y="19558"/>
                  </a:lnTo>
                  <a:lnTo>
                    <a:pt x="277634" y="5969"/>
                  </a:lnTo>
                  <a:close/>
                </a:path>
                <a:path w="1282064" h="198120">
                  <a:moveTo>
                    <a:pt x="280096" y="19558"/>
                  </a:moveTo>
                  <a:lnTo>
                    <a:pt x="237045" y="19558"/>
                  </a:lnTo>
                  <a:lnTo>
                    <a:pt x="262331" y="191008"/>
                  </a:lnTo>
                  <a:lnTo>
                    <a:pt x="311162" y="191008"/>
                  </a:lnTo>
                  <a:lnTo>
                    <a:pt x="280096" y="19558"/>
                  </a:lnTo>
                  <a:close/>
                </a:path>
                <a:path w="1282064" h="198120">
                  <a:moveTo>
                    <a:pt x="426440" y="5969"/>
                  </a:moveTo>
                  <a:lnTo>
                    <a:pt x="351739" y="5969"/>
                  </a:lnTo>
                  <a:lnTo>
                    <a:pt x="348208" y="191008"/>
                  </a:lnTo>
                  <a:lnTo>
                    <a:pt x="393509" y="191008"/>
                  </a:lnTo>
                  <a:lnTo>
                    <a:pt x="394677" y="19558"/>
                  </a:lnTo>
                  <a:lnTo>
                    <a:pt x="428651" y="19558"/>
                  </a:lnTo>
                  <a:lnTo>
                    <a:pt x="426440" y="5969"/>
                  </a:lnTo>
                  <a:close/>
                </a:path>
                <a:path w="1282064" h="198120">
                  <a:moveTo>
                    <a:pt x="428651" y="19558"/>
                  </a:moveTo>
                  <a:lnTo>
                    <a:pt x="394677" y="19558"/>
                  </a:lnTo>
                  <a:lnTo>
                    <a:pt x="426440" y="191008"/>
                  </a:lnTo>
                  <a:lnTo>
                    <a:pt x="472909" y="191008"/>
                  </a:lnTo>
                  <a:lnTo>
                    <a:pt x="480391" y="150622"/>
                  </a:lnTo>
                  <a:lnTo>
                    <a:pt x="449973" y="150622"/>
                  </a:lnTo>
                  <a:lnTo>
                    <a:pt x="428651" y="19558"/>
                  </a:lnTo>
                  <a:close/>
                </a:path>
                <a:path w="1282064" h="198120">
                  <a:moveTo>
                    <a:pt x="547913" y="19558"/>
                  </a:moveTo>
                  <a:lnTo>
                    <a:pt x="504672" y="19558"/>
                  </a:lnTo>
                  <a:lnTo>
                    <a:pt x="505853" y="191008"/>
                  </a:lnTo>
                  <a:lnTo>
                    <a:pt x="551726" y="191008"/>
                  </a:lnTo>
                  <a:lnTo>
                    <a:pt x="547913" y="19558"/>
                  </a:lnTo>
                  <a:close/>
                </a:path>
                <a:path w="1282064" h="198120">
                  <a:moveTo>
                    <a:pt x="547611" y="5969"/>
                  </a:moveTo>
                  <a:lnTo>
                    <a:pt x="472909" y="5969"/>
                  </a:lnTo>
                  <a:lnTo>
                    <a:pt x="449973" y="150622"/>
                  </a:lnTo>
                  <a:lnTo>
                    <a:pt x="480391" y="150622"/>
                  </a:lnTo>
                  <a:lnTo>
                    <a:pt x="504672" y="19558"/>
                  </a:lnTo>
                  <a:lnTo>
                    <a:pt x="547913" y="19558"/>
                  </a:lnTo>
                  <a:lnTo>
                    <a:pt x="547611" y="5969"/>
                  </a:lnTo>
                  <a:close/>
                </a:path>
                <a:path w="1282064" h="198120">
                  <a:moveTo>
                    <a:pt x="816419" y="5969"/>
                  </a:moveTo>
                  <a:lnTo>
                    <a:pt x="769950" y="5969"/>
                  </a:lnTo>
                  <a:lnTo>
                    <a:pt x="769950" y="148844"/>
                  </a:lnTo>
                  <a:lnTo>
                    <a:pt x="770534" y="150622"/>
                  </a:lnTo>
                  <a:lnTo>
                    <a:pt x="776987" y="172285"/>
                  </a:lnTo>
                  <a:lnTo>
                    <a:pt x="790822" y="186388"/>
                  </a:lnTo>
                  <a:lnTo>
                    <a:pt x="810382" y="194038"/>
                  </a:lnTo>
                  <a:lnTo>
                    <a:pt x="834008" y="196342"/>
                  </a:lnTo>
                  <a:lnTo>
                    <a:pt x="858031" y="194038"/>
                  </a:lnTo>
                  <a:lnTo>
                    <a:pt x="877792" y="186388"/>
                  </a:lnTo>
                  <a:lnTo>
                    <a:pt x="891694" y="172285"/>
                  </a:lnTo>
                  <a:lnTo>
                    <a:pt x="894438" y="163068"/>
                  </a:lnTo>
                  <a:lnTo>
                    <a:pt x="821689" y="163068"/>
                  </a:lnTo>
                  <a:lnTo>
                    <a:pt x="817600" y="154178"/>
                  </a:lnTo>
                  <a:lnTo>
                    <a:pt x="817003" y="150114"/>
                  </a:lnTo>
                  <a:lnTo>
                    <a:pt x="816419" y="147700"/>
                  </a:lnTo>
                  <a:lnTo>
                    <a:pt x="816419" y="5969"/>
                  </a:lnTo>
                  <a:close/>
                </a:path>
                <a:path w="1282064" h="198120">
                  <a:moveTo>
                    <a:pt x="898779" y="5969"/>
                  </a:moveTo>
                  <a:lnTo>
                    <a:pt x="852297" y="5969"/>
                  </a:lnTo>
                  <a:lnTo>
                    <a:pt x="852297" y="147700"/>
                  </a:lnTo>
                  <a:lnTo>
                    <a:pt x="851662" y="150114"/>
                  </a:lnTo>
                  <a:lnTo>
                    <a:pt x="851154" y="154178"/>
                  </a:lnTo>
                  <a:lnTo>
                    <a:pt x="846963" y="163068"/>
                  </a:lnTo>
                  <a:lnTo>
                    <a:pt x="894438" y="163068"/>
                  </a:lnTo>
                  <a:lnTo>
                    <a:pt x="898144" y="150622"/>
                  </a:lnTo>
                  <a:lnTo>
                    <a:pt x="898779" y="148844"/>
                  </a:lnTo>
                  <a:lnTo>
                    <a:pt x="898779" y="5969"/>
                  </a:lnTo>
                  <a:close/>
                </a:path>
                <a:path w="1282064" h="198120">
                  <a:moveTo>
                    <a:pt x="1216406" y="1143"/>
                  </a:moveTo>
                  <a:lnTo>
                    <a:pt x="1173718" y="11096"/>
                  </a:lnTo>
                  <a:lnTo>
                    <a:pt x="1152270" y="46862"/>
                  </a:lnTo>
                  <a:lnTo>
                    <a:pt x="1151636" y="49784"/>
                  </a:lnTo>
                  <a:lnTo>
                    <a:pt x="1151636" y="143002"/>
                  </a:lnTo>
                  <a:lnTo>
                    <a:pt x="1173289" y="184419"/>
                  </a:lnTo>
                  <a:lnTo>
                    <a:pt x="1216406" y="194564"/>
                  </a:lnTo>
                  <a:lnTo>
                    <a:pt x="1239972" y="192188"/>
                  </a:lnTo>
                  <a:lnTo>
                    <a:pt x="1259967" y="184419"/>
                  </a:lnTo>
                  <a:lnTo>
                    <a:pt x="1274341" y="170293"/>
                  </a:lnTo>
                  <a:lnTo>
                    <a:pt x="1277157" y="161290"/>
                  </a:lnTo>
                  <a:lnTo>
                    <a:pt x="1202817" y="161290"/>
                  </a:lnTo>
                  <a:lnTo>
                    <a:pt x="1198752" y="153035"/>
                  </a:lnTo>
                  <a:lnTo>
                    <a:pt x="1197609" y="147700"/>
                  </a:lnTo>
                  <a:lnTo>
                    <a:pt x="1197609" y="145923"/>
                  </a:lnTo>
                  <a:lnTo>
                    <a:pt x="1196975" y="143002"/>
                  </a:lnTo>
                  <a:lnTo>
                    <a:pt x="1197085" y="52832"/>
                  </a:lnTo>
                  <a:lnTo>
                    <a:pt x="1197609" y="50419"/>
                  </a:lnTo>
                  <a:lnTo>
                    <a:pt x="1198214" y="46862"/>
                  </a:lnTo>
                  <a:lnTo>
                    <a:pt x="1198752" y="43307"/>
                  </a:lnTo>
                  <a:lnTo>
                    <a:pt x="1202817" y="34417"/>
                  </a:lnTo>
                  <a:lnTo>
                    <a:pt x="1277121" y="34417"/>
                  </a:lnTo>
                  <a:lnTo>
                    <a:pt x="1274127" y="24931"/>
                  </a:lnTo>
                  <a:lnTo>
                    <a:pt x="1259776" y="10858"/>
                  </a:lnTo>
                  <a:lnTo>
                    <a:pt x="1239901" y="3357"/>
                  </a:lnTo>
                  <a:lnTo>
                    <a:pt x="1216406" y="1143"/>
                  </a:lnTo>
                  <a:close/>
                </a:path>
                <a:path w="1282064" h="198120">
                  <a:moveTo>
                    <a:pt x="1281683" y="87249"/>
                  </a:moveTo>
                  <a:lnTo>
                    <a:pt x="1217040" y="87249"/>
                  </a:lnTo>
                  <a:lnTo>
                    <a:pt x="1217040" y="113919"/>
                  </a:lnTo>
                  <a:lnTo>
                    <a:pt x="1235837" y="113919"/>
                  </a:lnTo>
                  <a:lnTo>
                    <a:pt x="1235837" y="145923"/>
                  </a:lnTo>
                  <a:lnTo>
                    <a:pt x="1235202" y="147700"/>
                  </a:lnTo>
                  <a:lnTo>
                    <a:pt x="1234567" y="153035"/>
                  </a:lnTo>
                  <a:lnTo>
                    <a:pt x="1229868" y="161290"/>
                  </a:lnTo>
                  <a:lnTo>
                    <a:pt x="1277157" y="161290"/>
                  </a:lnTo>
                  <a:lnTo>
                    <a:pt x="1281049" y="148844"/>
                  </a:lnTo>
                  <a:lnTo>
                    <a:pt x="1281683" y="143002"/>
                  </a:lnTo>
                  <a:lnTo>
                    <a:pt x="1281683" y="87249"/>
                  </a:lnTo>
                  <a:close/>
                </a:path>
                <a:path w="1282064" h="198120">
                  <a:moveTo>
                    <a:pt x="1277121" y="34417"/>
                  </a:moveTo>
                  <a:lnTo>
                    <a:pt x="1230502" y="34417"/>
                  </a:lnTo>
                  <a:lnTo>
                    <a:pt x="1234058" y="43942"/>
                  </a:lnTo>
                  <a:lnTo>
                    <a:pt x="1234567" y="47498"/>
                  </a:lnTo>
                  <a:lnTo>
                    <a:pt x="1235202" y="50419"/>
                  </a:lnTo>
                  <a:lnTo>
                    <a:pt x="1235202" y="65278"/>
                  </a:lnTo>
                  <a:lnTo>
                    <a:pt x="1281049" y="65278"/>
                  </a:lnTo>
                  <a:lnTo>
                    <a:pt x="1281049" y="58674"/>
                  </a:lnTo>
                  <a:lnTo>
                    <a:pt x="1281683" y="52832"/>
                  </a:lnTo>
                  <a:lnTo>
                    <a:pt x="1281049" y="46862"/>
                  </a:lnTo>
                  <a:lnTo>
                    <a:pt x="1277121" y="34417"/>
                  </a:lnTo>
                  <a:close/>
                </a:path>
              </a:pathLst>
            </a:custGeom>
            <a:solidFill>
              <a:srgbClr val="0923A4"/>
            </a:solidFill>
          </p:spPr>
          <p:txBody>
            <a:bodyPr wrap="square" lIns="0" tIns="0" rIns="0" bIns="0" rtlCol="0"/>
            <a:lstStyle/>
            <a:p>
              <a:endParaRPr/>
            </a:p>
          </p:txBody>
        </p:sp>
        <p:pic>
          <p:nvPicPr>
            <p:cNvPr id="5" name="object 5"/>
            <p:cNvPicPr/>
            <p:nvPr/>
          </p:nvPicPr>
          <p:blipFill>
            <a:blip r:embed="rId3" cstate="print"/>
            <a:stretch>
              <a:fillRect/>
            </a:stretch>
          </p:blipFill>
          <p:spPr>
            <a:xfrm>
              <a:off x="4265676" y="6141720"/>
              <a:ext cx="1371600" cy="449580"/>
            </a:xfrm>
            <a:prstGeom prst="rect">
              <a:avLst/>
            </a:prstGeom>
          </p:spPr>
        </p:pic>
        <p:pic>
          <p:nvPicPr>
            <p:cNvPr id="6" name="object 6"/>
            <p:cNvPicPr/>
            <p:nvPr/>
          </p:nvPicPr>
          <p:blipFill>
            <a:blip r:embed="rId4" cstate="print"/>
            <a:stretch>
              <a:fillRect/>
            </a:stretch>
          </p:blipFill>
          <p:spPr>
            <a:xfrm>
              <a:off x="729995" y="1865376"/>
              <a:ext cx="2815590" cy="2042922"/>
            </a:xfrm>
            <a:prstGeom prst="rect">
              <a:avLst/>
            </a:prstGeom>
          </p:spPr>
        </p:pic>
        <p:pic>
          <p:nvPicPr>
            <p:cNvPr id="7" name="object 7"/>
            <p:cNvPicPr/>
            <p:nvPr/>
          </p:nvPicPr>
          <p:blipFill>
            <a:blip r:embed="rId5" cstate="print"/>
            <a:stretch>
              <a:fillRect/>
            </a:stretch>
          </p:blipFill>
          <p:spPr>
            <a:xfrm>
              <a:off x="989075" y="4386046"/>
              <a:ext cx="3729990" cy="305587"/>
            </a:xfrm>
            <a:prstGeom prst="rect">
              <a:avLst/>
            </a:prstGeom>
          </p:spPr>
        </p:pic>
        <p:sp>
          <p:nvSpPr>
            <p:cNvPr id="8" name="object 8"/>
            <p:cNvSpPr/>
            <p:nvPr/>
          </p:nvSpPr>
          <p:spPr>
            <a:xfrm>
              <a:off x="723900" y="4319015"/>
              <a:ext cx="55244" cy="361315"/>
            </a:xfrm>
            <a:custGeom>
              <a:avLst/>
              <a:gdLst/>
              <a:ahLst/>
              <a:cxnLst/>
              <a:rect l="l" t="t" r="r" b="b"/>
              <a:pathLst>
                <a:path w="55245" h="361314">
                  <a:moveTo>
                    <a:pt x="54864" y="0"/>
                  </a:moveTo>
                  <a:lnTo>
                    <a:pt x="0" y="0"/>
                  </a:lnTo>
                  <a:lnTo>
                    <a:pt x="0" y="361187"/>
                  </a:lnTo>
                  <a:lnTo>
                    <a:pt x="54864" y="361187"/>
                  </a:lnTo>
                  <a:lnTo>
                    <a:pt x="54864" y="0"/>
                  </a:lnTo>
                  <a:close/>
                </a:path>
              </a:pathLst>
            </a:custGeom>
            <a:solidFill>
              <a:srgbClr val="13289F"/>
            </a:solidFill>
          </p:spPr>
          <p:txBody>
            <a:bodyPr wrap="square" lIns="0" tIns="0" rIns="0" bIns="0" rtlCol="0"/>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2951" cy="2997319"/>
          </a:xfrm>
          <a:prstGeom prst="rect">
            <a:avLst/>
          </a:prstGeom>
        </p:spPr>
      </p:pic>
      <p:sp>
        <p:nvSpPr>
          <p:cNvPr id="3" name="object 3"/>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pic>
        <p:nvPicPr>
          <p:cNvPr id="4" name="object 4"/>
          <p:cNvPicPr/>
          <p:nvPr/>
        </p:nvPicPr>
        <p:blipFill>
          <a:blip r:embed="rId3" cstate="print"/>
          <a:stretch>
            <a:fillRect/>
          </a:stretch>
        </p:blipFill>
        <p:spPr>
          <a:xfrm>
            <a:off x="9406212" y="6524434"/>
            <a:ext cx="37253" cy="90487"/>
          </a:xfrm>
          <a:prstGeom prst="rect">
            <a:avLst/>
          </a:prstGeom>
        </p:spPr>
      </p:pic>
      <p:pic>
        <p:nvPicPr>
          <p:cNvPr id="5" name="object 5"/>
          <p:cNvPicPr/>
          <p:nvPr/>
        </p:nvPicPr>
        <p:blipFill>
          <a:blip r:embed="rId4" cstate="print"/>
          <a:stretch>
            <a:fillRect/>
          </a:stretch>
        </p:blipFill>
        <p:spPr>
          <a:xfrm>
            <a:off x="454151" y="6527292"/>
            <a:ext cx="1794510" cy="142494"/>
          </a:xfrm>
          <a:prstGeom prst="rect">
            <a:avLst/>
          </a:prstGeom>
        </p:spPr>
      </p:pic>
      <p:pic>
        <p:nvPicPr>
          <p:cNvPr id="6" name="object 6"/>
          <p:cNvPicPr/>
          <p:nvPr/>
        </p:nvPicPr>
        <p:blipFill>
          <a:blip r:embed="rId5" cstate="print"/>
          <a:stretch>
            <a:fillRect/>
          </a:stretch>
        </p:blipFill>
        <p:spPr>
          <a:xfrm>
            <a:off x="989075" y="2679192"/>
            <a:ext cx="7907274" cy="1369313"/>
          </a:xfrm>
          <a:prstGeom prst="rect">
            <a:avLst/>
          </a:prstGeom>
        </p:spPr>
      </p:pic>
      <p:pic>
        <p:nvPicPr>
          <p:cNvPr id="7" name="object 7"/>
          <p:cNvPicPr/>
          <p:nvPr/>
        </p:nvPicPr>
        <p:blipFill>
          <a:blip r:embed="rId6" cstate="print"/>
          <a:stretch>
            <a:fillRect/>
          </a:stretch>
        </p:blipFill>
        <p:spPr>
          <a:xfrm>
            <a:off x="998219" y="2125967"/>
            <a:ext cx="1128521" cy="252234"/>
          </a:xfrm>
          <a:prstGeom prst="rect">
            <a:avLst/>
          </a:prstGeom>
        </p:spPr>
      </p:pic>
      <p:sp>
        <p:nvSpPr>
          <p:cNvPr id="8" name="object 8"/>
          <p:cNvSpPr/>
          <p:nvPr/>
        </p:nvSpPr>
        <p:spPr>
          <a:xfrm>
            <a:off x="719327" y="2095500"/>
            <a:ext cx="60960" cy="2016760"/>
          </a:xfrm>
          <a:custGeom>
            <a:avLst/>
            <a:gdLst/>
            <a:ahLst/>
            <a:cxnLst/>
            <a:rect l="l" t="t" r="r" b="b"/>
            <a:pathLst>
              <a:path w="60959" h="2016760">
                <a:moveTo>
                  <a:pt x="60959" y="0"/>
                </a:moveTo>
                <a:lnTo>
                  <a:pt x="0" y="0"/>
                </a:lnTo>
                <a:lnTo>
                  <a:pt x="0" y="2016252"/>
                </a:lnTo>
                <a:lnTo>
                  <a:pt x="60959" y="2016252"/>
                </a:lnTo>
                <a:lnTo>
                  <a:pt x="60959" y="0"/>
                </a:lnTo>
                <a:close/>
              </a:path>
            </a:pathLst>
          </a:custGeom>
          <a:solidFill>
            <a:srgbClr val="13289F"/>
          </a:solidFill>
        </p:spPr>
        <p:txBody>
          <a:bodyPr wrap="square" lIns="0" tIns="0" rIns="0" bIns="0" rtlCol="0"/>
          <a:lstStyle/>
          <a:p>
            <a:endParaRPr/>
          </a:p>
        </p:txBody>
      </p:sp>
      <p:pic>
        <p:nvPicPr>
          <p:cNvPr id="9" name="object 9"/>
          <p:cNvPicPr/>
          <p:nvPr/>
        </p:nvPicPr>
        <p:blipFill>
          <a:blip r:embed="rId7" cstate="print"/>
          <a:stretch>
            <a:fillRect/>
          </a:stretch>
        </p:blipFill>
        <p:spPr>
          <a:xfrm>
            <a:off x="989075" y="4421098"/>
            <a:ext cx="3271266" cy="269011"/>
          </a:xfrm>
          <a:prstGeom prst="rect">
            <a:avLst/>
          </a:prstGeom>
        </p:spPr>
      </p:pic>
      <p:sp>
        <p:nvSpPr>
          <p:cNvPr id="10" name="object 10"/>
          <p:cNvSpPr/>
          <p:nvPr/>
        </p:nvSpPr>
        <p:spPr>
          <a:xfrm>
            <a:off x="719327" y="4364735"/>
            <a:ext cx="60960" cy="323215"/>
          </a:xfrm>
          <a:custGeom>
            <a:avLst/>
            <a:gdLst/>
            <a:ahLst/>
            <a:cxnLst/>
            <a:rect l="l" t="t" r="r" b="b"/>
            <a:pathLst>
              <a:path w="60959" h="323214">
                <a:moveTo>
                  <a:pt x="60959" y="0"/>
                </a:moveTo>
                <a:lnTo>
                  <a:pt x="0" y="0"/>
                </a:lnTo>
                <a:lnTo>
                  <a:pt x="0" y="323088"/>
                </a:lnTo>
                <a:lnTo>
                  <a:pt x="60959" y="323088"/>
                </a:lnTo>
                <a:lnTo>
                  <a:pt x="60959" y="0"/>
                </a:lnTo>
                <a:close/>
              </a:path>
            </a:pathLst>
          </a:custGeom>
          <a:solidFill>
            <a:srgbClr val="13289F"/>
          </a:solid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pic>
        <p:nvPicPr>
          <p:cNvPr id="3" name="object 3"/>
          <p:cNvPicPr/>
          <p:nvPr/>
        </p:nvPicPr>
        <p:blipFill>
          <a:blip r:embed="rId2" cstate="print"/>
          <a:stretch>
            <a:fillRect/>
          </a:stretch>
        </p:blipFill>
        <p:spPr>
          <a:xfrm>
            <a:off x="9406212" y="6524434"/>
            <a:ext cx="37253" cy="90487"/>
          </a:xfrm>
          <a:prstGeom prst="rect">
            <a:avLst/>
          </a:prstGeom>
        </p:spPr>
      </p:pic>
      <p:pic>
        <p:nvPicPr>
          <p:cNvPr id="4" name="object 4"/>
          <p:cNvPicPr/>
          <p:nvPr/>
        </p:nvPicPr>
        <p:blipFill>
          <a:blip r:embed="rId3" cstate="print"/>
          <a:stretch>
            <a:fillRect/>
          </a:stretch>
        </p:blipFill>
        <p:spPr>
          <a:xfrm>
            <a:off x="454151" y="6527292"/>
            <a:ext cx="1794510" cy="142494"/>
          </a:xfrm>
          <a:prstGeom prst="rect">
            <a:avLst/>
          </a:prstGeom>
        </p:spPr>
      </p:pic>
      <p:pic>
        <p:nvPicPr>
          <p:cNvPr id="5" name="object 5"/>
          <p:cNvPicPr/>
          <p:nvPr/>
        </p:nvPicPr>
        <p:blipFill>
          <a:blip r:embed="rId4" cstate="print"/>
          <a:stretch>
            <a:fillRect/>
          </a:stretch>
        </p:blipFill>
        <p:spPr>
          <a:xfrm>
            <a:off x="7147559" y="6521195"/>
            <a:ext cx="2045970" cy="118110"/>
          </a:xfrm>
          <a:prstGeom prst="rect">
            <a:avLst/>
          </a:prstGeom>
        </p:spPr>
      </p:pic>
      <p:grpSp>
        <p:nvGrpSpPr>
          <p:cNvPr id="6" name="object 6"/>
          <p:cNvGrpSpPr/>
          <p:nvPr/>
        </p:nvGrpSpPr>
        <p:grpSpPr>
          <a:xfrm>
            <a:off x="702563" y="1609344"/>
            <a:ext cx="8648700" cy="2024380"/>
            <a:chOff x="702563" y="1609344"/>
            <a:chExt cx="8648700" cy="2024380"/>
          </a:xfrm>
        </p:grpSpPr>
        <p:sp>
          <p:nvSpPr>
            <p:cNvPr id="7" name="object 7"/>
            <p:cNvSpPr/>
            <p:nvPr/>
          </p:nvSpPr>
          <p:spPr>
            <a:xfrm>
              <a:off x="712469" y="1619250"/>
              <a:ext cx="8629015" cy="2004060"/>
            </a:xfrm>
            <a:custGeom>
              <a:avLst/>
              <a:gdLst/>
              <a:ahLst/>
              <a:cxnLst/>
              <a:rect l="l" t="t" r="r" b="b"/>
              <a:pathLst>
                <a:path w="8629015" h="2004060">
                  <a:moveTo>
                    <a:pt x="0" y="2004060"/>
                  </a:moveTo>
                  <a:lnTo>
                    <a:pt x="8628888" y="2004060"/>
                  </a:lnTo>
                  <a:lnTo>
                    <a:pt x="8628888" y="0"/>
                  </a:lnTo>
                  <a:lnTo>
                    <a:pt x="0" y="0"/>
                  </a:lnTo>
                  <a:lnTo>
                    <a:pt x="0" y="2004060"/>
                  </a:lnTo>
                  <a:close/>
                </a:path>
              </a:pathLst>
            </a:custGeom>
            <a:ln w="19811">
              <a:solidFill>
                <a:srgbClr val="F1F1F1"/>
              </a:solidFill>
            </a:ln>
          </p:spPr>
          <p:txBody>
            <a:bodyPr wrap="square" lIns="0" tIns="0" rIns="0" bIns="0" rtlCol="0"/>
            <a:lstStyle/>
            <a:p>
              <a:endParaRPr/>
            </a:p>
          </p:txBody>
        </p:sp>
        <p:pic>
          <p:nvPicPr>
            <p:cNvPr id="8" name="object 8"/>
            <p:cNvPicPr/>
            <p:nvPr/>
          </p:nvPicPr>
          <p:blipFill>
            <a:blip r:embed="rId5" cstate="print"/>
            <a:stretch>
              <a:fillRect/>
            </a:stretch>
          </p:blipFill>
          <p:spPr>
            <a:xfrm>
              <a:off x="862584" y="1796796"/>
              <a:ext cx="5566410" cy="1658874"/>
            </a:xfrm>
            <a:prstGeom prst="rect">
              <a:avLst/>
            </a:prstGeom>
          </p:spPr>
        </p:pic>
      </p:grpSp>
      <p:pic>
        <p:nvPicPr>
          <p:cNvPr id="9" name="object 9"/>
          <p:cNvPicPr/>
          <p:nvPr/>
        </p:nvPicPr>
        <p:blipFill>
          <a:blip r:embed="rId6" cstate="print"/>
          <a:stretch>
            <a:fillRect/>
          </a:stretch>
        </p:blipFill>
        <p:spPr>
          <a:xfrm>
            <a:off x="714755" y="1335024"/>
            <a:ext cx="1448562" cy="180594"/>
          </a:xfrm>
          <a:prstGeom prst="rect">
            <a:avLst/>
          </a:prstGeom>
        </p:spPr>
      </p:pic>
      <p:grpSp>
        <p:nvGrpSpPr>
          <p:cNvPr id="10" name="object 10"/>
          <p:cNvGrpSpPr/>
          <p:nvPr/>
        </p:nvGrpSpPr>
        <p:grpSpPr>
          <a:xfrm>
            <a:off x="403859" y="1249680"/>
            <a:ext cx="291465" cy="311150"/>
            <a:chOff x="403859" y="1249680"/>
            <a:chExt cx="291465" cy="311150"/>
          </a:xfrm>
        </p:grpSpPr>
        <p:pic>
          <p:nvPicPr>
            <p:cNvPr id="11" name="object 11"/>
            <p:cNvPicPr/>
            <p:nvPr/>
          </p:nvPicPr>
          <p:blipFill>
            <a:blip r:embed="rId7" cstate="print"/>
            <a:stretch>
              <a:fillRect/>
            </a:stretch>
          </p:blipFill>
          <p:spPr>
            <a:xfrm>
              <a:off x="441959" y="1287780"/>
              <a:ext cx="214884" cy="234664"/>
            </a:xfrm>
            <a:prstGeom prst="rect">
              <a:avLst/>
            </a:prstGeom>
          </p:spPr>
        </p:pic>
        <p:sp>
          <p:nvSpPr>
            <p:cNvPr id="12" name="object 12"/>
            <p:cNvSpPr/>
            <p:nvPr/>
          </p:nvSpPr>
          <p:spPr>
            <a:xfrm>
              <a:off x="441959" y="1287780"/>
              <a:ext cx="215265" cy="234950"/>
            </a:xfrm>
            <a:custGeom>
              <a:avLst/>
              <a:gdLst/>
              <a:ahLst/>
              <a:cxnLst/>
              <a:rect l="l" t="t" r="r" b="b"/>
              <a:pathLst>
                <a:path w="215265" h="234950">
                  <a:moveTo>
                    <a:pt x="0" y="82550"/>
                  </a:moveTo>
                  <a:lnTo>
                    <a:pt x="23990" y="40512"/>
                  </a:lnTo>
                  <a:lnTo>
                    <a:pt x="83451" y="5715"/>
                  </a:lnTo>
                  <a:lnTo>
                    <a:pt x="107442" y="0"/>
                  </a:lnTo>
                  <a:lnTo>
                    <a:pt x="120224" y="1428"/>
                  </a:lnTo>
                  <a:lnTo>
                    <a:pt x="190893" y="40512"/>
                  </a:lnTo>
                  <a:lnTo>
                    <a:pt x="214884" y="82550"/>
                  </a:lnTo>
                  <a:lnTo>
                    <a:pt x="214884" y="152146"/>
                  </a:lnTo>
                  <a:lnTo>
                    <a:pt x="190893" y="194183"/>
                  </a:lnTo>
                  <a:lnTo>
                    <a:pt x="131432" y="228854"/>
                  </a:lnTo>
                  <a:lnTo>
                    <a:pt x="107442" y="234664"/>
                  </a:lnTo>
                  <a:lnTo>
                    <a:pt x="94659" y="233211"/>
                  </a:lnTo>
                  <a:lnTo>
                    <a:pt x="23990" y="194183"/>
                  </a:lnTo>
                  <a:lnTo>
                    <a:pt x="0" y="152146"/>
                  </a:lnTo>
                  <a:lnTo>
                    <a:pt x="0" y="82550"/>
                  </a:lnTo>
                  <a:close/>
                </a:path>
              </a:pathLst>
            </a:custGeom>
            <a:ln w="76200">
              <a:solidFill>
                <a:srgbClr val="FFFFFF"/>
              </a:solidFill>
            </a:ln>
          </p:spPr>
          <p:txBody>
            <a:bodyPr wrap="square" lIns="0" tIns="0" rIns="0" bIns="0" rtlCol="0"/>
            <a:lstStyle/>
            <a:p>
              <a:endParaRPr/>
            </a:p>
          </p:txBody>
        </p:sp>
      </p:grpSp>
      <p:pic>
        <p:nvPicPr>
          <p:cNvPr id="13" name="object 13"/>
          <p:cNvPicPr/>
          <p:nvPr/>
        </p:nvPicPr>
        <p:blipFill>
          <a:blip r:embed="rId8" cstate="print"/>
          <a:stretch>
            <a:fillRect/>
          </a:stretch>
        </p:blipFill>
        <p:spPr>
          <a:xfrm>
            <a:off x="723900" y="3860291"/>
            <a:ext cx="1340358" cy="179069"/>
          </a:xfrm>
          <a:prstGeom prst="rect">
            <a:avLst/>
          </a:prstGeom>
        </p:spPr>
      </p:pic>
      <p:grpSp>
        <p:nvGrpSpPr>
          <p:cNvPr id="14" name="object 14"/>
          <p:cNvGrpSpPr/>
          <p:nvPr/>
        </p:nvGrpSpPr>
        <p:grpSpPr>
          <a:xfrm>
            <a:off x="411480" y="3774947"/>
            <a:ext cx="8940165" cy="1464945"/>
            <a:chOff x="411480" y="3774947"/>
            <a:chExt cx="8940165" cy="1464945"/>
          </a:xfrm>
        </p:grpSpPr>
        <p:pic>
          <p:nvPicPr>
            <p:cNvPr id="15" name="object 15"/>
            <p:cNvPicPr/>
            <p:nvPr/>
          </p:nvPicPr>
          <p:blipFill>
            <a:blip r:embed="rId9" cstate="print"/>
            <a:stretch>
              <a:fillRect/>
            </a:stretch>
          </p:blipFill>
          <p:spPr>
            <a:xfrm>
              <a:off x="449580" y="3813047"/>
              <a:ext cx="216408" cy="233172"/>
            </a:xfrm>
            <a:prstGeom prst="rect">
              <a:avLst/>
            </a:prstGeom>
          </p:spPr>
        </p:pic>
        <p:sp>
          <p:nvSpPr>
            <p:cNvPr id="16" name="object 16"/>
            <p:cNvSpPr/>
            <p:nvPr/>
          </p:nvSpPr>
          <p:spPr>
            <a:xfrm>
              <a:off x="449580" y="3813047"/>
              <a:ext cx="216535" cy="233679"/>
            </a:xfrm>
            <a:custGeom>
              <a:avLst/>
              <a:gdLst/>
              <a:ahLst/>
              <a:cxnLst/>
              <a:rect l="l" t="t" r="r" b="b"/>
              <a:pathLst>
                <a:path w="216534" h="233679">
                  <a:moveTo>
                    <a:pt x="0" y="82041"/>
                  </a:moveTo>
                  <a:lnTo>
                    <a:pt x="24168" y="40258"/>
                  </a:lnTo>
                  <a:lnTo>
                    <a:pt x="84048" y="5714"/>
                  </a:lnTo>
                  <a:lnTo>
                    <a:pt x="108204" y="0"/>
                  </a:lnTo>
                  <a:lnTo>
                    <a:pt x="121074" y="1428"/>
                  </a:lnTo>
                  <a:lnTo>
                    <a:pt x="192239" y="40258"/>
                  </a:lnTo>
                  <a:lnTo>
                    <a:pt x="216408" y="82041"/>
                  </a:lnTo>
                  <a:lnTo>
                    <a:pt x="216408" y="151129"/>
                  </a:lnTo>
                  <a:lnTo>
                    <a:pt x="192239" y="192912"/>
                  </a:lnTo>
                  <a:lnTo>
                    <a:pt x="132359" y="227456"/>
                  </a:lnTo>
                  <a:lnTo>
                    <a:pt x="108204" y="233172"/>
                  </a:lnTo>
                  <a:lnTo>
                    <a:pt x="95333" y="231743"/>
                  </a:lnTo>
                  <a:lnTo>
                    <a:pt x="24168" y="192912"/>
                  </a:lnTo>
                  <a:lnTo>
                    <a:pt x="0" y="151129"/>
                  </a:lnTo>
                  <a:lnTo>
                    <a:pt x="0" y="82041"/>
                  </a:lnTo>
                  <a:close/>
                </a:path>
              </a:pathLst>
            </a:custGeom>
            <a:ln w="76199">
              <a:solidFill>
                <a:srgbClr val="FFFFFF"/>
              </a:solidFill>
            </a:ln>
          </p:spPr>
          <p:txBody>
            <a:bodyPr wrap="square" lIns="0" tIns="0" rIns="0" bIns="0" rtlCol="0"/>
            <a:lstStyle/>
            <a:p>
              <a:endParaRPr/>
            </a:p>
          </p:txBody>
        </p:sp>
        <p:sp>
          <p:nvSpPr>
            <p:cNvPr id="17" name="object 17"/>
            <p:cNvSpPr/>
            <p:nvPr/>
          </p:nvSpPr>
          <p:spPr>
            <a:xfrm>
              <a:off x="712470" y="4118609"/>
              <a:ext cx="8629015" cy="1111250"/>
            </a:xfrm>
            <a:custGeom>
              <a:avLst/>
              <a:gdLst/>
              <a:ahLst/>
              <a:cxnLst/>
              <a:rect l="l" t="t" r="r" b="b"/>
              <a:pathLst>
                <a:path w="8629015" h="1111250">
                  <a:moveTo>
                    <a:pt x="0" y="1110995"/>
                  </a:moveTo>
                  <a:lnTo>
                    <a:pt x="8628888" y="1110995"/>
                  </a:lnTo>
                  <a:lnTo>
                    <a:pt x="8628888" y="0"/>
                  </a:lnTo>
                  <a:lnTo>
                    <a:pt x="0" y="0"/>
                  </a:lnTo>
                  <a:lnTo>
                    <a:pt x="0" y="1110995"/>
                  </a:lnTo>
                  <a:close/>
                </a:path>
              </a:pathLst>
            </a:custGeom>
            <a:ln w="19812">
              <a:solidFill>
                <a:srgbClr val="F1F1F1"/>
              </a:solidFill>
            </a:ln>
          </p:spPr>
          <p:txBody>
            <a:bodyPr wrap="square" lIns="0" tIns="0" rIns="0" bIns="0" rtlCol="0"/>
            <a:lstStyle/>
            <a:p>
              <a:endParaRPr/>
            </a:p>
          </p:txBody>
        </p:sp>
        <p:pic>
          <p:nvPicPr>
            <p:cNvPr id="18" name="object 18"/>
            <p:cNvPicPr/>
            <p:nvPr/>
          </p:nvPicPr>
          <p:blipFill>
            <a:blip r:embed="rId10" cstate="print"/>
            <a:stretch>
              <a:fillRect/>
            </a:stretch>
          </p:blipFill>
          <p:spPr>
            <a:xfrm>
              <a:off x="867147" y="4294631"/>
              <a:ext cx="4271018" cy="759713"/>
            </a:xfrm>
            <a:prstGeom prst="rect">
              <a:avLst/>
            </a:prstGeom>
          </p:spPr>
        </p:pic>
      </p:grpSp>
      <p:sp>
        <p:nvSpPr>
          <p:cNvPr id="19" name="object 19"/>
          <p:cNvSpPr txBox="1">
            <a:spLocks noGrp="1"/>
          </p:cNvSpPr>
          <p:nvPr>
            <p:ph type="title"/>
          </p:nvPr>
        </p:nvSpPr>
        <p:spPr>
          <a:xfrm>
            <a:off x="437184" y="430784"/>
            <a:ext cx="270383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02E8E"/>
                </a:solidFill>
              </a:rPr>
              <a:t>Chapter</a:t>
            </a:r>
            <a:r>
              <a:rPr sz="2400" spc="-70" dirty="0">
                <a:solidFill>
                  <a:srgbClr val="002E8E"/>
                </a:solidFill>
              </a:rPr>
              <a:t> </a:t>
            </a:r>
            <a:r>
              <a:rPr sz="2400" spc="-5" dirty="0">
                <a:solidFill>
                  <a:srgbClr val="002E8E"/>
                </a:solidFill>
              </a:rPr>
              <a:t>Description</a:t>
            </a:r>
            <a:endParaRPr sz="2400"/>
          </a:p>
        </p:txBody>
      </p:sp>
      <p:sp>
        <p:nvSpPr>
          <p:cNvPr id="20" name="object 20"/>
          <p:cNvSpPr/>
          <p:nvPr/>
        </p:nvSpPr>
        <p:spPr>
          <a:xfrm>
            <a:off x="3616452" y="630936"/>
            <a:ext cx="5833110" cy="0"/>
          </a:xfrm>
          <a:custGeom>
            <a:avLst/>
            <a:gdLst/>
            <a:ahLst/>
            <a:cxnLst/>
            <a:rect l="l" t="t" r="r" b="b"/>
            <a:pathLst>
              <a:path w="5833109">
                <a:moveTo>
                  <a:pt x="0" y="0"/>
                </a:moveTo>
                <a:lnTo>
                  <a:pt x="5832602" y="0"/>
                </a:lnTo>
              </a:path>
            </a:pathLst>
          </a:custGeom>
          <a:ln w="12192">
            <a:solidFill>
              <a:srgbClr val="13289F"/>
            </a:solidFill>
          </a:ln>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2951" cy="2997319"/>
          </a:xfrm>
          <a:prstGeom prst="rect">
            <a:avLst/>
          </a:prstGeom>
        </p:spPr>
      </p:pic>
      <p:sp>
        <p:nvSpPr>
          <p:cNvPr id="3" name="object 3"/>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pic>
        <p:nvPicPr>
          <p:cNvPr id="4" name="object 4"/>
          <p:cNvPicPr/>
          <p:nvPr/>
        </p:nvPicPr>
        <p:blipFill>
          <a:blip r:embed="rId3" cstate="print"/>
          <a:stretch>
            <a:fillRect/>
          </a:stretch>
        </p:blipFill>
        <p:spPr>
          <a:xfrm>
            <a:off x="9407728" y="6524434"/>
            <a:ext cx="41833" cy="90487"/>
          </a:xfrm>
          <a:prstGeom prst="rect">
            <a:avLst/>
          </a:prstGeom>
        </p:spPr>
      </p:pic>
      <p:pic>
        <p:nvPicPr>
          <p:cNvPr id="5" name="object 5"/>
          <p:cNvPicPr/>
          <p:nvPr/>
        </p:nvPicPr>
        <p:blipFill>
          <a:blip r:embed="rId4" cstate="print"/>
          <a:stretch>
            <a:fillRect/>
          </a:stretch>
        </p:blipFill>
        <p:spPr>
          <a:xfrm>
            <a:off x="454151" y="6527292"/>
            <a:ext cx="1794510" cy="142494"/>
          </a:xfrm>
          <a:prstGeom prst="rect">
            <a:avLst/>
          </a:prstGeom>
        </p:spPr>
      </p:pic>
      <p:pic>
        <p:nvPicPr>
          <p:cNvPr id="6" name="object 6"/>
          <p:cNvPicPr/>
          <p:nvPr/>
        </p:nvPicPr>
        <p:blipFill>
          <a:blip r:embed="rId5" cstate="print"/>
          <a:stretch>
            <a:fillRect/>
          </a:stretch>
        </p:blipFill>
        <p:spPr>
          <a:xfrm>
            <a:off x="7147559" y="6521195"/>
            <a:ext cx="2045970" cy="118110"/>
          </a:xfrm>
          <a:prstGeom prst="rect">
            <a:avLst/>
          </a:prstGeom>
        </p:spPr>
      </p:pic>
      <p:pic>
        <p:nvPicPr>
          <p:cNvPr id="7" name="object 7"/>
          <p:cNvPicPr/>
          <p:nvPr/>
        </p:nvPicPr>
        <p:blipFill>
          <a:blip r:embed="rId6" cstate="print"/>
          <a:stretch>
            <a:fillRect/>
          </a:stretch>
        </p:blipFill>
        <p:spPr>
          <a:xfrm>
            <a:off x="1008888" y="3224771"/>
            <a:ext cx="4007358" cy="311670"/>
          </a:xfrm>
          <a:prstGeom prst="rect">
            <a:avLst/>
          </a:prstGeom>
        </p:spPr>
      </p:pic>
      <p:pic>
        <p:nvPicPr>
          <p:cNvPr id="8" name="object 8"/>
          <p:cNvPicPr/>
          <p:nvPr/>
        </p:nvPicPr>
        <p:blipFill>
          <a:blip r:embed="rId7" cstate="print"/>
          <a:stretch>
            <a:fillRect/>
          </a:stretch>
        </p:blipFill>
        <p:spPr>
          <a:xfrm>
            <a:off x="1007363" y="2807207"/>
            <a:ext cx="700277" cy="195834"/>
          </a:xfrm>
          <a:prstGeom prst="rect">
            <a:avLst/>
          </a:prstGeom>
        </p:spPr>
      </p:pic>
      <p:pic>
        <p:nvPicPr>
          <p:cNvPr id="9" name="object 9"/>
          <p:cNvPicPr/>
          <p:nvPr/>
        </p:nvPicPr>
        <p:blipFill>
          <a:blip r:embed="rId8" cstate="print"/>
          <a:stretch>
            <a:fillRect/>
          </a:stretch>
        </p:blipFill>
        <p:spPr>
          <a:xfrm>
            <a:off x="1283208" y="4067555"/>
            <a:ext cx="4427982" cy="206501"/>
          </a:xfrm>
          <a:prstGeom prst="rect">
            <a:avLst/>
          </a:prstGeom>
        </p:spPr>
      </p:pic>
      <p:sp>
        <p:nvSpPr>
          <p:cNvPr id="10" name="object 10"/>
          <p:cNvSpPr/>
          <p:nvPr/>
        </p:nvSpPr>
        <p:spPr>
          <a:xfrm>
            <a:off x="1078991" y="4005071"/>
            <a:ext cx="36830" cy="251460"/>
          </a:xfrm>
          <a:custGeom>
            <a:avLst/>
            <a:gdLst/>
            <a:ahLst/>
            <a:cxnLst/>
            <a:rect l="l" t="t" r="r" b="b"/>
            <a:pathLst>
              <a:path w="36830" h="251460">
                <a:moveTo>
                  <a:pt x="36575" y="0"/>
                </a:moveTo>
                <a:lnTo>
                  <a:pt x="0" y="0"/>
                </a:lnTo>
                <a:lnTo>
                  <a:pt x="0" y="251459"/>
                </a:lnTo>
                <a:lnTo>
                  <a:pt x="36575" y="251459"/>
                </a:lnTo>
                <a:lnTo>
                  <a:pt x="36575" y="0"/>
                </a:lnTo>
                <a:close/>
              </a:path>
            </a:pathLst>
          </a:custGeom>
          <a:solidFill>
            <a:srgbClr val="13299F"/>
          </a:solidFill>
        </p:spPr>
        <p:txBody>
          <a:bodyPr wrap="square" lIns="0" tIns="0" rIns="0" bIns="0" rtlCol="0"/>
          <a:lstStyle/>
          <a:p>
            <a:endParaRPr/>
          </a:p>
        </p:txBody>
      </p:sp>
      <p:pic>
        <p:nvPicPr>
          <p:cNvPr id="11" name="object 11"/>
          <p:cNvPicPr/>
          <p:nvPr/>
        </p:nvPicPr>
        <p:blipFill>
          <a:blip r:embed="rId9" cstate="print"/>
          <a:stretch>
            <a:fillRect/>
          </a:stretch>
        </p:blipFill>
        <p:spPr>
          <a:xfrm>
            <a:off x="1267967" y="4483557"/>
            <a:ext cx="3947922" cy="221792"/>
          </a:xfrm>
          <a:prstGeom prst="rect">
            <a:avLst/>
          </a:prstGeom>
        </p:spPr>
      </p:pic>
      <p:sp>
        <p:nvSpPr>
          <p:cNvPr id="12" name="object 12"/>
          <p:cNvSpPr/>
          <p:nvPr/>
        </p:nvSpPr>
        <p:spPr>
          <a:xfrm>
            <a:off x="1078991" y="4434840"/>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A6A6A6"/>
          </a:solidFill>
        </p:spPr>
        <p:txBody>
          <a:bodyPr wrap="square" lIns="0" tIns="0" rIns="0" bIns="0" rtlCol="0"/>
          <a:lstStyle/>
          <a:p>
            <a:endParaRPr/>
          </a:p>
        </p:txBody>
      </p:sp>
      <p:pic>
        <p:nvPicPr>
          <p:cNvPr id="13" name="object 13"/>
          <p:cNvPicPr/>
          <p:nvPr/>
        </p:nvPicPr>
        <p:blipFill>
          <a:blip r:embed="rId10" cstate="print"/>
          <a:stretch>
            <a:fillRect/>
          </a:stretch>
        </p:blipFill>
        <p:spPr>
          <a:xfrm>
            <a:off x="1267967" y="4913325"/>
            <a:ext cx="5063489" cy="221792"/>
          </a:xfrm>
          <a:prstGeom prst="rect">
            <a:avLst/>
          </a:prstGeom>
        </p:spPr>
      </p:pic>
      <p:sp>
        <p:nvSpPr>
          <p:cNvPr id="14" name="object 14"/>
          <p:cNvSpPr/>
          <p:nvPr/>
        </p:nvSpPr>
        <p:spPr>
          <a:xfrm>
            <a:off x="1078991" y="4864608"/>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A6A6A6"/>
          </a:solidFill>
        </p:spPr>
        <p:txBody>
          <a:bodyPr wrap="square" lIns="0" tIns="0" rIns="0" bIns="0" rtlCol="0"/>
          <a:lstStyle/>
          <a:p>
            <a:endParaRPr/>
          </a:p>
        </p:txBody>
      </p:sp>
      <p:pic>
        <p:nvPicPr>
          <p:cNvPr id="15" name="object 15"/>
          <p:cNvPicPr/>
          <p:nvPr/>
        </p:nvPicPr>
        <p:blipFill>
          <a:blip r:embed="rId11" cstate="print"/>
          <a:stretch>
            <a:fillRect/>
          </a:stretch>
        </p:blipFill>
        <p:spPr>
          <a:xfrm>
            <a:off x="1267967" y="5329377"/>
            <a:ext cx="4267961" cy="221792"/>
          </a:xfrm>
          <a:prstGeom prst="rect">
            <a:avLst/>
          </a:prstGeom>
        </p:spPr>
      </p:pic>
      <p:sp>
        <p:nvSpPr>
          <p:cNvPr id="16" name="object 16"/>
          <p:cNvSpPr/>
          <p:nvPr/>
        </p:nvSpPr>
        <p:spPr>
          <a:xfrm>
            <a:off x="1078991" y="5294376"/>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A6A6A6"/>
          </a:solid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06604" y="6524434"/>
            <a:ext cx="35337"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pic>
        <p:nvPicPr>
          <p:cNvPr id="7" name="object 7"/>
          <p:cNvPicPr/>
          <p:nvPr/>
        </p:nvPicPr>
        <p:blipFill>
          <a:blip r:embed="rId5" cstate="print"/>
          <a:stretch>
            <a:fillRect/>
          </a:stretch>
        </p:blipFill>
        <p:spPr>
          <a:xfrm>
            <a:off x="460248" y="1443177"/>
            <a:ext cx="4973574" cy="279704"/>
          </a:xfrm>
          <a:prstGeom prst="rect">
            <a:avLst/>
          </a:prstGeom>
        </p:spPr>
      </p:pic>
      <p:sp>
        <p:nvSpPr>
          <p:cNvPr id="8" name="object 8"/>
          <p:cNvSpPr/>
          <p:nvPr/>
        </p:nvSpPr>
        <p:spPr>
          <a:xfrm>
            <a:off x="559308" y="1914144"/>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3231" y="1937004"/>
            <a:ext cx="2568701" cy="160782"/>
          </a:xfrm>
          <a:prstGeom prst="rect">
            <a:avLst/>
          </a:prstGeom>
        </p:spPr>
      </p:pic>
      <p:pic>
        <p:nvPicPr>
          <p:cNvPr id="10" name="object 10"/>
          <p:cNvPicPr/>
          <p:nvPr/>
        </p:nvPicPr>
        <p:blipFill>
          <a:blip r:embed="rId7" cstate="print"/>
          <a:stretch>
            <a:fillRect/>
          </a:stretch>
        </p:blipFill>
        <p:spPr>
          <a:xfrm>
            <a:off x="710183" y="2350007"/>
            <a:ext cx="4725162" cy="11559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06212" y="6524434"/>
            <a:ext cx="37253"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3231" y="1463039"/>
            <a:ext cx="2568701" cy="160782"/>
          </a:xfrm>
          <a:prstGeom prst="rect">
            <a:avLst/>
          </a:prstGeom>
        </p:spPr>
      </p:pic>
      <p:pic>
        <p:nvPicPr>
          <p:cNvPr id="7" name="object 7"/>
          <p:cNvPicPr/>
          <p:nvPr/>
        </p:nvPicPr>
        <p:blipFill>
          <a:blip r:embed="rId6" cstate="print"/>
          <a:stretch>
            <a:fillRect/>
          </a:stretch>
        </p:blipFill>
        <p:spPr>
          <a:xfrm>
            <a:off x="710183" y="1805939"/>
            <a:ext cx="3859529" cy="409193"/>
          </a:xfrm>
          <a:prstGeom prst="rect">
            <a:avLst/>
          </a:prstGeom>
        </p:spPr>
      </p:pic>
      <p:sp>
        <p:nvSpPr>
          <p:cNvPr id="8" name="object 8"/>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10" name="object 10"/>
          <p:cNvGrpSpPr/>
          <p:nvPr/>
        </p:nvGrpSpPr>
        <p:grpSpPr>
          <a:xfrm>
            <a:off x="1098803" y="2924555"/>
            <a:ext cx="7858125" cy="2555875"/>
            <a:chOff x="1098803" y="2924555"/>
            <a:chExt cx="7858125" cy="2555875"/>
          </a:xfrm>
        </p:grpSpPr>
        <p:pic>
          <p:nvPicPr>
            <p:cNvPr id="11" name="object 11"/>
            <p:cNvPicPr/>
            <p:nvPr/>
          </p:nvPicPr>
          <p:blipFill>
            <a:blip r:embed="rId7" cstate="print"/>
            <a:stretch>
              <a:fillRect/>
            </a:stretch>
          </p:blipFill>
          <p:spPr>
            <a:xfrm>
              <a:off x="5096256" y="2924555"/>
              <a:ext cx="3860292" cy="2555748"/>
            </a:xfrm>
            <a:prstGeom prst="rect">
              <a:avLst/>
            </a:prstGeom>
          </p:spPr>
        </p:pic>
        <p:pic>
          <p:nvPicPr>
            <p:cNvPr id="12" name="object 12"/>
            <p:cNvPicPr/>
            <p:nvPr/>
          </p:nvPicPr>
          <p:blipFill>
            <a:blip r:embed="rId8" cstate="print"/>
            <a:stretch>
              <a:fillRect/>
            </a:stretch>
          </p:blipFill>
          <p:spPr>
            <a:xfrm>
              <a:off x="3659505" y="3069335"/>
              <a:ext cx="4429887" cy="1538351"/>
            </a:xfrm>
            <a:prstGeom prst="rect">
              <a:avLst/>
            </a:prstGeom>
          </p:spPr>
        </p:pic>
        <p:pic>
          <p:nvPicPr>
            <p:cNvPr id="13" name="object 13"/>
            <p:cNvPicPr/>
            <p:nvPr/>
          </p:nvPicPr>
          <p:blipFill>
            <a:blip r:embed="rId9" cstate="print"/>
            <a:stretch>
              <a:fillRect/>
            </a:stretch>
          </p:blipFill>
          <p:spPr>
            <a:xfrm>
              <a:off x="1098803" y="2997707"/>
              <a:ext cx="2589276" cy="1921764"/>
            </a:xfrm>
            <a:prstGeom prst="rect">
              <a:avLst/>
            </a:prstGeom>
          </p:spPr>
        </p:pic>
        <p:sp>
          <p:nvSpPr>
            <p:cNvPr id="14" name="object 14"/>
            <p:cNvSpPr/>
            <p:nvPr/>
          </p:nvSpPr>
          <p:spPr>
            <a:xfrm>
              <a:off x="2122804" y="3396309"/>
              <a:ext cx="1208405" cy="167640"/>
            </a:xfrm>
            <a:custGeom>
              <a:avLst/>
              <a:gdLst/>
              <a:ahLst/>
              <a:cxnLst/>
              <a:rect l="l" t="t" r="r" b="b"/>
              <a:pathLst>
                <a:path w="1208404" h="167639">
                  <a:moveTo>
                    <a:pt x="1208150" y="167183"/>
                  </a:moveTo>
                  <a:lnTo>
                    <a:pt x="1164398" y="143896"/>
                  </a:lnTo>
                  <a:lnTo>
                    <a:pt x="1120316" y="121013"/>
                  </a:lnTo>
                  <a:lnTo>
                    <a:pt x="1075571" y="98942"/>
                  </a:lnTo>
                  <a:lnTo>
                    <a:pt x="1029824" y="78086"/>
                  </a:lnTo>
                  <a:lnTo>
                    <a:pt x="982741" y="58852"/>
                  </a:lnTo>
                  <a:lnTo>
                    <a:pt x="933986" y="41645"/>
                  </a:lnTo>
                  <a:lnTo>
                    <a:pt x="883222" y="26871"/>
                  </a:lnTo>
                  <a:lnTo>
                    <a:pt x="830113" y="14934"/>
                  </a:lnTo>
                  <a:lnTo>
                    <a:pt x="774324" y="6240"/>
                  </a:lnTo>
                  <a:lnTo>
                    <a:pt x="715518" y="1194"/>
                  </a:lnTo>
                  <a:lnTo>
                    <a:pt x="671550" y="0"/>
                  </a:lnTo>
                  <a:lnTo>
                    <a:pt x="625997" y="725"/>
                  </a:lnTo>
                  <a:lnTo>
                    <a:pt x="578981" y="3224"/>
                  </a:lnTo>
                  <a:lnTo>
                    <a:pt x="530623" y="7347"/>
                  </a:lnTo>
                  <a:lnTo>
                    <a:pt x="481044" y="12948"/>
                  </a:lnTo>
                  <a:lnTo>
                    <a:pt x="430367" y="19879"/>
                  </a:lnTo>
                  <a:lnTo>
                    <a:pt x="378713" y="27991"/>
                  </a:lnTo>
                  <a:lnTo>
                    <a:pt x="326204" y="37138"/>
                  </a:lnTo>
                  <a:lnTo>
                    <a:pt x="272962" y="47171"/>
                  </a:lnTo>
                  <a:lnTo>
                    <a:pt x="219107" y="57943"/>
                  </a:lnTo>
                  <a:lnTo>
                    <a:pt x="164761" y="69305"/>
                  </a:lnTo>
                  <a:lnTo>
                    <a:pt x="110047" y="81111"/>
                  </a:lnTo>
                  <a:lnTo>
                    <a:pt x="55086" y="93212"/>
                  </a:lnTo>
                  <a:lnTo>
                    <a:pt x="0" y="105461"/>
                  </a:lnTo>
                </a:path>
              </a:pathLst>
            </a:custGeom>
            <a:ln w="12700">
              <a:solidFill>
                <a:srgbClr val="EE6324"/>
              </a:solidFill>
            </a:ln>
          </p:spPr>
          <p:txBody>
            <a:bodyPr wrap="square" lIns="0" tIns="0" rIns="0" bIns="0" rtlCol="0"/>
            <a:lstStyle/>
            <a:p>
              <a:endParaRPr/>
            </a:p>
          </p:txBody>
        </p:sp>
        <p:sp>
          <p:nvSpPr>
            <p:cNvPr id="15" name="object 15"/>
            <p:cNvSpPr/>
            <p:nvPr/>
          </p:nvSpPr>
          <p:spPr>
            <a:xfrm>
              <a:off x="1968245" y="3792473"/>
              <a:ext cx="1153795" cy="160020"/>
            </a:xfrm>
            <a:custGeom>
              <a:avLst/>
              <a:gdLst/>
              <a:ahLst/>
              <a:cxnLst/>
              <a:rect l="l" t="t" r="r" b="b"/>
              <a:pathLst>
                <a:path w="1153795" h="160020">
                  <a:moveTo>
                    <a:pt x="0" y="0"/>
                  </a:moveTo>
                  <a:lnTo>
                    <a:pt x="41886" y="13510"/>
                  </a:lnTo>
                  <a:lnTo>
                    <a:pt x="84090" y="26916"/>
                  </a:lnTo>
                  <a:lnTo>
                    <a:pt x="126927" y="40106"/>
                  </a:lnTo>
                  <a:lnTo>
                    <a:pt x="170716" y="52968"/>
                  </a:lnTo>
                  <a:lnTo>
                    <a:pt x="215773" y="65389"/>
                  </a:lnTo>
                  <a:lnTo>
                    <a:pt x="262414" y="77257"/>
                  </a:lnTo>
                  <a:lnTo>
                    <a:pt x="310957" y="88461"/>
                  </a:lnTo>
                  <a:lnTo>
                    <a:pt x="361720" y="98889"/>
                  </a:lnTo>
                  <a:lnTo>
                    <a:pt x="415018" y="108428"/>
                  </a:lnTo>
                  <a:lnTo>
                    <a:pt x="471170" y="116967"/>
                  </a:lnTo>
                  <a:lnTo>
                    <a:pt x="516455" y="122800"/>
                  </a:lnTo>
                  <a:lnTo>
                    <a:pt x="563472" y="128027"/>
                  </a:lnTo>
                  <a:lnTo>
                    <a:pt x="612076" y="132697"/>
                  </a:lnTo>
                  <a:lnTo>
                    <a:pt x="662123" y="136862"/>
                  </a:lnTo>
                  <a:lnTo>
                    <a:pt x="713469" y="140573"/>
                  </a:lnTo>
                  <a:lnTo>
                    <a:pt x="765969" y="143880"/>
                  </a:lnTo>
                  <a:lnTo>
                    <a:pt x="819479" y="146835"/>
                  </a:lnTo>
                  <a:lnTo>
                    <a:pt x="873854" y="149489"/>
                  </a:lnTo>
                  <a:lnTo>
                    <a:pt x="928951" y="151892"/>
                  </a:lnTo>
                  <a:lnTo>
                    <a:pt x="984625" y="154095"/>
                  </a:lnTo>
                  <a:lnTo>
                    <a:pt x="1040732" y="156151"/>
                  </a:lnTo>
                  <a:lnTo>
                    <a:pt x="1097128" y="158108"/>
                  </a:lnTo>
                  <a:lnTo>
                    <a:pt x="1153668" y="160019"/>
                  </a:lnTo>
                </a:path>
              </a:pathLst>
            </a:custGeom>
            <a:ln w="12699">
              <a:solidFill>
                <a:srgbClr val="EE6324"/>
              </a:solidFill>
            </a:ln>
          </p:spPr>
          <p:txBody>
            <a:bodyPr wrap="square" lIns="0" tIns="0" rIns="0" bIns="0" rtlCol="0"/>
            <a:lstStyle/>
            <a:p>
              <a:endParaRPr/>
            </a:p>
          </p:txBody>
        </p:sp>
        <p:sp>
          <p:nvSpPr>
            <p:cNvPr id="16" name="object 16"/>
            <p:cNvSpPr/>
            <p:nvPr/>
          </p:nvSpPr>
          <p:spPr>
            <a:xfrm>
              <a:off x="1874519" y="3654551"/>
              <a:ext cx="1312545" cy="134620"/>
            </a:xfrm>
            <a:custGeom>
              <a:avLst/>
              <a:gdLst/>
              <a:ahLst/>
              <a:cxnLst/>
              <a:rect l="l" t="t" r="r" b="b"/>
              <a:pathLst>
                <a:path w="1312545" h="134620">
                  <a:moveTo>
                    <a:pt x="1312164" y="38989"/>
                  </a:moveTo>
                  <a:lnTo>
                    <a:pt x="1260467" y="50627"/>
                  </a:lnTo>
                  <a:lnTo>
                    <a:pt x="1208785" y="62110"/>
                  </a:lnTo>
                  <a:lnTo>
                    <a:pt x="1157133" y="73281"/>
                  </a:lnTo>
                  <a:lnTo>
                    <a:pt x="1105524" y="83985"/>
                  </a:lnTo>
                  <a:lnTo>
                    <a:pt x="1053973" y="94066"/>
                  </a:lnTo>
                  <a:lnTo>
                    <a:pt x="1002495" y="103369"/>
                  </a:lnTo>
                  <a:lnTo>
                    <a:pt x="951105" y="111737"/>
                  </a:lnTo>
                  <a:lnTo>
                    <a:pt x="899816" y="119015"/>
                  </a:lnTo>
                  <a:lnTo>
                    <a:pt x="848644" y="125048"/>
                  </a:lnTo>
                  <a:lnTo>
                    <a:pt x="797604" y="129678"/>
                  </a:lnTo>
                  <a:lnTo>
                    <a:pt x="746709" y="132752"/>
                  </a:lnTo>
                  <a:lnTo>
                    <a:pt x="695974" y="134112"/>
                  </a:lnTo>
                  <a:lnTo>
                    <a:pt x="645413" y="133604"/>
                  </a:lnTo>
                  <a:lnTo>
                    <a:pt x="595038" y="131095"/>
                  </a:lnTo>
                  <a:lnTo>
                    <a:pt x="544837" y="126723"/>
                  </a:lnTo>
                  <a:lnTo>
                    <a:pt x="494797" y="120641"/>
                  </a:lnTo>
                  <a:lnTo>
                    <a:pt x="444902" y="113005"/>
                  </a:lnTo>
                  <a:lnTo>
                    <a:pt x="395138" y="103971"/>
                  </a:lnTo>
                  <a:lnTo>
                    <a:pt x="345491" y="93694"/>
                  </a:lnTo>
                  <a:lnTo>
                    <a:pt x="295945" y="82329"/>
                  </a:lnTo>
                  <a:lnTo>
                    <a:pt x="246488" y="70032"/>
                  </a:lnTo>
                  <a:lnTo>
                    <a:pt x="197103" y="56957"/>
                  </a:lnTo>
                  <a:lnTo>
                    <a:pt x="147776" y="43262"/>
                  </a:lnTo>
                  <a:lnTo>
                    <a:pt x="98493" y="29100"/>
                  </a:lnTo>
                  <a:lnTo>
                    <a:pt x="49239" y="14627"/>
                  </a:lnTo>
                  <a:lnTo>
                    <a:pt x="0" y="0"/>
                  </a:lnTo>
                </a:path>
              </a:pathLst>
            </a:custGeom>
            <a:ln w="12191">
              <a:solidFill>
                <a:srgbClr val="EE6324"/>
              </a:solidFill>
            </a:ln>
          </p:spPr>
          <p:txBody>
            <a:bodyPr wrap="square" lIns="0" tIns="0" rIns="0" bIns="0" rtlCol="0"/>
            <a:lstStyle/>
            <a:p>
              <a:endParaRPr/>
            </a:p>
          </p:txBody>
        </p:sp>
        <p:pic>
          <p:nvPicPr>
            <p:cNvPr id="17" name="object 17"/>
            <p:cNvPicPr/>
            <p:nvPr/>
          </p:nvPicPr>
          <p:blipFill>
            <a:blip r:embed="rId10" cstate="print"/>
            <a:stretch>
              <a:fillRect/>
            </a:stretch>
          </p:blipFill>
          <p:spPr>
            <a:xfrm>
              <a:off x="2061971" y="3419855"/>
              <a:ext cx="134112" cy="134111"/>
            </a:xfrm>
            <a:prstGeom prst="rect">
              <a:avLst/>
            </a:prstGeom>
          </p:spPr>
        </p:pic>
        <p:pic>
          <p:nvPicPr>
            <p:cNvPr id="18" name="object 18"/>
            <p:cNvPicPr/>
            <p:nvPr/>
          </p:nvPicPr>
          <p:blipFill>
            <a:blip r:embed="rId11" cstate="print"/>
            <a:stretch>
              <a:fillRect/>
            </a:stretch>
          </p:blipFill>
          <p:spPr>
            <a:xfrm>
              <a:off x="1737359" y="3563111"/>
              <a:ext cx="278891" cy="278892"/>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13832" y="6524434"/>
            <a:ext cx="37253"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948690" cy="142494"/>
          </a:xfrm>
          <a:prstGeom prst="rect">
            <a:avLst/>
          </a:prstGeom>
        </p:spPr>
      </p:pic>
      <p:pic>
        <p:nvPicPr>
          <p:cNvPr id="7" name="object 7"/>
          <p:cNvPicPr/>
          <p:nvPr/>
        </p:nvPicPr>
        <p:blipFill>
          <a:blip r:embed="rId6" cstate="print"/>
          <a:stretch>
            <a:fillRect/>
          </a:stretch>
        </p:blipFill>
        <p:spPr>
          <a:xfrm>
            <a:off x="710183" y="1865376"/>
            <a:ext cx="5807202" cy="3280410"/>
          </a:xfrm>
          <a:prstGeom prst="rect">
            <a:avLst/>
          </a:prstGeom>
        </p:spPr>
      </p:pic>
      <p:sp>
        <p:nvSpPr>
          <p:cNvPr id="8" name="object 8"/>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06212" y="6524434"/>
            <a:ext cx="37253"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948690" cy="142494"/>
          </a:xfrm>
          <a:prstGeom prst="rect">
            <a:avLst/>
          </a:prstGeom>
        </p:spPr>
      </p:pic>
      <p:sp>
        <p:nvSpPr>
          <p:cNvPr id="7" name="object 7"/>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aphicFrame>
        <p:nvGraphicFramePr>
          <p:cNvPr id="9" name="object 9"/>
          <p:cNvGraphicFramePr>
            <a:graphicFrameLocks noGrp="1"/>
          </p:cNvGraphicFramePr>
          <p:nvPr/>
        </p:nvGraphicFramePr>
        <p:xfrm>
          <a:off x="1153617" y="2746692"/>
          <a:ext cx="2582543" cy="2610356"/>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368934">
                  <a:extLst>
                    <a:ext uri="{9D8B030D-6E8A-4147-A177-3AD203B41FA5}">
                      <a16:colId xmlns:a16="http://schemas.microsoft.com/office/drawing/2014/main" val="20003"/>
                    </a:ext>
                  </a:extLst>
                </a:gridCol>
                <a:gridCol w="368934">
                  <a:extLst>
                    <a:ext uri="{9D8B030D-6E8A-4147-A177-3AD203B41FA5}">
                      <a16:colId xmlns:a16="http://schemas.microsoft.com/office/drawing/2014/main" val="20004"/>
                    </a:ext>
                  </a:extLst>
                </a:gridCol>
                <a:gridCol w="368935">
                  <a:extLst>
                    <a:ext uri="{9D8B030D-6E8A-4147-A177-3AD203B41FA5}">
                      <a16:colId xmlns:a16="http://schemas.microsoft.com/office/drawing/2014/main" val="20005"/>
                    </a:ext>
                  </a:extLst>
                </a:gridCol>
                <a:gridCol w="368935">
                  <a:extLst>
                    <a:ext uri="{9D8B030D-6E8A-4147-A177-3AD203B41FA5}">
                      <a16:colId xmlns:a16="http://schemas.microsoft.com/office/drawing/2014/main" val="20006"/>
                    </a:ext>
                  </a:extLst>
                </a:gridCol>
              </a:tblGrid>
              <a:tr h="372872">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38100">
                      <a:solidFill>
                        <a:srgbClr val="183DAF"/>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AFEF"/>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53975">
                      <a:solidFill>
                        <a:srgbClr val="183DAF"/>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53975">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0"/>
                  </a:ext>
                </a:extLst>
              </a:tr>
              <a:tr h="372998">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38100">
                      <a:solidFill>
                        <a:srgbClr val="183DAF"/>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AFEF"/>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53975">
                      <a:solidFill>
                        <a:srgbClr val="183DAF"/>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53975">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372872">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38100">
                      <a:solidFill>
                        <a:srgbClr val="183DAF"/>
                      </a:solidFill>
                      <a:prstDash val="solid"/>
                    </a:lnR>
                    <a:lnT w="12700">
                      <a:solidFill>
                        <a:srgbClr val="A6A6A6"/>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AFEF"/>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53975">
                      <a:solidFill>
                        <a:srgbClr val="183DAF"/>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53975">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r h="372998">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5"/>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6"/>
                  </a:ext>
                </a:extLst>
              </a:tr>
            </a:tbl>
          </a:graphicData>
        </a:graphic>
      </p:graphicFrame>
      <p:sp>
        <p:nvSpPr>
          <p:cNvPr id="10" name="object 10"/>
          <p:cNvSpPr/>
          <p:nvPr/>
        </p:nvSpPr>
        <p:spPr>
          <a:xfrm>
            <a:off x="1283969" y="2526792"/>
            <a:ext cx="1080135" cy="78105"/>
          </a:xfrm>
          <a:custGeom>
            <a:avLst/>
            <a:gdLst/>
            <a:ahLst/>
            <a:cxnLst/>
            <a:rect l="l" t="t" r="r" b="b"/>
            <a:pathLst>
              <a:path w="1080135" h="78105">
                <a:moveTo>
                  <a:pt x="1002284" y="0"/>
                </a:moveTo>
                <a:lnTo>
                  <a:pt x="1002284" y="77724"/>
                </a:lnTo>
                <a:lnTo>
                  <a:pt x="1054099" y="51816"/>
                </a:lnTo>
                <a:lnTo>
                  <a:pt x="1015238" y="51816"/>
                </a:lnTo>
                <a:lnTo>
                  <a:pt x="1015238" y="25908"/>
                </a:lnTo>
                <a:lnTo>
                  <a:pt x="1054100" y="25908"/>
                </a:lnTo>
                <a:lnTo>
                  <a:pt x="1002284" y="0"/>
                </a:lnTo>
                <a:close/>
              </a:path>
              <a:path w="1080135" h="78105">
                <a:moveTo>
                  <a:pt x="1002284" y="25908"/>
                </a:moveTo>
                <a:lnTo>
                  <a:pt x="0" y="25908"/>
                </a:lnTo>
                <a:lnTo>
                  <a:pt x="0" y="51816"/>
                </a:lnTo>
                <a:lnTo>
                  <a:pt x="1002284" y="51816"/>
                </a:lnTo>
                <a:lnTo>
                  <a:pt x="1002284" y="25908"/>
                </a:lnTo>
                <a:close/>
              </a:path>
              <a:path w="1080135" h="78105">
                <a:moveTo>
                  <a:pt x="1054100" y="25908"/>
                </a:moveTo>
                <a:lnTo>
                  <a:pt x="1015238" y="25908"/>
                </a:lnTo>
                <a:lnTo>
                  <a:pt x="1015238" y="51816"/>
                </a:lnTo>
                <a:lnTo>
                  <a:pt x="1054099" y="51816"/>
                </a:lnTo>
                <a:lnTo>
                  <a:pt x="1080008" y="38862"/>
                </a:lnTo>
                <a:lnTo>
                  <a:pt x="1054100" y="25908"/>
                </a:lnTo>
                <a:close/>
              </a:path>
            </a:pathLst>
          </a:custGeom>
          <a:solidFill>
            <a:srgbClr val="FF0000"/>
          </a:solidFill>
        </p:spPr>
        <p:txBody>
          <a:bodyPr wrap="square" lIns="0" tIns="0" rIns="0" bIns="0" rtlCol="0"/>
          <a:lstStyle/>
          <a:p>
            <a:endParaRPr/>
          </a:p>
        </p:txBody>
      </p:sp>
      <p:graphicFrame>
        <p:nvGraphicFramePr>
          <p:cNvPr id="11" name="object 11"/>
          <p:cNvGraphicFramePr>
            <a:graphicFrameLocks noGrp="1"/>
          </p:cNvGraphicFramePr>
          <p:nvPr/>
        </p:nvGraphicFramePr>
        <p:xfrm>
          <a:off x="6060440" y="2746882"/>
          <a:ext cx="2582543" cy="2610356"/>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368934">
                  <a:extLst>
                    <a:ext uri="{9D8B030D-6E8A-4147-A177-3AD203B41FA5}">
                      <a16:colId xmlns:a16="http://schemas.microsoft.com/office/drawing/2014/main" val="20003"/>
                    </a:ext>
                  </a:extLst>
                </a:gridCol>
                <a:gridCol w="368934">
                  <a:extLst>
                    <a:ext uri="{9D8B030D-6E8A-4147-A177-3AD203B41FA5}">
                      <a16:colId xmlns:a16="http://schemas.microsoft.com/office/drawing/2014/main" val="20004"/>
                    </a:ext>
                  </a:extLst>
                </a:gridCol>
                <a:gridCol w="368935">
                  <a:extLst>
                    <a:ext uri="{9D8B030D-6E8A-4147-A177-3AD203B41FA5}">
                      <a16:colId xmlns:a16="http://schemas.microsoft.com/office/drawing/2014/main" val="20005"/>
                    </a:ext>
                  </a:extLst>
                </a:gridCol>
                <a:gridCol w="368935">
                  <a:extLst>
                    <a:ext uri="{9D8B030D-6E8A-4147-A177-3AD203B41FA5}">
                      <a16:colId xmlns:a16="http://schemas.microsoft.com/office/drawing/2014/main" val="20006"/>
                    </a:ext>
                  </a:extLst>
                </a:gridCol>
              </a:tblGrid>
              <a:tr h="372872">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38100">
                      <a:solidFill>
                        <a:srgbClr val="00AFEF"/>
                      </a:solidFill>
                      <a:prstDash val="solid"/>
                    </a:lnT>
                    <a:lnB w="127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AFEF"/>
                      </a:solidFill>
                      <a:prstDash val="solid"/>
                    </a:lnT>
                    <a:lnB w="127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AFEF"/>
                      </a:solidFill>
                      <a:prstDash val="solid"/>
                    </a:lnR>
                    <a:lnT w="38100">
                      <a:solidFill>
                        <a:srgbClr val="00AFEF"/>
                      </a:solidFill>
                      <a:prstDash val="solid"/>
                    </a:lnT>
                    <a:lnB w="127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0"/>
                  </a:ext>
                </a:extLst>
              </a:tr>
              <a:tr h="372998">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127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372872">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12700">
                      <a:solidFill>
                        <a:srgbClr val="A6A6A6"/>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r h="372872">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38100">
                      <a:solidFill>
                        <a:srgbClr val="00AFEF"/>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AFEF"/>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38100">
                      <a:solidFill>
                        <a:srgbClr val="00AFEF"/>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r h="372998">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5"/>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6"/>
                  </a:ext>
                </a:extLst>
              </a:tr>
            </a:tbl>
          </a:graphicData>
        </a:graphic>
      </p:graphicFrame>
      <p:sp>
        <p:nvSpPr>
          <p:cNvPr id="12" name="object 12"/>
          <p:cNvSpPr/>
          <p:nvPr/>
        </p:nvSpPr>
        <p:spPr>
          <a:xfrm>
            <a:off x="5823203" y="2888742"/>
            <a:ext cx="78105" cy="1080135"/>
          </a:xfrm>
          <a:custGeom>
            <a:avLst/>
            <a:gdLst/>
            <a:ahLst/>
            <a:cxnLst/>
            <a:rect l="l" t="t" r="r" b="b"/>
            <a:pathLst>
              <a:path w="78104" h="1080135">
                <a:moveTo>
                  <a:pt x="25908" y="1002284"/>
                </a:moveTo>
                <a:lnTo>
                  <a:pt x="0" y="1002284"/>
                </a:lnTo>
                <a:lnTo>
                  <a:pt x="38862" y="1080008"/>
                </a:lnTo>
                <a:lnTo>
                  <a:pt x="71247" y="1015238"/>
                </a:lnTo>
                <a:lnTo>
                  <a:pt x="25908" y="1015238"/>
                </a:lnTo>
                <a:lnTo>
                  <a:pt x="25908" y="1002284"/>
                </a:lnTo>
                <a:close/>
              </a:path>
              <a:path w="78104" h="1080135">
                <a:moveTo>
                  <a:pt x="51816" y="0"/>
                </a:moveTo>
                <a:lnTo>
                  <a:pt x="25908" y="0"/>
                </a:lnTo>
                <a:lnTo>
                  <a:pt x="25908" y="1015238"/>
                </a:lnTo>
                <a:lnTo>
                  <a:pt x="51816" y="1015238"/>
                </a:lnTo>
                <a:lnTo>
                  <a:pt x="51816" y="0"/>
                </a:lnTo>
                <a:close/>
              </a:path>
              <a:path w="78104" h="1080135">
                <a:moveTo>
                  <a:pt x="77724" y="1002284"/>
                </a:moveTo>
                <a:lnTo>
                  <a:pt x="51816" y="1002284"/>
                </a:lnTo>
                <a:lnTo>
                  <a:pt x="51816" y="1015238"/>
                </a:lnTo>
                <a:lnTo>
                  <a:pt x="71247" y="1015238"/>
                </a:lnTo>
                <a:lnTo>
                  <a:pt x="77724" y="1002284"/>
                </a:lnTo>
                <a:close/>
              </a:path>
            </a:pathLst>
          </a:custGeom>
          <a:solidFill>
            <a:srgbClr val="FF0000"/>
          </a:solidFill>
        </p:spPr>
        <p:txBody>
          <a:bodyPr wrap="square" lIns="0" tIns="0" rIns="0" bIns="0" rtlCol="0"/>
          <a:lstStyle/>
          <a:p>
            <a:endParaRPr/>
          </a:p>
        </p:txBody>
      </p:sp>
      <p:pic>
        <p:nvPicPr>
          <p:cNvPr id="13" name="object 13"/>
          <p:cNvPicPr/>
          <p:nvPr/>
        </p:nvPicPr>
        <p:blipFill>
          <a:blip r:embed="rId6" cstate="print"/>
          <a:stretch>
            <a:fillRect/>
          </a:stretch>
        </p:blipFill>
        <p:spPr>
          <a:xfrm>
            <a:off x="4494276" y="5183123"/>
            <a:ext cx="671322" cy="160781"/>
          </a:xfrm>
          <a:prstGeom prst="rect">
            <a:avLst/>
          </a:prstGeom>
        </p:spPr>
      </p:pic>
      <p:pic>
        <p:nvPicPr>
          <p:cNvPr id="14" name="object 14"/>
          <p:cNvPicPr/>
          <p:nvPr/>
        </p:nvPicPr>
        <p:blipFill>
          <a:blip r:embed="rId7" cstate="print"/>
          <a:stretch>
            <a:fillRect/>
          </a:stretch>
        </p:blipFill>
        <p:spPr>
          <a:xfrm>
            <a:off x="717804" y="2011679"/>
            <a:ext cx="4371594" cy="1684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06212" y="6524434"/>
            <a:ext cx="37253"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948690" cy="142494"/>
          </a:xfrm>
          <a:prstGeom prst="rect">
            <a:avLst/>
          </a:prstGeom>
        </p:spPr>
      </p:pic>
      <p:sp>
        <p:nvSpPr>
          <p:cNvPr id="7" name="object 7"/>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aphicFrame>
        <p:nvGraphicFramePr>
          <p:cNvPr id="9" name="object 9"/>
          <p:cNvGraphicFramePr>
            <a:graphicFrameLocks noGrp="1"/>
          </p:cNvGraphicFramePr>
          <p:nvPr/>
        </p:nvGraphicFramePr>
        <p:xfrm>
          <a:off x="1153617" y="2746692"/>
          <a:ext cx="2582543" cy="2610356"/>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368934">
                  <a:extLst>
                    <a:ext uri="{9D8B030D-6E8A-4147-A177-3AD203B41FA5}">
                      <a16:colId xmlns:a16="http://schemas.microsoft.com/office/drawing/2014/main" val="20003"/>
                    </a:ext>
                  </a:extLst>
                </a:gridCol>
                <a:gridCol w="368934">
                  <a:extLst>
                    <a:ext uri="{9D8B030D-6E8A-4147-A177-3AD203B41FA5}">
                      <a16:colId xmlns:a16="http://schemas.microsoft.com/office/drawing/2014/main" val="20004"/>
                    </a:ext>
                  </a:extLst>
                </a:gridCol>
                <a:gridCol w="368935">
                  <a:extLst>
                    <a:ext uri="{9D8B030D-6E8A-4147-A177-3AD203B41FA5}">
                      <a16:colId xmlns:a16="http://schemas.microsoft.com/office/drawing/2014/main" val="20005"/>
                    </a:ext>
                  </a:extLst>
                </a:gridCol>
                <a:gridCol w="368935">
                  <a:extLst>
                    <a:ext uri="{9D8B030D-6E8A-4147-A177-3AD203B41FA5}">
                      <a16:colId xmlns:a16="http://schemas.microsoft.com/office/drawing/2014/main" val="20006"/>
                    </a:ext>
                  </a:extLst>
                </a:gridCol>
              </a:tblGrid>
              <a:tr h="372872">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38100">
                      <a:solidFill>
                        <a:srgbClr val="00AFEF"/>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0"/>
                  </a:ext>
                </a:extLst>
              </a:tr>
              <a:tr h="372998">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38100">
                      <a:solidFill>
                        <a:srgbClr val="00AFEF"/>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372872">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12700">
                      <a:solidFill>
                        <a:srgbClr val="A6A6A6"/>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38100">
                      <a:solidFill>
                        <a:srgbClr val="00AFEF"/>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r h="372998">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5"/>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6"/>
                  </a:ext>
                </a:extLst>
              </a:tr>
            </a:tbl>
          </a:graphicData>
        </a:graphic>
      </p:graphicFrame>
      <p:sp>
        <p:nvSpPr>
          <p:cNvPr id="10" name="object 10"/>
          <p:cNvSpPr/>
          <p:nvPr/>
        </p:nvSpPr>
        <p:spPr>
          <a:xfrm>
            <a:off x="1283969" y="2526792"/>
            <a:ext cx="1080135" cy="78105"/>
          </a:xfrm>
          <a:custGeom>
            <a:avLst/>
            <a:gdLst/>
            <a:ahLst/>
            <a:cxnLst/>
            <a:rect l="l" t="t" r="r" b="b"/>
            <a:pathLst>
              <a:path w="1080135" h="78105">
                <a:moveTo>
                  <a:pt x="1002284" y="0"/>
                </a:moveTo>
                <a:lnTo>
                  <a:pt x="1002284" y="77724"/>
                </a:lnTo>
                <a:lnTo>
                  <a:pt x="1054099" y="51816"/>
                </a:lnTo>
                <a:lnTo>
                  <a:pt x="1015238" y="51816"/>
                </a:lnTo>
                <a:lnTo>
                  <a:pt x="1015238" y="25908"/>
                </a:lnTo>
                <a:lnTo>
                  <a:pt x="1054100" y="25908"/>
                </a:lnTo>
                <a:lnTo>
                  <a:pt x="1002284" y="0"/>
                </a:lnTo>
                <a:close/>
              </a:path>
              <a:path w="1080135" h="78105">
                <a:moveTo>
                  <a:pt x="1002284" y="25908"/>
                </a:moveTo>
                <a:lnTo>
                  <a:pt x="0" y="25908"/>
                </a:lnTo>
                <a:lnTo>
                  <a:pt x="0" y="51816"/>
                </a:lnTo>
                <a:lnTo>
                  <a:pt x="1002284" y="51816"/>
                </a:lnTo>
                <a:lnTo>
                  <a:pt x="1002284" y="25908"/>
                </a:lnTo>
                <a:close/>
              </a:path>
              <a:path w="1080135" h="78105">
                <a:moveTo>
                  <a:pt x="1054100" y="25908"/>
                </a:moveTo>
                <a:lnTo>
                  <a:pt x="1015238" y="25908"/>
                </a:lnTo>
                <a:lnTo>
                  <a:pt x="1015238" y="51816"/>
                </a:lnTo>
                <a:lnTo>
                  <a:pt x="1054099" y="51816"/>
                </a:lnTo>
                <a:lnTo>
                  <a:pt x="1080008" y="38862"/>
                </a:lnTo>
                <a:lnTo>
                  <a:pt x="1054100" y="25908"/>
                </a:lnTo>
                <a:close/>
              </a:path>
            </a:pathLst>
          </a:custGeom>
          <a:solidFill>
            <a:srgbClr val="FF0000"/>
          </a:solidFill>
        </p:spPr>
        <p:txBody>
          <a:bodyPr wrap="square" lIns="0" tIns="0" rIns="0" bIns="0" rtlCol="0"/>
          <a:lstStyle/>
          <a:p>
            <a:endParaRPr/>
          </a:p>
        </p:txBody>
      </p:sp>
      <p:graphicFrame>
        <p:nvGraphicFramePr>
          <p:cNvPr id="11" name="object 11"/>
          <p:cNvGraphicFramePr>
            <a:graphicFrameLocks noGrp="1"/>
          </p:cNvGraphicFramePr>
          <p:nvPr/>
        </p:nvGraphicFramePr>
        <p:xfrm>
          <a:off x="6060440" y="2746882"/>
          <a:ext cx="2585081" cy="2610356"/>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1314">
                  <a:extLst>
                    <a:ext uri="{9D8B030D-6E8A-4147-A177-3AD203B41FA5}">
                      <a16:colId xmlns:a16="http://schemas.microsoft.com/office/drawing/2014/main" val="20002"/>
                    </a:ext>
                  </a:extLst>
                </a:gridCol>
                <a:gridCol w="377190">
                  <a:extLst>
                    <a:ext uri="{9D8B030D-6E8A-4147-A177-3AD203B41FA5}">
                      <a16:colId xmlns:a16="http://schemas.microsoft.com/office/drawing/2014/main" val="20003"/>
                    </a:ext>
                  </a:extLst>
                </a:gridCol>
                <a:gridCol w="369569">
                  <a:extLst>
                    <a:ext uri="{9D8B030D-6E8A-4147-A177-3AD203B41FA5}">
                      <a16:colId xmlns:a16="http://schemas.microsoft.com/office/drawing/2014/main" val="20004"/>
                    </a:ext>
                  </a:extLst>
                </a:gridCol>
                <a:gridCol w="369569">
                  <a:extLst>
                    <a:ext uri="{9D8B030D-6E8A-4147-A177-3AD203B41FA5}">
                      <a16:colId xmlns:a16="http://schemas.microsoft.com/office/drawing/2014/main" val="20005"/>
                    </a:ext>
                  </a:extLst>
                </a:gridCol>
                <a:gridCol w="369569">
                  <a:extLst>
                    <a:ext uri="{9D8B030D-6E8A-4147-A177-3AD203B41FA5}">
                      <a16:colId xmlns:a16="http://schemas.microsoft.com/office/drawing/2014/main" val="20006"/>
                    </a:ext>
                  </a:extLst>
                </a:gridCol>
              </a:tblGrid>
              <a:tr h="372872">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AFEF"/>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0"/>
                  </a:ext>
                </a:extLst>
              </a:tr>
              <a:tr h="372998">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AFEF"/>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372872">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38100">
                      <a:solidFill>
                        <a:srgbClr val="183DAF"/>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38100">
                      <a:solidFill>
                        <a:srgbClr val="183DAF"/>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r h="372872">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372872">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183DAF"/>
                      </a:solidFill>
                      <a:prstDash val="solid"/>
                    </a:lnR>
                    <a:lnT w="12700">
                      <a:solidFill>
                        <a:srgbClr val="A6A6A6"/>
                      </a:solidFill>
                      <a:prstDash val="solid"/>
                    </a:lnT>
                    <a:lnB w="38100">
                      <a:solidFill>
                        <a:srgbClr val="183DA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183DA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r h="372998">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183DA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5"/>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6"/>
                  </a:ext>
                </a:extLst>
              </a:tr>
            </a:tbl>
          </a:graphicData>
        </a:graphic>
      </p:graphicFrame>
      <p:sp>
        <p:nvSpPr>
          <p:cNvPr id="12" name="object 12"/>
          <p:cNvSpPr/>
          <p:nvPr/>
        </p:nvSpPr>
        <p:spPr>
          <a:xfrm>
            <a:off x="5823203" y="2888742"/>
            <a:ext cx="78105" cy="1080135"/>
          </a:xfrm>
          <a:custGeom>
            <a:avLst/>
            <a:gdLst/>
            <a:ahLst/>
            <a:cxnLst/>
            <a:rect l="l" t="t" r="r" b="b"/>
            <a:pathLst>
              <a:path w="78104" h="1080135">
                <a:moveTo>
                  <a:pt x="25908" y="1002284"/>
                </a:moveTo>
                <a:lnTo>
                  <a:pt x="0" y="1002284"/>
                </a:lnTo>
                <a:lnTo>
                  <a:pt x="38862" y="1080008"/>
                </a:lnTo>
                <a:lnTo>
                  <a:pt x="71247" y="1015238"/>
                </a:lnTo>
                <a:lnTo>
                  <a:pt x="25908" y="1015238"/>
                </a:lnTo>
                <a:lnTo>
                  <a:pt x="25908" y="1002284"/>
                </a:lnTo>
                <a:close/>
              </a:path>
              <a:path w="78104" h="1080135">
                <a:moveTo>
                  <a:pt x="51816" y="0"/>
                </a:moveTo>
                <a:lnTo>
                  <a:pt x="25908" y="0"/>
                </a:lnTo>
                <a:lnTo>
                  <a:pt x="25908" y="1015238"/>
                </a:lnTo>
                <a:lnTo>
                  <a:pt x="51816" y="1015238"/>
                </a:lnTo>
                <a:lnTo>
                  <a:pt x="51816" y="0"/>
                </a:lnTo>
                <a:close/>
              </a:path>
              <a:path w="78104" h="1080135">
                <a:moveTo>
                  <a:pt x="77724" y="1002284"/>
                </a:moveTo>
                <a:lnTo>
                  <a:pt x="51816" y="1002284"/>
                </a:lnTo>
                <a:lnTo>
                  <a:pt x="51816" y="1015238"/>
                </a:lnTo>
                <a:lnTo>
                  <a:pt x="71247" y="1015238"/>
                </a:lnTo>
                <a:lnTo>
                  <a:pt x="77724" y="1002284"/>
                </a:lnTo>
                <a:close/>
              </a:path>
            </a:pathLst>
          </a:custGeom>
          <a:solidFill>
            <a:srgbClr val="FF0000"/>
          </a:solidFill>
        </p:spPr>
        <p:txBody>
          <a:bodyPr wrap="square" lIns="0" tIns="0" rIns="0" bIns="0" rtlCol="0"/>
          <a:lstStyle/>
          <a:p>
            <a:endParaRPr/>
          </a:p>
        </p:txBody>
      </p:sp>
      <p:pic>
        <p:nvPicPr>
          <p:cNvPr id="13" name="object 13"/>
          <p:cNvPicPr/>
          <p:nvPr/>
        </p:nvPicPr>
        <p:blipFill>
          <a:blip r:embed="rId6" cstate="print"/>
          <a:stretch>
            <a:fillRect/>
          </a:stretch>
        </p:blipFill>
        <p:spPr>
          <a:xfrm>
            <a:off x="4460747" y="5183123"/>
            <a:ext cx="738377" cy="160781"/>
          </a:xfrm>
          <a:prstGeom prst="rect">
            <a:avLst/>
          </a:prstGeom>
        </p:spPr>
      </p:pic>
      <p:pic>
        <p:nvPicPr>
          <p:cNvPr id="14" name="object 14"/>
          <p:cNvPicPr/>
          <p:nvPr/>
        </p:nvPicPr>
        <p:blipFill>
          <a:blip r:embed="rId7" cstate="print"/>
          <a:stretch>
            <a:fillRect/>
          </a:stretch>
        </p:blipFill>
        <p:spPr>
          <a:xfrm>
            <a:off x="579119" y="1973579"/>
            <a:ext cx="4370070" cy="1684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2016" y="6524434"/>
            <a:ext cx="62973"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948690" cy="142494"/>
          </a:xfrm>
          <a:prstGeom prst="rect">
            <a:avLst/>
          </a:prstGeom>
        </p:spPr>
      </p:pic>
      <p:pic>
        <p:nvPicPr>
          <p:cNvPr id="7" name="object 7"/>
          <p:cNvPicPr/>
          <p:nvPr/>
        </p:nvPicPr>
        <p:blipFill>
          <a:blip r:embed="rId6" cstate="print"/>
          <a:stretch>
            <a:fillRect/>
          </a:stretch>
        </p:blipFill>
        <p:spPr>
          <a:xfrm>
            <a:off x="710183" y="1865376"/>
            <a:ext cx="3934205" cy="162305"/>
          </a:xfrm>
          <a:prstGeom prst="rect">
            <a:avLst/>
          </a:prstGeom>
        </p:spPr>
      </p:pic>
      <p:sp>
        <p:nvSpPr>
          <p:cNvPr id="8" name="object 8"/>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aphicFrame>
        <p:nvGraphicFramePr>
          <p:cNvPr id="10" name="object 10"/>
          <p:cNvGraphicFramePr>
            <a:graphicFrameLocks noGrp="1"/>
          </p:cNvGraphicFramePr>
          <p:nvPr/>
        </p:nvGraphicFramePr>
        <p:xfrm>
          <a:off x="1523872" y="2753105"/>
          <a:ext cx="2582543" cy="2610355"/>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368934">
                  <a:extLst>
                    <a:ext uri="{9D8B030D-6E8A-4147-A177-3AD203B41FA5}">
                      <a16:colId xmlns:a16="http://schemas.microsoft.com/office/drawing/2014/main" val="20003"/>
                    </a:ext>
                  </a:extLst>
                </a:gridCol>
                <a:gridCol w="368934">
                  <a:extLst>
                    <a:ext uri="{9D8B030D-6E8A-4147-A177-3AD203B41FA5}">
                      <a16:colId xmlns:a16="http://schemas.microsoft.com/office/drawing/2014/main" val="20004"/>
                    </a:ext>
                  </a:extLst>
                </a:gridCol>
                <a:gridCol w="368935">
                  <a:extLst>
                    <a:ext uri="{9D8B030D-6E8A-4147-A177-3AD203B41FA5}">
                      <a16:colId xmlns:a16="http://schemas.microsoft.com/office/drawing/2014/main" val="20005"/>
                    </a:ext>
                  </a:extLst>
                </a:gridCol>
                <a:gridCol w="368935">
                  <a:extLst>
                    <a:ext uri="{9D8B030D-6E8A-4147-A177-3AD203B41FA5}">
                      <a16:colId xmlns:a16="http://schemas.microsoft.com/office/drawing/2014/main" val="20006"/>
                    </a:ext>
                  </a:extLst>
                </a:gridCol>
              </a:tblGrid>
              <a:tr h="372871">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38100">
                      <a:solidFill>
                        <a:srgbClr val="006FC0"/>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12700">
                      <a:solidFill>
                        <a:srgbClr val="A6A6A6"/>
                      </a:solidFill>
                      <a:prstDash val="solid"/>
                    </a:lnR>
                    <a:lnT w="38100">
                      <a:solidFill>
                        <a:srgbClr val="006FC0"/>
                      </a:solidFill>
                      <a:prstDash val="solid"/>
                    </a:lnT>
                    <a:lnB w="12700">
                      <a:solidFill>
                        <a:srgbClr val="A6A6A6"/>
                      </a:solidFill>
                      <a:prstDash val="solid"/>
                    </a:lnB>
                    <a:solidFill>
                      <a:srgbClr val="FFE599"/>
                    </a:solidFill>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AFEF"/>
                      </a:solidFill>
                      <a:prstDash val="solid"/>
                    </a:lnR>
                    <a:lnT w="38100">
                      <a:solidFill>
                        <a:srgbClr val="006FC0"/>
                      </a:solidFill>
                      <a:prstDash val="solid"/>
                    </a:lnT>
                    <a:lnB w="12700">
                      <a:solidFill>
                        <a:srgbClr val="A6A6A6"/>
                      </a:solidFill>
                      <a:prstDash val="solid"/>
                    </a:lnB>
                    <a:solidFill>
                      <a:srgbClr val="FFE599"/>
                    </a:solidFill>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38100">
                      <a:solidFill>
                        <a:srgbClr val="006FC0"/>
                      </a:solidFill>
                      <a:prstDash val="solid"/>
                    </a:lnR>
                    <a:lnT w="38100">
                      <a:solidFill>
                        <a:srgbClr val="006FC0"/>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0"/>
                  </a:ext>
                </a:extLst>
              </a:tr>
              <a:tr h="372999">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38100">
                      <a:solidFill>
                        <a:srgbClr val="006FC0"/>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FFE599"/>
                    </a:solidFill>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AFEF"/>
                      </a:solidFill>
                      <a:prstDash val="solid"/>
                    </a:lnR>
                    <a:lnT w="12700">
                      <a:solidFill>
                        <a:srgbClr val="A6A6A6"/>
                      </a:solidFill>
                      <a:prstDash val="solid"/>
                    </a:lnT>
                    <a:lnB w="12700">
                      <a:solidFill>
                        <a:srgbClr val="A6A6A6"/>
                      </a:solidFill>
                      <a:prstDash val="solid"/>
                    </a:lnB>
                    <a:solidFill>
                      <a:srgbClr val="FFE599"/>
                    </a:solidFill>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38100">
                      <a:solidFill>
                        <a:srgbClr val="006FC0"/>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372872">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38100">
                      <a:solidFill>
                        <a:srgbClr val="006FC0"/>
                      </a:solidFill>
                      <a:prstDash val="solid"/>
                    </a:lnR>
                    <a:lnT w="12700">
                      <a:solidFill>
                        <a:srgbClr val="A6A6A6"/>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12700">
                      <a:solidFill>
                        <a:srgbClr val="A6A6A6"/>
                      </a:solidFill>
                      <a:prstDash val="solid"/>
                    </a:lnR>
                    <a:lnT w="12700">
                      <a:solidFill>
                        <a:srgbClr val="A6A6A6"/>
                      </a:solidFill>
                      <a:prstDash val="solid"/>
                    </a:lnT>
                    <a:lnB w="38100">
                      <a:solidFill>
                        <a:srgbClr val="006FC0"/>
                      </a:solidFill>
                      <a:prstDash val="solid"/>
                    </a:lnB>
                    <a:solidFill>
                      <a:srgbClr val="FFE599"/>
                    </a:solidFill>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AFEF"/>
                      </a:solidFill>
                      <a:prstDash val="solid"/>
                    </a:lnR>
                    <a:lnT w="12700">
                      <a:solidFill>
                        <a:srgbClr val="A6A6A6"/>
                      </a:solidFill>
                      <a:prstDash val="solid"/>
                    </a:lnT>
                    <a:lnB w="38100">
                      <a:solidFill>
                        <a:srgbClr val="006FC0"/>
                      </a:solidFill>
                      <a:prstDash val="solid"/>
                    </a:lnB>
                    <a:solidFill>
                      <a:srgbClr val="FFE599"/>
                    </a:solidFill>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38100">
                      <a:solidFill>
                        <a:srgbClr val="006FC0"/>
                      </a:solidFill>
                      <a:prstDash val="solid"/>
                    </a:lnR>
                    <a:lnT w="12700">
                      <a:solidFill>
                        <a:srgbClr val="A6A6A6"/>
                      </a:solidFill>
                      <a:prstDash val="solid"/>
                    </a:lnT>
                    <a:lnB w="38100">
                      <a:solidFill>
                        <a:srgbClr val="006FC0"/>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6FC0"/>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6FC0"/>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6FC0"/>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372871">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5"/>
                  </a:ext>
                </a:extLst>
              </a:tr>
              <a:tr h="372998">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6"/>
                  </a:ext>
                </a:extLst>
              </a:tr>
            </a:tbl>
          </a:graphicData>
        </a:graphic>
      </p:graphicFrame>
      <p:graphicFrame>
        <p:nvGraphicFramePr>
          <p:cNvPr id="11" name="object 11"/>
          <p:cNvGraphicFramePr>
            <a:graphicFrameLocks noGrp="1"/>
          </p:cNvGraphicFramePr>
          <p:nvPr/>
        </p:nvGraphicFramePr>
        <p:xfrm>
          <a:off x="5876290" y="3135629"/>
          <a:ext cx="1844673" cy="1864486"/>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368934">
                  <a:extLst>
                    <a:ext uri="{9D8B030D-6E8A-4147-A177-3AD203B41FA5}">
                      <a16:colId xmlns:a16="http://schemas.microsoft.com/office/drawing/2014/main" val="20003"/>
                    </a:ext>
                  </a:extLst>
                </a:gridCol>
                <a:gridCol w="368934">
                  <a:extLst>
                    <a:ext uri="{9D8B030D-6E8A-4147-A177-3AD203B41FA5}">
                      <a16:colId xmlns:a16="http://schemas.microsoft.com/office/drawing/2014/main" val="20004"/>
                    </a:ext>
                  </a:extLst>
                </a:gridCol>
              </a:tblGrid>
              <a:tr h="372999">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0"/>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r h="372871">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bl>
          </a:graphicData>
        </a:graphic>
      </p:graphicFrame>
      <p:pic>
        <p:nvPicPr>
          <p:cNvPr id="12" name="object 12"/>
          <p:cNvPicPr/>
          <p:nvPr/>
        </p:nvPicPr>
        <p:blipFill>
          <a:blip r:embed="rId7" cstate="print"/>
          <a:stretch>
            <a:fillRect/>
          </a:stretch>
        </p:blipFill>
        <p:spPr>
          <a:xfrm>
            <a:off x="6658367" y="5113044"/>
            <a:ext cx="293358" cy="137897"/>
          </a:xfrm>
          <a:prstGeom prst="rect">
            <a:avLst/>
          </a:prstGeom>
        </p:spPr>
      </p:pic>
      <p:pic>
        <p:nvPicPr>
          <p:cNvPr id="13" name="object 13"/>
          <p:cNvPicPr/>
          <p:nvPr/>
        </p:nvPicPr>
        <p:blipFill>
          <a:blip r:embed="rId8" cstate="print"/>
          <a:stretch>
            <a:fillRect/>
          </a:stretch>
        </p:blipFill>
        <p:spPr>
          <a:xfrm>
            <a:off x="2688347" y="5481901"/>
            <a:ext cx="288786" cy="139372"/>
          </a:xfrm>
          <a:prstGeom prst="rect">
            <a:avLst/>
          </a:prstGeom>
        </p:spPr>
      </p:pic>
      <p:sp>
        <p:nvSpPr>
          <p:cNvPr id="14" name="object 14"/>
          <p:cNvSpPr/>
          <p:nvPr/>
        </p:nvSpPr>
        <p:spPr>
          <a:xfrm>
            <a:off x="1639061" y="2598420"/>
            <a:ext cx="1080135" cy="78105"/>
          </a:xfrm>
          <a:custGeom>
            <a:avLst/>
            <a:gdLst/>
            <a:ahLst/>
            <a:cxnLst/>
            <a:rect l="l" t="t" r="r" b="b"/>
            <a:pathLst>
              <a:path w="1080135" h="78105">
                <a:moveTo>
                  <a:pt x="1002283" y="0"/>
                </a:moveTo>
                <a:lnTo>
                  <a:pt x="1002283" y="77724"/>
                </a:lnTo>
                <a:lnTo>
                  <a:pt x="1054100" y="51815"/>
                </a:lnTo>
                <a:lnTo>
                  <a:pt x="1015238" y="51815"/>
                </a:lnTo>
                <a:lnTo>
                  <a:pt x="1015238" y="25907"/>
                </a:lnTo>
                <a:lnTo>
                  <a:pt x="1054099" y="25907"/>
                </a:lnTo>
                <a:lnTo>
                  <a:pt x="1002283" y="0"/>
                </a:lnTo>
                <a:close/>
              </a:path>
              <a:path w="1080135" h="78105">
                <a:moveTo>
                  <a:pt x="1002283" y="25907"/>
                </a:moveTo>
                <a:lnTo>
                  <a:pt x="0" y="25907"/>
                </a:lnTo>
                <a:lnTo>
                  <a:pt x="0" y="51815"/>
                </a:lnTo>
                <a:lnTo>
                  <a:pt x="1002283" y="51815"/>
                </a:lnTo>
                <a:lnTo>
                  <a:pt x="1002283" y="25907"/>
                </a:lnTo>
                <a:close/>
              </a:path>
              <a:path w="1080135" h="78105">
                <a:moveTo>
                  <a:pt x="1054099" y="25907"/>
                </a:moveTo>
                <a:lnTo>
                  <a:pt x="1015238" y="25907"/>
                </a:lnTo>
                <a:lnTo>
                  <a:pt x="1015238" y="51815"/>
                </a:lnTo>
                <a:lnTo>
                  <a:pt x="1054100" y="51815"/>
                </a:lnTo>
                <a:lnTo>
                  <a:pt x="1080008" y="38862"/>
                </a:lnTo>
                <a:lnTo>
                  <a:pt x="1054099" y="25907"/>
                </a:lnTo>
                <a:close/>
              </a:path>
            </a:pathLst>
          </a:custGeom>
          <a:solidFill>
            <a:srgbClr val="FF0000"/>
          </a:solidFill>
        </p:spPr>
        <p:txBody>
          <a:bodyPr wrap="square" lIns="0" tIns="0" rIns="0" bIns="0" rtlCol="0"/>
          <a:lstStyle/>
          <a:p>
            <a:endParaRPr/>
          </a:p>
        </p:txBody>
      </p:sp>
      <p:pic>
        <p:nvPicPr>
          <p:cNvPr id="15" name="object 15"/>
          <p:cNvPicPr/>
          <p:nvPr/>
        </p:nvPicPr>
        <p:blipFill>
          <a:blip r:embed="rId9" cstate="print"/>
          <a:stretch>
            <a:fillRect/>
          </a:stretch>
        </p:blipFill>
        <p:spPr>
          <a:xfrm>
            <a:off x="4494276" y="5430011"/>
            <a:ext cx="671322" cy="159257"/>
          </a:xfrm>
          <a:prstGeom prst="rect">
            <a:avLst/>
          </a:prstGeom>
        </p:spPr>
      </p:pic>
      <p:pic>
        <p:nvPicPr>
          <p:cNvPr id="16" name="object 16"/>
          <p:cNvPicPr/>
          <p:nvPr/>
        </p:nvPicPr>
        <p:blipFill>
          <a:blip r:embed="rId10" cstate="print"/>
          <a:stretch>
            <a:fillRect/>
          </a:stretch>
        </p:blipFill>
        <p:spPr>
          <a:xfrm>
            <a:off x="4846320" y="3931920"/>
            <a:ext cx="429767" cy="2834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09652" y="6524434"/>
            <a:ext cx="35337"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948690" cy="142494"/>
          </a:xfrm>
          <a:prstGeom prst="rect">
            <a:avLst/>
          </a:prstGeom>
        </p:spPr>
      </p:pic>
      <p:pic>
        <p:nvPicPr>
          <p:cNvPr id="7" name="object 7"/>
          <p:cNvPicPr/>
          <p:nvPr/>
        </p:nvPicPr>
        <p:blipFill>
          <a:blip r:embed="rId6" cstate="print"/>
          <a:stretch>
            <a:fillRect/>
          </a:stretch>
        </p:blipFill>
        <p:spPr>
          <a:xfrm>
            <a:off x="710183" y="1865376"/>
            <a:ext cx="3934205" cy="162305"/>
          </a:xfrm>
          <a:prstGeom prst="rect">
            <a:avLst/>
          </a:prstGeom>
        </p:spPr>
      </p:pic>
      <p:sp>
        <p:nvSpPr>
          <p:cNvPr id="8" name="object 8"/>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aphicFrame>
        <p:nvGraphicFramePr>
          <p:cNvPr id="10" name="object 10"/>
          <p:cNvGraphicFramePr>
            <a:graphicFrameLocks noGrp="1"/>
          </p:cNvGraphicFramePr>
          <p:nvPr/>
        </p:nvGraphicFramePr>
        <p:xfrm>
          <a:off x="1523872" y="2753105"/>
          <a:ext cx="2582543" cy="2610355"/>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368934">
                  <a:extLst>
                    <a:ext uri="{9D8B030D-6E8A-4147-A177-3AD203B41FA5}">
                      <a16:colId xmlns:a16="http://schemas.microsoft.com/office/drawing/2014/main" val="20003"/>
                    </a:ext>
                  </a:extLst>
                </a:gridCol>
                <a:gridCol w="368934">
                  <a:extLst>
                    <a:ext uri="{9D8B030D-6E8A-4147-A177-3AD203B41FA5}">
                      <a16:colId xmlns:a16="http://schemas.microsoft.com/office/drawing/2014/main" val="20004"/>
                    </a:ext>
                  </a:extLst>
                </a:gridCol>
                <a:gridCol w="368935">
                  <a:extLst>
                    <a:ext uri="{9D8B030D-6E8A-4147-A177-3AD203B41FA5}">
                      <a16:colId xmlns:a16="http://schemas.microsoft.com/office/drawing/2014/main" val="20005"/>
                    </a:ext>
                  </a:extLst>
                </a:gridCol>
                <a:gridCol w="368935">
                  <a:extLst>
                    <a:ext uri="{9D8B030D-6E8A-4147-A177-3AD203B41FA5}">
                      <a16:colId xmlns:a16="http://schemas.microsoft.com/office/drawing/2014/main" val="20006"/>
                    </a:ext>
                  </a:extLst>
                </a:gridCol>
              </a:tblGrid>
              <a:tr h="372871">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6FC0"/>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38100">
                      <a:solidFill>
                        <a:srgbClr val="00AFEF"/>
                      </a:solidFill>
                      <a:prstDash val="solid"/>
                    </a:lnR>
                    <a:lnT w="38100">
                      <a:solidFill>
                        <a:srgbClr val="006FC0"/>
                      </a:solidFill>
                      <a:prstDash val="solid"/>
                    </a:lnT>
                    <a:lnB w="12700">
                      <a:solidFill>
                        <a:srgbClr val="A6A6A6"/>
                      </a:solidFill>
                      <a:prstDash val="solid"/>
                    </a:lnB>
                    <a:solidFill>
                      <a:srgbClr val="FFE599"/>
                    </a:solidFill>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38100">
                      <a:solidFill>
                        <a:srgbClr val="006FC0"/>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6FC0"/>
                      </a:solidFill>
                      <a:prstDash val="solid"/>
                    </a:lnR>
                    <a:lnT w="38100">
                      <a:solidFill>
                        <a:srgbClr val="006FC0"/>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0"/>
                  </a:ext>
                </a:extLst>
              </a:tr>
              <a:tr h="372999">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6FC0"/>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38100">
                      <a:solidFill>
                        <a:srgbClr val="00AFEF"/>
                      </a:solidFill>
                      <a:prstDash val="solid"/>
                    </a:lnR>
                    <a:lnT w="12700">
                      <a:solidFill>
                        <a:srgbClr val="A6A6A6"/>
                      </a:solidFill>
                      <a:prstDash val="solid"/>
                    </a:lnT>
                    <a:lnB w="12700">
                      <a:solidFill>
                        <a:srgbClr val="A6A6A6"/>
                      </a:solidFill>
                      <a:prstDash val="solid"/>
                    </a:lnB>
                    <a:solidFill>
                      <a:srgbClr val="FFE599"/>
                    </a:solidFill>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6FC0"/>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364363">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6FC0"/>
                      </a:solidFill>
                      <a:prstDash val="solid"/>
                    </a:lnR>
                    <a:lnT w="12700">
                      <a:solidFill>
                        <a:srgbClr val="A6A6A6"/>
                      </a:solidFill>
                      <a:prstDash val="solid"/>
                    </a:lnT>
                    <a:lnB w="38100">
                      <a:solidFill>
                        <a:srgbClr val="00AFEF"/>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38100">
                      <a:solidFill>
                        <a:srgbClr val="00AFEF"/>
                      </a:solidFill>
                      <a:prstDash val="solid"/>
                    </a:lnR>
                    <a:lnT w="12700">
                      <a:solidFill>
                        <a:srgbClr val="A6A6A6"/>
                      </a:solidFill>
                      <a:prstDash val="solid"/>
                    </a:lnT>
                    <a:lnB w="38100">
                      <a:solidFill>
                        <a:srgbClr val="006FC0"/>
                      </a:solidFill>
                      <a:prstDash val="solid"/>
                    </a:lnB>
                    <a:solidFill>
                      <a:srgbClr val="FFE599"/>
                    </a:solidFill>
                  </a:tcPr>
                </a:tc>
                <a:tc>
                  <a:txBody>
                    <a:bodyPr/>
                    <a:lstStyle/>
                    <a:p>
                      <a:pPr>
                        <a:lnSpc>
                          <a:spcPct val="100000"/>
                        </a:lnSpc>
                      </a:pPr>
                      <a:endParaRPr sz="1700">
                        <a:latin typeface="Times New Roman"/>
                        <a:cs typeface="Times New Roman"/>
                      </a:endParaRPr>
                    </a:p>
                  </a:txBody>
                  <a:tcPr marL="0" marR="0" marT="0" marB="0">
                    <a:lnL w="38100">
                      <a:solidFill>
                        <a:srgbClr val="00AFEF"/>
                      </a:solidFill>
                      <a:prstDash val="solid"/>
                    </a:lnL>
                    <a:lnR w="12700">
                      <a:solidFill>
                        <a:srgbClr val="A6A6A6"/>
                      </a:solidFill>
                      <a:prstDash val="solid"/>
                    </a:lnR>
                    <a:lnT w="12700">
                      <a:solidFill>
                        <a:srgbClr val="A6A6A6"/>
                      </a:solidFill>
                      <a:prstDash val="solid"/>
                    </a:lnT>
                    <a:lnB w="38100">
                      <a:solidFill>
                        <a:srgbClr val="006FC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38100">
                      <a:solidFill>
                        <a:srgbClr val="006FC0"/>
                      </a:solidFill>
                      <a:prstDash val="solid"/>
                    </a:lnR>
                    <a:lnT w="12700">
                      <a:solidFill>
                        <a:srgbClr val="A6A6A6"/>
                      </a:solidFill>
                      <a:prstDash val="solid"/>
                    </a:lnT>
                    <a:lnB w="38100">
                      <a:solidFill>
                        <a:srgbClr val="006FC0"/>
                      </a:solidFill>
                      <a:prstDash val="solid"/>
                    </a:lnB>
                  </a:tcPr>
                </a:tc>
                <a:tc>
                  <a:txBody>
                    <a:bodyPr/>
                    <a:lstStyle/>
                    <a:p>
                      <a:pPr>
                        <a:lnSpc>
                          <a:spcPct val="100000"/>
                        </a:lnSpc>
                      </a:pPr>
                      <a:endParaRPr sz="1700">
                        <a:latin typeface="Times New Roman"/>
                        <a:cs typeface="Times New Roman"/>
                      </a:endParaRPr>
                    </a:p>
                  </a:txBody>
                  <a:tcPr marL="0" marR="0" marT="0" marB="0">
                    <a:lnL w="38100">
                      <a:solidFill>
                        <a:srgbClr val="006FC0"/>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r h="381381">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AFEF"/>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6FC0"/>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6FC0"/>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6FC0"/>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372871">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5"/>
                  </a:ext>
                </a:extLst>
              </a:tr>
              <a:tr h="372998">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6"/>
                  </a:ext>
                </a:extLst>
              </a:tr>
            </a:tbl>
          </a:graphicData>
        </a:graphic>
      </p:graphicFrame>
      <p:graphicFrame>
        <p:nvGraphicFramePr>
          <p:cNvPr id="11" name="object 11"/>
          <p:cNvGraphicFramePr>
            <a:graphicFrameLocks noGrp="1"/>
          </p:cNvGraphicFramePr>
          <p:nvPr/>
        </p:nvGraphicFramePr>
        <p:xfrm>
          <a:off x="6002654" y="3497453"/>
          <a:ext cx="1106805" cy="1118742"/>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tblGrid>
              <a:tr h="372872">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0"/>
                  </a:ext>
                </a:extLst>
              </a:tr>
              <a:tr h="372999">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372871">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bl>
          </a:graphicData>
        </a:graphic>
      </p:graphicFrame>
      <p:pic>
        <p:nvPicPr>
          <p:cNvPr id="12" name="object 12"/>
          <p:cNvPicPr/>
          <p:nvPr/>
        </p:nvPicPr>
        <p:blipFill>
          <a:blip r:embed="rId7" cstate="print"/>
          <a:stretch>
            <a:fillRect/>
          </a:stretch>
        </p:blipFill>
        <p:spPr>
          <a:xfrm>
            <a:off x="6414527" y="4741188"/>
            <a:ext cx="297930" cy="137897"/>
          </a:xfrm>
          <a:prstGeom prst="rect">
            <a:avLst/>
          </a:prstGeom>
        </p:spPr>
      </p:pic>
      <p:pic>
        <p:nvPicPr>
          <p:cNvPr id="13" name="object 13"/>
          <p:cNvPicPr/>
          <p:nvPr/>
        </p:nvPicPr>
        <p:blipFill>
          <a:blip r:embed="rId8" cstate="print"/>
          <a:stretch>
            <a:fillRect/>
          </a:stretch>
        </p:blipFill>
        <p:spPr>
          <a:xfrm>
            <a:off x="2691395" y="5481901"/>
            <a:ext cx="288786" cy="139372"/>
          </a:xfrm>
          <a:prstGeom prst="rect">
            <a:avLst/>
          </a:prstGeom>
        </p:spPr>
      </p:pic>
      <p:sp>
        <p:nvSpPr>
          <p:cNvPr id="14" name="object 14"/>
          <p:cNvSpPr/>
          <p:nvPr/>
        </p:nvSpPr>
        <p:spPr>
          <a:xfrm>
            <a:off x="1639062" y="2598419"/>
            <a:ext cx="1080135" cy="78105"/>
          </a:xfrm>
          <a:custGeom>
            <a:avLst/>
            <a:gdLst/>
            <a:ahLst/>
            <a:cxnLst/>
            <a:rect l="l" t="t" r="r" b="b"/>
            <a:pathLst>
              <a:path w="1080135" h="78105">
                <a:moveTo>
                  <a:pt x="1080008" y="38862"/>
                </a:moveTo>
                <a:lnTo>
                  <a:pt x="1054087" y="25908"/>
                </a:lnTo>
                <a:lnTo>
                  <a:pt x="1002284" y="0"/>
                </a:lnTo>
                <a:lnTo>
                  <a:pt x="1002284" y="25908"/>
                </a:lnTo>
                <a:lnTo>
                  <a:pt x="0" y="25908"/>
                </a:lnTo>
                <a:lnTo>
                  <a:pt x="0" y="51816"/>
                </a:lnTo>
                <a:lnTo>
                  <a:pt x="1002284" y="51816"/>
                </a:lnTo>
                <a:lnTo>
                  <a:pt x="1002284" y="77724"/>
                </a:lnTo>
                <a:lnTo>
                  <a:pt x="1054100" y="51816"/>
                </a:lnTo>
                <a:lnTo>
                  <a:pt x="1080008" y="38862"/>
                </a:lnTo>
                <a:close/>
              </a:path>
            </a:pathLst>
          </a:custGeom>
          <a:solidFill>
            <a:srgbClr val="FF0000"/>
          </a:solidFill>
        </p:spPr>
        <p:txBody>
          <a:bodyPr wrap="square" lIns="0" tIns="0" rIns="0" bIns="0" rtlCol="0"/>
          <a:lstStyle/>
          <a:p>
            <a:endParaRPr/>
          </a:p>
        </p:txBody>
      </p:sp>
      <p:pic>
        <p:nvPicPr>
          <p:cNvPr id="15" name="object 15"/>
          <p:cNvPicPr/>
          <p:nvPr/>
        </p:nvPicPr>
        <p:blipFill>
          <a:blip r:embed="rId9" cstate="print"/>
          <a:stretch>
            <a:fillRect/>
          </a:stretch>
        </p:blipFill>
        <p:spPr>
          <a:xfrm>
            <a:off x="4460747" y="5430011"/>
            <a:ext cx="738377" cy="159257"/>
          </a:xfrm>
          <a:prstGeom prst="rect">
            <a:avLst/>
          </a:prstGeom>
        </p:spPr>
      </p:pic>
      <p:pic>
        <p:nvPicPr>
          <p:cNvPr id="16" name="object 16"/>
          <p:cNvPicPr/>
          <p:nvPr/>
        </p:nvPicPr>
        <p:blipFill>
          <a:blip r:embed="rId10" cstate="print"/>
          <a:stretch>
            <a:fillRect/>
          </a:stretch>
        </p:blipFill>
        <p:spPr>
          <a:xfrm>
            <a:off x="4846320" y="3931920"/>
            <a:ext cx="429767" cy="2834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1798" y="6524434"/>
            <a:ext cx="60143"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948690" cy="142494"/>
          </a:xfrm>
          <a:prstGeom prst="rect">
            <a:avLst/>
          </a:prstGeom>
        </p:spPr>
      </p:pic>
      <p:pic>
        <p:nvPicPr>
          <p:cNvPr id="7" name="object 7"/>
          <p:cNvPicPr/>
          <p:nvPr/>
        </p:nvPicPr>
        <p:blipFill>
          <a:blip r:embed="rId6" cstate="print"/>
          <a:stretch>
            <a:fillRect/>
          </a:stretch>
        </p:blipFill>
        <p:spPr>
          <a:xfrm>
            <a:off x="710183" y="1865376"/>
            <a:ext cx="5218938" cy="162305"/>
          </a:xfrm>
          <a:prstGeom prst="rect">
            <a:avLst/>
          </a:prstGeom>
        </p:spPr>
      </p:pic>
      <p:sp>
        <p:nvSpPr>
          <p:cNvPr id="8" name="object 8"/>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pic>
        <p:nvPicPr>
          <p:cNvPr id="10" name="object 10"/>
          <p:cNvPicPr/>
          <p:nvPr/>
        </p:nvPicPr>
        <p:blipFill>
          <a:blip r:embed="rId7" cstate="print"/>
          <a:stretch>
            <a:fillRect/>
          </a:stretch>
        </p:blipFill>
        <p:spPr>
          <a:xfrm>
            <a:off x="2753926" y="2677692"/>
            <a:ext cx="296359" cy="137897"/>
          </a:xfrm>
          <a:prstGeom prst="rect">
            <a:avLst/>
          </a:prstGeom>
        </p:spPr>
      </p:pic>
      <p:graphicFrame>
        <p:nvGraphicFramePr>
          <p:cNvPr id="11" name="object 11"/>
          <p:cNvGraphicFramePr>
            <a:graphicFrameLocks noGrp="1"/>
          </p:cNvGraphicFramePr>
          <p:nvPr/>
        </p:nvGraphicFramePr>
        <p:xfrm>
          <a:off x="5939028" y="3339084"/>
          <a:ext cx="1479549" cy="1489645"/>
        </p:xfrm>
        <a:graphic>
          <a:graphicData uri="http://schemas.openxmlformats.org/drawingml/2006/table">
            <a:tbl>
              <a:tblPr firstRow="1" bandRow="1">
                <a:tableStyleId>{2D5ABB26-0587-4C30-8999-92F81FD0307C}</a:tableStyleId>
              </a:tblPr>
              <a:tblGrid>
                <a:gridCol w="366395">
                  <a:extLst>
                    <a:ext uri="{9D8B030D-6E8A-4147-A177-3AD203B41FA5}">
                      <a16:colId xmlns:a16="http://schemas.microsoft.com/office/drawing/2014/main" val="20000"/>
                    </a:ext>
                  </a:extLst>
                </a:gridCol>
                <a:gridCol w="380364">
                  <a:extLst>
                    <a:ext uri="{9D8B030D-6E8A-4147-A177-3AD203B41FA5}">
                      <a16:colId xmlns:a16="http://schemas.microsoft.com/office/drawing/2014/main" val="20001"/>
                    </a:ext>
                  </a:extLst>
                </a:gridCol>
                <a:gridCol w="367665">
                  <a:extLst>
                    <a:ext uri="{9D8B030D-6E8A-4147-A177-3AD203B41FA5}">
                      <a16:colId xmlns:a16="http://schemas.microsoft.com/office/drawing/2014/main" val="20002"/>
                    </a:ext>
                  </a:extLst>
                </a:gridCol>
                <a:gridCol w="365125">
                  <a:extLst>
                    <a:ext uri="{9D8B030D-6E8A-4147-A177-3AD203B41FA5}">
                      <a16:colId xmlns:a16="http://schemas.microsoft.com/office/drawing/2014/main" val="20003"/>
                    </a:ext>
                  </a:extLst>
                </a:gridCol>
              </a:tblGrid>
              <a:tr h="371856">
                <a:tc>
                  <a:txBody>
                    <a:bodyPr/>
                    <a:lstStyle/>
                    <a:p>
                      <a:pPr>
                        <a:lnSpc>
                          <a:spcPct val="100000"/>
                        </a:lnSpc>
                      </a:pPr>
                      <a:endParaRPr sz="1600">
                        <a:latin typeface="Times New Roman"/>
                        <a:cs typeface="Times New Roman"/>
                      </a:endParaRPr>
                    </a:p>
                  </a:txBody>
                  <a:tcPr marL="0" marR="0" marT="0" marB="0">
                    <a:lnL w="38100">
                      <a:solidFill>
                        <a:srgbClr val="FF0000"/>
                      </a:solidFill>
                      <a:prstDash val="solid"/>
                    </a:lnL>
                    <a:lnR w="12700">
                      <a:solidFill>
                        <a:srgbClr val="A6A6A6"/>
                      </a:solidFill>
                      <a:prstDash val="solid"/>
                    </a:lnR>
                    <a:lnT w="38100">
                      <a:solidFill>
                        <a:srgbClr val="FF0000"/>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FF0000"/>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FF0000"/>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38100">
                      <a:solidFill>
                        <a:srgbClr val="FF0000"/>
                      </a:solidFill>
                      <a:prstDash val="solid"/>
                    </a:lnR>
                    <a:lnT w="38100">
                      <a:solidFill>
                        <a:srgbClr val="FF0000"/>
                      </a:solidFill>
                      <a:prstDash val="solid"/>
                    </a:lnT>
                    <a:lnB w="12700">
                      <a:solidFill>
                        <a:srgbClr val="A6A6A6"/>
                      </a:solidFill>
                      <a:prstDash val="solid"/>
                    </a:lnB>
                    <a:solidFill>
                      <a:srgbClr val="E5E5E5"/>
                    </a:solidFill>
                  </a:tcPr>
                </a:tc>
                <a:extLst>
                  <a:ext uri="{0D108BD9-81ED-4DB2-BD59-A6C34878D82A}">
                    <a16:rowId xmlns:a16="http://schemas.microsoft.com/office/drawing/2014/main" val="10000"/>
                  </a:ext>
                </a:extLst>
              </a:tr>
              <a:tr h="372999">
                <a:tc>
                  <a:txBody>
                    <a:bodyPr/>
                    <a:lstStyle/>
                    <a:p>
                      <a:pPr>
                        <a:lnSpc>
                          <a:spcPct val="100000"/>
                        </a:lnSpc>
                      </a:pPr>
                      <a:endParaRPr sz="1600">
                        <a:latin typeface="Times New Roman"/>
                        <a:cs typeface="Times New Roman"/>
                      </a:endParaRPr>
                    </a:p>
                  </a:txBody>
                  <a:tcPr marL="0" marR="0" marT="0" marB="0">
                    <a:lnL w="38100">
                      <a:solidFill>
                        <a:srgbClr val="FF0000"/>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38100">
                      <a:solidFill>
                        <a:srgbClr val="FF0000"/>
                      </a:solidFill>
                      <a:prstDash val="solid"/>
                    </a:lnR>
                    <a:lnT w="12700">
                      <a:solidFill>
                        <a:srgbClr val="A6A6A6"/>
                      </a:solidFill>
                      <a:prstDash val="solid"/>
                    </a:lnT>
                    <a:lnB w="12700">
                      <a:solidFill>
                        <a:srgbClr val="A6A6A6"/>
                      </a:solidFill>
                      <a:prstDash val="solid"/>
                    </a:lnB>
                    <a:solidFill>
                      <a:srgbClr val="E5E5E5"/>
                    </a:solidFill>
                  </a:tcPr>
                </a:tc>
                <a:extLst>
                  <a:ext uri="{0D108BD9-81ED-4DB2-BD59-A6C34878D82A}">
                    <a16:rowId xmlns:a16="http://schemas.microsoft.com/office/drawing/2014/main" val="10001"/>
                  </a:ext>
                </a:extLst>
              </a:tr>
              <a:tr h="365632">
                <a:tc>
                  <a:txBody>
                    <a:bodyPr/>
                    <a:lstStyle/>
                    <a:p>
                      <a:pPr>
                        <a:lnSpc>
                          <a:spcPct val="100000"/>
                        </a:lnSpc>
                      </a:pPr>
                      <a:endParaRPr sz="1600">
                        <a:latin typeface="Times New Roman"/>
                        <a:cs typeface="Times New Roman"/>
                      </a:endParaRPr>
                    </a:p>
                  </a:txBody>
                  <a:tcPr marL="0" marR="0" marT="0" marB="0">
                    <a:lnL w="38100">
                      <a:solidFill>
                        <a:srgbClr val="FF0000"/>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38100">
                      <a:solidFill>
                        <a:srgbClr val="FF0000"/>
                      </a:solidFill>
                      <a:prstDash val="solid"/>
                    </a:lnR>
                    <a:lnT w="12700">
                      <a:solidFill>
                        <a:srgbClr val="A6A6A6"/>
                      </a:solidFill>
                      <a:prstDash val="solid"/>
                    </a:lnT>
                    <a:lnB w="12700">
                      <a:solidFill>
                        <a:srgbClr val="A6A6A6"/>
                      </a:solidFill>
                      <a:prstDash val="solid"/>
                    </a:lnB>
                    <a:solidFill>
                      <a:srgbClr val="E5E5E5"/>
                    </a:solidFill>
                  </a:tcPr>
                </a:tc>
                <a:extLst>
                  <a:ext uri="{0D108BD9-81ED-4DB2-BD59-A6C34878D82A}">
                    <a16:rowId xmlns:a16="http://schemas.microsoft.com/office/drawing/2014/main" val="10002"/>
                  </a:ext>
                </a:extLst>
              </a:tr>
              <a:tr h="379158">
                <a:tc>
                  <a:txBody>
                    <a:bodyPr/>
                    <a:lstStyle/>
                    <a:p>
                      <a:pPr>
                        <a:lnSpc>
                          <a:spcPct val="100000"/>
                        </a:lnSpc>
                      </a:pPr>
                      <a:endParaRPr sz="1600">
                        <a:latin typeface="Times New Roman"/>
                        <a:cs typeface="Times New Roman"/>
                      </a:endParaRPr>
                    </a:p>
                  </a:txBody>
                  <a:tcPr marL="0" marR="0" marT="0" marB="0">
                    <a:lnL w="38100">
                      <a:solidFill>
                        <a:srgbClr val="FF0000"/>
                      </a:solidFill>
                      <a:prstDash val="solid"/>
                    </a:lnL>
                    <a:lnR w="12700">
                      <a:solidFill>
                        <a:srgbClr val="A6A6A6"/>
                      </a:solidFill>
                      <a:prstDash val="solid"/>
                    </a:lnR>
                    <a:lnT w="12700">
                      <a:solidFill>
                        <a:srgbClr val="A6A6A6"/>
                      </a:solidFill>
                      <a:prstDash val="solid"/>
                    </a:lnT>
                    <a:lnB w="53975">
                      <a:solidFill>
                        <a:srgbClr val="FF0000"/>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53975">
                      <a:solidFill>
                        <a:srgbClr val="FF0000"/>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53975">
                      <a:solidFill>
                        <a:srgbClr val="FF0000"/>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38100">
                      <a:solidFill>
                        <a:srgbClr val="FF0000"/>
                      </a:solidFill>
                      <a:prstDash val="solid"/>
                    </a:lnR>
                    <a:lnT w="12700">
                      <a:solidFill>
                        <a:srgbClr val="A6A6A6"/>
                      </a:solidFill>
                      <a:prstDash val="solid"/>
                    </a:lnT>
                    <a:lnB w="53975">
                      <a:solidFill>
                        <a:srgbClr val="FF0000"/>
                      </a:solidFill>
                      <a:prstDash val="solid"/>
                    </a:lnB>
                    <a:solidFill>
                      <a:srgbClr val="E5E5E5"/>
                    </a:solidFill>
                  </a:tcPr>
                </a:tc>
                <a:extLst>
                  <a:ext uri="{0D108BD9-81ED-4DB2-BD59-A6C34878D82A}">
                    <a16:rowId xmlns:a16="http://schemas.microsoft.com/office/drawing/2014/main" val="10003"/>
                  </a:ext>
                </a:extLst>
              </a:tr>
            </a:tbl>
          </a:graphicData>
        </a:graphic>
      </p:graphicFrame>
      <p:graphicFrame>
        <p:nvGraphicFramePr>
          <p:cNvPr id="12" name="object 12"/>
          <p:cNvGraphicFramePr>
            <a:graphicFrameLocks noGrp="1"/>
          </p:cNvGraphicFramePr>
          <p:nvPr/>
        </p:nvGraphicFramePr>
        <p:xfrm>
          <a:off x="1777364" y="2960877"/>
          <a:ext cx="2217418" cy="2237484"/>
        </p:xfrm>
        <a:graphic>
          <a:graphicData uri="http://schemas.openxmlformats.org/drawingml/2006/table">
            <a:tbl>
              <a:tblPr firstRow="1" bandRow="1">
                <a:tableStyleId>{2D5ABB26-0587-4C30-8999-92F81FD0307C}</a:tableStyleId>
              </a:tblPr>
              <a:tblGrid>
                <a:gridCol w="367030">
                  <a:extLst>
                    <a:ext uri="{9D8B030D-6E8A-4147-A177-3AD203B41FA5}">
                      <a16:colId xmlns:a16="http://schemas.microsoft.com/office/drawing/2014/main" val="20000"/>
                    </a:ext>
                  </a:extLst>
                </a:gridCol>
                <a:gridCol w="371475">
                  <a:extLst>
                    <a:ext uri="{9D8B030D-6E8A-4147-A177-3AD203B41FA5}">
                      <a16:colId xmlns:a16="http://schemas.microsoft.com/office/drawing/2014/main" val="20001"/>
                    </a:ext>
                  </a:extLst>
                </a:gridCol>
                <a:gridCol w="369570">
                  <a:extLst>
                    <a:ext uri="{9D8B030D-6E8A-4147-A177-3AD203B41FA5}">
                      <a16:colId xmlns:a16="http://schemas.microsoft.com/office/drawing/2014/main" val="20002"/>
                    </a:ext>
                  </a:extLst>
                </a:gridCol>
                <a:gridCol w="369569">
                  <a:extLst>
                    <a:ext uri="{9D8B030D-6E8A-4147-A177-3AD203B41FA5}">
                      <a16:colId xmlns:a16="http://schemas.microsoft.com/office/drawing/2014/main" val="20003"/>
                    </a:ext>
                  </a:extLst>
                </a:gridCol>
                <a:gridCol w="372744">
                  <a:extLst>
                    <a:ext uri="{9D8B030D-6E8A-4147-A177-3AD203B41FA5}">
                      <a16:colId xmlns:a16="http://schemas.microsoft.com/office/drawing/2014/main" val="20004"/>
                    </a:ext>
                  </a:extLst>
                </a:gridCol>
                <a:gridCol w="367030">
                  <a:extLst>
                    <a:ext uri="{9D8B030D-6E8A-4147-A177-3AD203B41FA5}">
                      <a16:colId xmlns:a16="http://schemas.microsoft.com/office/drawing/2014/main" val="20005"/>
                    </a:ext>
                  </a:extLst>
                </a:gridCol>
              </a:tblGrid>
              <a:tr h="378206">
                <a:tc>
                  <a:txBody>
                    <a:bodyPr/>
                    <a:lstStyle/>
                    <a:p>
                      <a:pPr marL="1270"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38100">
                      <a:solidFill>
                        <a:srgbClr val="006FC0"/>
                      </a:solidFill>
                      <a:prstDash val="solid"/>
                    </a:lnL>
                    <a:lnR w="12700">
                      <a:solidFill>
                        <a:srgbClr val="A6A6A6"/>
                      </a:solidFill>
                      <a:prstDash val="solid"/>
                    </a:lnR>
                    <a:lnT w="38100">
                      <a:solidFill>
                        <a:srgbClr val="006FC0"/>
                      </a:solidFill>
                      <a:prstDash val="solid"/>
                    </a:lnT>
                    <a:lnB w="12700">
                      <a:solidFill>
                        <a:srgbClr val="A6A6A6"/>
                      </a:solidFill>
                      <a:prstDash val="solid"/>
                    </a:lnB>
                  </a:tcPr>
                </a:tc>
                <a:tc>
                  <a:txBody>
                    <a:bodyPr/>
                    <a:lstStyle/>
                    <a:p>
                      <a:pPr marL="1270"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12700">
                      <a:solidFill>
                        <a:srgbClr val="A6A6A6"/>
                      </a:solidFill>
                      <a:prstDash val="solid"/>
                    </a:lnL>
                    <a:lnR w="12700">
                      <a:solidFill>
                        <a:srgbClr val="A6A6A6"/>
                      </a:solidFill>
                      <a:prstDash val="solid"/>
                    </a:lnR>
                    <a:lnT w="38100">
                      <a:solidFill>
                        <a:srgbClr val="006FC0"/>
                      </a:solidFill>
                      <a:prstDash val="solid"/>
                    </a:lnT>
                    <a:lnB w="38100">
                      <a:solidFill>
                        <a:srgbClr val="FF0000"/>
                      </a:solidFill>
                      <a:prstDash val="solid"/>
                    </a:lnB>
                  </a:tcPr>
                </a:tc>
                <a:tc>
                  <a:txBody>
                    <a:bodyPr/>
                    <a:lstStyle/>
                    <a:p>
                      <a:pPr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12700">
                      <a:solidFill>
                        <a:srgbClr val="A6A6A6"/>
                      </a:solidFill>
                      <a:prstDash val="solid"/>
                    </a:lnL>
                    <a:lnR w="38100">
                      <a:solidFill>
                        <a:srgbClr val="006FC0"/>
                      </a:solidFill>
                      <a:prstDash val="solid"/>
                    </a:lnR>
                    <a:lnT w="38100">
                      <a:solidFill>
                        <a:srgbClr val="006FC0"/>
                      </a:solidFill>
                      <a:prstDash val="solid"/>
                    </a:lnT>
                    <a:lnB w="38100">
                      <a:solidFill>
                        <a:srgbClr val="FF0000"/>
                      </a:solidFill>
                      <a:prstDash val="solid"/>
                    </a:lnB>
                  </a:tcPr>
                </a:tc>
                <a:tc>
                  <a:txBody>
                    <a:bodyPr/>
                    <a:lstStyle/>
                    <a:p>
                      <a:pPr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38100">
                      <a:solidFill>
                        <a:srgbClr val="006FC0"/>
                      </a:solidFill>
                      <a:prstDash val="solid"/>
                    </a:lnL>
                    <a:lnR w="12700">
                      <a:solidFill>
                        <a:srgbClr val="A6A6A6"/>
                      </a:solidFill>
                      <a:prstDash val="solid"/>
                    </a:lnR>
                    <a:lnT w="12700">
                      <a:solidFill>
                        <a:srgbClr val="A6A6A6"/>
                      </a:solidFill>
                      <a:prstDash val="solid"/>
                    </a:lnT>
                    <a:lnB w="38100">
                      <a:solidFill>
                        <a:srgbClr val="FF0000"/>
                      </a:solidFill>
                      <a:prstDash val="solid"/>
                    </a:lnB>
                  </a:tcPr>
                </a:tc>
                <a:tc>
                  <a:txBody>
                    <a:bodyPr/>
                    <a:lstStyle/>
                    <a:p>
                      <a:pPr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12700">
                      <a:solidFill>
                        <a:srgbClr val="A6A6A6"/>
                      </a:solidFill>
                      <a:prstDash val="solid"/>
                    </a:lnL>
                    <a:lnR w="12700">
                      <a:solidFill>
                        <a:srgbClr val="A6A6A6"/>
                      </a:solidFill>
                      <a:prstDash val="solid"/>
                    </a:lnR>
                    <a:lnT w="12700">
                      <a:solidFill>
                        <a:srgbClr val="A6A6A6"/>
                      </a:solidFill>
                      <a:prstDash val="solid"/>
                    </a:lnT>
                    <a:lnB w="38100">
                      <a:solidFill>
                        <a:srgbClr val="FF0000"/>
                      </a:solidFill>
                      <a:prstDash val="solid"/>
                    </a:lnB>
                  </a:tcPr>
                </a:tc>
                <a:tc>
                  <a:txBody>
                    <a:bodyPr/>
                    <a:lstStyle/>
                    <a:p>
                      <a:pPr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0"/>
                  </a:ext>
                </a:extLst>
              </a:tr>
              <a:tr h="367664">
                <a:tc>
                  <a:txBody>
                    <a:bodyPr/>
                    <a:lstStyle/>
                    <a:p>
                      <a:pPr marL="1270" algn="ctr">
                        <a:lnSpc>
                          <a:spcPct val="100000"/>
                        </a:lnSpc>
                        <a:spcBef>
                          <a:spcPts val="310"/>
                        </a:spcBef>
                      </a:pPr>
                      <a:r>
                        <a:rPr sz="1200" dirty="0">
                          <a:latin typeface="Trebuchet MS"/>
                          <a:cs typeface="Trebuchet MS"/>
                        </a:rPr>
                        <a:t>0</a:t>
                      </a:r>
                      <a:endParaRPr sz="1200">
                        <a:latin typeface="Trebuchet MS"/>
                        <a:cs typeface="Trebuchet MS"/>
                      </a:endParaRPr>
                    </a:p>
                  </a:txBody>
                  <a:tcPr marL="0" marR="0" marT="39370" marB="0">
                    <a:lnL w="38100">
                      <a:solidFill>
                        <a:srgbClr val="006FC0"/>
                      </a:solidFill>
                      <a:prstDash val="solid"/>
                    </a:lnL>
                    <a:lnR w="38100">
                      <a:solidFill>
                        <a:srgbClr val="FF0000"/>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600">
                        <a:latin typeface="Times New Roman"/>
                        <a:cs typeface="Times New Roman"/>
                      </a:endParaRPr>
                    </a:p>
                  </a:txBody>
                  <a:tcPr marL="0" marR="0" marT="0" marB="0">
                    <a:lnL w="38100">
                      <a:solidFill>
                        <a:srgbClr val="FF0000"/>
                      </a:solidFill>
                      <a:prstDash val="solid"/>
                    </a:lnL>
                    <a:lnR w="12700">
                      <a:solidFill>
                        <a:srgbClr val="A6A6A6"/>
                      </a:solidFill>
                      <a:prstDash val="solid"/>
                    </a:lnR>
                    <a:lnT w="38100">
                      <a:solidFill>
                        <a:srgbClr val="FF0000"/>
                      </a:solidFill>
                      <a:prstDash val="solid"/>
                    </a:lnT>
                    <a:lnB w="12700">
                      <a:solidFill>
                        <a:srgbClr val="A6A6A6"/>
                      </a:solidFill>
                      <a:prstDash val="solid"/>
                    </a:lnB>
                    <a:solidFill>
                      <a:srgbClr val="CCEFDC"/>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38100">
                      <a:solidFill>
                        <a:srgbClr val="006FC0"/>
                      </a:solidFill>
                      <a:prstDash val="solid"/>
                    </a:lnR>
                    <a:lnT w="38100">
                      <a:solidFill>
                        <a:srgbClr val="FF0000"/>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38100">
                      <a:solidFill>
                        <a:srgbClr val="006FC0"/>
                      </a:solidFill>
                      <a:prstDash val="solid"/>
                    </a:lnL>
                    <a:lnR w="12700">
                      <a:solidFill>
                        <a:srgbClr val="A6A6A6"/>
                      </a:solidFill>
                      <a:prstDash val="solid"/>
                    </a:lnR>
                    <a:lnT w="38100">
                      <a:solidFill>
                        <a:srgbClr val="FF0000"/>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38100">
                      <a:solidFill>
                        <a:srgbClr val="FF0000"/>
                      </a:solidFill>
                      <a:prstDash val="solid"/>
                    </a:lnR>
                    <a:lnT w="38100">
                      <a:solidFill>
                        <a:srgbClr val="FF0000"/>
                      </a:solidFill>
                      <a:prstDash val="solid"/>
                    </a:lnT>
                    <a:lnB w="12700">
                      <a:solidFill>
                        <a:srgbClr val="A6A6A6"/>
                      </a:solidFill>
                      <a:prstDash val="solid"/>
                    </a:lnB>
                    <a:solidFill>
                      <a:srgbClr val="E5E5E5"/>
                    </a:solidFill>
                  </a:tcPr>
                </a:tc>
                <a:tc>
                  <a:txBody>
                    <a:bodyPr/>
                    <a:lstStyle/>
                    <a:p>
                      <a:pPr algn="ctr">
                        <a:lnSpc>
                          <a:spcPct val="100000"/>
                        </a:lnSpc>
                        <a:spcBef>
                          <a:spcPts val="310"/>
                        </a:spcBef>
                      </a:pPr>
                      <a:r>
                        <a:rPr sz="1200" dirty="0">
                          <a:latin typeface="Trebuchet MS"/>
                          <a:cs typeface="Trebuchet MS"/>
                        </a:rPr>
                        <a:t>0</a:t>
                      </a:r>
                      <a:endParaRPr sz="1200">
                        <a:latin typeface="Trebuchet MS"/>
                        <a:cs typeface="Trebuchet MS"/>
                      </a:endParaRPr>
                    </a:p>
                  </a:txBody>
                  <a:tcPr marL="0" marR="0" marT="39370" marB="0">
                    <a:lnL w="38100">
                      <a:solidFill>
                        <a:srgbClr val="FF0000"/>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372872">
                <a:tc>
                  <a:txBody>
                    <a:bodyPr/>
                    <a:lstStyle/>
                    <a:p>
                      <a:pPr marL="1270"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38100">
                      <a:solidFill>
                        <a:srgbClr val="006FC0"/>
                      </a:solidFill>
                      <a:prstDash val="solid"/>
                    </a:lnL>
                    <a:lnR w="38100">
                      <a:solidFill>
                        <a:srgbClr val="FF0000"/>
                      </a:solidFill>
                      <a:prstDash val="solid"/>
                    </a:lnR>
                    <a:lnT w="12700">
                      <a:solidFill>
                        <a:srgbClr val="A6A6A6"/>
                      </a:solidFill>
                      <a:prstDash val="solid"/>
                    </a:lnT>
                    <a:lnB w="38100">
                      <a:solidFill>
                        <a:srgbClr val="006FC0"/>
                      </a:solidFill>
                      <a:prstDash val="solid"/>
                    </a:lnB>
                  </a:tcPr>
                </a:tc>
                <a:tc>
                  <a:txBody>
                    <a:bodyPr/>
                    <a:lstStyle/>
                    <a:p>
                      <a:pPr>
                        <a:lnSpc>
                          <a:spcPct val="100000"/>
                        </a:lnSpc>
                      </a:pPr>
                      <a:endParaRPr sz="1600">
                        <a:latin typeface="Times New Roman"/>
                        <a:cs typeface="Times New Roman"/>
                      </a:endParaRPr>
                    </a:p>
                  </a:txBody>
                  <a:tcPr marL="0" marR="0" marT="0" marB="0">
                    <a:lnL w="38100">
                      <a:solidFill>
                        <a:srgbClr val="FF0000"/>
                      </a:solidFill>
                      <a:prstDash val="solid"/>
                    </a:lnL>
                    <a:lnR w="12700">
                      <a:solidFill>
                        <a:srgbClr val="A6A6A6"/>
                      </a:solidFill>
                      <a:prstDash val="solid"/>
                    </a:lnR>
                    <a:lnT w="12700">
                      <a:solidFill>
                        <a:srgbClr val="A6A6A6"/>
                      </a:solidFill>
                      <a:prstDash val="solid"/>
                    </a:lnT>
                    <a:lnB w="38100">
                      <a:solidFill>
                        <a:srgbClr val="006FC0"/>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38100">
                      <a:solidFill>
                        <a:srgbClr val="006FC0"/>
                      </a:solidFill>
                      <a:prstDash val="solid"/>
                    </a:lnR>
                    <a:lnT w="12700">
                      <a:solidFill>
                        <a:srgbClr val="A6A6A6"/>
                      </a:solidFill>
                      <a:prstDash val="solid"/>
                    </a:lnT>
                    <a:lnB w="38100">
                      <a:solidFill>
                        <a:srgbClr val="006FC0"/>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38100">
                      <a:solidFill>
                        <a:srgbClr val="006FC0"/>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38100">
                      <a:solidFill>
                        <a:srgbClr val="FF0000"/>
                      </a:solidFill>
                      <a:prstDash val="solid"/>
                    </a:lnR>
                    <a:lnT w="12700">
                      <a:solidFill>
                        <a:srgbClr val="A6A6A6"/>
                      </a:solidFill>
                      <a:prstDash val="solid"/>
                    </a:lnT>
                    <a:lnB w="12700">
                      <a:solidFill>
                        <a:srgbClr val="A6A6A6"/>
                      </a:solidFill>
                      <a:prstDash val="solid"/>
                    </a:lnB>
                    <a:solidFill>
                      <a:srgbClr val="E5E5E5"/>
                    </a:solidFill>
                  </a:tcPr>
                </a:tc>
                <a:tc>
                  <a:txBody>
                    <a:bodyPr/>
                    <a:lstStyle/>
                    <a:p>
                      <a:pPr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38100">
                      <a:solidFill>
                        <a:srgbClr val="FF0000"/>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r h="372871">
                <a:tc>
                  <a:txBody>
                    <a:bodyPr/>
                    <a:lstStyle/>
                    <a:p>
                      <a:pPr marL="1270"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12700">
                      <a:solidFill>
                        <a:srgbClr val="A6A6A6"/>
                      </a:solidFill>
                      <a:prstDash val="solid"/>
                    </a:lnL>
                    <a:lnR w="38100">
                      <a:solidFill>
                        <a:srgbClr val="FF0000"/>
                      </a:solidFill>
                      <a:prstDash val="solid"/>
                    </a:lnR>
                    <a:lnT w="38100">
                      <a:solidFill>
                        <a:srgbClr val="006FC0"/>
                      </a:solidFill>
                      <a:prstDash val="solid"/>
                    </a:lnT>
                    <a:lnB w="12700">
                      <a:solidFill>
                        <a:srgbClr val="A6A6A6"/>
                      </a:solidFill>
                      <a:prstDash val="solid"/>
                    </a:lnB>
                  </a:tcPr>
                </a:tc>
                <a:tc>
                  <a:txBody>
                    <a:bodyPr/>
                    <a:lstStyle/>
                    <a:p>
                      <a:pPr>
                        <a:lnSpc>
                          <a:spcPct val="100000"/>
                        </a:lnSpc>
                      </a:pPr>
                      <a:endParaRPr sz="1600">
                        <a:latin typeface="Times New Roman"/>
                        <a:cs typeface="Times New Roman"/>
                      </a:endParaRPr>
                    </a:p>
                  </a:txBody>
                  <a:tcPr marL="0" marR="0" marT="0" marB="0">
                    <a:lnL w="38100">
                      <a:solidFill>
                        <a:srgbClr val="FF0000"/>
                      </a:solidFill>
                      <a:prstDash val="solid"/>
                    </a:lnL>
                    <a:lnR w="12700">
                      <a:solidFill>
                        <a:srgbClr val="A6A6A6"/>
                      </a:solidFill>
                      <a:prstDash val="solid"/>
                    </a:lnR>
                    <a:lnT w="38100">
                      <a:solidFill>
                        <a:srgbClr val="006FC0"/>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38100">
                      <a:solidFill>
                        <a:srgbClr val="006FC0"/>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38100">
                      <a:solidFill>
                        <a:srgbClr val="FF0000"/>
                      </a:solidFill>
                      <a:prstDash val="solid"/>
                    </a:lnR>
                    <a:lnT w="12700">
                      <a:solidFill>
                        <a:srgbClr val="A6A6A6"/>
                      </a:solidFill>
                      <a:prstDash val="solid"/>
                    </a:lnT>
                    <a:lnB w="12700">
                      <a:solidFill>
                        <a:srgbClr val="A6A6A6"/>
                      </a:solidFill>
                      <a:prstDash val="solid"/>
                    </a:lnB>
                    <a:solidFill>
                      <a:srgbClr val="E5E5E5"/>
                    </a:solidFill>
                  </a:tcPr>
                </a:tc>
                <a:tc>
                  <a:txBody>
                    <a:bodyPr/>
                    <a:lstStyle/>
                    <a:p>
                      <a:pPr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38100">
                      <a:solidFill>
                        <a:srgbClr val="FF0000"/>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380111">
                <a:tc>
                  <a:txBody>
                    <a:bodyPr/>
                    <a:lstStyle/>
                    <a:p>
                      <a:pPr marL="1270"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12700">
                      <a:solidFill>
                        <a:srgbClr val="A6A6A6"/>
                      </a:solidFill>
                      <a:prstDash val="solid"/>
                    </a:lnL>
                    <a:lnR w="38100">
                      <a:solidFill>
                        <a:srgbClr val="FF0000"/>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1600">
                        <a:latin typeface="Times New Roman"/>
                        <a:cs typeface="Times New Roman"/>
                      </a:endParaRPr>
                    </a:p>
                  </a:txBody>
                  <a:tcPr marL="0" marR="0" marT="0" marB="0">
                    <a:lnL w="38100">
                      <a:solidFill>
                        <a:srgbClr val="FF0000"/>
                      </a:solidFill>
                      <a:prstDash val="solid"/>
                    </a:lnL>
                    <a:lnR w="12700">
                      <a:solidFill>
                        <a:srgbClr val="A6A6A6"/>
                      </a:solidFill>
                      <a:prstDash val="solid"/>
                    </a:lnR>
                    <a:lnT w="12700">
                      <a:solidFill>
                        <a:srgbClr val="A6A6A6"/>
                      </a:solidFill>
                      <a:prstDash val="solid"/>
                    </a:lnT>
                    <a:lnB w="38100">
                      <a:solidFill>
                        <a:srgbClr val="FF0000"/>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38100">
                      <a:solidFill>
                        <a:srgbClr val="FF0000"/>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38100">
                      <a:solidFill>
                        <a:srgbClr val="FF0000"/>
                      </a:solidFill>
                      <a:prstDash val="solid"/>
                    </a:lnB>
                    <a:solidFill>
                      <a:srgbClr val="E5E5E5"/>
                    </a:solidFill>
                  </a:tcPr>
                </a:tc>
                <a:tc>
                  <a:txBody>
                    <a:bodyPr/>
                    <a:lstStyle/>
                    <a:p>
                      <a:pPr>
                        <a:lnSpc>
                          <a:spcPct val="100000"/>
                        </a:lnSpc>
                      </a:pPr>
                      <a:endParaRPr sz="1600">
                        <a:latin typeface="Times New Roman"/>
                        <a:cs typeface="Times New Roman"/>
                      </a:endParaRPr>
                    </a:p>
                  </a:txBody>
                  <a:tcPr marL="0" marR="0" marT="0" marB="0">
                    <a:lnL w="12700">
                      <a:solidFill>
                        <a:srgbClr val="A6A6A6"/>
                      </a:solidFill>
                      <a:prstDash val="solid"/>
                    </a:lnL>
                    <a:lnR w="38100">
                      <a:solidFill>
                        <a:srgbClr val="FF0000"/>
                      </a:solidFill>
                      <a:prstDash val="solid"/>
                    </a:lnR>
                    <a:lnT w="12700">
                      <a:solidFill>
                        <a:srgbClr val="A6A6A6"/>
                      </a:solidFill>
                      <a:prstDash val="solid"/>
                    </a:lnT>
                    <a:lnB w="38100">
                      <a:solidFill>
                        <a:srgbClr val="FF0000"/>
                      </a:solidFill>
                      <a:prstDash val="solid"/>
                    </a:lnB>
                    <a:solidFill>
                      <a:srgbClr val="E5E5E5"/>
                    </a:solidFill>
                  </a:tcPr>
                </a:tc>
                <a:tc>
                  <a:txBody>
                    <a:bodyPr/>
                    <a:lstStyle/>
                    <a:p>
                      <a:pPr algn="ctr">
                        <a:lnSpc>
                          <a:spcPct val="100000"/>
                        </a:lnSpc>
                        <a:spcBef>
                          <a:spcPts val="355"/>
                        </a:spcBef>
                      </a:pPr>
                      <a:r>
                        <a:rPr sz="1200" dirty="0">
                          <a:latin typeface="Trebuchet MS"/>
                          <a:cs typeface="Trebuchet MS"/>
                        </a:rPr>
                        <a:t>0</a:t>
                      </a:r>
                      <a:endParaRPr sz="1200">
                        <a:latin typeface="Trebuchet MS"/>
                        <a:cs typeface="Trebuchet MS"/>
                      </a:endParaRPr>
                    </a:p>
                  </a:txBody>
                  <a:tcPr marL="0" marR="0" marT="45085" marB="0">
                    <a:lnL w="38100">
                      <a:solidFill>
                        <a:srgbClr val="FF0000"/>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r h="365760">
                <a:tc>
                  <a:txBody>
                    <a:bodyPr/>
                    <a:lstStyle/>
                    <a:p>
                      <a:pPr marL="1270" algn="ctr">
                        <a:lnSpc>
                          <a:spcPct val="100000"/>
                        </a:lnSpc>
                        <a:spcBef>
                          <a:spcPts val="300"/>
                        </a:spcBef>
                      </a:pPr>
                      <a:r>
                        <a:rPr sz="1200" dirty="0">
                          <a:latin typeface="Trebuchet MS"/>
                          <a:cs typeface="Trebuchet MS"/>
                        </a:rPr>
                        <a:t>0</a:t>
                      </a:r>
                      <a:endParaRPr sz="1200">
                        <a:latin typeface="Trebuchet MS"/>
                        <a:cs typeface="Trebuchet MS"/>
                      </a:endParaRPr>
                    </a:p>
                  </a:txBody>
                  <a:tcPr marL="0" marR="0" marT="3810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270" algn="ctr">
                        <a:lnSpc>
                          <a:spcPct val="100000"/>
                        </a:lnSpc>
                        <a:spcBef>
                          <a:spcPts val="300"/>
                        </a:spcBef>
                      </a:pPr>
                      <a:r>
                        <a:rPr sz="1200" dirty="0">
                          <a:latin typeface="Trebuchet MS"/>
                          <a:cs typeface="Trebuchet MS"/>
                        </a:rPr>
                        <a:t>0</a:t>
                      </a:r>
                      <a:endParaRPr sz="1200">
                        <a:latin typeface="Trebuchet MS"/>
                        <a:cs typeface="Trebuchet MS"/>
                      </a:endParaRPr>
                    </a:p>
                  </a:txBody>
                  <a:tcPr marL="0" marR="0" marT="38100" marB="0">
                    <a:lnL w="12700">
                      <a:solidFill>
                        <a:srgbClr val="A6A6A6"/>
                      </a:solidFill>
                      <a:prstDash val="solid"/>
                    </a:lnL>
                    <a:lnR w="12700">
                      <a:solidFill>
                        <a:srgbClr val="A6A6A6"/>
                      </a:solidFill>
                      <a:prstDash val="solid"/>
                    </a:lnR>
                    <a:lnT w="38100">
                      <a:solidFill>
                        <a:srgbClr val="FF0000"/>
                      </a:solidFill>
                      <a:prstDash val="solid"/>
                    </a:lnT>
                    <a:lnB w="12700">
                      <a:solidFill>
                        <a:srgbClr val="A6A6A6"/>
                      </a:solidFill>
                      <a:prstDash val="solid"/>
                    </a:lnB>
                  </a:tcPr>
                </a:tc>
                <a:tc>
                  <a:txBody>
                    <a:bodyPr/>
                    <a:lstStyle/>
                    <a:p>
                      <a:pPr algn="ctr">
                        <a:lnSpc>
                          <a:spcPct val="100000"/>
                        </a:lnSpc>
                        <a:spcBef>
                          <a:spcPts val="300"/>
                        </a:spcBef>
                      </a:pPr>
                      <a:r>
                        <a:rPr sz="1200" dirty="0">
                          <a:latin typeface="Trebuchet MS"/>
                          <a:cs typeface="Trebuchet MS"/>
                        </a:rPr>
                        <a:t>0</a:t>
                      </a:r>
                      <a:endParaRPr sz="1200">
                        <a:latin typeface="Trebuchet MS"/>
                        <a:cs typeface="Trebuchet MS"/>
                      </a:endParaRPr>
                    </a:p>
                  </a:txBody>
                  <a:tcPr marL="0" marR="0" marT="38100" marB="0">
                    <a:lnL w="12700">
                      <a:solidFill>
                        <a:srgbClr val="A6A6A6"/>
                      </a:solidFill>
                      <a:prstDash val="solid"/>
                    </a:lnL>
                    <a:lnR w="12700">
                      <a:solidFill>
                        <a:srgbClr val="A6A6A6"/>
                      </a:solidFill>
                      <a:prstDash val="solid"/>
                    </a:lnR>
                    <a:lnT w="38100">
                      <a:solidFill>
                        <a:srgbClr val="FF0000"/>
                      </a:solidFill>
                      <a:prstDash val="solid"/>
                    </a:lnT>
                    <a:lnB w="12700">
                      <a:solidFill>
                        <a:srgbClr val="A6A6A6"/>
                      </a:solidFill>
                      <a:prstDash val="solid"/>
                    </a:lnB>
                  </a:tcPr>
                </a:tc>
                <a:tc>
                  <a:txBody>
                    <a:bodyPr/>
                    <a:lstStyle/>
                    <a:p>
                      <a:pPr algn="ctr">
                        <a:lnSpc>
                          <a:spcPct val="100000"/>
                        </a:lnSpc>
                        <a:spcBef>
                          <a:spcPts val="300"/>
                        </a:spcBef>
                      </a:pPr>
                      <a:r>
                        <a:rPr sz="1200" dirty="0">
                          <a:latin typeface="Trebuchet MS"/>
                          <a:cs typeface="Trebuchet MS"/>
                        </a:rPr>
                        <a:t>0</a:t>
                      </a:r>
                      <a:endParaRPr sz="1200">
                        <a:latin typeface="Trebuchet MS"/>
                        <a:cs typeface="Trebuchet MS"/>
                      </a:endParaRPr>
                    </a:p>
                  </a:txBody>
                  <a:tcPr marL="0" marR="0" marT="38100" marB="0">
                    <a:lnL w="12700">
                      <a:solidFill>
                        <a:srgbClr val="A6A6A6"/>
                      </a:solidFill>
                      <a:prstDash val="solid"/>
                    </a:lnL>
                    <a:lnR w="12700">
                      <a:solidFill>
                        <a:srgbClr val="A6A6A6"/>
                      </a:solidFill>
                      <a:prstDash val="solid"/>
                    </a:lnR>
                    <a:lnT w="38100">
                      <a:solidFill>
                        <a:srgbClr val="FF0000"/>
                      </a:solidFill>
                      <a:prstDash val="solid"/>
                    </a:lnT>
                    <a:lnB w="12700">
                      <a:solidFill>
                        <a:srgbClr val="A6A6A6"/>
                      </a:solidFill>
                      <a:prstDash val="solid"/>
                    </a:lnB>
                  </a:tcPr>
                </a:tc>
                <a:tc>
                  <a:txBody>
                    <a:bodyPr/>
                    <a:lstStyle/>
                    <a:p>
                      <a:pPr algn="ctr">
                        <a:lnSpc>
                          <a:spcPct val="100000"/>
                        </a:lnSpc>
                        <a:spcBef>
                          <a:spcPts val="300"/>
                        </a:spcBef>
                      </a:pPr>
                      <a:r>
                        <a:rPr sz="1200" dirty="0">
                          <a:latin typeface="Trebuchet MS"/>
                          <a:cs typeface="Trebuchet MS"/>
                        </a:rPr>
                        <a:t>0</a:t>
                      </a:r>
                      <a:endParaRPr sz="1200">
                        <a:latin typeface="Trebuchet MS"/>
                        <a:cs typeface="Trebuchet MS"/>
                      </a:endParaRPr>
                    </a:p>
                  </a:txBody>
                  <a:tcPr marL="0" marR="0" marT="38100" marB="0">
                    <a:lnL w="12700">
                      <a:solidFill>
                        <a:srgbClr val="A6A6A6"/>
                      </a:solidFill>
                      <a:prstDash val="solid"/>
                    </a:lnL>
                    <a:lnR w="12700">
                      <a:solidFill>
                        <a:srgbClr val="A6A6A6"/>
                      </a:solidFill>
                      <a:prstDash val="solid"/>
                    </a:lnR>
                    <a:lnT w="38100">
                      <a:solidFill>
                        <a:srgbClr val="FF0000"/>
                      </a:solidFill>
                      <a:prstDash val="solid"/>
                    </a:lnT>
                    <a:lnB w="12700">
                      <a:solidFill>
                        <a:srgbClr val="A6A6A6"/>
                      </a:solidFill>
                      <a:prstDash val="solid"/>
                    </a:lnB>
                  </a:tcPr>
                </a:tc>
                <a:tc>
                  <a:txBody>
                    <a:bodyPr/>
                    <a:lstStyle/>
                    <a:p>
                      <a:pPr algn="ctr">
                        <a:lnSpc>
                          <a:spcPct val="100000"/>
                        </a:lnSpc>
                        <a:spcBef>
                          <a:spcPts val="300"/>
                        </a:spcBef>
                      </a:pPr>
                      <a:r>
                        <a:rPr sz="1200" dirty="0">
                          <a:latin typeface="Trebuchet MS"/>
                          <a:cs typeface="Trebuchet MS"/>
                        </a:rPr>
                        <a:t>0</a:t>
                      </a:r>
                      <a:endParaRPr sz="1200">
                        <a:latin typeface="Trebuchet MS"/>
                        <a:cs typeface="Trebuchet MS"/>
                      </a:endParaRPr>
                    </a:p>
                  </a:txBody>
                  <a:tcPr marL="0" marR="0" marT="3810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5"/>
                  </a:ext>
                </a:extLst>
              </a:tr>
            </a:tbl>
          </a:graphicData>
        </a:graphic>
      </p:graphicFrame>
      <p:pic>
        <p:nvPicPr>
          <p:cNvPr id="13" name="object 13"/>
          <p:cNvPicPr/>
          <p:nvPr/>
        </p:nvPicPr>
        <p:blipFill>
          <a:blip r:embed="rId8" cstate="print"/>
          <a:stretch>
            <a:fillRect/>
          </a:stretch>
        </p:blipFill>
        <p:spPr>
          <a:xfrm>
            <a:off x="6550163" y="3014496"/>
            <a:ext cx="297930" cy="137897"/>
          </a:xfrm>
          <a:prstGeom prst="rect">
            <a:avLst/>
          </a:prstGeom>
        </p:spPr>
      </p:pic>
      <p:sp>
        <p:nvSpPr>
          <p:cNvPr id="14" name="object 14"/>
          <p:cNvSpPr/>
          <p:nvPr/>
        </p:nvSpPr>
        <p:spPr>
          <a:xfrm>
            <a:off x="2170176" y="3361944"/>
            <a:ext cx="347980" cy="346075"/>
          </a:xfrm>
          <a:custGeom>
            <a:avLst/>
            <a:gdLst/>
            <a:ahLst/>
            <a:cxnLst/>
            <a:rect l="l" t="t" r="r" b="b"/>
            <a:pathLst>
              <a:path w="347980" h="346075">
                <a:moveTo>
                  <a:pt x="0" y="345947"/>
                </a:moveTo>
                <a:lnTo>
                  <a:pt x="347472" y="345947"/>
                </a:lnTo>
                <a:lnTo>
                  <a:pt x="347472" y="0"/>
                </a:lnTo>
                <a:lnTo>
                  <a:pt x="0" y="0"/>
                </a:lnTo>
                <a:lnTo>
                  <a:pt x="0" y="345947"/>
                </a:lnTo>
                <a:close/>
              </a:path>
            </a:pathLst>
          </a:custGeom>
          <a:ln w="12192">
            <a:solidFill>
              <a:srgbClr val="00AF50"/>
            </a:solidFill>
          </a:ln>
        </p:spPr>
        <p:txBody>
          <a:bodyPr wrap="square" lIns="0" tIns="0" rIns="0" bIns="0" rtlCol="0"/>
          <a:lstStyle/>
          <a:p>
            <a:endParaRPr/>
          </a:p>
        </p:txBody>
      </p:sp>
      <p:pic>
        <p:nvPicPr>
          <p:cNvPr id="15" name="object 15"/>
          <p:cNvPicPr/>
          <p:nvPr/>
        </p:nvPicPr>
        <p:blipFill>
          <a:blip r:embed="rId9" cstate="print"/>
          <a:stretch>
            <a:fillRect/>
          </a:stretch>
        </p:blipFill>
        <p:spPr>
          <a:xfrm>
            <a:off x="4494276" y="5398008"/>
            <a:ext cx="671322" cy="160781"/>
          </a:xfrm>
          <a:prstGeom prst="rect">
            <a:avLst/>
          </a:prstGeom>
        </p:spPr>
      </p:pic>
      <p:pic>
        <p:nvPicPr>
          <p:cNvPr id="16" name="object 16"/>
          <p:cNvPicPr/>
          <p:nvPr/>
        </p:nvPicPr>
        <p:blipFill>
          <a:blip r:embed="rId10" cstate="print"/>
          <a:stretch>
            <a:fillRect/>
          </a:stretch>
        </p:blipFill>
        <p:spPr>
          <a:xfrm>
            <a:off x="4846320" y="3899915"/>
            <a:ext cx="429767" cy="2849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1907" y="6524434"/>
            <a:ext cx="6155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3086862" cy="174498"/>
          </a:xfrm>
          <a:prstGeom prst="rect">
            <a:avLst/>
          </a:prstGeom>
        </p:spPr>
      </p:pic>
      <p:sp>
        <p:nvSpPr>
          <p:cNvPr id="7" name="object 7"/>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9" name="object 9"/>
          <p:cNvGrpSpPr/>
          <p:nvPr/>
        </p:nvGrpSpPr>
        <p:grpSpPr>
          <a:xfrm>
            <a:off x="2444495" y="3005327"/>
            <a:ext cx="4288790" cy="1424305"/>
            <a:chOff x="2444495" y="3005327"/>
            <a:chExt cx="4288790" cy="1424305"/>
          </a:xfrm>
        </p:grpSpPr>
        <p:sp>
          <p:nvSpPr>
            <p:cNvPr id="10" name="object 10"/>
            <p:cNvSpPr/>
            <p:nvPr/>
          </p:nvSpPr>
          <p:spPr>
            <a:xfrm>
              <a:off x="5307456" y="3038220"/>
              <a:ext cx="1391285" cy="1391285"/>
            </a:xfrm>
            <a:custGeom>
              <a:avLst/>
              <a:gdLst/>
              <a:ahLst/>
              <a:cxnLst/>
              <a:rect l="l" t="t" r="r" b="b"/>
              <a:pathLst>
                <a:path w="1391284" h="1391285">
                  <a:moveTo>
                    <a:pt x="1309877" y="0"/>
                  </a:moveTo>
                  <a:lnTo>
                    <a:pt x="695578" y="614426"/>
                  </a:lnTo>
                  <a:lnTo>
                    <a:pt x="81279" y="0"/>
                  </a:lnTo>
                  <a:lnTo>
                    <a:pt x="0" y="81279"/>
                  </a:lnTo>
                  <a:lnTo>
                    <a:pt x="614426" y="695578"/>
                  </a:lnTo>
                  <a:lnTo>
                    <a:pt x="0" y="1309877"/>
                  </a:lnTo>
                  <a:lnTo>
                    <a:pt x="81279" y="1391158"/>
                  </a:lnTo>
                  <a:lnTo>
                    <a:pt x="695578" y="776731"/>
                  </a:lnTo>
                  <a:lnTo>
                    <a:pt x="1309877" y="1391158"/>
                  </a:lnTo>
                  <a:lnTo>
                    <a:pt x="1391158" y="1309877"/>
                  </a:lnTo>
                  <a:lnTo>
                    <a:pt x="776731" y="695578"/>
                  </a:lnTo>
                  <a:lnTo>
                    <a:pt x="1391158" y="81279"/>
                  </a:lnTo>
                  <a:lnTo>
                    <a:pt x="1309877" y="0"/>
                  </a:lnTo>
                  <a:close/>
                </a:path>
              </a:pathLst>
            </a:custGeom>
            <a:solidFill>
              <a:srgbClr val="183DAF"/>
            </a:solidFill>
          </p:spPr>
          <p:txBody>
            <a:bodyPr wrap="square" lIns="0" tIns="0" rIns="0" bIns="0" rtlCol="0"/>
            <a:lstStyle/>
            <a:p>
              <a:endParaRPr/>
            </a:p>
          </p:txBody>
        </p:sp>
        <p:sp>
          <p:nvSpPr>
            <p:cNvPr id="11" name="object 11"/>
            <p:cNvSpPr/>
            <p:nvPr/>
          </p:nvSpPr>
          <p:spPr>
            <a:xfrm>
              <a:off x="2454401" y="3015233"/>
              <a:ext cx="4269105" cy="1224280"/>
            </a:xfrm>
            <a:custGeom>
              <a:avLst/>
              <a:gdLst/>
              <a:ahLst/>
              <a:cxnLst/>
              <a:rect l="l" t="t" r="r" b="b"/>
              <a:pathLst>
                <a:path w="4269105" h="1224279">
                  <a:moveTo>
                    <a:pt x="3549396" y="719327"/>
                  </a:moveTo>
                  <a:lnTo>
                    <a:pt x="4268724" y="719327"/>
                  </a:lnTo>
                  <a:lnTo>
                    <a:pt x="4268724" y="0"/>
                  </a:lnTo>
                  <a:lnTo>
                    <a:pt x="3549396" y="0"/>
                  </a:lnTo>
                  <a:lnTo>
                    <a:pt x="3549396" y="719327"/>
                  </a:lnTo>
                  <a:close/>
                </a:path>
                <a:path w="4269105" h="1224279">
                  <a:moveTo>
                    <a:pt x="0" y="1223771"/>
                  </a:moveTo>
                  <a:lnTo>
                    <a:pt x="719327" y="1223771"/>
                  </a:lnTo>
                  <a:lnTo>
                    <a:pt x="719327" y="504443"/>
                  </a:lnTo>
                  <a:lnTo>
                    <a:pt x="0" y="504443"/>
                  </a:lnTo>
                  <a:lnTo>
                    <a:pt x="0" y="1223771"/>
                  </a:lnTo>
                  <a:close/>
                </a:path>
              </a:pathLst>
            </a:custGeom>
            <a:ln w="19812">
              <a:solidFill>
                <a:srgbClr val="FF0000"/>
              </a:solidFill>
              <a:prstDash val="sysDash"/>
            </a:ln>
          </p:spPr>
          <p:txBody>
            <a:bodyPr wrap="square" lIns="0" tIns="0" rIns="0" bIns="0" rtlCol="0"/>
            <a:lstStyle/>
            <a:p>
              <a:endParaRPr/>
            </a:p>
          </p:txBody>
        </p:sp>
        <p:sp>
          <p:nvSpPr>
            <p:cNvPr id="12" name="object 12"/>
            <p:cNvSpPr/>
            <p:nvPr/>
          </p:nvSpPr>
          <p:spPr>
            <a:xfrm>
              <a:off x="2504312" y="3570223"/>
              <a:ext cx="636905" cy="636905"/>
            </a:xfrm>
            <a:custGeom>
              <a:avLst/>
              <a:gdLst/>
              <a:ahLst/>
              <a:cxnLst/>
              <a:rect l="l" t="t" r="r" b="b"/>
              <a:pathLst>
                <a:path w="636905" h="636904">
                  <a:moveTo>
                    <a:pt x="572769" y="0"/>
                  </a:moveTo>
                  <a:lnTo>
                    <a:pt x="0" y="572769"/>
                  </a:lnTo>
                  <a:lnTo>
                    <a:pt x="63754" y="636396"/>
                  </a:lnTo>
                  <a:lnTo>
                    <a:pt x="636397" y="63626"/>
                  </a:lnTo>
                  <a:lnTo>
                    <a:pt x="572769" y="0"/>
                  </a:lnTo>
                  <a:close/>
                </a:path>
              </a:pathLst>
            </a:custGeom>
            <a:solidFill>
              <a:srgbClr val="EC7C30">
                <a:alpha val="39999"/>
              </a:srgbClr>
            </a:solidFill>
          </p:spPr>
          <p:txBody>
            <a:bodyPr wrap="square" lIns="0" tIns="0" rIns="0" bIns="0" rtlCol="0"/>
            <a:lstStyle/>
            <a:p>
              <a:endParaRPr/>
            </a:p>
          </p:txBody>
        </p:sp>
        <p:sp>
          <p:nvSpPr>
            <p:cNvPr id="13" name="object 13"/>
            <p:cNvSpPr/>
            <p:nvPr/>
          </p:nvSpPr>
          <p:spPr>
            <a:xfrm>
              <a:off x="2504312" y="3570223"/>
              <a:ext cx="636905" cy="636905"/>
            </a:xfrm>
            <a:custGeom>
              <a:avLst/>
              <a:gdLst/>
              <a:ahLst/>
              <a:cxnLst/>
              <a:rect l="l" t="t" r="r" b="b"/>
              <a:pathLst>
                <a:path w="636905" h="636904">
                  <a:moveTo>
                    <a:pt x="0" y="572769"/>
                  </a:moveTo>
                  <a:lnTo>
                    <a:pt x="572769" y="0"/>
                  </a:lnTo>
                  <a:lnTo>
                    <a:pt x="636397" y="63626"/>
                  </a:lnTo>
                  <a:lnTo>
                    <a:pt x="63754" y="636396"/>
                  </a:lnTo>
                  <a:lnTo>
                    <a:pt x="0" y="572769"/>
                  </a:lnTo>
                  <a:close/>
                </a:path>
              </a:pathLst>
            </a:custGeom>
            <a:ln w="12700">
              <a:solidFill>
                <a:srgbClr val="EC7C30"/>
              </a:solidFill>
            </a:ln>
          </p:spPr>
          <p:txBody>
            <a:bodyPr wrap="square" lIns="0" tIns="0" rIns="0" bIns="0" rtlCol="0"/>
            <a:lstStyle/>
            <a:p>
              <a:endParaRPr/>
            </a:p>
          </p:txBody>
        </p:sp>
        <p:sp>
          <p:nvSpPr>
            <p:cNvPr id="14" name="object 14"/>
            <p:cNvSpPr/>
            <p:nvPr/>
          </p:nvSpPr>
          <p:spPr>
            <a:xfrm>
              <a:off x="3171824" y="3350005"/>
              <a:ext cx="2830830" cy="535305"/>
            </a:xfrm>
            <a:custGeom>
              <a:avLst/>
              <a:gdLst/>
              <a:ahLst/>
              <a:cxnLst/>
              <a:rect l="l" t="t" r="r" b="b"/>
              <a:pathLst>
                <a:path w="2830829" h="535304">
                  <a:moveTo>
                    <a:pt x="2754151" y="31321"/>
                  </a:moveTo>
                  <a:lnTo>
                    <a:pt x="0" y="522732"/>
                  </a:lnTo>
                  <a:lnTo>
                    <a:pt x="2286" y="535305"/>
                  </a:lnTo>
                  <a:lnTo>
                    <a:pt x="2756381" y="43755"/>
                  </a:lnTo>
                  <a:lnTo>
                    <a:pt x="2754151" y="31321"/>
                  </a:lnTo>
                  <a:close/>
                </a:path>
                <a:path w="2830829" h="535304">
                  <a:moveTo>
                    <a:pt x="2823676" y="29083"/>
                  </a:moveTo>
                  <a:lnTo>
                    <a:pt x="2766695" y="29083"/>
                  </a:lnTo>
                  <a:lnTo>
                    <a:pt x="2768854" y="41529"/>
                  </a:lnTo>
                  <a:lnTo>
                    <a:pt x="2756381" y="43755"/>
                  </a:lnTo>
                  <a:lnTo>
                    <a:pt x="2761996" y="75057"/>
                  </a:lnTo>
                  <a:lnTo>
                    <a:pt x="2823676" y="29083"/>
                  </a:lnTo>
                  <a:close/>
                </a:path>
                <a:path w="2830829" h="535304">
                  <a:moveTo>
                    <a:pt x="2766695" y="29083"/>
                  </a:moveTo>
                  <a:lnTo>
                    <a:pt x="2754151" y="31321"/>
                  </a:lnTo>
                  <a:lnTo>
                    <a:pt x="2756381" y="43755"/>
                  </a:lnTo>
                  <a:lnTo>
                    <a:pt x="2768854" y="41529"/>
                  </a:lnTo>
                  <a:lnTo>
                    <a:pt x="2766695" y="29083"/>
                  </a:lnTo>
                  <a:close/>
                </a:path>
                <a:path w="2830829" h="535304">
                  <a:moveTo>
                    <a:pt x="2748534" y="0"/>
                  </a:moveTo>
                  <a:lnTo>
                    <a:pt x="2754151" y="31321"/>
                  </a:lnTo>
                  <a:lnTo>
                    <a:pt x="2766695" y="29083"/>
                  </a:lnTo>
                  <a:lnTo>
                    <a:pt x="2823676" y="29083"/>
                  </a:lnTo>
                  <a:lnTo>
                    <a:pt x="2830322" y="24130"/>
                  </a:lnTo>
                  <a:lnTo>
                    <a:pt x="2748534" y="0"/>
                  </a:lnTo>
                  <a:close/>
                </a:path>
              </a:pathLst>
            </a:custGeom>
            <a:solidFill>
              <a:srgbClr val="FF0000"/>
            </a:solidFill>
          </p:spPr>
          <p:txBody>
            <a:bodyPr wrap="square" lIns="0" tIns="0" rIns="0" bIns="0" rtlCol="0"/>
            <a:lstStyle/>
            <a:p>
              <a:endParaRPr/>
            </a:p>
          </p:txBody>
        </p:sp>
        <p:pic>
          <p:nvPicPr>
            <p:cNvPr id="15" name="object 15"/>
            <p:cNvPicPr/>
            <p:nvPr/>
          </p:nvPicPr>
          <p:blipFill>
            <a:blip r:embed="rId6" cstate="print"/>
            <a:stretch>
              <a:fillRect/>
            </a:stretch>
          </p:blipFill>
          <p:spPr>
            <a:xfrm>
              <a:off x="2653314" y="3116604"/>
              <a:ext cx="345155" cy="137897"/>
            </a:xfrm>
            <a:prstGeom prst="rect">
              <a:avLst/>
            </a:prstGeom>
          </p:spPr>
        </p:pic>
      </p:grpSp>
      <p:pic>
        <p:nvPicPr>
          <p:cNvPr id="16" name="object 16"/>
          <p:cNvPicPr/>
          <p:nvPr/>
        </p:nvPicPr>
        <p:blipFill>
          <a:blip r:embed="rId7" cstate="print"/>
          <a:stretch>
            <a:fillRect/>
          </a:stretch>
        </p:blipFill>
        <p:spPr>
          <a:xfrm>
            <a:off x="5843069" y="2499420"/>
            <a:ext cx="323796" cy="1713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8002" y="6524434"/>
            <a:ext cx="6155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3086862" cy="174498"/>
          </a:xfrm>
          <a:prstGeom prst="rect">
            <a:avLst/>
          </a:prstGeom>
        </p:spPr>
      </p:pic>
      <p:sp>
        <p:nvSpPr>
          <p:cNvPr id="7" name="object 7"/>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9" name="object 9"/>
          <p:cNvSpPr txBox="1"/>
          <p:nvPr/>
        </p:nvSpPr>
        <p:spPr>
          <a:xfrm>
            <a:off x="4564507" y="3164585"/>
            <a:ext cx="405130" cy="939800"/>
          </a:xfrm>
          <a:prstGeom prst="rect">
            <a:avLst/>
          </a:prstGeom>
        </p:spPr>
        <p:txBody>
          <a:bodyPr vert="horz" wrap="square" lIns="0" tIns="12700" rIns="0" bIns="0" rtlCol="0">
            <a:spAutoFit/>
          </a:bodyPr>
          <a:lstStyle/>
          <a:p>
            <a:pPr marL="12700">
              <a:lnSpc>
                <a:spcPct val="100000"/>
              </a:lnSpc>
              <a:spcBef>
                <a:spcPts val="100"/>
              </a:spcBef>
            </a:pPr>
            <a:r>
              <a:rPr sz="6000" b="1" dirty="0">
                <a:solidFill>
                  <a:srgbClr val="001F5F"/>
                </a:solidFill>
                <a:latin typeface="Calibri"/>
                <a:cs typeface="Calibri"/>
              </a:rPr>
              <a:t>*</a:t>
            </a:r>
            <a:endParaRPr sz="6000">
              <a:latin typeface="Calibri"/>
              <a:cs typeface="Calibri"/>
            </a:endParaRPr>
          </a:p>
        </p:txBody>
      </p:sp>
      <p:graphicFrame>
        <p:nvGraphicFramePr>
          <p:cNvPr id="10" name="object 10"/>
          <p:cNvGraphicFramePr>
            <a:graphicFrameLocks noGrp="1"/>
          </p:cNvGraphicFramePr>
          <p:nvPr/>
        </p:nvGraphicFramePr>
        <p:xfrm>
          <a:off x="5128767" y="2229104"/>
          <a:ext cx="2582543" cy="2610356"/>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368934">
                  <a:extLst>
                    <a:ext uri="{9D8B030D-6E8A-4147-A177-3AD203B41FA5}">
                      <a16:colId xmlns:a16="http://schemas.microsoft.com/office/drawing/2014/main" val="20003"/>
                    </a:ext>
                  </a:extLst>
                </a:gridCol>
                <a:gridCol w="368934">
                  <a:extLst>
                    <a:ext uri="{9D8B030D-6E8A-4147-A177-3AD203B41FA5}">
                      <a16:colId xmlns:a16="http://schemas.microsoft.com/office/drawing/2014/main" val="20004"/>
                    </a:ext>
                  </a:extLst>
                </a:gridCol>
                <a:gridCol w="368935">
                  <a:extLst>
                    <a:ext uri="{9D8B030D-6E8A-4147-A177-3AD203B41FA5}">
                      <a16:colId xmlns:a16="http://schemas.microsoft.com/office/drawing/2014/main" val="20005"/>
                    </a:ext>
                  </a:extLst>
                </a:gridCol>
                <a:gridCol w="368935">
                  <a:extLst>
                    <a:ext uri="{9D8B030D-6E8A-4147-A177-3AD203B41FA5}">
                      <a16:colId xmlns:a16="http://schemas.microsoft.com/office/drawing/2014/main" val="20006"/>
                    </a:ext>
                  </a:extLst>
                </a:gridCol>
              </a:tblGrid>
              <a:tr h="372999">
                <a:tc>
                  <a:txBody>
                    <a:bodyPr/>
                    <a:lstStyle/>
                    <a:p>
                      <a:pPr>
                        <a:lnSpc>
                          <a:spcPct val="100000"/>
                        </a:lnSpc>
                        <a:spcBef>
                          <a:spcPts val="5"/>
                        </a:spcBef>
                      </a:pPr>
                      <a:endParaRPr sz="850">
                        <a:latin typeface="Times New Roman"/>
                        <a:cs typeface="Times New Roman"/>
                      </a:endParaRPr>
                    </a:p>
                    <a:p>
                      <a:pPr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2872">
                <a:tc>
                  <a:txBody>
                    <a:bodyPr/>
                    <a:lstStyle/>
                    <a:p>
                      <a:pPr>
                        <a:lnSpc>
                          <a:spcPct val="100000"/>
                        </a:lnSpc>
                        <a:spcBef>
                          <a:spcPts val="5"/>
                        </a:spcBef>
                      </a:pPr>
                      <a:endParaRPr sz="850">
                        <a:latin typeface="Times New Roman"/>
                        <a:cs typeface="Times New Roman"/>
                      </a:endParaRPr>
                    </a:p>
                    <a:p>
                      <a:pPr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2872">
                <a:tc>
                  <a:txBody>
                    <a:bodyPr/>
                    <a:lstStyle/>
                    <a:p>
                      <a:pPr>
                        <a:lnSpc>
                          <a:spcPct val="100000"/>
                        </a:lnSpc>
                        <a:spcBef>
                          <a:spcPts val="5"/>
                        </a:spcBef>
                      </a:pPr>
                      <a:endParaRPr sz="850">
                        <a:latin typeface="Times New Roman"/>
                        <a:cs typeface="Times New Roman"/>
                      </a:endParaRPr>
                    </a:p>
                    <a:p>
                      <a:pPr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2871">
                <a:tc>
                  <a:txBody>
                    <a:bodyPr/>
                    <a:lstStyle/>
                    <a:p>
                      <a:pPr>
                        <a:lnSpc>
                          <a:spcPct val="100000"/>
                        </a:lnSpc>
                        <a:spcBef>
                          <a:spcPts val="5"/>
                        </a:spcBef>
                      </a:pPr>
                      <a:endParaRPr sz="850">
                        <a:latin typeface="Times New Roman"/>
                        <a:cs typeface="Times New Roman"/>
                      </a:endParaRPr>
                    </a:p>
                    <a:p>
                      <a:pPr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2999">
                <a:tc>
                  <a:txBody>
                    <a:bodyPr/>
                    <a:lstStyle/>
                    <a:p>
                      <a:pPr>
                        <a:lnSpc>
                          <a:spcPct val="100000"/>
                        </a:lnSpc>
                        <a:spcBef>
                          <a:spcPts val="10"/>
                        </a:spcBef>
                      </a:pPr>
                      <a:endParaRPr sz="850">
                        <a:latin typeface="Times New Roman"/>
                        <a:cs typeface="Times New Roman"/>
                      </a:endParaRPr>
                    </a:p>
                    <a:p>
                      <a:pPr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2871">
                <a:tc>
                  <a:txBody>
                    <a:bodyPr/>
                    <a:lstStyle/>
                    <a:p>
                      <a:pPr>
                        <a:lnSpc>
                          <a:spcPct val="100000"/>
                        </a:lnSpc>
                        <a:spcBef>
                          <a:spcPts val="10"/>
                        </a:spcBef>
                      </a:pPr>
                      <a:endParaRPr sz="850">
                        <a:latin typeface="Times New Roman"/>
                        <a:cs typeface="Times New Roman"/>
                      </a:endParaRPr>
                    </a:p>
                    <a:p>
                      <a:pPr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72872">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1270"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bl>
          </a:graphicData>
        </a:graphic>
      </p:graphicFrame>
      <p:pic>
        <p:nvPicPr>
          <p:cNvPr id="11" name="object 11"/>
          <p:cNvPicPr/>
          <p:nvPr/>
        </p:nvPicPr>
        <p:blipFill>
          <a:blip r:embed="rId6" cstate="print"/>
          <a:stretch>
            <a:fillRect/>
          </a:stretch>
        </p:blipFill>
        <p:spPr>
          <a:xfrm>
            <a:off x="7474457" y="2383535"/>
            <a:ext cx="117221" cy="78104"/>
          </a:xfrm>
          <a:prstGeom prst="rect">
            <a:avLst/>
          </a:prstGeom>
        </p:spPr>
      </p:pic>
      <p:pic>
        <p:nvPicPr>
          <p:cNvPr id="12" name="object 12"/>
          <p:cNvPicPr/>
          <p:nvPr/>
        </p:nvPicPr>
        <p:blipFill>
          <a:blip r:embed="rId7" cstate="print"/>
          <a:stretch>
            <a:fillRect/>
          </a:stretch>
        </p:blipFill>
        <p:spPr>
          <a:xfrm>
            <a:off x="7105395" y="2756407"/>
            <a:ext cx="117221" cy="78104"/>
          </a:xfrm>
          <a:prstGeom prst="rect">
            <a:avLst/>
          </a:prstGeom>
        </p:spPr>
      </p:pic>
      <p:pic>
        <p:nvPicPr>
          <p:cNvPr id="13" name="object 13"/>
          <p:cNvPicPr/>
          <p:nvPr/>
        </p:nvPicPr>
        <p:blipFill>
          <a:blip r:embed="rId8" cstate="print"/>
          <a:stretch>
            <a:fillRect/>
          </a:stretch>
        </p:blipFill>
        <p:spPr>
          <a:xfrm>
            <a:off x="6736333" y="3129407"/>
            <a:ext cx="117221" cy="77977"/>
          </a:xfrm>
          <a:prstGeom prst="rect">
            <a:avLst/>
          </a:prstGeom>
        </p:spPr>
      </p:pic>
      <p:pic>
        <p:nvPicPr>
          <p:cNvPr id="14" name="object 14"/>
          <p:cNvPicPr/>
          <p:nvPr/>
        </p:nvPicPr>
        <p:blipFill>
          <a:blip r:embed="rId9" cstate="print"/>
          <a:stretch>
            <a:fillRect/>
          </a:stretch>
        </p:blipFill>
        <p:spPr>
          <a:xfrm>
            <a:off x="6367271" y="3502278"/>
            <a:ext cx="117220" cy="77978"/>
          </a:xfrm>
          <a:prstGeom prst="rect">
            <a:avLst/>
          </a:prstGeom>
        </p:spPr>
      </p:pic>
      <p:pic>
        <p:nvPicPr>
          <p:cNvPr id="15" name="object 15"/>
          <p:cNvPicPr/>
          <p:nvPr/>
        </p:nvPicPr>
        <p:blipFill>
          <a:blip r:embed="rId7" cstate="print"/>
          <a:stretch>
            <a:fillRect/>
          </a:stretch>
        </p:blipFill>
        <p:spPr>
          <a:xfrm>
            <a:off x="5998209" y="3875151"/>
            <a:ext cx="117220" cy="78105"/>
          </a:xfrm>
          <a:prstGeom prst="rect">
            <a:avLst/>
          </a:prstGeom>
        </p:spPr>
      </p:pic>
      <p:pic>
        <p:nvPicPr>
          <p:cNvPr id="16" name="object 16"/>
          <p:cNvPicPr/>
          <p:nvPr/>
        </p:nvPicPr>
        <p:blipFill>
          <a:blip r:embed="rId10" cstate="print"/>
          <a:stretch>
            <a:fillRect/>
          </a:stretch>
        </p:blipFill>
        <p:spPr>
          <a:xfrm>
            <a:off x="5629147" y="4248022"/>
            <a:ext cx="117348" cy="78104"/>
          </a:xfrm>
          <a:prstGeom prst="rect">
            <a:avLst/>
          </a:prstGeom>
        </p:spPr>
      </p:pic>
      <p:pic>
        <p:nvPicPr>
          <p:cNvPr id="17" name="object 17"/>
          <p:cNvPicPr/>
          <p:nvPr/>
        </p:nvPicPr>
        <p:blipFill>
          <a:blip r:embed="rId6" cstate="print"/>
          <a:stretch>
            <a:fillRect/>
          </a:stretch>
        </p:blipFill>
        <p:spPr>
          <a:xfrm>
            <a:off x="5260085" y="4621021"/>
            <a:ext cx="117348" cy="77977"/>
          </a:xfrm>
          <a:prstGeom prst="rect">
            <a:avLst/>
          </a:prstGeom>
        </p:spPr>
      </p:pic>
      <p:graphicFrame>
        <p:nvGraphicFramePr>
          <p:cNvPr id="18" name="object 18"/>
          <p:cNvGraphicFramePr>
            <a:graphicFrameLocks noGrp="1"/>
          </p:cNvGraphicFramePr>
          <p:nvPr/>
        </p:nvGraphicFramePr>
        <p:xfrm>
          <a:off x="1816480" y="2244217"/>
          <a:ext cx="2582543" cy="2610356"/>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368934">
                  <a:extLst>
                    <a:ext uri="{9D8B030D-6E8A-4147-A177-3AD203B41FA5}">
                      <a16:colId xmlns:a16="http://schemas.microsoft.com/office/drawing/2014/main" val="20003"/>
                    </a:ext>
                  </a:extLst>
                </a:gridCol>
                <a:gridCol w="368934">
                  <a:extLst>
                    <a:ext uri="{9D8B030D-6E8A-4147-A177-3AD203B41FA5}">
                      <a16:colId xmlns:a16="http://schemas.microsoft.com/office/drawing/2014/main" val="20004"/>
                    </a:ext>
                  </a:extLst>
                </a:gridCol>
                <a:gridCol w="368935">
                  <a:extLst>
                    <a:ext uri="{9D8B030D-6E8A-4147-A177-3AD203B41FA5}">
                      <a16:colId xmlns:a16="http://schemas.microsoft.com/office/drawing/2014/main" val="20005"/>
                    </a:ext>
                  </a:extLst>
                </a:gridCol>
                <a:gridCol w="368935">
                  <a:extLst>
                    <a:ext uri="{9D8B030D-6E8A-4147-A177-3AD203B41FA5}">
                      <a16:colId xmlns:a16="http://schemas.microsoft.com/office/drawing/2014/main" val="20006"/>
                    </a:ext>
                  </a:extLst>
                </a:gridCol>
              </a:tblGrid>
              <a:tr h="372872">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715" algn="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080" algn="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2999">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080" algn="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2872">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715" algn="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080" algn="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2871">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715" algn="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080" algn="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2872">
                <a:tc>
                  <a:txBody>
                    <a:bodyPr/>
                    <a:lstStyle/>
                    <a:p>
                      <a:pPr algn="ctr">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715" algn="r">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080" algn="r">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2998">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080" algn="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72872">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715" algn="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2080" algn="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bl>
          </a:graphicData>
        </a:graphic>
      </p:graphicFrame>
      <p:pic>
        <p:nvPicPr>
          <p:cNvPr id="19" name="object 19"/>
          <p:cNvPicPr/>
          <p:nvPr/>
        </p:nvPicPr>
        <p:blipFill>
          <a:blip r:embed="rId11" cstate="print"/>
          <a:stretch>
            <a:fillRect/>
          </a:stretch>
        </p:blipFill>
        <p:spPr>
          <a:xfrm>
            <a:off x="4208398" y="2359914"/>
            <a:ext cx="19812" cy="154812"/>
          </a:xfrm>
          <a:prstGeom prst="rect">
            <a:avLst/>
          </a:prstGeom>
        </p:spPr>
      </p:pic>
      <p:pic>
        <p:nvPicPr>
          <p:cNvPr id="20" name="object 20"/>
          <p:cNvPicPr/>
          <p:nvPr/>
        </p:nvPicPr>
        <p:blipFill>
          <a:blip r:embed="rId12" cstate="print"/>
          <a:stretch>
            <a:fillRect/>
          </a:stretch>
        </p:blipFill>
        <p:spPr>
          <a:xfrm>
            <a:off x="3839336" y="2732785"/>
            <a:ext cx="19812" cy="154939"/>
          </a:xfrm>
          <a:prstGeom prst="rect">
            <a:avLst/>
          </a:prstGeom>
        </p:spPr>
      </p:pic>
      <p:pic>
        <p:nvPicPr>
          <p:cNvPr id="21" name="object 21"/>
          <p:cNvPicPr/>
          <p:nvPr/>
        </p:nvPicPr>
        <p:blipFill>
          <a:blip r:embed="rId13" cstate="print"/>
          <a:stretch>
            <a:fillRect/>
          </a:stretch>
        </p:blipFill>
        <p:spPr>
          <a:xfrm>
            <a:off x="3470275" y="3105657"/>
            <a:ext cx="19938" cy="154939"/>
          </a:xfrm>
          <a:prstGeom prst="rect">
            <a:avLst/>
          </a:prstGeom>
        </p:spPr>
      </p:pic>
      <p:pic>
        <p:nvPicPr>
          <p:cNvPr id="22" name="object 22"/>
          <p:cNvPicPr/>
          <p:nvPr/>
        </p:nvPicPr>
        <p:blipFill>
          <a:blip r:embed="rId14" cstate="print"/>
          <a:stretch>
            <a:fillRect/>
          </a:stretch>
        </p:blipFill>
        <p:spPr>
          <a:xfrm>
            <a:off x="3101213" y="3478529"/>
            <a:ext cx="19938" cy="154940"/>
          </a:xfrm>
          <a:prstGeom prst="rect">
            <a:avLst/>
          </a:prstGeom>
        </p:spPr>
      </p:pic>
      <p:pic>
        <p:nvPicPr>
          <p:cNvPr id="23" name="object 23"/>
          <p:cNvPicPr/>
          <p:nvPr/>
        </p:nvPicPr>
        <p:blipFill>
          <a:blip r:embed="rId15" cstate="print"/>
          <a:stretch>
            <a:fillRect/>
          </a:stretch>
        </p:blipFill>
        <p:spPr>
          <a:xfrm>
            <a:off x="2732151" y="3851528"/>
            <a:ext cx="19938" cy="154812"/>
          </a:xfrm>
          <a:prstGeom prst="rect">
            <a:avLst/>
          </a:prstGeom>
        </p:spPr>
      </p:pic>
      <p:pic>
        <p:nvPicPr>
          <p:cNvPr id="24" name="object 24"/>
          <p:cNvPicPr/>
          <p:nvPr/>
        </p:nvPicPr>
        <p:blipFill>
          <a:blip r:embed="rId13" cstate="print"/>
          <a:stretch>
            <a:fillRect/>
          </a:stretch>
        </p:blipFill>
        <p:spPr>
          <a:xfrm>
            <a:off x="2363089" y="4224401"/>
            <a:ext cx="19938" cy="154940"/>
          </a:xfrm>
          <a:prstGeom prst="rect">
            <a:avLst/>
          </a:prstGeom>
        </p:spPr>
      </p:pic>
      <p:pic>
        <p:nvPicPr>
          <p:cNvPr id="25" name="object 25"/>
          <p:cNvPicPr/>
          <p:nvPr/>
        </p:nvPicPr>
        <p:blipFill>
          <a:blip r:embed="rId14" cstate="print"/>
          <a:stretch>
            <a:fillRect/>
          </a:stretch>
        </p:blipFill>
        <p:spPr>
          <a:xfrm>
            <a:off x="1994026" y="4597272"/>
            <a:ext cx="19939" cy="154939"/>
          </a:xfrm>
          <a:prstGeom prst="rect">
            <a:avLst/>
          </a:prstGeom>
        </p:spPr>
      </p:pic>
      <p:pic>
        <p:nvPicPr>
          <p:cNvPr id="26" name="object 26"/>
          <p:cNvPicPr/>
          <p:nvPr/>
        </p:nvPicPr>
        <p:blipFill>
          <a:blip r:embed="rId16" cstate="print"/>
          <a:stretch>
            <a:fillRect/>
          </a:stretch>
        </p:blipFill>
        <p:spPr>
          <a:xfrm>
            <a:off x="5903976" y="1953767"/>
            <a:ext cx="1053846" cy="174498"/>
          </a:xfrm>
          <a:prstGeom prst="rect">
            <a:avLst/>
          </a:prstGeom>
        </p:spPr>
      </p:pic>
      <p:pic>
        <p:nvPicPr>
          <p:cNvPr id="27" name="object 27"/>
          <p:cNvPicPr/>
          <p:nvPr/>
        </p:nvPicPr>
        <p:blipFill>
          <a:blip r:embed="rId17" cstate="print"/>
          <a:stretch>
            <a:fillRect/>
          </a:stretch>
        </p:blipFill>
        <p:spPr>
          <a:xfrm>
            <a:off x="2741676" y="1953767"/>
            <a:ext cx="752094" cy="142494"/>
          </a:xfrm>
          <a:prstGeom prst="rect">
            <a:avLst/>
          </a:prstGeom>
        </p:spPr>
      </p:pic>
      <p:pic>
        <p:nvPicPr>
          <p:cNvPr id="28" name="object 28"/>
          <p:cNvPicPr/>
          <p:nvPr/>
        </p:nvPicPr>
        <p:blipFill>
          <a:blip r:embed="rId18" cstate="print"/>
          <a:stretch>
            <a:fillRect/>
          </a:stretch>
        </p:blipFill>
        <p:spPr>
          <a:xfrm>
            <a:off x="710183" y="5195315"/>
            <a:ext cx="4584954" cy="45951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1798" y="6524434"/>
            <a:ext cx="60143"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3086862" cy="174498"/>
          </a:xfrm>
          <a:prstGeom prst="rect">
            <a:avLst/>
          </a:prstGeom>
        </p:spPr>
      </p:pic>
      <p:sp>
        <p:nvSpPr>
          <p:cNvPr id="7" name="object 7"/>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9" name="object 9"/>
          <p:cNvGrpSpPr/>
          <p:nvPr/>
        </p:nvGrpSpPr>
        <p:grpSpPr>
          <a:xfrm>
            <a:off x="2444495" y="3005327"/>
            <a:ext cx="4254500" cy="1424305"/>
            <a:chOff x="2444495" y="3005327"/>
            <a:chExt cx="4254500" cy="1424305"/>
          </a:xfrm>
        </p:grpSpPr>
        <p:sp>
          <p:nvSpPr>
            <p:cNvPr id="10" name="object 10"/>
            <p:cNvSpPr/>
            <p:nvPr/>
          </p:nvSpPr>
          <p:spPr>
            <a:xfrm>
              <a:off x="5307456" y="3038220"/>
              <a:ext cx="1391285" cy="1391285"/>
            </a:xfrm>
            <a:custGeom>
              <a:avLst/>
              <a:gdLst/>
              <a:ahLst/>
              <a:cxnLst/>
              <a:rect l="l" t="t" r="r" b="b"/>
              <a:pathLst>
                <a:path w="1391284" h="1391285">
                  <a:moveTo>
                    <a:pt x="1309877" y="0"/>
                  </a:moveTo>
                  <a:lnTo>
                    <a:pt x="695578" y="614426"/>
                  </a:lnTo>
                  <a:lnTo>
                    <a:pt x="81279" y="0"/>
                  </a:lnTo>
                  <a:lnTo>
                    <a:pt x="0" y="81279"/>
                  </a:lnTo>
                  <a:lnTo>
                    <a:pt x="614426" y="695578"/>
                  </a:lnTo>
                  <a:lnTo>
                    <a:pt x="0" y="1309877"/>
                  </a:lnTo>
                  <a:lnTo>
                    <a:pt x="81279" y="1391158"/>
                  </a:lnTo>
                  <a:lnTo>
                    <a:pt x="695578" y="776731"/>
                  </a:lnTo>
                  <a:lnTo>
                    <a:pt x="1309877" y="1391158"/>
                  </a:lnTo>
                  <a:lnTo>
                    <a:pt x="1391158" y="1309877"/>
                  </a:lnTo>
                  <a:lnTo>
                    <a:pt x="776731" y="695578"/>
                  </a:lnTo>
                  <a:lnTo>
                    <a:pt x="1391158" y="81279"/>
                  </a:lnTo>
                  <a:lnTo>
                    <a:pt x="1309877" y="0"/>
                  </a:lnTo>
                  <a:close/>
                </a:path>
              </a:pathLst>
            </a:custGeom>
            <a:solidFill>
              <a:srgbClr val="183DAF"/>
            </a:solidFill>
          </p:spPr>
          <p:txBody>
            <a:bodyPr wrap="square" lIns="0" tIns="0" rIns="0" bIns="0" rtlCol="0"/>
            <a:lstStyle/>
            <a:p>
              <a:endParaRPr/>
            </a:p>
          </p:txBody>
        </p:sp>
        <p:sp>
          <p:nvSpPr>
            <p:cNvPr id="11" name="object 11"/>
            <p:cNvSpPr/>
            <p:nvPr/>
          </p:nvSpPr>
          <p:spPr>
            <a:xfrm>
              <a:off x="2454401" y="3015233"/>
              <a:ext cx="3432175" cy="1224280"/>
            </a:xfrm>
            <a:custGeom>
              <a:avLst/>
              <a:gdLst/>
              <a:ahLst/>
              <a:cxnLst/>
              <a:rect l="l" t="t" r="r" b="b"/>
              <a:pathLst>
                <a:path w="3432175" h="1224279">
                  <a:moveTo>
                    <a:pt x="2711196" y="719327"/>
                  </a:moveTo>
                  <a:lnTo>
                    <a:pt x="3432048" y="719327"/>
                  </a:lnTo>
                  <a:lnTo>
                    <a:pt x="3432048" y="0"/>
                  </a:lnTo>
                  <a:lnTo>
                    <a:pt x="2711196" y="0"/>
                  </a:lnTo>
                  <a:lnTo>
                    <a:pt x="2711196" y="719327"/>
                  </a:lnTo>
                  <a:close/>
                </a:path>
                <a:path w="3432175" h="1224279">
                  <a:moveTo>
                    <a:pt x="0" y="1223771"/>
                  </a:moveTo>
                  <a:lnTo>
                    <a:pt x="719327" y="1223771"/>
                  </a:lnTo>
                  <a:lnTo>
                    <a:pt x="719327" y="504443"/>
                  </a:lnTo>
                  <a:lnTo>
                    <a:pt x="0" y="504443"/>
                  </a:lnTo>
                  <a:lnTo>
                    <a:pt x="0" y="1223771"/>
                  </a:lnTo>
                  <a:close/>
                </a:path>
              </a:pathLst>
            </a:custGeom>
            <a:ln w="19812">
              <a:solidFill>
                <a:srgbClr val="FF0000"/>
              </a:solidFill>
              <a:prstDash val="sysDash"/>
            </a:ln>
          </p:spPr>
          <p:txBody>
            <a:bodyPr wrap="square" lIns="0" tIns="0" rIns="0" bIns="0" rtlCol="0"/>
            <a:lstStyle/>
            <a:p>
              <a:endParaRPr/>
            </a:p>
          </p:txBody>
        </p:sp>
        <p:sp>
          <p:nvSpPr>
            <p:cNvPr id="12" name="object 12"/>
            <p:cNvSpPr/>
            <p:nvPr/>
          </p:nvSpPr>
          <p:spPr>
            <a:xfrm>
              <a:off x="2504312" y="3570223"/>
              <a:ext cx="636905" cy="636905"/>
            </a:xfrm>
            <a:custGeom>
              <a:avLst/>
              <a:gdLst/>
              <a:ahLst/>
              <a:cxnLst/>
              <a:rect l="l" t="t" r="r" b="b"/>
              <a:pathLst>
                <a:path w="636905" h="636904">
                  <a:moveTo>
                    <a:pt x="572769" y="0"/>
                  </a:moveTo>
                  <a:lnTo>
                    <a:pt x="0" y="572769"/>
                  </a:lnTo>
                  <a:lnTo>
                    <a:pt x="63754" y="636396"/>
                  </a:lnTo>
                  <a:lnTo>
                    <a:pt x="636397" y="63626"/>
                  </a:lnTo>
                  <a:lnTo>
                    <a:pt x="572769" y="0"/>
                  </a:lnTo>
                  <a:close/>
                </a:path>
              </a:pathLst>
            </a:custGeom>
            <a:solidFill>
              <a:srgbClr val="EC7C30">
                <a:alpha val="39999"/>
              </a:srgbClr>
            </a:solidFill>
          </p:spPr>
          <p:txBody>
            <a:bodyPr wrap="square" lIns="0" tIns="0" rIns="0" bIns="0" rtlCol="0"/>
            <a:lstStyle/>
            <a:p>
              <a:endParaRPr/>
            </a:p>
          </p:txBody>
        </p:sp>
        <p:sp>
          <p:nvSpPr>
            <p:cNvPr id="13" name="object 13"/>
            <p:cNvSpPr/>
            <p:nvPr/>
          </p:nvSpPr>
          <p:spPr>
            <a:xfrm>
              <a:off x="2504312" y="3570223"/>
              <a:ext cx="636905" cy="636905"/>
            </a:xfrm>
            <a:custGeom>
              <a:avLst/>
              <a:gdLst/>
              <a:ahLst/>
              <a:cxnLst/>
              <a:rect l="l" t="t" r="r" b="b"/>
              <a:pathLst>
                <a:path w="636905" h="636904">
                  <a:moveTo>
                    <a:pt x="0" y="572769"/>
                  </a:moveTo>
                  <a:lnTo>
                    <a:pt x="572769" y="0"/>
                  </a:lnTo>
                  <a:lnTo>
                    <a:pt x="636397" y="63626"/>
                  </a:lnTo>
                  <a:lnTo>
                    <a:pt x="63754" y="636396"/>
                  </a:lnTo>
                  <a:lnTo>
                    <a:pt x="0" y="572769"/>
                  </a:lnTo>
                  <a:close/>
                </a:path>
              </a:pathLst>
            </a:custGeom>
            <a:ln w="12700">
              <a:solidFill>
                <a:srgbClr val="EC7C30"/>
              </a:solidFill>
            </a:ln>
          </p:spPr>
          <p:txBody>
            <a:bodyPr wrap="square" lIns="0" tIns="0" rIns="0" bIns="0" rtlCol="0"/>
            <a:lstStyle/>
            <a:p>
              <a:endParaRPr/>
            </a:p>
          </p:txBody>
        </p:sp>
        <p:sp>
          <p:nvSpPr>
            <p:cNvPr id="14" name="object 14"/>
            <p:cNvSpPr/>
            <p:nvPr/>
          </p:nvSpPr>
          <p:spPr>
            <a:xfrm>
              <a:off x="3171443" y="3343782"/>
              <a:ext cx="1993264" cy="541655"/>
            </a:xfrm>
            <a:custGeom>
              <a:avLst/>
              <a:gdLst/>
              <a:ahLst/>
              <a:cxnLst/>
              <a:rect l="l" t="t" r="r" b="b"/>
              <a:pathLst>
                <a:path w="1993264" h="541654">
                  <a:moveTo>
                    <a:pt x="1912681" y="44166"/>
                  </a:moveTo>
                  <a:lnTo>
                    <a:pt x="0" y="529081"/>
                  </a:lnTo>
                  <a:lnTo>
                    <a:pt x="3048" y="541400"/>
                  </a:lnTo>
                  <a:lnTo>
                    <a:pt x="1915701" y="56492"/>
                  </a:lnTo>
                  <a:lnTo>
                    <a:pt x="1919086" y="49044"/>
                  </a:lnTo>
                  <a:lnTo>
                    <a:pt x="1912681" y="44166"/>
                  </a:lnTo>
                  <a:close/>
                </a:path>
                <a:path w="1993264" h="541654">
                  <a:moveTo>
                    <a:pt x="1978422" y="42925"/>
                  </a:moveTo>
                  <a:lnTo>
                    <a:pt x="1917572" y="42925"/>
                  </a:lnTo>
                  <a:lnTo>
                    <a:pt x="1920620" y="55244"/>
                  </a:lnTo>
                  <a:lnTo>
                    <a:pt x="1915701" y="56492"/>
                  </a:lnTo>
                  <a:lnTo>
                    <a:pt x="1885442" y="123062"/>
                  </a:lnTo>
                  <a:lnTo>
                    <a:pt x="1978422" y="42925"/>
                  </a:lnTo>
                  <a:close/>
                </a:path>
                <a:path w="1993264" h="541654">
                  <a:moveTo>
                    <a:pt x="1919086" y="49044"/>
                  </a:moveTo>
                  <a:lnTo>
                    <a:pt x="1915701" y="56492"/>
                  </a:lnTo>
                  <a:lnTo>
                    <a:pt x="1920620" y="55244"/>
                  </a:lnTo>
                  <a:lnTo>
                    <a:pt x="1919086" y="49044"/>
                  </a:lnTo>
                  <a:close/>
                </a:path>
                <a:path w="1993264" h="541654">
                  <a:moveTo>
                    <a:pt x="1917572" y="42925"/>
                  </a:moveTo>
                  <a:lnTo>
                    <a:pt x="1912681" y="44166"/>
                  </a:lnTo>
                  <a:lnTo>
                    <a:pt x="1919077" y="49007"/>
                  </a:lnTo>
                  <a:lnTo>
                    <a:pt x="1917572" y="42925"/>
                  </a:lnTo>
                  <a:close/>
                </a:path>
                <a:path w="1993264" h="541654">
                  <a:moveTo>
                    <a:pt x="1854327" y="0"/>
                  </a:moveTo>
                  <a:lnTo>
                    <a:pt x="1912681" y="44166"/>
                  </a:lnTo>
                  <a:lnTo>
                    <a:pt x="1917572" y="42925"/>
                  </a:lnTo>
                  <a:lnTo>
                    <a:pt x="1978422" y="42925"/>
                  </a:lnTo>
                  <a:lnTo>
                    <a:pt x="1993010" y="30352"/>
                  </a:lnTo>
                  <a:lnTo>
                    <a:pt x="1854327" y="0"/>
                  </a:lnTo>
                  <a:close/>
                </a:path>
              </a:pathLst>
            </a:custGeom>
            <a:solidFill>
              <a:srgbClr val="FF0000"/>
            </a:solidFill>
          </p:spPr>
          <p:txBody>
            <a:bodyPr wrap="square" lIns="0" tIns="0" rIns="0" bIns="0" rtlCol="0"/>
            <a:lstStyle/>
            <a:p>
              <a:endParaRPr/>
            </a:p>
          </p:txBody>
        </p:sp>
        <p:pic>
          <p:nvPicPr>
            <p:cNvPr id="15" name="object 15"/>
            <p:cNvPicPr/>
            <p:nvPr/>
          </p:nvPicPr>
          <p:blipFill>
            <a:blip r:embed="rId6" cstate="print"/>
            <a:stretch>
              <a:fillRect/>
            </a:stretch>
          </p:blipFill>
          <p:spPr>
            <a:xfrm>
              <a:off x="2653314" y="3116604"/>
              <a:ext cx="345155" cy="137897"/>
            </a:xfrm>
            <a:prstGeom prst="rect">
              <a:avLst/>
            </a:prstGeom>
          </p:spPr>
        </p:pic>
      </p:grpSp>
      <p:pic>
        <p:nvPicPr>
          <p:cNvPr id="16" name="object 16"/>
          <p:cNvPicPr/>
          <p:nvPr/>
        </p:nvPicPr>
        <p:blipFill>
          <a:blip r:embed="rId7" cstate="print"/>
          <a:stretch>
            <a:fillRect/>
          </a:stretch>
        </p:blipFill>
        <p:spPr>
          <a:xfrm>
            <a:off x="5843069" y="2499420"/>
            <a:ext cx="323796" cy="1713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1907" y="6524434"/>
            <a:ext cx="6155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3086862" cy="174498"/>
          </a:xfrm>
          <a:prstGeom prst="rect">
            <a:avLst/>
          </a:prstGeom>
        </p:spPr>
      </p:pic>
      <p:sp>
        <p:nvSpPr>
          <p:cNvPr id="7" name="object 7"/>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pic>
        <p:nvPicPr>
          <p:cNvPr id="9" name="object 9"/>
          <p:cNvPicPr/>
          <p:nvPr/>
        </p:nvPicPr>
        <p:blipFill>
          <a:blip r:embed="rId6" cstate="print"/>
          <a:stretch>
            <a:fillRect/>
          </a:stretch>
        </p:blipFill>
        <p:spPr>
          <a:xfrm>
            <a:off x="710183" y="5195315"/>
            <a:ext cx="2966466" cy="459511"/>
          </a:xfrm>
          <a:prstGeom prst="rect">
            <a:avLst/>
          </a:prstGeom>
        </p:spPr>
      </p:pic>
      <p:sp>
        <p:nvSpPr>
          <p:cNvPr id="10" name="object 10"/>
          <p:cNvSpPr txBox="1"/>
          <p:nvPr/>
        </p:nvSpPr>
        <p:spPr>
          <a:xfrm>
            <a:off x="4564507" y="3164585"/>
            <a:ext cx="405130" cy="939800"/>
          </a:xfrm>
          <a:prstGeom prst="rect">
            <a:avLst/>
          </a:prstGeom>
        </p:spPr>
        <p:txBody>
          <a:bodyPr vert="horz" wrap="square" lIns="0" tIns="12700" rIns="0" bIns="0" rtlCol="0">
            <a:spAutoFit/>
          </a:bodyPr>
          <a:lstStyle/>
          <a:p>
            <a:pPr marL="12700">
              <a:lnSpc>
                <a:spcPct val="100000"/>
              </a:lnSpc>
              <a:spcBef>
                <a:spcPts val="100"/>
              </a:spcBef>
            </a:pPr>
            <a:r>
              <a:rPr sz="6000" b="1" dirty="0">
                <a:solidFill>
                  <a:srgbClr val="001F5F"/>
                </a:solidFill>
                <a:latin typeface="Calibri"/>
                <a:cs typeface="Calibri"/>
              </a:rPr>
              <a:t>*</a:t>
            </a:r>
            <a:endParaRPr sz="6000">
              <a:latin typeface="Calibri"/>
              <a:cs typeface="Calibri"/>
            </a:endParaRPr>
          </a:p>
        </p:txBody>
      </p:sp>
      <p:graphicFrame>
        <p:nvGraphicFramePr>
          <p:cNvPr id="11" name="object 11"/>
          <p:cNvGraphicFramePr>
            <a:graphicFrameLocks noGrp="1"/>
          </p:cNvGraphicFramePr>
          <p:nvPr/>
        </p:nvGraphicFramePr>
        <p:xfrm>
          <a:off x="5128767" y="2229104"/>
          <a:ext cx="2582543" cy="2610356"/>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368934">
                  <a:extLst>
                    <a:ext uri="{9D8B030D-6E8A-4147-A177-3AD203B41FA5}">
                      <a16:colId xmlns:a16="http://schemas.microsoft.com/office/drawing/2014/main" val="20003"/>
                    </a:ext>
                  </a:extLst>
                </a:gridCol>
                <a:gridCol w="368934">
                  <a:extLst>
                    <a:ext uri="{9D8B030D-6E8A-4147-A177-3AD203B41FA5}">
                      <a16:colId xmlns:a16="http://schemas.microsoft.com/office/drawing/2014/main" val="20004"/>
                    </a:ext>
                  </a:extLst>
                </a:gridCol>
                <a:gridCol w="368935">
                  <a:extLst>
                    <a:ext uri="{9D8B030D-6E8A-4147-A177-3AD203B41FA5}">
                      <a16:colId xmlns:a16="http://schemas.microsoft.com/office/drawing/2014/main" val="20005"/>
                    </a:ext>
                  </a:extLst>
                </a:gridCol>
                <a:gridCol w="368935">
                  <a:extLst>
                    <a:ext uri="{9D8B030D-6E8A-4147-A177-3AD203B41FA5}">
                      <a16:colId xmlns:a16="http://schemas.microsoft.com/office/drawing/2014/main" val="20006"/>
                    </a:ext>
                  </a:extLst>
                </a:gridCol>
              </a:tblGrid>
              <a:tr h="372999">
                <a:tc>
                  <a:txBody>
                    <a:bodyPr/>
                    <a:lstStyle/>
                    <a:p>
                      <a:pPr>
                        <a:lnSpc>
                          <a:spcPct val="100000"/>
                        </a:lnSpc>
                        <a:spcBef>
                          <a:spcPts val="5"/>
                        </a:spcBef>
                      </a:pPr>
                      <a:endParaRPr sz="850">
                        <a:latin typeface="Times New Roman"/>
                        <a:cs typeface="Times New Roman"/>
                      </a:endParaRPr>
                    </a:p>
                    <a:p>
                      <a:pPr marR="112395" algn="r">
                        <a:lnSpc>
                          <a:spcPct val="100000"/>
                        </a:lnSpc>
                      </a:pPr>
                      <a:r>
                        <a:rPr sz="800" spc="-90" dirty="0">
                          <a:latin typeface="Trebuchet MS"/>
                          <a:cs typeface="Trebuchet MS"/>
                        </a:rPr>
                        <a:t>255</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162560">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2872">
                <a:tc>
                  <a:txBody>
                    <a:bodyPr/>
                    <a:lstStyle/>
                    <a:p>
                      <a:pPr>
                        <a:lnSpc>
                          <a:spcPct val="100000"/>
                        </a:lnSpc>
                        <a:spcBef>
                          <a:spcPts val="5"/>
                        </a:spcBef>
                      </a:pPr>
                      <a:endParaRPr sz="850">
                        <a:latin typeface="Times New Roman"/>
                        <a:cs typeface="Times New Roman"/>
                      </a:endParaRPr>
                    </a:p>
                    <a:p>
                      <a:pPr marR="154305" algn="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spc="-90" dirty="0">
                          <a:latin typeface="Trebuchet MS"/>
                          <a:cs typeface="Trebuchet MS"/>
                        </a:rPr>
                        <a:t>255</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162560">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2872">
                <a:tc>
                  <a:txBody>
                    <a:bodyPr/>
                    <a:lstStyle/>
                    <a:p>
                      <a:pPr>
                        <a:lnSpc>
                          <a:spcPct val="100000"/>
                        </a:lnSpc>
                        <a:spcBef>
                          <a:spcPts val="5"/>
                        </a:spcBef>
                      </a:pPr>
                      <a:endParaRPr sz="850">
                        <a:latin typeface="Times New Roman"/>
                        <a:cs typeface="Times New Roman"/>
                      </a:endParaRPr>
                    </a:p>
                    <a:p>
                      <a:pPr marR="154305" algn="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spc="-90" dirty="0">
                          <a:latin typeface="Trebuchet MS"/>
                          <a:cs typeface="Trebuchet MS"/>
                        </a:rPr>
                        <a:t>255</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162560">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2871">
                <a:tc>
                  <a:txBody>
                    <a:bodyPr/>
                    <a:lstStyle/>
                    <a:p>
                      <a:pPr>
                        <a:lnSpc>
                          <a:spcPct val="100000"/>
                        </a:lnSpc>
                        <a:spcBef>
                          <a:spcPts val="5"/>
                        </a:spcBef>
                      </a:pPr>
                      <a:endParaRPr sz="850">
                        <a:latin typeface="Times New Roman"/>
                        <a:cs typeface="Times New Roman"/>
                      </a:endParaRPr>
                    </a:p>
                    <a:p>
                      <a:pPr marR="154305" algn="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1270" algn="ctr">
                        <a:lnSpc>
                          <a:spcPct val="100000"/>
                        </a:lnSpc>
                        <a:spcBef>
                          <a:spcPts val="5"/>
                        </a:spcBef>
                      </a:pPr>
                      <a:r>
                        <a:rPr sz="800" spc="-90" dirty="0">
                          <a:solidFill>
                            <a:srgbClr val="FF0000"/>
                          </a:solidFill>
                          <a:latin typeface="Trebuchet MS"/>
                          <a:cs typeface="Trebuchet MS"/>
                        </a:rPr>
                        <a:t>255</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162560">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850">
                        <a:latin typeface="Times New Roman"/>
                        <a:cs typeface="Times New Roman"/>
                      </a:endParaRPr>
                    </a:p>
                    <a:p>
                      <a:pPr marL="635" algn="ctr">
                        <a:lnSpc>
                          <a:spcPct val="100000"/>
                        </a:lnSpc>
                        <a:spcBef>
                          <a:spcPts val="5"/>
                        </a:spcBef>
                      </a:pPr>
                      <a:r>
                        <a:rPr sz="800" dirty="0">
                          <a:solidFill>
                            <a:srgbClr val="BEBEBE"/>
                          </a:solidFill>
                          <a:latin typeface="Trebuchet MS"/>
                          <a:cs typeface="Trebuchet MS"/>
                        </a:rPr>
                        <a:t>0</a:t>
                      </a:r>
                      <a:endParaRPr sz="800">
                        <a:latin typeface="Trebuchet MS"/>
                        <a:cs typeface="Trebuchet MS"/>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2999">
                <a:tc>
                  <a:txBody>
                    <a:bodyPr/>
                    <a:lstStyle/>
                    <a:p>
                      <a:pPr>
                        <a:lnSpc>
                          <a:spcPct val="100000"/>
                        </a:lnSpc>
                        <a:spcBef>
                          <a:spcPts val="10"/>
                        </a:spcBef>
                      </a:pPr>
                      <a:endParaRPr sz="850">
                        <a:latin typeface="Times New Roman"/>
                        <a:cs typeface="Times New Roman"/>
                      </a:endParaRPr>
                    </a:p>
                    <a:p>
                      <a:pPr marR="154305" algn="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121285">
                        <a:lnSpc>
                          <a:spcPct val="100000"/>
                        </a:lnSpc>
                      </a:pPr>
                      <a:r>
                        <a:rPr sz="800" spc="-90" dirty="0">
                          <a:latin typeface="Trebuchet MS"/>
                          <a:cs typeface="Trebuchet MS"/>
                        </a:rPr>
                        <a:t>255</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2871">
                <a:tc>
                  <a:txBody>
                    <a:bodyPr/>
                    <a:lstStyle/>
                    <a:p>
                      <a:pPr>
                        <a:lnSpc>
                          <a:spcPct val="100000"/>
                        </a:lnSpc>
                        <a:spcBef>
                          <a:spcPts val="10"/>
                        </a:spcBef>
                      </a:pPr>
                      <a:endParaRPr sz="850">
                        <a:latin typeface="Times New Roman"/>
                        <a:cs typeface="Times New Roman"/>
                      </a:endParaRPr>
                    </a:p>
                    <a:p>
                      <a:pPr marR="154305" algn="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162560">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1270" algn="ctr">
                        <a:lnSpc>
                          <a:spcPct val="100000"/>
                        </a:lnSpc>
                      </a:pPr>
                      <a:r>
                        <a:rPr sz="800" spc="-90" dirty="0">
                          <a:latin typeface="Trebuchet MS"/>
                          <a:cs typeface="Trebuchet MS"/>
                        </a:rPr>
                        <a:t>255</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72872">
                <a:tc>
                  <a:txBody>
                    <a:bodyPr/>
                    <a:lstStyle/>
                    <a:p>
                      <a:pPr>
                        <a:lnSpc>
                          <a:spcPct val="100000"/>
                        </a:lnSpc>
                        <a:spcBef>
                          <a:spcPts val="10"/>
                        </a:spcBef>
                      </a:pPr>
                      <a:endParaRPr sz="850">
                        <a:latin typeface="Times New Roman"/>
                        <a:cs typeface="Times New Roman"/>
                      </a:endParaRPr>
                    </a:p>
                    <a:p>
                      <a:pPr marR="154305" algn="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162560">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635" algn="ctr">
                        <a:lnSpc>
                          <a:spcPct val="100000"/>
                        </a:lnSpc>
                      </a:pPr>
                      <a:r>
                        <a:rPr sz="800" dirty="0">
                          <a:solidFill>
                            <a:srgbClr val="BEBEBE"/>
                          </a:solidFill>
                          <a:latin typeface="Trebuchet MS"/>
                          <a:cs typeface="Trebuchet MS"/>
                        </a:rPr>
                        <a:t>0</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
                        </a:spcBef>
                      </a:pPr>
                      <a:endParaRPr sz="850">
                        <a:latin typeface="Times New Roman"/>
                        <a:cs typeface="Times New Roman"/>
                      </a:endParaRPr>
                    </a:p>
                    <a:p>
                      <a:pPr marL="1905" algn="ctr">
                        <a:lnSpc>
                          <a:spcPct val="100000"/>
                        </a:lnSpc>
                      </a:pPr>
                      <a:r>
                        <a:rPr sz="800" spc="-90" dirty="0">
                          <a:latin typeface="Trebuchet MS"/>
                          <a:cs typeface="Trebuchet MS"/>
                        </a:rPr>
                        <a:t>255</a:t>
                      </a:r>
                      <a:endParaRPr sz="800">
                        <a:latin typeface="Trebuchet MS"/>
                        <a:cs typeface="Trebuchet MS"/>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12" name="object 12"/>
          <p:cNvGraphicFramePr>
            <a:graphicFrameLocks noGrp="1"/>
          </p:cNvGraphicFramePr>
          <p:nvPr/>
        </p:nvGraphicFramePr>
        <p:xfrm>
          <a:off x="1816480" y="2244217"/>
          <a:ext cx="2582543" cy="2610356"/>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368934">
                  <a:extLst>
                    <a:ext uri="{9D8B030D-6E8A-4147-A177-3AD203B41FA5}">
                      <a16:colId xmlns:a16="http://schemas.microsoft.com/office/drawing/2014/main" val="20003"/>
                    </a:ext>
                  </a:extLst>
                </a:gridCol>
                <a:gridCol w="368934">
                  <a:extLst>
                    <a:ext uri="{9D8B030D-6E8A-4147-A177-3AD203B41FA5}">
                      <a16:colId xmlns:a16="http://schemas.microsoft.com/office/drawing/2014/main" val="20004"/>
                    </a:ext>
                  </a:extLst>
                </a:gridCol>
                <a:gridCol w="368935">
                  <a:extLst>
                    <a:ext uri="{9D8B030D-6E8A-4147-A177-3AD203B41FA5}">
                      <a16:colId xmlns:a16="http://schemas.microsoft.com/office/drawing/2014/main" val="20005"/>
                    </a:ext>
                  </a:extLst>
                </a:gridCol>
                <a:gridCol w="368935">
                  <a:extLst>
                    <a:ext uri="{9D8B030D-6E8A-4147-A177-3AD203B41FA5}">
                      <a16:colId xmlns:a16="http://schemas.microsoft.com/office/drawing/2014/main" val="20006"/>
                    </a:ext>
                  </a:extLst>
                </a:gridCol>
              </a:tblGrid>
              <a:tr h="372872">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252525"/>
                          </a:solidFill>
                          <a:latin typeface="Trebuchet MS"/>
                          <a:cs typeface="Trebuchet MS"/>
                        </a:rPr>
                        <a:t>1</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2999">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252525"/>
                          </a:solidFill>
                          <a:latin typeface="Trebuchet MS"/>
                          <a:cs typeface="Trebuchet MS"/>
                        </a:rPr>
                        <a:t>1</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2872">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252525"/>
                          </a:solidFill>
                          <a:latin typeface="Trebuchet MS"/>
                          <a:cs typeface="Trebuchet MS"/>
                        </a:rPr>
                        <a:t>1</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2871">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63195">
                        <a:lnSpc>
                          <a:spcPct val="100000"/>
                        </a:lnSpc>
                        <a:spcBef>
                          <a:spcPts val="484"/>
                        </a:spcBef>
                      </a:pPr>
                      <a:r>
                        <a:rPr sz="1600" dirty="0">
                          <a:solidFill>
                            <a:srgbClr val="FF0000"/>
                          </a:solidFill>
                          <a:latin typeface="Trebuchet MS"/>
                          <a:cs typeface="Trebuchet MS"/>
                        </a:rPr>
                        <a:t>1</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2872">
                <a:tc>
                  <a:txBody>
                    <a:bodyPr/>
                    <a:lstStyle/>
                    <a:p>
                      <a:pPr algn="ctr">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63195">
                        <a:lnSpc>
                          <a:spcPct val="100000"/>
                        </a:lnSpc>
                        <a:spcBef>
                          <a:spcPts val="489"/>
                        </a:spcBef>
                      </a:pPr>
                      <a:r>
                        <a:rPr sz="1600" dirty="0">
                          <a:solidFill>
                            <a:srgbClr val="252525"/>
                          </a:solidFill>
                          <a:latin typeface="Trebuchet MS"/>
                          <a:cs typeface="Trebuchet MS"/>
                        </a:rPr>
                        <a:t>1</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9"/>
                        </a:spcBef>
                      </a:pPr>
                      <a:r>
                        <a:rPr sz="1600" dirty="0">
                          <a:solidFill>
                            <a:srgbClr val="BEBEBE"/>
                          </a:solidFill>
                          <a:latin typeface="Trebuchet MS"/>
                          <a:cs typeface="Trebuchet MS"/>
                        </a:rPr>
                        <a:t>0</a:t>
                      </a:r>
                      <a:endParaRPr sz="1600">
                        <a:latin typeface="Trebuchet MS"/>
                        <a:cs typeface="Trebuchet MS"/>
                      </a:endParaRPr>
                    </a:p>
                  </a:txBody>
                  <a:tcPr marL="0" marR="0" marT="6222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2998">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252525"/>
                          </a:solidFill>
                          <a:latin typeface="Trebuchet MS"/>
                          <a:cs typeface="Trebuchet MS"/>
                        </a:rPr>
                        <a:t>1</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72872">
                <a:tc>
                  <a:txBody>
                    <a:bodyPr/>
                    <a:lstStyle/>
                    <a:p>
                      <a:pPr algn="ctr">
                        <a:lnSpc>
                          <a:spcPct val="100000"/>
                        </a:lnSpc>
                        <a:spcBef>
                          <a:spcPts val="484"/>
                        </a:spcBef>
                      </a:pPr>
                      <a:r>
                        <a:rPr sz="1600" dirty="0">
                          <a:solidFill>
                            <a:srgbClr val="252525"/>
                          </a:solidFill>
                          <a:latin typeface="Trebuchet MS"/>
                          <a:cs typeface="Trebuchet MS"/>
                        </a:rPr>
                        <a:t>1</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0335">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84"/>
                        </a:spcBef>
                      </a:pPr>
                      <a:r>
                        <a:rPr sz="1600" dirty="0">
                          <a:solidFill>
                            <a:srgbClr val="BEBEBE"/>
                          </a:solidFill>
                          <a:latin typeface="Trebuchet MS"/>
                          <a:cs typeface="Trebuchet MS"/>
                        </a:rPr>
                        <a:t>0</a:t>
                      </a:r>
                      <a:endParaRPr sz="1600">
                        <a:latin typeface="Trebuchet MS"/>
                        <a:cs typeface="Trebuchet MS"/>
                      </a:endParaRPr>
                    </a:p>
                  </a:txBody>
                  <a:tcPr marL="0" marR="0" marT="615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bl>
          </a:graphicData>
        </a:graphic>
      </p:graphicFrame>
      <p:pic>
        <p:nvPicPr>
          <p:cNvPr id="13" name="object 13"/>
          <p:cNvPicPr/>
          <p:nvPr/>
        </p:nvPicPr>
        <p:blipFill>
          <a:blip r:embed="rId7" cstate="print"/>
          <a:stretch>
            <a:fillRect/>
          </a:stretch>
        </p:blipFill>
        <p:spPr>
          <a:xfrm>
            <a:off x="5903976" y="1953767"/>
            <a:ext cx="1053846" cy="174498"/>
          </a:xfrm>
          <a:prstGeom prst="rect">
            <a:avLst/>
          </a:prstGeom>
        </p:spPr>
      </p:pic>
      <p:pic>
        <p:nvPicPr>
          <p:cNvPr id="14" name="object 14"/>
          <p:cNvPicPr/>
          <p:nvPr/>
        </p:nvPicPr>
        <p:blipFill>
          <a:blip r:embed="rId8" cstate="print"/>
          <a:stretch>
            <a:fillRect/>
          </a:stretch>
        </p:blipFill>
        <p:spPr>
          <a:xfrm>
            <a:off x="2741676" y="1953767"/>
            <a:ext cx="752094" cy="1424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92704" y="6524434"/>
            <a:ext cx="5838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2134362" cy="142494"/>
          </a:xfrm>
          <a:prstGeom prst="rect">
            <a:avLst/>
          </a:prstGeom>
        </p:spPr>
      </p:pic>
      <p:pic>
        <p:nvPicPr>
          <p:cNvPr id="7" name="object 7"/>
          <p:cNvPicPr/>
          <p:nvPr/>
        </p:nvPicPr>
        <p:blipFill>
          <a:blip r:embed="rId6" cstate="print"/>
          <a:stretch>
            <a:fillRect/>
          </a:stretch>
        </p:blipFill>
        <p:spPr>
          <a:xfrm>
            <a:off x="710183" y="1805939"/>
            <a:ext cx="3830574" cy="759713"/>
          </a:xfrm>
          <a:prstGeom prst="rect">
            <a:avLst/>
          </a:prstGeom>
        </p:spPr>
      </p:pic>
      <p:sp>
        <p:nvSpPr>
          <p:cNvPr id="8" name="object 8"/>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10" name="object 10"/>
          <p:cNvGrpSpPr/>
          <p:nvPr/>
        </p:nvGrpSpPr>
        <p:grpSpPr>
          <a:xfrm>
            <a:off x="2845307" y="3372611"/>
            <a:ext cx="1126490" cy="1725295"/>
            <a:chOff x="2845307" y="3372611"/>
            <a:chExt cx="1126490" cy="1725295"/>
          </a:xfrm>
        </p:grpSpPr>
        <p:sp>
          <p:nvSpPr>
            <p:cNvPr id="11" name="object 11"/>
            <p:cNvSpPr/>
            <p:nvPr/>
          </p:nvSpPr>
          <p:spPr>
            <a:xfrm>
              <a:off x="2851403" y="3378707"/>
              <a:ext cx="311150" cy="311150"/>
            </a:xfrm>
            <a:custGeom>
              <a:avLst/>
              <a:gdLst/>
              <a:ahLst/>
              <a:cxnLst/>
              <a:rect l="l" t="t" r="r" b="b"/>
              <a:pathLst>
                <a:path w="311150" h="311150">
                  <a:moveTo>
                    <a:pt x="155447" y="0"/>
                  </a:moveTo>
                  <a:lnTo>
                    <a:pt x="106314" y="7924"/>
                  </a:lnTo>
                  <a:lnTo>
                    <a:pt x="63642" y="29992"/>
                  </a:lnTo>
                  <a:lnTo>
                    <a:pt x="29992" y="63642"/>
                  </a:lnTo>
                  <a:lnTo>
                    <a:pt x="7924" y="106314"/>
                  </a:lnTo>
                  <a:lnTo>
                    <a:pt x="0" y="155447"/>
                  </a:lnTo>
                  <a:lnTo>
                    <a:pt x="7924" y="204581"/>
                  </a:lnTo>
                  <a:lnTo>
                    <a:pt x="29992" y="247253"/>
                  </a:lnTo>
                  <a:lnTo>
                    <a:pt x="63642" y="280903"/>
                  </a:lnTo>
                  <a:lnTo>
                    <a:pt x="106314" y="302971"/>
                  </a:lnTo>
                  <a:lnTo>
                    <a:pt x="155447" y="310895"/>
                  </a:lnTo>
                  <a:lnTo>
                    <a:pt x="204581" y="302971"/>
                  </a:lnTo>
                  <a:lnTo>
                    <a:pt x="247253" y="280903"/>
                  </a:lnTo>
                  <a:lnTo>
                    <a:pt x="280903" y="247253"/>
                  </a:lnTo>
                  <a:lnTo>
                    <a:pt x="302971" y="204581"/>
                  </a:lnTo>
                  <a:lnTo>
                    <a:pt x="310895" y="155447"/>
                  </a:lnTo>
                  <a:lnTo>
                    <a:pt x="302971" y="106314"/>
                  </a:lnTo>
                  <a:lnTo>
                    <a:pt x="280903" y="63642"/>
                  </a:lnTo>
                  <a:lnTo>
                    <a:pt x="247253" y="29992"/>
                  </a:lnTo>
                  <a:lnTo>
                    <a:pt x="204581" y="7924"/>
                  </a:lnTo>
                  <a:lnTo>
                    <a:pt x="155447" y="0"/>
                  </a:lnTo>
                  <a:close/>
                </a:path>
              </a:pathLst>
            </a:custGeom>
            <a:solidFill>
              <a:srgbClr val="5B9BD4">
                <a:alpha val="30195"/>
              </a:srgbClr>
            </a:solidFill>
          </p:spPr>
          <p:txBody>
            <a:bodyPr wrap="square" lIns="0" tIns="0" rIns="0" bIns="0" rtlCol="0"/>
            <a:lstStyle/>
            <a:p>
              <a:endParaRPr/>
            </a:p>
          </p:txBody>
        </p:sp>
        <p:sp>
          <p:nvSpPr>
            <p:cNvPr id="12" name="object 12"/>
            <p:cNvSpPr/>
            <p:nvPr/>
          </p:nvSpPr>
          <p:spPr>
            <a:xfrm>
              <a:off x="2851403" y="3378707"/>
              <a:ext cx="311150" cy="311150"/>
            </a:xfrm>
            <a:custGeom>
              <a:avLst/>
              <a:gdLst/>
              <a:ahLst/>
              <a:cxnLst/>
              <a:rect l="l" t="t" r="r" b="b"/>
              <a:pathLst>
                <a:path w="311150" h="311150">
                  <a:moveTo>
                    <a:pt x="0" y="155447"/>
                  </a:moveTo>
                  <a:lnTo>
                    <a:pt x="7924" y="106314"/>
                  </a:lnTo>
                  <a:lnTo>
                    <a:pt x="29992" y="63642"/>
                  </a:lnTo>
                  <a:lnTo>
                    <a:pt x="63642" y="29992"/>
                  </a:lnTo>
                  <a:lnTo>
                    <a:pt x="106314" y="7924"/>
                  </a:lnTo>
                  <a:lnTo>
                    <a:pt x="155447" y="0"/>
                  </a:lnTo>
                  <a:lnTo>
                    <a:pt x="204581" y="7924"/>
                  </a:lnTo>
                  <a:lnTo>
                    <a:pt x="247253" y="29992"/>
                  </a:lnTo>
                  <a:lnTo>
                    <a:pt x="280903" y="63642"/>
                  </a:lnTo>
                  <a:lnTo>
                    <a:pt x="302971" y="106314"/>
                  </a:lnTo>
                  <a:lnTo>
                    <a:pt x="310895" y="155447"/>
                  </a:lnTo>
                  <a:lnTo>
                    <a:pt x="302971" y="204581"/>
                  </a:lnTo>
                  <a:lnTo>
                    <a:pt x="280903" y="247253"/>
                  </a:lnTo>
                  <a:lnTo>
                    <a:pt x="247253" y="280903"/>
                  </a:lnTo>
                  <a:lnTo>
                    <a:pt x="204581" y="302971"/>
                  </a:lnTo>
                  <a:lnTo>
                    <a:pt x="155447" y="310895"/>
                  </a:lnTo>
                  <a:lnTo>
                    <a:pt x="106314" y="302971"/>
                  </a:lnTo>
                  <a:lnTo>
                    <a:pt x="63642" y="280903"/>
                  </a:lnTo>
                  <a:lnTo>
                    <a:pt x="29992" y="247253"/>
                  </a:lnTo>
                  <a:lnTo>
                    <a:pt x="7924" y="204581"/>
                  </a:lnTo>
                  <a:lnTo>
                    <a:pt x="0" y="155447"/>
                  </a:lnTo>
                  <a:close/>
                </a:path>
              </a:pathLst>
            </a:custGeom>
            <a:ln w="12192">
              <a:solidFill>
                <a:srgbClr val="41709C"/>
              </a:solidFill>
            </a:ln>
          </p:spPr>
          <p:txBody>
            <a:bodyPr wrap="square" lIns="0" tIns="0" rIns="0" bIns="0" rtlCol="0"/>
            <a:lstStyle/>
            <a:p>
              <a:endParaRPr/>
            </a:p>
          </p:txBody>
        </p:sp>
        <p:sp>
          <p:nvSpPr>
            <p:cNvPr id="13" name="object 13"/>
            <p:cNvSpPr/>
            <p:nvPr/>
          </p:nvSpPr>
          <p:spPr>
            <a:xfrm>
              <a:off x="3656075" y="3619499"/>
              <a:ext cx="309880" cy="309880"/>
            </a:xfrm>
            <a:custGeom>
              <a:avLst/>
              <a:gdLst/>
              <a:ahLst/>
              <a:cxnLst/>
              <a:rect l="l" t="t" r="r" b="b"/>
              <a:pathLst>
                <a:path w="309879" h="309879">
                  <a:moveTo>
                    <a:pt x="154686" y="0"/>
                  </a:moveTo>
                  <a:lnTo>
                    <a:pt x="105777" y="7882"/>
                  </a:lnTo>
                  <a:lnTo>
                    <a:pt x="63313" y="29833"/>
                  </a:lnTo>
                  <a:lnTo>
                    <a:pt x="29833" y="63313"/>
                  </a:lnTo>
                  <a:lnTo>
                    <a:pt x="7882" y="105777"/>
                  </a:lnTo>
                  <a:lnTo>
                    <a:pt x="0" y="154686"/>
                  </a:lnTo>
                  <a:lnTo>
                    <a:pt x="7882" y="203594"/>
                  </a:lnTo>
                  <a:lnTo>
                    <a:pt x="29833" y="246058"/>
                  </a:lnTo>
                  <a:lnTo>
                    <a:pt x="63313" y="279538"/>
                  </a:lnTo>
                  <a:lnTo>
                    <a:pt x="105777" y="301489"/>
                  </a:lnTo>
                  <a:lnTo>
                    <a:pt x="154686" y="309372"/>
                  </a:lnTo>
                  <a:lnTo>
                    <a:pt x="203594" y="301489"/>
                  </a:lnTo>
                  <a:lnTo>
                    <a:pt x="246058" y="279538"/>
                  </a:lnTo>
                  <a:lnTo>
                    <a:pt x="279538" y="246058"/>
                  </a:lnTo>
                  <a:lnTo>
                    <a:pt x="301489" y="203594"/>
                  </a:lnTo>
                  <a:lnTo>
                    <a:pt x="309372" y="154686"/>
                  </a:lnTo>
                  <a:lnTo>
                    <a:pt x="301489" y="105777"/>
                  </a:lnTo>
                  <a:lnTo>
                    <a:pt x="279538" y="63313"/>
                  </a:lnTo>
                  <a:lnTo>
                    <a:pt x="246058" y="29833"/>
                  </a:lnTo>
                  <a:lnTo>
                    <a:pt x="203594" y="7882"/>
                  </a:lnTo>
                  <a:lnTo>
                    <a:pt x="154686" y="0"/>
                  </a:lnTo>
                  <a:close/>
                </a:path>
              </a:pathLst>
            </a:custGeom>
            <a:solidFill>
              <a:srgbClr val="EC7C30">
                <a:alpha val="30195"/>
              </a:srgbClr>
            </a:solidFill>
          </p:spPr>
          <p:txBody>
            <a:bodyPr wrap="square" lIns="0" tIns="0" rIns="0" bIns="0" rtlCol="0"/>
            <a:lstStyle/>
            <a:p>
              <a:endParaRPr/>
            </a:p>
          </p:txBody>
        </p:sp>
        <p:sp>
          <p:nvSpPr>
            <p:cNvPr id="14" name="object 14"/>
            <p:cNvSpPr/>
            <p:nvPr/>
          </p:nvSpPr>
          <p:spPr>
            <a:xfrm>
              <a:off x="3656075" y="3619499"/>
              <a:ext cx="309880" cy="309880"/>
            </a:xfrm>
            <a:custGeom>
              <a:avLst/>
              <a:gdLst/>
              <a:ahLst/>
              <a:cxnLst/>
              <a:rect l="l" t="t" r="r" b="b"/>
              <a:pathLst>
                <a:path w="309879" h="309879">
                  <a:moveTo>
                    <a:pt x="0" y="154686"/>
                  </a:moveTo>
                  <a:lnTo>
                    <a:pt x="7882" y="105777"/>
                  </a:lnTo>
                  <a:lnTo>
                    <a:pt x="29833" y="63313"/>
                  </a:lnTo>
                  <a:lnTo>
                    <a:pt x="63313" y="29833"/>
                  </a:lnTo>
                  <a:lnTo>
                    <a:pt x="105777" y="7882"/>
                  </a:lnTo>
                  <a:lnTo>
                    <a:pt x="154686" y="0"/>
                  </a:lnTo>
                  <a:lnTo>
                    <a:pt x="203594" y="7882"/>
                  </a:lnTo>
                  <a:lnTo>
                    <a:pt x="246058" y="29833"/>
                  </a:lnTo>
                  <a:lnTo>
                    <a:pt x="279538" y="63313"/>
                  </a:lnTo>
                  <a:lnTo>
                    <a:pt x="301489" y="105777"/>
                  </a:lnTo>
                  <a:lnTo>
                    <a:pt x="309372" y="154686"/>
                  </a:lnTo>
                  <a:lnTo>
                    <a:pt x="301489" y="203594"/>
                  </a:lnTo>
                  <a:lnTo>
                    <a:pt x="279538" y="246058"/>
                  </a:lnTo>
                  <a:lnTo>
                    <a:pt x="246058" y="279538"/>
                  </a:lnTo>
                  <a:lnTo>
                    <a:pt x="203594" y="301489"/>
                  </a:lnTo>
                  <a:lnTo>
                    <a:pt x="154686" y="309372"/>
                  </a:lnTo>
                  <a:lnTo>
                    <a:pt x="105777" y="301489"/>
                  </a:lnTo>
                  <a:lnTo>
                    <a:pt x="63313" y="279538"/>
                  </a:lnTo>
                  <a:lnTo>
                    <a:pt x="29833" y="246058"/>
                  </a:lnTo>
                  <a:lnTo>
                    <a:pt x="7882" y="203594"/>
                  </a:lnTo>
                  <a:lnTo>
                    <a:pt x="0" y="154686"/>
                  </a:lnTo>
                  <a:close/>
                </a:path>
              </a:pathLst>
            </a:custGeom>
            <a:ln w="12192">
              <a:solidFill>
                <a:srgbClr val="EC7C30"/>
              </a:solidFill>
            </a:ln>
          </p:spPr>
          <p:txBody>
            <a:bodyPr wrap="square" lIns="0" tIns="0" rIns="0" bIns="0" rtlCol="0"/>
            <a:lstStyle/>
            <a:p>
              <a:endParaRPr/>
            </a:p>
          </p:txBody>
        </p:sp>
        <p:sp>
          <p:nvSpPr>
            <p:cNvPr id="15" name="object 15"/>
            <p:cNvSpPr/>
            <p:nvPr/>
          </p:nvSpPr>
          <p:spPr>
            <a:xfrm>
              <a:off x="3159505" y="3528440"/>
              <a:ext cx="496570" cy="245745"/>
            </a:xfrm>
            <a:custGeom>
              <a:avLst/>
              <a:gdLst/>
              <a:ahLst/>
              <a:cxnLst/>
              <a:rect l="l" t="t" r="r" b="b"/>
              <a:pathLst>
                <a:path w="496570" h="245745">
                  <a:moveTo>
                    <a:pt x="413756" y="212376"/>
                  </a:moveTo>
                  <a:lnTo>
                    <a:pt x="371220" y="212852"/>
                  </a:lnTo>
                  <a:lnTo>
                    <a:pt x="496569" y="245491"/>
                  </a:lnTo>
                  <a:lnTo>
                    <a:pt x="460301" y="217932"/>
                  </a:lnTo>
                  <a:lnTo>
                    <a:pt x="425195" y="217932"/>
                  </a:lnTo>
                  <a:lnTo>
                    <a:pt x="413756" y="212376"/>
                  </a:lnTo>
                  <a:close/>
                </a:path>
                <a:path w="496570" h="245745">
                  <a:moveTo>
                    <a:pt x="427990" y="212217"/>
                  </a:moveTo>
                  <a:lnTo>
                    <a:pt x="413756" y="212376"/>
                  </a:lnTo>
                  <a:lnTo>
                    <a:pt x="425195" y="217932"/>
                  </a:lnTo>
                  <a:lnTo>
                    <a:pt x="427990" y="212217"/>
                  </a:lnTo>
                  <a:close/>
                </a:path>
                <a:path w="496570" h="245745">
                  <a:moveTo>
                    <a:pt x="393445" y="167132"/>
                  </a:moveTo>
                  <a:lnTo>
                    <a:pt x="419360" y="200953"/>
                  </a:lnTo>
                  <a:lnTo>
                    <a:pt x="430783" y="206502"/>
                  </a:lnTo>
                  <a:lnTo>
                    <a:pt x="425195" y="217932"/>
                  </a:lnTo>
                  <a:lnTo>
                    <a:pt x="460301" y="217932"/>
                  </a:lnTo>
                  <a:lnTo>
                    <a:pt x="393445" y="167132"/>
                  </a:lnTo>
                  <a:close/>
                </a:path>
                <a:path w="496570" h="245745">
                  <a:moveTo>
                    <a:pt x="5587" y="0"/>
                  </a:moveTo>
                  <a:lnTo>
                    <a:pt x="0" y="11430"/>
                  </a:lnTo>
                  <a:lnTo>
                    <a:pt x="413756" y="212376"/>
                  </a:lnTo>
                  <a:lnTo>
                    <a:pt x="427990" y="212217"/>
                  </a:lnTo>
                  <a:lnTo>
                    <a:pt x="419360" y="200953"/>
                  </a:lnTo>
                  <a:lnTo>
                    <a:pt x="5587" y="0"/>
                  </a:lnTo>
                  <a:close/>
                </a:path>
                <a:path w="496570" h="245745">
                  <a:moveTo>
                    <a:pt x="419360" y="200953"/>
                  </a:moveTo>
                  <a:lnTo>
                    <a:pt x="427990" y="212217"/>
                  </a:lnTo>
                  <a:lnTo>
                    <a:pt x="430783" y="206502"/>
                  </a:lnTo>
                  <a:lnTo>
                    <a:pt x="419360" y="200953"/>
                  </a:lnTo>
                  <a:close/>
                </a:path>
              </a:pathLst>
            </a:custGeom>
            <a:solidFill>
              <a:srgbClr val="000000">
                <a:alpha val="50195"/>
              </a:srgbClr>
            </a:solidFill>
          </p:spPr>
          <p:txBody>
            <a:bodyPr wrap="square" lIns="0" tIns="0" rIns="0" bIns="0" rtlCol="0"/>
            <a:lstStyle/>
            <a:p>
              <a:endParaRPr/>
            </a:p>
          </p:txBody>
        </p:sp>
        <p:sp>
          <p:nvSpPr>
            <p:cNvPr id="16" name="object 16"/>
            <p:cNvSpPr/>
            <p:nvPr/>
          </p:nvSpPr>
          <p:spPr>
            <a:xfrm>
              <a:off x="2851403" y="3849623"/>
              <a:ext cx="311150" cy="309880"/>
            </a:xfrm>
            <a:custGeom>
              <a:avLst/>
              <a:gdLst/>
              <a:ahLst/>
              <a:cxnLst/>
              <a:rect l="l" t="t" r="r" b="b"/>
              <a:pathLst>
                <a:path w="311150" h="309879">
                  <a:moveTo>
                    <a:pt x="155447" y="0"/>
                  </a:moveTo>
                  <a:lnTo>
                    <a:pt x="106314" y="7882"/>
                  </a:lnTo>
                  <a:lnTo>
                    <a:pt x="63642" y="29833"/>
                  </a:lnTo>
                  <a:lnTo>
                    <a:pt x="29992" y="63313"/>
                  </a:lnTo>
                  <a:lnTo>
                    <a:pt x="7924" y="105777"/>
                  </a:lnTo>
                  <a:lnTo>
                    <a:pt x="0" y="154686"/>
                  </a:lnTo>
                  <a:lnTo>
                    <a:pt x="7924" y="203594"/>
                  </a:lnTo>
                  <a:lnTo>
                    <a:pt x="29992" y="246058"/>
                  </a:lnTo>
                  <a:lnTo>
                    <a:pt x="63642" y="279538"/>
                  </a:lnTo>
                  <a:lnTo>
                    <a:pt x="106314" y="301489"/>
                  </a:lnTo>
                  <a:lnTo>
                    <a:pt x="155447" y="309371"/>
                  </a:lnTo>
                  <a:lnTo>
                    <a:pt x="204581" y="301489"/>
                  </a:lnTo>
                  <a:lnTo>
                    <a:pt x="247253" y="279538"/>
                  </a:lnTo>
                  <a:lnTo>
                    <a:pt x="280903" y="246058"/>
                  </a:lnTo>
                  <a:lnTo>
                    <a:pt x="302971" y="203594"/>
                  </a:lnTo>
                  <a:lnTo>
                    <a:pt x="310895" y="154686"/>
                  </a:lnTo>
                  <a:lnTo>
                    <a:pt x="302971" y="105777"/>
                  </a:lnTo>
                  <a:lnTo>
                    <a:pt x="280903" y="63313"/>
                  </a:lnTo>
                  <a:lnTo>
                    <a:pt x="247253" y="29833"/>
                  </a:lnTo>
                  <a:lnTo>
                    <a:pt x="204581" y="7882"/>
                  </a:lnTo>
                  <a:lnTo>
                    <a:pt x="155447" y="0"/>
                  </a:lnTo>
                  <a:close/>
                </a:path>
              </a:pathLst>
            </a:custGeom>
            <a:solidFill>
              <a:srgbClr val="5B9BD4">
                <a:alpha val="30195"/>
              </a:srgbClr>
            </a:solidFill>
          </p:spPr>
          <p:txBody>
            <a:bodyPr wrap="square" lIns="0" tIns="0" rIns="0" bIns="0" rtlCol="0"/>
            <a:lstStyle/>
            <a:p>
              <a:endParaRPr/>
            </a:p>
          </p:txBody>
        </p:sp>
        <p:sp>
          <p:nvSpPr>
            <p:cNvPr id="17" name="object 17"/>
            <p:cNvSpPr/>
            <p:nvPr/>
          </p:nvSpPr>
          <p:spPr>
            <a:xfrm>
              <a:off x="2851403" y="3849623"/>
              <a:ext cx="311150" cy="309880"/>
            </a:xfrm>
            <a:custGeom>
              <a:avLst/>
              <a:gdLst/>
              <a:ahLst/>
              <a:cxnLst/>
              <a:rect l="l" t="t" r="r" b="b"/>
              <a:pathLst>
                <a:path w="311150" h="309879">
                  <a:moveTo>
                    <a:pt x="0" y="154686"/>
                  </a:moveTo>
                  <a:lnTo>
                    <a:pt x="7924" y="105777"/>
                  </a:lnTo>
                  <a:lnTo>
                    <a:pt x="29992" y="63313"/>
                  </a:lnTo>
                  <a:lnTo>
                    <a:pt x="63642" y="29833"/>
                  </a:lnTo>
                  <a:lnTo>
                    <a:pt x="106314" y="7882"/>
                  </a:lnTo>
                  <a:lnTo>
                    <a:pt x="155447" y="0"/>
                  </a:lnTo>
                  <a:lnTo>
                    <a:pt x="204581" y="7882"/>
                  </a:lnTo>
                  <a:lnTo>
                    <a:pt x="247253" y="29833"/>
                  </a:lnTo>
                  <a:lnTo>
                    <a:pt x="280903" y="63313"/>
                  </a:lnTo>
                  <a:lnTo>
                    <a:pt x="302971" y="105777"/>
                  </a:lnTo>
                  <a:lnTo>
                    <a:pt x="310895" y="154686"/>
                  </a:lnTo>
                  <a:lnTo>
                    <a:pt x="302971" y="203594"/>
                  </a:lnTo>
                  <a:lnTo>
                    <a:pt x="280903" y="246058"/>
                  </a:lnTo>
                  <a:lnTo>
                    <a:pt x="247253" y="279538"/>
                  </a:lnTo>
                  <a:lnTo>
                    <a:pt x="204581" y="301489"/>
                  </a:lnTo>
                  <a:lnTo>
                    <a:pt x="155447" y="309371"/>
                  </a:lnTo>
                  <a:lnTo>
                    <a:pt x="106314" y="301489"/>
                  </a:lnTo>
                  <a:lnTo>
                    <a:pt x="63642" y="279538"/>
                  </a:lnTo>
                  <a:lnTo>
                    <a:pt x="29992" y="246058"/>
                  </a:lnTo>
                  <a:lnTo>
                    <a:pt x="7924" y="203594"/>
                  </a:lnTo>
                  <a:lnTo>
                    <a:pt x="0" y="154686"/>
                  </a:lnTo>
                  <a:close/>
                </a:path>
              </a:pathLst>
            </a:custGeom>
            <a:ln w="12191">
              <a:solidFill>
                <a:srgbClr val="41709C"/>
              </a:solidFill>
            </a:ln>
          </p:spPr>
          <p:txBody>
            <a:bodyPr wrap="square" lIns="0" tIns="0" rIns="0" bIns="0" rtlCol="0"/>
            <a:lstStyle/>
            <a:p>
              <a:endParaRPr/>
            </a:p>
          </p:txBody>
        </p:sp>
        <p:sp>
          <p:nvSpPr>
            <p:cNvPr id="18" name="object 18"/>
            <p:cNvSpPr/>
            <p:nvPr/>
          </p:nvSpPr>
          <p:spPr>
            <a:xfrm>
              <a:off x="3656075" y="4085843"/>
              <a:ext cx="309880" cy="309880"/>
            </a:xfrm>
            <a:custGeom>
              <a:avLst/>
              <a:gdLst/>
              <a:ahLst/>
              <a:cxnLst/>
              <a:rect l="l" t="t" r="r" b="b"/>
              <a:pathLst>
                <a:path w="309879" h="309879">
                  <a:moveTo>
                    <a:pt x="154686" y="0"/>
                  </a:moveTo>
                  <a:lnTo>
                    <a:pt x="105777" y="7882"/>
                  </a:lnTo>
                  <a:lnTo>
                    <a:pt x="63313" y="29833"/>
                  </a:lnTo>
                  <a:lnTo>
                    <a:pt x="29833" y="63313"/>
                  </a:lnTo>
                  <a:lnTo>
                    <a:pt x="7882" y="105777"/>
                  </a:lnTo>
                  <a:lnTo>
                    <a:pt x="0" y="154685"/>
                  </a:lnTo>
                  <a:lnTo>
                    <a:pt x="7882" y="203594"/>
                  </a:lnTo>
                  <a:lnTo>
                    <a:pt x="29833" y="246058"/>
                  </a:lnTo>
                  <a:lnTo>
                    <a:pt x="63313" y="279538"/>
                  </a:lnTo>
                  <a:lnTo>
                    <a:pt x="105777" y="301489"/>
                  </a:lnTo>
                  <a:lnTo>
                    <a:pt x="154686" y="309371"/>
                  </a:lnTo>
                  <a:lnTo>
                    <a:pt x="203594" y="301489"/>
                  </a:lnTo>
                  <a:lnTo>
                    <a:pt x="246058" y="279538"/>
                  </a:lnTo>
                  <a:lnTo>
                    <a:pt x="279538" y="246058"/>
                  </a:lnTo>
                  <a:lnTo>
                    <a:pt x="301489" y="203594"/>
                  </a:lnTo>
                  <a:lnTo>
                    <a:pt x="309372" y="154685"/>
                  </a:lnTo>
                  <a:lnTo>
                    <a:pt x="301489" y="105777"/>
                  </a:lnTo>
                  <a:lnTo>
                    <a:pt x="279538" y="63313"/>
                  </a:lnTo>
                  <a:lnTo>
                    <a:pt x="246058" y="29833"/>
                  </a:lnTo>
                  <a:lnTo>
                    <a:pt x="203594" y="7882"/>
                  </a:lnTo>
                  <a:lnTo>
                    <a:pt x="154686" y="0"/>
                  </a:lnTo>
                  <a:close/>
                </a:path>
              </a:pathLst>
            </a:custGeom>
            <a:solidFill>
              <a:srgbClr val="EC7C30">
                <a:alpha val="30195"/>
              </a:srgbClr>
            </a:solidFill>
          </p:spPr>
          <p:txBody>
            <a:bodyPr wrap="square" lIns="0" tIns="0" rIns="0" bIns="0" rtlCol="0"/>
            <a:lstStyle/>
            <a:p>
              <a:endParaRPr/>
            </a:p>
          </p:txBody>
        </p:sp>
        <p:sp>
          <p:nvSpPr>
            <p:cNvPr id="19" name="object 19"/>
            <p:cNvSpPr/>
            <p:nvPr/>
          </p:nvSpPr>
          <p:spPr>
            <a:xfrm>
              <a:off x="3656075" y="4085843"/>
              <a:ext cx="309880" cy="309880"/>
            </a:xfrm>
            <a:custGeom>
              <a:avLst/>
              <a:gdLst/>
              <a:ahLst/>
              <a:cxnLst/>
              <a:rect l="l" t="t" r="r" b="b"/>
              <a:pathLst>
                <a:path w="309879" h="309879">
                  <a:moveTo>
                    <a:pt x="0" y="154685"/>
                  </a:moveTo>
                  <a:lnTo>
                    <a:pt x="7882" y="105777"/>
                  </a:lnTo>
                  <a:lnTo>
                    <a:pt x="29833" y="63313"/>
                  </a:lnTo>
                  <a:lnTo>
                    <a:pt x="63313" y="29833"/>
                  </a:lnTo>
                  <a:lnTo>
                    <a:pt x="105777" y="7882"/>
                  </a:lnTo>
                  <a:lnTo>
                    <a:pt x="154686" y="0"/>
                  </a:lnTo>
                  <a:lnTo>
                    <a:pt x="203594" y="7882"/>
                  </a:lnTo>
                  <a:lnTo>
                    <a:pt x="246058" y="29833"/>
                  </a:lnTo>
                  <a:lnTo>
                    <a:pt x="279538" y="63313"/>
                  </a:lnTo>
                  <a:lnTo>
                    <a:pt x="301489" y="105777"/>
                  </a:lnTo>
                  <a:lnTo>
                    <a:pt x="309372" y="154685"/>
                  </a:lnTo>
                  <a:lnTo>
                    <a:pt x="301489" y="203594"/>
                  </a:lnTo>
                  <a:lnTo>
                    <a:pt x="279538" y="246058"/>
                  </a:lnTo>
                  <a:lnTo>
                    <a:pt x="246058" y="279538"/>
                  </a:lnTo>
                  <a:lnTo>
                    <a:pt x="203594" y="301489"/>
                  </a:lnTo>
                  <a:lnTo>
                    <a:pt x="154686" y="309371"/>
                  </a:lnTo>
                  <a:lnTo>
                    <a:pt x="105777" y="301489"/>
                  </a:lnTo>
                  <a:lnTo>
                    <a:pt x="63313" y="279538"/>
                  </a:lnTo>
                  <a:lnTo>
                    <a:pt x="29833" y="246058"/>
                  </a:lnTo>
                  <a:lnTo>
                    <a:pt x="7882" y="203594"/>
                  </a:lnTo>
                  <a:lnTo>
                    <a:pt x="0" y="154685"/>
                  </a:lnTo>
                  <a:close/>
                </a:path>
              </a:pathLst>
            </a:custGeom>
            <a:ln w="12192">
              <a:solidFill>
                <a:srgbClr val="EC7C30"/>
              </a:solidFill>
            </a:ln>
          </p:spPr>
          <p:txBody>
            <a:bodyPr wrap="square" lIns="0" tIns="0" rIns="0" bIns="0" rtlCol="0"/>
            <a:lstStyle/>
            <a:p>
              <a:endParaRPr/>
            </a:p>
          </p:txBody>
        </p:sp>
        <p:sp>
          <p:nvSpPr>
            <p:cNvPr id="20" name="object 20"/>
            <p:cNvSpPr/>
            <p:nvPr/>
          </p:nvSpPr>
          <p:spPr>
            <a:xfrm>
              <a:off x="3157092" y="3530472"/>
              <a:ext cx="499109" cy="710565"/>
            </a:xfrm>
            <a:custGeom>
              <a:avLst/>
              <a:gdLst/>
              <a:ahLst/>
              <a:cxnLst/>
              <a:rect l="l" t="t" r="r" b="b"/>
              <a:pathLst>
                <a:path w="499110" h="710564">
                  <a:moveTo>
                    <a:pt x="405383" y="620649"/>
                  </a:moveTo>
                  <a:lnTo>
                    <a:pt x="498982" y="710183"/>
                  </a:lnTo>
                  <a:lnTo>
                    <a:pt x="473233" y="651382"/>
                  </a:lnTo>
                  <a:lnTo>
                    <a:pt x="450087" y="651382"/>
                  </a:lnTo>
                  <a:lnTo>
                    <a:pt x="442769" y="640911"/>
                  </a:lnTo>
                  <a:lnTo>
                    <a:pt x="405383" y="620649"/>
                  </a:lnTo>
                  <a:close/>
                </a:path>
                <a:path w="499110" h="710564">
                  <a:moveTo>
                    <a:pt x="442769" y="640911"/>
                  </a:moveTo>
                  <a:lnTo>
                    <a:pt x="450087" y="651382"/>
                  </a:lnTo>
                  <a:lnTo>
                    <a:pt x="455386" y="647700"/>
                  </a:lnTo>
                  <a:lnTo>
                    <a:pt x="442769" y="640911"/>
                  </a:lnTo>
                  <a:close/>
                </a:path>
                <a:path w="499110" h="710564">
                  <a:moveTo>
                    <a:pt x="447040" y="591565"/>
                  </a:moveTo>
                  <a:lnTo>
                    <a:pt x="453244" y="633757"/>
                  </a:lnTo>
                  <a:lnTo>
                    <a:pt x="460502" y="644144"/>
                  </a:lnTo>
                  <a:lnTo>
                    <a:pt x="450087" y="651382"/>
                  </a:lnTo>
                  <a:lnTo>
                    <a:pt x="473233" y="651382"/>
                  </a:lnTo>
                  <a:lnTo>
                    <a:pt x="447040" y="591565"/>
                  </a:lnTo>
                  <a:close/>
                </a:path>
                <a:path w="499110" h="710564">
                  <a:moveTo>
                    <a:pt x="10413" y="0"/>
                  </a:moveTo>
                  <a:lnTo>
                    <a:pt x="0" y="7365"/>
                  </a:lnTo>
                  <a:lnTo>
                    <a:pt x="442769" y="640911"/>
                  </a:lnTo>
                  <a:lnTo>
                    <a:pt x="455294" y="647700"/>
                  </a:lnTo>
                  <a:lnTo>
                    <a:pt x="453244" y="633757"/>
                  </a:lnTo>
                  <a:lnTo>
                    <a:pt x="10413" y="0"/>
                  </a:lnTo>
                  <a:close/>
                </a:path>
                <a:path w="499110" h="710564">
                  <a:moveTo>
                    <a:pt x="453244" y="633757"/>
                  </a:moveTo>
                  <a:lnTo>
                    <a:pt x="455294" y="647700"/>
                  </a:lnTo>
                  <a:lnTo>
                    <a:pt x="460502" y="644144"/>
                  </a:lnTo>
                  <a:lnTo>
                    <a:pt x="453244" y="633757"/>
                  </a:lnTo>
                  <a:close/>
                </a:path>
              </a:pathLst>
            </a:custGeom>
            <a:solidFill>
              <a:srgbClr val="000000">
                <a:alpha val="50195"/>
              </a:srgbClr>
            </a:solidFill>
          </p:spPr>
          <p:txBody>
            <a:bodyPr wrap="square" lIns="0" tIns="0" rIns="0" bIns="0" rtlCol="0"/>
            <a:lstStyle/>
            <a:p>
              <a:endParaRPr/>
            </a:p>
          </p:txBody>
        </p:sp>
        <p:sp>
          <p:nvSpPr>
            <p:cNvPr id="21" name="object 21"/>
            <p:cNvSpPr/>
            <p:nvPr/>
          </p:nvSpPr>
          <p:spPr>
            <a:xfrm>
              <a:off x="2851403" y="4315967"/>
              <a:ext cx="311150" cy="309880"/>
            </a:xfrm>
            <a:custGeom>
              <a:avLst/>
              <a:gdLst/>
              <a:ahLst/>
              <a:cxnLst/>
              <a:rect l="l" t="t" r="r" b="b"/>
              <a:pathLst>
                <a:path w="311150" h="309879">
                  <a:moveTo>
                    <a:pt x="155447" y="0"/>
                  </a:moveTo>
                  <a:lnTo>
                    <a:pt x="106314" y="7882"/>
                  </a:lnTo>
                  <a:lnTo>
                    <a:pt x="63642" y="29833"/>
                  </a:lnTo>
                  <a:lnTo>
                    <a:pt x="29992" y="63313"/>
                  </a:lnTo>
                  <a:lnTo>
                    <a:pt x="7924" y="105777"/>
                  </a:lnTo>
                  <a:lnTo>
                    <a:pt x="0" y="154685"/>
                  </a:lnTo>
                  <a:lnTo>
                    <a:pt x="7924" y="203594"/>
                  </a:lnTo>
                  <a:lnTo>
                    <a:pt x="29992" y="246058"/>
                  </a:lnTo>
                  <a:lnTo>
                    <a:pt x="63642" y="279538"/>
                  </a:lnTo>
                  <a:lnTo>
                    <a:pt x="106314" y="301489"/>
                  </a:lnTo>
                  <a:lnTo>
                    <a:pt x="155447" y="309371"/>
                  </a:lnTo>
                  <a:lnTo>
                    <a:pt x="204581" y="301489"/>
                  </a:lnTo>
                  <a:lnTo>
                    <a:pt x="247253" y="279538"/>
                  </a:lnTo>
                  <a:lnTo>
                    <a:pt x="280903" y="246058"/>
                  </a:lnTo>
                  <a:lnTo>
                    <a:pt x="302971" y="203594"/>
                  </a:lnTo>
                  <a:lnTo>
                    <a:pt x="310895" y="154685"/>
                  </a:lnTo>
                  <a:lnTo>
                    <a:pt x="302971" y="105777"/>
                  </a:lnTo>
                  <a:lnTo>
                    <a:pt x="280903" y="63313"/>
                  </a:lnTo>
                  <a:lnTo>
                    <a:pt x="247253" y="29833"/>
                  </a:lnTo>
                  <a:lnTo>
                    <a:pt x="204581" y="7882"/>
                  </a:lnTo>
                  <a:lnTo>
                    <a:pt x="155447" y="0"/>
                  </a:lnTo>
                  <a:close/>
                </a:path>
              </a:pathLst>
            </a:custGeom>
            <a:solidFill>
              <a:srgbClr val="5B9BD4">
                <a:alpha val="30195"/>
              </a:srgbClr>
            </a:solidFill>
          </p:spPr>
          <p:txBody>
            <a:bodyPr wrap="square" lIns="0" tIns="0" rIns="0" bIns="0" rtlCol="0"/>
            <a:lstStyle/>
            <a:p>
              <a:endParaRPr/>
            </a:p>
          </p:txBody>
        </p:sp>
        <p:sp>
          <p:nvSpPr>
            <p:cNvPr id="22" name="object 22"/>
            <p:cNvSpPr/>
            <p:nvPr/>
          </p:nvSpPr>
          <p:spPr>
            <a:xfrm>
              <a:off x="2851403" y="4315967"/>
              <a:ext cx="311150" cy="309880"/>
            </a:xfrm>
            <a:custGeom>
              <a:avLst/>
              <a:gdLst/>
              <a:ahLst/>
              <a:cxnLst/>
              <a:rect l="l" t="t" r="r" b="b"/>
              <a:pathLst>
                <a:path w="311150" h="309879">
                  <a:moveTo>
                    <a:pt x="0" y="154685"/>
                  </a:moveTo>
                  <a:lnTo>
                    <a:pt x="7924" y="105777"/>
                  </a:lnTo>
                  <a:lnTo>
                    <a:pt x="29992" y="63313"/>
                  </a:lnTo>
                  <a:lnTo>
                    <a:pt x="63642" y="29833"/>
                  </a:lnTo>
                  <a:lnTo>
                    <a:pt x="106314" y="7882"/>
                  </a:lnTo>
                  <a:lnTo>
                    <a:pt x="155447" y="0"/>
                  </a:lnTo>
                  <a:lnTo>
                    <a:pt x="204581" y="7882"/>
                  </a:lnTo>
                  <a:lnTo>
                    <a:pt x="247253" y="29833"/>
                  </a:lnTo>
                  <a:lnTo>
                    <a:pt x="280903" y="63313"/>
                  </a:lnTo>
                  <a:lnTo>
                    <a:pt x="302971" y="105777"/>
                  </a:lnTo>
                  <a:lnTo>
                    <a:pt x="310895" y="154685"/>
                  </a:lnTo>
                  <a:lnTo>
                    <a:pt x="302971" y="203594"/>
                  </a:lnTo>
                  <a:lnTo>
                    <a:pt x="280903" y="246058"/>
                  </a:lnTo>
                  <a:lnTo>
                    <a:pt x="247253" y="279538"/>
                  </a:lnTo>
                  <a:lnTo>
                    <a:pt x="204581" y="301489"/>
                  </a:lnTo>
                  <a:lnTo>
                    <a:pt x="155447" y="309371"/>
                  </a:lnTo>
                  <a:lnTo>
                    <a:pt x="106314" y="301489"/>
                  </a:lnTo>
                  <a:lnTo>
                    <a:pt x="63642" y="279538"/>
                  </a:lnTo>
                  <a:lnTo>
                    <a:pt x="29992" y="246058"/>
                  </a:lnTo>
                  <a:lnTo>
                    <a:pt x="7924" y="203594"/>
                  </a:lnTo>
                  <a:lnTo>
                    <a:pt x="0" y="154685"/>
                  </a:lnTo>
                  <a:close/>
                </a:path>
              </a:pathLst>
            </a:custGeom>
            <a:ln w="12191">
              <a:solidFill>
                <a:srgbClr val="41709C"/>
              </a:solidFill>
            </a:ln>
          </p:spPr>
          <p:txBody>
            <a:bodyPr wrap="square" lIns="0" tIns="0" rIns="0" bIns="0" rtlCol="0"/>
            <a:lstStyle/>
            <a:p>
              <a:endParaRPr/>
            </a:p>
          </p:txBody>
        </p:sp>
        <p:sp>
          <p:nvSpPr>
            <p:cNvPr id="23" name="object 23"/>
            <p:cNvSpPr/>
            <p:nvPr/>
          </p:nvSpPr>
          <p:spPr>
            <a:xfrm>
              <a:off x="3656075" y="4552187"/>
              <a:ext cx="309880" cy="309880"/>
            </a:xfrm>
            <a:custGeom>
              <a:avLst/>
              <a:gdLst/>
              <a:ahLst/>
              <a:cxnLst/>
              <a:rect l="l" t="t" r="r" b="b"/>
              <a:pathLst>
                <a:path w="309879" h="309879">
                  <a:moveTo>
                    <a:pt x="154686" y="0"/>
                  </a:moveTo>
                  <a:lnTo>
                    <a:pt x="105777" y="7882"/>
                  </a:lnTo>
                  <a:lnTo>
                    <a:pt x="63313" y="29833"/>
                  </a:lnTo>
                  <a:lnTo>
                    <a:pt x="29833" y="63313"/>
                  </a:lnTo>
                  <a:lnTo>
                    <a:pt x="7882" y="105777"/>
                  </a:lnTo>
                  <a:lnTo>
                    <a:pt x="0" y="154686"/>
                  </a:lnTo>
                  <a:lnTo>
                    <a:pt x="7882" y="203594"/>
                  </a:lnTo>
                  <a:lnTo>
                    <a:pt x="29833" y="246058"/>
                  </a:lnTo>
                  <a:lnTo>
                    <a:pt x="63313" y="279538"/>
                  </a:lnTo>
                  <a:lnTo>
                    <a:pt x="105777" y="301489"/>
                  </a:lnTo>
                  <a:lnTo>
                    <a:pt x="154686" y="309372"/>
                  </a:lnTo>
                  <a:lnTo>
                    <a:pt x="203594" y="301489"/>
                  </a:lnTo>
                  <a:lnTo>
                    <a:pt x="246058" y="279538"/>
                  </a:lnTo>
                  <a:lnTo>
                    <a:pt x="279538" y="246058"/>
                  </a:lnTo>
                  <a:lnTo>
                    <a:pt x="301489" y="203594"/>
                  </a:lnTo>
                  <a:lnTo>
                    <a:pt x="309372" y="154686"/>
                  </a:lnTo>
                  <a:lnTo>
                    <a:pt x="301489" y="105777"/>
                  </a:lnTo>
                  <a:lnTo>
                    <a:pt x="279538" y="63313"/>
                  </a:lnTo>
                  <a:lnTo>
                    <a:pt x="246058" y="29833"/>
                  </a:lnTo>
                  <a:lnTo>
                    <a:pt x="203594" y="7882"/>
                  </a:lnTo>
                  <a:lnTo>
                    <a:pt x="154686" y="0"/>
                  </a:lnTo>
                  <a:close/>
                </a:path>
              </a:pathLst>
            </a:custGeom>
            <a:solidFill>
              <a:srgbClr val="EC7C30">
                <a:alpha val="30195"/>
              </a:srgbClr>
            </a:solidFill>
          </p:spPr>
          <p:txBody>
            <a:bodyPr wrap="square" lIns="0" tIns="0" rIns="0" bIns="0" rtlCol="0"/>
            <a:lstStyle/>
            <a:p>
              <a:endParaRPr/>
            </a:p>
          </p:txBody>
        </p:sp>
        <p:sp>
          <p:nvSpPr>
            <p:cNvPr id="24" name="object 24"/>
            <p:cNvSpPr/>
            <p:nvPr/>
          </p:nvSpPr>
          <p:spPr>
            <a:xfrm>
              <a:off x="3656075" y="4552187"/>
              <a:ext cx="309880" cy="309880"/>
            </a:xfrm>
            <a:custGeom>
              <a:avLst/>
              <a:gdLst/>
              <a:ahLst/>
              <a:cxnLst/>
              <a:rect l="l" t="t" r="r" b="b"/>
              <a:pathLst>
                <a:path w="309879" h="309879">
                  <a:moveTo>
                    <a:pt x="0" y="154686"/>
                  </a:moveTo>
                  <a:lnTo>
                    <a:pt x="7882" y="105777"/>
                  </a:lnTo>
                  <a:lnTo>
                    <a:pt x="29833" y="63313"/>
                  </a:lnTo>
                  <a:lnTo>
                    <a:pt x="63313" y="29833"/>
                  </a:lnTo>
                  <a:lnTo>
                    <a:pt x="105777" y="7882"/>
                  </a:lnTo>
                  <a:lnTo>
                    <a:pt x="154686" y="0"/>
                  </a:lnTo>
                  <a:lnTo>
                    <a:pt x="203594" y="7882"/>
                  </a:lnTo>
                  <a:lnTo>
                    <a:pt x="246058" y="29833"/>
                  </a:lnTo>
                  <a:lnTo>
                    <a:pt x="279538" y="63313"/>
                  </a:lnTo>
                  <a:lnTo>
                    <a:pt x="301489" y="105777"/>
                  </a:lnTo>
                  <a:lnTo>
                    <a:pt x="309372" y="154686"/>
                  </a:lnTo>
                  <a:lnTo>
                    <a:pt x="301489" y="203594"/>
                  </a:lnTo>
                  <a:lnTo>
                    <a:pt x="279538" y="246058"/>
                  </a:lnTo>
                  <a:lnTo>
                    <a:pt x="246058" y="279538"/>
                  </a:lnTo>
                  <a:lnTo>
                    <a:pt x="203594" y="301489"/>
                  </a:lnTo>
                  <a:lnTo>
                    <a:pt x="154686" y="309372"/>
                  </a:lnTo>
                  <a:lnTo>
                    <a:pt x="105777" y="301489"/>
                  </a:lnTo>
                  <a:lnTo>
                    <a:pt x="63313" y="279538"/>
                  </a:lnTo>
                  <a:lnTo>
                    <a:pt x="29833" y="246058"/>
                  </a:lnTo>
                  <a:lnTo>
                    <a:pt x="7882" y="203594"/>
                  </a:lnTo>
                  <a:lnTo>
                    <a:pt x="0" y="154686"/>
                  </a:lnTo>
                  <a:close/>
                </a:path>
              </a:pathLst>
            </a:custGeom>
            <a:ln w="12192">
              <a:solidFill>
                <a:srgbClr val="EC7C30"/>
              </a:solidFill>
            </a:ln>
          </p:spPr>
          <p:txBody>
            <a:bodyPr wrap="square" lIns="0" tIns="0" rIns="0" bIns="0" rtlCol="0"/>
            <a:lstStyle/>
            <a:p>
              <a:endParaRPr/>
            </a:p>
          </p:txBody>
        </p:sp>
        <p:sp>
          <p:nvSpPr>
            <p:cNvPr id="25" name="object 25"/>
            <p:cNvSpPr/>
            <p:nvPr/>
          </p:nvSpPr>
          <p:spPr>
            <a:xfrm>
              <a:off x="3156458" y="3531742"/>
              <a:ext cx="499745" cy="1176020"/>
            </a:xfrm>
            <a:custGeom>
              <a:avLst/>
              <a:gdLst/>
              <a:ahLst/>
              <a:cxnLst/>
              <a:rect l="l" t="t" r="r" b="b"/>
              <a:pathLst>
                <a:path w="499745" h="1176020">
                  <a:moveTo>
                    <a:pt x="499618" y="241681"/>
                  </a:moveTo>
                  <a:lnTo>
                    <a:pt x="405511" y="330581"/>
                  </a:lnTo>
                  <a:lnTo>
                    <a:pt x="442976" y="310616"/>
                  </a:lnTo>
                  <a:lnTo>
                    <a:pt x="254368" y="576732"/>
                  </a:lnTo>
                  <a:lnTo>
                    <a:pt x="243078" y="549910"/>
                  </a:lnTo>
                  <a:lnTo>
                    <a:pt x="243078" y="592645"/>
                  </a:lnTo>
                  <a:lnTo>
                    <a:pt x="170395" y="695198"/>
                  </a:lnTo>
                  <a:lnTo>
                    <a:pt x="25044" y="488073"/>
                  </a:lnTo>
                  <a:lnTo>
                    <a:pt x="243078" y="592645"/>
                  </a:lnTo>
                  <a:lnTo>
                    <a:pt x="243078" y="549910"/>
                  </a:lnTo>
                  <a:lnTo>
                    <a:pt x="240995" y="544957"/>
                  </a:lnTo>
                  <a:lnTo>
                    <a:pt x="240995" y="577532"/>
                  </a:lnTo>
                  <a:lnTo>
                    <a:pt x="20523" y="471805"/>
                  </a:lnTo>
                  <a:lnTo>
                    <a:pt x="167678" y="403288"/>
                  </a:lnTo>
                  <a:lnTo>
                    <a:pt x="240995" y="577532"/>
                  </a:lnTo>
                  <a:lnTo>
                    <a:pt x="240995" y="544957"/>
                  </a:lnTo>
                  <a:lnTo>
                    <a:pt x="179146" y="397954"/>
                  </a:lnTo>
                  <a:lnTo>
                    <a:pt x="421589" y="285064"/>
                  </a:lnTo>
                  <a:lnTo>
                    <a:pt x="395224" y="318262"/>
                  </a:lnTo>
                  <a:lnTo>
                    <a:pt x="463600" y="268097"/>
                  </a:lnTo>
                  <a:lnTo>
                    <a:pt x="499618" y="241681"/>
                  </a:lnTo>
                  <a:lnTo>
                    <a:pt x="373761" y="272288"/>
                  </a:lnTo>
                  <a:lnTo>
                    <a:pt x="416394" y="273443"/>
                  </a:lnTo>
                  <a:lnTo>
                    <a:pt x="174205" y="386207"/>
                  </a:lnTo>
                  <a:lnTo>
                    <a:pt x="11684" y="0"/>
                  </a:lnTo>
                  <a:lnTo>
                    <a:pt x="0" y="4838"/>
                  </a:lnTo>
                  <a:lnTo>
                    <a:pt x="162737" y="391553"/>
                  </a:lnTo>
                  <a:lnTo>
                    <a:pt x="3175" y="465836"/>
                  </a:lnTo>
                  <a:lnTo>
                    <a:pt x="5880" y="471716"/>
                  </a:lnTo>
                  <a:lnTo>
                    <a:pt x="635" y="475488"/>
                  </a:lnTo>
                  <a:lnTo>
                    <a:pt x="162572" y="706234"/>
                  </a:lnTo>
                  <a:lnTo>
                    <a:pt x="635" y="934720"/>
                  </a:lnTo>
                  <a:lnTo>
                    <a:pt x="5054" y="937806"/>
                  </a:lnTo>
                  <a:lnTo>
                    <a:pt x="5511" y="938809"/>
                  </a:lnTo>
                  <a:lnTo>
                    <a:pt x="3048" y="943864"/>
                  </a:lnTo>
                  <a:lnTo>
                    <a:pt x="416661" y="1142212"/>
                  </a:lnTo>
                  <a:lnTo>
                    <a:pt x="374142" y="1142873"/>
                  </a:lnTo>
                  <a:lnTo>
                    <a:pt x="498970" y="1174724"/>
                  </a:lnTo>
                  <a:lnTo>
                    <a:pt x="499618" y="1175639"/>
                  </a:lnTo>
                  <a:lnTo>
                    <a:pt x="499516" y="1175169"/>
                  </a:lnTo>
                  <a:lnTo>
                    <a:pt x="499465" y="1174940"/>
                  </a:lnTo>
                  <a:lnTo>
                    <a:pt x="499618" y="1174877"/>
                  </a:lnTo>
                  <a:lnTo>
                    <a:pt x="499414" y="1174737"/>
                  </a:lnTo>
                  <a:lnTo>
                    <a:pt x="497649" y="1166088"/>
                  </a:lnTo>
                  <a:lnTo>
                    <a:pt x="497649" y="1173403"/>
                  </a:lnTo>
                  <a:lnTo>
                    <a:pt x="463423" y="1147699"/>
                  </a:lnTo>
                  <a:lnTo>
                    <a:pt x="396113" y="1097153"/>
                  </a:lnTo>
                  <a:lnTo>
                    <a:pt x="422186" y="1130757"/>
                  </a:lnTo>
                  <a:lnTo>
                    <a:pt x="22136" y="938923"/>
                  </a:lnTo>
                  <a:lnTo>
                    <a:pt x="251066" y="832332"/>
                  </a:lnTo>
                  <a:lnTo>
                    <a:pt x="443255" y="1106144"/>
                  </a:lnTo>
                  <a:lnTo>
                    <a:pt x="405892" y="1085977"/>
                  </a:lnTo>
                  <a:lnTo>
                    <a:pt x="497649" y="1173403"/>
                  </a:lnTo>
                  <a:lnTo>
                    <a:pt x="497649" y="1166088"/>
                  </a:lnTo>
                  <a:lnTo>
                    <a:pt x="485762" y="1107821"/>
                  </a:lnTo>
                  <a:lnTo>
                    <a:pt x="473710" y="1048766"/>
                  </a:lnTo>
                  <a:lnTo>
                    <a:pt x="470941" y="1091298"/>
                  </a:lnTo>
                  <a:lnTo>
                    <a:pt x="455803" y="1055331"/>
                  </a:lnTo>
                  <a:lnTo>
                    <a:pt x="455803" y="1112901"/>
                  </a:lnTo>
                  <a:lnTo>
                    <a:pt x="450596" y="1116584"/>
                  </a:lnTo>
                  <a:lnTo>
                    <a:pt x="455790" y="1112901"/>
                  </a:lnTo>
                  <a:lnTo>
                    <a:pt x="455803" y="1055331"/>
                  </a:lnTo>
                  <a:lnTo>
                    <a:pt x="452424" y="1047305"/>
                  </a:lnTo>
                  <a:lnTo>
                    <a:pt x="452424" y="1090320"/>
                  </a:lnTo>
                  <a:lnTo>
                    <a:pt x="440601" y="1080173"/>
                  </a:lnTo>
                  <a:lnTo>
                    <a:pt x="262801" y="826871"/>
                  </a:lnTo>
                  <a:lnTo>
                    <a:pt x="332295" y="794512"/>
                  </a:lnTo>
                  <a:lnTo>
                    <a:pt x="450011" y="1074204"/>
                  </a:lnTo>
                  <a:lnTo>
                    <a:pt x="452424" y="1090320"/>
                  </a:lnTo>
                  <a:lnTo>
                    <a:pt x="452424" y="1047305"/>
                  </a:lnTo>
                  <a:lnTo>
                    <a:pt x="343776" y="789165"/>
                  </a:lnTo>
                  <a:lnTo>
                    <a:pt x="421589" y="752932"/>
                  </a:lnTo>
                  <a:lnTo>
                    <a:pt x="395224" y="786130"/>
                  </a:lnTo>
                  <a:lnTo>
                    <a:pt x="463600" y="735965"/>
                  </a:lnTo>
                  <a:lnTo>
                    <a:pt x="499618" y="709549"/>
                  </a:lnTo>
                  <a:lnTo>
                    <a:pt x="373761" y="740156"/>
                  </a:lnTo>
                  <a:lnTo>
                    <a:pt x="416394" y="741311"/>
                  </a:lnTo>
                  <a:lnTo>
                    <a:pt x="338836" y="777430"/>
                  </a:lnTo>
                  <a:lnTo>
                    <a:pt x="327355" y="750150"/>
                  </a:lnTo>
                  <a:lnTo>
                    <a:pt x="327355" y="782777"/>
                  </a:lnTo>
                  <a:lnTo>
                    <a:pt x="255371" y="816292"/>
                  </a:lnTo>
                  <a:lnTo>
                    <a:pt x="243636" y="799579"/>
                  </a:lnTo>
                  <a:lnTo>
                    <a:pt x="243636" y="821753"/>
                  </a:lnTo>
                  <a:lnTo>
                    <a:pt x="23647" y="924179"/>
                  </a:lnTo>
                  <a:lnTo>
                    <a:pt x="170307" y="717257"/>
                  </a:lnTo>
                  <a:lnTo>
                    <a:pt x="243636" y="821753"/>
                  </a:lnTo>
                  <a:lnTo>
                    <a:pt x="243636" y="799579"/>
                  </a:lnTo>
                  <a:lnTo>
                    <a:pt x="178130" y="706221"/>
                  </a:lnTo>
                  <a:lnTo>
                    <a:pt x="251548" y="602627"/>
                  </a:lnTo>
                  <a:lnTo>
                    <a:pt x="327355" y="782777"/>
                  </a:lnTo>
                  <a:lnTo>
                    <a:pt x="327355" y="750150"/>
                  </a:lnTo>
                  <a:lnTo>
                    <a:pt x="265620" y="603440"/>
                  </a:lnTo>
                  <a:lnTo>
                    <a:pt x="416661" y="675868"/>
                  </a:lnTo>
                  <a:lnTo>
                    <a:pt x="374142" y="676529"/>
                  </a:lnTo>
                  <a:lnTo>
                    <a:pt x="499618" y="708533"/>
                  </a:lnTo>
                  <a:lnTo>
                    <a:pt x="463423" y="681355"/>
                  </a:lnTo>
                  <a:lnTo>
                    <a:pt x="396113" y="630809"/>
                  </a:lnTo>
                  <a:lnTo>
                    <a:pt x="422186" y="664413"/>
                  </a:lnTo>
                  <a:lnTo>
                    <a:pt x="262140" y="587679"/>
                  </a:lnTo>
                  <a:lnTo>
                    <a:pt x="453402" y="317842"/>
                  </a:lnTo>
                  <a:lnTo>
                    <a:pt x="446913" y="360045"/>
                  </a:lnTo>
                  <a:lnTo>
                    <a:pt x="473544" y="300228"/>
                  </a:lnTo>
                  <a:lnTo>
                    <a:pt x="499618" y="241681"/>
                  </a:lnTo>
                  <a:close/>
                </a:path>
              </a:pathLst>
            </a:custGeom>
            <a:solidFill>
              <a:srgbClr val="000000">
                <a:alpha val="50195"/>
              </a:srgbClr>
            </a:solidFill>
          </p:spPr>
          <p:txBody>
            <a:bodyPr wrap="square" lIns="0" tIns="0" rIns="0" bIns="0" rtlCol="0"/>
            <a:lstStyle/>
            <a:p>
              <a:endParaRPr/>
            </a:p>
          </p:txBody>
        </p:sp>
        <p:sp>
          <p:nvSpPr>
            <p:cNvPr id="26" name="object 26"/>
            <p:cNvSpPr/>
            <p:nvPr/>
          </p:nvSpPr>
          <p:spPr>
            <a:xfrm>
              <a:off x="2851403" y="4782311"/>
              <a:ext cx="311150" cy="309880"/>
            </a:xfrm>
            <a:custGeom>
              <a:avLst/>
              <a:gdLst/>
              <a:ahLst/>
              <a:cxnLst/>
              <a:rect l="l" t="t" r="r" b="b"/>
              <a:pathLst>
                <a:path w="311150" h="309879">
                  <a:moveTo>
                    <a:pt x="155447" y="0"/>
                  </a:moveTo>
                  <a:lnTo>
                    <a:pt x="106314" y="7882"/>
                  </a:lnTo>
                  <a:lnTo>
                    <a:pt x="63642" y="29833"/>
                  </a:lnTo>
                  <a:lnTo>
                    <a:pt x="29992" y="63313"/>
                  </a:lnTo>
                  <a:lnTo>
                    <a:pt x="7924" y="105777"/>
                  </a:lnTo>
                  <a:lnTo>
                    <a:pt x="0" y="154686"/>
                  </a:lnTo>
                  <a:lnTo>
                    <a:pt x="7924" y="203594"/>
                  </a:lnTo>
                  <a:lnTo>
                    <a:pt x="29992" y="246058"/>
                  </a:lnTo>
                  <a:lnTo>
                    <a:pt x="63642" y="279538"/>
                  </a:lnTo>
                  <a:lnTo>
                    <a:pt x="106314" y="301489"/>
                  </a:lnTo>
                  <a:lnTo>
                    <a:pt x="155447" y="309371"/>
                  </a:lnTo>
                  <a:lnTo>
                    <a:pt x="204581" y="301489"/>
                  </a:lnTo>
                  <a:lnTo>
                    <a:pt x="247253" y="279538"/>
                  </a:lnTo>
                  <a:lnTo>
                    <a:pt x="280903" y="246058"/>
                  </a:lnTo>
                  <a:lnTo>
                    <a:pt x="302971" y="203594"/>
                  </a:lnTo>
                  <a:lnTo>
                    <a:pt x="310895" y="154686"/>
                  </a:lnTo>
                  <a:lnTo>
                    <a:pt x="302971" y="105777"/>
                  </a:lnTo>
                  <a:lnTo>
                    <a:pt x="280903" y="63313"/>
                  </a:lnTo>
                  <a:lnTo>
                    <a:pt x="247253" y="29833"/>
                  </a:lnTo>
                  <a:lnTo>
                    <a:pt x="204581" y="7882"/>
                  </a:lnTo>
                  <a:lnTo>
                    <a:pt x="155447" y="0"/>
                  </a:lnTo>
                  <a:close/>
                </a:path>
              </a:pathLst>
            </a:custGeom>
            <a:solidFill>
              <a:srgbClr val="5B9BD4">
                <a:alpha val="30195"/>
              </a:srgbClr>
            </a:solidFill>
          </p:spPr>
          <p:txBody>
            <a:bodyPr wrap="square" lIns="0" tIns="0" rIns="0" bIns="0" rtlCol="0"/>
            <a:lstStyle/>
            <a:p>
              <a:endParaRPr/>
            </a:p>
          </p:txBody>
        </p:sp>
        <p:sp>
          <p:nvSpPr>
            <p:cNvPr id="27" name="object 27"/>
            <p:cNvSpPr/>
            <p:nvPr/>
          </p:nvSpPr>
          <p:spPr>
            <a:xfrm>
              <a:off x="2851403" y="4782311"/>
              <a:ext cx="311150" cy="309880"/>
            </a:xfrm>
            <a:custGeom>
              <a:avLst/>
              <a:gdLst/>
              <a:ahLst/>
              <a:cxnLst/>
              <a:rect l="l" t="t" r="r" b="b"/>
              <a:pathLst>
                <a:path w="311150" h="309879">
                  <a:moveTo>
                    <a:pt x="0" y="154686"/>
                  </a:moveTo>
                  <a:lnTo>
                    <a:pt x="7924" y="105777"/>
                  </a:lnTo>
                  <a:lnTo>
                    <a:pt x="29992" y="63313"/>
                  </a:lnTo>
                  <a:lnTo>
                    <a:pt x="63642" y="29833"/>
                  </a:lnTo>
                  <a:lnTo>
                    <a:pt x="106314" y="7882"/>
                  </a:lnTo>
                  <a:lnTo>
                    <a:pt x="155447" y="0"/>
                  </a:lnTo>
                  <a:lnTo>
                    <a:pt x="204581" y="7882"/>
                  </a:lnTo>
                  <a:lnTo>
                    <a:pt x="247253" y="29833"/>
                  </a:lnTo>
                  <a:lnTo>
                    <a:pt x="280903" y="63313"/>
                  </a:lnTo>
                  <a:lnTo>
                    <a:pt x="302971" y="105777"/>
                  </a:lnTo>
                  <a:lnTo>
                    <a:pt x="310895" y="154686"/>
                  </a:lnTo>
                  <a:lnTo>
                    <a:pt x="302971" y="203594"/>
                  </a:lnTo>
                  <a:lnTo>
                    <a:pt x="280903" y="246058"/>
                  </a:lnTo>
                  <a:lnTo>
                    <a:pt x="247253" y="279538"/>
                  </a:lnTo>
                  <a:lnTo>
                    <a:pt x="204581" y="301489"/>
                  </a:lnTo>
                  <a:lnTo>
                    <a:pt x="155447" y="309371"/>
                  </a:lnTo>
                  <a:lnTo>
                    <a:pt x="106314" y="301489"/>
                  </a:lnTo>
                  <a:lnTo>
                    <a:pt x="63642" y="279538"/>
                  </a:lnTo>
                  <a:lnTo>
                    <a:pt x="29992" y="246058"/>
                  </a:lnTo>
                  <a:lnTo>
                    <a:pt x="7924" y="203594"/>
                  </a:lnTo>
                  <a:lnTo>
                    <a:pt x="0" y="154686"/>
                  </a:lnTo>
                  <a:close/>
                </a:path>
              </a:pathLst>
            </a:custGeom>
            <a:ln w="12191">
              <a:solidFill>
                <a:srgbClr val="41709C"/>
              </a:solidFill>
            </a:ln>
          </p:spPr>
          <p:txBody>
            <a:bodyPr wrap="square" lIns="0" tIns="0" rIns="0" bIns="0" rtlCol="0"/>
            <a:lstStyle/>
            <a:p>
              <a:endParaRPr/>
            </a:p>
          </p:txBody>
        </p:sp>
        <p:sp>
          <p:nvSpPr>
            <p:cNvPr id="28" name="object 28"/>
            <p:cNvSpPr/>
            <p:nvPr/>
          </p:nvSpPr>
          <p:spPr>
            <a:xfrm>
              <a:off x="3156458" y="3773423"/>
              <a:ext cx="499745" cy="1170305"/>
            </a:xfrm>
            <a:custGeom>
              <a:avLst/>
              <a:gdLst/>
              <a:ahLst/>
              <a:cxnLst/>
              <a:rect l="l" t="t" r="r" b="b"/>
              <a:pathLst>
                <a:path w="499745" h="1170304">
                  <a:moveTo>
                    <a:pt x="499618" y="0"/>
                  </a:moveTo>
                  <a:lnTo>
                    <a:pt x="469900" y="43522"/>
                  </a:lnTo>
                  <a:lnTo>
                    <a:pt x="469900" y="70104"/>
                  </a:lnTo>
                  <a:lnTo>
                    <a:pt x="469747" y="70116"/>
                  </a:lnTo>
                  <a:lnTo>
                    <a:pt x="469900" y="70104"/>
                  </a:lnTo>
                  <a:lnTo>
                    <a:pt x="469900" y="43522"/>
                  </a:lnTo>
                  <a:lnTo>
                    <a:pt x="426593" y="106934"/>
                  </a:lnTo>
                  <a:lnTo>
                    <a:pt x="459143" y="79248"/>
                  </a:lnTo>
                  <a:lnTo>
                    <a:pt x="0" y="1160907"/>
                  </a:lnTo>
                  <a:lnTo>
                    <a:pt x="1625" y="1161605"/>
                  </a:lnTo>
                  <a:lnTo>
                    <a:pt x="6096" y="1164717"/>
                  </a:lnTo>
                  <a:lnTo>
                    <a:pt x="8509" y="1169924"/>
                  </a:lnTo>
                  <a:lnTo>
                    <a:pt x="421589" y="977595"/>
                  </a:lnTo>
                  <a:lnTo>
                    <a:pt x="395224" y="1010793"/>
                  </a:lnTo>
                  <a:lnTo>
                    <a:pt x="463600" y="960628"/>
                  </a:lnTo>
                  <a:lnTo>
                    <a:pt x="499618" y="934212"/>
                  </a:lnTo>
                  <a:lnTo>
                    <a:pt x="373761" y="964819"/>
                  </a:lnTo>
                  <a:lnTo>
                    <a:pt x="416394" y="965974"/>
                  </a:lnTo>
                  <a:lnTo>
                    <a:pt x="25260" y="1148080"/>
                  </a:lnTo>
                  <a:lnTo>
                    <a:pt x="453402" y="544029"/>
                  </a:lnTo>
                  <a:lnTo>
                    <a:pt x="446913" y="586232"/>
                  </a:lnTo>
                  <a:lnTo>
                    <a:pt x="473544" y="526415"/>
                  </a:lnTo>
                  <a:lnTo>
                    <a:pt x="499618" y="467868"/>
                  </a:lnTo>
                  <a:lnTo>
                    <a:pt x="405511" y="556768"/>
                  </a:lnTo>
                  <a:lnTo>
                    <a:pt x="442976" y="536803"/>
                  </a:lnTo>
                  <a:lnTo>
                    <a:pt x="33413" y="1114653"/>
                  </a:lnTo>
                  <a:lnTo>
                    <a:pt x="470750" y="84378"/>
                  </a:lnTo>
                  <a:lnTo>
                    <a:pt x="473329" y="126873"/>
                  </a:lnTo>
                  <a:lnTo>
                    <a:pt x="485089" y="70104"/>
                  </a:lnTo>
                  <a:lnTo>
                    <a:pt x="485584" y="67691"/>
                  </a:lnTo>
                  <a:lnTo>
                    <a:pt x="499618" y="0"/>
                  </a:lnTo>
                  <a:close/>
                </a:path>
              </a:pathLst>
            </a:custGeom>
            <a:solidFill>
              <a:srgbClr val="000000">
                <a:alpha val="50195"/>
              </a:srgbClr>
            </a:solidFill>
          </p:spPr>
          <p:txBody>
            <a:bodyPr wrap="square" lIns="0" tIns="0" rIns="0" bIns="0" rtlCol="0"/>
            <a:lstStyle/>
            <a:p>
              <a:endParaRPr/>
            </a:p>
          </p:txBody>
        </p:sp>
      </p:grpSp>
      <p:pic>
        <p:nvPicPr>
          <p:cNvPr id="29" name="object 29"/>
          <p:cNvPicPr/>
          <p:nvPr/>
        </p:nvPicPr>
        <p:blipFill>
          <a:blip r:embed="rId7" cstate="print"/>
          <a:stretch>
            <a:fillRect/>
          </a:stretch>
        </p:blipFill>
        <p:spPr>
          <a:xfrm>
            <a:off x="2944367" y="5376671"/>
            <a:ext cx="863345" cy="176022"/>
          </a:xfrm>
          <a:prstGeom prst="rect">
            <a:avLst/>
          </a:prstGeom>
        </p:spPr>
      </p:pic>
      <p:grpSp>
        <p:nvGrpSpPr>
          <p:cNvPr id="30" name="object 30"/>
          <p:cNvGrpSpPr/>
          <p:nvPr/>
        </p:nvGrpSpPr>
        <p:grpSpPr>
          <a:xfrm>
            <a:off x="5963411" y="3063239"/>
            <a:ext cx="1125220" cy="2192020"/>
            <a:chOff x="5963411" y="3063239"/>
            <a:chExt cx="1125220" cy="2192020"/>
          </a:xfrm>
        </p:grpSpPr>
        <p:sp>
          <p:nvSpPr>
            <p:cNvPr id="31" name="object 31"/>
            <p:cNvSpPr/>
            <p:nvPr/>
          </p:nvSpPr>
          <p:spPr>
            <a:xfrm>
              <a:off x="5969507" y="3069335"/>
              <a:ext cx="309880" cy="309880"/>
            </a:xfrm>
            <a:custGeom>
              <a:avLst/>
              <a:gdLst/>
              <a:ahLst/>
              <a:cxnLst/>
              <a:rect l="l" t="t" r="r" b="b"/>
              <a:pathLst>
                <a:path w="309879" h="309879">
                  <a:moveTo>
                    <a:pt x="154686" y="0"/>
                  </a:moveTo>
                  <a:lnTo>
                    <a:pt x="105777" y="7882"/>
                  </a:lnTo>
                  <a:lnTo>
                    <a:pt x="63313" y="29833"/>
                  </a:lnTo>
                  <a:lnTo>
                    <a:pt x="29833" y="63313"/>
                  </a:lnTo>
                  <a:lnTo>
                    <a:pt x="7882" y="105777"/>
                  </a:lnTo>
                  <a:lnTo>
                    <a:pt x="0" y="154686"/>
                  </a:lnTo>
                  <a:lnTo>
                    <a:pt x="7882" y="203594"/>
                  </a:lnTo>
                  <a:lnTo>
                    <a:pt x="29833" y="246058"/>
                  </a:lnTo>
                  <a:lnTo>
                    <a:pt x="63313" y="279538"/>
                  </a:lnTo>
                  <a:lnTo>
                    <a:pt x="105777" y="301489"/>
                  </a:lnTo>
                  <a:lnTo>
                    <a:pt x="154686" y="309372"/>
                  </a:lnTo>
                  <a:lnTo>
                    <a:pt x="203594" y="301489"/>
                  </a:lnTo>
                  <a:lnTo>
                    <a:pt x="246058" y="279538"/>
                  </a:lnTo>
                  <a:lnTo>
                    <a:pt x="279538" y="246058"/>
                  </a:lnTo>
                  <a:lnTo>
                    <a:pt x="301489" y="203594"/>
                  </a:lnTo>
                  <a:lnTo>
                    <a:pt x="309371" y="154686"/>
                  </a:lnTo>
                  <a:lnTo>
                    <a:pt x="301489" y="105777"/>
                  </a:lnTo>
                  <a:lnTo>
                    <a:pt x="279538" y="63313"/>
                  </a:lnTo>
                  <a:lnTo>
                    <a:pt x="246058" y="29833"/>
                  </a:lnTo>
                  <a:lnTo>
                    <a:pt x="203594" y="7882"/>
                  </a:lnTo>
                  <a:lnTo>
                    <a:pt x="154686" y="0"/>
                  </a:lnTo>
                  <a:close/>
                </a:path>
              </a:pathLst>
            </a:custGeom>
            <a:solidFill>
              <a:srgbClr val="5B9BD4">
                <a:alpha val="30195"/>
              </a:srgbClr>
            </a:solidFill>
          </p:spPr>
          <p:txBody>
            <a:bodyPr wrap="square" lIns="0" tIns="0" rIns="0" bIns="0" rtlCol="0"/>
            <a:lstStyle/>
            <a:p>
              <a:endParaRPr/>
            </a:p>
          </p:txBody>
        </p:sp>
        <p:sp>
          <p:nvSpPr>
            <p:cNvPr id="32" name="object 32"/>
            <p:cNvSpPr/>
            <p:nvPr/>
          </p:nvSpPr>
          <p:spPr>
            <a:xfrm>
              <a:off x="5969507" y="3069335"/>
              <a:ext cx="309880" cy="309880"/>
            </a:xfrm>
            <a:custGeom>
              <a:avLst/>
              <a:gdLst/>
              <a:ahLst/>
              <a:cxnLst/>
              <a:rect l="l" t="t" r="r" b="b"/>
              <a:pathLst>
                <a:path w="309879" h="309879">
                  <a:moveTo>
                    <a:pt x="0" y="154686"/>
                  </a:moveTo>
                  <a:lnTo>
                    <a:pt x="7882" y="105777"/>
                  </a:lnTo>
                  <a:lnTo>
                    <a:pt x="29833" y="63313"/>
                  </a:lnTo>
                  <a:lnTo>
                    <a:pt x="63313" y="29833"/>
                  </a:lnTo>
                  <a:lnTo>
                    <a:pt x="105777" y="7882"/>
                  </a:lnTo>
                  <a:lnTo>
                    <a:pt x="154686" y="0"/>
                  </a:lnTo>
                  <a:lnTo>
                    <a:pt x="203594" y="7882"/>
                  </a:lnTo>
                  <a:lnTo>
                    <a:pt x="246058" y="29833"/>
                  </a:lnTo>
                  <a:lnTo>
                    <a:pt x="279538" y="63313"/>
                  </a:lnTo>
                  <a:lnTo>
                    <a:pt x="301489" y="105777"/>
                  </a:lnTo>
                  <a:lnTo>
                    <a:pt x="309371" y="154686"/>
                  </a:lnTo>
                  <a:lnTo>
                    <a:pt x="301489" y="203594"/>
                  </a:lnTo>
                  <a:lnTo>
                    <a:pt x="279538" y="246058"/>
                  </a:lnTo>
                  <a:lnTo>
                    <a:pt x="246058" y="279538"/>
                  </a:lnTo>
                  <a:lnTo>
                    <a:pt x="203594" y="301489"/>
                  </a:lnTo>
                  <a:lnTo>
                    <a:pt x="154686" y="309372"/>
                  </a:lnTo>
                  <a:lnTo>
                    <a:pt x="105777" y="301489"/>
                  </a:lnTo>
                  <a:lnTo>
                    <a:pt x="63313" y="279538"/>
                  </a:lnTo>
                  <a:lnTo>
                    <a:pt x="29833" y="246058"/>
                  </a:lnTo>
                  <a:lnTo>
                    <a:pt x="7882" y="203594"/>
                  </a:lnTo>
                  <a:lnTo>
                    <a:pt x="0" y="154686"/>
                  </a:lnTo>
                  <a:close/>
                </a:path>
              </a:pathLst>
            </a:custGeom>
            <a:ln w="12192">
              <a:solidFill>
                <a:srgbClr val="41709C"/>
              </a:solidFill>
            </a:ln>
          </p:spPr>
          <p:txBody>
            <a:bodyPr wrap="square" lIns="0" tIns="0" rIns="0" bIns="0" rtlCol="0"/>
            <a:lstStyle/>
            <a:p>
              <a:endParaRPr/>
            </a:p>
          </p:txBody>
        </p:sp>
        <p:sp>
          <p:nvSpPr>
            <p:cNvPr id="33" name="object 33"/>
            <p:cNvSpPr/>
            <p:nvPr/>
          </p:nvSpPr>
          <p:spPr>
            <a:xfrm>
              <a:off x="5969507" y="3538727"/>
              <a:ext cx="309880" cy="309880"/>
            </a:xfrm>
            <a:custGeom>
              <a:avLst/>
              <a:gdLst/>
              <a:ahLst/>
              <a:cxnLst/>
              <a:rect l="l" t="t" r="r" b="b"/>
              <a:pathLst>
                <a:path w="309879" h="309879">
                  <a:moveTo>
                    <a:pt x="154686" y="0"/>
                  </a:moveTo>
                  <a:lnTo>
                    <a:pt x="105777" y="7882"/>
                  </a:lnTo>
                  <a:lnTo>
                    <a:pt x="63313" y="29833"/>
                  </a:lnTo>
                  <a:lnTo>
                    <a:pt x="29833" y="63313"/>
                  </a:lnTo>
                  <a:lnTo>
                    <a:pt x="7882" y="105777"/>
                  </a:lnTo>
                  <a:lnTo>
                    <a:pt x="0" y="154686"/>
                  </a:lnTo>
                  <a:lnTo>
                    <a:pt x="7882" y="203594"/>
                  </a:lnTo>
                  <a:lnTo>
                    <a:pt x="29833" y="246058"/>
                  </a:lnTo>
                  <a:lnTo>
                    <a:pt x="63313" y="279538"/>
                  </a:lnTo>
                  <a:lnTo>
                    <a:pt x="105777" y="301489"/>
                  </a:lnTo>
                  <a:lnTo>
                    <a:pt x="154686" y="309372"/>
                  </a:lnTo>
                  <a:lnTo>
                    <a:pt x="203594" y="301489"/>
                  </a:lnTo>
                  <a:lnTo>
                    <a:pt x="246058" y="279538"/>
                  </a:lnTo>
                  <a:lnTo>
                    <a:pt x="279538" y="246058"/>
                  </a:lnTo>
                  <a:lnTo>
                    <a:pt x="301489" y="203594"/>
                  </a:lnTo>
                  <a:lnTo>
                    <a:pt x="309371" y="154686"/>
                  </a:lnTo>
                  <a:lnTo>
                    <a:pt x="301489" y="105777"/>
                  </a:lnTo>
                  <a:lnTo>
                    <a:pt x="279538" y="63313"/>
                  </a:lnTo>
                  <a:lnTo>
                    <a:pt x="246058" y="29833"/>
                  </a:lnTo>
                  <a:lnTo>
                    <a:pt x="203594" y="7882"/>
                  </a:lnTo>
                  <a:lnTo>
                    <a:pt x="154686" y="0"/>
                  </a:lnTo>
                  <a:close/>
                </a:path>
              </a:pathLst>
            </a:custGeom>
            <a:solidFill>
              <a:srgbClr val="5B9BD4">
                <a:alpha val="30195"/>
              </a:srgbClr>
            </a:solidFill>
          </p:spPr>
          <p:txBody>
            <a:bodyPr wrap="square" lIns="0" tIns="0" rIns="0" bIns="0" rtlCol="0"/>
            <a:lstStyle/>
            <a:p>
              <a:endParaRPr/>
            </a:p>
          </p:txBody>
        </p:sp>
        <p:sp>
          <p:nvSpPr>
            <p:cNvPr id="34" name="object 34"/>
            <p:cNvSpPr/>
            <p:nvPr/>
          </p:nvSpPr>
          <p:spPr>
            <a:xfrm>
              <a:off x="5969507" y="3538727"/>
              <a:ext cx="309880" cy="309880"/>
            </a:xfrm>
            <a:custGeom>
              <a:avLst/>
              <a:gdLst/>
              <a:ahLst/>
              <a:cxnLst/>
              <a:rect l="l" t="t" r="r" b="b"/>
              <a:pathLst>
                <a:path w="309879" h="309879">
                  <a:moveTo>
                    <a:pt x="0" y="154686"/>
                  </a:moveTo>
                  <a:lnTo>
                    <a:pt x="7882" y="105777"/>
                  </a:lnTo>
                  <a:lnTo>
                    <a:pt x="29833" y="63313"/>
                  </a:lnTo>
                  <a:lnTo>
                    <a:pt x="63313" y="29833"/>
                  </a:lnTo>
                  <a:lnTo>
                    <a:pt x="105777" y="7882"/>
                  </a:lnTo>
                  <a:lnTo>
                    <a:pt x="154686" y="0"/>
                  </a:lnTo>
                  <a:lnTo>
                    <a:pt x="203594" y="7882"/>
                  </a:lnTo>
                  <a:lnTo>
                    <a:pt x="246058" y="29833"/>
                  </a:lnTo>
                  <a:lnTo>
                    <a:pt x="279538" y="63313"/>
                  </a:lnTo>
                  <a:lnTo>
                    <a:pt x="301489" y="105777"/>
                  </a:lnTo>
                  <a:lnTo>
                    <a:pt x="309371" y="154686"/>
                  </a:lnTo>
                  <a:lnTo>
                    <a:pt x="301489" y="203594"/>
                  </a:lnTo>
                  <a:lnTo>
                    <a:pt x="279538" y="246058"/>
                  </a:lnTo>
                  <a:lnTo>
                    <a:pt x="246058" y="279538"/>
                  </a:lnTo>
                  <a:lnTo>
                    <a:pt x="203594" y="301489"/>
                  </a:lnTo>
                  <a:lnTo>
                    <a:pt x="154686" y="309372"/>
                  </a:lnTo>
                  <a:lnTo>
                    <a:pt x="105777" y="301489"/>
                  </a:lnTo>
                  <a:lnTo>
                    <a:pt x="63313" y="279538"/>
                  </a:lnTo>
                  <a:lnTo>
                    <a:pt x="29833" y="246058"/>
                  </a:lnTo>
                  <a:lnTo>
                    <a:pt x="7882" y="203594"/>
                  </a:lnTo>
                  <a:lnTo>
                    <a:pt x="0" y="154686"/>
                  </a:lnTo>
                  <a:close/>
                </a:path>
              </a:pathLst>
            </a:custGeom>
            <a:ln w="12192">
              <a:solidFill>
                <a:srgbClr val="41709C"/>
              </a:solidFill>
            </a:ln>
          </p:spPr>
          <p:txBody>
            <a:bodyPr wrap="square" lIns="0" tIns="0" rIns="0" bIns="0" rtlCol="0"/>
            <a:lstStyle/>
            <a:p>
              <a:endParaRPr/>
            </a:p>
          </p:txBody>
        </p:sp>
        <p:sp>
          <p:nvSpPr>
            <p:cNvPr id="35" name="object 35"/>
            <p:cNvSpPr/>
            <p:nvPr/>
          </p:nvSpPr>
          <p:spPr>
            <a:xfrm>
              <a:off x="6772655" y="3538727"/>
              <a:ext cx="309880" cy="309880"/>
            </a:xfrm>
            <a:custGeom>
              <a:avLst/>
              <a:gdLst/>
              <a:ahLst/>
              <a:cxnLst/>
              <a:rect l="l" t="t" r="r" b="b"/>
              <a:pathLst>
                <a:path w="309879" h="309879">
                  <a:moveTo>
                    <a:pt x="154686" y="0"/>
                  </a:moveTo>
                  <a:lnTo>
                    <a:pt x="105777" y="7882"/>
                  </a:lnTo>
                  <a:lnTo>
                    <a:pt x="63313" y="29833"/>
                  </a:lnTo>
                  <a:lnTo>
                    <a:pt x="29833" y="63313"/>
                  </a:lnTo>
                  <a:lnTo>
                    <a:pt x="7882" y="105777"/>
                  </a:lnTo>
                  <a:lnTo>
                    <a:pt x="0" y="154686"/>
                  </a:lnTo>
                  <a:lnTo>
                    <a:pt x="7882" y="203594"/>
                  </a:lnTo>
                  <a:lnTo>
                    <a:pt x="29833" y="246058"/>
                  </a:lnTo>
                  <a:lnTo>
                    <a:pt x="63313" y="279538"/>
                  </a:lnTo>
                  <a:lnTo>
                    <a:pt x="105777" y="301489"/>
                  </a:lnTo>
                  <a:lnTo>
                    <a:pt x="154686" y="309372"/>
                  </a:lnTo>
                  <a:lnTo>
                    <a:pt x="203594" y="301489"/>
                  </a:lnTo>
                  <a:lnTo>
                    <a:pt x="246058" y="279538"/>
                  </a:lnTo>
                  <a:lnTo>
                    <a:pt x="279538" y="246058"/>
                  </a:lnTo>
                  <a:lnTo>
                    <a:pt x="301489" y="203594"/>
                  </a:lnTo>
                  <a:lnTo>
                    <a:pt x="309372" y="154686"/>
                  </a:lnTo>
                  <a:lnTo>
                    <a:pt x="301489" y="105777"/>
                  </a:lnTo>
                  <a:lnTo>
                    <a:pt x="279538" y="63313"/>
                  </a:lnTo>
                  <a:lnTo>
                    <a:pt x="246058" y="29833"/>
                  </a:lnTo>
                  <a:lnTo>
                    <a:pt x="203594" y="7882"/>
                  </a:lnTo>
                  <a:lnTo>
                    <a:pt x="154686" y="0"/>
                  </a:lnTo>
                  <a:close/>
                </a:path>
              </a:pathLst>
            </a:custGeom>
            <a:solidFill>
              <a:srgbClr val="EC7C30">
                <a:alpha val="30195"/>
              </a:srgbClr>
            </a:solidFill>
          </p:spPr>
          <p:txBody>
            <a:bodyPr wrap="square" lIns="0" tIns="0" rIns="0" bIns="0" rtlCol="0"/>
            <a:lstStyle/>
            <a:p>
              <a:endParaRPr/>
            </a:p>
          </p:txBody>
        </p:sp>
        <p:sp>
          <p:nvSpPr>
            <p:cNvPr id="36" name="object 36"/>
            <p:cNvSpPr/>
            <p:nvPr/>
          </p:nvSpPr>
          <p:spPr>
            <a:xfrm>
              <a:off x="6772655" y="3538727"/>
              <a:ext cx="309880" cy="309880"/>
            </a:xfrm>
            <a:custGeom>
              <a:avLst/>
              <a:gdLst/>
              <a:ahLst/>
              <a:cxnLst/>
              <a:rect l="l" t="t" r="r" b="b"/>
              <a:pathLst>
                <a:path w="309879" h="309879">
                  <a:moveTo>
                    <a:pt x="0" y="154686"/>
                  </a:moveTo>
                  <a:lnTo>
                    <a:pt x="7882" y="105777"/>
                  </a:lnTo>
                  <a:lnTo>
                    <a:pt x="29833" y="63313"/>
                  </a:lnTo>
                  <a:lnTo>
                    <a:pt x="63313" y="29833"/>
                  </a:lnTo>
                  <a:lnTo>
                    <a:pt x="105777" y="7882"/>
                  </a:lnTo>
                  <a:lnTo>
                    <a:pt x="154686" y="0"/>
                  </a:lnTo>
                  <a:lnTo>
                    <a:pt x="203594" y="7882"/>
                  </a:lnTo>
                  <a:lnTo>
                    <a:pt x="246058" y="29833"/>
                  </a:lnTo>
                  <a:lnTo>
                    <a:pt x="279538" y="63313"/>
                  </a:lnTo>
                  <a:lnTo>
                    <a:pt x="301489" y="105777"/>
                  </a:lnTo>
                  <a:lnTo>
                    <a:pt x="309372" y="154686"/>
                  </a:lnTo>
                  <a:lnTo>
                    <a:pt x="301489" y="203594"/>
                  </a:lnTo>
                  <a:lnTo>
                    <a:pt x="279538" y="246058"/>
                  </a:lnTo>
                  <a:lnTo>
                    <a:pt x="246058" y="279538"/>
                  </a:lnTo>
                  <a:lnTo>
                    <a:pt x="203594" y="301489"/>
                  </a:lnTo>
                  <a:lnTo>
                    <a:pt x="154686" y="309372"/>
                  </a:lnTo>
                  <a:lnTo>
                    <a:pt x="105777" y="301489"/>
                  </a:lnTo>
                  <a:lnTo>
                    <a:pt x="63313" y="279538"/>
                  </a:lnTo>
                  <a:lnTo>
                    <a:pt x="29833" y="246058"/>
                  </a:lnTo>
                  <a:lnTo>
                    <a:pt x="7882" y="203594"/>
                  </a:lnTo>
                  <a:lnTo>
                    <a:pt x="0" y="154686"/>
                  </a:lnTo>
                  <a:close/>
                </a:path>
              </a:pathLst>
            </a:custGeom>
            <a:ln w="12192">
              <a:solidFill>
                <a:srgbClr val="EC7C30"/>
              </a:solidFill>
            </a:ln>
          </p:spPr>
          <p:txBody>
            <a:bodyPr wrap="square" lIns="0" tIns="0" rIns="0" bIns="0" rtlCol="0"/>
            <a:lstStyle/>
            <a:p>
              <a:endParaRPr/>
            </a:p>
          </p:txBody>
        </p:sp>
        <p:sp>
          <p:nvSpPr>
            <p:cNvPr id="37" name="object 37"/>
            <p:cNvSpPr/>
            <p:nvPr/>
          </p:nvSpPr>
          <p:spPr>
            <a:xfrm>
              <a:off x="6274561" y="3218687"/>
              <a:ext cx="498475" cy="474345"/>
            </a:xfrm>
            <a:custGeom>
              <a:avLst/>
              <a:gdLst/>
              <a:ahLst/>
              <a:cxnLst/>
              <a:rect l="l" t="t" r="r" b="b"/>
              <a:pathLst>
                <a:path w="498475" h="474345">
                  <a:moveTo>
                    <a:pt x="388619" y="405130"/>
                  </a:moveTo>
                  <a:lnTo>
                    <a:pt x="498093" y="474344"/>
                  </a:lnTo>
                  <a:lnTo>
                    <a:pt x="464305" y="426338"/>
                  </a:lnTo>
                  <a:lnTo>
                    <a:pt x="438531" y="426338"/>
                  </a:lnTo>
                  <a:lnTo>
                    <a:pt x="429382" y="417635"/>
                  </a:lnTo>
                  <a:lnTo>
                    <a:pt x="388619" y="405130"/>
                  </a:lnTo>
                  <a:close/>
                </a:path>
                <a:path w="498475" h="474345">
                  <a:moveTo>
                    <a:pt x="429382" y="417635"/>
                  </a:moveTo>
                  <a:lnTo>
                    <a:pt x="438531" y="426338"/>
                  </a:lnTo>
                  <a:lnTo>
                    <a:pt x="442912" y="421767"/>
                  </a:lnTo>
                  <a:lnTo>
                    <a:pt x="429382" y="417635"/>
                  </a:lnTo>
                  <a:close/>
                </a:path>
                <a:path w="498475" h="474345">
                  <a:moveTo>
                    <a:pt x="423544" y="368426"/>
                  </a:moveTo>
                  <a:lnTo>
                    <a:pt x="437992" y="408349"/>
                  </a:lnTo>
                  <a:lnTo>
                    <a:pt x="447293" y="417194"/>
                  </a:lnTo>
                  <a:lnTo>
                    <a:pt x="438531" y="426338"/>
                  </a:lnTo>
                  <a:lnTo>
                    <a:pt x="464305" y="426338"/>
                  </a:lnTo>
                  <a:lnTo>
                    <a:pt x="423544" y="368426"/>
                  </a:lnTo>
                  <a:close/>
                </a:path>
                <a:path w="498475" h="474345">
                  <a:moveTo>
                    <a:pt x="8636" y="0"/>
                  </a:moveTo>
                  <a:lnTo>
                    <a:pt x="0" y="9144"/>
                  </a:lnTo>
                  <a:lnTo>
                    <a:pt x="429382" y="417635"/>
                  </a:lnTo>
                  <a:lnTo>
                    <a:pt x="442848" y="421767"/>
                  </a:lnTo>
                  <a:lnTo>
                    <a:pt x="437992" y="408349"/>
                  </a:lnTo>
                  <a:lnTo>
                    <a:pt x="8636" y="0"/>
                  </a:lnTo>
                  <a:close/>
                </a:path>
                <a:path w="498475" h="474345">
                  <a:moveTo>
                    <a:pt x="437992" y="408349"/>
                  </a:moveTo>
                  <a:lnTo>
                    <a:pt x="442848" y="421767"/>
                  </a:lnTo>
                  <a:lnTo>
                    <a:pt x="447293" y="417194"/>
                  </a:lnTo>
                  <a:lnTo>
                    <a:pt x="437992" y="408349"/>
                  </a:lnTo>
                  <a:close/>
                </a:path>
              </a:pathLst>
            </a:custGeom>
            <a:solidFill>
              <a:srgbClr val="00AF50">
                <a:alpha val="50195"/>
              </a:srgbClr>
            </a:solidFill>
          </p:spPr>
          <p:txBody>
            <a:bodyPr wrap="square" lIns="0" tIns="0" rIns="0" bIns="0" rtlCol="0"/>
            <a:lstStyle/>
            <a:p>
              <a:endParaRPr/>
            </a:p>
          </p:txBody>
        </p:sp>
        <p:sp>
          <p:nvSpPr>
            <p:cNvPr id="38" name="object 38"/>
            <p:cNvSpPr/>
            <p:nvPr/>
          </p:nvSpPr>
          <p:spPr>
            <a:xfrm>
              <a:off x="6278879" y="3668775"/>
              <a:ext cx="494030" cy="50800"/>
            </a:xfrm>
            <a:custGeom>
              <a:avLst/>
              <a:gdLst/>
              <a:ahLst/>
              <a:cxnLst/>
              <a:rect l="l" t="t" r="r" b="b"/>
              <a:pathLst>
                <a:path w="494029" h="50800">
                  <a:moveTo>
                    <a:pt x="417575" y="25400"/>
                  </a:moveTo>
                  <a:lnTo>
                    <a:pt x="366775" y="50800"/>
                  </a:lnTo>
                  <a:lnTo>
                    <a:pt x="462025" y="31750"/>
                  </a:lnTo>
                  <a:lnTo>
                    <a:pt x="417575" y="31750"/>
                  </a:lnTo>
                  <a:lnTo>
                    <a:pt x="417575" y="25400"/>
                  </a:lnTo>
                  <a:close/>
                </a:path>
                <a:path w="494029" h="50800">
                  <a:moveTo>
                    <a:pt x="404875" y="19050"/>
                  </a:moveTo>
                  <a:lnTo>
                    <a:pt x="0" y="19050"/>
                  </a:lnTo>
                  <a:lnTo>
                    <a:pt x="0" y="31750"/>
                  </a:lnTo>
                  <a:lnTo>
                    <a:pt x="404875" y="31750"/>
                  </a:lnTo>
                  <a:lnTo>
                    <a:pt x="417575" y="25400"/>
                  </a:lnTo>
                  <a:lnTo>
                    <a:pt x="404875" y="19050"/>
                  </a:lnTo>
                  <a:close/>
                </a:path>
                <a:path w="494029" h="50800">
                  <a:moveTo>
                    <a:pt x="462025" y="19050"/>
                  </a:moveTo>
                  <a:lnTo>
                    <a:pt x="417575" y="19050"/>
                  </a:lnTo>
                  <a:lnTo>
                    <a:pt x="417575" y="31750"/>
                  </a:lnTo>
                  <a:lnTo>
                    <a:pt x="462025" y="31750"/>
                  </a:lnTo>
                  <a:lnTo>
                    <a:pt x="493775" y="25400"/>
                  </a:lnTo>
                  <a:lnTo>
                    <a:pt x="462025" y="19050"/>
                  </a:lnTo>
                  <a:close/>
                </a:path>
                <a:path w="494029" h="50800">
                  <a:moveTo>
                    <a:pt x="366775" y="0"/>
                  </a:moveTo>
                  <a:lnTo>
                    <a:pt x="417575" y="25400"/>
                  </a:lnTo>
                  <a:lnTo>
                    <a:pt x="417575" y="19050"/>
                  </a:lnTo>
                  <a:lnTo>
                    <a:pt x="462025" y="19050"/>
                  </a:lnTo>
                  <a:lnTo>
                    <a:pt x="366775" y="0"/>
                  </a:lnTo>
                  <a:close/>
                </a:path>
              </a:pathLst>
            </a:custGeom>
            <a:solidFill>
              <a:srgbClr val="FF0000">
                <a:alpha val="50195"/>
              </a:srgbClr>
            </a:solidFill>
          </p:spPr>
          <p:txBody>
            <a:bodyPr wrap="square" lIns="0" tIns="0" rIns="0" bIns="0" rtlCol="0"/>
            <a:lstStyle/>
            <a:p>
              <a:endParaRPr/>
            </a:p>
          </p:txBody>
        </p:sp>
        <p:sp>
          <p:nvSpPr>
            <p:cNvPr id="39" name="object 39"/>
            <p:cNvSpPr/>
            <p:nvPr/>
          </p:nvSpPr>
          <p:spPr>
            <a:xfrm>
              <a:off x="5969507" y="4005072"/>
              <a:ext cx="309880" cy="309880"/>
            </a:xfrm>
            <a:custGeom>
              <a:avLst/>
              <a:gdLst/>
              <a:ahLst/>
              <a:cxnLst/>
              <a:rect l="l" t="t" r="r" b="b"/>
              <a:pathLst>
                <a:path w="309879" h="309879">
                  <a:moveTo>
                    <a:pt x="154686" y="0"/>
                  </a:moveTo>
                  <a:lnTo>
                    <a:pt x="105777" y="7882"/>
                  </a:lnTo>
                  <a:lnTo>
                    <a:pt x="63313" y="29833"/>
                  </a:lnTo>
                  <a:lnTo>
                    <a:pt x="29833" y="63313"/>
                  </a:lnTo>
                  <a:lnTo>
                    <a:pt x="7882" y="105777"/>
                  </a:lnTo>
                  <a:lnTo>
                    <a:pt x="0" y="154685"/>
                  </a:lnTo>
                  <a:lnTo>
                    <a:pt x="7882" y="203594"/>
                  </a:lnTo>
                  <a:lnTo>
                    <a:pt x="29833" y="246058"/>
                  </a:lnTo>
                  <a:lnTo>
                    <a:pt x="63313" y="279538"/>
                  </a:lnTo>
                  <a:lnTo>
                    <a:pt x="105777" y="301489"/>
                  </a:lnTo>
                  <a:lnTo>
                    <a:pt x="154686" y="309371"/>
                  </a:lnTo>
                  <a:lnTo>
                    <a:pt x="203594" y="301489"/>
                  </a:lnTo>
                  <a:lnTo>
                    <a:pt x="246058" y="279538"/>
                  </a:lnTo>
                  <a:lnTo>
                    <a:pt x="279538" y="246058"/>
                  </a:lnTo>
                  <a:lnTo>
                    <a:pt x="301489" y="203594"/>
                  </a:lnTo>
                  <a:lnTo>
                    <a:pt x="309371" y="154685"/>
                  </a:lnTo>
                  <a:lnTo>
                    <a:pt x="301489" y="105777"/>
                  </a:lnTo>
                  <a:lnTo>
                    <a:pt x="279538" y="63313"/>
                  </a:lnTo>
                  <a:lnTo>
                    <a:pt x="246058" y="29833"/>
                  </a:lnTo>
                  <a:lnTo>
                    <a:pt x="203594" y="7882"/>
                  </a:lnTo>
                  <a:lnTo>
                    <a:pt x="154686" y="0"/>
                  </a:lnTo>
                  <a:close/>
                </a:path>
              </a:pathLst>
            </a:custGeom>
            <a:solidFill>
              <a:srgbClr val="5B9BD4">
                <a:alpha val="30195"/>
              </a:srgbClr>
            </a:solidFill>
          </p:spPr>
          <p:txBody>
            <a:bodyPr wrap="square" lIns="0" tIns="0" rIns="0" bIns="0" rtlCol="0"/>
            <a:lstStyle/>
            <a:p>
              <a:endParaRPr/>
            </a:p>
          </p:txBody>
        </p:sp>
        <p:sp>
          <p:nvSpPr>
            <p:cNvPr id="40" name="object 40"/>
            <p:cNvSpPr/>
            <p:nvPr/>
          </p:nvSpPr>
          <p:spPr>
            <a:xfrm>
              <a:off x="5969507" y="4005072"/>
              <a:ext cx="309880" cy="309880"/>
            </a:xfrm>
            <a:custGeom>
              <a:avLst/>
              <a:gdLst/>
              <a:ahLst/>
              <a:cxnLst/>
              <a:rect l="l" t="t" r="r" b="b"/>
              <a:pathLst>
                <a:path w="309879" h="309879">
                  <a:moveTo>
                    <a:pt x="0" y="154685"/>
                  </a:moveTo>
                  <a:lnTo>
                    <a:pt x="7882" y="105777"/>
                  </a:lnTo>
                  <a:lnTo>
                    <a:pt x="29833" y="63313"/>
                  </a:lnTo>
                  <a:lnTo>
                    <a:pt x="63313" y="29833"/>
                  </a:lnTo>
                  <a:lnTo>
                    <a:pt x="105777" y="7882"/>
                  </a:lnTo>
                  <a:lnTo>
                    <a:pt x="154686" y="0"/>
                  </a:lnTo>
                  <a:lnTo>
                    <a:pt x="203594" y="7882"/>
                  </a:lnTo>
                  <a:lnTo>
                    <a:pt x="246058" y="29833"/>
                  </a:lnTo>
                  <a:lnTo>
                    <a:pt x="279538" y="63313"/>
                  </a:lnTo>
                  <a:lnTo>
                    <a:pt x="301489" y="105777"/>
                  </a:lnTo>
                  <a:lnTo>
                    <a:pt x="309371" y="154685"/>
                  </a:lnTo>
                  <a:lnTo>
                    <a:pt x="301489" y="203594"/>
                  </a:lnTo>
                  <a:lnTo>
                    <a:pt x="279538" y="246058"/>
                  </a:lnTo>
                  <a:lnTo>
                    <a:pt x="246058" y="279538"/>
                  </a:lnTo>
                  <a:lnTo>
                    <a:pt x="203594" y="301489"/>
                  </a:lnTo>
                  <a:lnTo>
                    <a:pt x="154686" y="309371"/>
                  </a:lnTo>
                  <a:lnTo>
                    <a:pt x="105777" y="301489"/>
                  </a:lnTo>
                  <a:lnTo>
                    <a:pt x="63313" y="279538"/>
                  </a:lnTo>
                  <a:lnTo>
                    <a:pt x="29833" y="246058"/>
                  </a:lnTo>
                  <a:lnTo>
                    <a:pt x="7882" y="203594"/>
                  </a:lnTo>
                  <a:lnTo>
                    <a:pt x="0" y="154685"/>
                  </a:lnTo>
                  <a:close/>
                </a:path>
              </a:pathLst>
            </a:custGeom>
            <a:ln w="12192">
              <a:solidFill>
                <a:srgbClr val="41709C"/>
              </a:solidFill>
            </a:ln>
          </p:spPr>
          <p:txBody>
            <a:bodyPr wrap="square" lIns="0" tIns="0" rIns="0" bIns="0" rtlCol="0"/>
            <a:lstStyle/>
            <a:p>
              <a:endParaRPr/>
            </a:p>
          </p:txBody>
        </p:sp>
        <p:sp>
          <p:nvSpPr>
            <p:cNvPr id="41" name="object 41"/>
            <p:cNvSpPr/>
            <p:nvPr/>
          </p:nvSpPr>
          <p:spPr>
            <a:xfrm>
              <a:off x="6772655" y="4005072"/>
              <a:ext cx="309880" cy="309880"/>
            </a:xfrm>
            <a:custGeom>
              <a:avLst/>
              <a:gdLst/>
              <a:ahLst/>
              <a:cxnLst/>
              <a:rect l="l" t="t" r="r" b="b"/>
              <a:pathLst>
                <a:path w="309879" h="309879">
                  <a:moveTo>
                    <a:pt x="154686" y="0"/>
                  </a:moveTo>
                  <a:lnTo>
                    <a:pt x="105777" y="7882"/>
                  </a:lnTo>
                  <a:lnTo>
                    <a:pt x="63313" y="29833"/>
                  </a:lnTo>
                  <a:lnTo>
                    <a:pt x="29833" y="63313"/>
                  </a:lnTo>
                  <a:lnTo>
                    <a:pt x="7882" y="105777"/>
                  </a:lnTo>
                  <a:lnTo>
                    <a:pt x="0" y="154685"/>
                  </a:lnTo>
                  <a:lnTo>
                    <a:pt x="7882" y="203594"/>
                  </a:lnTo>
                  <a:lnTo>
                    <a:pt x="29833" y="246058"/>
                  </a:lnTo>
                  <a:lnTo>
                    <a:pt x="63313" y="279538"/>
                  </a:lnTo>
                  <a:lnTo>
                    <a:pt x="105777" y="301489"/>
                  </a:lnTo>
                  <a:lnTo>
                    <a:pt x="154686" y="309371"/>
                  </a:lnTo>
                  <a:lnTo>
                    <a:pt x="203594" y="301489"/>
                  </a:lnTo>
                  <a:lnTo>
                    <a:pt x="246058" y="279538"/>
                  </a:lnTo>
                  <a:lnTo>
                    <a:pt x="279538" y="246058"/>
                  </a:lnTo>
                  <a:lnTo>
                    <a:pt x="301489" y="203594"/>
                  </a:lnTo>
                  <a:lnTo>
                    <a:pt x="309372" y="154685"/>
                  </a:lnTo>
                  <a:lnTo>
                    <a:pt x="301489" y="105777"/>
                  </a:lnTo>
                  <a:lnTo>
                    <a:pt x="279538" y="63313"/>
                  </a:lnTo>
                  <a:lnTo>
                    <a:pt x="246058" y="29833"/>
                  </a:lnTo>
                  <a:lnTo>
                    <a:pt x="203594" y="7882"/>
                  </a:lnTo>
                  <a:lnTo>
                    <a:pt x="154686" y="0"/>
                  </a:lnTo>
                  <a:close/>
                </a:path>
              </a:pathLst>
            </a:custGeom>
            <a:solidFill>
              <a:srgbClr val="EC7C30">
                <a:alpha val="30195"/>
              </a:srgbClr>
            </a:solidFill>
          </p:spPr>
          <p:txBody>
            <a:bodyPr wrap="square" lIns="0" tIns="0" rIns="0" bIns="0" rtlCol="0"/>
            <a:lstStyle/>
            <a:p>
              <a:endParaRPr/>
            </a:p>
          </p:txBody>
        </p:sp>
        <p:sp>
          <p:nvSpPr>
            <p:cNvPr id="42" name="object 42"/>
            <p:cNvSpPr/>
            <p:nvPr/>
          </p:nvSpPr>
          <p:spPr>
            <a:xfrm>
              <a:off x="6772655" y="4005072"/>
              <a:ext cx="309880" cy="309880"/>
            </a:xfrm>
            <a:custGeom>
              <a:avLst/>
              <a:gdLst/>
              <a:ahLst/>
              <a:cxnLst/>
              <a:rect l="l" t="t" r="r" b="b"/>
              <a:pathLst>
                <a:path w="309879" h="309879">
                  <a:moveTo>
                    <a:pt x="0" y="154685"/>
                  </a:moveTo>
                  <a:lnTo>
                    <a:pt x="7882" y="105777"/>
                  </a:lnTo>
                  <a:lnTo>
                    <a:pt x="29833" y="63313"/>
                  </a:lnTo>
                  <a:lnTo>
                    <a:pt x="63313" y="29833"/>
                  </a:lnTo>
                  <a:lnTo>
                    <a:pt x="105777" y="7882"/>
                  </a:lnTo>
                  <a:lnTo>
                    <a:pt x="154686" y="0"/>
                  </a:lnTo>
                  <a:lnTo>
                    <a:pt x="203594" y="7882"/>
                  </a:lnTo>
                  <a:lnTo>
                    <a:pt x="246058" y="29833"/>
                  </a:lnTo>
                  <a:lnTo>
                    <a:pt x="279538" y="63313"/>
                  </a:lnTo>
                  <a:lnTo>
                    <a:pt x="301489" y="105777"/>
                  </a:lnTo>
                  <a:lnTo>
                    <a:pt x="309372" y="154685"/>
                  </a:lnTo>
                  <a:lnTo>
                    <a:pt x="301489" y="203594"/>
                  </a:lnTo>
                  <a:lnTo>
                    <a:pt x="279538" y="246058"/>
                  </a:lnTo>
                  <a:lnTo>
                    <a:pt x="246058" y="279538"/>
                  </a:lnTo>
                  <a:lnTo>
                    <a:pt x="203594" y="301489"/>
                  </a:lnTo>
                  <a:lnTo>
                    <a:pt x="154686" y="309371"/>
                  </a:lnTo>
                  <a:lnTo>
                    <a:pt x="105777" y="301489"/>
                  </a:lnTo>
                  <a:lnTo>
                    <a:pt x="63313" y="279538"/>
                  </a:lnTo>
                  <a:lnTo>
                    <a:pt x="29833" y="246058"/>
                  </a:lnTo>
                  <a:lnTo>
                    <a:pt x="7882" y="203594"/>
                  </a:lnTo>
                  <a:lnTo>
                    <a:pt x="0" y="154685"/>
                  </a:lnTo>
                  <a:close/>
                </a:path>
              </a:pathLst>
            </a:custGeom>
            <a:ln w="12192">
              <a:solidFill>
                <a:srgbClr val="EC7C30"/>
              </a:solidFill>
            </a:ln>
          </p:spPr>
          <p:txBody>
            <a:bodyPr wrap="square" lIns="0" tIns="0" rIns="0" bIns="0" rtlCol="0"/>
            <a:lstStyle/>
            <a:p>
              <a:endParaRPr/>
            </a:p>
          </p:txBody>
        </p:sp>
        <p:sp>
          <p:nvSpPr>
            <p:cNvPr id="43" name="object 43"/>
            <p:cNvSpPr/>
            <p:nvPr/>
          </p:nvSpPr>
          <p:spPr>
            <a:xfrm>
              <a:off x="6274561" y="3694175"/>
              <a:ext cx="498475" cy="471805"/>
            </a:xfrm>
            <a:custGeom>
              <a:avLst/>
              <a:gdLst/>
              <a:ahLst/>
              <a:cxnLst/>
              <a:rect l="l" t="t" r="r" b="b"/>
              <a:pathLst>
                <a:path w="498475" h="471804">
                  <a:moveTo>
                    <a:pt x="442721" y="52323"/>
                  </a:moveTo>
                  <a:lnTo>
                    <a:pt x="429232" y="56421"/>
                  </a:lnTo>
                  <a:lnTo>
                    <a:pt x="0" y="462153"/>
                  </a:lnTo>
                  <a:lnTo>
                    <a:pt x="8636" y="471297"/>
                  </a:lnTo>
                  <a:lnTo>
                    <a:pt x="437914" y="65522"/>
                  </a:lnTo>
                  <a:lnTo>
                    <a:pt x="442721" y="52323"/>
                  </a:lnTo>
                  <a:close/>
                </a:path>
                <a:path w="498475" h="471804">
                  <a:moveTo>
                    <a:pt x="464288" y="47751"/>
                  </a:moveTo>
                  <a:lnTo>
                    <a:pt x="438404" y="47751"/>
                  </a:lnTo>
                  <a:lnTo>
                    <a:pt x="447039" y="56896"/>
                  </a:lnTo>
                  <a:lnTo>
                    <a:pt x="437914" y="65522"/>
                  </a:lnTo>
                  <a:lnTo>
                    <a:pt x="423290" y="105663"/>
                  </a:lnTo>
                  <a:lnTo>
                    <a:pt x="464288" y="47751"/>
                  </a:lnTo>
                  <a:close/>
                </a:path>
                <a:path w="498475" h="471804">
                  <a:moveTo>
                    <a:pt x="498093" y="0"/>
                  </a:moveTo>
                  <a:lnTo>
                    <a:pt x="388365" y="68834"/>
                  </a:lnTo>
                  <a:lnTo>
                    <a:pt x="429232" y="56421"/>
                  </a:lnTo>
                  <a:lnTo>
                    <a:pt x="438404" y="47751"/>
                  </a:lnTo>
                  <a:lnTo>
                    <a:pt x="464288" y="47751"/>
                  </a:lnTo>
                  <a:lnTo>
                    <a:pt x="498093" y="0"/>
                  </a:lnTo>
                  <a:close/>
                </a:path>
                <a:path w="498475" h="471804">
                  <a:moveTo>
                    <a:pt x="442721" y="52323"/>
                  </a:moveTo>
                  <a:lnTo>
                    <a:pt x="437914" y="65522"/>
                  </a:lnTo>
                  <a:lnTo>
                    <a:pt x="447039" y="56896"/>
                  </a:lnTo>
                  <a:lnTo>
                    <a:pt x="442721" y="52323"/>
                  </a:lnTo>
                  <a:close/>
                </a:path>
                <a:path w="498475" h="471804">
                  <a:moveTo>
                    <a:pt x="438404" y="47751"/>
                  </a:moveTo>
                  <a:lnTo>
                    <a:pt x="429232" y="56421"/>
                  </a:lnTo>
                  <a:lnTo>
                    <a:pt x="442721" y="52323"/>
                  </a:lnTo>
                  <a:lnTo>
                    <a:pt x="438404" y="47751"/>
                  </a:lnTo>
                  <a:close/>
                </a:path>
              </a:pathLst>
            </a:custGeom>
            <a:solidFill>
              <a:srgbClr val="6F2F9F">
                <a:alpha val="50195"/>
              </a:srgbClr>
            </a:solidFill>
          </p:spPr>
          <p:txBody>
            <a:bodyPr wrap="square" lIns="0" tIns="0" rIns="0" bIns="0" rtlCol="0"/>
            <a:lstStyle/>
            <a:p>
              <a:endParaRPr/>
            </a:p>
          </p:txBody>
        </p:sp>
        <p:sp>
          <p:nvSpPr>
            <p:cNvPr id="44" name="object 44"/>
            <p:cNvSpPr/>
            <p:nvPr/>
          </p:nvSpPr>
          <p:spPr>
            <a:xfrm>
              <a:off x="6274561" y="3689603"/>
              <a:ext cx="498475" cy="471805"/>
            </a:xfrm>
            <a:custGeom>
              <a:avLst/>
              <a:gdLst/>
              <a:ahLst/>
              <a:cxnLst/>
              <a:rect l="l" t="t" r="r" b="b"/>
              <a:pathLst>
                <a:path w="498475" h="471804">
                  <a:moveTo>
                    <a:pt x="388365" y="402463"/>
                  </a:moveTo>
                  <a:lnTo>
                    <a:pt x="498093" y="471297"/>
                  </a:lnTo>
                  <a:lnTo>
                    <a:pt x="464288" y="423545"/>
                  </a:lnTo>
                  <a:lnTo>
                    <a:pt x="438404" y="423545"/>
                  </a:lnTo>
                  <a:lnTo>
                    <a:pt x="429232" y="414875"/>
                  </a:lnTo>
                  <a:lnTo>
                    <a:pt x="388365" y="402463"/>
                  </a:lnTo>
                  <a:close/>
                </a:path>
                <a:path w="498475" h="471804">
                  <a:moveTo>
                    <a:pt x="429232" y="414875"/>
                  </a:moveTo>
                  <a:lnTo>
                    <a:pt x="438404" y="423545"/>
                  </a:lnTo>
                  <a:lnTo>
                    <a:pt x="442662" y="418973"/>
                  </a:lnTo>
                  <a:lnTo>
                    <a:pt x="429232" y="414875"/>
                  </a:lnTo>
                  <a:close/>
                </a:path>
                <a:path w="498475" h="471804">
                  <a:moveTo>
                    <a:pt x="423290" y="365633"/>
                  </a:moveTo>
                  <a:lnTo>
                    <a:pt x="437844" y="405585"/>
                  </a:lnTo>
                  <a:lnTo>
                    <a:pt x="447039" y="414274"/>
                  </a:lnTo>
                  <a:lnTo>
                    <a:pt x="442705" y="418927"/>
                  </a:lnTo>
                  <a:lnTo>
                    <a:pt x="438404" y="423545"/>
                  </a:lnTo>
                  <a:lnTo>
                    <a:pt x="464288" y="423545"/>
                  </a:lnTo>
                  <a:lnTo>
                    <a:pt x="423290" y="365633"/>
                  </a:lnTo>
                  <a:close/>
                </a:path>
                <a:path w="498475" h="471804">
                  <a:moveTo>
                    <a:pt x="442675" y="418958"/>
                  </a:moveTo>
                  <a:close/>
                </a:path>
                <a:path w="498475" h="471804">
                  <a:moveTo>
                    <a:pt x="8636" y="0"/>
                  </a:moveTo>
                  <a:lnTo>
                    <a:pt x="0" y="9144"/>
                  </a:lnTo>
                  <a:lnTo>
                    <a:pt x="429232" y="414875"/>
                  </a:lnTo>
                  <a:lnTo>
                    <a:pt x="442675" y="418958"/>
                  </a:lnTo>
                  <a:lnTo>
                    <a:pt x="437844" y="405585"/>
                  </a:lnTo>
                  <a:lnTo>
                    <a:pt x="8636" y="0"/>
                  </a:lnTo>
                  <a:close/>
                </a:path>
                <a:path w="498475" h="471804">
                  <a:moveTo>
                    <a:pt x="437844" y="405585"/>
                  </a:moveTo>
                  <a:lnTo>
                    <a:pt x="442705" y="418927"/>
                  </a:lnTo>
                  <a:lnTo>
                    <a:pt x="447039" y="414274"/>
                  </a:lnTo>
                  <a:lnTo>
                    <a:pt x="437844" y="405585"/>
                  </a:lnTo>
                  <a:close/>
                </a:path>
              </a:pathLst>
            </a:custGeom>
            <a:solidFill>
              <a:srgbClr val="00AF50">
                <a:alpha val="50195"/>
              </a:srgbClr>
            </a:solidFill>
          </p:spPr>
          <p:txBody>
            <a:bodyPr wrap="square" lIns="0" tIns="0" rIns="0" bIns="0" rtlCol="0"/>
            <a:lstStyle/>
            <a:p>
              <a:endParaRPr/>
            </a:p>
          </p:txBody>
        </p:sp>
        <p:sp>
          <p:nvSpPr>
            <p:cNvPr id="45" name="object 45"/>
            <p:cNvSpPr/>
            <p:nvPr/>
          </p:nvSpPr>
          <p:spPr>
            <a:xfrm>
              <a:off x="6278879" y="4135119"/>
              <a:ext cx="494030" cy="50800"/>
            </a:xfrm>
            <a:custGeom>
              <a:avLst/>
              <a:gdLst/>
              <a:ahLst/>
              <a:cxnLst/>
              <a:rect l="l" t="t" r="r" b="b"/>
              <a:pathLst>
                <a:path w="494029" h="50800">
                  <a:moveTo>
                    <a:pt x="417575" y="25399"/>
                  </a:moveTo>
                  <a:lnTo>
                    <a:pt x="366775" y="50799"/>
                  </a:lnTo>
                  <a:lnTo>
                    <a:pt x="462025" y="31749"/>
                  </a:lnTo>
                  <a:lnTo>
                    <a:pt x="417575" y="31749"/>
                  </a:lnTo>
                  <a:lnTo>
                    <a:pt x="417575" y="25399"/>
                  </a:lnTo>
                  <a:close/>
                </a:path>
                <a:path w="494029" h="50800">
                  <a:moveTo>
                    <a:pt x="404875" y="19049"/>
                  </a:moveTo>
                  <a:lnTo>
                    <a:pt x="0" y="19049"/>
                  </a:lnTo>
                  <a:lnTo>
                    <a:pt x="0" y="31749"/>
                  </a:lnTo>
                  <a:lnTo>
                    <a:pt x="404875" y="31749"/>
                  </a:lnTo>
                  <a:lnTo>
                    <a:pt x="417575" y="25399"/>
                  </a:lnTo>
                  <a:lnTo>
                    <a:pt x="404875" y="19049"/>
                  </a:lnTo>
                  <a:close/>
                </a:path>
                <a:path w="494029" h="50800">
                  <a:moveTo>
                    <a:pt x="462025" y="19049"/>
                  </a:moveTo>
                  <a:lnTo>
                    <a:pt x="417575" y="19049"/>
                  </a:lnTo>
                  <a:lnTo>
                    <a:pt x="417575" y="31749"/>
                  </a:lnTo>
                  <a:lnTo>
                    <a:pt x="462025" y="31749"/>
                  </a:lnTo>
                  <a:lnTo>
                    <a:pt x="493775" y="25399"/>
                  </a:lnTo>
                  <a:lnTo>
                    <a:pt x="462025" y="19049"/>
                  </a:lnTo>
                  <a:close/>
                </a:path>
                <a:path w="494029" h="50800">
                  <a:moveTo>
                    <a:pt x="366775" y="0"/>
                  </a:moveTo>
                  <a:lnTo>
                    <a:pt x="417575" y="25399"/>
                  </a:lnTo>
                  <a:lnTo>
                    <a:pt x="417575" y="19049"/>
                  </a:lnTo>
                  <a:lnTo>
                    <a:pt x="462025" y="19049"/>
                  </a:lnTo>
                  <a:lnTo>
                    <a:pt x="366775" y="0"/>
                  </a:lnTo>
                  <a:close/>
                </a:path>
              </a:pathLst>
            </a:custGeom>
            <a:solidFill>
              <a:srgbClr val="FF0000">
                <a:alpha val="50195"/>
              </a:srgbClr>
            </a:solidFill>
          </p:spPr>
          <p:txBody>
            <a:bodyPr wrap="square" lIns="0" tIns="0" rIns="0" bIns="0" rtlCol="0"/>
            <a:lstStyle/>
            <a:p>
              <a:endParaRPr/>
            </a:p>
          </p:txBody>
        </p:sp>
        <p:sp>
          <p:nvSpPr>
            <p:cNvPr id="46" name="object 46"/>
            <p:cNvSpPr/>
            <p:nvPr/>
          </p:nvSpPr>
          <p:spPr>
            <a:xfrm>
              <a:off x="5969507" y="4471415"/>
              <a:ext cx="309880" cy="311150"/>
            </a:xfrm>
            <a:custGeom>
              <a:avLst/>
              <a:gdLst/>
              <a:ahLst/>
              <a:cxnLst/>
              <a:rect l="l" t="t" r="r" b="b"/>
              <a:pathLst>
                <a:path w="309879" h="311150">
                  <a:moveTo>
                    <a:pt x="154686" y="0"/>
                  </a:moveTo>
                  <a:lnTo>
                    <a:pt x="105777" y="7924"/>
                  </a:lnTo>
                  <a:lnTo>
                    <a:pt x="63313" y="29992"/>
                  </a:lnTo>
                  <a:lnTo>
                    <a:pt x="29833" y="63642"/>
                  </a:lnTo>
                  <a:lnTo>
                    <a:pt x="7882" y="106314"/>
                  </a:lnTo>
                  <a:lnTo>
                    <a:pt x="0" y="155447"/>
                  </a:lnTo>
                  <a:lnTo>
                    <a:pt x="7882" y="204581"/>
                  </a:lnTo>
                  <a:lnTo>
                    <a:pt x="29833" y="247253"/>
                  </a:lnTo>
                  <a:lnTo>
                    <a:pt x="63313" y="280903"/>
                  </a:lnTo>
                  <a:lnTo>
                    <a:pt x="105777" y="302971"/>
                  </a:lnTo>
                  <a:lnTo>
                    <a:pt x="154686" y="310895"/>
                  </a:lnTo>
                  <a:lnTo>
                    <a:pt x="203594" y="302971"/>
                  </a:lnTo>
                  <a:lnTo>
                    <a:pt x="246058" y="280903"/>
                  </a:lnTo>
                  <a:lnTo>
                    <a:pt x="279538" y="247253"/>
                  </a:lnTo>
                  <a:lnTo>
                    <a:pt x="301489" y="204581"/>
                  </a:lnTo>
                  <a:lnTo>
                    <a:pt x="309371" y="155447"/>
                  </a:lnTo>
                  <a:lnTo>
                    <a:pt x="301489" y="106314"/>
                  </a:lnTo>
                  <a:lnTo>
                    <a:pt x="279538" y="63642"/>
                  </a:lnTo>
                  <a:lnTo>
                    <a:pt x="246058" y="29992"/>
                  </a:lnTo>
                  <a:lnTo>
                    <a:pt x="203594" y="7924"/>
                  </a:lnTo>
                  <a:lnTo>
                    <a:pt x="154686" y="0"/>
                  </a:lnTo>
                  <a:close/>
                </a:path>
              </a:pathLst>
            </a:custGeom>
            <a:solidFill>
              <a:srgbClr val="5B9BD4">
                <a:alpha val="30195"/>
              </a:srgbClr>
            </a:solidFill>
          </p:spPr>
          <p:txBody>
            <a:bodyPr wrap="square" lIns="0" tIns="0" rIns="0" bIns="0" rtlCol="0"/>
            <a:lstStyle/>
            <a:p>
              <a:endParaRPr/>
            </a:p>
          </p:txBody>
        </p:sp>
        <p:sp>
          <p:nvSpPr>
            <p:cNvPr id="47" name="object 47"/>
            <p:cNvSpPr/>
            <p:nvPr/>
          </p:nvSpPr>
          <p:spPr>
            <a:xfrm>
              <a:off x="5969507" y="4471415"/>
              <a:ext cx="309880" cy="311150"/>
            </a:xfrm>
            <a:custGeom>
              <a:avLst/>
              <a:gdLst/>
              <a:ahLst/>
              <a:cxnLst/>
              <a:rect l="l" t="t" r="r" b="b"/>
              <a:pathLst>
                <a:path w="309879" h="311150">
                  <a:moveTo>
                    <a:pt x="0" y="155447"/>
                  </a:moveTo>
                  <a:lnTo>
                    <a:pt x="7882" y="106314"/>
                  </a:lnTo>
                  <a:lnTo>
                    <a:pt x="29833" y="63642"/>
                  </a:lnTo>
                  <a:lnTo>
                    <a:pt x="63313" y="29992"/>
                  </a:lnTo>
                  <a:lnTo>
                    <a:pt x="105777" y="7924"/>
                  </a:lnTo>
                  <a:lnTo>
                    <a:pt x="154686" y="0"/>
                  </a:lnTo>
                  <a:lnTo>
                    <a:pt x="203594" y="7924"/>
                  </a:lnTo>
                  <a:lnTo>
                    <a:pt x="246058" y="29992"/>
                  </a:lnTo>
                  <a:lnTo>
                    <a:pt x="279538" y="63642"/>
                  </a:lnTo>
                  <a:lnTo>
                    <a:pt x="301489" y="106314"/>
                  </a:lnTo>
                  <a:lnTo>
                    <a:pt x="309371" y="155447"/>
                  </a:lnTo>
                  <a:lnTo>
                    <a:pt x="301489" y="204581"/>
                  </a:lnTo>
                  <a:lnTo>
                    <a:pt x="279538" y="247253"/>
                  </a:lnTo>
                  <a:lnTo>
                    <a:pt x="246058" y="280903"/>
                  </a:lnTo>
                  <a:lnTo>
                    <a:pt x="203594" y="302971"/>
                  </a:lnTo>
                  <a:lnTo>
                    <a:pt x="154686" y="310895"/>
                  </a:lnTo>
                  <a:lnTo>
                    <a:pt x="105777" y="302971"/>
                  </a:lnTo>
                  <a:lnTo>
                    <a:pt x="63313" y="280903"/>
                  </a:lnTo>
                  <a:lnTo>
                    <a:pt x="29833" y="247253"/>
                  </a:lnTo>
                  <a:lnTo>
                    <a:pt x="7882" y="204581"/>
                  </a:lnTo>
                  <a:lnTo>
                    <a:pt x="0" y="155447"/>
                  </a:lnTo>
                  <a:close/>
                </a:path>
              </a:pathLst>
            </a:custGeom>
            <a:ln w="12192">
              <a:solidFill>
                <a:srgbClr val="41709C"/>
              </a:solidFill>
            </a:ln>
          </p:spPr>
          <p:txBody>
            <a:bodyPr wrap="square" lIns="0" tIns="0" rIns="0" bIns="0" rtlCol="0"/>
            <a:lstStyle/>
            <a:p>
              <a:endParaRPr/>
            </a:p>
          </p:txBody>
        </p:sp>
        <p:sp>
          <p:nvSpPr>
            <p:cNvPr id="48" name="object 48"/>
            <p:cNvSpPr/>
            <p:nvPr/>
          </p:nvSpPr>
          <p:spPr>
            <a:xfrm>
              <a:off x="6772655" y="4471415"/>
              <a:ext cx="309880" cy="311150"/>
            </a:xfrm>
            <a:custGeom>
              <a:avLst/>
              <a:gdLst/>
              <a:ahLst/>
              <a:cxnLst/>
              <a:rect l="l" t="t" r="r" b="b"/>
              <a:pathLst>
                <a:path w="309879" h="311150">
                  <a:moveTo>
                    <a:pt x="154686" y="0"/>
                  </a:moveTo>
                  <a:lnTo>
                    <a:pt x="105777" y="7924"/>
                  </a:lnTo>
                  <a:lnTo>
                    <a:pt x="63313" y="29992"/>
                  </a:lnTo>
                  <a:lnTo>
                    <a:pt x="29833" y="63642"/>
                  </a:lnTo>
                  <a:lnTo>
                    <a:pt x="7882" y="106314"/>
                  </a:lnTo>
                  <a:lnTo>
                    <a:pt x="0" y="155447"/>
                  </a:lnTo>
                  <a:lnTo>
                    <a:pt x="7882" y="204581"/>
                  </a:lnTo>
                  <a:lnTo>
                    <a:pt x="29833" y="247253"/>
                  </a:lnTo>
                  <a:lnTo>
                    <a:pt x="63313" y="280903"/>
                  </a:lnTo>
                  <a:lnTo>
                    <a:pt x="105777" y="302971"/>
                  </a:lnTo>
                  <a:lnTo>
                    <a:pt x="154686" y="310895"/>
                  </a:lnTo>
                  <a:lnTo>
                    <a:pt x="203594" y="302971"/>
                  </a:lnTo>
                  <a:lnTo>
                    <a:pt x="246058" y="280903"/>
                  </a:lnTo>
                  <a:lnTo>
                    <a:pt x="279538" y="247253"/>
                  </a:lnTo>
                  <a:lnTo>
                    <a:pt x="301489" y="204581"/>
                  </a:lnTo>
                  <a:lnTo>
                    <a:pt x="309372" y="155447"/>
                  </a:lnTo>
                  <a:lnTo>
                    <a:pt x="301489" y="106314"/>
                  </a:lnTo>
                  <a:lnTo>
                    <a:pt x="279538" y="63642"/>
                  </a:lnTo>
                  <a:lnTo>
                    <a:pt x="246058" y="29992"/>
                  </a:lnTo>
                  <a:lnTo>
                    <a:pt x="203594" y="7924"/>
                  </a:lnTo>
                  <a:lnTo>
                    <a:pt x="154686" y="0"/>
                  </a:lnTo>
                  <a:close/>
                </a:path>
              </a:pathLst>
            </a:custGeom>
            <a:solidFill>
              <a:srgbClr val="EC7C30">
                <a:alpha val="30195"/>
              </a:srgbClr>
            </a:solidFill>
          </p:spPr>
          <p:txBody>
            <a:bodyPr wrap="square" lIns="0" tIns="0" rIns="0" bIns="0" rtlCol="0"/>
            <a:lstStyle/>
            <a:p>
              <a:endParaRPr/>
            </a:p>
          </p:txBody>
        </p:sp>
        <p:sp>
          <p:nvSpPr>
            <p:cNvPr id="49" name="object 49"/>
            <p:cNvSpPr/>
            <p:nvPr/>
          </p:nvSpPr>
          <p:spPr>
            <a:xfrm>
              <a:off x="6772655" y="4471415"/>
              <a:ext cx="309880" cy="311150"/>
            </a:xfrm>
            <a:custGeom>
              <a:avLst/>
              <a:gdLst/>
              <a:ahLst/>
              <a:cxnLst/>
              <a:rect l="l" t="t" r="r" b="b"/>
              <a:pathLst>
                <a:path w="309879" h="311150">
                  <a:moveTo>
                    <a:pt x="0" y="155447"/>
                  </a:moveTo>
                  <a:lnTo>
                    <a:pt x="7882" y="106314"/>
                  </a:lnTo>
                  <a:lnTo>
                    <a:pt x="29833" y="63642"/>
                  </a:lnTo>
                  <a:lnTo>
                    <a:pt x="63313" y="29992"/>
                  </a:lnTo>
                  <a:lnTo>
                    <a:pt x="105777" y="7924"/>
                  </a:lnTo>
                  <a:lnTo>
                    <a:pt x="154686" y="0"/>
                  </a:lnTo>
                  <a:lnTo>
                    <a:pt x="203594" y="7924"/>
                  </a:lnTo>
                  <a:lnTo>
                    <a:pt x="246058" y="29992"/>
                  </a:lnTo>
                  <a:lnTo>
                    <a:pt x="279538" y="63642"/>
                  </a:lnTo>
                  <a:lnTo>
                    <a:pt x="301489" y="106314"/>
                  </a:lnTo>
                  <a:lnTo>
                    <a:pt x="309372" y="155447"/>
                  </a:lnTo>
                  <a:lnTo>
                    <a:pt x="301489" y="204581"/>
                  </a:lnTo>
                  <a:lnTo>
                    <a:pt x="279538" y="247253"/>
                  </a:lnTo>
                  <a:lnTo>
                    <a:pt x="246058" y="280903"/>
                  </a:lnTo>
                  <a:lnTo>
                    <a:pt x="203594" y="302971"/>
                  </a:lnTo>
                  <a:lnTo>
                    <a:pt x="154686" y="310895"/>
                  </a:lnTo>
                  <a:lnTo>
                    <a:pt x="105777" y="302971"/>
                  </a:lnTo>
                  <a:lnTo>
                    <a:pt x="63313" y="280903"/>
                  </a:lnTo>
                  <a:lnTo>
                    <a:pt x="29833" y="247253"/>
                  </a:lnTo>
                  <a:lnTo>
                    <a:pt x="7882" y="204581"/>
                  </a:lnTo>
                  <a:lnTo>
                    <a:pt x="0" y="155447"/>
                  </a:lnTo>
                  <a:close/>
                </a:path>
              </a:pathLst>
            </a:custGeom>
            <a:ln w="12191">
              <a:solidFill>
                <a:srgbClr val="EC7C30"/>
              </a:solidFill>
            </a:ln>
          </p:spPr>
          <p:txBody>
            <a:bodyPr wrap="square" lIns="0" tIns="0" rIns="0" bIns="0" rtlCol="0"/>
            <a:lstStyle/>
            <a:p>
              <a:endParaRPr/>
            </a:p>
          </p:txBody>
        </p:sp>
        <p:sp>
          <p:nvSpPr>
            <p:cNvPr id="50" name="object 50"/>
            <p:cNvSpPr/>
            <p:nvPr/>
          </p:nvSpPr>
          <p:spPr>
            <a:xfrm>
              <a:off x="6274561" y="4160519"/>
              <a:ext cx="498475" cy="471805"/>
            </a:xfrm>
            <a:custGeom>
              <a:avLst/>
              <a:gdLst/>
              <a:ahLst/>
              <a:cxnLst/>
              <a:rect l="l" t="t" r="r" b="b"/>
              <a:pathLst>
                <a:path w="498475" h="471804">
                  <a:moveTo>
                    <a:pt x="442721" y="52323"/>
                  </a:moveTo>
                  <a:lnTo>
                    <a:pt x="429232" y="56421"/>
                  </a:lnTo>
                  <a:lnTo>
                    <a:pt x="0" y="462152"/>
                  </a:lnTo>
                  <a:lnTo>
                    <a:pt x="8636" y="471296"/>
                  </a:lnTo>
                  <a:lnTo>
                    <a:pt x="437914" y="65522"/>
                  </a:lnTo>
                  <a:lnTo>
                    <a:pt x="442721" y="52323"/>
                  </a:lnTo>
                  <a:close/>
                </a:path>
                <a:path w="498475" h="471804">
                  <a:moveTo>
                    <a:pt x="464288" y="47751"/>
                  </a:moveTo>
                  <a:lnTo>
                    <a:pt x="438404" y="47751"/>
                  </a:lnTo>
                  <a:lnTo>
                    <a:pt x="447039" y="56895"/>
                  </a:lnTo>
                  <a:lnTo>
                    <a:pt x="437914" y="65522"/>
                  </a:lnTo>
                  <a:lnTo>
                    <a:pt x="423290" y="105663"/>
                  </a:lnTo>
                  <a:lnTo>
                    <a:pt x="464288" y="47751"/>
                  </a:lnTo>
                  <a:close/>
                </a:path>
                <a:path w="498475" h="471804">
                  <a:moveTo>
                    <a:pt x="498093" y="0"/>
                  </a:moveTo>
                  <a:lnTo>
                    <a:pt x="388365" y="68833"/>
                  </a:lnTo>
                  <a:lnTo>
                    <a:pt x="429232" y="56421"/>
                  </a:lnTo>
                  <a:lnTo>
                    <a:pt x="438404" y="47751"/>
                  </a:lnTo>
                  <a:lnTo>
                    <a:pt x="464288" y="47751"/>
                  </a:lnTo>
                  <a:lnTo>
                    <a:pt x="498093" y="0"/>
                  </a:lnTo>
                  <a:close/>
                </a:path>
                <a:path w="498475" h="471804">
                  <a:moveTo>
                    <a:pt x="442721" y="52323"/>
                  </a:moveTo>
                  <a:lnTo>
                    <a:pt x="437914" y="65522"/>
                  </a:lnTo>
                  <a:lnTo>
                    <a:pt x="447039" y="56895"/>
                  </a:lnTo>
                  <a:lnTo>
                    <a:pt x="442721" y="52323"/>
                  </a:lnTo>
                  <a:close/>
                </a:path>
                <a:path w="498475" h="471804">
                  <a:moveTo>
                    <a:pt x="438404" y="47751"/>
                  </a:moveTo>
                  <a:lnTo>
                    <a:pt x="429232" y="56421"/>
                  </a:lnTo>
                  <a:lnTo>
                    <a:pt x="442721" y="52323"/>
                  </a:lnTo>
                  <a:lnTo>
                    <a:pt x="438404" y="47751"/>
                  </a:lnTo>
                  <a:close/>
                </a:path>
              </a:pathLst>
            </a:custGeom>
            <a:solidFill>
              <a:srgbClr val="6F2F9F">
                <a:alpha val="50195"/>
              </a:srgbClr>
            </a:solidFill>
          </p:spPr>
          <p:txBody>
            <a:bodyPr wrap="square" lIns="0" tIns="0" rIns="0" bIns="0" rtlCol="0"/>
            <a:lstStyle/>
            <a:p>
              <a:endParaRPr/>
            </a:p>
          </p:txBody>
        </p:sp>
        <p:sp>
          <p:nvSpPr>
            <p:cNvPr id="51" name="object 51"/>
            <p:cNvSpPr/>
            <p:nvPr/>
          </p:nvSpPr>
          <p:spPr>
            <a:xfrm>
              <a:off x="6274561" y="4155947"/>
              <a:ext cx="498475" cy="471805"/>
            </a:xfrm>
            <a:custGeom>
              <a:avLst/>
              <a:gdLst/>
              <a:ahLst/>
              <a:cxnLst/>
              <a:rect l="l" t="t" r="r" b="b"/>
              <a:pathLst>
                <a:path w="498475" h="471804">
                  <a:moveTo>
                    <a:pt x="388365" y="402463"/>
                  </a:moveTo>
                  <a:lnTo>
                    <a:pt x="498093" y="471296"/>
                  </a:lnTo>
                  <a:lnTo>
                    <a:pt x="464288" y="423544"/>
                  </a:lnTo>
                  <a:lnTo>
                    <a:pt x="438404" y="423544"/>
                  </a:lnTo>
                  <a:lnTo>
                    <a:pt x="429232" y="414875"/>
                  </a:lnTo>
                  <a:lnTo>
                    <a:pt x="388365" y="402463"/>
                  </a:lnTo>
                  <a:close/>
                </a:path>
                <a:path w="498475" h="471804">
                  <a:moveTo>
                    <a:pt x="429232" y="414875"/>
                  </a:moveTo>
                  <a:lnTo>
                    <a:pt x="438404" y="423544"/>
                  </a:lnTo>
                  <a:lnTo>
                    <a:pt x="442662" y="418972"/>
                  </a:lnTo>
                  <a:lnTo>
                    <a:pt x="429232" y="414875"/>
                  </a:lnTo>
                  <a:close/>
                </a:path>
                <a:path w="498475" h="471804">
                  <a:moveTo>
                    <a:pt x="423290" y="365632"/>
                  </a:moveTo>
                  <a:lnTo>
                    <a:pt x="437844" y="405585"/>
                  </a:lnTo>
                  <a:lnTo>
                    <a:pt x="447039" y="414274"/>
                  </a:lnTo>
                  <a:lnTo>
                    <a:pt x="442705" y="418927"/>
                  </a:lnTo>
                  <a:lnTo>
                    <a:pt x="438404" y="423544"/>
                  </a:lnTo>
                  <a:lnTo>
                    <a:pt x="464288" y="423544"/>
                  </a:lnTo>
                  <a:lnTo>
                    <a:pt x="423290" y="365632"/>
                  </a:lnTo>
                  <a:close/>
                </a:path>
                <a:path w="498475" h="471804">
                  <a:moveTo>
                    <a:pt x="442675" y="418958"/>
                  </a:moveTo>
                  <a:close/>
                </a:path>
                <a:path w="498475" h="471804">
                  <a:moveTo>
                    <a:pt x="8636" y="0"/>
                  </a:moveTo>
                  <a:lnTo>
                    <a:pt x="0" y="9143"/>
                  </a:lnTo>
                  <a:lnTo>
                    <a:pt x="429232" y="414875"/>
                  </a:lnTo>
                  <a:lnTo>
                    <a:pt x="442675" y="418958"/>
                  </a:lnTo>
                  <a:lnTo>
                    <a:pt x="437844" y="405585"/>
                  </a:lnTo>
                  <a:lnTo>
                    <a:pt x="8636" y="0"/>
                  </a:lnTo>
                  <a:close/>
                </a:path>
                <a:path w="498475" h="471804">
                  <a:moveTo>
                    <a:pt x="437844" y="405585"/>
                  </a:moveTo>
                  <a:lnTo>
                    <a:pt x="442705" y="418927"/>
                  </a:lnTo>
                  <a:lnTo>
                    <a:pt x="447039" y="414274"/>
                  </a:lnTo>
                  <a:lnTo>
                    <a:pt x="437844" y="405585"/>
                  </a:lnTo>
                  <a:close/>
                </a:path>
              </a:pathLst>
            </a:custGeom>
            <a:solidFill>
              <a:srgbClr val="00AF50">
                <a:alpha val="50195"/>
              </a:srgbClr>
            </a:solidFill>
          </p:spPr>
          <p:txBody>
            <a:bodyPr wrap="square" lIns="0" tIns="0" rIns="0" bIns="0" rtlCol="0"/>
            <a:lstStyle/>
            <a:p>
              <a:endParaRPr/>
            </a:p>
          </p:txBody>
        </p:sp>
        <p:sp>
          <p:nvSpPr>
            <p:cNvPr id="52" name="object 52"/>
            <p:cNvSpPr/>
            <p:nvPr/>
          </p:nvSpPr>
          <p:spPr>
            <a:xfrm>
              <a:off x="6278879" y="4601463"/>
              <a:ext cx="494030" cy="50800"/>
            </a:xfrm>
            <a:custGeom>
              <a:avLst/>
              <a:gdLst/>
              <a:ahLst/>
              <a:cxnLst/>
              <a:rect l="l" t="t" r="r" b="b"/>
              <a:pathLst>
                <a:path w="494029" h="50800">
                  <a:moveTo>
                    <a:pt x="417575" y="25400"/>
                  </a:moveTo>
                  <a:lnTo>
                    <a:pt x="366775" y="50800"/>
                  </a:lnTo>
                  <a:lnTo>
                    <a:pt x="462025" y="31750"/>
                  </a:lnTo>
                  <a:lnTo>
                    <a:pt x="417575" y="31750"/>
                  </a:lnTo>
                  <a:lnTo>
                    <a:pt x="417575" y="25400"/>
                  </a:lnTo>
                  <a:close/>
                </a:path>
                <a:path w="494029" h="50800">
                  <a:moveTo>
                    <a:pt x="404875" y="19050"/>
                  </a:moveTo>
                  <a:lnTo>
                    <a:pt x="0" y="19050"/>
                  </a:lnTo>
                  <a:lnTo>
                    <a:pt x="0" y="31750"/>
                  </a:lnTo>
                  <a:lnTo>
                    <a:pt x="404875" y="31750"/>
                  </a:lnTo>
                  <a:lnTo>
                    <a:pt x="417575" y="25400"/>
                  </a:lnTo>
                  <a:lnTo>
                    <a:pt x="404875" y="19050"/>
                  </a:lnTo>
                  <a:close/>
                </a:path>
                <a:path w="494029" h="50800">
                  <a:moveTo>
                    <a:pt x="462025" y="19050"/>
                  </a:moveTo>
                  <a:lnTo>
                    <a:pt x="417575" y="19050"/>
                  </a:lnTo>
                  <a:lnTo>
                    <a:pt x="417575" y="31750"/>
                  </a:lnTo>
                  <a:lnTo>
                    <a:pt x="462025" y="31750"/>
                  </a:lnTo>
                  <a:lnTo>
                    <a:pt x="493775" y="25400"/>
                  </a:lnTo>
                  <a:lnTo>
                    <a:pt x="462025" y="19050"/>
                  </a:lnTo>
                  <a:close/>
                </a:path>
                <a:path w="494029" h="50800">
                  <a:moveTo>
                    <a:pt x="366775" y="0"/>
                  </a:moveTo>
                  <a:lnTo>
                    <a:pt x="417575" y="25400"/>
                  </a:lnTo>
                  <a:lnTo>
                    <a:pt x="417575" y="19050"/>
                  </a:lnTo>
                  <a:lnTo>
                    <a:pt x="462025" y="19050"/>
                  </a:lnTo>
                  <a:lnTo>
                    <a:pt x="366775" y="0"/>
                  </a:lnTo>
                  <a:close/>
                </a:path>
              </a:pathLst>
            </a:custGeom>
            <a:solidFill>
              <a:srgbClr val="FF0000">
                <a:alpha val="50195"/>
              </a:srgbClr>
            </a:solidFill>
          </p:spPr>
          <p:txBody>
            <a:bodyPr wrap="square" lIns="0" tIns="0" rIns="0" bIns="0" rtlCol="0"/>
            <a:lstStyle/>
            <a:p>
              <a:endParaRPr/>
            </a:p>
          </p:txBody>
        </p:sp>
        <p:sp>
          <p:nvSpPr>
            <p:cNvPr id="53" name="object 53"/>
            <p:cNvSpPr/>
            <p:nvPr/>
          </p:nvSpPr>
          <p:spPr>
            <a:xfrm>
              <a:off x="5969507" y="4939283"/>
              <a:ext cx="309880" cy="309880"/>
            </a:xfrm>
            <a:custGeom>
              <a:avLst/>
              <a:gdLst/>
              <a:ahLst/>
              <a:cxnLst/>
              <a:rect l="l" t="t" r="r" b="b"/>
              <a:pathLst>
                <a:path w="309879" h="309879">
                  <a:moveTo>
                    <a:pt x="154686" y="0"/>
                  </a:moveTo>
                  <a:lnTo>
                    <a:pt x="105777" y="7882"/>
                  </a:lnTo>
                  <a:lnTo>
                    <a:pt x="63313" y="29833"/>
                  </a:lnTo>
                  <a:lnTo>
                    <a:pt x="29833" y="63313"/>
                  </a:lnTo>
                  <a:lnTo>
                    <a:pt x="7882" y="105777"/>
                  </a:lnTo>
                  <a:lnTo>
                    <a:pt x="0" y="154686"/>
                  </a:lnTo>
                  <a:lnTo>
                    <a:pt x="7882" y="203594"/>
                  </a:lnTo>
                  <a:lnTo>
                    <a:pt x="29833" y="246058"/>
                  </a:lnTo>
                  <a:lnTo>
                    <a:pt x="63313" y="279538"/>
                  </a:lnTo>
                  <a:lnTo>
                    <a:pt x="105777" y="301489"/>
                  </a:lnTo>
                  <a:lnTo>
                    <a:pt x="154686" y="309372"/>
                  </a:lnTo>
                  <a:lnTo>
                    <a:pt x="203594" y="301489"/>
                  </a:lnTo>
                  <a:lnTo>
                    <a:pt x="246058" y="279538"/>
                  </a:lnTo>
                  <a:lnTo>
                    <a:pt x="279538" y="246058"/>
                  </a:lnTo>
                  <a:lnTo>
                    <a:pt x="301489" y="203594"/>
                  </a:lnTo>
                  <a:lnTo>
                    <a:pt x="309371" y="154686"/>
                  </a:lnTo>
                  <a:lnTo>
                    <a:pt x="301489" y="105777"/>
                  </a:lnTo>
                  <a:lnTo>
                    <a:pt x="279538" y="63313"/>
                  </a:lnTo>
                  <a:lnTo>
                    <a:pt x="246058" y="29833"/>
                  </a:lnTo>
                  <a:lnTo>
                    <a:pt x="203594" y="7882"/>
                  </a:lnTo>
                  <a:lnTo>
                    <a:pt x="154686" y="0"/>
                  </a:lnTo>
                  <a:close/>
                </a:path>
              </a:pathLst>
            </a:custGeom>
            <a:solidFill>
              <a:srgbClr val="5B9BD4">
                <a:alpha val="30195"/>
              </a:srgbClr>
            </a:solidFill>
          </p:spPr>
          <p:txBody>
            <a:bodyPr wrap="square" lIns="0" tIns="0" rIns="0" bIns="0" rtlCol="0"/>
            <a:lstStyle/>
            <a:p>
              <a:endParaRPr/>
            </a:p>
          </p:txBody>
        </p:sp>
        <p:sp>
          <p:nvSpPr>
            <p:cNvPr id="54" name="object 54"/>
            <p:cNvSpPr/>
            <p:nvPr/>
          </p:nvSpPr>
          <p:spPr>
            <a:xfrm>
              <a:off x="5969507" y="4939283"/>
              <a:ext cx="309880" cy="309880"/>
            </a:xfrm>
            <a:custGeom>
              <a:avLst/>
              <a:gdLst/>
              <a:ahLst/>
              <a:cxnLst/>
              <a:rect l="l" t="t" r="r" b="b"/>
              <a:pathLst>
                <a:path w="309879" h="309879">
                  <a:moveTo>
                    <a:pt x="0" y="154686"/>
                  </a:moveTo>
                  <a:lnTo>
                    <a:pt x="7882" y="105777"/>
                  </a:lnTo>
                  <a:lnTo>
                    <a:pt x="29833" y="63313"/>
                  </a:lnTo>
                  <a:lnTo>
                    <a:pt x="63313" y="29833"/>
                  </a:lnTo>
                  <a:lnTo>
                    <a:pt x="105777" y="7882"/>
                  </a:lnTo>
                  <a:lnTo>
                    <a:pt x="154686" y="0"/>
                  </a:lnTo>
                  <a:lnTo>
                    <a:pt x="203594" y="7882"/>
                  </a:lnTo>
                  <a:lnTo>
                    <a:pt x="246058" y="29833"/>
                  </a:lnTo>
                  <a:lnTo>
                    <a:pt x="279538" y="63313"/>
                  </a:lnTo>
                  <a:lnTo>
                    <a:pt x="301489" y="105777"/>
                  </a:lnTo>
                  <a:lnTo>
                    <a:pt x="309371" y="154686"/>
                  </a:lnTo>
                  <a:lnTo>
                    <a:pt x="301489" y="203594"/>
                  </a:lnTo>
                  <a:lnTo>
                    <a:pt x="279538" y="246058"/>
                  </a:lnTo>
                  <a:lnTo>
                    <a:pt x="246058" y="279538"/>
                  </a:lnTo>
                  <a:lnTo>
                    <a:pt x="203594" y="301489"/>
                  </a:lnTo>
                  <a:lnTo>
                    <a:pt x="154686" y="309372"/>
                  </a:lnTo>
                  <a:lnTo>
                    <a:pt x="105777" y="301489"/>
                  </a:lnTo>
                  <a:lnTo>
                    <a:pt x="63313" y="279538"/>
                  </a:lnTo>
                  <a:lnTo>
                    <a:pt x="29833" y="246058"/>
                  </a:lnTo>
                  <a:lnTo>
                    <a:pt x="7882" y="203594"/>
                  </a:lnTo>
                  <a:lnTo>
                    <a:pt x="0" y="154686"/>
                  </a:lnTo>
                  <a:close/>
                </a:path>
              </a:pathLst>
            </a:custGeom>
            <a:ln w="12192">
              <a:solidFill>
                <a:srgbClr val="41709C"/>
              </a:solidFill>
            </a:ln>
          </p:spPr>
          <p:txBody>
            <a:bodyPr wrap="square" lIns="0" tIns="0" rIns="0" bIns="0" rtlCol="0"/>
            <a:lstStyle/>
            <a:p>
              <a:endParaRPr/>
            </a:p>
          </p:txBody>
        </p:sp>
        <p:sp>
          <p:nvSpPr>
            <p:cNvPr id="55" name="object 55"/>
            <p:cNvSpPr/>
            <p:nvPr/>
          </p:nvSpPr>
          <p:spPr>
            <a:xfrm>
              <a:off x="6274561" y="4626863"/>
              <a:ext cx="498475" cy="471805"/>
            </a:xfrm>
            <a:custGeom>
              <a:avLst/>
              <a:gdLst/>
              <a:ahLst/>
              <a:cxnLst/>
              <a:rect l="l" t="t" r="r" b="b"/>
              <a:pathLst>
                <a:path w="498475" h="471804">
                  <a:moveTo>
                    <a:pt x="442721" y="52323"/>
                  </a:moveTo>
                  <a:lnTo>
                    <a:pt x="429232" y="56421"/>
                  </a:lnTo>
                  <a:lnTo>
                    <a:pt x="0" y="462153"/>
                  </a:lnTo>
                  <a:lnTo>
                    <a:pt x="8636" y="471297"/>
                  </a:lnTo>
                  <a:lnTo>
                    <a:pt x="437914" y="65522"/>
                  </a:lnTo>
                  <a:lnTo>
                    <a:pt x="442721" y="52323"/>
                  </a:lnTo>
                  <a:close/>
                </a:path>
                <a:path w="498475" h="471804">
                  <a:moveTo>
                    <a:pt x="464288" y="47752"/>
                  </a:moveTo>
                  <a:lnTo>
                    <a:pt x="438404" y="47752"/>
                  </a:lnTo>
                  <a:lnTo>
                    <a:pt x="447039" y="56896"/>
                  </a:lnTo>
                  <a:lnTo>
                    <a:pt x="437914" y="65522"/>
                  </a:lnTo>
                  <a:lnTo>
                    <a:pt x="423290" y="105663"/>
                  </a:lnTo>
                  <a:lnTo>
                    <a:pt x="464288" y="47752"/>
                  </a:lnTo>
                  <a:close/>
                </a:path>
                <a:path w="498475" h="471804">
                  <a:moveTo>
                    <a:pt x="498093" y="0"/>
                  </a:moveTo>
                  <a:lnTo>
                    <a:pt x="388365" y="68834"/>
                  </a:lnTo>
                  <a:lnTo>
                    <a:pt x="429232" y="56421"/>
                  </a:lnTo>
                  <a:lnTo>
                    <a:pt x="438404" y="47752"/>
                  </a:lnTo>
                  <a:lnTo>
                    <a:pt x="464288" y="47752"/>
                  </a:lnTo>
                  <a:lnTo>
                    <a:pt x="498093" y="0"/>
                  </a:lnTo>
                  <a:close/>
                </a:path>
                <a:path w="498475" h="471804">
                  <a:moveTo>
                    <a:pt x="442721" y="52323"/>
                  </a:moveTo>
                  <a:lnTo>
                    <a:pt x="437914" y="65522"/>
                  </a:lnTo>
                  <a:lnTo>
                    <a:pt x="447039" y="56896"/>
                  </a:lnTo>
                  <a:lnTo>
                    <a:pt x="442721" y="52323"/>
                  </a:lnTo>
                  <a:close/>
                </a:path>
                <a:path w="498475" h="471804">
                  <a:moveTo>
                    <a:pt x="438404" y="47752"/>
                  </a:moveTo>
                  <a:lnTo>
                    <a:pt x="429232" y="56421"/>
                  </a:lnTo>
                  <a:lnTo>
                    <a:pt x="442721" y="52323"/>
                  </a:lnTo>
                  <a:lnTo>
                    <a:pt x="438404" y="47752"/>
                  </a:lnTo>
                  <a:close/>
                </a:path>
              </a:pathLst>
            </a:custGeom>
            <a:solidFill>
              <a:srgbClr val="6F2F9F">
                <a:alpha val="50195"/>
              </a:srgbClr>
            </a:solidFill>
          </p:spPr>
          <p:txBody>
            <a:bodyPr wrap="square" lIns="0" tIns="0" rIns="0" bIns="0" rtlCol="0"/>
            <a:lstStyle/>
            <a:p>
              <a:endParaRPr/>
            </a:p>
          </p:txBody>
        </p:sp>
      </p:grpSp>
      <p:pic>
        <p:nvPicPr>
          <p:cNvPr id="56" name="object 56"/>
          <p:cNvPicPr/>
          <p:nvPr/>
        </p:nvPicPr>
        <p:blipFill>
          <a:blip r:embed="rId8" cstate="print"/>
          <a:stretch>
            <a:fillRect/>
          </a:stretch>
        </p:blipFill>
        <p:spPr>
          <a:xfrm>
            <a:off x="6211840" y="5419417"/>
            <a:ext cx="633205" cy="13937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1907" y="6524434"/>
            <a:ext cx="6155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959358" cy="174498"/>
          </a:xfrm>
          <a:prstGeom prst="rect">
            <a:avLst/>
          </a:prstGeom>
        </p:spPr>
      </p:pic>
      <p:pic>
        <p:nvPicPr>
          <p:cNvPr id="7" name="object 7"/>
          <p:cNvPicPr/>
          <p:nvPr/>
        </p:nvPicPr>
        <p:blipFill>
          <a:blip r:embed="rId6" cstate="print"/>
          <a:stretch>
            <a:fillRect/>
          </a:stretch>
        </p:blipFill>
        <p:spPr>
          <a:xfrm>
            <a:off x="710183" y="1805939"/>
            <a:ext cx="4389882" cy="162305"/>
          </a:xfrm>
          <a:prstGeom prst="rect">
            <a:avLst/>
          </a:prstGeom>
        </p:spPr>
      </p:pic>
      <p:sp>
        <p:nvSpPr>
          <p:cNvPr id="8" name="object 8"/>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10" name="object 10"/>
          <p:cNvGrpSpPr/>
          <p:nvPr/>
        </p:nvGrpSpPr>
        <p:grpSpPr>
          <a:xfrm>
            <a:off x="3108960" y="2805683"/>
            <a:ext cx="3645535" cy="2209800"/>
            <a:chOff x="3108960" y="2805683"/>
            <a:chExt cx="3645535" cy="2209800"/>
          </a:xfrm>
        </p:grpSpPr>
        <p:sp>
          <p:nvSpPr>
            <p:cNvPr id="11" name="object 11"/>
            <p:cNvSpPr/>
            <p:nvPr/>
          </p:nvSpPr>
          <p:spPr>
            <a:xfrm>
              <a:off x="3112008" y="3212591"/>
              <a:ext cx="3599815" cy="1800225"/>
            </a:xfrm>
            <a:custGeom>
              <a:avLst/>
              <a:gdLst/>
              <a:ahLst/>
              <a:cxnLst/>
              <a:rect l="l" t="t" r="r" b="b"/>
              <a:pathLst>
                <a:path w="3599815" h="1800225">
                  <a:moveTo>
                    <a:pt x="1799844" y="0"/>
                  </a:moveTo>
                  <a:lnTo>
                    <a:pt x="0" y="899922"/>
                  </a:lnTo>
                  <a:lnTo>
                    <a:pt x="1799844" y="1799844"/>
                  </a:lnTo>
                  <a:lnTo>
                    <a:pt x="3599688" y="899922"/>
                  </a:lnTo>
                  <a:lnTo>
                    <a:pt x="1799844" y="0"/>
                  </a:lnTo>
                  <a:close/>
                </a:path>
              </a:pathLst>
            </a:custGeom>
            <a:solidFill>
              <a:srgbClr val="000000">
                <a:alpha val="10195"/>
              </a:srgbClr>
            </a:solidFill>
          </p:spPr>
          <p:txBody>
            <a:bodyPr wrap="square" lIns="0" tIns="0" rIns="0" bIns="0" rtlCol="0"/>
            <a:lstStyle/>
            <a:p>
              <a:endParaRPr/>
            </a:p>
          </p:txBody>
        </p:sp>
        <p:sp>
          <p:nvSpPr>
            <p:cNvPr id="12" name="object 12"/>
            <p:cNvSpPr/>
            <p:nvPr/>
          </p:nvSpPr>
          <p:spPr>
            <a:xfrm>
              <a:off x="3112008" y="3212591"/>
              <a:ext cx="3599815" cy="1800225"/>
            </a:xfrm>
            <a:custGeom>
              <a:avLst/>
              <a:gdLst/>
              <a:ahLst/>
              <a:cxnLst/>
              <a:rect l="l" t="t" r="r" b="b"/>
              <a:pathLst>
                <a:path w="3599815" h="1800225">
                  <a:moveTo>
                    <a:pt x="0" y="899922"/>
                  </a:moveTo>
                  <a:lnTo>
                    <a:pt x="1799844" y="0"/>
                  </a:lnTo>
                  <a:lnTo>
                    <a:pt x="3599688" y="899922"/>
                  </a:lnTo>
                  <a:lnTo>
                    <a:pt x="1799844" y="1799844"/>
                  </a:lnTo>
                  <a:lnTo>
                    <a:pt x="0" y="899922"/>
                  </a:lnTo>
                  <a:close/>
                </a:path>
              </a:pathLst>
            </a:custGeom>
            <a:ln w="6096">
              <a:solidFill>
                <a:srgbClr val="000000"/>
              </a:solidFill>
            </a:ln>
          </p:spPr>
          <p:txBody>
            <a:bodyPr wrap="square" lIns="0" tIns="0" rIns="0" bIns="0" rtlCol="0"/>
            <a:lstStyle/>
            <a:p>
              <a:endParaRPr/>
            </a:p>
          </p:txBody>
        </p:sp>
        <p:pic>
          <p:nvPicPr>
            <p:cNvPr id="13" name="object 13"/>
            <p:cNvPicPr/>
            <p:nvPr/>
          </p:nvPicPr>
          <p:blipFill>
            <a:blip r:embed="rId7" cstate="print"/>
            <a:stretch>
              <a:fillRect/>
            </a:stretch>
          </p:blipFill>
          <p:spPr>
            <a:xfrm>
              <a:off x="4403171" y="3738316"/>
              <a:ext cx="191246" cy="190738"/>
            </a:xfrm>
            <a:prstGeom prst="rect">
              <a:avLst/>
            </a:prstGeom>
          </p:spPr>
        </p:pic>
        <p:sp>
          <p:nvSpPr>
            <p:cNvPr id="14" name="object 14"/>
            <p:cNvSpPr/>
            <p:nvPr/>
          </p:nvSpPr>
          <p:spPr>
            <a:xfrm>
              <a:off x="4575556" y="3881627"/>
              <a:ext cx="367030" cy="232410"/>
            </a:xfrm>
            <a:custGeom>
              <a:avLst/>
              <a:gdLst/>
              <a:ahLst/>
              <a:cxnLst/>
              <a:rect l="l" t="t" r="r" b="b"/>
              <a:pathLst>
                <a:path w="367029" h="232410">
                  <a:moveTo>
                    <a:pt x="0" y="0"/>
                  </a:moveTo>
                  <a:lnTo>
                    <a:pt x="367030" y="232410"/>
                  </a:lnTo>
                </a:path>
              </a:pathLst>
            </a:custGeom>
            <a:ln w="25400">
              <a:solidFill>
                <a:srgbClr val="FF0000"/>
              </a:solidFill>
            </a:ln>
          </p:spPr>
          <p:txBody>
            <a:bodyPr wrap="square" lIns="0" tIns="0" rIns="0" bIns="0" rtlCol="0"/>
            <a:lstStyle/>
            <a:p>
              <a:endParaRPr/>
            </a:p>
          </p:txBody>
        </p:sp>
        <p:sp>
          <p:nvSpPr>
            <p:cNvPr id="15" name="object 15"/>
            <p:cNvSpPr/>
            <p:nvPr/>
          </p:nvSpPr>
          <p:spPr>
            <a:xfrm>
              <a:off x="4681601" y="3943350"/>
              <a:ext cx="10795" cy="278765"/>
            </a:xfrm>
            <a:custGeom>
              <a:avLst/>
              <a:gdLst/>
              <a:ahLst/>
              <a:cxnLst/>
              <a:rect l="l" t="t" r="r" b="b"/>
              <a:pathLst>
                <a:path w="10795" h="278764">
                  <a:moveTo>
                    <a:pt x="5334" y="-12700"/>
                  </a:moveTo>
                  <a:lnTo>
                    <a:pt x="5334" y="291338"/>
                  </a:lnTo>
                </a:path>
              </a:pathLst>
            </a:custGeom>
            <a:ln w="36068">
              <a:solidFill>
                <a:srgbClr val="FF0000"/>
              </a:solidFill>
            </a:ln>
          </p:spPr>
          <p:txBody>
            <a:bodyPr wrap="square" lIns="0" tIns="0" rIns="0" bIns="0" rtlCol="0"/>
            <a:lstStyle/>
            <a:p>
              <a:endParaRPr/>
            </a:p>
          </p:txBody>
        </p:sp>
        <p:sp>
          <p:nvSpPr>
            <p:cNvPr id="16" name="object 16"/>
            <p:cNvSpPr/>
            <p:nvPr/>
          </p:nvSpPr>
          <p:spPr>
            <a:xfrm>
              <a:off x="4685792" y="3832225"/>
              <a:ext cx="238760" cy="121920"/>
            </a:xfrm>
            <a:custGeom>
              <a:avLst/>
              <a:gdLst/>
              <a:ahLst/>
              <a:cxnLst/>
              <a:rect l="l" t="t" r="r" b="b"/>
              <a:pathLst>
                <a:path w="238760" h="121920">
                  <a:moveTo>
                    <a:pt x="238760" y="0"/>
                  </a:moveTo>
                  <a:lnTo>
                    <a:pt x="0" y="121666"/>
                  </a:lnTo>
                </a:path>
              </a:pathLst>
            </a:custGeom>
            <a:ln w="25400">
              <a:solidFill>
                <a:srgbClr val="FF0000"/>
              </a:solidFill>
            </a:ln>
          </p:spPr>
          <p:txBody>
            <a:bodyPr wrap="square" lIns="0" tIns="0" rIns="0" bIns="0" rtlCol="0"/>
            <a:lstStyle/>
            <a:p>
              <a:endParaRPr/>
            </a:p>
          </p:txBody>
        </p:sp>
        <p:sp>
          <p:nvSpPr>
            <p:cNvPr id="17" name="object 17"/>
            <p:cNvSpPr/>
            <p:nvPr/>
          </p:nvSpPr>
          <p:spPr>
            <a:xfrm>
              <a:off x="4847463" y="3635501"/>
              <a:ext cx="75565" cy="215265"/>
            </a:xfrm>
            <a:custGeom>
              <a:avLst/>
              <a:gdLst/>
              <a:ahLst/>
              <a:cxnLst/>
              <a:rect l="l" t="t" r="r" b="b"/>
              <a:pathLst>
                <a:path w="75564" h="215264">
                  <a:moveTo>
                    <a:pt x="75437" y="215265"/>
                  </a:moveTo>
                  <a:lnTo>
                    <a:pt x="0" y="0"/>
                  </a:lnTo>
                </a:path>
              </a:pathLst>
            </a:custGeom>
            <a:ln w="25400">
              <a:solidFill>
                <a:srgbClr val="FF0000"/>
              </a:solidFill>
            </a:ln>
          </p:spPr>
          <p:txBody>
            <a:bodyPr wrap="square" lIns="0" tIns="0" rIns="0" bIns="0" rtlCol="0"/>
            <a:lstStyle/>
            <a:p>
              <a:endParaRPr/>
            </a:p>
          </p:txBody>
        </p:sp>
        <p:sp>
          <p:nvSpPr>
            <p:cNvPr id="18" name="object 18"/>
            <p:cNvSpPr/>
            <p:nvPr/>
          </p:nvSpPr>
          <p:spPr>
            <a:xfrm>
              <a:off x="4678552" y="4086225"/>
              <a:ext cx="809625" cy="463550"/>
            </a:xfrm>
            <a:custGeom>
              <a:avLst/>
              <a:gdLst/>
              <a:ahLst/>
              <a:cxnLst/>
              <a:rect l="l" t="t" r="r" b="b"/>
              <a:pathLst>
                <a:path w="809625" h="463550">
                  <a:moveTo>
                    <a:pt x="75437" y="330326"/>
                  </a:moveTo>
                  <a:lnTo>
                    <a:pt x="0" y="115062"/>
                  </a:lnTo>
                </a:path>
                <a:path w="809625" h="463550">
                  <a:moveTo>
                    <a:pt x="272923" y="33400"/>
                  </a:moveTo>
                  <a:lnTo>
                    <a:pt x="549910" y="1397"/>
                  </a:lnTo>
                </a:path>
                <a:path w="809625" h="463550">
                  <a:moveTo>
                    <a:pt x="536194" y="0"/>
                  </a:moveTo>
                  <a:lnTo>
                    <a:pt x="809117" y="32512"/>
                  </a:lnTo>
                </a:path>
                <a:path w="809625" h="463550">
                  <a:moveTo>
                    <a:pt x="258825" y="27050"/>
                  </a:moveTo>
                  <a:lnTo>
                    <a:pt x="414909" y="252349"/>
                  </a:lnTo>
                </a:path>
                <a:path w="809625" h="463550">
                  <a:moveTo>
                    <a:pt x="400176" y="218694"/>
                  </a:moveTo>
                  <a:lnTo>
                    <a:pt x="477393" y="463042"/>
                  </a:lnTo>
                </a:path>
              </a:pathLst>
            </a:custGeom>
            <a:ln w="25400">
              <a:solidFill>
                <a:srgbClr val="FF0000"/>
              </a:solidFill>
            </a:ln>
          </p:spPr>
          <p:txBody>
            <a:bodyPr wrap="square" lIns="0" tIns="0" rIns="0" bIns="0" rtlCol="0"/>
            <a:lstStyle/>
            <a:p>
              <a:endParaRPr/>
            </a:p>
          </p:txBody>
        </p:sp>
        <p:pic>
          <p:nvPicPr>
            <p:cNvPr id="19" name="object 19"/>
            <p:cNvPicPr/>
            <p:nvPr/>
          </p:nvPicPr>
          <p:blipFill>
            <a:blip r:embed="rId8" cstate="print"/>
            <a:stretch>
              <a:fillRect/>
            </a:stretch>
          </p:blipFill>
          <p:spPr>
            <a:xfrm>
              <a:off x="4799701" y="3548677"/>
              <a:ext cx="83786" cy="83839"/>
            </a:xfrm>
            <a:prstGeom prst="rect">
              <a:avLst/>
            </a:prstGeom>
          </p:spPr>
        </p:pic>
        <p:pic>
          <p:nvPicPr>
            <p:cNvPr id="20" name="object 20"/>
            <p:cNvPicPr/>
            <p:nvPr/>
          </p:nvPicPr>
          <p:blipFill>
            <a:blip r:embed="rId9" cstate="print"/>
            <a:stretch>
              <a:fillRect/>
            </a:stretch>
          </p:blipFill>
          <p:spPr>
            <a:xfrm>
              <a:off x="4724062" y="4393047"/>
              <a:ext cx="83839" cy="83786"/>
            </a:xfrm>
            <a:prstGeom prst="rect">
              <a:avLst/>
            </a:prstGeom>
          </p:spPr>
        </p:pic>
        <p:pic>
          <p:nvPicPr>
            <p:cNvPr id="21" name="object 21"/>
            <p:cNvPicPr/>
            <p:nvPr/>
          </p:nvPicPr>
          <p:blipFill>
            <a:blip r:embed="rId10" cstate="print"/>
            <a:stretch>
              <a:fillRect/>
            </a:stretch>
          </p:blipFill>
          <p:spPr>
            <a:xfrm>
              <a:off x="5475525" y="4034176"/>
              <a:ext cx="100631" cy="145369"/>
            </a:xfrm>
            <a:prstGeom prst="rect">
              <a:avLst/>
            </a:prstGeom>
          </p:spPr>
        </p:pic>
        <p:pic>
          <p:nvPicPr>
            <p:cNvPr id="22" name="object 22"/>
            <p:cNvPicPr/>
            <p:nvPr/>
          </p:nvPicPr>
          <p:blipFill>
            <a:blip r:embed="rId11" cstate="print"/>
            <a:stretch>
              <a:fillRect/>
            </a:stretch>
          </p:blipFill>
          <p:spPr>
            <a:xfrm>
              <a:off x="5117742" y="4520501"/>
              <a:ext cx="144625" cy="102250"/>
            </a:xfrm>
            <a:prstGeom prst="rect">
              <a:avLst/>
            </a:prstGeom>
          </p:spPr>
        </p:pic>
        <p:sp>
          <p:nvSpPr>
            <p:cNvPr id="23" name="object 23"/>
            <p:cNvSpPr/>
            <p:nvPr/>
          </p:nvSpPr>
          <p:spPr>
            <a:xfrm>
              <a:off x="3151632" y="2808731"/>
              <a:ext cx="3599815" cy="1801495"/>
            </a:xfrm>
            <a:custGeom>
              <a:avLst/>
              <a:gdLst/>
              <a:ahLst/>
              <a:cxnLst/>
              <a:rect l="l" t="t" r="r" b="b"/>
              <a:pathLst>
                <a:path w="3599815" h="1801495">
                  <a:moveTo>
                    <a:pt x="1799844" y="0"/>
                  </a:moveTo>
                  <a:lnTo>
                    <a:pt x="0" y="900683"/>
                  </a:lnTo>
                  <a:lnTo>
                    <a:pt x="1799844" y="1801367"/>
                  </a:lnTo>
                  <a:lnTo>
                    <a:pt x="3599688" y="900683"/>
                  </a:lnTo>
                  <a:lnTo>
                    <a:pt x="1799844" y="0"/>
                  </a:lnTo>
                  <a:close/>
                </a:path>
              </a:pathLst>
            </a:custGeom>
            <a:solidFill>
              <a:srgbClr val="00AF50">
                <a:alpha val="10195"/>
              </a:srgbClr>
            </a:solidFill>
          </p:spPr>
          <p:txBody>
            <a:bodyPr wrap="square" lIns="0" tIns="0" rIns="0" bIns="0" rtlCol="0"/>
            <a:lstStyle/>
            <a:p>
              <a:endParaRPr/>
            </a:p>
          </p:txBody>
        </p:sp>
        <p:sp>
          <p:nvSpPr>
            <p:cNvPr id="24" name="object 24"/>
            <p:cNvSpPr/>
            <p:nvPr/>
          </p:nvSpPr>
          <p:spPr>
            <a:xfrm>
              <a:off x="3151632" y="2808731"/>
              <a:ext cx="3599815" cy="1801495"/>
            </a:xfrm>
            <a:custGeom>
              <a:avLst/>
              <a:gdLst/>
              <a:ahLst/>
              <a:cxnLst/>
              <a:rect l="l" t="t" r="r" b="b"/>
              <a:pathLst>
                <a:path w="3599815" h="1801495">
                  <a:moveTo>
                    <a:pt x="0" y="900683"/>
                  </a:moveTo>
                  <a:lnTo>
                    <a:pt x="1799844" y="0"/>
                  </a:lnTo>
                  <a:lnTo>
                    <a:pt x="3599688" y="900683"/>
                  </a:lnTo>
                  <a:lnTo>
                    <a:pt x="1799844" y="1801367"/>
                  </a:lnTo>
                  <a:lnTo>
                    <a:pt x="0" y="900683"/>
                  </a:lnTo>
                  <a:close/>
                </a:path>
              </a:pathLst>
            </a:custGeom>
            <a:ln w="6096">
              <a:solidFill>
                <a:srgbClr val="00AF50"/>
              </a:solidFill>
            </a:ln>
          </p:spPr>
          <p:txBody>
            <a:bodyPr wrap="square" lIns="0" tIns="0" rIns="0" bIns="0" rtlCol="0"/>
            <a:lstStyle/>
            <a:p>
              <a:endParaRPr/>
            </a:p>
          </p:txBody>
        </p:sp>
        <p:sp>
          <p:nvSpPr>
            <p:cNvPr id="25" name="object 25"/>
            <p:cNvSpPr/>
            <p:nvPr/>
          </p:nvSpPr>
          <p:spPr>
            <a:xfrm>
              <a:off x="3870960" y="3685031"/>
              <a:ext cx="374015" cy="501650"/>
            </a:xfrm>
            <a:custGeom>
              <a:avLst/>
              <a:gdLst/>
              <a:ahLst/>
              <a:cxnLst/>
              <a:rect l="l" t="t" r="r" b="b"/>
              <a:pathLst>
                <a:path w="374014" h="501650">
                  <a:moveTo>
                    <a:pt x="0" y="287528"/>
                  </a:moveTo>
                  <a:lnTo>
                    <a:pt x="282575" y="0"/>
                  </a:lnTo>
                </a:path>
                <a:path w="374014" h="501650">
                  <a:moveTo>
                    <a:pt x="335279" y="38100"/>
                  </a:moveTo>
                  <a:lnTo>
                    <a:pt x="374014" y="501142"/>
                  </a:lnTo>
                </a:path>
              </a:pathLst>
            </a:custGeom>
            <a:ln w="12192">
              <a:solidFill>
                <a:srgbClr val="006FC0"/>
              </a:solidFill>
            </a:ln>
          </p:spPr>
          <p:txBody>
            <a:bodyPr wrap="square" lIns="0" tIns="0" rIns="0" bIns="0" rtlCol="0"/>
            <a:lstStyle/>
            <a:p>
              <a:endParaRPr/>
            </a:p>
          </p:txBody>
        </p:sp>
        <p:sp>
          <p:nvSpPr>
            <p:cNvPr id="26" name="object 26"/>
            <p:cNvSpPr/>
            <p:nvPr/>
          </p:nvSpPr>
          <p:spPr>
            <a:xfrm>
              <a:off x="4195572" y="3665219"/>
              <a:ext cx="361950" cy="321310"/>
            </a:xfrm>
            <a:custGeom>
              <a:avLst/>
              <a:gdLst/>
              <a:ahLst/>
              <a:cxnLst/>
              <a:rect l="l" t="t" r="r" b="b"/>
              <a:pathLst>
                <a:path w="361950" h="321310">
                  <a:moveTo>
                    <a:pt x="361823" y="320928"/>
                  </a:moveTo>
                  <a:lnTo>
                    <a:pt x="94487" y="33527"/>
                  </a:lnTo>
                </a:path>
                <a:path w="361950" h="321310">
                  <a:moveTo>
                    <a:pt x="0" y="105917"/>
                  </a:moveTo>
                  <a:lnTo>
                    <a:pt x="14477" y="0"/>
                  </a:lnTo>
                </a:path>
              </a:pathLst>
            </a:custGeom>
            <a:ln w="12192">
              <a:solidFill>
                <a:srgbClr val="00AFEF"/>
              </a:solidFill>
            </a:ln>
          </p:spPr>
          <p:txBody>
            <a:bodyPr wrap="square" lIns="0" tIns="0" rIns="0" bIns="0" rtlCol="0"/>
            <a:lstStyle/>
            <a:p>
              <a:endParaRPr/>
            </a:p>
          </p:txBody>
        </p:sp>
        <p:sp>
          <p:nvSpPr>
            <p:cNvPr id="27" name="object 27"/>
            <p:cNvSpPr/>
            <p:nvPr/>
          </p:nvSpPr>
          <p:spPr>
            <a:xfrm>
              <a:off x="3864864" y="3767327"/>
              <a:ext cx="699770" cy="418465"/>
            </a:xfrm>
            <a:custGeom>
              <a:avLst/>
              <a:gdLst/>
              <a:ahLst/>
              <a:cxnLst/>
              <a:rect l="l" t="t" r="r" b="b"/>
              <a:pathLst>
                <a:path w="699770" h="418464">
                  <a:moveTo>
                    <a:pt x="699515" y="208788"/>
                  </a:moveTo>
                  <a:lnTo>
                    <a:pt x="374903" y="418465"/>
                  </a:lnTo>
                </a:path>
                <a:path w="699770" h="418464">
                  <a:moveTo>
                    <a:pt x="370077" y="408686"/>
                  </a:moveTo>
                  <a:lnTo>
                    <a:pt x="6096" y="211836"/>
                  </a:lnTo>
                </a:path>
                <a:path w="699770" h="418464">
                  <a:moveTo>
                    <a:pt x="686181" y="206883"/>
                  </a:moveTo>
                  <a:lnTo>
                    <a:pt x="342900" y="0"/>
                  </a:lnTo>
                </a:path>
                <a:path w="699770" h="418464">
                  <a:moveTo>
                    <a:pt x="338327" y="0"/>
                  </a:moveTo>
                  <a:lnTo>
                    <a:pt x="0" y="209677"/>
                  </a:lnTo>
                </a:path>
              </a:pathLst>
            </a:custGeom>
            <a:ln w="12192">
              <a:solidFill>
                <a:srgbClr val="44536A"/>
              </a:solidFill>
            </a:ln>
          </p:spPr>
          <p:txBody>
            <a:bodyPr wrap="square" lIns="0" tIns="0" rIns="0" bIns="0" rtlCol="0"/>
            <a:lstStyle/>
            <a:p>
              <a:endParaRPr/>
            </a:p>
          </p:txBody>
        </p:sp>
        <p:sp>
          <p:nvSpPr>
            <p:cNvPr id="28" name="object 28"/>
            <p:cNvSpPr/>
            <p:nvPr/>
          </p:nvSpPr>
          <p:spPr>
            <a:xfrm>
              <a:off x="4130040" y="3678936"/>
              <a:ext cx="160020" cy="41275"/>
            </a:xfrm>
            <a:custGeom>
              <a:avLst/>
              <a:gdLst/>
              <a:ahLst/>
              <a:cxnLst/>
              <a:rect l="l" t="t" r="r" b="b"/>
              <a:pathLst>
                <a:path w="160020" h="41275">
                  <a:moveTo>
                    <a:pt x="80010" y="0"/>
                  </a:moveTo>
                  <a:lnTo>
                    <a:pt x="48863" y="1625"/>
                  </a:lnTo>
                  <a:lnTo>
                    <a:pt x="23431" y="6048"/>
                  </a:lnTo>
                  <a:lnTo>
                    <a:pt x="6286" y="12590"/>
                  </a:lnTo>
                  <a:lnTo>
                    <a:pt x="0" y="20574"/>
                  </a:lnTo>
                  <a:lnTo>
                    <a:pt x="6286" y="28557"/>
                  </a:lnTo>
                  <a:lnTo>
                    <a:pt x="23431" y="35099"/>
                  </a:lnTo>
                  <a:lnTo>
                    <a:pt x="48863" y="39522"/>
                  </a:lnTo>
                  <a:lnTo>
                    <a:pt x="80010" y="41147"/>
                  </a:lnTo>
                  <a:lnTo>
                    <a:pt x="111156" y="39522"/>
                  </a:lnTo>
                  <a:lnTo>
                    <a:pt x="136588" y="35099"/>
                  </a:lnTo>
                  <a:lnTo>
                    <a:pt x="153733" y="28557"/>
                  </a:lnTo>
                  <a:lnTo>
                    <a:pt x="160020" y="20574"/>
                  </a:lnTo>
                  <a:lnTo>
                    <a:pt x="153733" y="12590"/>
                  </a:lnTo>
                  <a:lnTo>
                    <a:pt x="136588" y="6048"/>
                  </a:lnTo>
                  <a:lnTo>
                    <a:pt x="111156" y="1625"/>
                  </a:lnTo>
                  <a:lnTo>
                    <a:pt x="80010" y="0"/>
                  </a:lnTo>
                  <a:close/>
                </a:path>
              </a:pathLst>
            </a:custGeom>
            <a:solidFill>
              <a:srgbClr val="000000">
                <a:alpha val="39999"/>
              </a:srgbClr>
            </a:solidFill>
          </p:spPr>
          <p:txBody>
            <a:bodyPr wrap="square" lIns="0" tIns="0" rIns="0" bIns="0" rtlCol="0"/>
            <a:lstStyle/>
            <a:p>
              <a:endParaRPr/>
            </a:p>
          </p:txBody>
        </p:sp>
        <p:sp>
          <p:nvSpPr>
            <p:cNvPr id="29" name="object 29"/>
            <p:cNvSpPr/>
            <p:nvPr/>
          </p:nvSpPr>
          <p:spPr>
            <a:xfrm>
              <a:off x="4130040" y="3678936"/>
              <a:ext cx="160020" cy="41275"/>
            </a:xfrm>
            <a:custGeom>
              <a:avLst/>
              <a:gdLst/>
              <a:ahLst/>
              <a:cxnLst/>
              <a:rect l="l" t="t" r="r" b="b"/>
              <a:pathLst>
                <a:path w="160020" h="41275">
                  <a:moveTo>
                    <a:pt x="0" y="20574"/>
                  </a:moveTo>
                  <a:lnTo>
                    <a:pt x="6286" y="12590"/>
                  </a:lnTo>
                  <a:lnTo>
                    <a:pt x="23431" y="6048"/>
                  </a:lnTo>
                  <a:lnTo>
                    <a:pt x="48863" y="1625"/>
                  </a:lnTo>
                  <a:lnTo>
                    <a:pt x="80010" y="0"/>
                  </a:lnTo>
                  <a:lnTo>
                    <a:pt x="111156" y="1625"/>
                  </a:lnTo>
                  <a:lnTo>
                    <a:pt x="136588" y="6048"/>
                  </a:lnTo>
                  <a:lnTo>
                    <a:pt x="153733" y="12590"/>
                  </a:lnTo>
                  <a:lnTo>
                    <a:pt x="160020" y="20574"/>
                  </a:lnTo>
                  <a:lnTo>
                    <a:pt x="153733" y="28557"/>
                  </a:lnTo>
                  <a:lnTo>
                    <a:pt x="136588" y="35099"/>
                  </a:lnTo>
                  <a:lnTo>
                    <a:pt x="111156" y="39522"/>
                  </a:lnTo>
                  <a:lnTo>
                    <a:pt x="80010" y="41147"/>
                  </a:lnTo>
                  <a:lnTo>
                    <a:pt x="48863" y="39522"/>
                  </a:lnTo>
                  <a:lnTo>
                    <a:pt x="23431" y="35099"/>
                  </a:lnTo>
                  <a:lnTo>
                    <a:pt x="6286" y="28557"/>
                  </a:lnTo>
                  <a:lnTo>
                    <a:pt x="0" y="20574"/>
                  </a:lnTo>
                  <a:close/>
                </a:path>
              </a:pathLst>
            </a:custGeom>
            <a:ln w="9144">
              <a:solidFill>
                <a:srgbClr val="000000"/>
              </a:solidFill>
            </a:ln>
          </p:spPr>
          <p:txBody>
            <a:bodyPr wrap="square" lIns="0" tIns="0" rIns="0" bIns="0" rtlCol="0"/>
            <a:lstStyle/>
            <a:p>
              <a:endParaRPr/>
            </a:p>
          </p:txBody>
        </p:sp>
        <p:sp>
          <p:nvSpPr>
            <p:cNvPr id="30" name="object 30"/>
            <p:cNvSpPr/>
            <p:nvPr/>
          </p:nvSpPr>
          <p:spPr>
            <a:xfrm>
              <a:off x="4735067" y="3502151"/>
              <a:ext cx="374015" cy="501650"/>
            </a:xfrm>
            <a:custGeom>
              <a:avLst/>
              <a:gdLst/>
              <a:ahLst/>
              <a:cxnLst/>
              <a:rect l="l" t="t" r="r" b="b"/>
              <a:pathLst>
                <a:path w="374014" h="501650">
                  <a:moveTo>
                    <a:pt x="0" y="287528"/>
                  </a:moveTo>
                  <a:lnTo>
                    <a:pt x="282575" y="0"/>
                  </a:lnTo>
                </a:path>
                <a:path w="374014" h="501650">
                  <a:moveTo>
                    <a:pt x="335280" y="38100"/>
                  </a:moveTo>
                  <a:lnTo>
                    <a:pt x="374015" y="501142"/>
                  </a:lnTo>
                </a:path>
              </a:pathLst>
            </a:custGeom>
            <a:ln w="12192">
              <a:solidFill>
                <a:srgbClr val="006FC0"/>
              </a:solidFill>
            </a:ln>
          </p:spPr>
          <p:txBody>
            <a:bodyPr wrap="square" lIns="0" tIns="0" rIns="0" bIns="0" rtlCol="0"/>
            <a:lstStyle/>
            <a:p>
              <a:endParaRPr/>
            </a:p>
          </p:txBody>
        </p:sp>
        <p:sp>
          <p:nvSpPr>
            <p:cNvPr id="31" name="object 31"/>
            <p:cNvSpPr/>
            <p:nvPr/>
          </p:nvSpPr>
          <p:spPr>
            <a:xfrm>
              <a:off x="5058155" y="3482339"/>
              <a:ext cx="363855" cy="322580"/>
            </a:xfrm>
            <a:custGeom>
              <a:avLst/>
              <a:gdLst/>
              <a:ahLst/>
              <a:cxnLst/>
              <a:rect l="l" t="t" r="r" b="b"/>
              <a:pathLst>
                <a:path w="363854" h="322579">
                  <a:moveTo>
                    <a:pt x="363347" y="322453"/>
                  </a:moveTo>
                  <a:lnTo>
                    <a:pt x="96012" y="35051"/>
                  </a:lnTo>
                </a:path>
                <a:path w="363854" h="322579">
                  <a:moveTo>
                    <a:pt x="0" y="105918"/>
                  </a:moveTo>
                  <a:lnTo>
                    <a:pt x="14478" y="0"/>
                  </a:lnTo>
                </a:path>
              </a:pathLst>
            </a:custGeom>
            <a:ln w="12192">
              <a:solidFill>
                <a:srgbClr val="00AFEF"/>
              </a:solidFill>
            </a:ln>
          </p:spPr>
          <p:txBody>
            <a:bodyPr wrap="square" lIns="0" tIns="0" rIns="0" bIns="0" rtlCol="0"/>
            <a:lstStyle/>
            <a:p>
              <a:endParaRPr/>
            </a:p>
          </p:txBody>
        </p:sp>
        <p:sp>
          <p:nvSpPr>
            <p:cNvPr id="32" name="object 32"/>
            <p:cNvSpPr/>
            <p:nvPr/>
          </p:nvSpPr>
          <p:spPr>
            <a:xfrm>
              <a:off x="4728972" y="3584447"/>
              <a:ext cx="699770" cy="418465"/>
            </a:xfrm>
            <a:custGeom>
              <a:avLst/>
              <a:gdLst/>
              <a:ahLst/>
              <a:cxnLst/>
              <a:rect l="l" t="t" r="r" b="b"/>
              <a:pathLst>
                <a:path w="699770" h="418464">
                  <a:moveTo>
                    <a:pt x="699515" y="208787"/>
                  </a:moveTo>
                  <a:lnTo>
                    <a:pt x="374903" y="418464"/>
                  </a:lnTo>
                </a:path>
                <a:path w="699770" h="418464">
                  <a:moveTo>
                    <a:pt x="370077" y="408685"/>
                  </a:moveTo>
                  <a:lnTo>
                    <a:pt x="6095" y="211835"/>
                  </a:lnTo>
                </a:path>
                <a:path w="699770" h="418464">
                  <a:moveTo>
                    <a:pt x="686180" y="206882"/>
                  </a:moveTo>
                  <a:lnTo>
                    <a:pt x="342900" y="0"/>
                  </a:lnTo>
                </a:path>
                <a:path w="699770" h="418464">
                  <a:moveTo>
                    <a:pt x="338327" y="0"/>
                  </a:moveTo>
                  <a:lnTo>
                    <a:pt x="0" y="209676"/>
                  </a:lnTo>
                </a:path>
              </a:pathLst>
            </a:custGeom>
            <a:ln w="12192">
              <a:solidFill>
                <a:srgbClr val="44536A"/>
              </a:solidFill>
            </a:ln>
          </p:spPr>
          <p:txBody>
            <a:bodyPr wrap="square" lIns="0" tIns="0" rIns="0" bIns="0" rtlCol="0"/>
            <a:lstStyle/>
            <a:p>
              <a:endParaRPr/>
            </a:p>
          </p:txBody>
        </p:sp>
        <p:sp>
          <p:nvSpPr>
            <p:cNvPr id="33" name="object 33"/>
            <p:cNvSpPr/>
            <p:nvPr/>
          </p:nvSpPr>
          <p:spPr>
            <a:xfrm>
              <a:off x="4994148" y="3496055"/>
              <a:ext cx="160020" cy="41275"/>
            </a:xfrm>
            <a:custGeom>
              <a:avLst/>
              <a:gdLst/>
              <a:ahLst/>
              <a:cxnLst/>
              <a:rect l="l" t="t" r="r" b="b"/>
              <a:pathLst>
                <a:path w="160020" h="41275">
                  <a:moveTo>
                    <a:pt x="80010" y="0"/>
                  </a:moveTo>
                  <a:lnTo>
                    <a:pt x="48863" y="1625"/>
                  </a:lnTo>
                  <a:lnTo>
                    <a:pt x="23431" y="6048"/>
                  </a:lnTo>
                  <a:lnTo>
                    <a:pt x="6286" y="12590"/>
                  </a:lnTo>
                  <a:lnTo>
                    <a:pt x="0" y="20574"/>
                  </a:lnTo>
                  <a:lnTo>
                    <a:pt x="6286" y="28557"/>
                  </a:lnTo>
                  <a:lnTo>
                    <a:pt x="23431" y="35099"/>
                  </a:lnTo>
                  <a:lnTo>
                    <a:pt x="48863" y="39522"/>
                  </a:lnTo>
                  <a:lnTo>
                    <a:pt x="80010" y="41148"/>
                  </a:lnTo>
                  <a:lnTo>
                    <a:pt x="111156" y="39522"/>
                  </a:lnTo>
                  <a:lnTo>
                    <a:pt x="136588" y="35099"/>
                  </a:lnTo>
                  <a:lnTo>
                    <a:pt x="153733" y="28557"/>
                  </a:lnTo>
                  <a:lnTo>
                    <a:pt x="160019" y="20574"/>
                  </a:lnTo>
                  <a:lnTo>
                    <a:pt x="153733" y="12590"/>
                  </a:lnTo>
                  <a:lnTo>
                    <a:pt x="136588" y="6048"/>
                  </a:lnTo>
                  <a:lnTo>
                    <a:pt x="111156" y="1625"/>
                  </a:lnTo>
                  <a:lnTo>
                    <a:pt x="80010" y="0"/>
                  </a:lnTo>
                  <a:close/>
                </a:path>
              </a:pathLst>
            </a:custGeom>
            <a:solidFill>
              <a:srgbClr val="000000">
                <a:alpha val="39999"/>
              </a:srgbClr>
            </a:solidFill>
          </p:spPr>
          <p:txBody>
            <a:bodyPr wrap="square" lIns="0" tIns="0" rIns="0" bIns="0" rtlCol="0"/>
            <a:lstStyle/>
            <a:p>
              <a:endParaRPr/>
            </a:p>
          </p:txBody>
        </p:sp>
        <p:sp>
          <p:nvSpPr>
            <p:cNvPr id="34" name="object 34"/>
            <p:cNvSpPr/>
            <p:nvPr/>
          </p:nvSpPr>
          <p:spPr>
            <a:xfrm>
              <a:off x="4994148" y="3496055"/>
              <a:ext cx="160020" cy="41275"/>
            </a:xfrm>
            <a:custGeom>
              <a:avLst/>
              <a:gdLst/>
              <a:ahLst/>
              <a:cxnLst/>
              <a:rect l="l" t="t" r="r" b="b"/>
              <a:pathLst>
                <a:path w="160020" h="41275">
                  <a:moveTo>
                    <a:pt x="0" y="20574"/>
                  </a:moveTo>
                  <a:lnTo>
                    <a:pt x="6286" y="12590"/>
                  </a:lnTo>
                  <a:lnTo>
                    <a:pt x="23431" y="6048"/>
                  </a:lnTo>
                  <a:lnTo>
                    <a:pt x="48863" y="1625"/>
                  </a:lnTo>
                  <a:lnTo>
                    <a:pt x="80010" y="0"/>
                  </a:lnTo>
                  <a:lnTo>
                    <a:pt x="111156" y="1625"/>
                  </a:lnTo>
                  <a:lnTo>
                    <a:pt x="136588" y="6048"/>
                  </a:lnTo>
                  <a:lnTo>
                    <a:pt x="153733" y="12590"/>
                  </a:lnTo>
                  <a:lnTo>
                    <a:pt x="160019" y="20574"/>
                  </a:lnTo>
                  <a:lnTo>
                    <a:pt x="153733" y="28557"/>
                  </a:lnTo>
                  <a:lnTo>
                    <a:pt x="136588" y="35099"/>
                  </a:lnTo>
                  <a:lnTo>
                    <a:pt x="111156" y="39522"/>
                  </a:lnTo>
                  <a:lnTo>
                    <a:pt x="80010" y="41148"/>
                  </a:lnTo>
                  <a:lnTo>
                    <a:pt x="48863" y="39522"/>
                  </a:lnTo>
                  <a:lnTo>
                    <a:pt x="23431" y="35099"/>
                  </a:lnTo>
                  <a:lnTo>
                    <a:pt x="6286" y="28557"/>
                  </a:lnTo>
                  <a:lnTo>
                    <a:pt x="0" y="20574"/>
                  </a:lnTo>
                  <a:close/>
                </a:path>
              </a:pathLst>
            </a:custGeom>
            <a:ln w="9144">
              <a:solidFill>
                <a:srgbClr val="000000"/>
              </a:solidFill>
            </a:ln>
          </p:spPr>
          <p:txBody>
            <a:bodyPr wrap="square" lIns="0" tIns="0" rIns="0" bIns="0" rtlCol="0"/>
            <a:lstStyle/>
            <a:p>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1907" y="6524434"/>
            <a:ext cx="6155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959358" cy="174498"/>
          </a:xfrm>
          <a:prstGeom prst="rect">
            <a:avLst/>
          </a:prstGeom>
        </p:spPr>
      </p:pic>
      <p:pic>
        <p:nvPicPr>
          <p:cNvPr id="7" name="object 7"/>
          <p:cNvPicPr/>
          <p:nvPr/>
        </p:nvPicPr>
        <p:blipFill>
          <a:blip r:embed="rId6" cstate="print"/>
          <a:stretch>
            <a:fillRect/>
          </a:stretch>
        </p:blipFill>
        <p:spPr>
          <a:xfrm>
            <a:off x="710183" y="1804403"/>
            <a:ext cx="5322570" cy="761250"/>
          </a:xfrm>
          <a:prstGeom prst="rect">
            <a:avLst/>
          </a:prstGeom>
        </p:spPr>
      </p:pic>
      <p:sp>
        <p:nvSpPr>
          <p:cNvPr id="8" name="object 8"/>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pic>
        <p:nvPicPr>
          <p:cNvPr id="10" name="object 10"/>
          <p:cNvPicPr/>
          <p:nvPr/>
        </p:nvPicPr>
        <p:blipFill>
          <a:blip r:embed="rId7" cstate="print"/>
          <a:stretch>
            <a:fillRect/>
          </a:stretch>
        </p:blipFill>
        <p:spPr>
          <a:xfrm>
            <a:off x="4530852" y="3973067"/>
            <a:ext cx="685038" cy="144018"/>
          </a:xfrm>
          <a:prstGeom prst="rect">
            <a:avLst/>
          </a:prstGeom>
        </p:spPr>
      </p:pic>
      <p:pic>
        <p:nvPicPr>
          <p:cNvPr id="11" name="object 11"/>
          <p:cNvPicPr/>
          <p:nvPr/>
        </p:nvPicPr>
        <p:blipFill>
          <a:blip r:embed="rId8" cstate="print"/>
          <a:stretch>
            <a:fillRect/>
          </a:stretch>
        </p:blipFill>
        <p:spPr>
          <a:xfrm>
            <a:off x="2287556" y="3072404"/>
            <a:ext cx="322293" cy="169905"/>
          </a:xfrm>
          <a:prstGeom prst="rect">
            <a:avLst/>
          </a:prstGeom>
        </p:spPr>
      </p:pic>
      <p:grpSp>
        <p:nvGrpSpPr>
          <p:cNvPr id="12" name="object 12"/>
          <p:cNvGrpSpPr/>
          <p:nvPr/>
        </p:nvGrpSpPr>
        <p:grpSpPr>
          <a:xfrm>
            <a:off x="2010155" y="3334511"/>
            <a:ext cx="873760" cy="2117090"/>
            <a:chOff x="2010155" y="3334511"/>
            <a:chExt cx="873760" cy="2117090"/>
          </a:xfrm>
        </p:grpSpPr>
        <p:sp>
          <p:nvSpPr>
            <p:cNvPr id="13" name="object 13"/>
            <p:cNvSpPr/>
            <p:nvPr/>
          </p:nvSpPr>
          <p:spPr>
            <a:xfrm>
              <a:off x="2016251" y="3340607"/>
              <a:ext cx="861060" cy="2105025"/>
            </a:xfrm>
            <a:custGeom>
              <a:avLst/>
              <a:gdLst/>
              <a:ahLst/>
              <a:cxnLst/>
              <a:rect l="l" t="t" r="r" b="b"/>
              <a:pathLst>
                <a:path w="861060" h="2105025">
                  <a:moveTo>
                    <a:pt x="0" y="0"/>
                  </a:moveTo>
                  <a:lnTo>
                    <a:pt x="0" y="1683765"/>
                  </a:lnTo>
                  <a:lnTo>
                    <a:pt x="861060" y="2104643"/>
                  </a:lnTo>
                  <a:lnTo>
                    <a:pt x="861060" y="420877"/>
                  </a:lnTo>
                  <a:lnTo>
                    <a:pt x="0" y="0"/>
                  </a:lnTo>
                  <a:close/>
                </a:path>
              </a:pathLst>
            </a:custGeom>
            <a:solidFill>
              <a:srgbClr val="000000">
                <a:alpha val="10195"/>
              </a:srgbClr>
            </a:solidFill>
          </p:spPr>
          <p:txBody>
            <a:bodyPr wrap="square" lIns="0" tIns="0" rIns="0" bIns="0" rtlCol="0"/>
            <a:lstStyle/>
            <a:p>
              <a:endParaRPr/>
            </a:p>
          </p:txBody>
        </p:sp>
        <p:sp>
          <p:nvSpPr>
            <p:cNvPr id="14" name="object 14"/>
            <p:cNvSpPr/>
            <p:nvPr/>
          </p:nvSpPr>
          <p:spPr>
            <a:xfrm>
              <a:off x="2016251" y="3340607"/>
              <a:ext cx="861060" cy="2105025"/>
            </a:xfrm>
            <a:custGeom>
              <a:avLst/>
              <a:gdLst/>
              <a:ahLst/>
              <a:cxnLst/>
              <a:rect l="l" t="t" r="r" b="b"/>
              <a:pathLst>
                <a:path w="861060" h="2105025">
                  <a:moveTo>
                    <a:pt x="0" y="0"/>
                  </a:moveTo>
                  <a:lnTo>
                    <a:pt x="861060" y="420877"/>
                  </a:lnTo>
                  <a:lnTo>
                    <a:pt x="861060" y="2104643"/>
                  </a:lnTo>
                  <a:lnTo>
                    <a:pt x="0" y="1683765"/>
                  </a:lnTo>
                  <a:lnTo>
                    <a:pt x="0" y="0"/>
                  </a:lnTo>
                  <a:close/>
                </a:path>
              </a:pathLst>
            </a:custGeom>
            <a:ln w="12192">
              <a:solidFill>
                <a:srgbClr val="000000"/>
              </a:solidFill>
            </a:ln>
          </p:spPr>
          <p:txBody>
            <a:bodyPr wrap="square" lIns="0" tIns="0" rIns="0" bIns="0" rtlCol="0"/>
            <a:lstStyle/>
            <a:p>
              <a:endParaRPr/>
            </a:p>
          </p:txBody>
        </p:sp>
      </p:grpSp>
      <p:sp>
        <p:nvSpPr>
          <p:cNvPr id="15" name="object 15"/>
          <p:cNvSpPr/>
          <p:nvPr/>
        </p:nvSpPr>
        <p:spPr>
          <a:xfrm>
            <a:off x="3718559" y="3863340"/>
            <a:ext cx="322580" cy="76200"/>
          </a:xfrm>
          <a:custGeom>
            <a:avLst/>
            <a:gdLst/>
            <a:ahLst/>
            <a:cxnLst/>
            <a:rect l="l" t="t" r="r" b="b"/>
            <a:pathLst>
              <a:path w="322579" h="76200">
                <a:moveTo>
                  <a:pt x="76200" y="0"/>
                </a:moveTo>
                <a:lnTo>
                  <a:pt x="0" y="38100"/>
                </a:lnTo>
                <a:lnTo>
                  <a:pt x="76200" y="76200"/>
                </a:lnTo>
                <a:lnTo>
                  <a:pt x="76200" y="44450"/>
                </a:lnTo>
                <a:lnTo>
                  <a:pt x="63500" y="44450"/>
                </a:lnTo>
                <a:lnTo>
                  <a:pt x="63500" y="31750"/>
                </a:lnTo>
                <a:lnTo>
                  <a:pt x="76200" y="31750"/>
                </a:lnTo>
                <a:lnTo>
                  <a:pt x="76200" y="0"/>
                </a:lnTo>
                <a:close/>
              </a:path>
              <a:path w="322579" h="76200">
                <a:moveTo>
                  <a:pt x="245872" y="0"/>
                </a:moveTo>
                <a:lnTo>
                  <a:pt x="245872" y="76200"/>
                </a:lnTo>
                <a:lnTo>
                  <a:pt x="309372" y="44450"/>
                </a:lnTo>
                <a:lnTo>
                  <a:pt x="258572" y="44450"/>
                </a:lnTo>
                <a:lnTo>
                  <a:pt x="258572" y="31750"/>
                </a:lnTo>
                <a:lnTo>
                  <a:pt x="309372" y="31750"/>
                </a:lnTo>
                <a:lnTo>
                  <a:pt x="245872" y="0"/>
                </a:lnTo>
                <a:close/>
              </a:path>
              <a:path w="322579" h="76200">
                <a:moveTo>
                  <a:pt x="76200" y="31750"/>
                </a:moveTo>
                <a:lnTo>
                  <a:pt x="63500" y="31750"/>
                </a:lnTo>
                <a:lnTo>
                  <a:pt x="63500" y="44450"/>
                </a:lnTo>
                <a:lnTo>
                  <a:pt x="76200" y="44450"/>
                </a:lnTo>
                <a:lnTo>
                  <a:pt x="76200" y="31750"/>
                </a:lnTo>
                <a:close/>
              </a:path>
              <a:path w="322579" h="76200">
                <a:moveTo>
                  <a:pt x="245872" y="31750"/>
                </a:moveTo>
                <a:lnTo>
                  <a:pt x="76200" y="31750"/>
                </a:lnTo>
                <a:lnTo>
                  <a:pt x="76200" y="44450"/>
                </a:lnTo>
                <a:lnTo>
                  <a:pt x="245872" y="44450"/>
                </a:lnTo>
                <a:lnTo>
                  <a:pt x="245872" y="31750"/>
                </a:lnTo>
                <a:close/>
              </a:path>
              <a:path w="322579" h="76200">
                <a:moveTo>
                  <a:pt x="309372" y="31750"/>
                </a:moveTo>
                <a:lnTo>
                  <a:pt x="258572" y="31750"/>
                </a:lnTo>
                <a:lnTo>
                  <a:pt x="258572" y="44450"/>
                </a:lnTo>
                <a:lnTo>
                  <a:pt x="309372" y="44450"/>
                </a:lnTo>
                <a:lnTo>
                  <a:pt x="322072" y="38100"/>
                </a:lnTo>
                <a:lnTo>
                  <a:pt x="309372" y="31750"/>
                </a:lnTo>
                <a:close/>
              </a:path>
            </a:pathLst>
          </a:custGeom>
          <a:solidFill>
            <a:srgbClr val="000000">
              <a:alpha val="39999"/>
            </a:srgbClr>
          </a:solidFill>
        </p:spPr>
        <p:txBody>
          <a:bodyPr wrap="square" lIns="0" tIns="0" rIns="0" bIns="0" rtlCol="0"/>
          <a:lstStyle/>
          <a:p>
            <a:endParaRPr/>
          </a:p>
        </p:txBody>
      </p:sp>
      <p:grpSp>
        <p:nvGrpSpPr>
          <p:cNvPr id="16" name="object 16"/>
          <p:cNvGrpSpPr/>
          <p:nvPr/>
        </p:nvGrpSpPr>
        <p:grpSpPr>
          <a:xfrm>
            <a:off x="3768852" y="3913632"/>
            <a:ext cx="657225" cy="1092835"/>
            <a:chOff x="3768852" y="3913632"/>
            <a:chExt cx="657225" cy="1092835"/>
          </a:xfrm>
        </p:grpSpPr>
        <p:sp>
          <p:nvSpPr>
            <p:cNvPr id="17" name="object 17"/>
            <p:cNvSpPr/>
            <p:nvPr/>
          </p:nvSpPr>
          <p:spPr>
            <a:xfrm>
              <a:off x="4160520" y="3913632"/>
              <a:ext cx="226695" cy="265430"/>
            </a:xfrm>
            <a:custGeom>
              <a:avLst/>
              <a:gdLst/>
              <a:ahLst/>
              <a:cxnLst/>
              <a:rect l="l" t="t" r="r" b="b"/>
              <a:pathLst>
                <a:path w="226695" h="265429">
                  <a:moveTo>
                    <a:pt x="171835" y="211059"/>
                  </a:moveTo>
                  <a:lnTo>
                    <a:pt x="147700" y="231648"/>
                  </a:lnTo>
                  <a:lnTo>
                    <a:pt x="226187" y="264922"/>
                  </a:lnTo>
                  <a:lnTo>
                    <a:pt x="215188" y="220726"/>
                  </a:lnTo>
                  <a:lnTo>
                    <a:pt x="180085" y="220726"/>
                  </a:lnTo>
                  <a:lnTo>
                    <a:pt x="171835" y="211059"/>
                  </a:lnTo>
                  <a:close/>
                </a:path>
                <a:path w="226695" h="265429">
                  <a:moveTo>
                    <a:pt x="181497" y="202817"/>
                  </a:moveTo>
                  <a:lnTo>
                    <a:pt x="171835" y="211059"/>
                  </a:lnTo>
                  <a:lnTo>
                    <a:pt x="180085" y="220726"/>
                  </a:lnTo>
                  <a:lnTo>
                    <a:pt x="189737" y="212471"/>
                  </a:lnTo>
                  <a:lnTo>
                    <a:pt x="181497" y="202817"/>
                  </a:lnTo>
                  <a:close/>
                </a:path>
                <a:path w="226695" h="265429">
                  <a:moveTo>
                    <a:pt x="205612" y="182245"/>
                  </a:moveTo>
                  <a:lnTo>
                    <a:pt x="181497" y="202817"/>
                  </a:lnTo>
                  <a:lnTo>
                    <a:pt x="189737" y="212471"/>
                  </a:lnTo>
                  <a:lnTo>
                    <a:pt x="180085" y="220726"/>
                  </a:lnTo>
                  <a:lnTo>
                    <a:pt x="215188" y="220726"/>
                  </a:lnTo>
                  <a:lnTo>
                    <a:pt x="205612" y="182245"/>
                  </a:lnTo>
                  <a:close/>
                </a:path>
                <a:path w="226695" h="265429">
                  <a:moveTo>
                    <a:pt x="54329" y="53836"/>
                  </a:moveTo>
                  <a:lnTo>
                    <a:pt x="44658" y="62068"/>
                  </a:lnTo>
                  <a:lnTo>
                    <a:pt x="171835" y="211059"/>
                  </a:lnTo>
                  <a:lnTo>
                    <a:pt x="181497" y="202817"/>
                  </a:lnTo>
                  <a:lnTo>
                    <a:pt x="54329" y="53836"/>
                  </a:lnTo>
                  <a:close/>
                </a:path>
                <a:path w="226695" h="265429">
                  <a:moveTo>
                    <a:pt x="0" y="0"/>
                  </a:moveTo>
                  <a:lnTo>
                    <a:pt x="20446" y="82677"/>
                  </a:lnTo>
                  <a:lnTo>
                    <a:pt x="44658" y="62068"/>
                  </a:lnTo>
                  <a:lnTo>
                    <a:pt x="36449" y="52451"/>
                  </a:lnTo>
                  <a:lnTo>
                    <a:pt x="46100" y="44196"/>
                  </a:lnTo>
                  <a:lnTo>
                    <a:pt x="65654" y="44196"/>
                  </a:lnTo>
                  <a:lnTo>
                    <a:pt x="78485" y="33274"/>
                  </a:lnTo>
                  <a:lnTo>
                    <a:pt x="0" y="0"/>
                  </a:lnTo>
                  <a:close/>
                </a:path>
                <a:path w="226695" h="265429">
                  <a:moveTo>
                    <a:pt x="46100" y="44196"/>
                  </a:moveTo>
                  <a:lnTo>
                    <a:pt x="36449" y="52451"/>
                  </a:lnTo>
                  <a:lnTo>
                    <a:pt x="44658" y="62068"/>
                  </a:lnTo>
                  <a:lnTo>
                    <a:pt x="54329" y="53836"/>
                  </a:lnTo>
                  <a:lnTo>
                    <a:pt x="46100" y="44196"/>
                  </a:lnTo>
                  <a:close/>
                </a:path>
                <a:path w="226695" h="265429">
                  <a:moveTo>
                    <a:pt x="65654" y="44196"/>
                  </a:moveTo>
                  <a:lnTo>
                    <a:pt x="46100" y="44196"/>
                  </a:lnTo>
                  <a:lnTo>
                    <a:pt x="54329" y="53836"/>
                  </a:lnTo>
                  <a:lnTo>
                    <a:pt x="65654" y="44196"/>
                  </a:lnTo>
                  <a:close/>
                </a:path>
              </a:pathLst>
            </a:custGeom>
            <a:solidFill>
              <a:srgbClr val="000000">
                <a:alpha val="39999"/>
              </a:srgbClr>
            </a:solidFill>
          </p:spPr>
          <p:txBody>
            <a:bodyPr wrap="square" lIns="0" tIns="0" rIns="0" bIns="0" rtlCol="0"/>
            <a:lstStyle/>
            <a:p>
              <a:endParaRPr/>
            </a:p>
          </p:txBody>
        </p:sp>
        <p:sp>
          <p:nvSpPr>
            <p:cNvPr id="18" name="object 18"/>
            <p:cNvSpPr/>
            <p:nvPr/>
          </p:nvSpPr>
          <p:spPr>
            <a:xfrm>
              <a:off x="3774948" y="4034028"/>
              <a:ext cx="161925" cy="966469"/>
            </a:xfrm>
            <a:custGeom>
              <a:avLst/>
              <a:gdLst/>
              <a:ahLst/>
              <a:cxnLst/>
              <a:rect l="l" t="t" r="r" b="b"/>
              <a:pathLst>
                <a:path w="161925" h="966470">
                  <a:moveTo>
                    <a:pt x="0" y="0"/>
                  </a:moveTo>
                  <a:lnTo>
                    <a:pt x="0" y="772922"/>
                  </a:lnTo>
                  <a:lnTo>
                    <a:pt x="161543" y="966216"/>
                  </a:lnTo>
                  <a:lnTo>
                    <a:pt x="161543" y="193294"/>
                  </a:lnTo>
                  <a:lnTo>
                    <a:pt x="0" y="0"/>
                  </a:lnTo>
                  <a:close/>
                </a:path>
              </a:pathLst>
            </a:custGeom>
            <a:solidFill>
              <a:srgbClr val="006FC0">
                <a:alpha val="5097"/>
              </a:srgbClr>
            </a:solidFill>
          </p:spPr>
          <p:txBody>
            <a:bodyPr wrap="square" lIns="0" tIns="0" rIns="0" bIns="0" rtlCol="0"/>
            <a:lstStyle/>
            <a:p>
              <a:endParaRPr/>
            </a:p>
          </p:txBody>
        </p:sp>
        <p:sp>
          <p:nvSpPr>
            <p:cNvPr id="19" name="object 19"/>
            <p:cNvSpPr/>
            <p:nvPr/>
          </p:nvSpPr>
          <p:spPr>
            <a:xfrm>
              <a:off x="3774948" y="4034028"/>
              <a:ext cx="161925" cy="966469"/>
            </a:xfrm>
            <a:custGeom>
              <a:avLst/>
              <a:gdLst/>
              <a:ahLst/>
              <a:cxnLst/>
              <a:rect l="l" t="t" r="r" b="b"/>
              <a:pathLst>
                <a:path w="161925" h="966470">
                  <a:moveTo>
                    <a:pt x="0" y="0"/>
                  </a:moveTo>
                  <a:lnTo>
                    <a:pt x="161543" y="193294"/>
                  </a:lnTo>
                  <a:lnTo>
                    <a:pt x="161543" y="966216"/>
                  </a:lnTo>
                  <a:lnTo>
                    <a:pt x="0" y="772922"/>
                  </a:lnTo>
                  <a:lnTo>
                    <a:pt x="0" y="0"/>
                  </a:lnTo>
                  <a:close/>
                </a:path>
              </a:pathLst>
            </a:custGeom>
            <a:ln w="12191">
              <a:solidFill>
                <a:srgbClr val="006FC0"/>
              </a:solidFill>
            </a:ln>
          </p:spPr>
          <p:txBody>
            <a:bodyPr wrap="square" lIns="0" tIns="0" rIns="0" bIns="0" rtlCol="0"/>
            <a:lstStyle/>
            <a:p>
              <a:endParaRPr/>
            </a:p>
          </p:txBody>
        </p:sp>
        <p:sp>
          <p:nvSpPr>
            <p:cNvPr id="20" name="object 20"/>
            <p:cNvSpPr/>
            <p:nvPr/>
          </p:nvSpPr>
          <p:spPr>
            <a:xfrm>
              <a:off x="3803904" y="4034028"/>
              <a:ext cx="161925" cy="966469"/>
            </a:xfrm>
            <a:custGeom>
              <a:avLst/>
              <a:gdLst/>
              <a:ahLst/>
              <a:cxnLst/>
              <a:rect l="l" t="t" r="r" b="b"/>
              <a:pathLst>
                <a:path w="161925" h="966470">
                  <a:moveTo>
                    <a:pt x="0" y="0"/>
                  </a:moveTo>
                  <a:lnTo>
                    <a:pt x="0" y="772922"/>
                  </a:lnTo>
                  <a:lnTo>
                    <a:pt x="161544" y="966216"/>
                  </a:lnTo>
                  <a:lnTo>
                    <a:pt x="161544" y="193294"/>
                  </a:lnTo>
                  <a:lnTo>
                    <a:pt x="0" y="0"/>
                  </a:lnTo>
                  <a:close/>
                </a:path>
              </a:pathLst>
            </a:custGeom>
            <a:solidFill>
              <a:srgbClr val="006FC0">
                <a:alpha val="5097"/>
              </a:srgbClr>
            </a:solidFill>
          </p:spPr>
          <p:txBody>
            <a:bodyPr wrap="square" lIns="0" tIns="0" rIns="0" bIns="0" rtlCol="0"/>
            <a:lstStyle/>
            <a:p>
              <a:endParaRPr/>
            </a:p>
          </p:txBody>
        </p:sp>
        <p:sp>
          <p:nvSpPr>
            <p:cNvPr id="21" name="object 21"/>
            <p:cNvSpPr/>
            <p:nvPr/>
          </p:nvSpPr>
          <p:spPr>
            <a:xfrm>
              <a:off x="3803904" y="4034028"/>
              <a:ext cx="161925" cy="966469"/>
            </a:xfrm>
            <a:custGeom>
              <a:avLst/>
              <a:gdLst/>
              <a:ahLst/>
              <a:cxnLst/>
              <a:rect l="l" t="t" r="r" b="b"/>
              <a:pathLst>
                <a:path w="161925" h="966470">
                  <a:moveTo>
                    <a:pt x="0" y="0"/>
                  </a:moveTo>
                  <a:lnTo>
                    <a:pt x="161544" y="193294"/>
                  </a:lnTo>
                  <a:lnTo>
                    <a:pt x="161544" y="966216"/>
                  </a:lnTo>
                  <a:lnTo>
                    <a:pt x="0" y="772922"/>
                  </a:lnTo>
                  <a:lnTo>
                    <a:pt x="0" y="0"/>
                  </a:lnTo>
                  <a:close/>
                </a:path>
              </a:pathLst>
            </a:custGeom>
            <a:ln w="12192">
              <a:solidFill>
                <a:srgbClr val="006FC0"/>
              </a:solidFill>
            </a:ln>
          </p:spPr>
          <p:txBody>
            <a:bodyPr wrap="square" lIns="0" tIns="0" rIns="0" bIns="0" rtlCol="0"/>
            <a:lstStyle/>
            <a:p>
              <a:endParaRPr/>
            </a:p>
          </p:txBody>
        </p:sp>
        <p:sp>
          <p:nvSpPr>
            <p:cNvPr id="22" name="object 22"/>
            <p:cNvSpPr/>
            <p:nvPr/>
          </p:nvSpPr>
          <p:spPr>
            <a:xfrm>
              <a:off x="3837432" y="4034028"/>
              <a:ext cx="161925" cy="966469"/>
            </a:xfrm>
            <a:custGeom>
              <a:avLst/>
              <a:gdLst/>
              <a:ahLst/>
              <a:cxnLst/>
              <a:rect l="l" t="t" r="r" b="b"/>
              <a:pathLst>
                <a:path w="161925" h="966470">
                  <a:moveTo>
                    <a:pt x="0" y="0"/>
                  </a:moveTo>
                  <a:lnTo>
                    <a:pt x="0" y="772922"/>
                  </a:lnTo>
                  <a:lnTo>
                    <a:pt x="161543" y="966216"/>
                  </a:lnTo>
                  <a:lnTo>
                    <a:pt x="161543" y="193294"/>
                  </a:lnTo>
                  <a:lnTo>
                    <a:pt x="0" y="0"/>
                  </a:lnTo>
                  <a:close/>
                </a:path>
              </a:pathLst>
            </a:custGeom>
            <a:solidFill>
              <a:srgbClr val="006FC0">
                <a:alpha val="5097"/>
              </a:srgbClr>
            </a:solidFill>
          </p:spPr>
          <p:txBody>
            <a:bodyPr wrap="square" lIns="0" tIns="0" rIns="0" bIns="0" rtlCol="0"/>
            <a:lstStyle/>
            <a:p>
              <a:endParaRPr/>
            </a:p>
          </p:txBody>
        </p:sp>
        <p:sp>
          <p:nvSpPr>
            <p:cNvPr id="23" name="object 23"/>
            <p:cNvSpPr/>
            <p:nvPr/>
          </p:nvSpPr>
          <p:spPr>
            <a:xfrm>
              <a:off x="3837432" y="4034028"/>
              <a:ext cx="161925" cy="966469"/>
            </a:xfrm>
            <a:custGeom>
              <a:avLst/>
              <a:gdLst/>
              <a:ahLst/>
              <a:cxnLst/>
              <a:rect l="l" t="t" r="r" b="b"/>
              <a:pathLst>
                <a:path w="161925" h="966470">
                  <a:moveTo>
                    <a:pt x="0" y="0"/>
                  </a:moveTo>
                  <a:lnTo>
                    <a:pt x="161543" y="193294"/>
                  </a:lnTo>
                  <a:lnTo>
                    <a:pt x="161543" y="966216"/>
                  </a:lnTo>
                  <a:lnTo>
                    <a:pt x="0" y="772922"/>
                  </a:lnTo>
                  <a:lnTo>
                    <a:pt x="0" y="0"/>
                  </a:lnTo>
                  <a:close/>
                </a:path>
              </a:pathLst>
            </a:custGeom>
            <a:ln w="12191">
              <a:solidFill>
                <a:srgbClr val="006FC0"/>
              </a:solidFill>
            </a:ln>
          </p:spPr>
          <p:txBody>
            <a:bodyPr wrap="square" lIns="0" tIns="0" rIns="0" bIns="0" rtlCol="0"/>
            <a:lstStyle/>
            <a:p>
              <a:endParaRPr/>
            </a:p>
          </p:txBody>
        </p:sp>
        <p:sp>
          <p:nvSpPr>
            <p:cNvPr id="24" name="object 24"/>
            <p:cNvSpPr/>
            <p:nvPr/>
          </p:nvSpPr>
          <p:spPr>
            <a:xfrm>
              <a:off x="3870960" y="4034028"/>
              <a:ext cx="161925" cy="966469"/>
            </a:xfrm>
            <a:custGeom>
              <a:avLst/>
              <a:gdLst/>
              <a:ahLst/>
              <a:cxnLst/>
              <a:rect l="l" t="t" r="r" b="b"/>
              <a:pathLst>
                <a:path w="161925" h="966470">
                  <a:moveTo>
                    <a:pt x="0" y="0"/>
                  </a:moveTo>
                  <a:lnTo>
                    <a:pt x="0" y="772922"/>
                  </a:lnTo>
                  <a:lnTo>
                    <a:pt x="161543" y="966216"/>
                  </a:lnTo>
                  <a:lnTo>
                    <a:pt x="161543" y="193294"/>
                  </a:lnTo>
                  <a:lnTo>
                    <a:pt x="0" y="0"/>
                  </a:lnTo>
                  <a:close/>
                </a:path>
              </a:pathLst>
            </a:custGeom>
            <a:solidFill>
              <a:srgbClr val="006FC0">
                <a:alpha val="5097"/>
              </a:srgbClr>
            </a:solidFill>
          </p:spPr>
          <p:txBody>
            <a:bodyPr wrap="square" lIns="0" tIns="0" rIns="0" bIns="0" rtlCol="0"/>
            <a:lstStyle/>
            <a:p>
              <a:endParaRPr/>
            </a:p>
          </p:txBody>
        </p:sp>
        <p:sp>
          <p:nvSpPr>
            <p:cNvPr id="25" name="object 25"/>
            <p:cNvSpPr/>
            <p:nvPr/>
          </p:nvSpPr>
          <p:spPr>
            <a:xfrm>
              <a:off x="3870960" y="4034028"/>
              <a:ext cx="161925" cy="966469"/>
            </a:xfrm>
            <a:custGeom>
              <a:avLst/>
              <a:gdLst/>
              <a:ahLst/>
              <a:cxnLst/>
              <a:rect l="l" t="t" r="r" b="b"/>
              <a:pathLst>
                <a:path w="161925" h="966470">
                  <a:moveTo>
                    <a:pt x="0" y="0"/>
                  </a:moveTo>
                  <a:lnTo>
                    <a:pt x="161543" y="193294"/>
                  </a:lnTo>
                  <a:lnTo>
                    <a:pt x="161543" y="966216"/>
                  </a:lnTo>
                  <a:lnTo>
                    <a:pt x="0" y="772922"/>
                  </a:lnTo>
                  <a:lnTo>
                    <a:pt x="0" y="0"/>
                  </a:lnTo>
                  <a:close/>
                </a:path>
              </a:pathLst>
            </a:custGeom>
            <a:ln w="12191">
              <a:solidFill>
                <a:srgbClr val="006FC0"/>
              </a:solidFill>
            </a:ln>
          </p:spPr>
          <p:txBody>
            <a:bodyPr wrap="square" lIns="0" tIns="0" rIns="0" bIns="0" rtlCol="0"/>
            <a:lstStyle/>
            <a:p>
              <a:endParaRPr/>
            </a:p>
          </p:txBody>
        </p:sp>
        <p:sp>
          <p:nvSpPr>
            <p:cNvPr id="26" name="object 26"/>
            <p:cNvSpPr/>
            <p:nvPr/>
          </p:nvSpPr>
          <p:spPr>
            <a:xfrm>
              <a:off x="3904488" y="4034028"/>
              <a:ext cx="161925" cy="966469"/>
            </a:xfrm>
            <a:custGeom>
              <a:avLst/>
              <a:gdLst/>
              <a:ahLst/>
              <a:cxnLst/>
              <a:rect l="l" t="t" r="r" b="b"/>
              <a:pathLst>
                <a:path w="161925" h="966470">
                  <a:moveTo>
                    <a:pt x="0" y="0"/>
                  </a:moveTo>
                  <a:lnTo>
                    <a:pt x="0" y="772922"/>
                  </a:lnTo>
                  <a:lnTo>
                    <a:pt x="161544" y="966216"/>
                  </a:lnTo>
                  <a:lnTo>
                    <a:pt x="161544" y="193294"/>
                  </a:lnTo>
                  <a:lnTo>
                    <a:pt x="0" y="0"/>
                  </a:lnTo>
                  <a:close/>
                </a:path>
              </a:pathLst>
            </a:custGeom>
            <a:solidFill>
              <a:srgbClr val="006FC0">
                <a:alpha val="5097"/>
              </a:srgbClr>
            </a:solidFill>
          </p:spPr>
          <p:txBody>
            <a:bodyPr wrap="square" lIns="0" tIns="0" rIns="0" bIns="0" rtlCol="0"/>
            <a:lstStyle/>
            <a:p>
              <a:endParaRPr/>
            </a:p>
          </p:txBody>
        </p:sp>
        <p:sp>
          <p:nvSpPr>
            <p:cNvPr id="27" name="object 27"/>
            <p:cNvSpPr/>
            <p:nvPr/>
          </p:nvSpPr>
          <p:spPr>
            <a:xfrm>
              <a:off x="3904488" y="4034028"/>
              <a:ext cx="161925" cy="966469"/>
            </a:xfrm>
            <a:custGeom>
              <a:avLst/>
              <a:gdLst/>
              <a:ahLst/>
              <a:cxnLst/>
              <a:rect l="l" t="t" r="r" b="b"/>
              <a:pathLst>
                <a:path w="161925" h="966470">
                  <a:moveTo>
                    <a:pt x="0" y="0"/>
                  </a:moveTo>
                  <a:lnTo>
                    <a:pt x="161544" y="193294"/>
                  </a:lnTo>
                  <a:lnTo>
                    <a:pt x="161544" y="966216"/>
                  </a:lnTo>
                  <a:lnTo>
                    <a:pt x="0" y="772922"/>
                  </a:lnTo>
                  <a:lnTo>
                    <a:pt x="0" y="0"/>
                  </a:lnTo>
                  <a:close/>
                </a:path>
              </a:pathLst>
            </a:custGeom>
            <a:ln w="12192">
              <a:solidFill>
                <a:srgbClr val="006FC0"/>
              </a:solidFill>
            </a:ln>
          </p:spPr>
          <p:txBody>
            <a:bodyPr wrap="square" lIns="0" tIns="0" rIns="0" bIns="0" rtlCol="0"/>
            <a:lstStyle/>
            <a:p>
              <a:endParaRPr/>
            </a:p>
          </p:txBody>
        </p:sp>
        <p:sp>
          <p:nvSpPr>
            <p:cNvPr id="28" name="object 28"/>
            <p:cNvSpPr/>
            <p:nvPr/>
          </p:nvSpPr>
          <p:spPr>
            <a:xfrm>
              <a:off x="3936492" y="4034028"/>
              <a:ext cx="161925" cy="966469"/>
            </a:xfrm>
            <a:custGeom>
              <a:avLst/>
              <a:gdLst/>
              <a:ahLst/>
              <a:cxnLst/>
              <a:rect l="l" t="t" r="r" b="b"/>
              <a:pathLst>
                <a:path w="161925" h="966470">
                  <a:moveTo>
                    <a:pt x="0" y="0"/>
                  </a:moveTo>
                  <a:lnTo>
                    <a:pt x="0" y="772922"/>
                  </a:lnTo>
                  <a:lnTo>
                    <a:pt x="161544" y="966216"/>
                  </a:lnTo>
                  <a:lnTo>
                    <a:pt x="161544" y="193294"/>
                  </a:lnTo>
                  <a:lnTo>
                    <a:pt x="0" y="0"/>
                  </a:lnTo>
                  <a:close/>
                </a:path>
              </a:pathLst>
            </a:custGeom>
            <a:solidFill>
              <a:srgbClr val="006FC0">
                <a:alpha val="5097"/>
              </a:srgbClr>
            </a:solidFill>
          </p:spPr>
          <p:txBody>
            <a:bodyPr wrap="square" lIns="0" tIns="0" rIns="0" bIns="0" rtlCol="0"/>
            <a:lstStyle/>
            <a:p>
              <a:endParaRPr/>
            </a:p>
          </p:txBody>
        </p:sp>
        <p:sp>
          <p:nvSpPr>
            <p:cNvPr id="29" name="object 29"/>
            <p:cNvSpPr/>
            <p:nvPr/>
          </p:nvSpPr>
          <p:spPr>
            <a:xfrm>
              <a:off x="3936492" y="4034028"/>
              <a:ext cx="161925" cy="966469"/>
            </a:xfrm>
            <a:custGeom>
              <a:avLst/>
              <a:gdLst/>
              <a:ahLst/>
              <a:cxnLst/>
              <a:rect l="l" t="t" r="r" b="b"/>
              <a:pathLst>
                <a:path w="161925" h="966470">
                  <a:moveTo>
                    <a:pt x="0" y="0"/>
                  </a:moveTo>
                  <a:lnTo>
                    <a:pt x="161544" y="193294"/>
                  </a:lnTo>
                  <a:lnTo>
                    <a:pt x="161544" y="966216"/>
                  </a:lnTo>
                  <a:lnTo>
                    <a:pt x="0" y="772922"/>
                  </a:lnTo>
                  <a:lnTo>
                    <a:pt x="0" y="0"/>
                  </a:lnTo>
                  <a:close/>
                </a:path>
              </a:pathLst>
            </a:custGeom>
            <a:ln w="12192">
              <a:solidFill>
                <a:srgbClr val="006FC0"/>
              </a:solidFill>
            </a:ln>
          </p:spPr>
          <p:txBody>
            <a:bodyPr wrap="square" lIns="0" tIns="0" rIns="0" bIns="0" rtlCol="0"/>
            <a:lstStyle/>
            <a:p>
              <a:endParaRPr/>
            </a:p>
          </p:txBody>
        </p:sp>
        <p:sp>
          <p:nvSpPr>
            <p:cNvPr id="30" name="object 30"/>
            <p:cNvSpPr/>
            <p:nvPr/>
          </p:nvSpPr>
          <p:spPr>
            <a:xfrm>
              <a:off x="3965448" y="4034028"/>
              <a:ext cx="161925" cy="966469"/>
            </a:xfrm>
            <a:custGeom>
              <a:avLst/>
              <a:gdLst/>
              <a:ahLst/>
              <a:cxnLst/>
              <a:rect l="l" t="t" r="r" b="b"/>
              <a:pathLst>
                <a:path w="161925" h="966470">
                  <a:moveTo>
                    <a:pt x="0" y="0"/>
                  </a:moveTo>
                  <a:lnTo>
                    <a:pt x="0" y="772922"/>
                  </a:lnTo>
                  <a:lnTo>
                    <a:pt x="161543" y="966216"/>
                  </a:lnTo>
                  <a:lnTo>
                    <a:pt x="161543" y="193294"/>
                  </a:lnTo>
                  <a:lnTo>
                    <a:pt x="0" y="0"/>
                  </a:lnTo>
                  <a:close/>
                </a:path>
              </a:pathLst>
            </a:custGeom>
            <a:solidFill>
              <a:srgbClr val="006FC0">
                <a:alpha val="5097"/>
              </a:srgbClr>
            </a:solidFill>
          </p:spPr>
          <p:txBody>
            <a:bodyPr wrap="square" lIns="0" tIns="0" rIns="0" bIns="0" rtlCol="0"/>
            <a:lstStyle/>
            <a:p>
              <a:endParaRPr/>
            </a:p>
          </p:txBody>
        </p:sp>
        <p:sp>
          <p:nvSpPr>
            <p:cNvPr id="31" name="object 31"/>
            <p:cNvSpPr/>
            <p:nvPr/>
          </p:nvSpPr>
          <p:spPr>
            <a:xfrm>
              <a:off x="3965448" y="4034028"/>
              <a:ext cx="161925" cy="966469"/>
            </a:xfrm>
            <a:custGeom>
              <a:avLst/>
              <a:gdLst/>
              <a:ahLst/>
              <a:cxnLst/>
              <a:rect l="l" t="t" r="r" b="b"/>
              <a:pathLst>
                <a:path w="161925" h="966470">
                  <a:moveTo>
                    <a:pt x="0" y="0"/>
                  </a:moveTo>
                  <a:lnTo>
                    <a:pt x="161543" y="193294"/>
                  </a:lnTo>
                  <a:lnTo>
                    <a:pt x="161543" y="966216"/>
                  </a:lnTo>
                  <a:lnTo>
                    <a:pt x="0" y="772922"/>
                  </a:lnTo>
                  <a:lnTo>
                    <a:pt x="0" y="0"/>
                  </a:lnTo>
                  <a:close/>
                </a:path>
              </a:pathLst>
            </a:custGeom>
            <a:ln w="12191">
              <a:solidFill>
                <a:srgbClr val="006FC0"/>
              </a:solidFill>
            </a:ln>
          </p:spPr>
          <p:txBody>
            <a:bodyPr wrap="square" lIns="0" tIns="0" rIns="0" bIns="0" rtlCol="0"/>
            <a:lstStyle/>
            <a:p>
              <a:endParaRPr/>
            </a:p>
          </p:txBody>
        </p:sp>
        <p:sp>
          <p:nvSpPr>
            <p:cNvPr id="32" name="object 32"/>
            <p:cNvSpPr/>
            <p:nvPr/>
          </p:nvSpPr>
          <p:spPr>
            <a:xfrm>
              <a:off x="3998976" y="4034028"/>
              <a:ext cx="161925" cy="966469"/>
            </a:xfrm>
            <a:custGeom>
              <a:avLst/>
              <a:gdLst/>
              <a:ahLst/>
              <a:cxnLst/>
              <a:rect l="l" t="t" r="r" b="b"/>
              <a:pathLst>
                <a:path w="161925" h="966470">
                  <a:moveTo>
                    <a:pt x="0" y="0"/>
                  </a:moveTo>
                  <a:lnTo>
                    <a:pt x="0" y="772922"/>
                  </a:lnTo>
                  <a:lnTo>
                    <a:pt x="161544" y="966216"/>
                  </a:lnTo>
                  <a:lnTo>
                    <a:pt x="161544" y="193294"/>
                  </a:lnTo>
                  <a:lnTo>
                    <a:pt x="0" y="0"/>
                  </a:lnTo>
                  <a:close/>
                </a:path>
              </a:pathLst>
            </a:custGeom>
            <a:solidFill>
              <a:srgbClr val="006FC0">
                <a:alpha val="5097"/>
              </a:srgbClr>
            </a:solidFill>
          </p:spPr>
          <p:txBody>
            <a:bodyPr wrap="square" lIns="0" tIns="0" rIns="0" bIns="0" rtlCol="0"/>
            <a:lstStyle/>
            <a:p>
              <a:endParaRPr/>
            </a:p>
          </p:txBody>
        </p:sp>
        <p:sp>
          <p:nvSpPr>
            <p:cNvPr id="33" name="object 33"/>
            <p:cNvSpPr/>
            <p:nvPr/>
          </p:nvSpPr>
          <p:spPr>
            <a:xfrm>
              <a:off x="3998976" y="4034028"/>
              <a:ext cx="161925" cy="966469"/>
            </a:xfrm>
            <a:custGeom>
              <a:avLst/>
              <a:gdLst/>
              <a:ahLst/>
              <a:cxnLst/>
              <a:rect l="l" t="t" r="r" b="b"/>
              <a:pathLst>
                <a:path w="161925" h="966470">
                  <a:moveTo>
                    <a:pt x="0" y="0"/>
                  </a:moveTo>
                  <a:lnTo>
                    <a:pt x="161544" y="193294"/>
                  </a:lnTo>
                  <a:lnTo>
                    <a:pt x="161544" y="966216"/>
                  </a:lnTo>
                  <a:lnTo>
                    <a:pt x="0" y="772922"/>
                  </a:lnTo>
                  <a:lnTo>
                    <a:pt x="0" y="0"/>
                  </a:lnTo>
                  <a:close/>
                </a:path>
              </a:pathLst>
            </a:custGeom>
            <a:ln w="12192">
              <a:solidFill>
                <a:srgbClr val="006FC0"/>
              </a:solidFill>
            </a:ln>
          </p:spPr>
          <p:txBody>
            <a:bodyPr wrap="square" lIns="0" tIns="0" rIns="0" bIns="0" rtlCol="0"/>
            <a:lstStyle/>
            <a:p>
              <a:endParaRPr/>
            </a:p>
          </p:txBody>
        </p:sp>
        <p:sp>
          <p:nvSpPr>
            <p:cNvPr id="34" name="object 34"/>
            <p:cNvSpPr/>
            <p:nvPr/>
          </p:nvSpPr>
          <p:spPr>
            <a:xfrm>
              <a:off x="4032504" y="4034028"/>
              <a:ext cx="161925" cy="966469"/>
            </a:xfrm>
            <a:custGeom>
              <a:avLst/>
              <a:gdLst/>
              <a:ahLst/>
              <a:cxnLst/>
              <a:rect l="l" t="t" r="r" b="b"/>
              <a:pathLst>
                <a:path w="161925" h="966470">
                  <a:moveTo>
                    <a:pt x="0" y="0"/>
                  </a:moveTo>
                  <a:lnTo>
                    <a:pt x="0" y="772922"/>
                  </a:lnTo>
                  <a:lnTo>
                    <a:pt x="161544" y="966216"/>
                  </a:lnTo>
                  <a:lnTo>
                    <a:pt x="161544" y="193294"/>
                  </a:lnTo>
                  <a:lnTo>
                    <a:pt x="0" y="0"/>
                  </a:lnTo>
                  <a:close/>
                </a:path>
              </a:pathLst>
            </a:custGeom>
            <a:solidFill>
              <a:srgbClr val="006FC0">
                <a:alpha val="5097"/>
              </a:srgbClr>
            </a:solidFill>
          </p:spPr>
          <p:txBody>
            <a:bodyPr wrap="square" lIns="0" tIns="0" rIns="0" bIns="0" rtlCol="0"/>
            <a:lstStyle/>
            <a:p>
              <a:endParaRPr/>
            </a:p>
          </p:txBody>
        </p:sp>
        <p:sp>
          <p:nvSpPr>
            <p:cNvPr id="35" name="object 35"/>
            <p:cNvSpPr/>
            <p:nvPr/>
          </p:nvSpPr>
          <p:spPr>
            <a:xfrm>
              <a:off x="4032504" y="4034028"/>
              <a:ext cx="161925" cy="966469"/>
            </a:xfrm>
            <a:custGeom>
              <a:avLst/>
              <a:gdLst/>
              <a:ahLst/>
              <a:cxnLst/>
              <a:rect l="l" t="t" r="r" b="b"/>
              <a:pathLst>
                <a:path w="161925" h="966470">
                  <a:moveTo>
                    <a:pt x="0" y="0"/>
                  </a:moveTo>
                  <a:lnTo>
                    <a:pt x="161544" y="193294"/>
                  </a:lnTo>
                  <a:lnTo>
                    <a:pt x="161544" y="966216"/>
                  </a:lnTo>
                  <a:lnTo>
                    <a:pt x="0" y="772922"/>
                  </a:lnTo>
                  <a:lnTo>
                    <a:pt x="0" y="0"/>
                  </a:lnTo>
                  <a:close/>
                </a:path>
              </a:pathLst>
            </a:custGeom>
            <a:ln w="12192">
              <a:solidFill>
                <a:srgbClr val="006FC0"/>
              </a:solidFill>
            </a:ln>
          </p:spPr>
          <p:txBody>
            <a:bodyPr wrap="square" lIns="0" tIns="0" rIns="0" bIns="0" rtlCol="0"/>
            <a:lstStyle/>
            <a:p>
              <a:endParaRPr/>
            </a:p>
          </p:txBody>
        </p:sp>
        <p:sp>
          <p:nvSpPr>
            <p:cNvPr id="36" name="object 36"/>
            <p:cNvSpPr/>
            <p:nvPr/>
          </p:nvSpPr>
          <p:spPr>
            <a:xfrm>
              <a:off x="4066032" y="4034028"/>
              <a:ext cx="161925" cy="966469"/>
            </a:xfrm>
            <a:custGeom>
              <a:avLst/>
              <a:gdLst/>
              <a:ahLst/>
              <a:cxnLst/>
              <a:rect l="l" t="t" r="r" b="b"/>
              <a:pathLst>
                <a:path w="161925" h="966470">
                  <a:moveTo>
                    <a:pt x="0" y="0"/>
                  </a:moveTo>
                  <a:lnTo>
                    <a:pt x="0" y="772922"/>
                  </a:lnTo>
                  <a:lnTo>
                    <a:pt x="161543" y="966216"/>
                  </a:lnTo>
                  <a:lnTo>
                    <a:pt x="161543" y="193294"/>
                  </a:lnTo>
                  <a:lnTo>
                    <a:pt x="0" y="0"/>
                  </a:lnTo>
                  <a:close/>
                </a:path>
              </a:pathLst>
            </a:custGeom>
            <a:solidFill>
              <a:srgbClr val="006FC0">
                <a:alpha val="5097"/>
              </a:srgbClr>
            </a:solidFill>
          </p:spPr>
          <p:txBody>
            <a:bodyPr wrap="square" lIns="0" tIns="0" rIns="0" bIns="0" rtlCol="0"/>
            <a:lstStyle/>
            <a:p>
              <a:endParaRPr/>
            </a:p>
          </p:txBody>
        </p:sp>
        <p:sp>
          <p:nvSpPr>
            <p:cNvPr id="37" name="object 37"/>
            <p:cNvSpPr/>
            <p:nvPr/>
          </p:nvSpPr>
          <p:spPr>
            <a:xfrm>
              <a:off x="4066032" y="4034028"/>
              <a:ext cx="161925" cy="966469"/>
            </a:xfrm>
            <a:custGeom>
              <a:avLst/>
              <a:gdLst/>
              <a:ahLst/>
              <a:cxnLst/>
              <a:rect l="l" t="t" r="r" b="b"/>
              <a:pathLst>
                <a:path w="161925" h="966470">
                  <a:moveTo>
                    <a:pt x="0" y="0"/>
                  </a:moveTo>
                  <a:lnTo>
                    <a:pt x="161543" y="193294"/>
                  </a:lnTo>
                  <a:lnTo>
                    <a:pt x="161543" y="966216"/>
                  </a:lnTo>
                  <a:lnTo>
                    <a:pt x="0" y="772922"/>
                  </a:lnTo>
                  <a:lnTo>
                    <a:pt x="0" y="0"/>
                  </a:lnTo>
                  <a:close/>
                </a:path>
              </a:pathLst>
            </a:custGeom>
            <a:ln w="12191">
              <a:solidFill>
                <a:srgbClr val="006FC0"/>
              </a:solidFill>
            </a:ln>
          </p:spPr>
          <p:txBody>
            <a:bodyPr wrap="square" lIns="0" tIns="0" rIns="0" bIns="0" rtlCol="0"/>
            <a:lstStyle/>
            <a:p>
              <a:endParaRPr/>
            </a:p>
          </p:txBody>
        </p:sp>
        <p:sp>
          <p:nvSpPr>
            <p:cNvPr id="38" name="object 38"/>
            <p:cNvSpPr/>
            <p:nvPr/>
          </p:nvSpPr>
          <p:spPr>
            <a:xfrm>
              <a:off x="4349496" y="4259580"/>
              <a:ext cx="76200" cy="741045"/>
            </a:xfrm>
            <a:custGeom>
              <a:avLst/>
              <a:gdLst/>
              <a:ahLst/>
              <a:cxnLst/>
              <a:rect l="l" t="t" r="r" b="b"/>
              <a:pathLst>
                <a:path w="76200" h="741045">
                  <a:moveTo>
                    <a:pt x="31750" y="664464"/>
                  </a:moveTo>
                  <a:lnTo>
                    <a:pt x="0" y="664464"/>
                  </a:lnTo>
                  <a:lnTo>
                    <a:pt x="38100" y="740664"/>
                  </a:lnTo>
                  <a:lnTo>
                    <a:pt x="69850" y="677164"/>
                  </a:lnTo>
                  <a:lnTo>
                    <a:pt x="31750" y="677164"/>
                  </a:lnTo>
                  <a:lnTo>
                    <a:pt x="31750" y="664464"/>
                  </a:lnTo>
                  <a:close/>
                </a:path>
                <a:path w="76200" h="741045">
                  <a:moveTo>
                    <a:pt x="44450" y="63500"/>
                  </a:moveTo>
                  <a:lnTo>
                    <a:pt x="31750" y="63500"/>
                  </a:lnTo>
                  <a:lnTo>
                    <a:pt x="31750" y="677164"/>
                  </a:lnTo>
                  <a:lnTo>
                    <a:pt x="44450" y="677164"/>
                  </a:lnTo>
                  <a:lnTo>
                    <a:pt x="44450" y="63500"/>
                  </a:lnTo>
                  <a:close/>
                </a:path>
                <a:path w="76200" h="741045">
                  <a:moveTo>
                    <a:pt x="76200" y="664464"/>
                  </a:moveTo>
                  <a:lnTo>
                    <a:pt x="44450" y="664464"/>
                  </a:lnTo>
                  <a:lnTo>
                    <a:pt x="44450" y="677164"/>
                  </a:lnTo>
                  <a:lnTo>
                    <a:pt x="69850" y="677164"/>
                  </a:lnTo>
                  <a:lnTo>
                    <a:pt x="76200" y="664464"/>
                  </a:lnTo>
                  <a:close/>
                </a:path>
                <a:path w="76200" h="741045">
                  <a:moveTo>
                    <a:pt x="38100" y="0"/>
                  </a:moveTo>
                  <a:lnTo>
                    <a:pt x="0" y="76200"/>
                  </a:lnTo>
                  <a:lnTo>
                    <a:pt x="31750" y="76200"/>
                  </a:lnTo>
                  <a:lnTo>
                    <a:pt x="31750" y="63500"/>
                  </a:lnTo>
                  <a:lnTo>
                    <a:pt x="69850" y="63500"/>
                  </a:lnTo>
                  <a:lnTo>
                    <a:pt x="38100" y="0"/>
                  </a:lnTo>
                  <a:close/>
                </a:path>
                <a:path w="76200" h="741045">
                  <a:moveTo>
                    <a:pt x="69850" y="63500"/>
                  </a:moveTo>
                  <a:lnTo>
                    <a:pt x="44450" y="63500"/>
                  </a:lnTo>
                  <a:lnTo>
                    <a:pt x="44450" y="76200"/>
                  </a:lnTo>
                  <a:lnTo>
                    <a:pt x="76200" y="76200"/>
                  </a:lnTo>
                  <a:lnTo>
                    <a:pt x="69850" y="63500"/>
                  </a:lnTo>
                  <a:close/>
                </a:path>
              </a:pathLst>
            </a:custGeom>
            <a:solidFill>
              <a:srgbClr val="000000">
                <a:alpha val="39999"/>
              </a:srgbClr>
            </a:solidFill>
          </p:spPr>
          <p:txBody>
            <a:bodyPr wrap="square" lIns="0" tIns="0" rIns="0" bIns="0" rtlCol="0"/>
            <a:lstStyle/>
            <a:p>
              <a:endParaRPr/>
            </a:p>
          </p:txBody>
        </p:sp>
      </p:grpSp>
      <p:pic>
        <p:nvPicPr>
          <p:cNvPr id="39" name="object 39"/>
          <p:cNvPicPr/>
          <p:nvPr/>
        </p:nvPicPr>
        <p:blipFill>
          <a:blip r:embed="rId9" cstate="print"/>
          <a:stretch>
            <a:fillRect/>
          </a:stretch>
        </p:blipFill>
        <p:spPr>
          <a:xfrm>
            <a:off x="3677420" y="3634764"/>
            <a:ext cx="407661" cy="137897"/>
          </a:xfrm>
          <a:prstGeom prst="rect">
            <a:avLst/>
          </a:prstGeom>
        </p:spPr>
      </p:pic>
      <p:pic>
        <p:nvPicPr>
          <p:cNvPr id="40" name="object 40"/>
          <p:cNvPicPr/>
          <p:nvPr/>
        </p:nvPicPr>
        <p:blipFill>
          <a:blip r:embed="rId10" cstate="print"/>
          <a:stretch>
            <a:fillRect/>
          </a:stretch>
        </p:blipFill>
        <p:spPr>
          <a:xfrm>
            <a:off x="4530852" y="4689347"/>
            <a:ext cx="732281" cy="176021"/>
          </a:xfrm>
          <a:prstGeom prst="rect">
            <a:avLst/>
          </a:prstGeom>
        </p:spPr>
      </p:pic>
      <p:grpSp>
        <p:nvGrpSpPr>
          <p:cNvPr id="41" name="object 41"/>
          <p:cNvGrpSpPr/>
          <p:nvPr/>
        </p:nvGrpSpPr>
        <p:grpSpPr>
          <a:xfrm>
            <a:off x="5920740" y="3320796"/>
            <a:ext cx="1615440" cy="2125980"/>
            <a:chOff x="5920740" y="3320796"/>
            <a:chExt cx="1615440" cy="2125980"/>
          </a:xfrm>
        </p:grpSpPr>
        <p:sp>
          <p:nvSpPr>
            <p:cNvPr id="42" name="object 42"/>
            <p:cNvSpPr/>
            <p:nvPr/>
          </p:nvSpPr>
          <p:spPr>
            <a:xfrm>
              <a:off x="5926836" y="3334512"/>
              <a:ext cx="862965" cy="2106295"/>
            </a:xfrm>
            <a:custGeom>
              <a:avLst/>
              <a:gdLst/>
              <a:ahLst/>
              <a:cxnLst/>
              <a:rect l="l" t="t" r="r" b="b"/>
              <a:pathLst>
                <a:path w="862965" h="2106295">
                  <a:moveTo>
                    <a:pt x="0" y="0"/>
                  </a:moveTo>
                  <a:lnTo>
                    <a:pt x="0" y="1684908"/>
                  </a:lnTo>
                  <a:lnTo>
                    <a:pt x="862584" y="2106168"/>
                  </a:lnTo>
                  <a:lnTo>
                    <a:pt x="862584" y="421258"/>
                  </a:lnTo>
                  <a:lnTo>
                    <a:pt x="0" y="0"/>
                  </a:lnTo>
                  <a:close/>
                </a:path>
              </a:pathLst>
            </a:custGeom>
            <a:solidFill>
              <a:srgbClr val="6FAC46">
                <a:alpha val="5097"/>
              </a:srgbClr>
            </a:solidFill>
          </p:spPr>
          <p:txBody>
            <a:bodyPr wrap="square" lIns="0" tIns="0" rIns="0" bIns="0" rtlCol="0"/>
            <a:lstStyle/>
            <a:p>
              <a:endParaRPr/>
            </a:p>
          </p:txBody>
        </p:sp>
        <p:sp>
          <p:nvSpPr>
            <p:cNvPr id="43" name="object 43"/>
            <p:cNvSpPr/>
            <p:nvPr/>
          </p:nvSpPr>
          <p:spPr>
            <a:xfrm>
              <a:off x="5926836" y="3334512"/>
              <a:ext cx="862965" cy="2106295"/>
            </a:xfrm>
            <a:custGeom>
              <a:avLst/>
              <a:gdLst/>
              <a:ahLst/>
              <a:cxnLst/>
              <a:rect l="l" t="t" r="r" b="b"/>
              <a:pathLst>
                <a:path w="862965" h="2106295">
                  <a:moveTo>
                    <a:pt x="0" y="0"/>
                  </a:moveTo>
                  <a:lnTo>
                    <a:pt x="862584" y="421258"/>
                  </a:lnTo>
                  <a:lnTo>
                    <a:pt x="862584" y="2106168"/>
                  </a:lnTo>
                  <a:lnTo>
                    <a:pt x="0" y="1684908"/>
                  </a:lnTo>
                  <a:lnTo>
                    <a:pt x="0" y="0"/>
                  </a:lnTo>
                  <a:close/>
                </a:path>
              </a:pathLst>
            </a:custGeom>
            <a:ln w="12192">
              <a:solidFill>
                <a:srgbClr val="385622"/>
              </a:solidFill>
            </a:ln>
          </p:spPr>
          <p:txBody>
            <a:bodyPr wrap="square" lIns="0" tIns="0" rIns="0" bIns="0" rtlCol="0"/>
            <a:lstStyle/>
            <a:p>
              <a:endParaRPr/>
            </a:p>
          </p:txBody>
        </p:sp>
        <p:sp>
          <p:nvSpPr>
            <p:cNvPr id="44" name="object 44"/>
            <p:cNvSpPr/>
            <p:nvPr/>
          </p:nvSpPr>
          <p:spPr>
            <a:xfrm>
              <a:off x="6012180" y="3331464"/>
              <a:ext cx="862965" cy="2105025"/>
            </a:xfrm>
            <a:custGeom>
              <a:avLst/>
              <a:gdLst/>
              <a:ahLst/>
              <a:cxnLst/>
              <a:rect l="l" t="t" r="r" b="b"/>
              <a:pathLst>
                <a:path w="862965" h="2105025">
                  <a:moveTo>
                    <a:pt x="0" y="0"/>
                  </a:moveTo>
                  <a:lnTo>
                    <a:pt x="0" y="1683766"/>
                  </a:lnTo>
                  <a:lnTo>
                    <a:pt x="862584" y="2104644"/>
                  </a:lnTo>
                  <a:lnTo>
                    <a:pt x="862584" y="420878"/>
                  </a:lnTo>
                  <a:lnTo>
                    <a:pt x="0" y="0"/>
                  </a:lnTo>
                  <a:close/>
                </a:path>
              </a:pathLst>
            </a:custGeom>
            <a:solidFill>
              <a:srgbClr val="6FAC46">
                <a:alpha val="5097"/>
              </a:srgbClr>
            </a:solidFill>
          </p:spPr>
          <p:txBody>
            <a:bodyPr wrap="square" lIns="0" tIns="0" rIns="0" bIns="0" rtlCol="0"/>
            <a:lstStyle/>
            <a:p>
              <a:endParaRPr/>
            </a:p>
          </p:txBody>
        </p:sp>
        <p:sp>
          <p:nvSpPr>
            <p:cNvPr id="45" name="object 45"/>
            <p:cNvSpPr/>
            <p:nvPr/>
          </p:nvSpPr>
          <p:spPr>
            <a:xfrm>
              <a:off x="6012180" y="3331464"/>
              <a:ext cx="862965" cy="2105025"/>
            </a:xfrm>
            <a:custGeom>
              <a:avLst/>
              <a:gdLst/>
              <a:ahLst/>
              <a:cxnLst/>
              <a:rect l="l" t="t" r="r" b="b"/>
              <a:pathLst>
                <a:path w="862965" h="2105025">
                  <a:moveTo>
                    <a:pt x="0" y="0"/>
                  </a:moveTo>
                  <a:lnTo>
                    <a:pt x="862584" y="420878"/>
                  </a:lnTo>
                  <a:lnTo>
                    <a:pt x="862584" y="2104644"/>
                  </a:lnTo>
                  <a:lnTo>
                    <a:pt x="0" y="1683766"/>
                  </a:lnTo>
                  <a:lnTo>
                    <a:pt x="0" y="0"/>
                  </a:lnTo>
                  <a:close/>
                </a:path>
              </a:pathLst>
            </a:custGeom>
            <a:ln w="12191">
              <a:solidFill>
                <a:srgbClr val="385622"/>
              </a:solidFill>
            </a:ln>
          </p:spPr>
          <p:txBody>
            <a:bodyPr wrap="square" lIns="0" tIns="0" rIns="0" bIns="0" rtlCol="0"/>
            <a:lstStyle/>
            <a:p>
              <a:endParaRPr/>
            </a:p>
          </p:txBody>
        </p:sp>
        <p:sp>
          <p:nvSpPr>
            <p:cNvPr id="46" name="object 46"/>
            <p:cNvSpPr/>
            <p:nvPr/>
          </p:nvSpPr>
          <p:spPr>
            <a:xfrm>
              <a:off x="6092952" y="3328416"/>
              <a:ext cx="862965" cy="2105025"/>
            </a:xfrm>
            <a:custGeom>
              <a:avLst/>
              <a:gdLst/>
              <a:ahLst/>
              <a:cxnLst/>
              <a:rect l="l" t="t" r="r" b="b"/>
              <a:pathLst>
                <a:path w="862965" h="2105025">
                  <a:moveTo>
                    <a:pt x="0" y="0"/>
                  </a:moveTo>
                  <a:lnTo>
                    <a:pt x="0" y="1683766"/>
                  </a:lnTo>
                  <a:lnTo>
                    <a:pt x="862583" y="2104644"/>
                  </a:lnTo>
                  <a:lnTo>
                    <a:pt x="862583" y="420878"/>
                  </a:lnTo>
                  <a:lnTo>
                    <a:pt x="0" y="0"/>
                  </a:lnTo>
                  <a:close/>
                </a:path>
              </a:pathLst>
            </a:custGeom>
            <a:solidFill>
              <a:srgbClr val="6FAC46">
                <a:alpha val="5097"/>
              </a:srgbClr>
            </a:solidFill>
          </p:spPr>
          <p:txBody>
            <a:bodyPr wrap="square" lIns="0" tIns="0" rIns="0" bIns="0" rtlCol="0"/>
            <a:lstStyle/>
            <a:p>
              <a:endParaRPr/>
            </a:p>
          </p:txBody>
        </p:sp>
        <p:sp>
          <p:nvSpPr>
            <p:cNvPr id="47" name="object 47"/>
            <p:cNvSpPr/>
            <p:nvPr/>
          </p:nvSpPr>
          <p:spPr>
            <a:xfrm>
              <a:off x="6092952" y="3328416"/>
              <a:ext cx="862965" cy="2105025"/>
            </a:xfrm>
            <a:custGeom>
              <a:avLst/>
              <a:gdLst/>
              <a:ahLst/>
              <a:cxnLst/>
              <a:rect l="l" t="t" r="r" b="b"/>
              <a:pathLst>
                <a:path w="862965" h="2105025">
                  <a:moveTo>
                    <a:pt x="0" y="0"/>
                  </a:moveTo>
                  <a:lnTo>
                    <a:pt x="862583" y="420878"/>
                  </a:lnTo>
                  <a:lnTo>
                    <a:pt x="862583" y="2104644"/>
                  </a:lnTo>
                  <a:lnTo>
                    <a:pt x="0" y="1683766"/>
                  </a:lnTo>
                  <a:lnTo>
                    <a:pt x="0" y="0"/>
                  </a:lnTo>
                  <a:close/>
                </a:path>
              </a:pathLst>
            </a:custGeom>
            <a:ln w="12192">
              <a:solidFill>
                <a:srgbClr val="385622"/>
              </a:solidFill>
            </a:ln>
          </p:spPr>
          <p:txBody>
            <a:bodyPr wrap="square" lIns="0" tIns="0" rIns="0" bIns="0" rtlCol="0"/>
            <a:lstStyle/>
            <a:p>
              <a:endParaRPr/>
            </a:p>
          </p:txBody>
        </p:sp>
        <p:sp>
          <p:nvSpPr>
            <p:cNvPr id="48" name="object 48"/>
            <p:cNvSpPr/>
            <p:nvPr/>
          </p:nvSpPr>
          <p:spPr>
            <a:xfrm>
              <a:off x="6178296" y="3331464"/>
              <a:ext cx="862965" cy="2106295"/>
            </a:xfrm>
            <a:custGeom>
              <a:avLst/>
              <a:gdLst/>
              <a:ahLst/>
              <a:cxnLst/>
              <a:rect l="l" t="t" r="r" b="b"/>
              <a:pathLst>
                <a:path w="862965" h="2106295">
                  <a:moveTo>
                    <a:pt x="0" y="0"/>
                  </a:moveTo>
                  <a:lnTo>
                    <a:pt x="0" y="1684909"/>
                  </a:lnTo>
                  <a:lnTo>
                    <a:pt x="862583" y="2106168"/>
                  </a:lnTo>
                  <a:lnTo>
                    <a:pt x="862583" y="421259"/>
                  </a:lnTo>
                  <a:lnTo>
                    <a:pt x="0" y="0"/>
                  </a:lnTo>
                  <a:close/>
                </a:path>
              </a:pathLst>
            </a:custGeom>
            <a:solidFill>
              <a:srgbClr val="6FAC46">
                <a:alpha val="5097"/>
              </a:srgbClr>
            </a:solidFill>
          </p:spPr>
          <p:txBody>
            <a:bodyPr wrap="square" lIns="0" tIns="0" rIns="0" bIns="0" rtlCol="0"/>
            <a:lstStyle/>
            <a:p>
              <a:endParaRPr/>
            </a:p>
          </p:txBody>
        </p:sp>
        <p:sp>
          <p:nvSpPr>
            <p:cNvPr id="49" name="object 49"/>
            <p:cNvSpPr/>
            <p:nvPr/>
          </p:nvSpPr>
          <p:spPr>
            <a:xfrm>
              <a:off x="6178296" y="3331464"/>
              <a:ext cx="862965" cy="2106295"/>
            </a:xfrm>
            <a:custGeom>
              <a:avLst/>
              <a:gdLst/>
              <a:ahLst/>
              <a:cxnLst/>
              <a:rect l="l" t="t" r="r" b="b"/>
              <a:pathLst>
                <a:path w="862965" h="2106295">
                  <a:moveTo>
                    <a:pt x="0" y="0"/>
                  </a:moveTo>
                  <a:lnTo>
                    <a:pt x="862583" y="421259"/>
                  </a:lnTo>
                  <a:lnTo>
                    <a:pt x="862583" y="2106168"/>
                  </a:lnTo>
                  <a:lnTo>
                    <a:pt x="0" y="1684909"/>
                  </a:lnTo>
                  <a:lnTo>
                    <a:pt x="0" y="0"/>
                  </a:lnTo>
                  <a:close/>
                </a:path>
              </a:pathLst>
            </a:custGeom>
            <a:ln w="12192">
              <a:solidFill>
                <a:srgbClr val="385622"/>
              </a:solidFill>
            </a:ln>
          </p:spPr>
          <p:txBody>
            <a:bodyPr wrap="square" lIns="0" tIns="0" rIns="0" bIns="0" rtlCol="0"/>
            <a:lstStyle/>
            <a:p>
              <a:endParaRPr/>
            </a:p>
          </p:txBody>
        </p:sp>
        <p:sp>
          <p:nvSpPr>
            <p:cNvPr id="50" name="object 50"/>
            <p:cNvSpPr/>
            <p:nvPr/>
          </p:nvSpPr>
          <p:spPr>
            <a:xfrm>
              <a:off x="6252972" y="3326892"/>
              <a:ext cx="862965" cy="2106295"/>
            </a:xfrm>
            <a:custGeom>
              <a:avLst/>
              <a:gdLst/>
              <a:ahLst/>
              <a:cxnLst/>
              <a:rect l="l" t="t" r="r" b="b"/>
              <a:pathLst>
                <a:path w="862965" h="2106295">
                  <a:moveTo>
                    <a:pt x="0" y="0"/>
                  </a:moveTo>
                  <a:lnTo>
                    <a:pt x="0" y="1684909"/>
                  </a:lnTo>
                  <a:lnTo>
                    <a:pt x="862583" y="2106168"/>
                  </a:lnTo>
                  <a:lnTo>
                    <a:pt x="862583" y="421259"/>
                  </a:lnTo>
                  <a:lnTo>
                    <a:pt x="0" y="0"/>
                  </a:lnTo>
                  <a:close/>
                </a:path>
              </a:pathLst>
            </a:custGeom>
            <a:solidFill>
              <a:srgbClr val="6FAC46">
                <a:alpha val="5097"/>
              </a:srgbClr>
            </a:solidFill>
          </p:spPr>
          <p:txBody>
            <a:bodyPr wrap="square" lIns="0" tIns="0" rIns="0" bIns="0" rtlCol="0"/>
            <a:lstStyle/>
            <a:p>
              <a:endParaRPr/>
            </a:p>
          </p:txBody>
        </p:sp>
        <p:sp>
          <p:nvSpPr>
            <p:cNvPr id="51" name="object 51"/>
            <p:cNvSpPr/>
            <p:nvPr/>
          </p:nvSpPr>
          <p:spPr>
            <a:xfrm>
              <a:off x="6252972" y="3326892"/>
              <a:ext cx="862965" cy="2106295"/>
            </a:xfrm>
            <a:custGeom>
              <a:avLst/>
              <a:gdLst/>
              <a:ahLst/>
              <a:cxnLst/>
              <a:rect l="l" t="t" r="r" b="b"/>
              <a:pathLst>
                <a:path w="862965" h="2106295">
                  <a:moveTo>
                    <a:pt x="0" y="0"/>
                  </a:moveTo>
                  <a:lnTo>
                    <a:pt x="862583" y="421259"/>
                  </a:lnTo>
                  <a:lnTo>
                    <a:pt x="862583" y="2106168"/>
                  </a:lnTo>
                  <a:lnTo>
                    <a:pt x="0" y="1684909"/>
                  </a:lnTo>
                  <a:lnTo>
                    <a:pt x="0" y="0"/>
                  </a:lnTo>
                  <a:close/>
                </a:path>
              </a:pathLst>
            </a:custGeom>
            <a:ln w="12192">
              <a:solidFill>
                <a:srgbClr val="385622"/>
              </a:solidFill>
            </a:ln>
          </p:spPr>
          <p:txBody>
            <a:bodyPr wrap="square" lIns="0" tIns="0" rIns="0" bIns="0" rtlCol="0"/>
            <a:lstStyle/>
            <a:p>
              <a:endParaRPr/>
            </a:p>
          </p:txBody>
        </p:sp>
        <p:sp>
          <p:nvSpPr>
            <p:cNvPr id="52" name="object 52"/>
            <p:cNvSpPr/>
            <p:nvPr/>
          </p:nvSpPr>
          <p:spPr>
            <a:xfrm>
              <a:off x="6342888" y="3334512"/>
              <a:ext cx="862965" cy="2106295"/>
            </a:xfrm>
            <a:custGeom>
              <a:avLst/>
              <a:gdLst/>
              <a:ahLst/>
              <a:cxnLst/>
              <a:rect l="l" t="t" r="r" b="b"/>
              <a:pathLst>
                <a:path w="862965" h="2106295">
                  <a:moveTo>
                    <a:pt x="0" y="0"/>
                  </a:moveTo>
                  <a:lnTo>
                    <a:pt x="0" y="1684908"/>
                  </a:lnTo>
                  <a:lnTo>
                    <a:pt x="862584" y="2106168"/>
                  </a:lnTo>
                  <a:lnTo>
                    <a:pt x="862584" y="421258"/>
                  </a:lnTo>
                  <a:lnTo>
                    <a:pt x="0" y="0"/>
                  </a:lnTo>
                  <a:close/>
                </a:path>
              </a:pathLst>
            </a:custGeom>
            <a:solidFill>
              <a:srgbClr val="6FAC46">
                <a:alpha val="5097"/>
              </a:srgbClr>
            </a:solidFill>
          </p:spPr>
          <p:txBody>
            <a:bodyPr wrap="square" lIns="0" tIns="0" rIns="0" bIns="0" rtlCol="0"/>
            <a:lstStyle/>
            <a:p>
              <a:endParaRPr/>
            </a:p>
          </p:txBody>
        </p:sp>
        <p:sp>
          <p:nvSpPr>
            <p:cNvPr id="53" name="object 53"/>
            <p:cNvSpPr/>
            <p:nvPr/>
          </p:nvSpPr>
          <p:spPr>
            <a:xfrm>
              <a:off x="6342888" y="3334512"/>
              <a:ext cx="862965" cy="2106295"/>
            </a:xfrm>
            <a:custGeom>
              <a:avLst/>
              <a:gdLst/>
              <a:ahLst/>
              <a:cxnLst/>
              <a:rect l="l" t="t" r="r" b="b"/>
              <a:pathLst>
                <a:path w="862965" h="2106295">
                  <a:moveTo>
                    <a:pt x="0" y="0"/>
                  </a:moveTo>
                  <a:lnTo>
                    <a:pt x="862584" y="421258"/>
                  </a:lnTo>
                  <a:lnTo>
                    <a:pt x="862584" y="2106168"/>
                  </a:lnTo>
                  <a:lnTo>
                    <a:pt x="0" y="1684908"/>
                  </a:lnTo>
                  <a:lnTo>
                    <a:pt x="0" y="0"/>
                  </a:lnTo>
                  <a:close/>
                </a:path>
              </a:pathLst>
            </a:custGeom>
            <a:ln w="12192">
              <a:solidFill>
                <a:srgbClr val="385622"/>
              </a:solidFill>
            </a:ln>
          </p:spPr>
          <p:txBody>
            <a:bodyPr wrap="square" lIns="0" tIns="0" rIns="0" bIns="0" rtlCol="0"/>
            <a:lstStyle/>
            <a:p>
              <a:endParaRPr/>
            </a:p>
          </p:txBody>
        </p:sp>
        <p:sp>
          <p:nvSpPr>
            <p:cNvPr id="54" name="object 54"/>
            <p:cNvSpPr/>
            <p:nvPr/>
          </p:nvSpPr>
          <p:spPr>
            <a:xfrm>
              <a:off x="6428232" y="3331464"/>
              <a:ext cx="861060" cy="2105025"/>
            </a:xfrm>
            <a:custGeom>
              <a:avLst/>
              <a:gdLst/>
              <a:ahLst/>
              <a:cxnLst/>
              <a:rect l="l" t="t" r="r" b="b"/>
              <a:pathLst>
                <a:path w="861059" h="2105025">
                  <a:moveTo>
                    <a:pt x="0" y="0"/>
                  </a:moveTo>
                  <a:lnTo>
                    <a:pt x="0" y="1683766"/>
                  </a:lnTo>
                  <a:lnTo>
                    <a:pt x="861060" y="2104644"/>
                  </a:lnTo>
                  <a:lnTo>
                    <a:pt x="861060" y="420878"/>
                  </a:lnTo>
                  <a:lnTo>
                    <a:pt x="0" y="0"/>
                  </a:lnTo>
                  <a:close/>
                </a:path>
              </a:pathLst>
            </a:custGeom>
            <a:solidFill>
              <a:srgbClr val="6FAC46">
                <a:alpha val="5097"/>
              </a:srgbClr>
            </a:solidFill>
          </p:spPr>
          <p:txBody>
            <a:bodyPr wrap="square" lIns="0" tIns="0" rIns="0" bIns="0" rtlCol="0"/>
            <a:lstStyle/>
            <a:p>
              <a:endParaRPr/>
            </a:p>
          </p:txBody>
        </p:sp>
        <p:sp>
          <p:nvSpPr>
            <p:cNvPr id="55" name="object 55"/>
            <p:cNvSpPr/>
            <p:nvPr/>
          </p:nvSpPr>
          <p:spPr>
            <a:xfrm>
              <a:off x="6428232" y="3331464"/>
              <a:ext cx="861060" cy="2105025"/>
            </a:xfrm>
            <a:custGeom>
              <a:avLst/>
              <a:gdLst/>
              <a:ahLst/>
              <a:cxnLst/>
              <a:rect l="l" t="t" r="r" b="b"/>
              <a:pathLst>
                <a:path w="861059" h="2105025">
                  <a:moveTo>
                    <a:pt x="0" y="0"/>
                  </a:moveTo>
                  <a:lnTo>
                    <a:pt x="861060" y="420878"/>
                  </a:lnTo>
                  <a:lnTo>
                    <a:pt x="861060" y="2104644"/>
                  </a:lnTo>
                  <a:lnTo>
                    <a:pt x="0" y="1683766"/>
                  </a:lnTo>
                  <a:lnTo>
                    <a:pt x="0" y="0"/>
                  </a:lnTo>
                  <a:close/>
                </a:path>
              </a:pathLst>
            </a:custGeom>
            <a:ln w="12192">
              <a:solidFill>
                <a:srgbClr val="385622"/>
              </a:solidFill>
            </a:ln>
          </p:spPr>
          <p:txBody>
            <a:bodyPr wrap="square" lIns="0" tIns="0" rIns="0" bIns="0" rtlCol="0"/>
            <a:lstStyle/>
            <a:p>
              <a:endParaRPr/>
            </a:p>
          </p:txBody>
        </p:sp>
        <p:sp>
          <p:nvSpPr>
            <p:cNvPr id="56" name="object 56"/>
            <p:cNvSpPr/>
            <p:nvPr/>
          </p:nvSpPr>
          <p:spPr>
            <a:xfrm>
              <a:off x="6509004" y="3328416"/>
              <a:ext cx="861060" cy="2105025"/>
            </a:xfrm>
            <a:custGeom>
              <a:avLst/>
              <a:gdLst/>
              <a:ahLst/>
              <a:cxnLst/>
              <a:rect l="l" t="t" r="r" b="b"/>
              <a:pathLst>
                <a:path w="861059" h="2105025">
                  <a:moveTo>
                    <a:pt x="0" y="0"/>
                  </a:moveTo>
                  <a:lnTo>
                    <a:pt x="0" y="1683766"/>
                  </a:lnTo>
                  <a:lnTo>
                    <a:pt x="861060" y="2104644"/>
                  </a:lnTo>
                  <a:lnTo>
                    <a:pt x="861060" y="420878"/>
                  </a:lnTo>
                  <a:lnTo>
                    <a:pt x="0" y="0"/>
                  </a:lnTo>
                  <a:close/>
                </a:path>
              </a:pathLst>
            </a:custGeom>
            <a:solidFill>
              <a:srgbClr val="6FAC46">
                <a:alpha val="5097"/>
              </a:srgbClr>
            </a:solidFill>
          </p:spPr>
          <p:txBody>
            <a:bodyPr wrap="square" lIns="0" tIns="0" rIns="0" bIns="0" rtlCol="0"/>
            <a:lstStyle/>
            <a:p>
              <a:endParaRPr/>
            </a:p>
          </p:txBody>
        </p:sp>
        <p:sp>
          <p:nvSpPr>
            <p:cNvPr id="57" name="object 57"/>
            <p:cNvSpPr/>
            <p:nvPr/>
          </p:nvSpPr>
          <p:spPr>
            <a:xfrm>
              <a:off x="6509004" y="3328416"/>
              <a:ext cx="861060" cy="2105025"/>
            </a:xfrm>
            <a:custGeom>
              <a:avLst/>
              <a:gdLst/>
              <a:ahLst/>
              <a:cxnLst/>
              <a:rect l="l" t="t" r="r" b="b"/>
              <a:pathLst>
                <a:path w="861059" h="2105025">
                  <a:moveTo>
                    <a:pt x="0" y="0"/>
                  </a:moveTo>
                  <a:lnTo>
                    <a:pt x="861060" y="420878"/>
                  </a:lnTo>
                  <a:lnTo>
                    <a:pt x="861060" y="2104644"/>
                  </a:lnTo>
                  <a:lnTo>
                    <a:pt x="0" y="1683766"/>
                  </a:lnTo>
                  <a:lnTo>
                    <a:pt x="0" y="0"/>
                  </a:lnTo>
                  <a:close/>
                </a:path>
              </a:pathLst>
            </a:custGeom>
            <a:ln w="12192">
              <a:solidFill>
                <a:srgbClr val="385622"/>
              </a:solidFill>
            </a:ln>
          </p:spPr>
          <p:txBody>
            <a:bodyPr wrap="square" lIns="0" tIns="0" rIns="0" bIns="0" rtlCol="0"/>
            <a:lstStyle/>
            <a:p>
              <a:endParaRPr/>
            </a:p>
          </p:txBody>
        </p:sp>
        <p:sp>
          <p:nvSpPr>
            <p:cNvPr id="58" name="object 58"/>
            <p:cNvSpPr/>
            <p:nvPr/>
          </p:nvSpPr>
          <p:spPr>
            <a:xfrm>
              <a:off x="6594348" y="3331464"/>
              <a:ext cx="861060" cy="2106295"/>
            </a:xfrm>
            <a:custGeom>
              <a:avLst/>
              <a:gdLst/>
              <a:ahLst/>
              <a:cxnLst/>
              <a:rect l="l" t="t" r="r" b="b"/>
              <a:pathLst>
                <a:path w="861059" h="2106295">
                  <a:moveTo>
                    <a:pt x="0" y="0"/>
                  </a:moveTo>
                  <a:lnTo>
                    <a:pt x="0" y="1684909"/>
                  </a:lnTo>
                  <a:lnTo>
                    <a:pt x="861059" y="2106168"/>
                  </a:lnTo>
                  <a:lnTo>
                    <a:pt x="861059" y="421259"/>
                  </a:lnTo>
                  <a:lnTo>
                    <a:pt x="0" y="0"/>
                  </a:lnTo>
                  <a:close/>
                </a:path>
              </a:pathLst>
            </a:custGeom>
            <a:solidFill>
              <a:srgbClr val="6FAC46">
                <a:alpha val="5097"/>
              </a:srgbClr>
            </a:solidFill>
          </p:spPr>
          <p:txBody>
            <a:bodyPr wrap="square" lIns="0" tIns="0" rIns="0" bIns="0" rtlCol="0"/>
            <a:lstStyle/>
            <a:p>
              <a:endParaRPr/>
            </a:p>
          </p:txBody>
        </p:sp>
        <p:sp>
          <p:nvSpPr>
            <p:cNvPr id="59" name="object 59"/>
            <p:cNvSpPr/>
            <p:nvPr/>
          </p:nvSpPr>
          <p:spPr>
            <a:xfrm>
              <a:off x="6594348" y="3331464"/>
              <a:ext cx="861060" cy="2106295"/>
            </a:xfrm>
            <a:custGeom>
              <a:avLst/>
              <a:gdLst/>
              <a:ahLst/>
              <a:cxnLst/>
              <a:rect l="l" t="t" r="r" b="b"/>
              <a:pathLst>
                <a:path w="861059" h="2106295">
                  <a:moveTo>
                    <a:pt x="0" y="0"/>
                  </a:moveTo>
                  <a:lnTo>
                    <a:pt x="861059" y="421259"/>
                  </a:lnTo>
                  <a:lnTo>
                    <a:pt x="861059" y="2106168"/>
                  </a:lnTo>
                  <a:lnTo>
                    <a:pt x="0" y="1684909"/>
                  </a:lnTo>
                  <a:lnTo>
                    <a:pt x="0" y="0"/>
                  </a:lnTo>
                  <a:close/>
                </a:path>
              </a:pathLst>
            </a:custGeom>
            <a:ln w="12192">
              <a:solidFill>
                <a:srgbClr val="385622"/>
              </a:solidFill>
            </a:ln>
          </p:spPr>
          <p:txBody>
            <a:bodyPr wrap="square" lIns="0" tIns="0" rIns="0" bIns="0" rtlCol="0"/>
            <a:lstStyle/>
            <a:p>
              <a:endParaRPr/>
            </a:p>
          </p:txBody>
        </p:sp>
        <p:sp>
          <p:nvSpPr>
            <p:cNvPr id="60" name="object 60"/>
            <p:cNvSpPr/>
            <p:nvPr/>
          </p:nvSpPr>
          <p:spPr>
            <a:xfrm>
              <a:off x="6669024" y="3326892"/>
              <a:ext cx="861060" cy="2106295"/>
            </a:xfrm>
            <a:custGeom>
              <a:avLst/>
              <a:gdLst/>
              <a:ahLst/>
              <a:cxnLst/>
              <a:rect l="l" t="t" r="r" b="b"/>
              <a:pathLst>
                <a:path w="861059" h="2106295">
                  <a:moveTo>
                    <a:pt x="0" y="0"/>
                  </a:moveTo>
                  <a:lnTo>
                    <a:pt x="0" y="1684909"/>
                  </a:lnTo>
                  <a:lnTo>
                    <a:pt x="861059" y="2106168"/>
                  </a:lnTo>
                  <a:lnTo>
                    <a:pt x="861059" y="421259"/>
                  </a:lnTo>
                  <a:lnTo>
                    <a:pt x="0" y="0"/>
                  </a:lnTo>
                  <a:close/>
                </a:path>
              </a:pathLst>
            </a:custGeom>
            <a:solidFill>
              <a:srgbClr val="6FAC46">
                <a:alpha val="5097"/>
              </a:srgbClr>
            </a:solidFill>
          </p:spPr>
          <p:txBody>
            <a:bodyPr wrap="square" lIns="0" tIns="0" rIns="0" bIns="0" rtlCol="0"/>
            <a:lstStyle/>
            <a:p>
              <a:endParaRPr/>
            </a:p>
          </p:txBody>
        </p:sp>
        <p:sp>
          <p:nvSpPr>
            <p:cNvPr id="61" name="object 61"/>
            <p:cNvSpPr/>
            <p:nvPr/>
          </p:nvSpPr>
          <p:spPr>
            <a:xfrm>
              <a:off x="6669024" y="3326892"/>
              <a:ext cx="861060" cy="2106295"/>
            </a:xfrm>
            <a:custGeom>
              <a:avLst/>
              <a:gdLst/>
              <a:ahLst/>
              <a:cxnLst/>
              <a:rect l="l" t="t" r="r" b="b"/>
              <a:pathLst>
                <a:path w="861059" h="2106295">
                  <a:moveTo>
                    <a:pt x="0" y="0"/>
                  </a:moveTo>
                  <a:lnTo>
                    <a:pt x="861059" y="421259"/>
                  </a:lnTo>
                  <a:lnTo>
                    <a:pt x="861059" y="2106168"/>
                  </a:lnTo>
                  <a:lnTo>
                    <a:pt x="0" y="1684909"/>
                  </a:lnTo>
                  <a:lnTo>
                    <a:pt x="0" y="0"/>
                  </a:lnTo>
                  <a:close/>
                </a:path>
              </a:pathLst>
            </a:custGeom>
            <a:ln w="12192">
              <a:solidFill>
                <a:srgbClr val="385622"/>
              </a:solidFill>
            </a:ln>
          </p:spPr>
          <p:txBody>
            <a:bodyPr wrap="square" lIns="0" tIns="0" rIns="0" bIns="0" rtlCol="0"/>
            <a:lstStyle/>
            <a:p>
              <a:endParaRPr/>
            </a:p>
          </p:txBody>
        </p:sp>
      </p:grpSp>
      <p:pic>
        <p:nvPicPr>
          <p:cNvPr id="62" name="object 62"/>
          <p:cNvPicPr/>
          <p:nvPr/>
        </p:nvPicPr>
        <p:blipFill>
          <a:blip r:embed="rId11" cstate="print"/>
          <a:stretch>
            <a:fillRect/>
          </a:stretch>
        </p:blipFill>
        <p:spPr>
          <a:xfrm>
            <a:off x="6306311" y="3069335"/>
            <a:ext cx="755141" cy="176022"/>
          </a:xfrm>
          <a:prstGeom prst="rect">
            <a:avLst/>
          </a:prstGeom>
        </p:spPr>
      </p:pic>
      <p:pic>
        <p:nvPicPr>
          <p:cNvPr id="63" name="object 63"/>
          <p:cNvPicPr/>
          <p:nvPr/>
        </p:nvPicPr>
        <p:blipFill>
          <a:blip r:embed="rId12" cstate="print"/>
          <a:stretch>
            <a:fillRect/>
          </a:stretch>
        </p:blipFill>
        <p:spPr>
          <a:xfrm>
            <a:off x="3090672" y="4250435"/>
            <a:ext cx="428243" cy="286512"/>
          </a:xfrm>
          <a:prstGeom prst="rect">
            <a:avLst/>
          </a:prstGeom>
        </p:spPr>
      </p:pic>
      <p:pic>
        <p:nvPicPr>
          <p:cNvPr id="64" name="object 64"/>
          <p:cNvPicPr/>
          <p:nvPr/>
        </p:nvPicPr>
        <p:blipFill>
          <a:blip r:embed="rId13" cstate="print"/>
          <a:stretch>
            <a:fillRect/>
          </a:stretch>
        </p:blipFill>
        <p:spPr>
          <a:xfrm>
            <a:off x="5266944" y="4250435"/>
            <a:ext cx="429767" cy="28651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474" y="6524434"/>
            <a:ext cx="8903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1268730" cy="174498"/>
          </a:xfrm>
          <a:prstGeom prst="rect">
            <a:avLst/>
          </a:prstGeom>
        </p:spPr>
      </p:pic>
      <p:grpSp>
        <p:nvGrpSpPr>
          <p:cNvPr id="7" name="object 7"/>
          <p:cNvGrpSpPr/>
          <p:nvPr/>
        </p:nvGrpSpPr>
        <p:grpSpPr>
          <a:xfrm>
            <a:off x="710183" y="1805939"/>
            <a:ext cx="4548505" cy="478790"/>
            <a:chOff x="710183" y="1805939"/>
            <a:chExt cx="4548505" cy="478790"/>
          </a:xfrm>
        </p:grpSpPr>
        <p:pic>
          <p:nvPicPr>
            <p:cNvPr id="8" name="object 8"/>
            <p:cNvPicPr/>
            <p:nvPr/>
          </p:nvPicPr>
          <p:blipFill>
            <a:blip r:embed="rId6" cstate="print"/>
            <a:stretch>
              <a:fillRect/>
            </a:stretch>
          </p:blipFill>
          <p:spPr>
            <a:xfrm>
              <a:off x="710183" y="1805939"/>
              <a:ext cx="4548378" cy="459486"/>
            </a:xfrm>
            <a:prstGeom prst="rect">
              <a:avLst/>
            </a:prstGeom>
          </p:spPr>
        </p:pic>
        <p:sp>
          <p:nvSpPr>
            <p:cNvPr id="9" name="object 9"/>
            <p:cNvSpPr/>
            <p:nvPr/>
          </p:nvSpPr>
          <p:spPr>
            <a:xfrm>
              <a:off x="1278635" y="2060447"/>
              <a:ext cx="291465" cy="224154"/>
            </a:xfrm>
            <a:custGeom>
              <a:avLst/>
              <a:gdLst/>
              <a:ahLst/>
              <a:cxnLst/>
              <a:rect l="l" t="t" r="r" b="b"/>
              <a:pathLst>
                <a:path w="291465" h="224155">
                  <a:moveTo>
                    <a:pt x="253745" y="0"/>
                  </a:moveTo>
                  <a:lnTo>
                    <a:pt x="37337" y="0"/>
                  </a:lnTo>
                  <a:lnTo>
                    <a:pt x="22824" y="2940"/>
                  </a:lnTo>
                  <a:lnTo>
                    <a:pt x="10953" y="10953"/>
                  </a:lnTo>
                  <a:lnTo>
                    <a:pt x="2940" y="22824"/>
                  </a:lnTo>
                  <a:lnTo>
                    <a:pt x="0" y="37337"/>
                  </a:lnTo>
                  <a:lnTo>
                    <a:pt x="0" y="186689"/>
                  </a:lnTo>
                  <a:lnTo>
                    <a:pt x="2940" y="201203"/>
                  </a:lnTo>
                  <a:lnTo>
                    <a:pt x="10953" y="213074"/>
                  </a:lnTo>
                  <a:lnTo>
                    <a:pt x="22824" y="221087"/>
                  </a:lnTo>
                  <a:lnTo>
                    <a:pt x="37337" y="224027"/>
                  </a:lnTo>
                  <a:lnTo>
                    <a:pt x="253745" y="224027"/>
                  </a:lnTo>
                  <a:lnTo>
                    <a:pt x="268259" y="221087"/>
                  </a:lnTo>
                  <a:lnTo>
                    <a:pt x="280130" y="213074"/>
                  </a:lnTo>
                  <a:lnTo>
                    <a:pt x="288143" y="201203"/>
                  </a:lnTo>
                  <a:lnTo>
                    <a:pt x="291083" y="186689"/>
                  </a:lnTo>
                  <a:lnTo>
                    <a:pt x="291083" y="37337"/>
                  </a:lnTo>
                  <a:lnTo>
                    <a:pt x="288143" y="22824"/>
                  </a:lnTo>
                  <a:lnTo>
                    <a:pt x="280130" y="10953"/>
                  </a:lnTo>
                  <a:lnTo>
                    <a:pt x="268259" y="2940"/>
                  </a:lnTo>
                  <a:lnTo>
                    <a:pt x="253745" y="0"/>
                  </a:lnTo>
                  <a:close/>
                </a:path>
              </a:pathLst>
            </a:custGeom>
            <a:solidFill>
              <a:srgbClr val="183DAF"/>
            </a:solidFill>
          </p:spPr>
          <p:txBody>
            <a:bodyPr wrap="square" lIns="0" tIns="0" rIns="0" bIns="0" rtlCol="0"/>
            <a:lstStyle/>
            <a:p>
              <a:endParaRPr/>
            </a:p>
          </p:txBody>
        </p:sp>
      </p:grpSp>
      <p:sp>
        <p:nvSpPr>
          <p:cNvPr id="10" name="object 10"/>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11" name="object 11"/>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12" name="object 12"/>
          <p:cNvSpPr txBox="1"/>
          <p:nvPr/>
        </p:nvSpPr>
        <p:spPr>
          <a:xfrm>
            <a:off x="1346072" y="2061463"/>
            <a:ext cx="157480" cy="223520"/>
          </a:xfrm>
          <a:prstGeom prst="rect">
            <a:avLst/>
          </a:prstGeom>
        </p:spPr>
        <p:txBody>
          <a:bodyPr vert="horz" wrap="square" lIns="0" tIns="12065" rIns="0" bIns="0" rtlCol="0">
            <a:spAutoFit/>
          </a:bodyPr>
          <a:lstStyle/>
          <a:p>
            <a:pPr marL="12700">
              <a:lnSpc>
                <a:spcPct val="100000"/>
              </a:lnSpc>
              <a:spcBef>
                <a:spcPts val="95"/>
              </a:spcBef>
            </a:pPr>
            <a:r>
              <a:rPr sz="1300" b="1" spc="-280" dirty="0">
                <a:solidFill>
                  <a:srgbClr val="FFFFFF"/>
                </a:solidFill>
                <a:latin typeface="Tahoma"/>
                <a:cs typeface="Tahoma"/>
              </a:rPr>
              <a:t>Ex</a:t>
            </a:r>
            <a:endParaRPr sz="1300">
              <a:latin typeface="Tahoma"/>
              <a:cs typeface="Tahoma"/>
            </a:endParaRPr>
          </a:p>
        </p:txBody>
      </p:sp>
      <p:pic>
        <p:nvPicPr>
          <p:cNvPr id="13" name="object 13"/>
          <p:cNvPicPr/>
          <p:nvPr/>
        </p:nvPicPr>
        <p:blipFill>
          <a:blip r:embed="rId7" cstate="print"/>
          <a:stretch>
            <a:fillRect/>
          </a:stretch>
        </p:blipFill>
        <p:spPr>
          <a:xfrm>
            <a:off x="3174550" y="2749369"/>
            <a:ext cx="296359" cy="139372"/>
          </a:xfrm>
          <a:prstGeom prst="rect">
            <a:avLst/>
          </a:prstGeom>
        </p:spPr>
      </p:pic>
      <p:graphicFrame>
        <p:nvGraphicFramePr>
          <p:cNvPr id="14" name="object 14"/>
          <p:cNvGraphicFramePr>
            <a:graphicFrameLocks noGrp="1"/>
          </p:cNvGraphicFramePr>
          <p:nvPr/>
        </p:nvGraphicFramePr>
        <p:xfrm>
          <a:off x="2199132" y="2999295"/>
          <a:ext cx="2213608" cy="2237357"/>
        </p:xfrm>
        <a:graphic>
          <a:graphicData uri="http://schemas.openxmlformats.org/drawingml/2006/table">
            <a:tbl>
              <a:tblPr firstRow="1" bandRow="1">
                <a:tableStyleId>{2D5ABB26-0587-4C30-8999-92F81FD0307C}</a:tableStyleId>
              </a:tblPr>
              <a:tblGrid>
                <a:gridCol w="368935">
                  <a:extLst>
                    <a:ext uri="{9D8B030D-6E8A-4147-A177-3AD203B41FA5}">
                      <a16:colId xmlns:a16="http://schemas.microsoft.com/office/drawing/2014/main" val="20000"/>
                    </a:ext>
                  </a:extLst>
                </a:gridCol>
                <a:gridCol w="36893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368934">
                  <a:extLst>
                    <a:ext uri="{9D8B030D-6E8A-4147-A177-3AD203B41FA5}">
                      <a16:colId xmlns:a16="http://schemas.microsoft.com/office/drawing/2014/main" val="20003"/>
                    </a:ext>
                  </a:extLst>
                </a:gridCol>
                <a:gridCol w="368934">
                  <a:extLst>
                    <a:ext uri="{9D8B030D-6E8A-4147-A177-3AD203B41FA5}">
                      <a16:colId xmlns:a16="http://schemas.microsoft.com/office/drawing/2014/main" val="20004"/>
                    </a:ext>
                  </a:extLst>
                </a:gridCol>
                <a:gridCol w="368935">
                  <a:extLst>
                    <a:ext uri="{9D8B030D-6E8A-4147-A177-3AD203B41FA5}">
                      <a16:colId xmlns:a16="http://schemas.microsoft.com/office/drawing/2014/main" val="20005"/>
                    </a:ext>
                  </a:extLst>
                </a:gridCol>
              </a:tblGrid>
              <a:tr h="372872">
                <a:tc>
                  <a:txBody>
                    <a:bodyPr/>
                    <a:lstStyle/>
                    <a:p>
                      <a:pPr marL="117475">
                        <a:lnSpc>
                          <a:spcPct val="100000"/>
                        </a:lnSpc>
                        <a:spcBef>
                          <a:spcPts val="855"/>
                        </a:spcBef>
                      </a:pPr>
                      <a:r>
                        <a:rPr sz="1000" spc="-130" dirty="0">
                          <a:solidFill>
                            <a:srgbClr val="FF0000"/>
                          </a:solidFill>
                          <a:latin typeface="Trebuchet MS"/>
                          <a:cs typeface="Trebuchet MS"/>
                        </a:rPr>
                        <a:t>0.3</a:t>
                      </a:r>
                      <a:endParaRPr sz="1000">
                        <a:latin typeface="Trebuchet MS"/>
                        <a:cs typeface="Trebuchet MS"/>
                      </a:endParaRPr>
                    </a:p>
                  </a:txBody>
                  <a:tcPr marL="0" marR="0" marT="108585" marB="0">
                    <a:lnL w="38100">
                      <a:solidFill>
                        <a:srgbClr val="FF0000"/>
                      </a:solidFill>
                      <a:prstDash val="solid"/>
                    </a:lnL>
                    <a:lnR w="12700">
                      <a:solidFill>
                        <a:srgbClr val="000000"/>
                      </a:solidFill>
                      <a:prstDash val="solid"/>
                    </a:lnR>
                    <a:lnT w="53975">
                      <a:solidFill>
                        <a:srgbClr val="FF0000"/>
                      </a:solidFill>
                      <a:prstDash val="solid"/>
                    </a:lnT>
                    <a:lnB w="12700">
                      <a:solidFill>
                        <a:srgbClr val="000000"/>
                      </a:solidFill>
                      <a:prstDash val="solid"/>
                    </a:lnB>
                  </a:tcPr>
                </a:tc>
                <a:tc>
                  <a:txBody>
                    <a:bodyPr/>
                    <a:lstStyle/>
                    <a:p>
                      <a:pPr algn="ctr">
                        <a:lnSpc>
                          <a:spcPct val="100000"/>
                        </a:lnSpc>
                        <a:spcBef>
                          <a:spcPts val="855"/>
                        </a:spcBef>
                      </a:pPr>
                      <a:r>
                        <a:rPr sz="1000" spc="-145" dirty="0">
                          <a:latin typeface="Trebuchet MS"/>
                          <a:cs typeface="Trebuchet MS"/>
                        </a:rPr>
                        <a:t>0.2</a:t>
                      </a:r>
                      <a:endParaRPr sz="1000">
                        <a:latin typeface="Trebuchet MS"/>
                        <a:cs typeface="Trebuchet MS"/>
                      </a:endParaRPr>
                    </a:p>
                  </a:txBody>
                  <a:tcPr marL="0" marR="0" marT="108585" marB="0">
                    <a:lnL w="12700">
                      <a:solidFill>
                        <a:srgbClr val="000000"/>
                      </a:solidFill>
                      <a:prstDash val="solid"/>
                    </a:lnL>
                    <a:lnR w="38100">
                      <a:solidFill>
                        <a:srgbClr val="FF0000"/>
                      </a:solidFill>
                      <a:prstDash val="solid"/>
                    </a:lnR>
                    <a:lnT w="53975">
                      <a:solidFill>
                        <a:srgbClr val="FF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38100">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2871">
                <a:tc>
                  <a:txBody>
                    <a:bodyPr/>
                    <a:lstStyle/>
                    <a:p>
                      <a:pPr marL="131445">
                        <a:lnSpc>
                          <a:spcPct val="100000"/>
                        </a:lnSpc>
                        <a:spcBef>
                          <a:spcPts val="860"/>
                        </a:spcBef>
                      </a:pPr>
                      <a:r>
                        <a:rPr sz="1000" spc="-200" dirty="0">
                          <a:latin typeface="Trebuchet MS"/>
                          <a:cs typeface="Trebuchet MS"/>
                        </a:rPr>
                        <a:t>0.1</a:t>
                      </a:r>
                      <a:endParaRPr sz="1000">
                        <a:latin typeface="Trebuchet MS"/>
                        <a:cs typeface="Trebuchet MS"/>
                      </a:endParaRPr>
                    </a:p>
                  </a:txBody>
                  <a:tcPr marL="0" marR="0" marT="109220" marB="0">
                    <a:lnL w="38100">
                      <a:solidFill>
                        <a:srgbClr val="FF0000"/>
                      </a:solidFill>
                      <a:prstDash val="solid"/>
                    </a:lnL>
                    <a:lnR w="12700">
                      <a:solidFill>
                        <a:srgbClr val="000000"/>
                      </a:solidFill>
                      <a:prstDash val="solid"/>
                    </a:lnR>
                    <a:lnT w="12700">
                      <a:solidFill>
                        <a:srgbClr val="000000"/>
                      </a:solidFill>
                      <a:prstDash val="solid"/>
                    </a:lnT>
                    <a:lnB w="38100">
                      <a:solidFill>
                        <a:srgbClr val="006FC0"/>
                      </a:solidFill>
                      <a:prstDash val="solid"/>
                    </a:lnB>
                  </a:tcPr>
                </a:tc>
                <a:tc>
                  <a:txBody>
                    <a:bodyPr/>
                    <a:lstStyle/>
                    <a:p>
                      <a:pPr marL="635" algn="ctr">
                        <a:lnSpc>
                          <a:spcPct val="100000"/>
                        </a:lnSpc>
                        <a:spcBef>
                          <a:spcPts val="860"/>
                        </a:spcBef>
                      </a:pPr>
                      <a:r>
                        <a:rPr sz="1000" spc="-125" dirty="0">
                          <a:latin typeface="Trebuchet MS"/>
                          <a:cs typeface="Trebuchet MS"/>
                        </a:rPr>
                        <a:t>0.0</a:t>
                      </a:r>
                      <a:endParaRPr sz="1000">
                        <a:latin typeface="Trebuchet MS"/>
                        <a:cs typeface="Trebuchet MS"/>
                      </a:endParaRPr>
                    </a:p>
                  </a:txBody>
                  <a:tcPr marL="0" marR="0" marT="109220" marB="0">
                    <a:lnL w="12700">
                      <a:solidFill>
                        <a:srgbClr val="000000"/>
                      </a:solidFill>
                      <a:prstDash val="solid"/>
                    </a:lnL>
                    <a:lnR w="38100">
                      <a:solidFill>
                        <a:srgbClr val="FF0000"/>
                      </a:solidFill>
                      <a:prstDash val="solid"/>
                    </a:lnR>
                    <a:lnT w="12700">
                      <a:solidFill>
                        <a:srgbClr val="000000"/>
                      </a:solidFill>
                      <a:prstDash val="solid"/>
                    </a:lnT>
                    <a:lnB w="38100">
                      <a:solidFill>
                        <a:srgbClr val="006FC0"/>
                      </a:solidFill>
                      <a:prstDash val="solid"/>
                    </a:lnB>
                  </a:tcPr>
                </a:tc>
                <a:tc>
                  <a:txBody>
                    <a:bodyPr/>
                    <a:lstStyle/>
                    <a:p>
                      <a:pPr>
                        <a:lnSpc>
                          <a:spcPct val="100000"/>
                        </a:lnSpc>
                      </a:pPr>
                      <a:endParaRPr sz="1400">
                        <a:latin typeface="Times New Roman"/>
                        <a:cs typeface="Times New Roman"/>
                      </a:endParaRPr>
                    </a:p>
                  </a:txBody>
                  <a:tcPr marL="0" marR="0" marT="0" marB="0">
                    <a:lnL w="38100">
                      <a:solidFill>
                        <a:srgbClr val="FF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2872">
                <a:tc>
                  <a:txBody>
                    <a:bodyPr/>
                    <a:lstStyle/>
                    <a:p>
                      <a:pPr marL="117475">
                        <a:lnSpc>
                          <a:spcPct val="100000"/>
                        </a:lnSpc>
                        <a:spcBef>
                          <a:spcPts val="860"/>
                        </a:spcBef>
                      </a:pPr>
                      <a:r>
                        <a:rPr sz="1000" spc="-130" dirty="0">
                          <a:latin typeface="Trebuchet MS"/>
                          <a:cs typeface="Trebuchet MS"/>
                        </a:rPr>
                        <a:t>0.3</a:t>
                      </a:r>
                      <a:endParaRPr sz="1000">
                        <a:latin typeface="Trebuchet MS"/>
                        <a:cs typeface="Trebuchet MS"/>
                      </a:endParaRPr>
                    </a:p>
                  </a:txBody>
                  <a:tcPr marL="0" marR="0" marT="109220" marB="0">
                    <a:lnL w="38100">
                      <a:solidFill>
                        <a:srgbClr val="006FC0"/>
                      </a:solidFill>
                      <a:prstDash val="solid"/>
                    </a:lnL>
                    <a:lnR w="12700">
                      <a:solidFill>
                        <a:srgbClr val="000000"/>
                      </a:solidFill>
                      <a:prstDash val="solid"/>
                    </a:lnR>
                    <a:lnT w="38100">
                      <a:solidFill>
                        <a:srgbClr val="006FC0"/>
                      </a:solidFill>
                      <a:prstDash val="solid"/>
                    </a:lnT>
                    <a:lnB w="12700">
                      <a:solidFill>
                        <a:srgbClr val="000000"/>
                      </a:solidFill>
                      <a:prstDash val="solid"/>
                    </a:lnB>
                  </a:tcPr>
                </a:tc>
                <a:tc>
                  <a:txBody>
                    <a:bodyPr/>
                    <a:lstStyle/>
                    <a:p>
                      <a:pPr algn="ctr">
                        <a:lnSpc>
                          <a:spcPct val="100000"/>
                        </a:lnSpc>
                        <a:spcBef>
                          <a:spcPts val="860"/>
                        </a:spcBef>
                      </a:pPr>
                      <a:r>
                        <a:rPr sz="1000" spc="-200" dirty="0">
                          <a:latin typeface="Trebuchet MS"/>
                          <a:cs typeface="Trebuchet MS"/>
                        </a:rPr>
                        <a:t>0.1</a:t>
                      </a:r>
                      <a:endParaRPr sz="1000">
                        <a:latin typeface="Trebuchet MS"/>
                        <a:cs typeface="Trebuchet MS"/>
                      </a:endParaRPr>
                    </a:p>
                  </a:txBody>
                  <a:tcPr marL="0" marR="0" marT="109220" marB="0">
                    <a:lnL w="12700">
                      <a:solidFill>
                        <a:srgbClr val="000000"/>
                      </a:solidFill>
                      <a:prstDash val="solid"/>
                    </a:lnL>
                    <a:lnR w="38100">
                      <a:solidFill>
                        <a:srgbClr val="006FC0"/>
                      </a:solidFill>
                      <a:prstDash val="solid"/>
                    </a:lnR>
                    <a:lnT w="38100">
                      <a:solidFill>
                        <a:srgbClr val="006FC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38100">
                      <a:solidFill>
                        <a:srgbClr val="006FC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2998">
                <a:tc>
                  <a:txBody>
                    <a:bodyPr/>
                    <a:lstStyle/>
                    <a:p>
                      <a:pPr marL="119380">
                        <a:lnSpc>
                          <a:spcPct val="100000"/>
                        </a:lnSpc>
                        <a:spcBef>
                          <a:spcPts val="860"/>
                        </a:spcBef>
                      </a:pPr>
                      <a:r>
                        <a:rPr sz="1000" spc="-145" dirty="0">
                          <a:latin typeface="Trebuchet MS"/>
                          <a:cs typeface="Trebuchet MS"/>
                        </a:rPr>
                        <a:t>0.2</a:t>
                      </a:r>
                      <a:endParaRPr sz="1000">
                        <a:latin typeface="Trebuchet MS"/>
                        <a:cs typeface="Trebuchet MS"/>
                      </a:endParaRPr>
                    </a:p>
                  </a:txBody>
                  <a:tcPr marL="0" marR="0" marT="109220" marB="0">
                    <a:lnL w="38100">
                      <a:solidFill>
                        <a:srgbClr val="006FC0"/>
                      </a:solidFill>
                      <a:prstDash val="solid"/>
                    </a:lnL>
                    <a:lnR w="12700">
                      <a:solidFill>
                        <a:srgbClr val="000000"/>
                      </a:solidFill>
                      <a:prstDash val="solid"/>
                    </a:lnR>
                    <a:lnT w="12700">
                      <a:solidFill>
                        <a:srgbClr val="000000"/>
                      </a:solidFill>
                      <a:prstDash val="solid"/>
                    </a:lnT>
                    <a:lnB w="38100">
                      <a:solidFill>
                        <a:srgbClr val="006FC0"/>
                      </a:solidFill>
                      <a:prstDash val="solid"/>
                    </a:lnB>
                  </a:tcPr>
                </a:tc>
                <a:tc>
                  <a:txBody>
                    <a:bodyPr/>
                    <a:lstStyle/>
                    <a:p>
                      <a:pPr algn="ctr">
                        <a:lnSpc>
                          <a:spcPct val="100000"/>
                        </a:lnSpc>
                        <a:spcBef>
                          <a:spcPts val="860"/>
                        </a:spcBef>
                      </a:pPr>
                      <a:r>
                        <a:rPr sz="1000" spc="-130" dirty="0">
                          <a:solidFill>
                            <a:srgbClr val="006FC0"/>
                          </a:solidFill>
                          <a:latin typeface="Trebuchet MS"/>
                          <a:cs typeface="Trebuchet MS"/>
                        </a:rPr>
                        <a:t>0.5</a:t>
                      </a:r>
                      <a:endParaRPr sz="1000">
                        <a:latin typeface="Trebuchet MS"/>
                        <a:cs typeface="Trebuchet MS"/>
                      </a:endParaRPr>
                    </a:p>
                  </a:txBody>
                  <a:tcPr marL="0" marR="0" marT="109220" marB="0">
                    <a:lnL w="12700">
                      <a:solidFill>
                        <a:srgbClr val="000000"/>
                      </a:solidFill>
                      <a:prstDash val="solid"/>
                    </a:lnL>
                    <a:lnR w="38100">
                      <a:solidFill>
                        <a:srgbClr val="006FC0"/>
                      </a:solidFill>
                      <a:prstDash val="solid"/>
                    </a:lnR>
                    <a:lnT w="12700">
                      <a:solidFill>
                        <a:srgbClr val="000000"/>
                      </a:solidFill>
                      <a:prstDash val="solid"/>
                    </a:lnT>
                    <a:lnB w="38100">
                      <a:solidFill>
                        <a:srgbClr val="006FC0"/>
                      </a:solidFill>
                      <a:prstDash val="solid"/>
                    </a:lnB>
                  </a:tcPr>
                </a:tc>
                <a:tc>
                  <a:txBody>
                    <a:bodyPr/>
                    <a:lstStyle/>
                    <a:p>
                      <a:pPr>
                        <a:lnSpc>
                          <a:spcPct val="100000"/>
                        </a:lnSpc>
                      </a:pPr>
                      <a:endParaRPr sz="1400">
                        <a:latin typeface="Times New Roman"/>
                        <a:cs typeface="Times New Roman"/>
                      </a:endParaRPr>
                    </a:p>
                  </a:txBody>
                  <a:tcPr marL="0" marR="0" marT="0" marB="0">
                    <a:lnL w="38100">
                      <a:solidFill>
                        <a:srgbClr val="006FC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2872">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38100">
                      <a:solidFill>
                        <a:srgbClr val="006FC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38100">
                      <a:solidFill>
                        <a:srgbClr val="006FC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2872">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pic>
        <p:nvPicPr>
          <p:cNvPr id="15" name="object 15"/>
          <p:cNvPicPr/>
          <p:nvPr/>
        </p:nvPicPr>
        <p:blipFill>
          <a:blip r:embed="rId8" cstate="print"/>
          <a:stretch>
            <a:fillRect/>
          </a:stretch>
        </p:blipFill>
        <p:spPr>
          <a:xfrm>
            <a:off x="6298703" y="3307153"/>
            <a:ext cx="297930" cy="139372"/>
          </a:xfrm>
          <a:prstGeom prst="rect">
            <a:avLst/>
          </a:prstGeom>
        </p:spPr>
      </p:pic>
      <p:graphicFrame>
        <p:nvGraphicFramePr>
          <p:cNvPr id="16" name="object 16"/>
          <p:cNvGraphicFramePr>
            <a:graphicFrameLocks noGrp="1"/>
          </p:cNvGraphicFramePr>
          <p:nvPr/>
        </p:nvGraphicFramePr>
        <p:xfrm>
          <a:off x="5865495" y="3571621"/>
          <a:ext cx="1148080" cy="1118741"/>
        </p:xfrm>
        <a:graphic>
          <a:graphicData uri="http://schemas.openxmlformats.org/drawingml/2006/table">
            <a:tbl>
              <a:tblPr firstRow="1" bandRow="1">
                <a:tableStyleId>{2D5ABB26-0587-4C30-8999-92F81FD0307C}</a:tableStyleId>
              </a:tblPr>
              <a:tblGrid>
                <a:gridCol w="375285">
                  <a:extLst>
                    <a:ext uri="{9D8B030D-6E8A-4147-A177-3AD203B41FA5}">
                      <a16:colId xmlns:a16="http://schemas.microsoft.com/office/drawing/2014/main" val="20000"/>
                    </a:ext>
                  </a:extLst>
                </a:gridCol>
                <a:gridCol w="404495">
                  <a:extLst>
                    <a:ext uri="{9D8B030D-6E8A-4147-A177-3AD203B41FA5}">
                      <a16:colId xmlns:a16="http://schemas.microsoft.com/office/drawing/2014/main" val="20001"/>
                    </a:ext>
                  </a:extLst>
                </a:gridCol>
                <a:gridCol w="368300">
                  <a:extLst>
                    <a:ext uri="{9D8B030D-6E8A-4147-A177-3AD203B41FA5}">
                      <a16:colId xmlns:a16="http://schemas.microsoft.com/office/drawing/2014/main" val="20002"/>
                    </a:ext>
                  </a:extLst>
                </a:gridCol>
              </a:tblGrid>
              <a:tr h="372871">
                <a:tc>
                  <a:txBody>
                    <a:bodyPr/>
                    <a:lstStyle/>
                    <a:p>
                      <a:pPr algn="ctr">
                        <a:lnSpc>
                          <a:spcPct val="100000"/>
                        </a:lnSpc>
                        <a:spcBef>
                          <a:spcPts val="745"/>
                        </a:spcBef>
                      </a:pPr>
                      <a:r>
                        <a:rPr sz="1200" spc="-160" dirty="0">
                          <a:solidFill>
                            <a:srgbClr val="FF0000"/>
                          </a:solidFill>
                          <a:latin typeface="Trebuchet MS"/>
                          <a:cs typeface="Trebuchet MS"/>
                        </a:rPr>
                        <a:t>0.3</a:t>
                      </a:r>
                      <a:endParaRPr sz="1200">
                        <a:latin typeface="Trebuchet MS"/>
                        <a:cs typeface="Trebuchet MS"/>
                      </a:endParaRPr>
                    </a:p>
                  </a:txBody>
                  <a:tcPr marL="0" marR="0" marT="946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2999">
                <a:tc>
                  <a:txBody>
                    <a:bodyPr/>
                    <a:lstStyle/>
                    <a:p>
                      <a:pPr algn="ctr">
                        <a:lnSpc>
                          <a:spcPct val="100000"/>
                        </a:lnSpc>
                        <a:spcBef>
                          <a:spcPts val="740"/>
                        </a:spcBef>
                      </a:pPr>
                      <a:r>
                        <a:rPr sz="1200" spc="-165" dirty="0">
                          <a:solidFill>
                            <a:srgbClr val="006FC0"/>
                          </a:solidFill>
                          <a:latin typeface="Trebuchet MS"/>
                          <a:cs typeface="Trebuchet MS"/>
                        </a:rPr>
                        <a:t>0.5</a:t>
                      </a:r>
                      <a:endParaRPr sz="1200">
                        <a:latin typeface="Trebuchet MS"/>
                        <a:cs typeface="Trebuchet MS"/>
                      </a:endParaRPr>
                    </a:p>
                  </a:txBody>
                  <a:tcPr marL="0" marR="0" marT="939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2871">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17" name="object 17"/>
          <p:cNvGrpSpPr/>
          <p:nvPr/>
        </p:nvGrpSpPr>
        <p:grpSpPr>
          <a:xfrm>
            <a:off x="2955035" y="3046476"/>
            <a:ext cx="3298190" cy="1447800"/>
            <a:chOff x="2955035" y="3046476"/>
            <a:chExt cx="3298190" cy="1447800"/>
          </a:xfrm>
        </p:grpSpPr>
        <p:sp>
          <p:nvSpPr>
            <p:cNvPr id="18" name="object 18"/>
            <p:cNvSpPr/>
            <p:nvPr/>
          </p:nvSpPr>
          <p:spPr>
            <a:xfrm>
              <a:off x="5880353" y="3579114"/>
              <a:ext cx="353695" cy="352425"/>
            </a:xfrm>
            <a:custGeom>
              <a:avLst/>
              <a:gdLst/>
              <a:ahLst/>
              <a:cxnLst/>
              <a:rect l="l" t="t" r="r" b="b"/>
              <a:pathLst>
                <a:path w="353695" h="352425">
                  <a:moveTo>
                    <a:pt x="0" y="352044"/>
                  </a:moveTo>
                  <a:lnTo>
                    <a:pt x="353567" y="352044"/>
                  </a:lnTo>
                  <a:lnTo>
                    <a:pt x="353567" y="0"/>
                  </a:lnTo>
                  <a:lnTo>
                    <a:pt x="0" y="0"/>
                  </a:lnTo>
                  <a:lnTo>
                    <a:pt x="0" y="352044"/>
                  </a:lnTo>
                  <a:close/>
                </a:path>
              </a:pathLst>
            </a:custGeom>
            <a:ln w="32004">
              <a:solidFill>
                <a:srgbClr val="FF0000"/>
              </a:solidFill>
            </a:ln>
          </p:spPr>
          <p:txBody>
            <a:bodyPr wrap="square" lIns="0" tIns="0" rIns="0" bIns="0" rtlCol="0"/>
            <a:lstStyle/>
            <a:p>
              <a:endParaRPr/>
            </a:p>
          </p:txBody>
        </p:sp>
        <p:sp>
          <p:nvSpPr>
            <p:cNvPr id="19" name="object 19"/>
            <p:cNvSpPr/>
            <p:nvPr/>
          </p:nvSpPr>
          <p:spPr>
            <a:xfrm>
              <a:off x="5884925" y="3970782"/>
              <a:ext cx="352425" cy="353695"/>
            </a:xfrm>
            <a:custGeom>
              <a:avLst/>
              <a:gdLst/>
              <a:ahLst/>
              <a:cxnLst/>
              <a:rect l="l" t="t" r="r" b="b"/>
              <a:pathLst>
                <a:path w="352425" h="353695">
                  <a:moveTo>
                    <a:pt x="0" y="353568"/>
                  </a:moveTo>
                  <a:lnTo>
                    <a:pt x="352044" y="353568"/>
                  </a:lnTo>
                  <a:lnTo>
                    <a:pt x="352044" y="0"/>
                  </a:lnTo>
                  <a:lnTo>
                    <a:pt x="0" y="0"/>
                  </a:lnTo>
                  <a:lnTo>
                    <a:pt x="0" y="353568"/>
                  </a:lnTo>
                  <a:close/>
                </a:path>
              </a:pathLst>
            </a:custGeom>
            <a:ln w="32004">
              <a:solidFill>
                <a:srgbClr val="006FC0"/>
              </a:solidFill>
            </a:ln>
          </p:spPr>
          <p:txBody>
            <a:bodyPr wrap="square" lIns="0" tIns="0" rIns="0" bIns="0" rtlCol="0"/>
            <a:lstStyle/>
            <a:p>
              <a:endParaRPr/>
            </a:p>
          </p:txBody>
        </p:sp>
        <p:pic>
          <p:nvPicPr>
            <p:cNvPr id="20" name="object 20"/>
            <p:cNvPicPr/>
            <p:nvPr/>
          </p:nvPicPr>
          <p:blipFill>
            <a:blip r:embed="rId9" cstate="print"/>
            <a:stretch>
              <a:fillRect/>
            </a:stretch>
          </p:blipFill>
          <p:spPr>
            <a:xfrm>
              <a:off x="2955035" y="3046476"/>
              <a:ext cx="2930652" cy="1447800"/>
            </a:xfrm>
            <a:prstGeom prst="rect">
              <a:avLst/>
            </a:prstGeom>
          </p:spPr>
        </p:pic>
      </p:grpSp>
      <p:pic>
        <p:nvPicPr>
          <p:cNvPr id="21" name="object 21"/>
          <p:cNvPicPr/>
          <p:nvPr/>
        </p:nvPicPr>
        <p:blipFill>
          <a:blip r:embed="rId10" cstate="print"/>
          <a:stretch>
            <a:fillRect/>
          </a:stretch>
        </p:blipFill>
        <p:spPr>
          <a:xfrm>
            <a:off x="4460747" y="5410200"/>
            <a:ext cx="738377" cy="16078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3431" y="6524434"/>
            <a:ext cx="6155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2751582" cy="174498"/>
          </a:xfrm>
          <a:prstGeom prst="rect">
            <a:avLst/>
          </a:prstGeom>
        </p:spPr>
      </p:pic>
      <p:pic>
        <p:nvPicPr>
          <p:cNvPr id="7" name="object 7"/>
          <p:cNvPicPr/>
          <p:nvPr/>
        </p:nvPicPr>
        <p:blipFill>
          <a:blip r:embed="rId6" cstate="print"/>
          <a:stretch>
            <a:fillRect/>
          </a:stretch>
        </p:blipFill>
        <p:spPr>
          <a:xfrm>
            <a:off x="710183" y="1805939"/>
            <a:ext cx="3423666" cy="459486"/>
          </a:xfrm>
          <a:prstGeom prst="rect">
            <a:avLst/>
          </a:prstGeom>
        </p:spPr>
      </p:pic>
      <p:sp>
        <p:nvSpPr>
          <p:cNvPr id="8" name="object 8"/>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10" name="object 10"/>
          <p:cNvGrpSpPr/>
          <p:nvPr/>
        </p:nvGrpSpPr>
        <p:grpSpPr>
          <a:xfrm>
            <a:off x="2619755" y="3235451"/>
            <a:ext cx="1800225" cy="2159635"/>
            <a:chOff x="2619755" y="3235451"/>
            <a:chExt cx="1800225" cy="2159635"/>
          </a:xfrm>
        </p:grpSpPr>
        <p:sp>
          <p:nvSpPr>
            <p:cNvPr id="11" name="object 11"/>
            <p:cNvSpPr/>
            <p:nvPr/>
          </p:nvSpPr>
          <p:spPr>
            <a:xfrm>
              <a:off x="2619755" y="3235451"/>
              <a:ext cx="1800225" cy="2159635"/>
            </a:xfrm>
            <a:custGeom>
              <a:avLst/>
              <a:gdLst/>
              <a:ahLst/>
              <a:cxnLst/>
              <a:rect l="l" t="t" r="r" b="b"/>
              <a:pathLst>
                <a:path w="1800225" h="2159635">
                  <a:moveTo>
                    <a:pt x="1799844" y="0"/>
                  </a:moveTo>
                  <a:lnTo>
                    <a:pt x="0" y="0"/>
                  </a:lnTo>
                  <a:lnTo>
                    <a:pt x="0" y="2159508"/>
                  </a:lnTo>
                  <a:lnTo>
                    <a:pt x="1799844" y="2159508"/>
                  </a:lnTo>
                  <a:lnTo>
                    <a:pt x="1799844" y="0"/>
                  </a:lnTo>
                  <a:close/>
                </a:path>
              </a:pathLst>
            </a:custGeom>
            <a:solidFill>
              <a:srgbClr val="FF0000">
                <a:alpha val="5097"/>
              </a:srgbClr>
            </a:solidFill>
          </p:spPr>
          <p:txBody>
            <a:bodyPr wrap="square" lIns="0" tIns="0" rIns="0" bIns="0" rtlCol="0"/>
            <a:lstStyle/>
            <a:p>
              <a:endParaRPr/>
            </a:p>
          </p:txBody>
        </p:sp>
        <p:sp>
          <p:nvSpPr>
            <p:cNvPr id="12" name="object 12"/>
            <p:cNvSpPr/>
            <p:nvPr/>
          </p:nvSpPr>
          <p:spPr>
            <a:xfrm>
              <a:off x="2896361" y="3487673"/>
              <a:ext cx="401320" cy="1656714"/>
            </a:xfrm>
            <a:custGeom>
              <a:avLst/>
              <a:gdLst/>
              <a:ahLst/>
              <a:cxnLst/>
              <a:rect l="l" t="t" r="r" b="b"/>
              <a:pathLst>
                <a:path w="401320" h="1656714">
                  <a:moveTo>
                    <a:pt x="400812" y="0"/>
                  </a:moveTo>
                  <a:lnTo>
                    <a:pt x="0" y="0"/>
                  </a:lnTo>
                  <a:lnTo>
                    <a:pt x="0" y="1656588"/>
                  </a:lnTo>
                  <a:lnTo>
                    <a:pt x="400812" y="1656588"/>
                  </a:lnTo>
                  <a:lnTo>
                    <a:pt x="400812" y="0"/>
                  </a:lnTo>
                  <a:close/>
                </a:path>
              </a:pathLst>
            </a:custGeom>
            <a:solidFill>
              <a:srgbClr val="FFD1D1">
                <a:alpha val="30195"/>
              </a:srgbClr>
            </a:solidFill>
          </p:spPr>
          <p:txBody>
            <a:bodyPr wrap="square" lIns="0" tIns="0" rIns="0" bIns="0" rtlCol="0"/>
            <a:lstStyle/>
            <a:p>
              <a:endParaRPr/>
            </a:p>
          </p:txBody>
        </p:sp>
        <p:sp>
          <p:nvSpPr>
            <p:cNvPr id="13" name="object 13"/>
            <p:cNvSpPr/>
            <p:nvPr/>
          </p:nvSpPr>
          <p:spPr>
            <a:xfrm>
              <a:off x="2896361" y="3487673"/>
              <a:ext cx="401320" cy="1656714"/>
            </a:xfrm>
            <a:custGeom>
              <a:avLst/>
              <a:gdLst/>
              <a:ahLst/>
              <a:cxnLst/>
              <a:rect l="l" t="t" r="r" b="b"/>
              <a:pathLst>
                <a:path w="401320" h="1656714">
                  <a:moveTo>
                    <a:pt x="0" y="1656588"/>
                  </a:moveTo>
                  <a:lnTo>
                    <a:pt x="400812" y="1656588"/>
                  </a:lnTo>
                  <a:lnTo>
                    <a:pt x="400812" y="0"/>
                  </a:lnTo>
                  <a:lnTo>
                    <a:pt x="0" y="0"/>
                  </a:lnTo>
                  <a:lnTo>
                    <a:pt x="0" y="1656588"/>
                  </a:lnTo>
                  <a:close/>
                </a:path>
              </a:pathLst>
            </a:custGeom>
            <a:ln w="19812">
              <a:solidFill>
                <a:srgbClr val="FF0000"/>
              </a:solidFill>
            </a:ln>
          </p:spPr>
          <p:txBody>
            <a:bodyPr wrap="square" lIns="0" tIns="0" rIns="0" bIns="0" rtlCol="0"/>
            <a:lstStyle/>
            <a:p>
              <a:endParaRPr/>
            </a:p>
          </p:txBody>
        </p:sp>
      </p:grpSp>
      <p:grpSp>
        <p:nvGrpSpPr>
          <p:cNvPr id="14" name="object 14"/>
          <p:cNvGrpSpPr/>
          <p:nvPr/>
        </p:nvGrpSpPr>
        <p:grpSpPr>
          <a:xfrm>
            <a:off x="5336794" y="3229101"/>
            <a:ext cx="2018664" cy="2172335"/>
            <a:chOff x="5336794" y="3229101"/>
            <a:chExt cx="2018664" cy="2172335"/>
          </a:xfrm>
        </p:grpSpPr>
        <p:sp>
          <p:nvSpPr>
            <p:cNvPr id="15" name="object 15"/>
            <p:cNvSpPr/>
            <p:nvPr/>
          </p:nvSpPr>
          <p:spPr>
            <a:xfrm>
              <a:off x="5343144" y="3235451"/>
              <a:ext cx="2005964" cy="2159635"/>
            </a:xfrm>
            <a:custGeom>
              <a:avLst/>
              <a:gdLst/>
              <a:ahLst/>
              <a:cxnLst/>
              <a:rect l="l" t="t" r="r" b="b"/>
              <a:pathLst>
                <a:path w="2005965" h="2159635">
                  <a:moveTo>
                    <a:pt x="2005583" y="0"/>
                  </a:moveTo>
                  <a:lnTo>
                    <a:pt x="0" y="0"/>
                  </a:lnTo>
                  <a:lnTo>
                    <a:pt x="0" y="2159508"/>
                  </a:lnTo>
                  <a:lnTo>
                    <a:pt x="2005583" y="2159508"/>
                  </a:lnTo>
                  <a:lnTo>
                    <a:pt x="2005583" y="0"/>
                  </a:lnTo>
                  <a:close/>
                </a:path>
              </a:pathLst>
            </a:custGeom>
            <a:solidFill>
              <a:srgbClr val="006FC0">
                <a:alpha val="5097"/>
              </a:srgbClr>
            </a:solidFill>
          </p:spPr>
          <p:txBody>
            <a:bodyPr wrap="square" lIns="0" tIns="0" rIns="0" bIns="0" rtlCol="0"/>
            <a:lstStyle/>
            <a:p>
              <a:endParaRPr/>
            </a:p>
          </p:txBody>
        </p:sp>
        <p:sp>
          <p:nvSpPr>
            <p:cNvPr id="16" name="object 16"/>
            <p:cNvSpPr/>
            <p:nvPr/>
          </p:nvSpPr>
          <p:spPr>
            <a:xfrm>
              <a:off x="5343144" y="3235451"/>
              <a:ext cx="2005964" cy="2159635"/>
            </a:xfrm>
            <a:custGeom>
              <a:avLst/>
              <a:gdLst/>
              <a:ahLst/>
              <a:cxnLst/>
              <a:rect l="l" t="t" r="r" b="b"/>
              <a:pathLst>
                <a:path w="2005965" h="2159635">
                  <a:moveTo>
                    <a:pt x="0" y="2159508"/>
                  </a:moveTo>
                  <a:lnTo>
                    <a:pt x="2005583" y="2159508"/>
                  </a:lnTo>
                  <a:lnTo>
                    <a:pt x="2005583" y="0"/>
                  </a:lnTo>
                  <a:lnTo>
                    <a:pt x="0" y="0"/>
                  </a:lnTo>
                  <a:lnTo>
                    <a:pt x="0" y="2159508"/>
                  </a:lnTo>
                  <a:close/>
                </a:path>
              </a:pathLst>
            </a:custGeom>
            <a:ln w="12192">
              <a:solidFill>
                <a:srgbClr val="183DAF"/>
              </a:solidFill>
              <a:prstDash val="sysDot"/>
            </a:ln>
          </p:spPr>
          <p:txBody>
            <a:bodyPr wrap="square" lIns="0" tIns="0" rIns="0" bIns="0" rtlCol="0"/>
            <a:lstStyle/>
            <a:p>
              <a:endParaRPr/>
            </a:p>
          </p:txBody>
        </p:sp>
      </p:grpSp>
      <p:sp>
        <p:nvSpPr>
          <p:cNvPr id="17" name="object 17"/>
          <p:cNvSpPr txBox="1"/>
          <p:nvPr/>
        </p:nvSpPr>
        <p:spPr>
          <a:xfrm>
            <a:off x="2619755" y="3235451"/>
            <a:ext cx="1800225" cy="2159635"/>
          </a:xfrm>
          <a:prstGeom prst="rect">
            <a:avLst/>
          </a:prstGeom>
          <a:ln w="12192">
            <a:solidFill>
              <a:srgbClr val="FF0000"/>
            </a:solidFill>
          </a:ln>
        </p:spPr>
        <p:txBody>
          <a:bodyPr vert="vert" wrap="square" lIns="0" tIns="0" rIns="0" bIns="0" rtlCol="0">
            <a:spAutoFit/>
          </a:bodyPr>
          <a:lstStyle/>
          <a:p>
            <a:pPr>
              <a:lnSpc>
                <a:spcPct val="100000"/>
              </a:lnSpc>
            </a:pPr>
            <a:endParaRPr sz="1700">
              <a:latin typeface="Times New Roman"/>
              <a:cs typeface="Times New Roman"/>
            </a:endParaRPr>
          </a:p>
          <a:p>
            <a:pPr>
              <a:lnSpc>
                <a:spcPct val="100000"/>
              </a:lnSpc>
            </a:pPr>
            <a:endParaRPr sz="1700">
              <a:latin typeface="Times New Roman"/>
              <a:cs typeface="Times New Roman"/>
            </a:endParaRPr>
          </a:p>
          <a:p>
            <a:pPr>
              <a:lnSpc>
                <a:spcPct val="100000"/>
              </a:lnSpc>
            </a:pPr>
            <a:endParaRPr sz="1700">
              <a:latin typeface="Times New Roman"/>
              <a:cs typeface="Times New Roman"/>
            </a:endParaRPr>
          </a:p>
          <a:p>
            <a:pPr>
              <a:lnSpc>
                <a:spcPct val="100000"/>
              </a:lnSpc>
            </a:pPr>
            <a:endParaRPr sz="1700">
              <a:latin typeface="Times New Roman"/>
              <a:cs typeface="Times New Roman"/>
            </a:endParaRPr>
          </a:p>
          <a:p>
            <a:pPr>
              <a:lnSpc>
                <a:spcPct val="100000"/>
              </a:lnSpc>
              <a:spcBef>
                <a:spcPts val="55"/>
              </a:spcBef>
            </a:pPr>
            <a:endParaRPr sz="1450">
              <a:latin typeface="Times New Roman"/>
              <a:cs typeface="Times New Roman"/>
            </a:endParaRPr>
          </a:p>
          <a:p>
            <a:pPr marL="553085">
              <a:lnSpc>
                <a:spcPct val="100000"/>
              </a:lnSpc>
            </a:pPr>
            <a:r>
              <a:rPr sz="1400" b="1" spc="-10" dirty="0">
                <a:latin typeface="Tahoma"/>
                <a:cs typeface="Tahoma"/>
              </a:rPr>
              <a:t>C</a:t>
            </a:r>
            <a:r>
              <a:rPr sz="1400" b="1" dirty="0">
                <a:latin typeface="Tahoma"/>
                <a:cs typeface="Tahoma"/>
              </a:rPr>
              <a:t>o</a:t>
            </a:r>
            <a:r>
              <a:rPr sz="1400" b="1" spc="-5" dirty="0">
                <a:latin typeface="Tahoma"/>
                <a:cs typeface="Tahoma"/>
              </a:rPr>
              <a:t>n</a:t>
            </a:r>
            <a:r>
              <a:rPr sz="1400" b="1" spc="-10" dirty="0">
                <a:latin typeface="Tahoma"/>
                <a:cs typeface="Tahoma"/>
              </a:rPr>
              <a:t>v</a:t>
            </a:r>
            <a:r>
              <a:rPr sz="1400" b="1" dirty="0">
                <a:latin typeface="Tahoma"/>
                <a:cs typeface="Tahoma"/>
              </a:rPr>
              <a:t>olu</a:t>
            </a:r>
            <a:r>
              <a:rPr sz="1400" b="1" spc="5" dirty="0">
                <a:latin typeface="Tahoma"/>
                <a:cs typeface="Tahoma"/>
              </a:rPr>
              <a:t>t</a:t>
            </a:r>
            <a:r>
              <a:rPr sz="1400" b="1" dirty="0">
                <a:latin typeface="Tahoma"/>
                <a:cs typeface="Tahoma"/>
              </a:rPr>
              <a:t>ion</a:t>
            </a:r>
            <a:r>
              <a:rPr sz="1400" b="1" spc="-170" dirty="0">
                <a:latin typeface="Tahoma"/>
                <a:cs typeface="Tahoma"/>
              </a:rPr>
              <a:t> </a:t>
            </a:r>
            <a:r>
              <a:rPr sz="1400" b="1" dirty="0">
                <a:latin typeface="Tahoma"/>
                <a:cs typeface="Tahoma"/>
              </a:rPr>
              <a:t>l</a:t>
            </a:r>
            <a:r>
              <a:rPr sz="1400" b="1" spc="15" dirty="0">
                <a:latin typeface="Tahoma"/>
                <a:cs typeface="Tahoma"/>
              </a:rPr>
              <a:t>a</a:t>
            </a:r>
            <a:r>
              <a:rPr sz="1400" b="1" spc="-35" dirty="0">
                <a:latin typeface="Tahoma"/>
                <a:cs typeface="Tahoma"/>
              </a:rPr>
              <a:t>y</a:t>
            </a:r>
            <a:r>
              <a:rPr sz="1400" b="1" spc="10" dirty="0">
                <a:latin typeface="Tahoma"/>
                <a:cs typeface="Tahoma"/>
              </a:rPr>
              <a:t>e</a:t>
            </a:r>
            <a:r>
              <a:rPr sz="1400" b="1" dirty="0">
                <a:latin typeface="Tahoma"/>
                <a:cs typeface="Tahoma"/>
              </a:rPr>
              <a:t>r</a:t>
            </a:r>
            <a:endParaRPr sz="1400">
              <a:latin typeface="Tahoma"/>
              <a:cs typeface="Tahoma"/>
            </a:endParaRPr>
          </a:p>
        </p:txBody>
      </p:sp>
      <p:sp>
        <p:nvSpPr>
          <p:cNvPr id="18" name="object 18"/>
          <p:cNvSpPr txBox="1"/>
          <p:nvPr/>
        </p:nvSpPr>
        <p:spPr>
          <a:xfrm>
            <a:off x="3790950" y="3487673"/>
            <a:ext cx="399415" cy="1656714"/>
          </a:xfrm>
          <a:prstGeom prst="rect">
            <a:avLst/>
          </a:prstGeom>
          <a:solidFill>
            <a:srgbClr val="006FC0">
              <a:alpha val="30195"/>
            </a:srgbClr>
          </a:solidFill>
          <a:ln w="19811">
            <a:solidFill>
              <a:srgbClr val="006FC0"/>
            </a:solidFill>
          </a:ln>
        </p:spPr>
        <p:txBody>
          <a:bodyPr vert="vert" wrap="square" lIns="0" tIns="88265" rIns="0" bIns="0" rtlCol="0">
            <a:spAutoFit/>
          </a:bodyPr>
          <a:lstStyle/>
          <a:p>
            <a:pPr marL="433070">
              <a:lnSpc>
                <a:spcPct val="100000"/>
              </a:lnSpc>
              <a:spcBef>
                <a:spcPts val="695"/>
              </a:spcBef>
            </a:pPr>
            <a:r>
              <a:rPr sz="1400" b="1" spc="-10" dirty="0">
                <a:latin typeface="Tahoma"/>
                <a:cs typeface="Tahoma"/>
              </a:rPr>
              <a:t>P</a:t>
            </a:r>
            <a:r>
              <a:rPr sz="1400" b="1" dirty="0">
                <a:latin typeface="Tahoma"/>
                <a:cs typeface="Tahoma"/>
              </a:rPr>
              <a:t>ooling</a:t>
            </a:r>
            <a:r>
              <a:rPr sz="1400" b="1" spc="-150" dirty="0">
                <a:latin typeface="Tahoma"/>
                <a:cs typeface="Tahoma"/>
              </a:rPr>
              <a:t> </a:t>
            </a:r>
            <a:r>
              <a:rPr sz="1400" b="1" dirty="0">
                <a:latin typeface="Tahoma"/>
                <a:cs typeface="Tahoma"/>
              </a:rPr>
              <a:t>l</a:t>
            </a:r>
            <a:r>
              <a:rPr sz="1400" b="1" spc="15" dirty="0">
                <a:latin typeface="Tahoma"/>
                <a:cs typeface="Tahoma"/>
              </a:rPr>
              <a:t>a</a:t>
            </a:r>
            <a:r>
              <a:rPr sz="1400" b="1" spc="-30" dirty="0">
                <a:latin typeface="Tahoma"/>
                <a:cs typeface="Tahoma"/>
              </a:rPr>
              <a:t>y</a:t>
            </a:r>
            <a:r>
              <a:rPr sz="1400" b="1" spc="10" dirty="0">
                <a:latin typeface="Tahoma"/>
                <a:cs typeface="Tahoma"/>
              </a:rPr>
              <a:t>e</a:t>
            </a:r>
            <a:r>
              <a:rPr sz="1400" b="1" dirty="0">
                <a:latin typeface="Tahoma"/>
                <a:cs typeface="Tahoma"/>
              </a:rPr>
              <a:t>r</a:t>
            </a:r>
            <a:endParaRPr sz="1400">
              <a:latin typeface="Tahoma"/>
              <a:cs typeface="Tahoma"/>
            </a:endParaRPr>
          </a:p>
        </p:txBody>
      </p:sp>
      <p:sp>
        <p:nvSpPr>
          <p:cNvPr id="19" name="object 19"/>
          <p:cNvSpPr txBox="1"/>
          <p:nvPr/>
        </p:nvSpPr>
        <p:spPr>
          <a:xfrm>
            <a:off x="5456682" y="3487673"/>
            <a:ext cx="399415" cy="1656714"/>
          </a:xfrm>
          <a:prstGeom prst="rect">
            <a:avLst/>
          </a:prstGeom>
          <a:solidFill>
            <a:srgbClr val="00AF50">
              <a:alpha val="30195"/>
            </a:srgbClr>
          </a:solidFill>
          <a:ln w="19811">
            <a:solidFill>
              <a:srgbClr val="00AF50"/>
            </a:solidFill>
          </a:ln>
        </p:spPr>
        <p:txBody>
          <a:bodyPr vert="vert" wrap="square" lIns="0" tIns="87630" rIns="0" bIns="0" rtlCol="0">
            <a:spAutoFit/>
          </a:bodyPr>
          <a:lstStyle/>
          <a:p>
            <a:pPr marL="407034">
              <a:lnSpc>
                <a:spcPct val="100000"/>
              </a:lnSpc>
              <a:spcBef>
                <a:spcPts val="690"/>
              </a:spcBef>
            </a:pPr>
            <a:r>
              <a:rPr sz="1400" b="1" spc="-15" dirty="0">
                <a:latin typeface="Tahoma"/>
                <a:cs typeface="Tahoma"/>
              </a:rPr>
              <a:t>D</a:t>
            </a:r>
            <a:r>
              <a:rPr sz="1400" b="1" dirty="0">
                <a:latin typeface="Tahoma"/>
                <a:cs typeface="Tahoma"/>
              </a:rPr>
              <a:t>r</a:t>
            </a:r>
            <a:r>
              <a:rPr sz="1400" b="1" spc="5" dirty="0">
                <a:latin typeface="Tahoma"/>
                <a:cs typeface="Tahoma"/>
              </a:rPr>
              <a:t>o</a:t>
            </a:r>
            <a:r>
              <a:rPr sz="1400" b="1" spc="-5" dirty="0">
                <a:latin typeface="Tahoma"/>
                <a:cs typeface="Tahoma"/>
              </a:rPr>
              <a:t>p</a:t>
            </a:r>
            <a:r>
              <a:rPr sz="1400" b="1" spc="5" dirty="0">
                <a:latin typeface="Tahoma"/>
                <a:cs typeface="Tahoma"/>
              </a:rPr>
              <a:t>o</a:t>
            </a:r>
            <a:r>
              <a:rPr sz="1400" b="1" spc="-5" dirty="0">
                <a:latin typeface="Tahoma"/>
                <a:cs typeface="Tahoma"/>
              </a:rPr>
              <a:t>u</a:t>
            </a:r>
            <a:r>
              <a:rPr sz="1400" b="1" dirty="0">
                <a:latin typeface="Tahoma"/>
                <a:cs typeface="Tahoma"/>
              </a:rPr>
              <a:t>t</a:t>
            </a:r>
            <a:r>
              <a:rPr sz="1400" b="1" spc="-140" dirty="0">
                <a:latin typeface="Tahoma"/>
                <a:cs typeface="Tahoma"/>
              </a:rPr>
              <a:t> </a:t>
            </a:r>
            <a:r>
              <a:rPr sz="1400" b="1" dirty="0">
                <a:latin typeface="Tahoma"/>
                <a:cs typeface="Tahoma"/>
              </a:rPr>
              <a:t>l</a:t>
            </a:r>
            <a:r>
              <a:rPr sz="1400" b="1" spc="15" dirty="0">
                <a:latin typeface="Tahoma"/>
                <a:cs typeface="Tahoma"/>
              </a:rPr>
              <a:t>a</a:t>
            </a:r>
            <a:r>
              <a:rPr sz="1400" b="1" spc="-30" dirty="0">
                <a:latin typeface="Tahoma"/>
                <a:cs typeface="Tahoma"/>
              </a:rPr>
              <a:t>y</a:t>
            </a:r>
            <a:r>
              <a:rPr sz="1400" b="1" spc="10" dirty="0">
                <a:latin typeface="Tahoma"/>
                <a:cs typeface="Tahoma"/>
              </a:rPr>
              <a:t>e</a:t>
            </a:r>
            <a:r>
              <a:rPr sz="1400" b="1" dirty="0">
                <a:latin typeface="Tahoma"/>
                <a:cs typeface="Tahoma"/>
              </a:rPr>
              <a:t>r</a:t>
            </a:r>
            <a:endParaRPr sz="1400">
              <a:latin typeface="Tahoma"/>
              <a:cs typeface="Tahoma"/>
            </a:endParaRPr>
          </a:p>
        </p:txBody>
      </p:sp>
      <p:sp>
        <p:nvSpPr>
          <p:cNvPr id="20" name="object 20"/>
          <p:cNvSpPr/>
          <p:nvPr/>
        </p:nvSpPr>
        <p:spPr>
          <a:xfrm>
            <a:off x="6642354" y="3487673"/>
            <a:ext cx="615950" cy="1656714"/>
          </a:xfrm>
          <a:custGeom>
            <a:avLst/>
            <a:gdLst/>
            <a:ahLst/>
            <a:cxnLst/>
            <a:rect l="l" t="t" r="r" b="b"/>
            <a:pathLst>
              <a:path w="615950" h="1656714">
                <a:moveTo>
                  <a:pt x="615696" y="0"/>
                </a:moveTo>
                <a:lnTo>
                  <a:pt x="0" y="0"/>
                </a:lnTo>
                <a:lnTo>
                  <a:pt x="0" y="1656588"/>
                </a:lnTo>
                <a:lnTo>
                  <a:pt x="615696" y="1656588"/>
                </a:lnTo>
                <a:lnTo>
                  <a:pt x="615696" y="0"/>
                </a:lnTo>
                <a:close/>
              </a:path>
            </a:pathLst>
          </a:custGeom>
          <a:solidFill>
            <a:srgbClr val="FFC000">
              <a:alpha val="30195"/>
            </a:srgbClr>
          </a:solidFill>
        </p:spPr>
        <p:txBody>
          <a:bodyPr wrap="square" lIns="0" tIns="0" rIns="0" bIns="0" rtlCol="0"/>
          <a:lstStyle/>
          <a:p>
            <a:endParaRPr/>
          </a:p>
        </p:txBody>
      </p:sp>
      <p:sp>
        <p:nvSpPr>
          <p:cNvPr id="21" name="object 21"/>
          <p:cNvSpPr txBox="1"/>
          <p:nvPr/>
        </p:nvSpPr>
        <p:spPr>
          <a:xfrm>
            <a:off x="6642354" y="3487673"/>
            <a:ext cx="615950" cy="1656714"/>
          </a:xfrm>
          <a:prstGeom prst="rect">
            <a:avLst/>
          </a:prstGeom>
          <a:ln w="19811">
            <a:solidFill>
              <a:srgbClr val="FFC000"/>
            </a:solidFill>
          </a:ln>
        </p:spPr>
        <p:txBody>
          <a:bodyPr vert="vert" wrap="square" lIns="0" tIns="88900" rIns="0" bIns="0" rtlCol="0">
            <a:spAutoFit/>
          </a:bodyPr>
          <a:lstStyle/>
          <a:p>
            <a:pPr marL="181610">
              <a:lnSpc>
                <a:spcPct val="100000"/>
              </a:lnSpc>
              <a:spcBef>
                <a:spcPts val="700"/>
              </a:spcBef>
            </a:pPr>
            <a:r>
              <a:rPr sz="1400" b="1" spc="-15" dirty="0">
                <a:latin typeface="Tahoma"/>
                <a:cs typeface="Tahoma"/>
              </a:rPr>
              <a:t>F</a:t>
            </a:r>
            <a:r>
              <a:rPr sz="1400" b="1" spc="-5" dirty="0">
                <a:latin typeface="Tahoma"/>
                <a:cs typeface="Tahoma"/>
              </a:rPr>
              <a:t>ull</a:t>
            </a:r>
            <a:r>
              <a:rPr sz="1400" b="1" dirty="0">
                <a:latin typeface="Tahoma"/>
                <a:cs typeface="Tahoma"/>
              </a:rPr>
              <a:t>y</a:t>
            </a:r>
            <a:r>
              <a:rPr sz="1400" b="1" spc="-114" dirty="0">
                <a:latin typeface="Tahoma"/>
                <a:cs typeface="Tahoma"/>
              </a:rPr>
              <a:t> </a:t>
            </a:r>
            <a:r>
              <a:rPr sz="1400" b="1" spc="10" dirty="0">
                <a:latin typeface="Tahoma"/>
                <a:cs typeface="Tahoma"/>
              </a:rPr>
              <a:t>c</a:t>
            </a:r>
            <a:r>
              <a:rPr sz="1400" b="1" dirty="0">
                <a:latin typeface="Tahoma"/>
                <a:cs typeface="Tahoma"/>
              </a:rPr>
              <a:t>o</a:t>
            </a:r>
            <a:r>
              <a:rPr sz="1400" b="1" spc="-5" dirty="0">
                <a:latin typeface="Tahoma"/>
                <a:cs typeface="Tahoma"/>
              </a:rPr>
              <a:t>nn</a:t>
            </a:r>
            <a:r>
              <a:rPr sz="1400" b="1" spc="15" dirty="0">
                <a:latin typeface="Tahoma"/>
                <a:cs typeface="Tahoma"/>
              </a:rPr>
              <a:t>e</a:t>
            </a:r>
            <a:r>
              <a:rPr sz="1400" b="1" dirty="0">
                <a:latin typeface="Tahoma"/>
                <a:cs typeface="Tahoma"/>
              </a:rPr>
              <a:t>cted</a:t>
            </a:r>
            <a:r>
              <a:rPr sz="1400" b="1" spc="-155" dirty="0">
                <a:latin typeface="Tahoma"/>
                <a:cs typeface="Tahoma"/>
              </a:rPr>
              <a:t> </a:t>
            </a:r>
            <a:r>
              <a:rPr sz="1400" b="1" dirty="0">
                <a:latin typeface="Tahoma"/>
                <a:cs typeface="Tahoma"/>
              </a:rPr>
              <a:t>l</a:t>
            </a:r>
            <a:r>
              <a:rPr sz="1400" b="1" spc="15" dirty="0">
                <a:latin typeface="Tahoma"/>
                <a:cs typeface="Tahoma"/>
              </a:rPr>
              <a:t>a</a:t>
            </a:r>
            <a:r>
              <a:rPr sz="1400" b="1" spc="-30" dirty="0">
                <a:latin typeface="Tahoma"/>
                <a:cs typeface="Tahoma"/>
              </a:rPr>
              <a:t>y</a:t>
            </a:r>
            <a:r>
              <a:rPr sz="1400" b="1" spc="10" dirty="0">
                <a:latin typeface="Tahoma"/>
                <a:cs typeface="Tahoma"/>
              </a:rPr>
              <a:t>e</a:t>
            </a:r>
            <a:r>
              <a:rPr sz="1400" b="1" dirty="0">
                <a:latin typeface="Tahoma"/>
                <a:cs typeface="Tahoma"/>
              </a:rPr>
              <a:t>r</a:t>
            </a:r>
            <a:endParaRPr sz="1400">
              <a:latin typeface="Tahoma"/>
              <a:cs typeface="Tahoma"/>
            </a:endParaRPr>
          </a:p>
        </p:txBody>
      </p:sp>
      <p:pic>
        <p:nvPicPr>
          <p:cNvPr id="22" name="object 22"/>
          <p:cNvPicPr/>
          <p:nvPr/>
        </p:nvPicPr>
        <p:blipFill>
          <a:blip r:embed="rId7" cstate="print"/>
          <a:stretch>
            <a:fillRect/>
          </a:stretch>
        </p:blipFill>
        <p:spPr>
          <a:xfrm>
            <a:off x="1825751" y="4020311"/>
            <a:ext cx="697992" cy="589788"/>
          </a:xfrm>
          <a:prstGeom prst="rect">
            <a:avLst/>
          </a:prstGeom>
        </p:spPr>
      </p:pic>
      <p:pic>
        <p:nvPicPr>
          <p:cNvPr id="23" name="object 23"/>
          <p:cNvPicPr/>
          <p:nvPr/>
        </p:nvPicPr>
        <p:blipFill>
          <a:blip r:embed="rId8" cstate="print"/>
          <a:stretch>
            <a:fillRect/>
          </a:stretch>
        </p:blipFill>
        <p:spPr>
          <a:xfrm>
            <a:off x="2877311" y="5481828"/>
            <a:ext cx="1306830" cy="176022"/>
          </a:xfrm>
          <a:prstGeom prst="rect">
            <a:avLst/>
          </a:prstGeom>
        </p:spPr>
      </p:pic>
      <p:pic>
        <p:nvPicPr>
          <p:cNvPr id="24" name="object 24"/>
          <p:cNvPicPr/>
          <p:nvPr/>
        </p:nvPicPr>
        <p:blipFill>
          <a:blip r:embed="rId9" cstate="print"/>
          <a:stretch>
            <a:fillRect/>
          </a:stretch>
        </p:blipFill>
        <p:spPr>
          <a:xfrm>
            <a:off x="1057706" y="3558562"/>
            <a:ext cx="342087" cy="151615"/>
          </a:xfrm>
          <a:prstGeom prst="rect">
            <a:avLst/>
          </a:prstGeom>
        </p:spPr>
      </p:pic>
      <p:pic>
        <p:nvPicPr>
          <p:cNvPr id="25" name="object 25"/>
          <p:cNvPicPr/>
          <p:nvPr/>
        </p:nvPicPr>
        <p:blipFill>
          <a:blip r:embed="rId10" cstate="print"/>
          <a:stretch>
            <a:fillRect/>
          </a:stretch>
        </p:blipFill>
        <p:spPr>
          <a:xfrm>
            <a:off x="8203731" y="2979532"/>
            <a:ext cx="447255" cy="154573"/>
          </a:xfrm>
          <a:prstGeom prst="rect">
            <a:avLst/>
          </a:prstGeom>
        </p:spPr>
      </p:pic>
      <p:pic>
        <p:nvPicPr>
          <p:cNvPr id="26" name="object 26"/>
          <p:cNvPicPr/>
          <p:nvPr/>
        </p:nvPicPr>
        <p:blipFill>
          <a:blip r:embed="rId11" cstate="print"/>
          <a:stretch>
            <a:fillRect/>
          </a:stretch>
        </p:blipFill>
        <p:spPr>
          <a:xfrm>
            <a:off x="792480" y="3813047"/>
            <a:ext cx="861059" cy="929639"/>
          </a:xfrm>
          <a:prstGeom prst="rect">
            <a:avLst/>
          </a:prstGeom>
        </p:spPr>
      </p:pic>
      <p:graphicFrame>
        <p:nvGraphicFramePr>
          <p:cNvPr id="27" name="object 27"/>
          <p:cNvGraphicFramePr>
            <a:graphicFrameLocks noGrp="1"/>
          </p:cNvGraphicFramePr>
          <p:nvPr/>
        </p:nvGraphicFramePr>
        <p:xfrm>
          <a:off x="8253983" y="3236467"/>
          <a:ext cx="400685" cy="2160263"/>
        </p:xfrm>
        <a:graphic>
          <a:graphicData uri="http://schemas.openxmlformats.org/drawingml/2006/table">
            <a:tbl>
              <a:tblPr firstRow="1" bandRow="1">
                <a:tableStyleId>{2D5ABB26-0587-4C30-8999-92F81FD0307C}</a:tableStyleId>
              </a:tblPr>
              <a:tblGrid>
                <a:gridCol w="400685">
                  <a:extLst>
                    <a:ext uri="{9D8B030D-6E8A-4147-A177-3AD203B41FA5}">
                      <a16:colId xmlns:a16="http://schemas.microsoft.com/office/drawing/2014/main" val="20000"/>
                    </a:ext>
                  </a:extLst>
                </a:gridCol>
              </a:tblGrid>
              <a:tr h="216027">
                <a:tc>
                  <a:txBody>
                    <a:bodyPr/>
                    <a:lstStyle/>
                    <a:p>
                      <a:pPr marL="2540" algn="ctr">
                        <a:lnSpc>
                          <a:spcPct val="100000"/>
                        </a:lnSpc>
                        <a:spcBef>
                          <a:spcPts val="365"/>
                        </a:spcBef>
                      </a:pPr>
                      <a:r>
                        <a:rPr sz="800" dirty="0">
                          <a:latin typeface="Trebuchet MS"/>
                          <a:cs typeface="Trebuchet MS"/>
                        </a:rPr>
                        <a:t>0</a:t>
                      </a:r>
                      <a:endParaRPr sz="800">
                        <a:latin typeface="Trebuchet MS"/>
                        <a:cs typeface="Trebuchet MS"/>
                      </a:endParaRPr>
                    </a:p>
                  </a:txBody>
                  <a:tcPr marL="0" marR="0" marT="46355" marB="0">
                    <a:lnL w="6350">
                      <a:solidFill>
                        <a:srgbClr val="BEBEBE"/>
                      </a:solidFill>
                      <a:prstDash val="solid"/>
                    </a:lnL>
                    <a:lnR w="6350">
                      <a:solidFill>
                        <a:srgbClr val="BEBEBE"/>
                      </a:solidFill>
                      <a:prstDash val="solid"/>
                    </a:lnR>
                    <a:lnT w="6350">
                      <a:solidFill>
                        <a:srgbClr val="BEBEBE"/>
                      </a:solidFill>
                      <a:prstDash val="solid"/>
                    </a:lnT>
                    <a:lnB w="6350">
                      <a:solidFill>
                        <a:srgbClr val="BEBEBE"/>
                      </a:solidFill>
                      <a:prstDash val="solid"/>
                    </a:lnB>
                  </a:tcPr>
                </a:tc>
                <a:extLst>
                  <a:ext uri="{0D108BD9-81ED-4DB2-BD59-A6C34878D82A}">
                    <a16:rowId xmlns:a16="http://schemas.microsoft.com/office/drawing/2014/main" val="10000"/>
                  </a:ext>
                </a:extLst>
              </a:tr>
              <a:tr h="216026">
                <a:tc>
                  <a:txBody>
                    <a:bodyPr/>
                    <a:lstStyle/>
                    <a:p>
                      <a:pPr marL="2540" algn="ctr">
                        <a:lnSpc>
                          <a:spcPct val="100000"/>
                        </a:lnSpc>
                        <a:spcBef>
                          <a:spcPts val="370"/>
                        </a:spcBef>
                      </a:pPr>
                      <a:r>
                        <a:rPr sz="800" dirty="0">
                          <a:latin typeface="Trebuchet MS"/>
                          <a:cs typeface="Trebuchet MS"/>
                        </a:rPr>
                        <a:t>0</a:t>
                      </a:r>
                      <a:endParaRPr sz="800">
                        <a:latin typeface="Trebuchet MS"/>
                        <a:cs typeface="Trebuchet MS"/>
                      </a:endParaRPr>
                    </a:p>
                  </a:txBody>
                  <a:tcPr marL="0" marR="0" marT="46990" marB="0">
                    <a:lnL w="6350">
                      <a:solidFill>
                        <a:srgbClr val="BEBEBE"/>
                      </a:solidFill>
                      <a:prstDash val="solid"/>
                    </a:lnL>
                    <a:lnR w="6350">
                      <a:solidFill>
                        <a:srgbClr val="BEBEBE"/>
                      </a:solidFill>
                      <a:prstDash val="solid"/>
                    </a:lnR>
                    <a:lnT w="6350">
                      <a:solidFill>
                        <a:srgbClr val="BEBEBE"/>
                      </a:solidFill>
                      <a:prstDash val="solid"/>
                    </a:lnT>
                    <a:lnB w="6350">
                      <a:solidFill>
                        <a:srgbClr val="BEBEBE"/>
                      </a:solidFill>
                      <a:prstDash val="solid"/>
                    </a:lnB>
                  </a:tcPr>
                </a:tc>
                <a:extLst>
                  <a:ext uri="{0D108BD9-81ED-4DB2-BD59-A6C34878D82A}">
                    <a16:rowId xmlns:a16="http://schemas.microsoft.com/office/drawing/2014/main" val="10001"/>
                  </a:ext>
                </a:extLst>
              </a:tr>
              <a:tr h="216026">
                <a:tc>
                  <a:txBody>
                    <a:bodyPr/>
                    <a:lstStyle/>
                    <a:p>
                      <a:pPr algn="ctr">
                        <a:lnSpc>
                          <a:spcPct val="100000"/>
                        </a:lnSpc>
                        <a:spcBef>
                          <a:spcPts val="370"/>
                        </a:spcBef>
                      </a:pPr>
                      <a:r>
                        <a:rPr sz="800" spc="-105" dirty="0">
                          <a:latin typeface="Trebuchet MS"/>
                          <a:cs typeface="Trebuchet MS"/>
                        </a:rPr>
                        <a:t>0.02</a:t>
                      </a:r>
                      <a:endParaRPr sz="800">
                        <a:latin typeface="Trebuchet MS"/>
                        <a:cs typeface="Trebuchet MS"/>
                      </a:endParaRPr>
                    </a:p>
                  </a:txBody>
                  <a:tcPr marL="0" marR="0" marT="46990" marB="0">
                    <a:lnL w="6350">
                      <a:solidFill>
                        <a:srgbClr val="BEBEBE"/>
                      </a:solidFill>
                      <a:prstDash val="solid"/>
                    </a:lnL>
                    <a:lnR w="6350">
                      <a:solidFill>
                        <a:srgbClr val="BEBEBE"/>
                      </a:solidFill>
                      <a:prstDash val="solid"/>
                    </a:lnR>
                    <a:lnT w="6350">
                      <a:solidFill>
                        <a:srgbClr val="BEBEBE"/>
                      </a:solidFill>
                      <a:prstDash val="solid"/>
                    </a:lnT>
                    <a:lnB w="6350">
                      <a:solidFill>
                        <a:srgbClr val="BEBEBE"/>
                      </a:solidFill>
                      <a:prstDash val="solid"/>
                    </a:lnB>
                  </a:tcPr>
                </a:tc>
                <a:extLst>
                  <a:ext uri="{0D108BD9-81ED-4DB2-BD59-A6C34878D82A}">
                    <a16:rowId xmlns:a16="http://schemas.microsoft.com/office/drawing/2014/main" val="10002"/>
                  </a:ext>
                </a:extLst>
              </a:tr>
              <a:tr h="216026">
                <a:tc>
                  <a:txBody>
                    <a:bodyPr/>
                    <a:lstStyle/>
                    <a:p>
                      <a:pPr algn="ctr">
                        <a:lnSpc>
                          <a:spcPct val="100000"/>
                        </a:lnSpc>
                        <a:spcBef>
                          <a:spcPts val="370"/>
                        </a:spcBef>
                      </a:pPr>
                      <a:r>
                        <a:rPr sz="800" b="1" spc="-125" dirty="0">
                          <a:solidFill>
                            <a:srgbClr val="FF0000"/>
                          </a:solidFill>
                          <a:latin typeface="Tahoma"/>
                          <a:cs typeface="Tahoma"/>
                        </a:rPr>
                        <a:t>0.95</a:t>
                      </a:r>
                      <a:endParaRPr sz="800">
                        <a:latin typeface="Tahoma"/>
                        <a:cs typeface="Tahoma"/>
                      </a:endParaRPr>
                    </a:p>
                  </a:txBody>
                  <a:tcPr marL="0" marR="0" marT="46990" marB="0">
                    <a:lnL w="6350">
                      <a:solidFill>
                        <a:srgbClr val="BEBEBE"/>
                      </a:solidFill>
                      <a:prstDash val="solid"/>
                    </a:lnL>
                    <a:lnR w="6350">
                      <a:solidFill>
                        <a:srgbClr val="BEBEBE"/>
                      </a:solidFill>
                      <a:prstDash val="solid"/>
                    </a:lnR>
                    <a:lnT w="6350">
                      <a:solidFill>
                        <a:srgbClr val="BEBEBE"/>
                      </a:solidFill>
                      <a:prstDash val="solid"/>
                    </a:lnT>
                    <a:lnB w="6350">
                      <a:solidFill>
                        <a:srgbClr val="BEBEBE"/>
                      </a:solidFill>
                      <a:prstDash val="solid"/>
                    </a:lnB>
                  </a:tcPr>
                </a:tc>
                <a:extLst>
                  <a:ext uri="{0D108BD9-81ED-4DB2-BD59-A6C34878D82A}">
                    <a16:rowId xmlns:a16="http://schemas.microsoft.com/office/drawing/2014/main" val="10003"/>
                  </a:ext>
                </a:extLst>
              </a:tr>
              <a:tr h="216026">
                <a:tc>
                  <a:txBody>
                    <a:bodyPr/>
                    <a:lstStyle/>
                    <a:p>
                      <a:pPr algn="ctr">
                        <a:lnSpc>
                          <a:spcPct val="100000"/>
                        </a:lnSpc>
                        <a:spcBef>
                          <a:spcPts val="370"/>
                        </a:spcBef>
                      </a:pPr>
                      <a:r>
                        <a:rPr sz="800" spc="-95" dirty="0">
                          <a:latin typeface="Trebuchet MS"/>
                          <a:cs typeface="Trebuchet MS"/>
                        </a:rPr>
                        <a:t>0.03</a:t>
                      </a:r>
                      <a:endParaRPr sz="800">
                        <a:latin typeface="Trebuchet MS"/>
                        <a:cs typeface="Trebuchet MS"/>
                      </a:endParaRPr>
                    </a:p>
                  </a:txBody>
                  <a:tcPr marL="0" marR="0" marT="46990" marB="0">
                    <a:lnL w="6350">
                      <a:solidFill>
                        <a:srgbClr val="BEBEBE"/>
                      </a:solidFill>
                      <a:prstDash val="solid"/>
                    </a:lnL>
                    <a:lnR w="6350">
                      <a:solidFill>
                        <a:srgbClr val="BEBEBE"/>
                      </a:solidFill>
                      <a:prstDash val="solid"/>
                    </a:lnR>
                    <a:lnT w="6350">
                      <a:solidFill>
                        <a:srgbClr val="BEBEBE"/>
                      </a:solidFill>
                      <a:prstDash val="solid"/>
                    </a:lnT>
                    <a:lnB w="6350">
                      <a:solidFill>
                        <a:srgbClr val="BEBEBE"/>
                      </a:solidFill>
                      <a:prstDash val="solid"/>
                    </a:lnB>
                  </a:tcPr>
                </a:tc>
                <a:extLst>
                  <a:ext uri="{0D108BD9-81ED-4DB2-BD59-A6C34878D82A}">
                    <a16:rowId xmlns:a16="http://schemas.microsoft.com/office/drawing/2014/main" val="10004"/>
                  </a:ext>
                </a:extLst>
              </a:tr>
              <a:tr h="216027">
                <a:tc>
                  <a:txBody>
                    <a:bodyPr/>
                    <a:lstStyle/>
                    <a:p>
                      <a:pPr marL="2540" algn="ctr">
                        <a:lnSpc>
                          <a:spcPct val="100000"/>
                        </a:lnSpc>
                        <a:spcBef>
                          <a:spcPts val="370"/>
                        </a:spcBef>
                      </a:pPr>
                      <a:r>
                        <a:rPr sz="800" dirty="0">
                          <a:latin typeface="Trebuchet MS"/>
                          <a:cs typeface="Trebuchet MS"/>
                        </a:rPr>
                        <a:t>0</a:t>
                      </a:r>
                      <a:endParaRPr sz="800">
                        <a:latin typeface="Trebuchet MS"/>
                        <a:cs typeface="Trebuchet MS"/>
                      </a:endParaRPr>
                    </a:p>
                  </a:txBody>
                  <a:tcPr marL="0" marR="0" marT="46990" marB="0">
                    <a:lnL w="6350">
                      <a:solidFill>
                        <a:srgbClr val="BEBEBE"/>
                      </a:solidFill>
                      <a:prstDash val="solid"/>
                    </a:lnL>
                    <a:lnR w="6350">
                      <a:solidFill>
                        <a:srgbClr val="BEBEBE"/>
                      </a:solidFill>
                      <a:prstDash val="solid"/>
                    </a:lnR>
                    <a:lnT w="6350">
                      <a:solidFill>
                        <a:srgbClr val="BEBEBE"/>
                      </a:solidFill>
                      <a:prstDash val="solid"/>
                    </a:lnT>
                    <a:lnB w="6350">
                      <a:solidFill>
                        <a:srgbClr val="BEBEBE"/>
                      </a:solidFill>
                      <a:prstDash val="solid"/>
                    </a:lnB>
                  </a:tcPr>
                </a:tc>
                <a:extLst>
                  <a:ext uri="{0D108BD9-81ED-4DB2-BD59-A6C34878D82A}">
                    <a16:rowId xmlns:a16="http://schemas.microsoft.com/office/drawing/2014/main" val="10005"/>
                  </a:ext>
                </a:extLst>
              </a:tr>
              <a:tr h="216026">
                <a:tc>
                  <a:txBody>
                    <a:bodyPr/>
                    <a:lstStyle/>
                    <a:p>
                      <a:pPr marL="2540" algn="ctr">
                        <a:lnSpc>
                          <a:spcPct val="100000"/>
                        </a:lnSpc>
                        <a:spcBef>
                          <a:spcPts val="370"/>
                        </a:spcBef>
                      </a:pPr>
                      <a:r>
                        <a:rPr sz="800" dirty="0">
                          <a:latin typeface="Trebuchet MS"/>
                          <a:cs typeface="Trebuchet MS"/>
                        </a:rPr>
                        <a:t>0</a:t>
                      </a:r>
                      <a:endParaRPr sz="800">
                        <a:latin typeface="Trebuchet MS"/>
                        <a:cs typeface="Trebuchet MS"/>
                      </a:endParaRPr>
                    </a:p>
                  </a:txBody>
                  <a:tcPr marL="0" marR="0" marT="46990" marB="0">
                    <a:lnL w="6350">
                      <a:solidFill>
                        <a:srgbClr val="BEBEBE"/>
                      </a:solidFill>
                      <a:prstDash val="solid"/>
                    </a:lnL>
                    <a:lnR w="6350">
                      <a:solidFill>
                        <a:srgbClr val="BEBEBE"/>
                      </a:solidFill>
                      <a:prstDash val="solid"/>
                    </a:lnR>
                    <a:lnT w="6350">
                      <a:solidFill>
                        <a:srgbClr val="BEBEBE"/>
                      </a:solidFill>
                      <a:prstDash val="solid"/>
                    </a:lnT>
                    <a:lnB w="6350">
                      <a:solidFill>
                        <a:srgbClr val="BEBEBE"/>
                      </a:solidFill>
                      <a:prstDash val="solid"/>
                    </a:lnB>
                  </a:tcPr>
                </a:tc>
                <a:extLst>
                  <a:ext uri="{0D108BD9-81ED-4DB2-BD59-A6C34878D82A}">
                    <a16:rowId xmlns:a16="http://schemas.microsoft.com/office/drawing/2014/main" val="10006"/>
                  </a:ext>
                </a:extLst>
              </a:tr>
              <a:tr h="216026">
                <a:tc>
                  <a:txBody>
                    <a:bodyPr/>
                    <a:lstStyle/>
                    <a:p>
                      <a:pPr marL="2540" algn="ctr">
                        <a:lnSpc>
                          <a:spcPct val="100000"/>
                        </a:lnSpc>
                        <a:spcBef>
                          <a:spcPts val="370"/>
                        </a:spcBef>
                      </a:pPr>
                      <a:r>
                        <a:rPr sz="800" dirty="0">
                          <a:latin typeface="Trebuchet MS"/>
                          <a:cs typeface="Trebuchet MS"/>
                        </a:rPr>
                        <a:t>0</a:t>
                      </a:r>
                      <a:endParaRPr sz="800">
                        <a:latin typeface="Trebuchet MS"/>
                        <a:cs typeface="Trebuchet MS"/>
                      </a:endParaRPr>
                    </a:p>
                  </a:txBody>
                  <a:tcPr marL="0" marR="0" marT="46990" marB="0">
                    <a:lnL w="6350">
                      <a:solidFill>
                        <a:srgbClr val="BEBEBE"/>
                      </a:solidFill>
                      <a:prstDash val="solid"/>
                    </a:lnL>
                    <a:lnR w="6350">
                      <a:solidFill>
                        <a:srgbClr val="BEBEBE"/>
                      </a:solidFill>
                      <a:prstDash val="solid"/>
                    </a:lnR>
                    <a:lnT w="6350">
                      <a:solidFill>
                        <a:srgbClr val="BEBEBE"/>
                      </a:solidFill>
                      <a:prstDash val="solid"/>
                    </a:lnT>
                    <a:lnB w="6350">
                      <a:solidFill>
                        <a:srgbClr val="BEBEBE"/>
                      </a:solidFill>
                      <a:prstDash val="solid"/>
                    </a:lnB>
                  </a:tcPr>
                </a:tc>
                <a:extLst>
                  <a:ext uri="{0D108BD9-81ED-4DB2-BD59-A6C34878D82A}">
                    <a16:rowId xmlns:a16="http://schemas.microsoft.com/office/drawing/2014/main" val="10007"/>
                  </a:ext>
                </a:extLst>
              </a:tr>
              <a:tr h="216027">
                <a:tc>
                  <a:txBody>
                    <a:bodyPr/>
                    <a:lstStyle/>
                    <a:p>
                      <a:pPr marL="2540" algn="ctr">
                        <a:lnSpc>
                          <a:spcPct val="100000"/>
                        </a:lnSpc>
                        <a:spcBef>
                          <a:spcPts val="370"/>
                        </a:spcBef>
                      </a:pPr>
                      <a:r>
                        <a:rPr sz="800" dirty="0">
                          <a:latin typeface="Trebuchet MS"/>
                          <a:cs typeface="Trebuchet MS"/>
                        </a:rPr>
                        <a:t>0</a:t>
                      </a:r>
                      <a:endParaRPr sz="800">
                        <a:latin typeface="Trebuchet MS"/>
                        <a:cs typeface="Trebuchet MS"/>
                      </a:endParaRPr>
                    </a:p>
                  </a:txBody>
                  <a:tcPr marL="0" marR="0" marT="46990" marB="0">
                    <a:lnL w="6350">
                      <a:solidFill>
                        <a:srgbClr val="BEBEBE"/>
                      </a:solidFill>
                      <a:prstDash val="solid"/>
                    </a:lnL>
                    <a:lnR w="6350">
                      <a:solidFill>
                        <a:srgbClr val="BEBEBE"/>
                      </a:solidFill>
                      <a:prstDash val="solid"/>
                    </a:lnR>
                    <a:lnT w="6350">
                      <a:solidFill>
                        <a:srgbClr val="BEBEBE"/>
                      </a:solidFill>
                      <a:prstDash val="solid"/>
                    </a:lnT>
                    <a:lnB w="6350">
                      <a:solidFill>
                        <a:srgbClr val="BEBEBE"/>
                      </a:solidFill>
                      <a:prstDash val="solid"/>
                    </a:lnB>
                  </a:tcPr>
                </a:tc>
                <a:extLst>
                  <a:ext uri="{0D108BD9-81ED-4DB2-BD59-A6C34878D82A}">
                    <a16:rowId xmlns:a16="http://schemas.microsoft.com/office/drawing/2014/main" val="10008"/>
                  </a:ext>
                </a:extLst>
              </a:tr>
              <a:tr h="216026">
                <a:tc>
                  <a:txBody>
                    <a:bodyPr/>
                    <a:lstStyle/>
                    <a:p>
                      <a:pPr marL="2540" algn="ctr">
                        <a:lnSpc>
                          <a:spcPct val="100000"/>
                        </a:lnSpc>
                        <a:spcBef>
                          <a:spcPts val="370"/>
                        </a:spcBef>
                      </a:pPr>
                      <a:r>
                        <a:rPr sz="800" dirty="0">
                          <a:latin typeface="Trebuchet MS"/>
                          <a:cs typeface="Trebuchet MS"/>
                        </a:rPr>
                        <a:t>0</a:t>
                      </a:r>
                      <a:endParaRPr sz="800">
                        <a:latin typeface="Trebuchet MS"/>
                        <a:cs typeface="Trebuchet MS"/>
                      </a:endParaRPr>
                    </a:p>
                  </a:txBody>
                  <a:tcPr marL="0" marR="0" marT="46990" marB="0">
                    <a:lnL w="6350">
                      <a:solidFill>
                        <a:srgbClr val="BEBEBE"/>
                      </a:solidFill>
                      <a:prstDash val="solid"/>
                    </a:lnL>
                    <a:lnR w="6350">
                      <a:solidFill>
                        <a:srgbClr val="BEBEBE"/>
                      </a:solidFill>
                      <a:prstDash val="solid"/>
                    </a:lnR>
                    <a:lnT w="6350">
                      <a:solidFill>
                        <a:srgbClr val="BEBEBE"/>
                      </a:solidFill>
                      <a:prstDash val="solid"/>
                    </a:lnT>
                    <a:lnB w="6350">
                      <a:solidFill>
                        <a:srgbClr val="BEBEBE"/>
                      </a:solidFill>
                      <a:prstDash val="solid"/>
                    </a:lnB>
                  </a:tcPr>
                </a:tc>
                <a:extLst>
                  <a:ext uri="{0D108BD9-81ED-4DB2-BD59-A6C34878D82A}">
                    <a16:rowId xmlns:a16="http://schemas.microsoft.com/office/drawing/2014/main" val="10009"/>
                  </a:ext>
                </a:extLst>
              </a:tr>
            </a:tbl>
          </a:graphicData>
        </a:graphic>
      </p:graphicFrame>
      <p:pic>
        <p:nvPicPr>
          <p:cNvPr id="28" name="object 28"/>
          <p:cNvPicPr/>
          <p:nvPr/>
        </p:nvPicPr>
        <p:blipFill>
          <a:blip r:embed="rId12" cstate="print"/>
          <a:stretch>
            <a:fillRect/>
          </a:stretch>
        </p:blipFill>
        <p:spPr>
          <a:xfrm>
            <a:off x="3310128" y="4090415"/>
            <a:ext cx="438912" cy="448056"/>
          </a:xfrm>
          <a:prstGeom prst="rect">
            <a:avLst/>
          </a:prstGeom>
        </p:spPr>
      </p:pic>
      <p:pic>
        <p:nvPicPr>
          <p:cNvPr id="29" name="object 29"/>
          <p:cNvPicPr/>
          <p:nvPr/>
        </p:nvPicPr>
        <p:blipFill>
          <a:blip r:embed="rId13" cstate="print"/>
          <a:stretch>
            <a:fillRect/>
          </a:stretch>
        </p:blipFill>
        <p:spPr>
          <a:xfrm>
            <a:off x="2944367" y="2976372"/>
            <a:ext cx="1203197" cy="127253"/>
          </a:xfrm>
          <a:prstGeom prst="rect">
            <a:avLst/>
          </a:prstGeom>
        </p:spPr>
      </p:pic>
      <p:pic>
        <p:nvPicPr>
          <p:cNvPr id="30" name="object 30"/>
          <p:cNvPicPr/>
          <p:nvPr/>
        </p:nvPicPr>
        <p:blipFill>
          <a:blip r:embed="rId14" cstate="print"/>
          <a:stretch>
            <a:fillRect/>
          </a:stretch>
        </p:blipFill>
        <p:spPr>
          <a:xfrm>
            <a:off x="5888735" y="2971800"/>
            <a:ext cx="880110" cy="131825"/>
          </a:xfrm>
          <a:prstGeom prst="rect">
            <a:avLst/>
          </a:prstGeom>
        </p:spPr>
      </p:pic>
      <p:pic>
        <p:nvPicPr>
          <p:cNvPr id="31" name="object 31"/>
          <p:cNvPicPr/>
          <p:nvPr/>
        </p:nvPicPr>
        <p:blipFill>
          <a:blip r:embed="rId15" cstate="print"/>
          <a:stretch>
            <a:fillRect/>
          </a:stretch>
        </p:blipFill>
        <p:spPr>
          <a:xfrm>
            <a:off x="4533900" y="4020311"/>
            <a:ext cx="697991" cy="589788"/>
          </a:xfrm>
          <a:prstGeom prst="rect">
            <a:avLst/>
          </a:prstGeom>
        </p:spPr>
      </p:pic>
      <p:pic>
        <p:nvPicPr>
          <p:cNvPr id="32" name="object 32"/>
          <p:cNvPicPr/>
          <p:nvPr/>
        </p:nvPicPr>
        <p:blipFill>
          <a:blip r:embed="rId16" cstate="print"/>
          <a:stretch>
            <a:fillRect/>
          </a:stretch>
        </p:blipFill>
        <p:spPr>
          <a:xfrm>
            <a:off x="6035040" y="4020311"/>
            <a:ext cx="696467" cy="589788"/>
          </a:xfrm>
          <a:prstGeom prst="rect">
            <a:avLst/>
          </a:prstGeom>
        </p:spPr>
      </p:pic>
      <p:pic>
        <p:nvPicPr>
          <p:cNvPr id="33" name="object 33"/>
          <p:cNvPicPr/>
          <p:nvPr/>
        </p:nvPicPr>
        <p:blipFill>
          <a:blip r:embed="rId15" cstate="print"/>
          <a:stretch>
            <a:fillRect/>
          </a:stretch>
        </p:blipFill>
        <p:spPr>
          <a:xfrm>
            <a:off x="7455407" y="4020311"/>
            <a:ext cx="697992" cy="5897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2052"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pic>
        <p:nvPicPr>
          <p:cNvPr id="5" name="object 5"/>
          <p:cNvPicPr/>
          <p:nvPr/>
        </p:nvPicPr>
        <p:blipFill>
          <a:blip r:embed="rId5" cstate="print"/>
          <a:stretch>
            <a:fillRect/>
          </a:stretch>
        </p:blipFill>
        <p:spPr>
          <a:xfrm>
            <a:off x="557783" y="1591043"/>
            <a:ext cx="2977133" cy="302526"/>
          </a:xfrm>
          <a:prstGeom prst="rect">
            <a:avLst/>
          </a:prstGeom>
        </p:spPr>
      </p:pic>
      <p:sp>
        <p:nvSpPr>
          <p:cNvPr id="6" name="object 6"/>
          <p:cNvSpPr/>
          <p:nvPr/>
        </p:nvSpPr>
        <p:spPr>
          <a:xfrm>
            <a:off x="559308" y="4521708"/>
            <a:ext cx="8784590" cy="1499870"/>
          </a:xfrm>
          <a:custGeom>
            <a:avLst/>
            <a:gdLst/>
            <a:ahLst/>
            <a:cxnLst/>
            <a:rect l="l" t="t" r="r" b="b"/>
            <a:pathLst>
              <a:path w="8784590" h="1499870">
                <a:moveTo>
                  <a:pt x="0" y="1499616"/>
                </a:moveTo>
                <a:lnTo>
                  <a:pt x="8784336" y="1499616"/>
                </a:lnTo>
                <a:lnTo>
                  <a:pt x="8784336" y="0"/>
                </a:lnTo>
                <a:lnTo>
                  <a:pt x="0" y="0"/>
                </a:lnTo>
                <a:lnTo>
                  <a:pt x="0" y="1499616"/>
                </a:lnTo>
                <a:close/>
              </a:path>
            </a:pathLst>
          </a:custGeom>
          <a:solidFill>
            <a:srgbClr val="B4C6E7"/>
          </a:solidFill>
        </p:spPr>
        <p:txBody>
          <a:bodyPr wrap="square" lIns="0" tIns="0" rIns="0" bIns="0" rtlCol="0"/>
          <a:lstStyle/>
          <a:p>
            <a:endParaRPr/>
          </a:p>
        </p:txBody>
      </p:sp>
      <p:grpSp>
        <p:nvGrpSpPr>
          <p:cNvPr id="7" name="object 7"/>
          <p:cNvGrpSpPr/>
          <p:nvPr/>
        </p:nvGrpSpPr>
        <p:grpSpPr>
          <a:xfrm>
            <a:off x="553212" y="2054351"/>
            <a:ext cx="8803005" cy="3973195"/>
            <a:chOff x="553212" y="2054351"/>
            <a:chExt cx="8803005" cy="3973195"/>
          </a:xfrm>
        </p:grpSpPr>
        <p:sp>
          <p:nvSpPr>
            <p:cNvPr id="8" name="object 8"/>
            <p:cNvSpPr/>
            <p:nvPr/>
          </p:nvSpPr>
          <p:spPr>
            <a:xfrm>
              <a:off x="559308" y="2060447"/>
              <a:ext cx="8784590" cy="1885314"/>
            </a:xfrm>
            <a:custGeom>
              <a:avLst/>
              <a:gdLst/>
              <a:ahLst/>
              <a:cxnLst/>
              <a:rect l="l" t="t" r="r" b="b"/>
              <a:pathLst>
                <a:path w="8784590" h="1885314">
                  <a:moveTo>
                    <a:pt x="0" y="1885188"/>
                  </a:moveTo>
                  <a:lnTo>
                    <a:pt x="8784336" y="1885188"/>
                  </a:lnTo>
                  <a:lnTo>
                    <a:pt x="8784336" y="0"/>
                  </a:lnTo>
                  <a:lnTo>
                    <a:pt x="0" y="0"/>
                  </a:lnTo>
                  <a:lnTo>
                    <a:pt x="0" y="1885188"/>
                  </a:lnTo>
                  <a:close/>
                </a:path>
              </a:pathLst>
            </a:custGeom>
            <a:solidFill>
              <a:srgbClr val="B4C6E7"/>
            </a:solidFill>
          </p:spPr>
          <p:txBody>
            <a:bodyPr wrap="square" lIns="0" tIns="0" rIns="0" bIns="0" rtlCol="0"/>
            <a:lstStyle/>
            <a:p>
              <a:endParaRPr/>
            </a:p>
          </p:txBody>
        </p:sp>
        <p:sp>
          <p:nvSpPr>
            <p:cNvPr id="9" name="object 9"/>
            <p:cNvSpPr/>
            <p:nvPr/>
          </p:nvSpPr>
          <p:spPr>
            <a:xfrm>
              <a:off x="559308" y="2060447"/>
              <a:ext cx="8784590" cy="3961129"/>
            </a:xfrm>
            <a:custGeom>
              <a:avLst/>
              <a:gdLst/>
              <a:ahLst/>
              <a:cxnLst/>
              <a:rect l="l" t="t" r="r" b="b"/>
              <a:pathLst>
                <a:path w="8784590" h="3961129">
                  <a:moveTo>
                    <a:pt x="0" y="3960876"/>
                  </a:moveTo>
                  <a:lnTo>
                    <a:pt x="8784336" y="3960876"/>
                  </a:lnTo>
                  <a:lnTo>
                    <a:pt x="8784336" y="0"/>
                  </a:lnTo>
                  <a:lnTo>
                    <a:pt x="0" y="0"/>
                  </a:lnTo>
                  <a:lnTo>
                    <a:pt x="0" y="3960876"/>
                  </a:lnTo>
                  <a:close/>
                </a:path>
              </a:pathLst>
            </a:custGeom>
            <a:ln w="12191">
              <a:solidFill>
                <a:srgbClr val="BEBEBE"/>
              </a:solidFill>
            </a:ln>
          </p:spPr>
          <p:txBody>
            <a:bodyPr wrap="square" lIns="0" tIns="0" rIns="0" bIns="0" rtlCol="0"/>
            <a:lstStyle/>
            <a:p>
              <a:endParaRPr/>
            </a:p>
          </p:txBody>
        </p:sp>
        <p:sp>
          <p:nvSpPr>
            <p:cNvPr id="10" name="object 10"/>
            <p:cNvSpPr/>
            <p:nvPr/>
          </p:nvSpPr>
          <p:spPr>
            <a:xfrm>
              <a:off x="559308" y="3945635"/>
              <a:ext cx="8796655" cy="576580"/>
            </a:xfrm>
            <a:custGeom>
              <a:avLst/>
              <a:gdLst/>
              <a:ahLst/>
              <a:cxnLst/>
              <a:rect l="l" t="t" r="r" b="b"/>
              <a:pathLst>
                <a:path w="8796655" h="576579">
                  <a:moveTo>
                    <a:pt x="8796528" y="0"/>
                  </a:moveTo>
                  <a:lnTo>
                    <a:pt x="0" y="0"/>
                  </a:lnTo>
                  <a:lnTo>
                    <a:pt x="0" y="576071"/>
                  </a:lnTo>
                  <a:lnTo>
                    <a:pt x="8796528" y="576071"/>
                  </a:lnTo>
                  <a:lnTo>
                    <a:pt x="8796528" y="0"/>
                  </a:lnTo>
                  <a:close/>
                </a:path>
              </a:pathLst>
            </a:custGeom>
            <a:solidFill>
              <a:srgbClr val="183DAF"/>
            </a:solidFill>
          </p:spPr>
          <p:txBody>
            <a:bodyPr wrap="square" lIns="0" tIns="0" rIns="0" bIns="0" rtlCol="0"/>
            <a:lstStyle/>
            <a:p>
              <a:endParaRPr/>
            </a:p>
          </p:txBody>
        </p:sp>
        <p:pic>
          <p:nvPicPr>
            <p:cNvPr id="11" name="object 11"/>
            <p:cNvPicPr/>
            <p:nvPr/>
          </p:nvPicPr>
          <p:blipFill>
            <a:blip r:embed="rId6" cstate="print"/>
            <a:stretch>
              <a:fillRect/>
            </a:stretch>
          </p:blipFill>
          <p:spPr>
            <a:xfrm>
              <a:off x="2979419" y="4140669"/>
              <a:ext cx="3964685" cy="235496"/>
            </a:xfrm>
            <a:prstGeom prst="rect">
              <a:avLst/>
            </a:prstGeom>
          </p:spPr>
        </p:pic>
        <p:pic>
          <p:nvPicPr>
            <p:cNvPr id="12" name="object 12"/>
            <p:cNvPicPr/>
            <p:nvPr/>
          </p:nvPicPr>
          <p:blipFill>
            <a:blip r:embed="rId7" cstate="print"/>
            <a:stretch>
              <a:fillRect/>
            </a:stretch>
          </p:blipFill>
          <p:spPr>
            <a:xfrm>
              <a:off x="4370832" y="2647187"/>
              <a:ext cx="1161288" cy="1175004"/>
            </a:xfrm>
            <a:prstGeom prst="rect">
              <a:avLst/>
            </a:prstGeom>
          </p:spPr>
        </p:pic>
      </p:grpSp>
      <p:sp>
        <p:nvSpPr>
          <p:cNvPr id="13" name="object 13"/>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14" name="object 14"/>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8921"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pic>
        <p:nvPicPr>
          <p:cNvPr id="5" name="object 5"/>
          <p:cNvPicPr/>
          <p:nvPr/>
        </p:nvPicPr>
        <p:blipFill>
          <a:blip r:embed="rId5" cstate="print"/>
          <a:stretch>
            <a:fillRect/>
          </a:stretch>
        </p:blipFill>
        <p:spPr>
          <a:xfrm>
            <a:off x="557783" y="1591043"/>
            <a:ext cx="3016757" cy="302526"/>
          </a:xfrm>
          <a:prstGeom prst="rect">
            <a:avLst/>
          </a:prstGeom>
        </p:spPr>
      </p:pic>
      <p:sp>
        <p:nvSpPr>
          <p:cNvPr id="6" name="object 6"/>
          <p:cNvSpPr/>
          <p:nvPr/>
        </p:nvSpPr>
        <p:spPr>
          <a:xfrm>
            <a:off x="559308" y="4521708"/>
            <a:ext cx="8784590" cy="1499870"/>
          </a:xfrm>
          <a:custGeom>
            <a:avLst/>
            <a:gdLst/>
            <a:ahLst/>
            <a:cxnLst/>
            <a:rect l="l" t="t" r="r" b="b"/>
            <a:pathLst>
              <a:path w="8784590" h="1499870">
                <a:moveTo>
                  <a:pt x="0" y="1499616"/>
                </a:moveTo>
                <a:lnTo>
                  <a:pt x="8784336" y="1499616"/>
                </a:lnTo>
                <a:lnTo>
                  <a:pt x="8784336" y="0"/>
                </a:lnTo>
                <a:lnTo>
                  <a:pt x="0" y="0"/>
                </a:lnTo>
                <a:lnTo>
                  <a:pt x="0" y="1499616"/>
                </a:lnTo>
                <a:close/>
              </a:path>
            </a:pathLst>
          </a:custGeom>
          <a:solidFill>
            <a:srgbClr val="B4C6E7"/>
          </a:solidFill>
        </p:spPr>
        <p:txBody>
          <a:bodyPr wrap="square" lIns="0" tIns="0" rIns="0" bIns="0" rtlCol="0"/>
          <a:lstStyle/>
          <a:p>
            <a:endParaRPr/>
          </a:p>
        </p:txBody>
      </p:sp>
      <p:grpSp>
        <p:nvGrpSpPr>
          <p:cNvPr id="7" name="object 7"/>
          <p:cNvGrpSpPr/>
          <p:nvPr/>
        </p:nvGrpSpPr>
        <p:grpSpPr>
          <a:xfrm>
            <a:off x="553212" y="2054351"/>
            <a:ext cx="8803005" cy="3973195"/>
            <a:chOff x="553212" y="2054351"/>
            <a:chExt cx="8803005" cy="3973195"/>
          </a:xfrm>
        </p:grpSpPr>
        <p:sp>
          <p:nvSpPr>
            <p:cNvPr id="8" name="object 8"/>
            <p:cNvSpPr/>
            <p:nvPr/>
          </p:nvSpPr>
          <p:spPr>
            <a:xfrm>
              <a:off x="559308" y="2060447"/>
              <a:ext cx="8784590" cy="1885314"/>
            </a:xfrm>
            <a:custGeom>
              <a:avLst/>
              <a:gdLst/>
              <a:ahLst/>
              <a:cxnLst/>
              <a:rect l="l" t="t" r="r" b="b"/>
              <a:pathLst>
                <a:path w="8784590" h="1885314">
                  <a:moveTo>
                    <a:pt x="0" y="1885188"/>
                  </a:moveTo>
                  <a:lnTo>
                    <a:pt x="8784336" y="1885188"/>
                  </a:lnTo>
                  <a:lnTo>
                    <a:pt x="8784336" y="0"/>
                  </a:lnTo>
                  <a:lnTo>
                    <a:pt x="0" y="0"/>
                  </a:lnTo>
                  <a:lnTo>
                    <a:pt x="0" y="1885188"/>
                  </a:lnTo>
                  <a:close/>
                </a:path>
              </a:pathLst>
            </a:custGeom>
            <a:solidFill>
              <a:srgbClr val="B4C6E7"/>
            </a:solidFill>
          </p:spPr>
          <p:txBody>
            <a:bodyPr wrap="square" lIns="0" tIns="0" rIns="0" bIns="0" rtlCol="0"/>
            <a:lstStyle/>
            <a:p>
              <a:endParaRPr/>
            </a:p>
          </p:txBody>
        </p:sp>
        <p:sp>
          <p:nvSpPr>
            <p:cNvPr id="9" name="object 9"/>
            <p:cNvSpPr/>
            <p:nvPr/>
          </p:nvSpPr>
          <p:spPr>
            <a:xfrm>
              <a:off x="559308" y="2060447"/>
              <a:ext cx="8784590" cy="3961129"/>
            </a:xfrm>
            <a:custGeom>
              <a:avLst/>
              <a:gdLst/>
              <a:ahLst/>
              <a:cxnLst/>
              <a:rect l="l" t="t" r="r" b="b"/>
              <a:pathLst>
                <a:path w="8784590" h="3961129">
                  <a:moveTo>
                    <a:pt x="0" y="3960876"/>
                  </a:moveTo>
                  <a:lnTo>
                    <a:pt x="8784336" y="3960876"/>
                  </a:lnTo>
                  <a:lnTo>
                    <a:pt x="8784336" y="0"/>
                  </a:lnTo>
                  <a:lnTo>
                    <a:pt x="0" y="0"/>
                  </a:lnTo>
                  <a:lnTo>
                    <a:pt x="0" y="3960876"/>
                  </a:lnTo>
                  <a:close/>
                </a:path>
              </a:pathLst>
            </a:custGeom>
            <a:ln w="12191">
              <a:solidFill>
                <a:srgbClr val="BEBEBE"/>
              </a:solidFill>
            </a:ln>
          </p:spPr>
          <p:txBody>
            <a:bodyPr wrap="square" lIns="0" tIns="0" rIns="0" bIns="0" rtlCol="0"/>
            <a:lstStyle/>
            <a:p>
              <a:endParaRPr/>
            </a:p>
          </p:txBody>
        </p:sp>
        <p:sp>
          <p:nvSpPr>
            <p:cNvPr id="10" name="object 10"/>
            <p:cNvSpPr/>
            <p:nvPr/>
          </p:nvSpPr>
          <p:spPr>
            <a:xfrm>
              <a:off x="559308" y="3945635"/>
              <a:ext cx="8796655" cy="576580"/>
            </a:xfrm>
            <a:custGeom>
              <a:avLst/>
              <a:gdLst/>
              <a:ahLst/>
              <a:cxnLst/>
              <a:rect l="l" t="t" r="r" b="b"/>
              <a:pathLst>
                <a:path w="8796655" h="576579">
                  <a:moveTo>
                    <a:pt x="8796528" y="0"/>
                  </a:moveTo>
                  <a:lnTo>
                    <a:pt x="0" y="0"/>
                  </a:lnTo>
                  <a:lnTo>
                    <a:pt x="0" y="576071"/>
                  </a:lnTo>
                  <a:lnTo>
                    <a:pt x="8796528" y="576071"/>
                  </a:lnTo>
                  <a:lnTo>
                    <a:pt x="8796528" y="0"/>
                  </a:lnTo>
                  <a:close/>
                </a:path>
              </a:pathLst>
            </a:custGeom>
            <a:solidFill>
              <a:srgbClr val="183DAF"/>
            </a:solidFill>
          </p:spPr>
          <p:txBody>
            <a:bodyPr wrap="square" lIns="0" tIns="0" rIns="0" bIns="0" rtlCol="0"/>
            <a:lstStyle/>
            <a:p>
              <a:endParaRPr/>
            </a:p>
          </p:txBody>
        </p:sp>
        <p:pic>
          <p:nvPicPr>
            <p:cNvPr id="11" name="object 11"/>
            <p:cNvPicPr/>
            <p:nvPr/>
          </p:nvPicPr>
          <p:blipFill>
            <a:blip r:embed="rId6" cstate="print"/>
            <a:stretch>
              <a:fillRect/>
            </a:stretch>
          </p:blipFill>
          <p:spPr>
            <a:xfrm>
              <a:off x="2979419" y="4142219"/>
              <a:ext cx="3964685" cy="233946"/>
            </a:xfrm>
            <a:prstGeom prst="rect">
              <a:avLst/>
            </a:prstGeom>
          </p:spPr>
        </p:pic>
        <p:pic>
          <p:nvPicPr>
            <p:cNvPr id="12" name="object 12"/>
            <p:cNvPicPr/>
            <p:nvPr/>
          </p:nvPicPr>
          <p:blipFill>
            <a:blip r:embed="rId7" cstate="print"/>
            <a:stretch>
              <a:fillRect/>
            </a:stretch>
          </p:blipFill>
          <p:spPr>
            <a:xfrm>
              <a:off x="4370832" y="2647187"/>
              <a:ext cx="1161288" cy="1175004"/>
            </a:xfrm>
            <a:prstGeom prst="rect">
              <a:avLst/>
            </a:prstGeom>
          </p:spPr>
        </p:pic>
      </p:grpSp>
      <p:sp>
        <p:nvSpPr>
          <p:cNvPr id="13" name="object 13"/>
          <p:cNvSpPr txBox="1"/>
          <p:nvPr/>
        </p:nvSpPr>
        <p:spPr>
          <a:xfrm>
            <a:off x="437489" y="431419"/>
            <a:ext cx="523875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1.1. About</a:t>
            </a:r>
            <a:r>
              <a:rPr sz="1800" spc="-10" dirty="0">
                <a:solidFill>
                  <a:srgbClr val="FFFFFF"/>
                </a:solidFill>
                <a:latin typeface="Ebrima"/>
                <a:cs typeface="Ebrima"/>
              </a:rPr>
              <a:t> </a:t>
            </a:r>
            <a:r>
              <a:rPr sz="1800" dirty="0">
                <a:solidFill>
                  <a:srgbClr val="FFFFFF"/>
                </a:solidFill>
                <a:latin typeface="Ebrima"/>
                <a:cs typeface="Ebrima"/>
              </a:rPr>
              <a:t>the</a:t>
            </a:r>
            <a:r>
              <a:rPr sz="1800" spc="-20" dirty="0">
                <a:solidFill>
                  <a:srgbClr val="FFFFFF"/>
                </a:solidFill>
                <a:latin typeface="Ebrima"/>
                <a:cs typeface="Ebrima"/>
              </a:rPr>
              <a:t> </a:t>
            </a:r>
            <a:r>
              <a:rPr sz="1800" spc="-5" dirty="0">
                <a:solidFill>
                  <a:srgbClr val="FFFFFF"/>
                </a:solidFill>
                <a:latin typeface="Ebrima"/>
                <a:cs typeface="Ebrima"/>
              </a:rPr>
              <a:t>Convolutional</a:t>
            </a:r>
            <a:r>
              <a:rPr sz="1800" spc="-50" dirty="0">
                <a:solidFill>
                  <a:srgbClr val="FFFFFF"/>
                </a:solidFill>
                <a:latin typeface="Ebrima"/>
                <a:cs typeface="Ebrima"/>
              </a:rPr>
              <a:t> </a:t>
            </a:r>
            <a:r>
              <a:rPr sz="1800" spc="-5" dirty="0">
                <a:solidFill>
                  <a:srgbClr val="FFFFFF"/>
                </a:solidFill>
                <a:latin typeface="Ebrima"/>
                <a:cs typeface="Ebrima"/>
              </a:rPr>
              <a:t>Neural Network</a:t>
            </a:r>
            <a:r>
              <a:rPr sz="1800" spc="5" dirty="0">
                <a:solidFill>
                  <a:srgbClr val="FFFFFF"/>
                </a:solidFill>
                <a:latin typeface="Ebrima"/>
                <a:cs typeface="Ebrima"/>
              </a:rPr>
              <a:t> </a:t>
            </a:r>
            <a:r>
              <a:rPr sz="1800" spc="-5" dirty="0">
                <a:solidFill>
                  <a:srgbClr val="FFFFFF"/>
                </a:solidFill>
                <a:latin typeface="Ebrima"/>
                <a:cs typeface="Ebrima"/>
              </a:rPr>
              <a:t>(CNN)</a:t>
            </a:r>
            <a:endParaRPr sz="1800">
              <a:latin typeface="Ebrima"/>
              <a:cs typeface="Ebrima"/>
            </a:endParaRPr>
          </a:p>
        </p:txBody>
      </p:sp>
      <p:sp>
        <p:nvSpPr>
          <p:cNvPr id="14" name="object 14"/>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2951" cy="2997319"/>
          </a:xfrm>
          <a:prstGeom prst="rect">
            <a:avLst/>
          </a:prstGeom>
        </p:spPr>
      </p:pic>
      <p:sp>
        <p:nvSpPr>
          <p:cNvPr id="3" name="object 3"/>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pic>
        <p:nvPicPr>
          <p:cNvPr id="4" name="object 4"/>
          <p:cNvPicPr/>
          <p:nvPr/>
        </p:nvPicPr>
        <p:blipFill>
          <a:blip r:embed="rId3" cstate="print"/>
          <a:stretch>
            <a:fillRect/>
          </a:stretch>
        </p:blipFill>
        <p:spPr>
          <a:xfrm>
            <a:off x="9361970" y="6524434"/>
            <a:ext cx="87590" cy="90487"/>
          </a:xfrm>
          <a:prstGeom prst="rect">
            <a:avLst/>
          </a:prstGeom>
        </p:spPr>
      </p:pic>
      <p:pic>
        <p:nvPicPr>
          <p:cNvPr id="5" name="object 5"/>
          <p:cNvPicPr/>
          <p:nvPr/>
        </p:nvPicPr>
        <p:blipFill>
          <a:blip r:embed="rId4" cstate="print"/>
          <a:stretch>
            <a:fillRect/>
          </a:stretch>
        </p:blipFill>
        <p:spPr>
          <a:xfrm>
            <a:off x="454151" y="6527292"/>
            <a:ext cx="1794510" cy="142494"/>
          </a:xfrm>
          <a:prstGeom prst="rect">
            <a:avLst/>
          </a:prstGeom>
        </p:spPr>
      </p:pic>
      <p:pic>
        <p:nvPicPr>
          <p:cNvPr id="6" name="object 6"/>
          <p:cNvPicPr/>
          <p:nvPr/>
        </p:nvPicPr>
        <p:blipFill>
          <a:blip r:embed="rId5" cstate="print"/>
          <a:stretch>
            <a:fillRect/>
          </a:stretch>
        </p:blipFill>
        <p:spPr>
          <a:xfrm>
            <a:off x="7147559" y="6521195"/>
            <a:ext cx="2045970" cy="118110"/>
          </a:xfrm>
          <a:prstGeom prst="rect">
            <a:avLst/>
          </a:prstGeom>
        </p:spPr>
      </p:pic>
      <p:pic>
        <p:nvPicPr>
          <p:cNvPr id="7" name="object 7"/>
          <p:cNvPicPr/>
          <p:nvPr/>
        </p:nvPicPr>
        <p:blipFill>
          <a:blip r:embed="rId6" cstate="print"/>
          <a:stretch>
            <a:fillRect/>
          </a:stretch>
        </p:blipFill>
        <p:spPr>
          <a:xfrm>
            <a:off x="990600" y="3224771"/>
            <a:ext cx="4007358" cy="311670"/>
          </a:xfrm>
          <a:prstGeom prst="rect">
            <a:avLst/>
          </a:prstGeom>
        </p:spPr>
      </p:pic>
      <p:pic>
        <p:nvPicPr>
          <p:cNvPr id="8" name="object 8"/>
          <p:cNvPicPr/>
          <p:nvPr/>
        </p:nvPicPr>
        <p:blipFill>
          <a:blip r:embed="rId7" cstate="print"/>
          <a:stretch>
            <a:fillRect/>
          </a:stretch>
        </p:blipFill>
        <p:spPr>
          <a:xfrm>
            <a:off x="1007363" y="2807207"/>
            <a:ext cx="700277" cy="195834"/>
          </a:xfrm>
          <a:prstGeom prst="rect">
            <a:avLst/>
          </a:prstGeom>
        </p:spPr>
      </p:pic>
      <p:pic>
        <p:nvPicPr>
          <p:cNvPr id="9" name="object 9"/>
          <p:cNvPicPr/>
          <p:nvPr/>
        </p:nvPicPr>
        <p:blipFill>
          <a:blip r:embed="rId8" cstate="print"/>
          <a:stretch>
            <a:fillRect/>
          </a:stretch>
        </p:blipFill>
        <p:spPr>
          <a:xfrm>
            <a:off x="1267967" y="4053840"/>
            <a:ext cx="3518154" cy="204978"/>
          </a:xfrm>
          <a:prstGeom prst="rect">
            <a:avLst/>
          </a:prstGeom>
        </p:spPr>
      </p:pic>
      <p:sp>
        <p:nvSpPr>
          <p:cNvPr id="10" name="object 10"/>
          <p:cNvSpPr/>
          <p:nvPr/>
        </p:nvSpPr>
        <p:spPr>
          <a:xfrm>
            <a:off x="1078991" y="4005071"/>
            <a:ext cx="36830" cy="251460"/>
          </a:xfrm>
          <a:custGeom>
            <a:avLst/>
            <a:gdLst/>
            <a:ahLst/>
            <a:cxnLst/>
            <a:rect l="l" t="t" r="r" b="b"/>
            <a:pathLst>
              <a:path w="36830" h="251460">
                <a:moveTo>
                  <a:pt x="36575" y="0"/>
                </a:moveTo>
                <a:lnTo>
                  <a:pt x="0" y="0"/>
                </a:lnTo>
                <a:lnTo>
                  <a:pt x="0" y="251459"/>
                </a:lnTo>
                <a:lnTo>
                  <a:pt x="36575" y="251459"/>
                </a:lnTo>
                <a:lnTo>
                  <a:pt x="36575" y="0"/>
                </a:lnTo>
                <a:close/>
              </a:path>
            </a:pathLst>
          </a:custGeom>
          <a:solidFill>
            <a:srgbClr val="A6A6A6"/>
          </a:solidFill>
        </p:spPr>
        <p:txBody>
          <a:bodyPr wrap="square" lIns="0" tIns="0" rIns="0" bIns="0" rtlCol="0"/>
          <a:lstStyle/>
          <a:p>
            <a:endParaRPr/>
          </a:p>
        </p:txBody>
      </p:sp>
      <p:pic>
        <p:nvPicPr>
          <p:cNvPr id="11" name="object 11"/>
          <p:cNvPicPr/>
          <p:nvPr/>
        </p:nvPicPr>
        <p:blipFill>
          <a:blip r:embed="rId9" cstate="print"/>
          <a:stretch>
            <a:fillRect/>
          </a:stretch>
        </p:blipFill>
        <p:spPr>
          <a:xfrm>
            <a:off x="1283208" y="4497323"/>
            <a:ext cx="4879086" cy="206501"/>
          </a:xfrm>
          <a:prstGeom prst="rect">
            <a:avLst/>
          </a:prstGeom>
        </p:spPr>
      </p:pic>
      <p:sp>
        <p:nvSpPr>
          <p:cNvPr id="12" name="object 12"/>
          <p:cNvSpPr/>
          <p:nvPr/>
        </p:nvSpPr>
        <p:spPr>
          <a:xfrm>
            <a:off x="1078991" y="4434840"/>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13299F"/>
          </a:solidFill>
        </p:spPr>
        <p:txBody>
          <a:bodyPr wrap="square" lIns="0" tIns="0" rIns="0" bIns="0" rtlCol="0"/>
          <a:lstStyle/>
          <a:p>
            <a:endParaRPr/>
          </a:p>
        </p:txBody>
      </p:sp>
      <p:pic>
        <p:nvPicPr>
          <p:cNvPr id="13" name="object 13"/>
          <p:cNvPicPr/>
          <p:nvPr/>
        </p:nvPicPr>
        <p:blipFill>
          <a:blip r:embed="rId10" cstate="print"/>
          <a:stretch>
            <a:fillRect/>
          </a:stretch>
        </p:blipFill>
        <p:spPr>
          <a:xfrm>
            <a:off x="1267967" y="4913325"/>
            <a:ext cx="5063489" cy="221792"/>
          </a:xfrm>
          <a:prstGeom prst="rect">
            <a:avLst/>
          </a:prstGeom>
        </p:spPr>
      </p:pic>
      <p:sp>
        <p:nvSpPr>
          <p:cNvPr id="14" name="object 14"/>
          <p:cNvSpPr/>
          <p:nvPr/>
        </p:nvSpPr>
        <p:spPr>
          <a:xfrm>
            <a:off x="1078991" y="4864608"/>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A6A6A6"/>
          </a:solidFill>
        </p:spPr>
        <p:txBody>
          <a:bodyPr wrap="square" lIns="0" tIns="0" rIns="0" bIns="0" rtlCol="0"/>
          <a:lstStyle/>
          <a:p>
            <a:endParaRPr/>
          </a:p>
        </p:txBody>
      </p:sp>
      <p:pic>
        <p:nvPicPr>
          <p:cNvPr id="15" name="object 15"/>
          <p:cNvPicPr/>
          <p:nvPr/>
        </p:nvPicPr>
        <p:blipFill>
          <a:blip r:embed="rId11" cstate="print"/>
          <a:stretch>
            <a:fillRect/>
          </a:stretch>
        </p:blipFill>
        <p:spPr>
          <a:xfrm>
            <a:off x="1267967" y="5329377"/>
            <a:ext cx="4267961" cy="221792"/>
          </a:xfrm>
          <a:prstGeom prst="rect">
            <a:avLst/>
          </a:prstGeom>
        </p:spPr>
      </p:pic>
      <p:sp>
        <p:nvSpPr>
          <p:cNvPr id="16" name="object 16"/>
          <p:cNvSpPr/>
          <p:nvPr/>
        </p:nvSpPr>
        <p:spPr>
          <a:xfrm>
            <a:off x="1078991" y="5294376"/>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A6A6A6"/>
          </a:solidFill>
        </p:spPr>
        <p:txBody>
          <a:bodyPr wrap="square" lIns="0" tIns="0" rIns="0" bIns="0" rtlCol="0"/>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9084"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786120" cy="299720"/>
          </a:xfrm>
          <a:prstGeom prst="rect">
            <a:avLst/>
          </a:prstGeom>
        </p:spPr>
        <p:txBody>
          <a:bodyPr vert="horz" wrap="square" lIns="0" tIns="12700" rIns="0" bIns="0" rtlCol="0">
            <a:spAutoFit/>
          </a:bodyPr>
          <a:lstStyle/>
          <a:p>
            <a:pPr marL="12700">
              <a:lnSpc>
                <a:spcPct val="100000"/>
              </a:lnSpc>
              <a:spcBef>
                <a:spcPts val="100"/>
              </a:spcBef>
            </a:pPr>
            <a:r>
              <a:rPr spc="-5" dirty="0"/>
              <a:t>1.2. Components</a:t>
            </a:r>
            <a:r>
              <a:rPr spc="-35" dirty="0"/>
              <a:t> </a:t>
            </a:r>
            <a:r>
              <a:rPr dirty="0"/>
              <a:t>of</a:t>
            </a:r>
            <a:r>
              <a:rPr spc="-15" dirty="0"/>
              <a:t> </a:t>
            </a:r>
            <a:r>
              <a:rPr spc="-5" dirty="0"/>
              <a:t>Convolutional</a:t>
            </a:r>
            <a:r>
              <a:rPr spc="-35" dirty="0"/>
              <a:t> </a:t>
            </a:r>
            <a:r>
              <a:rPr spc="-5" dirty="0"/>
              <a:t>Neural Network</a:t>
            </a:r>
            <a:r>
              <a:rPr dirty="0"/>
              <a:t> </a:t>
            </a:r>
            <a:r>
              <a:rPr spc="-5" dirty="0"/>
              <a:t>(CNN)</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p:nvPr/>
        </p:nvSpPr>
        <p:spPr>
          <a:xfrm>
            <a:off x="559308" y="1927860"/>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952244"/>
            <a:ext cx="1872234" cy="174498"/>
          </a:xfrm>
          <a:prstGeom prst="rect">
            <a:avLst/>
          </a:prstGeom>
        </p:spPr>
      </p:pic>
      <p:grpSp>
        <p:nvGrpSpPr>
          <p:cNvPr id="9" name="object 9"/>
          <p:cNvGrpSpPr/>
          <p:nvPr/>
        </p:nvGrpSpPr>
        <p:grpSpPr>
          <a:xfrm>
            <a:off x="1843358" y="3212592"/>
            <a:ext cx="5862955" cy="2339340"/>
            <a:chOff x="1843358" y="3212592"/>
            <a:chExt cx="5862955" cy="2339340"/>
          </a:xfrm>
        </p:grpSpPr>
        <p:pic>
          <p:nvPicPr>
            <p:cNvPr id="10" name="object 10"/>
            <p:cNvPicPr/>
            <p:nvPr/>
          </p:nvPicPr>
          <p:blipFill>
            <a:blip r:embed="rId6" cstate="print"/>
            <a:stretch>
              <a:fillRect/>
            </a:stretch>
          </p:blipFill>
          <p:spPr>
            <a:xfrm>
              <a:off x="1843358" y="3338627"/>
              <a:ext cx="5862504" cy="2213048"/>
            </a:xfrm>
            <a:prstGeom prst="rect">
              <a:avLst/>
            </a:prstGeom>
          </p:spPr>
        </p:pic>
        <p:sp>
          <p:nvSpPr>
            <p:cNvPr id="11" name="object 11"/>
            <p:cNvSpPr/>
            <p:nvPr/>
          </p:nvSpPr>
          <p:spPr>
            <a:xfrm>
              <a:off x="5838444" y="3212592"/>
              <a:ext cx="1388745" cy="338455"/>
            </a:xfrm>
            <a:custGeom>
              <a:avLst/>
              <a:gdLst/>
              <a:ahLst/>
              <a:cxnLst/>
              <a:rect l="l" t="t" r="r" b="b"/>
              <a:pathLst>
                <a:path w="1388745" h="338454">
                  <a:moveTo>
                    <a:pt x="1388363" y="0"/>
                  </a:moveTo>
                  <a:lnTo>
                    <a:pt x="0" y="0"/>
                  </a:lnTo>
                  <a:lnTo>
                    <a:pt x="0" y="338327"/>
                  </a:lnTo>
                  <a:lnTo>
                    <a:pt x="1388363" y="338327"/>
                  </a:lnTo>
                  <a:lnTo>
                    <a:pt x="1388363" y="0"/>
                  </a:lnTo>
                  <a:close/>
                </a:path>
              </a:pathLst>
            </a:custGeom>
            <a:solidFill>
              <a:srgbClr val="FFFFFF"/>
            </a:solidFill>
          </p:spPr>
          <p:txBody>
            <a:bodyPr wrap="square" lIns="0" tIns="0" rIns="0" bIns="0" rtlCol="0"/>
            <a:lstStyle/>
            <a:p>
              <a:endParaRPr/>
            </a:p>
          </p:txBody>
        </p:sp>
      </p:grpSp>
      <p:sp>
        <p:nvSpPr>
          <p:cNvPr id="12" name="object 12"/>
          <p:cNvSpPr txBox="1"/>
          <p:nvPr/>
        </p:nvSpPr>
        <p:spPr>
          <a:xfrm>
            <a:off x="5917819" y="3246881"/>
            <a:ext cx="925830" cy="269240"/>
          </a:xfrm>
          <a:prstGeom prst="rect">
            <a:avLst/>
          </a:prstGeom>
        </p:spPr>
        <p:txBody>
          <a:bodyPr vert="horz" wrap="square" lIns="0" tIns="12065" rIns="0" bIns="0" rtlCol="0">
            <a:spAutoFit/>
          </a:bodyPr>
          <a:lstStyle/>
          <a:p>
            <a:pPr marL="12700">
              <a:lnSpc>
                <a:spcPct val="100000"/>
              </a:lnSpc>
              <a:spcBef>
                <a:spcPts val="95"/>
              </a:spcBef>
            </a:pPr>
            <a:r>
              <a:rPr sz="1600" b="1" spc="-320" dirty="0">
                <a:latin typeface="Tahoma"/>
                <a:cs typeface="Tahoma"/>
              </a:rPr>
              <a:t>F</a:t>
            </a:r>
            <a:r>
              <a:rPr sz="1600" b="1" spc="-345" dirty="0">
                <a:latin typeface="Tahoma"/>
                <a:cs typeface="Tahoma"/>
              </a:rPr>
              <a:t>e</a:t>
            </a:r>
            <a:r>
              <a:rPr sz="1600" b="1" spc="-340" dirty="0">
                <a:latin typeface="Tahoma"/>
                <a:cs typeface="Tahoma"/>
              </a:rPr>
              <a:t>a</a:t>
            </a:r>
            <a:r>
              <a:rPr sz="1600" b="1" spc="-229" dirty="0">
                <a:latin typeface="Tahoma"/>
                <a:cs typeface="Tahoma"/>
              </a:rPr>
              <a:t>t</a:t>
            </a:r>
            <a:r>
              <a:rPr sz="1600" b="1" spc="-260" dirty="0">
                <a:latin typeface="Tahoma"/>
                <a:cs typeface="Tahoma"/>
              </a:rPr>
              <a:t>ur</a:t>
            </a:r>
            <a:r>
              <a:rPr sz="1600" b="1" spc="-280" dirty="0">
                <a:latin typeface="Tahoma"/>
                <a:cs typeface="Tahoma"/>
              </a:rPr>
              <a:t>e</a:t>
            </a:r>
            <a:r>
              <a:rPr sz="1600" b="1" spc="-130" dirty="0">
                <a:latin typeface="Tahoma"/>
                <a:cs typeface="Tahoma"/>
              </a:rPr>
              <a:t> </a:t>
            </a:r>
            <a:r>
              <a:rPr sz="1600" b="1" spc="-525" dirty="0">
                <a:latin typeface="Tahoma"/>
                <a:cs typeface="Tahoma"/>
              </a:rPr>
              <a:t>m</a:t>
            </a:r>
            <a:r>
              <a:rPr sz="1600" b="1" spc="-345" dirty="0">
                <a:latin typeface="Tahoma"/>
                <a:cs typeface="Tahoma"/>
              </a:rPr>
              <a:t>a</a:t>
            </a:r>
            <a:r>
              <a:rPr sz="1600" b="1" spc="-330" dirty="0">
                <a:latin typeface="Tahoma"/>
                <a:cs typeface="Tahoma"/>
              </a:rPr>
              <a:t>p:</a:t>
            </a:r>
            <a:endParaRPr sz="1600">
              <a:latin typeface="Tahoma"/>
              <a:cs typeface="Tahoma"/>
            </a:endParaRPr>
          </a:p>
        </p:txBody>
      </p:sp>
      <p:sp>
        <p:nvSpPr>
          <p:cNvPr id="13" name="object 13"/>
          <p:cNvSpPr txBox="1"/>
          <p:nvPr/>
        </p:nvSpPr>
        <p:spPr>
          <a:xfrm>
            <a:off x="713943" y="2132482"/>
            <a:ext cx="4795520" cy="1016945"/>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dirty="0">
                <a:solidFill>
                  <a:srgbClr val="252525"/>
                </a:solidFill>
                <a:latin typeface="Trebuchet MS"/>
                <a:cs typeface="Trebuchet MS"/>
              </a:rPr>
              <a:t>CNN can automatically learn the most useful features for the task from the original data.</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The figure below shows a feature map generated from an input image.</a:t>
            </a:r>
            <a:endParaRPr sz="1300" dirty="0">
              <a:latin typeface="Trebuchet MS"/>
              <a:cs typeface="Trebuchet MS"/>
            </a:endParaRPr>
          </a:p>
        </p:txBody>
      </p:sp>
      <p:pic>
        <p:nvPicPr>
          <p:cNvPr id="14" name="object 14"/>
          <p:cNvPicPr/>
          <p:nvPr/>
        </p:nvPicPr>
        <p:blipFill>
          <a:blip r:embed="rId7" cstate="print"/>
          <a:stretch>
            <a:fillRect/>
          </a:stretch>
        </p:blipFill>
        <p:spPr>
          <a:xfrm>
            <a:off x="460248" y="1440180"/>
            <a:ext cx="7140702" cy="30403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397"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786120" cy="299720"/>
          </a:xfrm>
          <a:prstGeom prst="rect">
            <a:avLst/>
          </a:prstGeom>
        </p:spPr>
        <p:txBody>
          <a:bodyPr vert="horz" wrap="square" lIns="0" tIns="12700" rIns="0" bIns="0" rtlCol="0">
            <a:spAutoFit/>
          </a:bodyPr>
          <a:lstStyle/>
          <a:p>
            <a:pPr marL="12700">
              <a:lnSpc>
                <a:spcPct val="100000"/>
              </a:lnSpc>
              <a:spcBef>
                <a:spcPts val="100"/>
              </a:spcBef>
            </a:pPr>
            <a:r>
              <a:rPr spc="-5" dirty="0"/>
              <a:t>1.2. Components</a:t>
            </a:r>
            <a:r>
              <a:rPr spc="-35" dirty="0"/>
              <a:t> </a:t>
            </a:r>
            <a:r>
              <a:rPr dirty="0"/>
              <a:t>of</a:t>
            </a:r>
            <a:r>
              <a:rPr spc="-15" dirty="0"/>
              <a:t> </a:t>
            </a:r>
            <a:r>
              <a:rPr spc="-5" dirty="0"/>
              <a:t>Convolutional</a:t>
            </a:r>
            <a:r>
              <a:rPr spc="-35" dirty="0"/>
              <a:t> </a:t>
            </a:r>
            <a:r>
              <a:rPr spc="-5" dirty="0"/>
              <a:t>Neural Network</a:t>
            </a:r>
            <a:r>
              <a:rPr dirty="0"/>
              <a:t> </a:t>
            </a:r>
            <a:r>
              <a:rPr spc="-5" dirty="0"/>
              <a:t>(CNN)</a:t>
            </a:r>
          </a:p>
        </p:txBody>
      </p:sp>
      <p:sp>
        <p:nvSpPr>
          <p:cNvPr id="6" name="object 6"/>
          <p:cNvSpPr txBox="1"/>
          <p:nvPr/>
        </p:nvSpPr>
        <p:spPr>
          <a:xfrm>
            <a:off x="4744973" y="5413959"/>
            <a:ext cx="4318000" cy="953466"/>
          </a:xfrm>
          <a:prstGeom prst="rect">
            <a:avLst/>
          </a:prstGeom>
        </p:spPr>
        <p:txBody>
          <a:bodyPr vert="horz" wrap="square" lIns="0" tIns="12065" rIns="0" bIns="0" rtlCol="0">
            <a:spAutoFit/>
          </a:bodyPr>
          <a:lstStyle/>
          <a:p>
            <a:pPr marL="353695">
              <a:lnSpc>
                <a:spcPct val="100000"/>
              </a:lnSpc>
              <a:spcBef>
                <a:spcPts val="95"/>
              </a:spcBef>
              <a:tabLst>
                <a:tab pos="2798445" algn="l"/>
              </a:tabLst>
            </a:pPr>
            <a:r>
              <a:rPr sz="1300" dirty="0">
                <a:latin typeface="Trebuchet MS"/>
                <a:cs typeface="Trebuchet MS"/>
              </a:rPr>
              <a:t>(a) DMLP (fully connected)	(b) CNN (partially connected)</a:t>
            </a:r>
          </a:p>
          <a:p>
            <a:pPr marL="12700">
              <a:lnSpc>
                <a:spcPct val="100000"/>
              </a:lnSpc>
              <a:spcBef>
                <a:spcPts val="1140"/>
              </a:spcBef>
            </a:pPr>
            <a:r>
              <a:rPr sz="1300" dirty="0">
                <a:solidFill>
                  <a:srgbClr val="13299F"/>
                </a:solidFill>
                <a:latin typeface="Trebuchet MS"/>
                <a:cs typeface="Trebuchet MS"/>
              </a:rPr>
              <a:t>Partially connected structure and the receptive field of the CNN</a:t>
            </a:r>
            <a:endParaRPr sz="1300" dirty="0">
              <a:latin typeface="Trebuchet MS"/>
              <a:cs typeface="Trebuchet MS"/>
            </a:endParaRPr>
          </a:p>
        </p:txBody>
      </p:sp>
      <p:pic>
        <p:nvPicPr>
          <p:cNvPr id="7" name="object 7"/>
          <p:cNvPicPr/>
          <p:nvPr/>
        </p:nvPicPr>
        <p:blipFill>
          <a:blip r:embed="rId5" cstate="print"/>
          <a:stretch>
            <a:fillRect/>
          </a:stretch>
        </p:blipFill>
        <p:spPr>
          <a:xfrm>
            <a:off x="5130976" y="2129027"/>
            <a:ext cx="3954581" cy="3210481"/>
          </a:xfrm>
          <a:prstGeom prst="rect">
            <a:avLst/>
          </a:prstGeom>
        </p:spPr>
      </p:pic>
      <p:sp>
        <p:nvSpPr>
          <p:cNvPr id="8" name="object 8"/>
          <p:cNvSpPr txBox="1"/>
          <p:nvPr/>
        </p:nvSpPr>
        <p:spPr>
          <a:xfrm>
            <a:off x="4921122" y="1893569"/>
            <a:ext cx="487680" cy="223520"/>
          </a:xfrm>
          <a:prstGeom prst="rect">
            <a:avLst/>
          </a:prstGeom>
        </p:spPr>
        <p:txBody>
          <a:bodyPr vert="horz" wrap="square" lIns="0" tIns="12065" rIns="0" bIns="0" rtlCol="0">
            <a:spAutoFit/>
          </a:bodyPr>
          <a:lstStyle/>
          <a:p>
            <a:pPr marL="12700">
              <a:lnSpc>
                <a:spcPct val="100000"/>
              </a:lnSpc>
              <a:spcBef>
                <a:spcPts val="95"/>
              </a:spcBef>
            </a:pPr>
            <a:r>
              <a:rPr sz="1300" spc="-245" dirty="0">
                <a:latin typeface="Trebuchet MS"/>
                <a:cs typeface="Trebuchet MS"/>
              </a:rPr>
              <a:t>L</a:t>
            </a:r>
            <a:r>
              <a:rPr sz="1300" spc="-195" dirty="0">
                <a:latin typeface="Trebuchet MS"/>
                <a:cs typeface="Trebuchet MS"/>
              </a:rPr>
              <a:t>a</a:t>
            </a:r>
            <a:r>
              <a:rPr sz="1300" spc="-204" dirty="0">
                <a:latin typeface="Trebuchet MS"/>
                <a:cs typeface="Trebuchet MS"/>
              </a:rPr>
              <a:t>y</a:t>
            </a:r>
            <a:r>
              <a:rPr sz="1300" spc="-225" dirty="0">
                <a:latin typeface="Trebuchet MS"/>
                <a:cs typeface="Trebuchet MS"/>
              </a:rPr>
              <a:t>e</a:t>
            </a:r>
            <a:r>
              <a:rPr sz="1300" spc="-80" dirty="0">
                <a:latin typeface="Trebuchet MS"/>
                <a:cs typeface="Trebuchet MS"/>
              </a:rPr>
              <a:t>r</a:t>
            </a:r>
            <a:r>
              <a:rPr sz="1300" spc="-135" dirty="0">
                <a:latin typeface="Trebuchet MS"/>
                <a:cs typeface="Trebuchet MS"/>
              </a:rPr>
              <a:t> </a:t>
            </a:r>
            <a:r>
              <a:rPr sz="1300" spc="40" dirty="0">
                <a:latin typeface="Cambria Math"/>
                <a:cs typeface="Cambria Math"/>
              </a:rPr>
              <a:t>𝑙</a:t>
            </a:r>
            <a:r>
              <a:rPr sz="1300" spc="-100" dirty="0">
                <a:latin typeface="Trebuchet MS"/>
                <a:cs typeface="Trebuchet MS"/>
              </a:rPr>
              <a:t>-</a:t>
            </a:r>
            <a:r>
              <a:rPr sz="1300" spc="-420" dirty="0">
                <a:latin typeface="Trebuchet MS"/>
                <a:cs typeface="Trebuchet MS"/>
              </a:rPr>
              <a:t>1</a:t>
            </a:r>
            <a:endParaRPr sz="1300">
              <a:latin typeface="Trebuchet MS"/>
              <a:cs typeface="Trebuchet MS"/>
            </a:endParaRPr>
          </a:p>
        </p:txBody>
      </p:sp>
      <p:sp>
        <p:nvSpPr>
          <p:cNvPr id="9" name="object 9"/>
          <p:cNvSpPr txBox="1"/>
          <p:nvPr/>
        </p:nvSpPr>
        <p:spPr>
          <a:xfrm>
            <a:off x="5919342" y="1893569"/>
            <a:ext cx="399415" cy="223520"/>
          </a:xfrm>
          <a:prstGeom prst="rect">
            <a:avLst/>
          </a:prstGeom>
        </p:spPr>
        <p:txBody>
          <a:bodyPr vert="horz" wrap="square" lIns="0" tIns="12065" rIns="0" bIns="0" rtlCol="0">
            <a:spAutoFit/>
          </a:bodyPr>
          <a:lstStyle/>
          <a:p>
            <a:pPr marL="12700">
              <a:lnSpc>
                <a:spcPct val="100000"/>
              </a:lnSpc>
              <a:spcBef>
                <a:spcPts val="95"/>
              </a:spcBef>
            </a:pPr>
            <a:r>
              <a:rPr sz="1300" spc="-245" dirty="0">
                <a:latin typeface="Trebuchet MS"/>
                <a:cs typeface="Trebuchet MS"/>
              </a:rPr>
              <a:t>L</a:t>
            </a:r>
            <a:r>
              <a:rPr sz="1300" spc="-195" dirty="0">
                <a:latin typeface="Trebuchet MS"/>
                <a:cs typeface="Trebuchet MS"/>
              </a:rPr>
              <a:t>a</a:t>
            </a:r>
            <a:r>
              <a:rPr sz="1300" spc="-204" dirty="0">
                <a:latin typeface="Trebuchet MS"/>
                <a:cs typeface="Trebuchet MS"/>
              </a:rPr>
              <a:t>y</a:t>
            </a:r>
            <a:r>
              <a:rPr sz="1300" spc="-225" dirty="0">
                <a:latin typeface="Trebuchet MS"/>
                <a:cs typeface="Trebuchet MS"/>
              </a:rPr>
              <a:t>e</a:t>
            </a:r>
            <a:r>
              <a:rPr sz="1300" spc="-80" dirty="0">
                <a:latin typeface="Trebuchet MS"/>
                <a:cs typeface="Trebuchet MS"/>
              </a:rPr>
              <a:t>r</a:t>
            </a:r>
            <a:r>
              <a:rPr sz="1300" spc="-140" dirty="0">
                <a:latin typeface="Trebuchet MS"/>
                <a:cs typeface="Trebuchet MS"/>
              </a:rPr>
              <a:t> </a:t>
            </a:r>
            <a:r>
              <a:rPr sz="1300" spc="-5" dirty="0">
                <a:latin typeface="Cambria Math"/>
                <a:cs typeface="Cambria Math"/>
              </a:rPr>
              <a:t>𝑙</a:t>
            </a:r>
            <a:endParaRPr sz="1300">
              <a:latin typeface="Cambria Math"/>
              <a:cs typeface="Cambria Math"/>
            </a:endParaRPr>
          </a:p>
        </p:txBody>
      </p:sp>
      <p:sp>
        <p:nvSpPr>
          <p:cNvPr id="10" name="object 10"/>
          <p:cNvSpPr txBox="1"/>
          <p:nvPr/>
        </p:nvSpPr>
        <p:spPr>
          <a:xfrm>
            <a:off x="7639557" y="1894077"/>
            <a:ext cx="487680" cy="223520"/>
          </a:xfrm>
          <a:prstGeom prst="rect">
            <a:avLst/>
          </a:prstGeom>
        </p:spPr>
        <p:txBody>
          <a:bodyPr vert="horz" wrap="square" lIns="0" tIns="12065" rIns="0" bIns="0" rtlCol="0">
            <a:spAutoFit/>
          </a:bodyPr>
          <a:lstStyle/>
          <a:p>
            <a:pPr marL="12700">
              <a:lnSpc>
                <a:spcPct val="100000"/>
              </a:lnSpc>
              <a:spcBef>
                <a:spcPts val="95"/>
              </a:spcBef>
            </a:pPr>
            <a:r>
              <a:rPr sz="1300" spc="-245" dirty="0">
                <a:latin typeface="Trebuchet MS"/>
                <a:cs typeface="Trebuchet MS"/>
              </a:rPr>
              <a:t>L</a:t>
            </a:r>
            <a:r>
              <a:rPr sz="1300" spc="-195" dirty="0">
                <a:latin typeface="Trebuchet MS"/>
                <a:cs typeface="Trebuchet MS"/>
              </a:rPr>
              <a:t>a</a:t>
            </a:r>
            <a:r>
              <a:rPr sz="1300" spc="-204" dirty="0">
                <a:latin typeface="Trebuchet MS"/>
                <a:cs typeface="Trebuchet MS"/>
              </a:rPr>
              <a:t>y</a:t>
            </a:r>
            <a:r>
              <a:rPr sz="1300" spc="-225" dirty="0">
                <a:latin typeface="Trebuchet MS"/>
                <a:cs typeface="Trebuchet MS"/>
              </a:rPr>
              <a:t>e</a:t>
            </a:r>
            <a:r>
              <a:rPr sz="1300" spc="-80" dirty="0">
                <a:latin typeface="Trebuchet MS"/>
                <a:cs typeface="Trebuchet MS"/>
              </a:rPr>
              <a:t>r</a:t>
            </a:r>
            <a:r>
              <a:rPr sz="1300" spc="-140" dirty="0">
                <a:latin typeface="Trebuchet MS"/>
                <a:cs typeface="Trebuchet MS"/>
              </a:rPr>
              <a:t> </a:t>
            </a:r>
            <a:r>
              <a:rPr sz="1300" spc="40" dirty="0">
                <a:latin typeface="Cambria Math"/>
                <a:cs typeface="Cambria Math"/>
              </a:rPr>
              <a:t>𝑙</a:t>
            </a:r>
            <a:r>
              <a:rPr sz="1300" spc="-100" dirty="0">
                <a:latin typeface="Trebuchet MS"/>
                <a:cs typeface="Trebuchet MS"/>
              </a:rPr>
              <a:t>-</a:t>
            </a:r>
            <a:r>
              <a:rPr sz="1300" spc="-420" dirty="0">
                <a:latin typeface="Trebuchet MS"/>
                <a:cs typeface="Trebuchet MS"/>
              </a:rPr>
              <a:t>1</a:t>
            </a:r>
            <a:endParaRPr sz="1300">
              <a:latin typeface="Trebuchet MS"/>
              <a:cs typeface="Trebuchet MS"/>
            </a:endParaRPr>
          </a:p>
        </p:txBody>
      </p:sp>
      <p:sp>
        <p:nvSpPr>
          <p:cNvPr id="11" name="object 11"/>
          <p:cNvSpPr txBox="1"/>
          <p:nvPr/>
        </p:nvSpPr>
        <p:spPr>
          <a:xfrm>
            <a:off x="8586978" y="1866392"/>
            <a:ext cx="399415" cy="223520"/>
          </a:xfrm>
          <a:prstGeom prst="rect">
            <a:avLst/>
          </a:prstGeom>
        </p:spPr>
        <p:txBody>
          <a:bodyPr vert="horz" wrap="square" lIns="0" tIns="12065" rIns="0" bIns="0" rtlCol="0">
            <a:spAutoFit/>
          </a:bodyPr>
          <a:lstStyle/>
          <a:p>
            <a:pPr marL="12700">
              <a:lnSpc>
                <a:spcPct val="100000"/>
              </a:lnSpc>
              <a:spcBef>
                <a:spcPts val="95"/>
              </a:spcBef>
            </a:pPr>
            <a:r>
              <a:rPr sz="1300" spc="-245" dirty="0">
                <a:latin typeface="Trebuchet MS"/>
                <a:cs typeface="Trebuchet MS"/>
              </a:rPr>
              <a:t>L</a:t>
            </a:r>
            <a:r>
              <a:rPr sz="1300" spc="-195" dirty="0">
                <a:latin typeface="Trebuchet MS"/>
                <a:cs typeface="Trebuchet MS"/>
              </a:rPr>
              <a:t>a</a:t>
            </a:r>
            <a:r>
              <a:rPr sz="1300" spc="-204" dirty="0">
                <a:latin typeface="Trebuchet MS"/>
                <a:cs typeface="Trebuchet MS"/>
              </a:rPr>
              <a:t>y</a:t>
            </a:r>
            <a:r>
              <a:rPr sz="1300" spc="-225" dirty="0">
                <a:latin typeface="Trebuchet MS"/>
                <a:cs typeface="Trebuchet MS"/>
              </a:rPr>
              <a:t>e</a:t>
            </a:r>
            <a:r>
              <a:rPr sz="1300" spc="-80" dirty="0">
                <a:latin typeface="Trebuchet MS"/>
                <a:cs typeface="Trebuchet MS"/>
              </a:rPr>
              <a:t>r</a:t>
            </a:r>
            <a:r>
              <a:rPr sz="1300" spc="-135" dirty="0">
                <a:latin typeface="Trebuchet MS"/>
                <a:cs typeface="Trebuchet MS"/>
              </a:rPr>
              <a:t> </a:t>
            </a:r>
            <a:r>
              <a:rPr sz="1300" spc="-5" dirty="0">
                <a:latin typeface="Cambria Math"/>
                <a:cs typeface="Cambria Math"/>
              </a:rPr>
              <a:t>𝑙</a:t>
            </a:r>
            <a:endParaRPr sz="1300">
              <a:latin typeface="Cambria Math"/>
              <a:cs typeface="Cambria Math"/>
            </a:endParaRPr>
          </a:p>
        </p:txBody>
      </p:sp>
      <p:sp>
        <p:nvSpPr>
          <p:cNvPr id="12" name="object 12"/>
          <p:cNvSpPr/>
          <p:nvPr/>
        </p:nvSpPr>
        <p:spPr>
          <a:xfrm>
            <a:off x="6615683" y="1935479"/>
            <a:ext cx="929640" cy="492759"/>
          </a:xfrm>
          <a:custGeom>
            <a:avLst/>
            <a:gdLst/>
            <a:ahLst/>
            <a:cxnLst/>
            <a:rect l="l" t="t" r="r" b="b"/>
            <a:pathLst>
              <a:path w="929640" h="492760">
                <a:moveTo>
                  <a:pt x="929640" y="0"/>
                </a:moveTo>
                <a:lnTo>
                  <a:pt x="0" y="0"/>
                </a:lnTo>
                <a:lnTo>
                  <a:pt x="0" y="492251"/>
                </a:lnTo>
                <a:lnTo>
                  <a:pt x="929640" y="492251"/>
                </a:lnTo>
                <a:lnTo>
                  <a:pt x="929640" y="0"/>
                </a:lnTo>
                <a:close/>
              </a:path>
            </a:pathLst>
          </a:custGeom>
          <a:solidFill>
            <a:srgbClr val="FFFFFF"/>
          </a:solidFill>
        </p:spPr>
        <p:txBody>
          <a:bodyPr wrap="square" lIns="0" tIns="0" rIns="0" bIns="0" rtlCol="0"/>
          <a:lstStyle/>
          <a:p>
            <a:endParaRPr/>
          </a:p>
        </p:txBody>
      </p:sp>
      <p:sp>
        <p:nvSpPr>
          <p:cNvPr id="13" name="object 13"/>
          <p:cNvSpPr txBox="1"/>
          <p:nvPr/>
        </p:nvSpPr>
        <p:spPr>
          <a:xfrm>
            <a:off x="6813931" y="1966722"/>
            <a:ext cx="533400" cy="421640"/>
          </a:xfrm>
          <a:prstGeom prst="rect">
            <a:avLst/>
          </a:prstGeom>
        </p:spPr>
        <p:txBody>
          <a:bodyPr vert="horz" wrap="square" lIns="0" tIns="12065" rIns="0" bIns="0" rtlCol="0">
            <a:spAutoFit/>
          </a:bodyPr>
          <a:lstStyle/>
          <a:p>
            <a:pPr marL="156845" marR="5080" indent="-144780">
              <a:lnSpc>
                <a:spcPct val="100000"/>
              </a:lnSpc>
              <a:spcBef>
                <a:spcPts val="95"/>
              </a:spcBef>
            </a:pPr>
            <a:r>
              <a:rPr sz="1300" spc="-225" dirty="0">
                <a:latin typeface="Trebuchet MS"/>
                <a:cs typeface="Trebuchet MS"/>
              </a:rPr>
              <a:t>R</a:t>
            </a:r>
            <a:r>
              <a:rPr sz="1300" spc="-204" dirty="0">
                <a:latin typeface="Trebuchet MS"/>
                <a:cs typeface="Trebuchet MS"/>
              </a:rPr>
              <a:t>e</a:t>
            </a:r>
            <a:r>
              <a:rPr sz="1300" spc="-160" dirty="0">
                <a:latin typeface="Trebuchet MS"/>
                <a:cs typeface="Trebuchet MS"/>
              </a:rPr>
              <a:t>c</a:t>
            </a:r>
            <a:r>
              <a:rPr sz="1300" spc="-225" dirty="0">
                <a:latin typeface="Trebuchet MS"/>
                <a:cs typeface="Trebuchet MS"/>
              </a:rPr>
              <a:t>e</a:t>
            </a:r>
            <a:r>
              <a:rPr sz="1300" spc="-220" dirty="0">
                <a:latin typeface="Trebuchet MS"/>
                <a:cs typeface="Trebuchet MS"/>
              </a:rPr>
              <a:t>pt</a:t>
            </a:r>
            <a:r>
              <a:rPr sz="1300" spc="-135" dirty="0">
                <a:latin typeface="Trebuchet MS"/>
                <a:cs typeface="Trebuchet MS"/>
              </a:rPr>
              <a:t>i</a:t>
            </a:r>
            <a:r>
              <a:rPr sz="1300" spc="-200" dirty="0">
                <a:latin typeface="Trebuchet MS"/>
                <a:cs typeface="Trebuchet MS"/>
              </a:rPr>
              <a:t>v</a:t>
            </a:r>
            <a:r>
              <a:rPr sz="1300" spc="-160" dirty="0">
                <a:latin typeface="Trebuchet MS"/>
                <a:cs typeface="Trebuchet MS"/>
              </a:rPr>
              <a:t>e  </a:t>
            </a:r>
            <a:r>
              <a:rPr sz="1300" spc="-195" dirty="0">
                <a:latin typeface="Trebuchet MS"/>
                <a:cs typeface="Trebuchet MS"/>
              </a:rPr>
              <a:t>field</a:t>
            </a:r>
            <a:endParaRPr sz="1300">
              <a:latin typeface="Trebuchet MS"/>
              <a:cs typeface="Trebuchet MS"/>
            </a:endParaRPr>
          </a:p>
        </p:txBody>
      </p:sp>
      <p:sp>
        <p:nvSpPr>
          <p:cNvPr id="14" name="object 14"/>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5" name="object 15"/>
          <p:cNvPicPr/>
          <p:nvPr/>
        </p:nvPicPr>
        <p:blipFill>
          <a:blip r:embed="rId6" cstate="print"/>
          <a:stretch>
            <a:fillRect/>
          </a:stretch>
        </p:blipFill>
        <p:spPr>
          <a:xfrm>
            <a:off x="719327" y="1427988"/>
            <a:ext cx="788670" cy="142494"/>
          </a:xfrm>
          <a:prstGeom prst="rect">
            <a:avLst/>
          </a:prstGeom>
        </p:spPr>
      </p:pic>
      <p:sp>
        <p:nvSpPr>
          <p:cNvPr id="16" name="object 16"/>
          <p:cNvSpPr txBox="1"/>
          <p:nvPr/>
        </p:nvSpPr>
        <p:spPr>
          <a:xfrm>
            <a:off x="713942" y="1607972"/>
            <a:ext cx="4207179" cy="1222129"/>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dirty="0">
                <a:solidFill>
                  <a:srgbClr val="252525"/>
                </a:solidFill>
                <a:latin typeface="Trebuchet MS"/>
                <a:cs typeface="Trebuchet MS"/>
              </a:rPr>
              <a:t>DMLP</a:t>
            </a:r>
            <a:endParaRPr sz="1300" dirty="0">
              <a:latin typeface="Trebuchet MS"/>
              <a:cs typeface="Trebuchet MS"/>
            </a:endParaRPr>
          </a:p>
          <a:p>
            <a:pPr marL="370840" lvl="1" indent="-175895">
              <a:lnSpc>
                <a:spcPct val="100000"/>
              </a:lnSpc>
              <a:spcBef>
                <a:spcPts val="795"/>
              </a:spcBef>
              <a:buClr>
                <a:srgbClr val="183DAF"/>
              </a:buClr>
              <a:buFont typeface="Arial MT"/>
              <a:buChar char="•"/>
              <a:tabLst>
                <a:tab pos="370840" algn="l"/>
              </a:tabLst>
            </a:pPr>
            <a:r>
              <a:rPr sz="1300" dirty="0">
                <a:solidFill>
                  <a:srgbClr val="252525"/>
                </a:solidFill>
                <a:latin typeface="Trebuchet MS"/>
                <a:cs typeface="Trebuchet MS"/>
              </a:rPr>
              <a:t>High complexity due to fully connected structure</a:t>
            </a:r>
            <a:endParaRPr sz="1300" dirty="0">
              <a:latin typeface="Trebuchet MS"/>
              <a:cs typeface="Trebuchet MS"/>
            </a:endParaRPr>
          </a:p>
          <a:p>
            <a:pPr marL="370840" lvl="1" indent="-175895">
              <a:lnSpc>
                <a:spcPct val="100000"/>
              </a:lnSpc>
              <a:spcBef>
                <a:spcPts val="800"/>
              </a:spcBef>
              <a:buClr>
                <a:srgbClr val="183DAF"/>
              </a:buClr>
              <a:buFont typeface="Arial MT"/>
              <a:buChar char="•"/>
              <a:tabLst>
                <a:tab pos="370840" algn="l"/>
              </a:tabLst>
            </a:pPr>
            <a:r>
              <a:rPr sz="1300" dirty="0">
                <a:solidFill>
                  <a:srgbClr val="252525"/>
                </a:solidFill>
                <a:latin typeface="Trebuchet MS"/>
                <a:cs typeface="Trebuchet MS"/>
              </a:rPr>
              <a:t>Slow learning rate and possibility of overfitting</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CNN</a:t>
            </a:r>
            <a:endParaRPr sz="1300" dirty="0">
              <a:latin typeface="Trebuchet MS"/>
              <a:cs typeface="Trebuchet MS"/>
            </a:endParaRPr>
          </a:p>
        </p:txBody>
      </p:sp>
      <p:sp>
        <p:nvSpPr>
          <p:cNvPr id="17" name="object 17"/>
          <p:cNvSpPr txBox="1"/>
          <p:nvPr/>
        </p:nvSpPr>
        <p:spPr>
          <a:xfrm>
            <a:off x="896823" y="2907283"/>
            <a:ext cx="3726179" cy="914994"/>
          </a:xfrm>
          <a:prstGeom prst="rect">
            <a:avLst/>
          </a:prstGeom>
        </p:spPr>
        <p:txBody>
          <a:bodyPr vert="horz" wrap="square" lIns="0" tIns="12065" rIns="0" bIns="0" rtlCol="0">
            <a:spAutoFit/>
          </a:bodyPr>
          <a:lstStyle/>
          <a:p>
            <a:pPr marL="187325" marR="5080" indent="-175260">
              <a:lnSpc>
                <a:spcPct val="100000"/>
              </a:lnSpc>
              <a:spcBef>
                <a:spcPts val="95"/>
              </a:spcBef>
              <a:buClr>
                <a:srgbClr val="183DAF"/>
              </a:buClr>
              <a:buFont typeface="Arial MT"/>
              <a:buChar char="•"/>
              <a:tabLst>
                <a:tab pos="187960" algn="l"/>
              </a:tabLst>
            </a:pPr>
            <a:r>
              <a:rPr sz="1300" dirty="0">
                <a:solidFill>
                  <a:srgbClr val="252525"/>
                </a:solidFill>
                <a:latin typeface="Trebuchet MS"/>
                <a:cs typeface="Trebuchet MS"/>
              </a:rPr>
              <a:t>Partially connected structure (sparse connection) using convolution  operation to reduce complexity</a:t>
            </a:r>
            <a:endParaRPr sz="1300" dirty="0">
              <a:latin typeface="Trebuchet MS"/>
              <a:cs typeface="Trebuchet MS"/>
            </a:endParaRPr>
          </a:p>
          <a:p>
            <a:pPr marL="187960" indent="-175260">
              <a:lnSpc>
                <a:spcPct val="100000"/>
              </a:lnSpc>
              <a:spcBef>
                <a:spcPts val="805"/>
              </a:spcBef>
              <a:buClr>
                <a:srgbClr val="183DAF"/>
              </a:buClr>
              <a:buFont typeface="Arial MT"/>
              <a:buChar char="•"/>
              <a:tabLst>
                <a:tab pos="187960" algn="l"/>
              </a:tabLst>
            </a:pPr>
            <a:r>
              <a:rPr sz="1300" dirty="0">
                <a:solidFill>
                  <a:srgbClr val="252525"/>
                </a:solidFill>
                <a:latin typeface="Trebuchet MS"/>
                <a:cs typeface="Trebuchet MS"/>
              </a:rPr>
              <a:t>Convolution operation extracts useful features.</a:t>
            </a:r>
            <a:endParaRPr sz="1300" dirty="0">
              <a:latin typeface="Trebuchet MS"/>
              <a:cs typeface="Trebuchet MS"/>
            </a:endParaRPr>
          </a:p>
        </p:txBody>
      </p:sp>
      <p:sp>
        <p:nvSpPr>
          <p:cNvPr id="18" name="object 18"/>
          <p:cNvSpPr txBox="1"/>
          <p:nvPr/>
        </p:nvSpPr>
        <p:spPr>
          <a:xfrm>
            <a:off x="847344" y="3970989"/>
            <a:ext cx="3868420" cy="753411"/>
          </a:xfrm>
          <a:prstGeom prst="rect">
            <a:avLst/>
          </a:prstGeom>
          <a:solidFill>
            <a:srgbClr val="F1F1F1"/>
          </a:solidFill>
        </p:spPr>
        <p:txBody>
          <a:bodyPr vert="horz" wrap="square" lIns="0" tIns="45085" rIns="0" bIns="0" rtlCol="0">
            <a:spAutoFit/>
          </a:bodyPr>
          <a:lstStyle/>
          <a:p>
            <a:pPr algn="ctr">
              <a:lnSpc>
                <a:spcPct val="100000"/>
              </a:lnSpc>
              <a:spcBef>
                <a:spcPts val="355"/>
              </a:spcBef>
            </a:pPr>
            <a:r>
              <a:rPr sz="1200" dirty="0">
                <a:solidFill>
                  <a:srgbClr val="252525"/>
                </a:solidFill>
                <a:latin typeface="Trebuchet MS"/>
                <a:cs typeface="Trebuchet MS"/>
              </a:rPr>
              <a:t>Suitable for data of grid structure (audio, video, etc.)</a:t>
            </a:r>
            <a:endParaRPr sz="1200" dirty="0">
              <a:latin typeface="Trebuchet MS"/>
              <a:cs typeface="Trebuchet MS"/>
            </a:endParaRPr>
          </a:p>
          <a:p>
            <a:pPr algn="ctr">
              <a:lnSpc>
                <a:spcPct val="100000"/>
              </a:lnSpc>
              <a:spcBef>
                <a:spcPts val="600"/>
              </a:spcBef>
            </a:pPr>
            <a:r>
              <a:rPr sz="1200" dirty="0">
                <a:solidFill>
                  <a:srgbClr val="252525"/>
                </a:solidFill>
                <a:latin typeface="Trebuchet MS"/>
                <a:cs typeface="Trebuchet MS"/>
              </a:rPr>
              <a:t>Its receptive field is analogous to human vision.</a:t>
            </a:r>
            <a:endParaRPr sz="1200" dirty="0">
              <a:latin typeface="Trebuchet MS"/>
              <a:cs typeface="Trebuchet MS"/>
            </a:endParaRPr>
          </a:p>
          <a:p>
            <a:pPr algn="ctr">
              <a:lnSpc>
                <a:spcPct val="100000"/>
              </a:lnSpc>
              <a:spcBef>
                <a:spcPts val="600"/>
              </a:spcBef>
            </a:pPr>
            <a:r>
              <a:rPr sz="1200" dirty="0">
                <a:solidFill>
                  <a:srgbClr val="252525"/>
                </a:solidFill>
                <a:latin typeface="Trebuchet MS"/>
                <a:cs typeface="Trebuchet MS"/>
              </a:rPr>
              <a:t>Able to process inputs of variable size</a:t>
            </a:r>
            <a:endParaRPr sz="1200" dirty="0">
              <a:latin typeface="Trebuchet MS"/>
              <a:cs typeface="Trebuchet M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6624"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786120" cy="299720"/>
          </a:xfrm>
          <a:prstGeom prst="rect">
            <a:avLst/>
          </a:prstGeom>
        </p:spPr>
        <p:txBody>
          <a:bodyPr vert="horz" wrap="square" lIns="0" tIns="12700" rIns="0" bIns="0" rtlCol="0">
            <a:spAutoFit/>
          </a:bodyPr>
          <a:lstStyle/>
          <a:p>
            <a:pPr marL="12700">
              <a:lnSpc>
                <a:spcPct val="100000"/>
              </a:lnSpc>
              <a:spcBef>
                <a:spcPts val="100"/>
              </a:spcBef>
            </a:pPr>
            <a:r>
              <a:rPr spc="-5" dirty="0"/>
              <a:t>1.2. Components</a:t>
            </a:r>
            <a:r>
              <a:rPr spc="-35" dirty="0"/>
              <a:t> </a:t>
            </a:r>
            <a:r>
              <a:rPr dirty="0"/>
              <a:t>of</a:t>
            </a:r>
            <a:r>
              <a:rPr spc="-15" dirty="0"/>
              <a:t> </a:t>
            </a:r>
            <a:r>
              <a:rPr spc="-5" dirty="0"/>
              <a:t>Convolutional</a:t>
            </a:r>
            <a:r>
              <a:rPr spc="-35" dirty="0"/>
              <a:t> </a:t>
            </a:r>
            <a:r>
              <a:rPr spc="-5" dirty="0"/>
              <a:t>Neural Network</a:t>
            </a:r>
            <a:r>
              <a:rPr dirty="0"/>
              <a:t> </a:t>
            </a:r>
            <a:r>
              <a:rPr spc="-5" dirty="0"/>
              <a:t>(CNN)</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txBox="1"/>
          <p:nvPr/>
        </p:nvSpPr>
        <p:spPr>
          <a:xfrm>
            <a:off x="699617" y="1720976"/>
            <a:ext cx="5908675" cy="1261243"/>
          </a:xfrm>
          <a:prstGeom prst="rect">
            <a:avLst/>
          </a:prstGeom>
        </p:spPr>
        <p:txBody>
          <a:bodyPr vert="horz" wrap="square" lIns="0" tIns="12065" rIns="0" bIns="0" rtlCol="0">
            <a:spAutoFit/>
          </a:bodyPr>
          <a:lstStyle/>
          <a:p>
            <a:pPr marL="195580" indent="-182880">
              <a:lnSpc>
                <a:spcPct val="100000"/>
              </a:lnSpc>
              <a:spcBef>
                <a:spcPts val="95"/>
              </a:spcBef>
              <a:buClr>
                <a:srgbClr val="183DAF"/>
              </a:buClr>
              <a:buFont typeface="Tahoma"/>
              <a:buChar char="‣"/>
              <a:tabLst>
                <a:tab pos="195580" algn="l"/>
              </a:tabLst>
            </a:pPr>
            <a:r>
              <a:rPr sz="1300" dirty="0">
                <a:solidFill>
                  <a:srgbClr val="252525"/>
                </a:solidFill>
                <a:latin typeface="Trebuchet MS"/>
                <a:cs typeface="Trebuchet MS"/>
              </a:rPr>
              <a:t>Convolution is a linear operation that multiplies the corresponding values and produces their sum.</a:t>
            </a:r>
            <a:endParaRPr sz="1300" dirty="0">
              <a:latin typeface="Trebuchet MS"/>
              <a:cs typeface="Trebuchet MS"/>
            </a:endParaRPr>
          </a:p>
          <a:p>
            <a:pPr>
              <a:lnSpc>
                <a:spcPct val="100000"/>
              </a:lnSpc>
            </a:pPr>
            <a:endParaRPr sz="1500" dirty="0">
              <a:latin typeface="Trebuchet MS"/>
              <a:cs typeface="Trebuchet MS"/>
            </a:endParaRPr>
          </a:p>
          <a:p>
            <a:pPr marL="2846070">
              <a:lnSpc>
                <a:spcPct val="100000"/>
              </a:lnSpc>
              <a:spcBef>
                <a:spcPts val="1350"/>
              </a:spcBef>
            </a:pPr>
            <a:r>
              <a:rPr sz="1450" i="1" dirty="0">
                <a:latin typeface="Trebuchet MS"/>
                <a:cs typeface="Trebuchet MS"/>
              </a:rPr>
              <a:t>u </a:t>
            </a:r>
            <a:r>
              <a:rPr sz="1400" dirty="0">
                <a:latin typeface="Trebuchet MS"/>
                <a:cs typeface="Trebuchet MS"/>
              </a:rPr>
              <a:t>is a kernel, </a:t>
            </a:r>
            <a:r>
              <a:rPr sz="1450" i="1" dirty="0">
                <a:latin typeface="Trebuchet MS"/>
                <a:cs typeface="Trebuchet MS"/>
              </a:rPr>
              <a:t>z </a:t>
            </a:r>
            <a:r>
              <a:rPr sz="1400" dirty="0">
                <a:latin typeface="Trebuchet MS"/>
                <a:cs typeface="Trebuchet MS"/>
              </a:rPr>
              <a:t>is an input, </a:t>
            </a:r>
            <a:r>
              <a:rPr sz="1450" i="1" dirty="0">
                <a:latin typeface="Trebuchet MS"/>
                <a:cs typeface="Trebuchet MS"/>
              </a:rPr>
              <a:t>s </a:t>
            </a:r>
            <a:r>
              <a:rPr sz="1400" dirty="0">
                <a:latin typeface="Trebuchet MS"/>
                <a:cs typeface="Trebuchet MS"/>
              </a:rPr>
              <a:t>is an output (feature map)</a:t>
            </a:r>
          </a:p>
        </p:txBody>
      </p:sp>
      <p:pic>
        <p:nvPicPr>
          <p:cNvPr id="8" name="object 8"/>
          <p:cNvPicPr/>
          <p:nvPr/>
        </p:nvPicPr>
        <p:blipFill>
          <a:blip r:embed="rId5" cstate="print"/>
          <a:stretch>
            <a:fillRect/>
          </a:stretch>
        </p:blipFill>
        <p:spPr>
          <a:xfrm>
            <a:off x="1501979" y="2927219"/>
            <a:ext cx="3308383" cy="714151"/>
          </a:xfrm>
          <a:prstGeom prst="rect">
            <a:avLst/>
          </a:prstGeom>
        </p:spPr>
      </p:pic>
      <p:pic>
        <p:nvPicPr>
          <p:cNvPr id="9" name="object 9"/>
          <p:cNvPicPr/>
          <p:nvPr/>
        </p:nvPicPr>
        <p:blipFill>
          <a:blip r:embed="rId6" cstate="print"/>
          <a:stretch>
            <a:fillRect/>
          </a:stretch>
        </p:blipFill>
        <p:spPr>
          <a:xfrm>
            <a:off x="1368600" y="4005154"/>
            <a:ext cx="4425210" cy="629302"/>
          </a:xfrm>
          <a:prstGeom prst="rect">
            <a:avLst/>
          </a:prstGeom>
        </p:spPr>
      </p:pic>
      <p:sp>
        <p:nvSpPr>
          <p:cNvPr id="10" name="object 10"/>
          <p:cNvSpPr txBox="1"/>
          <p:nvPr/>
        </p:nvSpPr>
        <p:spPr>
          <a:xfrm>
            <a:off x="7047992" y="3141345"/>
            <a:ext cx="1162685" cy="659796"/>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13299F"/>
                </a:solidFill>
                <a:latin typeface="Tahoma"/>
                <a:cs typeface="Tahoma"/>
              </a:rPr>
              <a:t>1 dimensional input</a:t>
            </a:r>
            <a:endParaRPr sz="1400" dirty="0">
              <a:latin typeface="Tahoma"/>
              <a:cs typeface="Tahoma"/>
            </a:endParaRPr>
          </a:p>
        </p:txBody>
      </p:sp>
      <p:sp>
        <p:nvSpPr>
          <p:cNvPr id="11" name="object 11"/>
          <p:cNvSpPr/>
          <p:nvPr/>
        </p:nvSpPr>
        <p:spPr>
          <a:xfrm>
            <a:off x="6107429" y="3209670"/>
            <a:ext cx="665480" cy="120650"/>
          </a:xfrm>
          <a:custGeom>
            <a:avLst/>
            <a:gdLst/>
            <a:ahLst/>
            <a:cxnLst/>
            <a:rect l="l" t="t" r="r" b="b"/>
            <a:pathLst>
              <a:path w="665479" h="120650">
                <a:moveTo>
                  <a:pt x="102997" y="0"/>
                </a:moveTo>
                <a:lnTo>
                  <a:pt x="0" y="60070"/>
                </a:lnTo>
                <a:lnTo>
                  <a:pt x="102997" y="120141"/>
                </a:lnTo>
                <a:lnTo>
                  <a:pt x="110998" y="118109"/>
                </a:lnTo>
                <a:lnTo>
                  <a:pt x="114554" y="111887"/>
                </a:lnTo>
                <a:lnTo>
                  <a:pt x="118110" y="105790"/>
                </a:lnTo>
                <a:lnTo>
                  <a:pt x="116078" y="97789"/>
                </a:lnTo>
                <a:lnTo>
                  <a:pt x="109855" y="94233"/>
                </a:lnTo>
                <a:lnTo>
                  <a:pt x="73496" y="73025"/>
                </a:lnTo>
                <a:lnTo>
                  <a:pt x="25654" y="73025"/>
                </a:lnTo>
                <a:lnTo>
                  <a:pt x="25654" y="47116"/>
                </a:lnTo>
                <a:lnTo>
                  <a:pt x="73496" y="47116"/>
                </a:lnTo>
                <a:lnTo>
                  <a:pt x="109855" y="25907"/>
                </a:lnTo>
                <a:lnTo>
                  <a:pt x="116078" y="22351"/>
                </a:lnTo>
                <a:lnTo>
                  <a:pt x="118110" y="14350"/>
                </a:lnTo>
                <a:lnTo>
                  <a:pt x="114554" y="8254"/>
                </a:lnTo>
                <a:lnTo>
                  <a:pt x="110998" y="2031"/>
                </a:lnTo>
                <a:lnTo>
                  <a:pt x="102997" y="0"/>
                </a:lnTo>
                <a:close/>
              </a:path>
              <a:path w="665479" h="120650">
                <a:moveTo>
                  <a:pt x="73496" y="47116"/>
                </a:moveTo>
                <a:lnTo>
                  <a:pt x="25654" y="47116"/>
                </a:lnTo>
                <a:lnTo>
                  <a:pt x="25654" y="73025"/>
                </a:lnTo>
                <a:lnTo>
                  <a:pt x="73496" y="73025"/>
                </a:lnTo>
                <a:lnTo>
                  <a:pt x="70448" y="71246"/>
                </a:lnTo>
                <a:lnTo>
                  <a:pt x="32131" y="71246"/>
                </a:lnTo>
                <a:lnTo>
                  <a:pt x="32131" y="48894"/>
                </a:lnTo>
                <a:lnTo>
                  <a:pt x="70448" y="48894"/>
                </a:lnTo>
                <a:lnTo>
                  <a:pt x="73496" y="47116"/>
                </a:lnTo>
                <a:close/>
              </a:path>
              <a:path w="665479" h="120650">
                <a:moveTo>
                  <a:pt x="665226" y="47116"/>
                </a:moveTo>
                <a:lnTo>
                  <a:pt x="73496" y="47116"/>
                </a:lnTo>
                <a:lnTo>
                  <a:pt x="51289" y="60070"/>
                </a:lnTo>
                <a:lnTo>
                  <a:pt x="73496" y="73025"/>
                </a:lnTo>
                <a:lnTo>
                  <a:pt x="665226" y="73025"/>
                </a:lnTo>
                <a:lnTo>
                  <a:pt x="665226" y="47116"/>
                </a:lnTo>
                <a:close/>
              </a:path>
              <a:path w="665479" h="120650">
                <a:moveTo>
                  <a:pt x="32131" y="48894"/>
                </a:moveTo>
                <a:lnTo>
                  <a:pt x="32131" y="71246"/>
                </a:lnTo>
                <a:lnTo>
                  <a:pt x="51289" y="60070"/>
                </a:lnTo>
                <a:lnTo>
                  <a:pt x="32131" y="48894"/>
                </a:lnTo>
                <a:close/>
              </a:path>
              <a:path w="665479" h="120650">
                <a:moveTo>
                  <a:pt x="51289" y="60070"/>
                </a:moveTo>
                <a:lnTo>
                  <a:pt x="32131" y="71246"/>
                </a:lnTo>
                <a:lnTo>
                  <a:pt x="70448" y="71246"/>
                </a:lnTo>
                <a:lnTo>
                  <a:pt x="51289" y="60070"/>
                </a:lnTo>
                <a:close/>
              </a:path>
              <a:path w="665479" h="120650">
                <a:moveTo>
                  <a:pt x="70448" y="48894"/>
                </a:moveTo>
                <a:lnTo>
                  <a:pt x="32131" y="48894"/>
                </a:lnTo>
                <a:lnTo>
                  <a:pt x="51289" y="60070"/>
                </a:lnTo>
                <a:lnTo>
                  <a:pt x="70448" y="48894"/>
                </a:lnTo>
                <a:close/>
              </a:path>
            </a:pathLst>
          </a:custGeom>
          <a:solidFill>
            <a:srgbClr val="000000"/>
          </a:solidFill>
        </p:spPr>
        <p:txBody>
          <a:bodyPr wrap="square" lIns="0" tIns="0" rIns="0" bIns="0" rtlCol="0"/>
          <a:lstStyle/>
          <a:p>
            <a:endParaRPr/>
          </a:p>
        </p:txBody>
      </p:sp>
      <p:sp>
        <p:nvSpPr>
          <p:cNvPr id="12" name="object 12"/>
          <p:cNvSpPr/>
          <p:nvPr/>
        </p:nvSpPr>
        <p:spPr>
          <a:xfrm>
            <a:off x="6107429" y="4271898"/>
            <a:ext cx="665480" cy="120650"/>
          </a:xfrm>
          <a:custGeom>
            <a:avLst/>
            <a:gdLst/>
            <a:ahLst/>
            <a:cxnLst/>
            <a:rect l="l" t="t" r="r" b="b"/>
            <a:pathLst>
              <a:path w="665479" h="120650">
                <a:moveTo>
                  <a:pt x="102997" y="0"/>
                </a:moveTo>
                <a:lnTo>
                  <a:pt x="0" y="60070"/>
                </a:lnTo>
                <a:lnTo>
                  <a:pt x="102997" y="120142"/>
                </a:lnTo>
                <a:lnTo>
                  <a:pt x="110998" y="118109"/>
                </a:lnTo>
                <a:lnTo>
                  <a:pt x="114554" y="111887"/>
                </a:lnTo>
                <a:lnTo>
                  <a:pt x="118110" y="105790"/>
                </a:lnTo>
                <a:lnTo>
                  <a:pt x="116078" y="97789"/>
                </a:lnTo>
                <a:lnTo>
                  <a:pt x="109855" y="94233"/>
                </a:lnTo>
                <a:lnTo>
                  <a:pt x="73496" y="73025"/>
                </a:lnTo>
                <a:lnTo>
                  <a:pt x="25654" y="73025"/>
                </a:lnTo>
                <a:lnTo>
                  <a:pt x="25654" y="47117"/>
                </a:lnTo>
                <a:lnTo>
                  <a:pt x="73496" y="47117"/>
                </a:lnTo>
                <a:lnTo>
                  <a:pt x="109855" y="25907"/>
                </a:lnTo>
                <a:lnTo>
                  <a:pt x="116078" y="22351"/>
                </a:lnTo>
                <a:lnTo>
                  <a:pt x="118110" y="14350"/>
                </a:lnTo>
                <a:lnTo>
                  <a:pt x="114554" y="8255"/>
                </a:lnTo>
                <a:lnTo>
                  <a:pt x="110998" y="2031"/>
                </a:lnTo>
                <a:lnTo>
                  <a:pt x="102997" y="0"/>
                </a:lnTo>
                <a:close/>
              </a:path>
              <a:path w="665479" h="120650">
                <a:moveTo>
                  <a:pt x="73496" y="47117"/>
                </a:moveTo>
                <a:lnTo>
                  <a:pt x="25654" y="47117"/>
                </a:lnTo>
                <a:lnTo>
                  <a:pt x="25654" y="73025"/>
                </a:lnTo>
                <a:lnTo>
                  <a:pt x="73496" y="73025"/>
                </a:lnTo>
                <a:lnTo>
                  <a:pt x="70448" y="71246"/>
                </a:lnTo>
                <a:lnTo>
                  <a:pt x="32131" y="71246"/>
                </a:lnTo>
                <a:lnTo>
                  <a:pt x="32131" y="48894"/>
                </a:lnTo>
                <a:lnTo>
                  <a:pt x="70448" y="48894"/>
                </a:lnTo>
                <a:lnTo>
                  <a:pt x="73496" y="47117"/>
                </a:lnTo>
                <a:close/>
              </a:path>
              <a:path w="665479" h="120650">
                <a:moveTo>
                  <a:pt x="665226" y="47117"/>
                </a:moveTo>
                <a:lnTo>
                  <a:pt x="73496" y="47117"/>
                </a:lnTo>
                <a:lnTo>
                  <a:pt x="51289" y="60070"/>
                </a:lnTo>
                <a:lnTo>
                  <a:pt x="73496" y="73025"/>
                </a:lnTo>
                <a:lnTo>
                  <a:pt x="665226" y="73025"/>
                </a:lnTo>
                <a:lnTo>
                  <a:pt x="665226" y="47117"/>
                </a:lnTo>
                <a:close/>
              </a:path>
              <a:path w="665479" h="120650">
                <a:moveTo>
                  <a:pt x="32131" y="48894"/>
                </a:moveTo>
                <a:lnTo>
                  <a:pt x="32131" y="71246"/>
                </a:lnTo>
                <a:lnTo>
                  <a:pt x="51289" y="60070"/>
                </a:lnTo>
                <a:lnTo>
                  <a:pt x="32131" y="48894"/>
                </a:lnTo>
                <a:close/>
              </a:path>
              <a:path w="665479" h="120650">
                <a:moveTo>
                  <a:pt x="51289" y="60070"/>
                </a:moveTo>
                <a:lnTo>
                  <a:pt x="32131" y="71246"/>
                </a:lnTo>
                <a:lnTo>
                  <a:pt x="70448" y="71246"/>
                </a:lnTo>
                <a:lnTo>
                  <a:pt x="51289" y="60070"/>
                </a:lnTo>
                <a:close/>
              </a:path>
              <a:path w="665479" h="120650">
                <a:moveTo>
                  <a:pt x="70448" y="48894"/>
                </a:moveTo>
                <a:lnTo>
                  <a:pt x="32131" y="48894"/>
                </a:lnTo>
                <a:lnTo>
                  <a:pt x="51289" y="60070"/>
                </a:lnTo>
                <a:lnTo>
                  <a:pt x="70448" y="48894"/>
                </a:lnTo>
                <a:close/>
              </a:path>
            </a:pathLst>
          </a:custGeom>
          <a:solidFill>
            <a:srgbClr val="000000"/>
          </a:solidFill>
        </p:spPr>
        <p:txBody>
          <a:bodyPr wrap="square" lIns="0" tIns="0" rIns="0" bIns="0" rtlCol="0"/>
          <a:lstStyle/>
          <a:p>
            <a:endParaRPr/>
          </a:p>
        </p:txBody>
      </p:sp>
      <p:sp>
        <p:nvSpPr>
          <p:cNvPr id="13" name="object 13"/>
          <p:cNvSpPr txBox="1"/>
          <p:nvPr/>
        </p:nvSpPr>
        <p:spPr>
          <a:xfrm>
            <a:off x="7029704" y="4203319"/>
            <a:ext cx="1196975" cy="239395"/>
          </a:xfrm>
          <a:prstGeom prst="rect">
            <a:avLst/>
          </a:prstGeom>
        </p:spPr>
        <p:txBody>
          <a:bodyPr vert="horz" wrap="square" lIns="0" tIns="12700" rIns="0" bIns="0" rtlCol="0">
            <a:spAutoFit/>
          </a:bodyPr>
          <a:lstStyle/>
          <a:p>
            <a:pPr marL="12700">
              <a:lnSpc>
                <a:spcPct val="100000"/>
              </a:lnSpc>
              <a:spcBef>
                <a:spcPts val="100"/>
              </a:spcBef>
            </a:pPr>
            <a:r>
              <a:rPr sz="1400" b="1" spc="-275" dirty="0">
                <a:solidFill>
                  <a:srgbClr val="13299F"/>
                </a:solidFill>
                <a:latin typeface="Tahoma"/>
                <a:cs typeface="Tahoma"/>
              </a:rPr>
              <a:t>2</a:t>
            </a:r>
            <a:r>
              <a:rPr sz="1400" b="1" spc="-135" dirty="0">
                <a:solidFill>
                  <a:srgbClr val="13299F"/>
                </a:solidFill>
                <a:latin typeface="Tahoma"/>
                <a:cs typeface="Tahoma"/>
              </a:rPr>
              <a:t> </a:t>
            </a:r>
            <a:r>
              <a:rPr sz="1400" b="1" spc="-310" dirty="0">
                <a:solidFill>
                  <a:srgbClr val="13299F"/>
                </a:solidFill>
                <a:latin typeface="Tahoma"/>
                <a:cs typeface="Tahoma"/>
              </a:rPr>
              <a:t>dim</a:t>
            </a:r>
            <a:r>
              <a:rPr sz="1400" b="1" spc="-270" dirty="0">
                <a:solidFill>
                  <a:srgbClr val="13299F"/>
                </a:solidFill>
                <a:latin typeface="Tahoma"/>
                <a:cs typeface="Tahoma"/>
              </a:rPr>
              <a:t>e</a:t>
            </a:r>
            <a:r>
              <a:rPr sz="1400" b="1" spc="-340" dirty="0">
                <a:solidFill>
                  <a:srgbClr val="13299F"/>
                </a:solidFill>
                <a:latin typeface="Tahoma"/>
                <a:cs typeface="Tahoma"/>
              </a:rPr>
              <a:t>n</a:t>
            </a:r>
            <a:r>
              <a:rPr sz="1400" b="1" spc="-165" dirty="0">
                <a:solidFill>
                  <a:srgbClr val="13299F"/>
                </a:solidFill>
                <a:latin typeface="Tahoma"/>
                <a:cs typeface="Tahoma"/>
              </a:rPr>
              <a:t>s</a:t>
            </a:r>
            <a:r>
              <a:rPr sz="1400" b="1" spc="-150" dirty="0">
                <a:solidFill>
                  <a:srgbClr val="13299F"/>
                </a:solidFill>
                <a:latin typeface="Tahoma"/>
                <a:cs typeface="Tahoma"/>
              </a:rPr>
              <a:t>i</a:t>
            </a:r>
            <a:r>
              <a:rPr sz="1400" b="1" spc="-310" dirty="0">
                <a:solidFill>
                  <a:srgbClr val="13299F"/>
                </a:solidFill>
                <a:latin typeface="Tahoma"/>
                <a:cs typeface="Tahoma"/>
              </a:rPr>
              <a:t>o</a:t>
            </a:r>
            <a:r>
              <a:rPr sz="1400" b="1" spc="-320" dirty="0">
                <a:solidFill>
                  <a:srgbClr val="13299F"/>
                </a:solidFill>
                <a:latin typeface="Tahoma"/>
                <a:cs typeface="Tahoma"/>
              </a:rPr>
              <a:t>n</a:t>
            </a:r>
            <a:r>
              <a:rPr sz="1400" b="1" spc="-290" dirty="0">
                <a:solidFill>
                  <a:srgbClr val="13299F"/>
                </a:solidFill>
                <a:latin typeface="Tahoma"/>
                <a:cs typeface="Tahoma"/>
              </a:rPr>
              <a:t>a</a:t>
            </a:r>
            <a:r>
              <a:rPr sz="1400" b="1" spc="-150" dirty="0">
                <a:solidFill>
                  <a:srgbClr val="13299F"/>
                </a:solidFill>
                <a:latin typeface="Tahoma"/>
                <a:cs typeface="Tahoma"/>
              </a:rPr>
              <a:t>l</a:t>
            </a:r>
            <a:r>
              <a:rPr sz="1400" b="1" spc="-160" dirty="0">
                <a:solidFill>
                  <a:srgbClr val="13299F"/>
                </a:solidFill>
                <a:latin typeface="Tahoma"/>
                <a:cs typeface="Tahoma"/>
              </a:rPr>
              <a:t> </a:t>
            </a:r>
            <a:r>
              <a:rPr sz="1400" b="1" spc="-260" dirty="0">
                <a:solidFill>
                  <a:srgbClr val="13299F"/>
                </a:solidFill>
                <a:latin typeface="Tahoma"/>
                <a:cs typeface="Tahoma"/>
              </a:rPr>
              <a:t>inp</a:t>
            </a:r>
            <a:r>
              <a:rPr sz="1400" b="1" spc="-265" dirty="0">
                <a:solidFill>
                  <a:srgbClr val="13299F"/>
                </a:solidFill>
                <a:latin typeface="Tahoma"/>
                <a:cs typeface="Tahoma"/>
              </a:rPr>
              <a:t>ut</a:t>
            </a:r>
            <a:endParaRPr sz="1400" dirty="0">
              <a:latin typeface="Tahoma"/>
              <a:cs typeface="Tahoma"/>
            </a:endParaRPr>
          </a:p>
        </p:txBody>
      </p:sp>
      <p:sp>
        <p:nvSpPr>
          <p:cNvPr id="14" name="object 14"/>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5" name="object 15"/>
          <p:cNvPicPr/>
          <p:nvPr/>
        </p:nvPicPr>
        <p:blipFill>
          <a:blip r:embed="rId7" cstate="print"/>
          <a:stretch>
            <a:fillRect/>
          </a:stretch>
        </p:blipFill>
        <p:spPr>
          <a:xfrm>
            <a:off x="719327" y="1427988"/>
            <a:ext cx="1207770" cy="17449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397"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786120" cy="299720"/>
          </a:xfrm>
          <a:prstGeom prst="rect">
            <a:avLst/>
          </a:prstGeom>
        </p:spPr>
        <p:txBody>
          <a:bodyPr vert="horz" wrap="square" lIns="0" tIns="12700" rIns="0" bIns="0" rtlCol="0">
            <a:spAutoFit/>
          </a:bodyPr>
          <a:lstStyle/>
          <a:p>
            <a:pPr marL="12700">
              <a:lnSpc>
                <a:spcPct val="100000"/>
              </a:lnSpc>
              <a:spcBef>
                <a:spcPts val="100"/>
              </a:spcBef>
            </a:pPr>
            <a:r>
              <a:rPr spc="-5" dirty="0"/>
              <a:t>1.2. Components</a:t>
            </a:r>
            <a:r>
              <a:rPr spc="-35" dirty="0"/>
              <a:t> </a:t>
            </a:r>
            <a:r>
              <a:rPr dirty="0"/>
              <a:t>of</a:t>
            </a:r>
            <a:r>
              <a:rPr spc="-15" dirty="0"/>
              <a:t> </a:t>
            </a:r>
            <a:r>
              <a:rPr spc="-5" dirty="0"/>
              <a:t>Convolutional</a:t>
            </a:r>
            <a:r>
              <a:rPr spc="-35" dirty="0"/>
              <a:t> </a:t>
            </a:r>
            <a:r>
              <a:rPr spc="-5" dirty="0"/>
              <a:t>Neural Network</a:t>
            </a:r>
            <a:r>
              <a:rPr dirty="0"/>
              <a:t> </a:t>
            </a:r>
            <a:r>
              <a:rPr spc="-5" dirty="0"/>
              <a:t>(CNN)</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txBox="1"/>
          <p:nvPr/>
        </p:nvSpPr>
        <p:spPr>
          <a:xfrm>
            <a:off x="1900173" y="6079337"/>
            <a:ext cx="1397000" cy="208279"/>
          </a:xfrm>
          <a:prstGeom prst="rect">
            <a:avLst/>
          </a:prstGeom>
        </p:spPr>
        <p:txBody>
          <a:bodyPr vert="horz" wrap="square" lIns="0" tIns="12700" rIns="0" bIns="0" rtlCol="0">
            <a:spAutoFit/>
          </a:bodyPr>
          <a:lstStyle/>
          <a:p>
            <a:pPr marL="12700">
              <a:lnSpc>
                <a:spcPct val="100000"/>
              </a:lnSpc>
              <a:spcBef>
                <a:spcPts val="100"/>
              </a:spcBef>
            </a:pPr>
            <a:r>
              <a:rPr sz="1200" spc="-130" dirty="0">
                <a:latin typeface="Trebuchet MS"/>
                <a:cs typeface="Trebuchet MS"/>
              </a:rPr>
              <a:t>(</a:t>
            </a:r>
            <a:r>
              <a:rPr sz="1200" spc="-185" dirty="0">
                <a:latin typeface="Trebuchet MS"/>
                <a:cs typeface="Trebuchet MS"/>
              </a:rPr>
              <a:t>a</a:t>
            </a:r>
            <a:r>
              <a:rPr sz="1200" spc="-125" dirty="0">
                <a:latin typeface="Trebuchet MS"/>
                <a:cs typeface="Trebuchet MS"/>
              </a:rPr>
              <a:t>)</a:t>
            </a:r>
            <a:r>
              <a:rPr sz="1200" spc="-140" dirty="0">
                <a:latin typeface="Trebuchet MS"/>
                <a:cs typeface="Trebuchet MS"/>
              </a:rPr>
              <a:t> </a:t>
            </a:r>
            <a:r>
              <a:rPr sz="1200" spc="-390" dirty="0">
                <a:latin typeface="Trebuchet MS"/>
                <a:cs typeface="Trebuchet MS"/>
              </a:rPr>
              <a:t>1</a:t>
            </a:r>
            <a:r>
              <a:rPr sz="1200" spc="-114" dirty="0">
                <a:latin typeface="Trebuchet MS"/>
                <a:cs typeface="Trebuchet MS"/>
              </a:rPr>
              <a:t> </a:t>
            </a:r>
            <a:r>
              <a:rPr sz="1200" spc="-229" dirty="0">
                <a:latin typeface="Trebuchet MS"/>
                <a:cs typeface="Trebuchet MS"/>
              </a:rPr>
              <a:t>d</a:t>
            </a:r>
            <a:r>
              <a:rPr sz="1200" spc="-130" dirty="0">
                <a:latin typeface="Trebuchet MS"/>
                <a:cs typeface="Trebuchet MS"/>
              </a:rPr>
              <a:t>i</a:t>
            </a:r>
            <a:r>
              <a:rPr sz="1200" spc="-295" dirty="0">
                <a:latin typeface="Trebuchet MS"/>
                <a:cs typeface="Trebuchet MS"/>
              </a:rPr>
              <a:t>m</a:t>
            </a:r>
            <a:r>
              <a:rPr sz="1200" spc="-204" dirty="0">
                <a:latin typeface="Trebuchet MS"/>
                <a:cs typeface="Trebuchet MS"/>
              </a:rPr>
              <a:t>e</a:t>
            </a:r>
            <a:r>
              <a:rPr sz="1200" spc="-150" dirty="0">
                <a:latin typeface="Trebuchet MS"/>
                <a:cs typeface="Trebuchet MS"/>
              </a:rPr>
              <a:t>n</a:t>
            </a:r>
            <a:r>
              <a:rPr sz="1200" spc="-100" dirty="0">
                <a:latin typeface="Trebuchet MS"/>
                <a:cs typeface="Trebuchet MS"/>
              </a:rPr>
              <a:t>s</a:t>
            </a:r>
            <a:r>
              <a:rPr sz="1200" spc="-140" dirty="0">
                <a:latin typeface="Trebuchet MS"/>
                <a:cs typeface="Trebuchet MS"/>
              </a:rPr>
              <a:t>i</a:t>
            </a:r>
            <a:r>
              <a:rPr sz="1200" spc="-200" dirty="0">
                <a:latin typeface="Trebuchet MS"/>
                <a:cs typeface="Trebuchet MS"/>
              </a:rPr>
              <a:t>on</a:t>
            </a:r>
            <a:r>
              <a:rPr sz="1200" spc="-195" dirty="0">
                <a:latin typeface="Trebuchet MS"/>
                <a:cs typeface="Trebuchet MS"/>
              </a:rPr>
              <a:t>a</a:t>
            </a:r>
            <a:r>
              <a:rPr sz="1200" spc="-140" dirty="0">
                <a:latin typeface="Trebuchet MS"/>
                <a:cs typeface="Trebuchet MS"/>
              </a:rPr>
              <a:t>l</a:t>
            </a:r>
            <a:r>
              <a:rPr sz="1200" spc="-160" dirty="0">
                <a:latin typeface="Trebuchet MS"/>
                <a:cs typeface="Trebuchet MS"/>
              </a:rPr>
              <a:t> </a:t>
            </a:r>
            <a:r>
              <a:rPr sz="1200" spc="-145" dirty="0">
                <a:latin typeface="Trebuchet MS"/>
                <a:cs typeface="Trebuchet MS"/>
              </a:rPr>
              <a:t>c</a:t>
            </a:r>
            <a:r>
              <a:rPr sz="1200" spc="-200" dirty="0">
                <a:latin typeface="Trebuchet MS"/>
                <a:cs typeface="Trebuchet MS"/>
              </a:rPr>
              <a:t>on</a:t>
            </a:r>
            <a:r>
              <a:rPr sz="1200" spc="-185" dirty="0">
                <a:latin typeface="Trebuchet MS"/>
                <a:cs typeface="Trebuchet MS"/>
              </a:rPr>
              <a:t>v</a:t>
            </a:r>
            <a:r>
              <a:rPr sz="1200" spc="-215" dirty="0">
                <a:latin typeface="Trebuchet MS"/>
                <a:cs typeface="Trebuchet MS"/>
              </a:rPr>
              <a:t>o</a:t>
            </a:r>
            <a:r>
              <a:rPr sz="1200" spc="-130" dirty="0">
                <a:latin typeface="Trebuchet MS"/>
                <a:cs typeface="Trebuchet MS"/>
              </a:rPr>
              <a:t>l</a:t>
            </a:r>
            <a:r>
              <a:rPr sz="1200" spc="-195" dirty="0">
                <a:latin typeface="Trebuchet MS"/>
                <a:cs typeface="Trebuchet MS"/>
              </a:rPr>
              <a:t>ut</a:t>
            </a:r>
            <a:r>
              <a:rPr sz="1200" spc="-135" dirty="0">
                <a:latin typeface="Trebuchet MS"/>
                <a:cs typeface="Trebuchet MS"/>
              </a:rPr>
              <a:t>i</a:t>
            </a:r>
            <a:r>
              <a:rPr sz="1200" spc="-200" dirty="0">
                <a:latin typeface="Trebuchet MS"/>
                <a:cs typeface="Trebuchet MS"/>
              </a:rPr>
              <a:t>on</a:t>
            </a:r>
            <a:endParaRPr sz="1200">
              <a:latin typeface="Trebuchet MS"/>
              <a:cs typeface="Trebuchet MS"/>
            </a:endParaRPr>
          </a:p>
        </p:txBody>
      </p:sp>
      <p:sp>
        <p:nvSpPr>
          <p:cNvPr id="8" name="object 8"/>
          <p:cNvSpPr txBox="1"/>
          <p:nvPr/>
        </p:nvSpPr>
        <p:spPr>
          <a:xfrm>
            <a:off x="4252976" y="6079337"/>
            <a:ext cx="1424940" cy="208279"/>
          </a:xfrm>
          <a:prstGeom prst="rect">
            <a:avLst/>
          </a:prstGeom>
        </p:spPr>
        <p:txBody>
          <a:bodyPr vert="horz" wrap="square" lIns="0" tIns="12700" rIns="0" bIns="0" rtlCol="0">
            <a:spAutoFit/>
          </a:bodyPr>
          <a:lstStyle/>
          <a:p>
            <a:pPr marL="12700">
              <a:lnSpc>
                <a:spcPct val="100000"/>
              </a:lnSpc>
              <a:spcBef>
                <a:spcPts val="100"/>
              </a:spcBef>
            </a:pPr>
            <a:r>
              <a:rPr sz="1200" spc="-130" dirty="0">
                <a:latin typeface="Trebuchet MS"/>
                <a:cs typeface="Trebuchet MS"/>
              </a:rPr>
              <a:t>(</a:t>
            </a:r>
            <a:r>
              <a:rPr sz="1200" spc="-170" dirty="0">
                <a:latin typeface="Trebuchet MS"/>
                <a:cs typeface="Trebuchet MS"/>
              </a:rPr>
              <a:t>b)</a:t>
            </a:r>
            <a:r>
              <a:rPr sz="1200" spc="-140" dirty="0">
                <a:latin typeface="Trebuchet MS"/>
                <a:cs typeface="Trebuchet MS"/>
              </a:rPr>
              <a:t> </a:t>
            </a:r>
            <a:r>
              <a:rPr sz="1200" spc="-165" dirty="0">
                <a:latin typeface="Trebuchet MS"/>
                <a:cs typeface="Trebuchet MS"/>
              </a:rPr>
              <a:t>2</a:t>
            </a:r>
            <a:r>
              <a:rPr sz="1200" spc="-125" dirty="0">
                <a:latin typeface="Trebuchet MS"/>
                <a:cs typeface="Trebuchet MS"/>
              </a:rPr>
              <a:t> </a:t>
            </a:r>
            <a:r>
              <a:rPr sz="1200" spc="-229" dirty="0">
                <a:latin typeface="Trebuchet MS"/>
                <a:cs typeface="Trebuchet MS"/>
              </a:rPr>
              <a:t>d</a:t>
            </a:r>
            <a:r>
              <a:rPr sz="1200" spc="-130" dirty="0">
                <a:latin typeface="Trebuchet MS"/>
                <a:cs typeface="Trebuchet MS"/>
              </a:rPr>
              <a:t>i</a:t>
            </a:r>
            <a:r>
              <a:rPr sz="1200" spc="-295" dirty="0">
                <a:latin typeface="Trebuchet MS"/>
                <a:cs typeface="Trebuchet MS"/>
              </a:rPr>
              <a:t>m</a:t>
            </a:r>
            <a:r>
              <a:rPr sz="1200" spc="-204" dirty="0">
                <a:latin typeface="Trebuchet MS"/>
                <a:cs typeface="Trebuchet MS"/>
              </a:rPr>
              <a:t>e</a:t>
            </a:r>
            <a:r>
              <a:rPr sz="1200" spc="-150" dirty="0">
                <a:latin typeface="Trebuchet MS"/>
                <a:cs typeface="Trebuchet MS"/>
              </a:rPr>
              <a:t>n</a:t>
            </a:r>
            <a:r>
              <a:rPr sz="1200" spc="-100" dirty="0">
                <a:latin typeface="Trebuchet MS"/>
                <a:cs typeface="Trebuchet MS"/>
              </a:rPr>
              <a:t>s</a:t>
            </a:r>
            <a:r>
              <a:rPr sz="1200" spc="-140" dirty="0">
                <a:latin typeface="Trebuchet MS"/>
                <a:cs typeface="Trebuchet MS"/>
              </a:rPr>
              <a:t>i</a:t>
            </a:r>
            <a:r>
              <a:rPr sz="1200" spc="-195" dirty="0">
                <a:latin typeface="Trebuchet MS"/>
                <a:cs typeface="Trebuchet MS"/>
              </a:rPr>
              <a:t>o</a:t>
            </a:r>
            <a:r>
              <a:rPr sz="1200" spc="-210" dirty="0">
                <a:latin typeface="Trebuchet MS"/>
                <a:cs typeface="Trebuchet MS"/>
              </a:rPr>
              <a:t>n</a:t>
            </a:r>
            <a:r>
              <a:rPr sz="1200" spc="-185" dirty="0">
                <a:latin typeface="Trebuchet MS"/>
                <a:cs typeface="Trebuchet MS"/>
              </a:rPr>
              <a:t>a</a:t>
            </a:r>
            <a:r>
              <a:rPr sz="1200" spc="-140" dirty="0">
                <a:latin typeface="Trebuchet MS"/>
                <a:cs typeface="Trebuchet MS"/>
              </a:rPr>
              <a:t>l</a:t>
            </a:r>
            <a:r>
              <a:rPr sz="1200" spc="-170" dirty="0">
                <a:latin typeface="Trebuchet MS"/>
                <a:cs typeface="Trebuchet MS"/>
              </a:rPr>
              <a:t> </a:t>
            </a:r>
            <a:r>
              <a:rPr sz="1200" spc="-145" dirty="0">
                <a:latin typeface="Trebuchet MS"/>
                <a:cs typeface="Trebuchet MS"/>
              </a:rPr>
              <a:t>c</a:t>
            </a:r>
            <a:r>
              <a:rPr sz="1200" spc="-200" dirty="0">
                <a:latin typeface="Trebuchet MS"/>
                <a:cs typeface="Trebuchet MS"/>
              </a:rPr>
              <a:t>on</a:t>
            </a:r>
            <a:r>
              <a:rPr sz="1200" spc="-180" dirty="0">
                <a:latin typeface="Trebuchet MS"/>
                <a:cs typeface="Trebuchet MS"/>
              </a:rPr>
              <a:t>v</a:t>
            </a:r>
            <a:r>
              <a:rPr sz="1200" spc="-190" dirty="0">
                <a:latin typeface="Trebuchet MS"/>
                <a:cs typeface="Trebuchet MS"/>
              </a:rPr>
              <a:t>o</a:t>
            </a:r>
            <a:r>
              <a:rPr sz="1200" spc="-150" dirty="0">
                <a:latin typeface="Trebuchet MS"/>
                <a:cs typeface="Trebuchet MS"/>
              </a:rPr>
              <a:t>l</a:t>
            </a:r>
            <a:r>
              <a:rPr sz="1200" spc="-195" dirty="0">
                <a:latin typeface="Trebuchet MS"/>
                <a:cs typeface="Trebuchet MS"/>
              </a:rPr>
              <a:t>ut</a:t>
            </a:r>
            <a:r>
              <a:rPr sz="1200" spc="-135" dirty="0">
                <a:latin typeface="Trebuchet MS"/>
                <a:cs typeface="Trebuchet MS"/>
              </a:rPr>
              <a:t>i</a:t>
            </a:r>
            <a:r>
              <a:rPr sz="1200" spc="-200" dirty="0">
                <a:latin typeface="Trebuchet MS"/>
                <a:cs typeface="Trebuchet MS"/>
              </a:rPr>
              <a:t>on</a:t>
            </a:r>
            <a:endParaRPr sz="1200">
              <a:latin typeface="Trebuchet MS"/>
              <a:cs typeface="Trebuchet MS"/>
            </a:endParaRPr>
          </a:p>
        </p:txBody>
      </p:sp>
      <p:sp>
        <p:nvSpPr>
          <p:cNvPr id="9" name="object 9"/>
          <p:cNvSpPr txBox="1"/>
          <p:nvPr/>
        </p:nvSpPr>
        <p:spPr>
          <a:xfrm>
            <a:off x="1690242" y="5109464"/>
            <a:ext cx="327025" cy="208279"/>
          </a:xfrm>
          <a:prstGeom prst="rect">
            <a:avLst/>
          </a:prstGeom>
        </p:spPr>
        <p:txBody>
          <a:bodyPr vert="horz" wrap="square" lIns="0" tIns="12700" rIns="0" bIns="0" rtlCol="0">
            <a:spAutoFit/>
          </a:bodyPr>
          <a:lstStyle/>
          <a:p>
            <a:pPr marL="12700">
              <a:lnSpc>
                <a:spcPct val="100000"/>
              </a:lnSpc>
              <a:spcBef>
                <a:spcPts val="100"/>
              </a:spcBef>
            </a:pPr>
            <a:r>
              <a:rPr sz="1200" spc="-225" dirty="0">
                <a:latin typeface="Trebuchet MS"/>
                <a:cs typeface="Trebuchet MS"/>
              </a:rPr>
              <a:t>k</a:t>
            </a:r>
            <a:r>
              <a:rPr sz="1200" spc="-204" dirty="0">
                <a:latin typeface="Trebuchet MS"/>
                <a:cs typeface="Trebuchet MS"/>
              </a:rPr>
              <a:t>e</a:t>
            </a:r>
            <a:r>
              <a:rPr sz="1200" spc="-65" dirty="0">
                <a:latin typeface="Trebuchet MS"/>
                <a:cs typeface="Trebuchet MS"/>
              </a:rPr>
              <a:t>r</a:t>
            </a:r>
            <a:r>
              <a:rPr sz="1200" spc="-204" dirty="0">
                <a:latin typeface="Trebuchet MS"/>
                <a:cs typeface="Trebuchet MS"/>
              </a:rPr>
              <a:t>n</a:t>
            </a:r>
            <a:r>
              <a:rPr sz="1200" spc="-200" dirty="0">
                <a:latin typeface="Trebuchet MS"/>
                <a:cs typeface="Trebuchet MS"/>
              </a:rPr>
              <a:t>e</a:t>
            </a:r>
            <a:r>
              <a:rPr sz="1200" spc="-140" dirty="0">
                <a:latin typeface="Trebuchet MS"/>
                <a:cs typeface="Trebuchet MS"/>
              </a:rPr>
              <a:t>l</a:t>
            </a:r>
            <a:endParaRPr sz="1200">
              <a:latin typeface="Trebuchet MS"/>
              <a:cs typeface="Trebuchet MS"/>
            </a:endParaRPr>
          </a:p>
        </p:txBody>
      </p:sp>
      <p:sp>
        <p:nvSpPr>
          <p:cNvPr id="10" name="object 10"/>
          <p:cNvSpPr txBox="1"/>
          <p:nvPr/>
        </p:nvSpPr>
        <p:spPr>
          <a:xfrm>
            <a:off x="6297929" y="4662678"/>
            <a:ext cx="327025" cy="208279"/>
          </a:xfrm>
          <a:prstGeom prst="rect">
            <a:avLst/>
          </a:prstGeom>
        </p:spPr>
        <p:txBody>
          <a:bodyPr vert="horz" wrap="square" lIns="0" tIns="12700" rIns="0" bIns="0" rtlCol="0">
            <a:spAutoFit/>
          </a:bodyPr>
          <a:lstStyle/>
          <a:p>
            <a:pPr marL="12700">
              <a:lnSpc>
                <a:spcPct val="100000"/>
              </a:lnSpc>
              <a:spcBef>
                <a:spcPts val="100"/>
              </a:spcBef>
            </a:pPr>
            <a:r>
              <a:rPr sz="1200" spc="-225" dirty="0">
                <a:latin typeface="Trebuchet MS"/>
                <a:cs typeface="Trebuchet MS"/>
              </a:rPr>
              <a:t>k</a:t>
            </a:r>
            <a:r>
              <a:rPr sz="1200" spc="-204" dirty="0">
                <a:latin typeface="Trebuchet MS"/>
                <a:cs typeface="Trebuchet MS"/>
              </a:rPr>
              <a:t>e</a:t>
            </a:r>
            <a:r>
              <a:rPr sz="1200" spc="-65" dirty="0">
                <a:latin typeface="Trebuchet MS"/>
                <a:cs typeface="Trebuchet MS"/>
              </a:rPr>
              <a:t>r</a:t>
            </a:r>
            <a:r>
              <a:rPr sz="1200" spc="-204" dirty="0">
                <a:latin typeface="Trebuchet MS"/>
                <a:cs typeface="Trebuchet MS"/>
              </a:rPr>
              <a:t>n</a:t>
            </a:r>
            <a:r>
              <a:rPr sz="1200" spc="-200" dirty="0">
                <a:latin typeface="Trebuchet MS"/>
                <a:cs typeface="Trebuchet MS"/>
              </a:rPr>
              <a:t>e</a:t>
            </a:r>
            <a:r>
              <a:rPr sz="1200" spc="-140" dirty="0">
                <a:latin typeface="Trebuchet MS"/>
                <a:cs typeface="Trebuchet MS"/>
              </a:rPr>
              <a:t>l</a:t>
            </a:r>
            <a:endParaRPr sz="1200">
              <a:latin typeface="Trebuchet MS"/>
              <a:cs typeface="Trebuchet MS"/>
            </a:endParaRPr>
          </a:p>
        </p:txBody>
      </p:sp>
      <p:sp>
        <p:nvSpPr>
          <p:cNvPr id="11" name="object 11"/>
          <p:cNvSpPr txBox="1"/>
          <p:nvPr/>
        </p:nvSpPr>
        <p:spPr>
          <a:xfrm>
            <a:off x="7612506" y="4107637"/>
            <a:ext cx="614045" cy="208915"/>
          </a:xfrm>
          <a:prstGeom prst="rect">
            <a:avLst/>
          </a:prstGeom>
        </p:spPr>
        <p:txBody>
          <a:bodyPr vert="horz" wrap="square" lIns="0" tIns="12700" rIns="0" bIns="0" rtlCol="0">
            <a:spAutoFit/>
          </a:bodyPr>
          <a:lstStyle/>
          <a:p>
            <a:pPr marL="12700">
              <a:lnSpc>
                <a:spcPct val="100000"/>
              </a:lnSpc>
              <a:spcBef>
                <a:spcPts val="100"/>
              </a:spcBef>
            </a:pPr>
            <a:r>
              <a:rPr sz="1200" spc="-150" dirty="0">
                <a:latin typeface="Trebuchet MS"/>
                <a:cs typeface="Trebuchet MS"/>
              </a:rPr>
              <a:t>f</a:t>
            </a:r>
            <a:r>
              <a:rPr sz="1200" spc="-204" dirty="0">
                <a:latin typeface="Trebuchet MS"/>
                <a:cs typeface="Trebuchet MS"/>
              </a:rPr>
              <a:t>e</a:t>
            </a:r>
            <a:r>
              <a:rPr sz="1200" spc="-180" dirty="0">
                <a:latin typeface="Trebuchet MS"/>
                <a:cs typeface="Trebuchet MS"/>
              </a:rPr>
              <a:t>a</a:t>
            </a:r>
            <a:r>
              <a:rPr sz="1200" spc="-175" dirty="0">
                <a:latin typeface="Trebuchet MS"/>
                <a:cs typeface="Trebuchet MS"/>
              </a:rPr>
              <a:t>t</a:t>
            </a:r>
            <a:r>
              <a:rPr sz="1200" spc="-220" dirty="0">
                <a:latin typeface="Trebuchet MS"/>
                <a:cs typeface="Trebuchet MS"/>
              </a:rPr>
              <a:t>u</a:t>
            </a:r>
            <a:r>
              <a:rPr sz="1200" spc="-65" dirty="0">
                <a:latin typeface="Trebuchet MS"/>
                <a:cs typeface="Trebuchet MS"/>
              </a:rPr>
              <a:t>r</a:t>
            </a:r>
            <a:r>
              <a:rPr sz="1200" spc="-210" dirty="0">
                <a:latin typeface="Trebuchet MS"/>
                <a:cs typeface="Trebuchet MS"/>
              </a:rPr>
              <a:t>e</a:t>
            </a:r>
            <a:r>
              <a:rPr sz="1200" spc="-165" dirty="0">
                <a:latin typeface="Trebuchet MS"/>
                <a:cs typeface="Trebuchet MS"/>
              </a:rPr>
              <a:t> </a:t>
            </a:r>
            <a:r>
              <a:rPr sz="1200" spc="-295" dirty="0">
                <a:latin typeface="Trebuchet MS"/>
                <a:cs typeface="Trebuchet MS"/>
              </a:rPr>
              <a:t>m</a:t>
            </a:r>
            <a:r>
              <a:rPr sz="1200" spc="-180" dirty="0">
                <a:latin typeface="Trebuchet MS"/>
                <a:cs typeface="Trebuchet MS"/>
              </a:rPr>
              <a:t>a</a:t>
            </a:r>
            <a:r>
              <a:rPr sz="1200" spc="-220" dirty="0">
                <a:latin typeface="Trebuchet MS"/>
                <a:cs typeface="Trebuchet MS"/>
              </a:rPr>
              <a:t>p</a:t>
            </a:r>
            <a:endParaRPr sz="1200">
              <a:latin typeface="Trebuchet MS"/>
              <a:cs typeface="Trebuchet MS"/>
            </a:endParaRPr>
          </a:p>
        </p:txBody>
      </p:sp>
      <p:sp>
        <p:nvSpPr>
          <p:cNvPr id="12" name="object 12"/>
          <p:cNvSpPr txBox="1"/>
          <p:nvPr/>
        </p:nvSpPr>
        <p:spPr>
          <a:xfrm>
            <a:off x="676452" y="5594705"/>
            <a:ext cx="614045" cy="208279"/>
          </a:xfrm>
          <a:prstGeom prst="rect">
            <a:avLst/>
          </a:prstGeom>
        </p:spPr>
        <p:txBody>
          <a:bodyPr vert="horz" wrap="square" lIns="0" tIns="12700" rIns="0" bIns="0" rtlCol="0">
            <a:spAutoFit/>
          </a:bodyPr>
          <a:lstStyle/>
          <a:p>
            <a:pPr marL="12700">
              <a:lnSpc>
                <a:spcPct val="100000"/>
              </a:lnSpc>
              <a:spcBef>
                <a:spcPts val="100"/>
              </a:spcBef>
            </a:pPr>
            <a:r>
              <a:rPr sz="1200" spc="-150" dirty="0">
                <a:latin typeface="Trebuchet MS"/>
                <a:cs typeface="Trebuchet MS"/>
              </a:rPr>
              <a:t>f</a:t>
            </a:r>
            <a:r>
              <a:rPr sz="1200" spc="-204" dirty="0">
                <a:latin typeface="Trebuchet MS"/>
                <a:cs typeface="Trebuchet MS"/>
              </a:rPr>
              <a:t>e</a:t>
            </a:r>
            <a:r>
              <a:rPr sz="1200" spc="-185" dirty="0">
                <a:latin typeface="Trebuchet MS"/>
                <a:cs typeface="Trebuchet MS"/>
              </a:rPr>
              <a:t>a</a:t>
            </a:r>
            <a:r>
              <a:rPr sz="1200" spc="-170" dirty="0">
                <a:latin typeface="Trebuchet MS"/>
                <a:cs typeface="Trebuchet MS"/>
              </a:rPr>
              <a:t>t</a:t>
            </a:r>
            <a:r>
              <a:rPr sz="1200" spc="-215" dirty="0">
                <a:latin typeface="Trebuchet MS"/>
                <a:cs typeface="Trebuchet MS"/>
              </a:rPr>
              <a:t>u</a:t>
            </a:r>
            <a:r>
              <a:rPr sz="1200" spc="-65" dirty="0">
                <a:latin typeface="Trebuchet MS"/>
                <a:cs typeface="Trebuchet MS"/>
              </a:rPr>
              <a:t>r</a:t>
            </a:r>
            <a:r>
              <a:rPr sz="1200" spc="-210" dirty="0">
                <a:latin typeface="Trebuchet MS"/>
                <a:cs typeface="Trebuchet MS"/>
              </a:rPr>
              <a:t>e</a:t>
            </a:r>
            <a:r>
              <a:rPr sz="1200" spc="-165" dirty="0">
                <a:latin typeface="Trebuchet MS"/>
                <a:cs typeface="Trebuchet MS"/>
              </a:rPr>
              <a:t> </a:t>
            </a:r>
            <a:r>
              <a:rPr sz="1200" spc="-295" dirty="0">
                <a:latin typeface="Trebuchet MS"/>
                <a:cs typeface="Trebuchet MS"/>
              </a:rPr>
              <a:t>m</a:t>
            </a:r>
            <a:r>
              <a:rPr sz="1200" spc="-185" dirty="0">
                <a:latin typeface="Trebuchet MS"/>
                <a:cs typeface="Trebuchet MS"/>
              </a:rPr>
              <a:t>a</a:t>
            </a:r>
            <a:r>
              <a:rPr sz="1200" spc="-220" dirty="0">
                <a:latin typeface="Trebuchet MS"/>
                <a:cs typeface="Trebuchet MS"/>
              </a:rPr>
              <a:t>p</a:t>
            </a:r>
            <a:endParaRPr sz="1200">
              <a:latin typeface="Trebuchet MS"/>
              <a:cs typeface="Trebuchet MS"/>
            </a:endParaRPr>
          </a:p>
        </p:txBody>
      </p:sp>
      <p:graphicFrame>
        <p:nvGraphicFramePr>
          <p:cNvPr id="13" name="object 13"/>
          <p:cNvGraphicFramePr>
            <a:graphicFrameLocks noGrp="1"/>
          </p:cNvGraphicFramePr>
          <p:nvPr/>
        </p:nvGraphicFramePr>
        <p:xfrm>
          <a:off x="694893" y="2890058"/>
          <a:ext cx="7750809" cy="573422"/>
        </p:xfrm>
        <a:graphic>
          <a:graphicData uri="http://schemas.openxmlformats.org/drawingml/2006/table">
            <a:tbl>
              <a:tblPr firstRow="1" bandRow="1">
                <a:tableStyleId>{2D5ABB26-0587-4C30-8999-92F81FD0307C}</a:tableStyleId>
              </a:tblPr>
              <a:tblGrid>
                <a:gridCol w="6025515">
                  <a:extLst>
                    <a:ext uri="{9D8B030D-6E8A-4147-A177-3AD203B41FA5}">
                      <a16:colId xmlns:a16="http://schemas.microsoft.com/office/drawing/2014/main" val="20000"/>
                    </a:ext>
                  </a:extLst>
                </a:gridCol>
                <a:gridCol w="241935">
                  <a:extLst>
                    <a:ext uri="{9D8B030D-6E8A-4147-A177-3AD203B41FA5}">
                      <a16:colId xmlns:a16="http://schemas.microsoft.com/office/drawing/2014/main" val="20001"/>
                    </a:ext>
                  </a:extLst>
                </a:gridCol>
                <a:gridCol w="257175">
                  <a:extLst>
                    <a:ext uri="{9D8B030D-6E8A-4147-A177-3AD203B41FA5}">
                      <a16:colId xmlns:a16="http://schemas.microsoft.com/office/drawing/2014/main" val="20002"/>
                    </a:ext>
                  </a:extLst>
                </a:gridCol>
                <a:gridCol w="226059">
                  <a:extLst>
                    <a:ext uri="{9D8B030D-6E8A-4147-A177-3AD203B41FA5}">
                      <a16:colId xmlns:a16="http://schemas.microsoft.com/office/drawing/2014/main" val="20003"/>
                    </a:ext>
                  </a:extLst>
                </a:gridCol>
                <a:gridCol w="1000125">
                  <a:extLst>
                    <a:ext uri="{9D8B030D-6E8A-4147-A177-3AD203B41FA5}">
                      <a16:colId xmlns:a16="http://schemas.microsoft.com/office/drawing/2014/main" val="20004"/>
                    </a:ext>
                  </a:extLst>
                </a:gridCol>
              </a:tblGrid>
              <a:tr h="213351">
                <a:tc>
                  <a:txBody>
                    <a:bodyPr/>
                    <a:lstStyle/>
                    <a:p>
                      <a:pPr marL="214629" indent="-182880">
                        <a:lnSpc>
                          <a:spcPts val="1555"/>
                        </a:lnSpc>
                        <a:buClr>
                          <a:srgbClr val="183DAF"/>
                        </a:buClr>
                        <a:buFont typeface="Tahoma"/>
                        <a:buChar char="‣"/>
                        <a:tabLst>
                          <a:tab pos="214629" algn="l"/>
                        </a:tabLst>
                      </a:pPr>
                      <a:r>
                        <a:rPr sz="1300" spc="-170" dirty="0">
                          <a:solidFill>
                            <a:srgbClr val="252525"/>
                          </a:solidFill>
                          <a:latin typeface="Trebuchet MS"/>
                          <a:cs typeface="Trebuchet MS"/>
                        </a:rPr>
                        <a:t>In</a:t>
                      </a:r>
                      <a:r>
                        <a:rPr sz="1300" spc="-140" dirty="0">
                          <a:solidFill>
                            <a:srgbClr val="252525"/>
                          </a:solidFill>
                          <a:latin typeface="Trebuchet MS"/>
                          <a:cs typeface="Trebuchet MS"/>
                        </a:rPr>
                        <a:t> </a:t>
                      </a:r>
                      <a:r>
                        <a:rPr sz="1300" spc="-235" dirty="0">
                          <a:solidFill>
                            <a:srgbClr val="252525"/>
                          </a:solidFill>
                          <a:latin typeface="Trebuchet MS"/>
                          <a:cs typeface="Trebuchet MS"/>
                        </a:rPr>
                        <a:t>two</a:t>
                      </a:r>
                      <a:r>
                        <a:rPr sz="1300" spc="-160" dirty="0">
                          <a:solidFill>
                            <a:srgbClr val="252525"/>
                          </a:solidFill>
                          <a:latin typeface="Trebuchet MS"/>
                          <a:cs typeface="Trebuchet MS"/>
                        </a:rPr>
                        <a:t> </a:t>
                      </a:r>
                      <a:r>
                        <a:rPr sz="1300" spc="-190" dirty="0">
                          <a:solidFill>
                            <a:srgbClr val="252525"/>
                          </a:solidFill>
                          <a:latin typeface="Trebuchet MS"/>
                          <a:cs typeface="Trebuchet MS"/>
                        </a:rPr>
                        <a:t>dimensions,</a:t>
                      </a:r>
                      <a:r>
                        <a:rPr sz="1300" spc="-180" dirty="0">
                          <a:solidFill>
                            <a:srgbClr val="252525"/>
                          </a:solidFill>
                          <a:latin typeface="Trebuchet MS"/>
                          <a:cs typeface="Trebuchet MS"/>
                        </a:rPr>
                        <a:t> </a:t>
                      </a:r>
                      <a:r>
                        <a:rPr sz="1300" spc="-200" dirty="0">
                          <a:solidFill>
                            <a:srgbClr val="252525"/>
                          </a:solidFill>
                          <a:latin typeface="Trebuchet MS"/>
                          <a:cs typeface="Trebuchet MS"/>
                        </a:rPr>
                        <a:t>a</a:t>
                      </a:r>
                      <a:r>
                        <a:rPr sz="1300" spc="-145" dirty="0">
                          <a:solidFill>
                            <a:srgbClr val="252525"/>
                          </a:solidFill>
                          <a:latin typeface="Trebuchet MS"/>
                          <a:cs typeface="Trebuchet MS"/>
                        </a:rPr>
                        <a:t> </a:t>
                      </a:r>
                      <a:r>
                        <a:rPr sz="1300" spc="-195" dirty="0">
                          <a:solidFill>
                            <a:srgbClr val="252525"/>
                          </a:solidFill>
                          <a:latin typeface="Trebuchet MS"/>
                          <a:cs typeface="Trebuchet MS"/>
                        </a:rPr>
                        <a:t>convolution</a:t>
                      </a:r>
                      <a:r>
                        <a:rPr sz="1300" spc="-140" dirty="0">
                          <a:solidFill>
                            <a:srgbClr val="252525"/>
                          </a:solidFill>
                          <a:latin typeface="Trebuchet MS"/>
                          <a:cs typeface="Trebuchet MS"/>
                        </a:rPr>
                        <a:t> </a:t>
                      </a:r>
                      <a:r>
                        <a:rPr sz="1300" spc="-190" dirty="0">
                          <a:solidFill>
                            <a:srgbClr val="252525"/>
                          </a:solidFill>
                          <a:latin typeface="Trebuchet MS"/>
                          <a:cs typeface="Trebuchet MS"/>
                        </a:rPr>
                        <a:t>operation</a:t>
                      </a:r>
                      <a:r>
                        <a:rPr sz="1300" spc="-165" dirty="0">
                          <a:solidFill>
                            <a:srgbClr val="252525"/>
                          </a:solidFill>
                          <a:latin typeface="Trebuchet MS"/>
                          <a:cs typeface="Trebuchet MS"/>
                        </a:rPr>
                        <a:t> </a:t>
                      </a:r>
                      <a:r>
                        <a:rPr sz="1300" spc="-105" dirty="0">
                          <a:solidFill>
                            <a:srgbClr val="252525"/>
                          </a:solidFill>
                          <a:latin typeface="Trebuchet MS"/>
                          <a:cs typeface="Trebuchet MS"/>
                        </a:rPr>
                        <a:t>is</a:t>
                      </a:r>
                      <a:r>
                        <a:rPr sz="1300" spc="-140" dirty="0">
                          <a:solidFill>
                            <a:srgbClr val="252525"/>
                          </a:solidFill>
                          <a:latin typeface="Trebuchet MS"/>
                          <a:cs typeface="Trebuchet MS"/>
                        </a:rPr>
                        <a:t> </a:t>
                      </a:r>
                      <a:r>
                        <a:rPr sz="1300" spc="-155" dirty="0">
                          <a:solidFill>
                            <a:srgbClr val="252525"/>
                          </a:solidFill>
                          <a:latin typeface="Trebuchet MS"/>
                          <a:cs typeface="Trebuchet MS"/>
                        </a:rPr>
                        <a:t>similar</a:t>
                      </a:r>
                      <a:r>
                        <a:rPr sz="1300" spc="-150" dirty="0">
                          <a:solidFill>
                            <a:srgbClr val="252525"/>
                          </a:solidFill>
                          <a:latin typeface="Trebuchet MS"/>
                          <a:cs typeface="Trebuchet MS"/>
                        </a:rPr>
                        <a:t> </a:t>
                      </a:r>
                      <a:r>
                        <a:rPr sz="1300" spc="-204" dirty="0">
                          <a:solidFill>
                            <a:srgbClr val="252525"/>
                          </a:solidFill>
                          <a:latin typeface="Trebuchet MS"/>
                          <a:cs typeface="Trebuchet MS"/>
                        </a:rPr>
                        <a:t>to</a:t>
                      </a:r>
                      <a:r>
                        <a:rPr sz="1300" spc="-135" dirty="0">
                          <a:solidFill>
                            <a:srgbClr val="252525"/>
                          </a:solidFill>
                          <a:latin typeface="Trebuchet MS"/>
                          <a:cs typeface="Trebuchet MS"/>
                        </a:rPr>
                        <a:t> </a:t>
                      </a:r>
                      <a:r>
                        <a:rPr sz="1300" spc="-200" dirty="0">
                          <a:solidFill>
                            <a:srgbClr val="252525"/>
                          </a:solidFill>
                          <a:latin typeface="Trebuchet MS"/>
                          <a:cs typeface="Trebuchet MS"/>
                        </a:rPr>
                        <a:t>that</a:t>
                      </a:r>
                      <a:r>
                        <a:rPr sz="1300" spc="-155" dirty="0">
                          <a:solidFill>
                            <a:srgbClr val="252525"/>
                          </a:solidFill>
                          <a:latin typeface="Trebuchet MS"/>
                          <a:cs typeface="Trebuchet MS"/>
                        </a:rPr>
                        <a:t> </a:t>
                      </a:r>
                      <a:r>
                        <a:rPr sz="1300" spc="-190" dirty="0">
                          <a:solidFill>
                            <a:srgbClr val="252525"/>
                          </a:solidFill>
                          <a:latin typeface="Trebuchet MS"/>
                          <a:cs typeface="Trebuchet MS"/>
                        </a:rPr>
                        <a:t>of</a:t>
                      </a:r>
                      <a:r>
                        <a:rPr sz="1300" spc="-140" dirty="0">
                          <a:solidFill>
                            <a:srgbClr val="252525"/>
                          </a:solidFill>
                          <a:latin typeface="Trebuchet MS"/>
                          <a:cs typeface="Trebuchet MS"/>
                        </a:rPr>
                        <a:t> </a:t>
                      </a:r>
                      <a:r>
                        <a:rPr sz="1300" spc="-220" dirty="0">
                          <a:solidFill>
                            <a:srgbClr val="252525"/>
                          </a:solidFill>
                          <a:latin typeface="Trebuchet MS"/>
                          <a:cs typeface="Trebuchet MS"/>
                        </a:rPr>
                        <a:t>one</a:t>
                      </a:r>
                      <a:r>
                        <a:rPr sz="1300" spc="-140" dirty="0">
                          <a:solidFill>
                            <a:srgbClr val="252525"/>
                          </a:solidFill>
                          <a:latin typeface="Trebuchet MS"/>
                          <a:cs typeface="Trebuchet MS"/>
                        </a:rPr>
                        <a:t> </a:t>
                      </a:r>
                      <a:r>
                        <a:rPr sz="1300" spc="-204" dirty="0">
                          <a:solidFill>
                            <a:srgbClr val="252525"/>
                          </a:solidFill>
                          <a:latin typeface="Trebuchet MS"/>
                          <a:cs typeface="Trebuchet MS"/>
                        </a:rPr>
                        <a:t>dimension.</a:t>
                      </a:r>
                      <a:r>
                        <a:rPr sz="1300" spc="-175" dirty="0">
                          <a:solidFill>
                            <a:srgbClr val="252525"/>
                          </a:solidFill>
                          <a:latin typeface="Trebuchet MS"/>
                          <a:cs typeface="Trebuchet MS"/>
                        </a:rPr>
                        <a:t> </a:t>
                      </a:r>
                      <a:r>
                        <a:rPr sz="1300" spc="-260" dirty="0">
                          <a:solidFill>
                            <a:srgbClr val="252525"/>
                          </a:solidFill>
                          <a:latin typeface="Trebuchet MS"/>
                          <a:cs typeface="Trebuchet MS"/>
                        </a:rPr>
                        <a:t>The</a:t>
                      </a:r>
                      <a:r>
                        <a:rPr sz="1300" spc="-245" dirty="0">
                          <a:solidFill>
                            <a:srgbClr val="252525"/>
                          </a:solidFill>
                          <a:latin typeface="Trebuchet MS"/>
                          <a:cs typeface="Trebuchet MS"/>
                        </a:rPr>
                        <a:t> </a:t>
                      </a:r>
                      <a:r>
                        <a:rPr sz="1300" spc="-185" dirty="0">
                          <a:solidFill>
                            <a:srgbClr val="252525"/>
                          </a:solidFill>
                          <a:latin typeface="Trebuchet MS"/>
                          <a:cs typeface="Trebuchet MS"/>
                        </a:rPr>
                        <a:t>receptive</a:t>
                      </a:r>
                      <a:r>
                        <a:rPr sz="1300" spc="-160" dirty="0">
                          <a:solidFill>
                            <a:srgbClr val="252525"/>
                          </a:solidFill>
                          <a:latin typeface="Trebuchet MS"/>
                          <a:cs typeface="Trebuchet MS"/>
                        </a:rPr>
                        <a:t> </a:t>
                      </a:r>
                      <a:r>
                        <a:rPr sz="1300" spc="-190" dirty="0">
                          <a:solidFill>
                            <a:srgbClr val="252525"/>
                          </a:solidFill>
                          <a:latin typeface="Trebuchet MS"/>
                          <a:cs typeface="Trebuchet MS"/>
                        </a:rPr>
                        <a:t>field</a:t>
                      </a:r>
                      <a:r>
                        <a:rPr sz="1300" spc="-125" dirty="0">
                          <a:solidFill>
                            <a:srgbClr val="252525"/>
                          </a:solidFill>
                          <a:latin typeface="Trebuchet MS"/>
                          <a:cs typeface="Trebuchet MS"/>
                        </a:rPr>
                        <a:t> </a:t>
                      </a:r>
                      <a:r>
                        <a:rPr sz="1300" spc="-190" dirty="0">
                          <a:solidFill>
                            <a:srgbClr val="252525"/>
                          </a:solidFill>
                          <a:latin typeface="Trebuchet MS"/>
                          <a:cs typeface="Trebuchet MS"/>
                        </a:rPr>
                        <a:t>of</a:t>
                      </a:r>
                      <a:r>
                        <a:rPr sz="1300" spc="-135" dirty="0">
                          <a:solidFill>
                            <a:srgbClr val="252525"/>
                          </a:solidFill>
                          <a:latin typeface="Trebuchet MS"/>
                          <a:cs typeface="Trebuchet MS"/>
                        </a:rPr>
                        <a:t> </a:t>
                      </a:r>
                      <a:r>
                        <a:rPr sz="1300" spc="-215" dirty="0">
                          <a:solidFill>
                            <a:srgbClr val="252525"/>
                          </a:solidFill>
                          <a:latin typeface="Trebuchet MS"/>
                          <a:cs typeface="Trebuchet MS"/>
                        </a:rPr>
                        <a:t>the</a:t>
                      </a:r>
                      <a:r>
                        <a:rPr sz="1300" spc="-145" dirty="0">
                          <a:solidFill>
                            <a:srgbClr val="252525"/>
                          </a:solidFill>
                          <a:latin typeface="Trebuchet MS"/>
                          <a:cs typeface="Trebuchet MS"/>
                        </a:rPr>
                        <a:t> </a:t>
                      </a:r>
                      <a:r>
                        <a:rPr sz="1300" spc="-225" dirty="0">
                          <a:solidFill>
                            <a:srgbClr val="252525"/>
                          </a:solidFill>
                          <a:latin typeface="Trebuchet MS"/>
                          <a:cs typeface="Trebuchet MS"/>
                        </a:rPr>
                        <a:t>node</a:t>
                      </a:r>
                      <a:r>
                        <a:rPr sz="1300" spc="-155" dirty="0">
                          <a:solidFill>
                            <a:srgbClr val="252525"/>
                          </a:solidFill>
                          <a:latin typeface="Trebuchet MS"/>
                          <a:cs typeface="Trebuchet MS"/>
                        </a:rPr>
                        <a:t> </a:t>
                      </a:r>
                      <a:r>
                        <a:rPr sz="1300" spc="-110" dirty="0">
                          <a:solidFill>
                            <a:srgbClr val="252525"/>
                          </a:solidFill>
                          <a:latin typeface="Trebuchet MS"/>
                          <a:cs typeface="Trebuchet MS"/>
                        </a:rPr>
                        <a:t>is</a:t>
                      </a:r>
                      <a:endParaRPr sz="1300">
                        <a:latin typeface="Trebuchet MS"/>
                        <a:cs typeface="Trebuchet MS"/>
                      </a:endParaRPr>
                    </a:p>
                  </a:txBody>
                  <a:tcPr marL="0" marR="0" marT="0" marB="0"/>
                </a:tc>
                <a:tc>
                  <a:txBody>
                    <a:bodyPr/>
                    <a:lstStyle/>
                    <a:p>
                      <a:pPr marR="6350" algn="ctr">
                        <a:lnSpc>
                          <a:spcPts val="1545"/>
                        </a:lnSpc>
                      </a:pPr>
                      <a:r>
                        <a:rPr sz="1300" dirty="0">
                          <a:solidFill>
                            <a:srgbClr val="252525"/>
                          </a:solidFill>
                          <a:latin typeface="Cambria Math"/>
                          <a:cs typeface="Cambria Math"/>
                        </a:rPr>
                        <a:t>2</a:t>
                      </a:r>
                      <a:endParaRPr sz="1300">
                        <a:latin typeface="Cambria Math"/>
                        <a:cs typeface="Cambria Math"/>
                      </a:endParaRPr>
                    </a:p>
                  </a:txBody>
                  <a:tcPr marL="0" marR="0" marT="0" marB="0"/>
                </a:tc>
                <a:tc>
                  <a:txBody>
                    <a:bodyPr/>
                    <a:lstStyle/>
                    <a:p>
                      <a:pPr algn="ctr">
                        <a:lnSpc>
                          <a:spcPts val="1535"/>
                        </a:lnSpc>
                      </a:pPr>
                      <a:r>
                        <a:rPr sz="1300" dirty="0">
                          <a:solidFill>
                            <a:srgbClr val="252525"/>
                          </a:solidFill>
                          <a:latin typeface="Cambria Math"/>
                          <a:cs typeface="Cambria Math"/>
                        </a:rPr>
                        <a:t>2</a:t>
                      </a:r>
                      <a:endParaRPr sz="1300">
                        <a:latin typeface="Cambria Math"/>
                        <a:cs typeface="Cambria Math"/>
                      </a:endParaRPr>
                    </a:p>
                  </a:txBody>
                  <a:tcPr marL="0" marR="0" marT="0" marB="0"/>
                </a:tc>
                <a:tc>
                  <a:txBody>
                    <a:bodyPr/>
                    <a:lstStyle/>
                    <a:p>
                      <a:pPr marR="43180" algn="r">
                        <a:lnSpc>
                          <a:spcPts val="1535"/>
                        </a:lnSpc>
                      </a:pPr>
                      <a:r>
                        <a:rPr sz="1300" dirty="0">
                          <a:solidFill>
                            <a:srgbClr val="252525"/>
                          </a:solidFill>
                          <a:latin typeface="Cambria Math"/>
                          <a:cs typeface="Cambria Math"/>
                        </a:rPr>
                        <a:t>9</a:t>
                      </a:r>
                      <a:endParaRPr sz="1300">
                        <a:latin typeface="Cambria Math"/>
                        <a:cs typeface="Cambria Math"/>
                      </a:endParaRPr>
                    </a:p>
                  </a:txBody>
                  <a:tcPr marL="0" marR="0" marT="0" marB="0"/>
                </a:tc>
                <a:tc>
                  <a:txBody>
                    <a:bodyPr/>
                    <a:lstStyle/>
                    <a:p>
                      <a:pPr marL="50800">
                        <a:lnSpc>
                          <a:spcPts val="1555"/>
                        </a:lnSpc>
                      </a:pPr>
                      <a:r>
                        <a:rPr sz="1300" dirty="0">
                          <a:solidFill>
                            <a:srgbClr val="252525"/>
                          </a:solidFill>
                          <a:latin typeface="Trebuchet MS"/>
                          <a:cs typeface="Trebuchet MS"/>
                        </a:rPr>
                        <a:t>,</a:t>
                      </a:r>
                      <a:r>
                        <a:rPr sz="1300" spc="-155" dirty="0">
                          <a:solidFill>
                            <a:srgbClr val="252525"/>
                          </a:solidFill>
                          <a:latin typeface="Trebuchet MS"/>
                          <a:cs typeface="Trebuchet MS"/>
                        </a:rPr>
                        <a:t> </a:t>
                      </a:r>
                      <a:r>
                        <a:rPr sz="1300" spc="5" dirty="0">
                          <a:solidFill>
                            <a:srgbClr val="252525"/>
                          </a:solidFill>
                          <a:latin typeface="Trebuchet MS"/>
                          <a:cs typeface="Trebuchet MS"/>
                        </a:rPr>
                        <a:t>a</a:t>
                      </a:r>
                      <a:r>
                        <a:rPr sz="1300" dirty="0">
                          <a:solidFill>
                            <a:srgbClr val="252525"/>
                          </a:solidFill>
                          <a:latin typeface="Trebuchet MS"/>
                          <a:cs typeface="Trebuchet MS"/>
                        </a:rPr>
                        <a:t>nd</a:t>
                      </a:r>
                      <a:r>
                        <a:rPr sz="1300" spc="-150" dirty="0">
                          <a:solidFill>
                            <a:srgbClr val="252525"/>
                          </a:solidFill>
                          <a:latin typeface="Trebuchet MS"/>
                          <a:cs typeface="Trebuchet MS"/>
                        </a:rPr>
                        <a:t> </a:t>
                      </a:r>
                      <a:r>
                        <a:rPr sz="1300" spc="-10" dirty="0">
                          <a:solidFill>
                            <a:srgbClr val="252525"/>
                          </a:solidFill>
                          <a:latin typeface="Trebuchet MS"/>
                          <a:cs typeface="Trebuchet MS"/>
                        </a:rPr>
                        <a:t>t</a:t>
                      </a:r>
                      <a:r>
                        <a:rPr sz="1300" dirty="0">
                          <a:solidFill>
                            <a:srgbClr val="252525"/>
                          </a:solidFill>
                          <a:latin typeface="Trebuchet MS"/>
                          <a:cs typeface="Trebuchet MS"/>
                        </a:rPr>
                        <a:t>he</a:t>
                      </a:r>
                      <a:r>
                        <a:rPr sz="1300" spc="-145" dirty="0">
                          <a:solidFill>
                            <a:srgbClr val="252525"/>
                          </a:solidFill>
                          <a:latin typeface="Trebuchet MS"/>
                          <a:cs typeface="Trebuchet MS"/>
                        </a:rPr>
                        <a:t> </a:t>
                      </a:r>
                      <a:r>
                        <a:rPr sz="1300" dirty="0">
                          <a:solidFill>
                            <a:srgbClr val="252525"/>
                          </a:solidFill>
                          <a:latin typeface="Trebuchet MS"/>
                          <a:cs typeface="Trebuchet MS"/>
                        </a:rPr>
                        <a:t>k</a:t>
                      </a:r>
                      <a:r>
                        <a:rPr sz="1300" spc="5" dirty="0">
                          <a:solidFill>
                            <a:srgbClr val="252525"/>
                          </a:solidFill>
                          <a:latin typeface="Trebuchet MS"/>
                          <a:cs typeface="Trebuchet MS"/>
                        </a:rPr>
                        <a:t>e</a:t>
                      </a:r>
                      <a:r>
                        <a:rPr sz="1300" spc="-5" dirty="0">
                          <a:solidFill>
                            <a:srgbClr val="252525"/>
                          </a:solidFill>
                          <a:latin typeface="Trebuchet MS"/>
                          <a:cs typeface="Trebuchet MS"/>
                        </a:rPr>
                        <a:t>r</a:t>
                      </a:r>
                      <a:r>
                        <a:rPr sz="1300" dirty="0">
                          <a:solidFill>
                            <a:srgbClr val="252525"/>
                          </a:solidFill>
                          <a:latin typeface="Trebuchet MS"/>
                          <a:cs typeface="Trebuchet MS"/>
                        </a:rPr>
                        <a:t>n</a:t>
                      </a:r>
                      <a:r>
                        <a:rPr sz="1300" spc="5" dirty="0">
                          <a:solidFill>
                            <a:srgbClr val="252525"/>
                          </a:solidFill>
                          <a:latin typeface="Trebuchet MS"/>
                          <a:cs typeface="Trebuchet MS"/>
                        </a:rPr>
                        <a:t>e</a:t>
                      </a:r>
                      <a:r>
                        <a:rPr sz="1300" dirty="0">
                          <a:solidFill>
                            <a:srgbClr val="252525"/>
                          </a:solidFill>
                          <a:latin typeface="Trebuchet MS"/>
                          <a:cs typeface="Trebuchet MS"/>
                        </a:rPr>
                        <a:t>l</a:t>
                      </a:r>
                      <a:r>
                        <a:rPr sz="1300" spc="-160" dirty="0">
                          <a:solidFill>
                            <a:srgbClr val="252525"/>
                          </a:solidFill>
                          <a:latin typeface="Trebuchet MS"/>
                          <a:cs typeface="Trebuchet MS"/>
                        </a:rPr>
                        <a:t> </a:t>
                      </a:r>
                      <a:r>
                        <a:rPr sz="1300" spc="-5" dirty="0">
                          <a:solidFill>
                            <a:srgbClr val="252525"/>
                          </a:solidFill>
                          <a:latin typeface="Trebuchet MS"/>
                          <a:cs typeface="Trebuchet MS"/>
                        </a:rPr>
                        <a:t>is</a:t>
                      </a:r>
                      <a:endParaRPr sz="1300">
                        <a:latin typeface="Trebuchet MS"/>
                        <a:cs typeface="Trebuchet MS"/>
                      </a:endParaRPr>
                    </a:p>
                  </a:txBody>
                  <a:tcPr marL="0" marR="0" marT="0" marB="0"/>
                </a:tc>
                <a:extLst>
                  <a:ext uri="{0D108BD9-81ED-4DB2-BD59-A6C34878D82A}">
                    <a16:rowId xmlns:a16="http://schemas.microsoft.com/office/drawing/2014/main" val="10000"/>
                  </a:ext>
                </a:extLst>
              </a:tr>
              <a:tr h="179912">
                <a:tc>
                  <a:txBody>
                    <a:bodyPr/>
                    <a:lstStyle/>
                    <a:p>
                      <a:pPr>
                        <a:lnSpc>
                          <a:spcPct val="100000"/>
                        </a:lnSpc>
                      </a:pPr>
                      <a:endParaRPr sz="1000">
                        <a:latin typeface="Times New Roman"/>
                        <a:cs typeface="Times New Roman"/>
                      </a:endParaRPr>
                    </a:p>
                  </a:txBody>
                  <a:tcPr marL="0" marR="0" marT="0" marB="0"/>
                </a:tc>
                <a:tc>
                  <a:txBody>
                    <a:bodyPr/>
                    <a:lstStyle/>
                    <a:p>
                      <a:pPr marR="6350" algn="ctr">
                        <a:lnSpc>
                          <a:spcPts val="1315"/>
                        </a:lnSpc>
                      </a:pPr>
                      <a:r>
                        <a:rPr sz="1300" dirty="0">
                          <a:solidFill>
                            <a:srgbClr val="252525"/>
                          </a:solidFill>
                          <a:latin typeface="Cambria Math"/>
                          <a:cs typeface="Cambria Math"/>
                        </a:rPr>
                        <a:t>2</a:t>
                      </a:r>
                      <a:endParaRPr sz="1300">
                        <a:latin typeface="Cambria Math"/>
                        <a:cs typeface="Cambria Math"/>
                      </a:endParaRPr>
                    </a:p>
                  </a:txBody>
                  <a:tcPr marL="0" marR="0" marT="0" marB="0"/>
                </a:tc>
                <a:tc>
                  <a:txBody>
                    <a:bodyPr/>
                    <a:lstStyle/>
                    <a:p>
                      <a:pPr algn="ctr">
                        <a:lnSpc>
                          <a:spcPts val="1315"/>
                        </a:lnSpc>
                      </a:pPr>
                      <a:r>
                        <a:rPr sz="1300" dirty="0">
                          <a:solidFill>
                            <a:srgbClr val="252525"/>
                          </a:solidFill>
                          <a:latin typeface="Cambria Math"/>
                          <a:cs typeface="Cambria Math"/>
                        </a:rPr>
                        <a:t>2</a:t>
                      </a:r>
                      <a:endParaRPr sz="1300">
                        <a:latin typeface="Cambria Math"/>
                        <a:cs typeface="Cambria Math"/>
                      </a:endParaRPr>
                    </a:p>
                  </a:txBody>
                  <a:tcPr marL="0" marR="0" marT="0" marB="0"/>
                </a:tc>
                <a:tc>
                  <a:txBody>
                    <a:bodyPr/>
                    <a:lstStyle/>
                    <a:p>
                      <a:pPr marR="43180" algn="r">
                        <a:lnSpc>
                          <a:spcPts val="1315"/>
                        </a:lnSpc>
                      </a:pPr>
                      <a:r>
                        <a:rPr sz="1300" dirty="0">
                          <a:solidFill>
                            <a:srgbClr val="252525"/>
                          </a:solidFill>
                          <a:latin typeface="Cambria Math"/>
                          <a:cs typeface="Cambria Math"/>
                        </a:rPr>
                        <a:t>9</a:t>
                      </a:r>
                      <a:endParaRPr sz="1300">
                        <a:latin typeface="Cambria Math"/>
                        <a:cs typeface="Cambria Math"/>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1"/>
                  </a:ext>
                </a:extLst>
              </a:tr>
            </a:tbl>
          </a:graphicData>
        </a:graphic>
      </p:graphicFrame>
      <p:sp>
        <p:nvSpPr>
          <p:cNvPr id="14" name="object 14"/>
          <p:cNvSpPr/>
          <p:nvPr/>
        </p:nvSpPr>
        <p:spPr>
          <a:xfrm>
            <a:off x="6699631" y="2763647"/>
            <a:ext cx="781685" cy="486409"/>
          </a:xfrm>
          <a:custGeom>
            <a:avLst/>
            <a:gdLst/>
            <a:ahLst/>
            <a:cxnLst/>
            <a:rect l="l" t="t" r="r" b="b"/>
            <a:pathLst>
              <a:path w="781684" h="486410">
                <a:moveTo>
                  <a:pt x="704723" y="0"/>
                </a:moveTo>
                <a:lnTo>
                  <a:pt x="699516" y="5714"/>
                </a:lnTo>
                <a:lnTo>
                  <a:pt x="714803" y="25477"/>
                </a:lnTo>
                <a:lnTo>
                  <a:pt x="728091" y="48371"/>
                </a:lnTo>
                <a:lnTo>
                  <a:pt x="748665" y="103504"/>
                </a:lnTo>
                <a:lnTo>
                  <a:pt x="761174" y="169148"/>
                </a:lnTo>
                <a:lnTo>
                  <a:pt x="765301" y="243077"/>
                </a:lnTo>
                <a:lnTo>
                  <a:pt x="764274" y="281195"/>
                </a:lnTo>
                <a:lnTo>
                  <a:pt x="755979" y="351145"/>
                </a:lnTo>
                <a:lnTo>
                  <a:pt x="739378" y="412025"/>
                </a:lnTo>
                <a:lnTo>
                  <a:pt x="714803" y="460932"/>
                </a:lnTo>
                <a:lnTo>
                  <a:pt x="699516" y="480694"/>
                </a:lnTo>
                <a:lnTo>
                  <a:pt x="704723" y="486410"/>
                </a:lnTo>
                <a:lnTo>
                  <a:pt x="736996" y="444198"/>
                </a:lnTo>
                <a:lnTo>
                  <a:pt x="761365" y="388747"/>
                </a:lnTo>
                <a:lnTo>
                  <a:pt x="776620" y="321214"/>
                </a:lnTo>
                <a:lnTo>
                  <a:pt x="781685" y="242824"/>
                </a:lnTo>
                <a:lnTo>
                  <a:pt x="780420" y="202604"/>
                </a:lnTo>
                <a:lnTo>
                  <a:pt x="770272" y="130024"/>
                </a:lnTo>
                <a:lnTo>
                  <a:pt x="750175" y="68276"/>
                </a:lnTo>
                <a:lnTo>
                  <a:pt x="721842" y="19456"/>
                </a:lnTo>
                <a:lnTo>
                  <a:pt x="704723" y="0"/>
                </a:lnTo>
                <a:close/>
              </a:path>
              <a:path w="781684" h="486410">
                <a:moveTo>
                  <a:pt x="77089" y="0"/>
                </a:moveTo>
                <a:lnTo>
                  <a:pt x="44767" y="42211"/>
                </a:lnTo>
                <a:lnTo>
                  <a:pt x="20447" y="97662"/>
                </a:lnTo>
                <a:lnTo>
                  <a:pt x="5127" y="165004"/>
                </a:lnTo>
                <a:lnTo>
                  <a:pt x="0" y="242824"/>
                </a:lnTo>
                <a:lnTo>
                  <a:pt x="1283" y="283376"/>
                </a:lnTo>
                <a:lnTo>
                  <a:pt x="11519" y="356338"/>
                </a:lnTo>
                <a:lnTo>
                  <a:pt x="31619" y="418133"/>
                </a:lnTo>
                <a:lnTo>
                  <a:pt x="59916" y="466953"/>
                </a:lnTo>
                <a:lnTo>
                  <a:pt x="77089" y="486410"/>
                </a:lnTo>
                <a:lnTo>
                  <a:pt x="82296" y="480694"/>
                </a:lnTo>
                <a:lnTo>
                  <a:pt x="67006" y="460932"/>
                </a:lnTo>
                <a:lnTo>
                  <a:pt x="53705" y="438038"/>
                </a:lnTo>
                <a:lnTo>
                  <a:pt x="33020" y="382904"/>
                </a:lnTo>
                <a:lnTo>
                  <a:pt x="20558" y="317230"/>
                </a:lnTo>
                <a:lnTo>
                  <a:pt x="16383" y="243077"/>
                </a:lnTo>
                <a:lnTo>
                  <a:pt x="17428" y="205071"/>
                </a:lnTo>
                <a:lnTo>
                  <a:pt x="25759" y="135296"/>
                </a:lnTo>
                <a:lnTo>
                  <a:pt x="42380" y="74384"/>
                </a:lnTo>
                <a:lnTo>
                  <a:pt x="67006" y="25477"/>
                </a:lnTo>
                <a:lnTo>
                  <a:pt x="82296" y="5714"/>
                </a:lnTo>
                <a:lnTo>
                  <a:pt x="77089" y="0"/>
                </a:lnTo>
                <a:close/>
              </a:path>
            </a:pathLst>
          </a:custGeom>
          <a:solidFill>
            <a:srgbClr val="252525"/>
          </a:solidFill>
        </p:spPr>
        <p:txBody>
          <a:bodyPr wrap="square" lIns="0" tIns="0" rIns="0" bIns="0" rtlCol="0"/>
          <a:lstStyle/>
          <a:p>
            <a:endParaRPr/>
          </a:p>
        </p:txBody>
      </p:sp>
      <p:sp>
        <p:nvSpPr>
          <p:cNvPr id="15" name="object 15"/>
          <p:cNvSpPr/>
          <p:nvPr/>
        </p:nvSpPr>
        <p:spPr>
          <a:xfrm>
            <a:off x="922172" y="3275710"/>
            <a:ext cx="905510" cy="486409"/>
          </a:xfrm>
          <a:custGeom>
            <a:avLst/>
            <a:gdLst/>
            <a:ahLst/>
            <a:cxnLst/>
            <a:rect l="l" t="t" r="r" b="b"/>
            <a:pathLst>
              <a:path w="905510" h="486410">
                <a:moveTo>
                  <a:pt x="828141" y="0"/>
                </a:moveTo>
                <a:lnTo>
                  <a:pt x="822934" y="5714"/>
                </a:lnTo>
                <a:lnTo>
                  <a:pt x="838222" y="25477"/>
                </a:lnTo>
                <a:lnTo>
                  <a:pt x="851509" y="48371"/>
                </a:lnTo>
                <a:lnTo>
                  <a:pt x="872083" y="103504"/>
                </a:lnTo>
                <a:lnTo>
                  <a:pt x="884593" y="169148"/>
                </a:lnTo>
                <a:lnTo>
                  <a:pt x="888720" y="243077"/>
                </a:lnTo>
                <a:lnTo>
                  <a:pt x="887692" y="281195"/>
                </a:lnTo>
                <a:lnTo>
                  <a:pt x="879398" y="351145"/>
                </a:lnTo>
                <a:lnTo>
                  <a:pt x="862796" y="412025"/>
                </a:lnTo>
                <a:lnTo>
                  <a:pt x="838222" y="460932"/>
                </a:lnTo>
                <a:lnTo>
                  <a:pt x="822934" y="480694"/>
                </a:lnTo>
                <a:lnTo>
                  <a:pt x="828141" y="486409"/>
                </a:lnTo>
                <a:lnTo>
                  <a:pt x="860415" y="444198"/>
                </a:lnTo>
                <a:lnTo>
                  <a:pt x="884783" y="388746"/>
                </a:lnTo>
                <a:lnTo>
                  <a:pt x="900039" y="321214"/>
                </a:lnTo>
                <a:lnTo>
                  <a:pt x="905103" y="242824"/>
                </a:lnTo>
                <a:lnTo>
                  <a:pt x="903839" y="202604"/>
                </a:lnTo>
                <a:lnTo>
                  <a:pt x="893691" y="130024"/>
                </a:lnTo>
                <a:lnTo>
                  <a:pt x="873593" y="68276"/>
                </a:lnTo>
                <a:lnTo>
                  <a:pt x="845260" y="19456"/>
                </a:lnTo>
                <a:lnTo>
                  <a:pt x="828141" y="0"/>
                </a:lnTo>
                <a:close/>
              </a:path>
              <a:path w="905510" h="486410">
                <a:moveTo>
                  <a:pt x="77063" y="0"/>
                </a:moveTo>
                <a:lnTo>
                  <a:pt x="44726" y="42211"/>
                </a:lnTo>
                <a:lnTo>
                  <a:pt x="20370" y="97662"/>
                </a:lnTo>
                <a:lnTo>
                  <a:pt x="5089" y="165004"/>
                </a:lnTo>
                <a:lnTo>
                  <a:pt x="0" y="242824"/>
                </a:lnTo>
                <a:lnTo>
                  <a:pt x="1271" y="283376"/>
                </a:lnTo>
                <a:lnTo>
                  <a:pt x="11455" y="356338"/>
                </a:lnTo>
                <a:lnTo>
                  <a:pt x="31550" y="418133"/>
                </a:lnTo>
                <a:lnTo>
                  <a:pt x="59897" y="466953"/>
                </a:lnTo>
                <a:lnTo>
                  <a:pt x="77063" y="486409"/>
                </a:lnTo>
                <a:lnTo>
                  <a:pt x="82207" y="480694"/>
                </a:lnTo>
                <a:lnTo>
                  <a:pt x="66931" y="460932"/>
                </a:lnTo>
                <a:lnTo>
                  <a:pt x="53641" y="438038"/>
                </a:lnTo>
                <a:lnTo>
                  <a:pt x="33020" y="382905"/>
                </a:lnTo>
                <a:lnTo>
                  <a:pt x="20550" y="317230"/>
                </a:lnTo>
                <a:lnTo>
                  <a:pt x="16395" y="243077"/>
                </a:lnTo>
                <a:lnTo>
                  <a:pt x="17434" y="205071"/>
                </a:lnTo>
                <a:lnTo>
                  <a:pt x="25745" y="135296"/>
                </a:lnTo>
                <a:lnTo>
                  <a:pt x="42337" y="74384"/>
                </a:lnTo>
                <a:lnTo>
                  <a:pt x="66931" y="25477"/>
                </a:lnTo>
                <a:lnTo>
                  <a:pt x="82207" y="5714"/>
                </a:lnTo>
                <a:lnTo>
                  <a:pt x="77063" y="0"/>
                </a:lnTo>
                <a:close/>
              </a:path>
            </a:pathLst>
          </a:custGeom>
          <a:solidFill>
            <a:srgbClr val="252525"/>
          </a:solidFill>
        </p:spPr>
        <p:txBody>
          <a:bodyPr wrap="square" lIns="0" tIns="0" rIns="0" bIns="0" rtlCol="0"/>
          <a:lstStyle/>
          <a:p>
            <a:endParaRPr/>
          </a:p>
        </p:txBody>
      </p:sp>
      <p:sp>
        <p:nvSpPr>
          <p:cNvPr id="16" name="object 16"/>
          <p:cNvSpPr txBox="1">
            <a:spLocks noGrp="1"/>
          </p:cNvSpPr>
          <p:nvPr>
            <p:ph type="body" idx="1"/>
          </p:nvPr>
        </p:nvSpPr>
        <p:spPr>
          <a:xfrm>
            <a:off x="713943" y="1628292"/>
            <a:ext cx="8428990" cy="2766142"/>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dirty="0"/>
              <a:t>Convolution is a simple linear operation that produces the sum of all the multiplied results of each corresponding unit.</a:t>
            </a:r>
          </a:p>
          <a:p>
            <a:pPr marL="194945" marR="5080" indent="-182880">
              <a:lnSpc>
                <a:spcPct val="100000"/>
              </a:lnSpc>
              <a:spcBef>
                <a:spcPts val="795"/>
              </a:spcBef>
              <a:buClr>
                <a:srgbClr val="183DAF"/>
              </a:buClr>
              <a:buFont typeface="Tahoma"/>
              <a:buChar char="‣"/>
              <a:tabLst>
                <a:tab pos="195580" algn="l"/>
              </a:tabLst>
            </a:pPr>
            <a:r>
              <a:rPr dirty="0"/>
              <a:t>On the left figure, if you execute a convolution operation that adds all the results of the multiplication of corresponding units of the values of the receptive field  (1,20,2) and the kernel (0.3, 0.4, 0.3), the result is</a:t>
            </a:r>
          </a:p>
          <a:p>
            <a:pPr marL="194945">
              <a:lnSpc>
                <a:spcPct val="100000"/>
              </a:lnSpc>
            </a:pPr>
            <a:r>
              <a:rPr dirty="0"/>
              <a:t>1*(0.3) + 20*0.4 +2*0.3=8.9. If you move the kernel from left to right, such an operation is performed on all nodes, and the operation is complete.</a:t>
            </a:r>
          </a:p>
          <a:p>
            <a:pPr marR="1741805" algn="r">
              <a:lnSpc>
                <a:spcPct val="100000"/>
              </a:lnSpc>
              <a:spcBef>
                <a:spcPts val="685"/>
              </a:spcBef>
              <a:tabLst>
                <a:tab pos="255904" algn="l"/>
                <a:tab pos="513715" algn="l"/>
              </a:tabLst>
            </a:pPr>
            <a:r>
              <a:rPr sz="1950" baseline="2136" dirty="0">
                <a:latin typeface="Cambria Math"/>
                <a:cs typeface="Cambria Math"/>
              </a:rPr>
              <a:t>2	</a:t>
            </a:r>
            <a:r>
              <a:rPr sz="1300" dirty="0">
                <a:latin typeface="Cambria Math"/>
                <a:cs typeface="Cambria Math"/>
              </a:rPr>
              <a:t>2	9</a:t>
            </a:r>
          </a:p>
          <a:p>
            <a:pPr>
              <a:lnSpc>
                <a:spcPct val="100000"/>
              </a:lnSpc>
            </a:pPr>
            <a:endParaRPr sz="1300" dirty="0">
              <a:latin typeface="Cambria Math"/>
              <a:cs typeface="Cambria Math"/>
            </a:endParaRPr>
          </a:p>
          <a:p>
            <a:pPr marL="295910">
              <a:lnSpc>
                <a:spcPts val="1440"/>
              </a:lnSpc>
              <a:spcBef>
                <a:spcPts val="950"/>
              </a:spcBef>
              <a:tabLst>
                <a:tab pos="676910" algn="l"/>
                <a:tab pos="934085" algn="l"/>
              </a:tabLst>
            </a:pPr>
            <a:r>
              <a:rPr sz="1950" baseline="2136" dirty="0">
                <a:latin typeface="Cambria Math"/>
                <a:cs typeface="Cambria Math"/>
              </a:rPr>
              <a:t>−1	</a:t>
            </a:r>
            <a:r>
              <a:rPr sz="1300" dirty="0">
                <a:latin typeface="Cambria Math"/>
                <a:cs typeface="Cambria Math"/>
              </a:rPr>
              <a:t>0	1</a:t>
            </a:r>
          </a:p>
          <a:p>
            <a:pPr marL="295910">
              <a:lnSpc>
                <a:spcPts val="1415"/>
              </a:lnSpc>
              <a:tabLst>
                <a:tab pos="676910" algn="l"/>
                <a:tab pos="934085" algn="l"/>
              </a:tabLst>
            </a:pPr>
            <a:r>
              <a:rPr dirty="0">
                <a:latin typeface="Cambria Math"/>
                <a:cs typeface="Cambria Math"/>
              </a:rPr>
              <a:t>−1	0	1 </a:t>
            </a:r>
            <a:r>
              <a:rPr dirty="0"/>
              <a:t>, so the result of the operation is 21. If you move the kernel and apply the same operation to all nodes, you obtain a feature map on the right.</a:t>
            </a:r>
          </a:p>
          <a:p>
            <a:pPr marL="295910">
              <a:lnSpc>
                <a:spcPts val="1535"/>
              </a:lnSpc>
              <a:tabLst>
                <a:tab pos="676910" algn="l"/>
                <a:tab pos="934085" algn="l"/>
              </a:tabLst>
            </a:pPr>
            <a:r>
              <a:rPr dirty="0">
                <a:latin typeface="Cambria Math"/>
                <a:cs typeface="Cambria Math"/>
              </a:rPr>
              <a:t>−1	0	1</a:t>
            </a:r>
          </a:p>
        </p:txBody>
      </p:sp>
      <p:sp>
        <p:nvSpPr>
          <p:cNvPr id="17" name="object 17"/>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8" name="object 18"/>
          <p:cNvPicPr/>
          <p:nvPr/>
        </p:nvPicPr>
        <p:blipFill>
          <a:blip r:embed="rId5" cstate="print"/>
          <a:stretch>
            <a:fillRect/>
          </a:stretch>
        </p:blipFill>
        <p:spPr>
          <a:xfrm>
            <a:off x="719327" y="1427988"/>
            <a:ext cx="1207770" cy="174498"/>
          </a:xfrm>
          <a:prstGeom prst="rect">
            <a:avLst/>
          </a:prstGeom>
        </p:spPr>
      </p:pic>
      <p:graphicFrame>
        <p:nvGraphicFramePr>
          <p:cNvPr id="19" name="object 19"/>
          <p:cNvGraphicFramePr>
            <a:graphicFrameLocks noGrp="1"/>
          </p:cNvGraphicFramePr>
          <p:nvPr/>
        </p:nvGraphicFramePr>
        <p:xfrm>
          <a:off x="1585849" y="4619497"/>
          <a:ext cx="2016756" cy="259079"/>
        </p:xfrm>
        <a:graphic>
          <a:graphicData uri="http://schemas.openxmlformats.org/drawingml/2006/table">
            <a:tbl>
              <a:tblPr firstRow="1" bandRow="1">
                <a:tableStyleId>{2D5ABB26-0587-4C30-8999-92F81FD0307C}</a:tableStyleId>
              </a:tblPr>
              <a:tblGrid>
                <a:gridCol w="252095">
                  <a:extLst>
                    <a:ext uri="{9D8B030D-6E8A-4147-A177-3AD203B41FA5}">
                      <a16:colId xmlns:a16="http://schemas.microsoft.com/office/drawing/2014/main" val="20000"/>
                    </a:ext>
                  </a:extLst>
                </a:gridCol>
                <a:gridCol w="252095">
                  <a:extLst>
                    <a:ext uri="{9D8B030D-6E8A-4147-A177-3AD203B41FA5}">
                      <a16:colId xmlns:a16="http://schemas.microsoft.com/office/drawing/2014/main" val="20001"/>
                    </a:ext>
                  </a:extLst>
                </a:gridCol>
                <a:gridCol w="252095">
                  <a:extLst>
                    <a:ext uri="{9D8B030D-6E8A-4147-A177-3AD203B41FA5}">
                      <a16:colId xmlns:a16="http://schemas.microsoft.com/office/drawing/2014/main" val="20002"/>
                    </a:ext>
                  </a:extLst>
                </a:gridCol>
                <a:gridCol w="252095">
                  <a:extLst>
                    <a:ext uri="{9D8B030D-6E8A-4147-A177-3AD203B41FA5}">
                      <a16:colId xmlns:a16="http://schemas.microsoft.com/office/drawing/2014/main" val="20003"/>
                    </a:ext>
                  </a:extLst>
                </a:gridCol>
                <a:gridCol w="252094">
                  <a:extLst>
                    <a:ext uri="{9D8B030D-6E8A-4147-A177-3AD203B41FA5}">
                      <a16:colId xmlns:a16="http://schemas.microsoft.com/office/drawing/2014/main" val="20004"/>
                    </a:ext>
                  </a:extLst>
                </a:gridCol>
                <a:gridCol w="252094">
                  <a:extLst>
                    <a:ext uri="{9D8B030D-6E8A-4147-A177-3AD203B41FA5}">
                      <a16:colId xmlns:a16="http://schemas.microsoft.com/office/drawing/2014/main" val="20005"/>
                    </a:ext>
                  </a:extLst>
                </a:gridCol>
                <a:gridCol w="252094">
                  <a:extLst>
                    <a:ext uri="{9D8B030D-6E8A-4147-A177-3AD203B41FA5}">
                      <a16:colId xmlns:a16="http://schemas.microsoft.com/office/drawing/2014/main" val="20006"/>
                    </a:ext>
                  </a:extLst>
                </a:gridCol>
                <a:gridCol w="252094">
                  <a:extLst>
                    <a:ext uri="{9D8B030D-6E8A-4147-A177-3AD203B41FA5}">
                      <a16:colId xmlns:a16="http://schemas.microsoft.com/office/drawing/2014/main" val="20007"/>
                    </a:ext>
                  </a:extLst>
                </a:gridCol>
              </a:tblGrid>
              <a:tr h="259079">
                <a:tc>
                  <a:txBody>
                    <a:bodyPr/>
                    <a:lstStyle/>
                    <a:p>
                      <a:pPr algn="ctr">
                        <a:lnSpc>
                          <a:spcPct val="100000"/>
                        </a:lnSpc>
                        <a:spcBef>
                          <a:spcPts val="350"/>
                        </a:spcBef>
                      </a:pPr>
                      <a:r>
                        <a:rPr sz="1100" dirty="0">
                          <a:latin typeface="Trebuchet MS"/>
                          <a:cs typeface="Trebuchet MS"/>
                        </a:rPr>
                        <a:t>3</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50"/>
                        </a:spcBef>
                      </a:pPr>
                      <a:r>
                        <a:rPr sz="1100" dirty="0">
                          <a:latin typeface="Trebuchet MS"/>
                          <a:cs typeface="Trebuchet MS"/>
                        </a:rPr>
                        <a:t>2</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50"/>
                        </a:spcBef>
                      </a:pPr>
                      <a:r>
                        <a:rPr sz="1100" dirty="0">
                          <a:latin typeface="Trebuchet MS"/>
                          <a:cs typeface="Trebuchet MS"/>
                        </a:rPr>
                        <a:t>4</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50"/>
                        </a:spcBef>
                      </a:pPr>
                      <a:r>
                        <a:rPr sz="1100" dirty="0">
                          <a:latin typeface="Trebuchet MS"/>
                          <a:cs typeface="Trebuchet MS"/>
                        </a:rPr>
                        <a:t>5</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60"/>
                        </a:spcBef>
                      </a:pPr>
                      <a:r>
                        <a:rPr sz="1100" b="1" dirty="0">
                          <a:latin typeface="Tahoma"/>
                          <a:cs typeface="Tahoma"/>
                        </a:rPr>
                        <a:t>1</a:t>
                      </a:r>
                      <a:endParaRPr sz="1100">
                        <a:latin typeface="Tahoma"/>
                        <a:cs typeface="Tahoma"/>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L="59690">
                        <a:lnSpc>
                          <a:spcPct val="100000"/>
                        </a:lnSpc>
                        <a:spcBef>
                          <a:spcPts val="360"/>
                        </a:spcBef>
                      </a:pPr>
                      <a:r>
                        <a:rPr sz="1100" b="1" spc="-160" dirty="0">
                          <a:latin typeface="Tahoma"/>
                          <a:cs typeface="Tahoma"/>
                        </a:rPr>
                        <a:t>20</a:t>
                      </a:r>
                      <a:endParaRPr sz="1100">
                        <a:latin typeface="Tahoma"/>
                        <a:cs typeface="Tahoma"/>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algn="ctr">
                        <a:lnSpc>
                          <a:spcPct val="100000"/>
                        </a:lnSpc>
                        <a:spcBef>
                          <a:spcPts val="360"/>
                        </a:spcBef>
                      </a:pPr>
                      <a:r>
                        <a:rPr sz="1100" b="1" dirty="0">
                          <a:latin typeface="Tahoma"/>
                          <a:cs typeface="Tahoma"/>
                        </a:rPr>
                        <a:t>2</a:t>
                      </a:r>
                      <a:endParaRPr sz="1100">
                        <a:latin typeface="Tahoma"/>
                        <a:cs typeface="Tahoma"/>
                      </a:endParaRPr>
                    </a:p>
                  </a:txBody>
                  <a:tcPr marL="0" marR="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algn="ctr">
                        <a:lnSpc>
                          <a:spcPct val="100000"/>
                        </a:lnSpc>
                        <a:spcBef>
                          <a:spcPts val="350"/>
                        </a:spcBef>
                      </a:pPr>
                      <a:r>
                        <a:rPr sz="1100" dirty="0">
                          <a:latin typeface="Trebuchet MS"/>
                          <a:cs typeface="Trebuchet MS"/>
                        </a:rPr>
                        <a:t>2</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20" name="object 20"/>
          <p:cNvSpPr txBox="1"/>
          <p:nvPr/>
        </p:nvSpPr>
        <p:spPr>
          <a:xfrm>
            <a:off x="1681988" y="4418457"/>
            <a:ext cx="1837055" cy="193675"/>
          </a:xfrm>
          <a:prstGeom prst="rect">
            <a:avLst/>
          </a:prstGeom>
        </p:spPr>
        <p:txBody>
          <a:bodyPr vert="horz" wrap="square" lIns="0" tIns="12700" rIns="0" bIns="0" rtlCol="0">
            <a:spAutoFit/>
          </a:bodyPr>
          <a:lstStyle/>
          <a:p>
            <a:pPr marL="12700">
              <a:lnSpc>
                <a:spcPct val="100000"/>
              </a:lnSpc>
              <a:spcBef>
                <a:spcPts val="100"/>
              </a:spcBef>
              <a:tabLst>
                <a:tab pos="269875" algn="l"/>
                <a:tab pos="488315" algn="l"/>
                <a:tab pos="739140" algn="l"/>
                <a:tab pos="1000760" algn="l"/>
                <a:tab pos="1254760" algn="l"/>
                <a:tab pos="1513840" algn="l"/>
                <a:tab pos="1772285" algn="l"/>
              </a:tabLst>
            </a:pPr>
            <a:r>
              <a:rPr sz="1100" spc="-100" dirty="0">
                <a:latin typeface="Trebuchet MS"/>
                <a:cs typeface="Trebuchet MS"/>
              </a:rPr>
              <a:t>0	</a:t>
            </a:r>
            <a:r>
              <a:rPr sz="1100" spc="-355" dirty="0">
                <a:latin typeface="Trebuchet MS"/>
                <a:cs typeface="Trebuchet MS"/>
              </a:rPr>
              <a:t>1	</a:t>
            </a:r>
            <a:r>
              <a:rPr sz="1100" spc="-150" dirty="0">
                <a:latin typeface="Trebuchet MS"/>
                <a:cs typeface="Trebuchet MS"/>
              </a:rPr>
              <a:t>2	</a:t>
            </a:r>
            <a:r>
              <a:rPr sz="1100" spc="-114" dirty="0">
                <a:latin typeface="Trebuchet MS"/>
                <a:cs typeface="Trebuchet MS"/>
              </a:rPr>
              <a:t>3	</a:t>
            </a:r>
            <a:r>
              <a:rPr sz="1100" spc="-155" dirty="0">
                <a:latin typeface="Trebuchet MS"/>
                <a:cs typeface="Trebuchet MS"/>
              </a:rPr>
              <a:t>4	</a:t>
            </a:r>
            <a:r>
              <a:rPr sz="1100" spc="-125" dirty="0">
                <a:latin typeface="Trebuchet MS"/>
                <a:cs typeface="Trebuchet MS"/>
              </a:rPr>
              <a:t>5	</a:t>
            </a:r>
            <a:r>
              <a:rPr sz="1100" spc="-110" dirty="0">
                <a:latin typeface="Trebuchet MS"/>
                <a:cs typeface="Trebuchet MS"/>
              </a:rPr>
              <a:t>6	</a:t>
            </a:r>
            <a:r>
              <a:rPr sz="1100" spc="-180" dirty="0">
                <a:latin typeface="Trebuchet MS"/>
                <a:cs typeface="Trebuchet MS"/>
              </a:rPr>
              <a:t>7</a:t>
            </a:r>
            <a:endParaRPr sz="1100">
              <a:latin typeface="Trebuchet MS"/>
              <a:cs typeface="Trebuchet MS"/>
            </a:endParaRPr>
          </a:p>
        </p:txBody>
      </p:sp>
      <p:pic>
        <p:nvPicPr>
          <p:cNvPr id="21" name="object 21"/>
          <p:cNvPicPr/>
          <p:nvPr/>
        </p:nvPicPr>
        <p:blipFill>
          <a:blip r:embed="rId6" cstate="print"/>
          <a:stretch>
            <a:fillRect/>
          </a:stretch>
        </p:blipFill>
        <p:spPr>
          <a:xfrm>
            <a:off x="2569464" y="4870703"/>
            <a:ext cx="76200" cy="234950"/>
          </a:xfrm>
          <a:prstGeom prst="rect">
            <a:avLst/>
          </a:prstGeom>
        </p:spPr>
      </p:pic>
      <p:graphicFrame>
        <p:nvGraphicFramePr>
          <p:cNvPr id="22" name="object 22"/>
          <p:cNvGraphicFramePr>
            <a:graphicFrameLocks noGrp="1"/>
          </p:cNvGraphicFramePr>
          <p:nvPr/>
        </p:nvGraphicFramePr>
        <p:xfrm>
          <a:off x="2122677" y="5096764"/>
          <a:ext cx="895350" cy="259080"/>
        </p:xfrm>
        <a:graphic>
          <a:graphicData uri="http://schemas.openxmlformats.org/drawingml/2006/table">
            <a:tbl>
              <a:tblPr firstRow="1" bandRow="1">
                <a:tableStyleId>{2D5ABB26-0587-4C30-8999-92F81FD0307C}</a:tableStyleId>
              </a:tblPr>
              <a:tblGrid>
                <a:gridCol w="298450">
                  <a:extLst>
                    <a:ext uri="{9D8B030D-6E8A-4147-A177-3AD203B41FA5}">
                      <a16:colId xmlns:a16="http://schemas.microsoft.com/office/drawing/2014/main" val="20000"/>
                    </a:ext>
                  </a:extLst>
                </a:gridCol>
                <a:gridCol w="298450">
                  <a:extLst>
                    <a:ext uri="{9D8B030D-6E8A-4147-A177-3AD203B41FA5}">
                      <a16:colId xmlns:a16="http://schemas.microsoft.com/office/drawing/2014/main" val="20001"/>
                    </a:ext>
                  </a:extLst>
                </a:gridCol>
                <a:gridCol w="298450">
                  <a:extLst>
                    <a:ext uri="{9D8B030D-6E8A-4147-A177-3AD203B41FA5}">
                      <a16:colId xmlns:a16="http://schemas.microsoft.com/office/drawing/2014/main" val="20002"/>
                    </a:ext>
                  </a:extLst>
                </a:gridCol>
              </a:tblGrid>
              <a:tr h="259080">
                <a:tc>
                  <a:txBody>
                    <a:bodyPr/>
                    <a:lstStyle/>
                    <a:p>
                      <a:pPr marL="74930">
                        <a:lnSpc>
                          <a:spcPct val="100000"/>
                        </a:lnSpc>
                        <a:spcBef>
                          <a:spcPts val="350"/>
                        </a:spcBef>
                      </a:pPr>
                      <a:r>
                        <a:rPr sz="1100" spc="-135" dirty="0">
                          <a:latin typeface="Trebuchet MS"/>
                          <a:cs typeface="Trebuchet MS"/>
                        </a:rPr>
                        <a:t>0.3</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105">
                        <a:lnSpc>
                          <a:spcPct val="100000"/>
                        </a:lnSpc>
                        <a:spcBef>
                          <a:spcPts val="350"/>
                        </a:spcBef>
                      </a:pPr>
                      <a:r>
                        <a:rPr sz="1100" spc="-150" dirty="0">
                          <a:latin typeface="Trebuchet MS"/>
                          <a:cs typeface="Trebuchet MS"/>
                        </a:rPr>
                        <a:t>0.4</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4930">
                        <a:lnSpc>
                          <a:spcPct val="100000"/>
                        </a:lnSpc>
                        <a:spcBef>
                          <a:spcPts val="350"/>
                        </a:spcBef>
                      </a:pPr>
                      <a:r>
                        <a:rPr sz="1100" spc="-135" dirty="0">
                          <a:latin typeface="Trebuchet MS"/>
                          <a:cs typeface="Trebuchet MS"/>
                        </a:rPr>
                        <a:t>0.3</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3" name="object 23"/>
          <p:cNvGraphicFramePr>
            <a:graphicFrameLocks noGrp="1"/>
          </p:cNvGraphicFramePr>
          <p:nvPr/>
        </p:nvGraphicFramePr>
        <p:xfrm>
          <a:off x="1456436" y="5568060"/>
          <a:ext cx="2291078" cy="259118"/>
        </p:xfrm>
        <a:graphic>
          <a:graphicData uri="http://schemas.openxmlformats.org/drawingml/2006/table">
            <a:tbl>
              <a:tblPr firstRow="1" bandRow="1">
                <a:tableStyleId>{2D5ABB26-0587-4C30-8999-92F81FD0307C}</a:tableStyleId>
              </a:tblPr>
              <a:tblGrid>
                <a:gridCol w="286385">
                  <a:extLst>
                    <a:ext uri="{9D8B030D-6E8A-4147-A177-3AD203B41FA5}">
                      <a16:colId xmlns:a16="http://schemas.microsoft.com/office/drawing/2014/main" val="20000"/>
                    </a:ext>
                  </a:extLst>
                </a:gridCol>
                <a:gridCol w="286385">
                  <a:extLst>
                    <a:ext uri="{9D8B030D-6E8A-4147-A177-3AD203B41FA5}">
                      <a16:colId xmlns:a16="http://schemas.microsoft.com/office/drawing/2014/main" val="20001"/>
                    </a:ext>
                  </a:extLst>
                </a:gridCol>
                <a:gridCol w="286385">
                  <a:extLst>
                    <a:ext uri="{9D8B030D-6E8A-4147-A177-3AD203B41FA5}">
                      <a16:colId xmlns:a16="http://schemas.microsoft.com/office/drawing/2014/main" val="20002"/>
                    </a:ext>
                  </a:extLst>
                </a:gridCol>
                <a:gridCol w="286384">
                  <a:extLst>
                    <a:ext uri="{9D8B030D-6E8A-4147-A177-3AD203B41FA5}">
                      <a16:colId xmlns:a16="http://schemas.microsoft.com/office/drawing/2014/main" val="20003"/>
                    </a:ext>
                  </a:extLst>
                </a:gridCol>
                <a:gridCol w="286384">
                  <a:extLst>
                    <a:ext uri="{9D8B030D-6E8A-4147-A177-3AD203B41FA5}">
                      <a16:colId xmlns:a16="http://schemas.microsoft.com/office/drawing/2014/main" val="20004"/>
                    </a:ext>
                  </a:extLst>
                </a:gridCol>
                <a:gridCol w="286385">
                  <a:extLst>
                    <a:ext uri="{9D8B030D-6E8A-4147-A177-3AD203B41FA5}">
                      <a16:colId xmlns:a16="http://schemas.microsoft.com/office/drawing/2014/main" val="20005"/>
                    </a:ext>
                  </a:extLst>
                </a:gridCol>
                <a:gridCol w="286385">
                  <a:extLst>
                    <a:ext uri="{9D8B030D-6E8A-4147-A177-3AD203B41FA5}">
                      <a16:colId xmlns:a16="http://schemas.microsoft.com/office/drawing/2014/main" val="20006"/>
                    </a:ext>
                  </a:extLst>
                </a:gridCol>
                <a:gridCol w="286385">
                  <a:extLst>
                    <a:ext uri="{9D8B030D-6E8A-4147-A177-3AD203B41FA5}">
                      <a16:colId xmlns:a16="http://schemas.microsoft.com/office/drawing/2014/main" val="20007"/>
                    </a:ext>
                  </a:extLst>
                </a:gridCol>
              </a:tblGrid>
              <a:tr h="259118">
                <a:tc>
                  <a:txBody>
                    <a:bodyPr/>
                    <a:lstStyle/>
                    <a:p>
                      <a:pPr marL="635" algn="ctr">
                        <a:lnSpc>
                          <a:spcPct val="100000"/>
                        </a:lnSpc>
                        <a:spcBef>
                          <a:spcPts val="350"/>
                        </a:spcBef>
                      </a:pPr>
                      <a:r>
                        <a:rPr sz="1100" dirty="0">
                          <a:latin typeface="Trebuchet MS"/>
                          <a:cs typeface="Trebuchet MS"/>
                        </a:rPr>
                        <a:t>-</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1755">
                        <a:lnSpc>
                          <a:spcPct val="100000"/>
                        </a:lnSpc>
                        <a:spcBef>
                          <a:spcPts val="350"/>
                        </a:spcBef>
                      </a:pPr>
                      <a:r>
                        <a:rPr sz="1100" spc="-155" dirty="0">
                          <a:latin typeface="Trebuchet MS"/>
                          <a:cs typeface="Trebuchet MS"/>
                        </a:rPr>
                        <a:t>2.9</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3660">
                        <a:lnSpc>
                          <a:spcPct val="100000"/>
                        </a:lnSpc>
                        <a:spcBef>
                          <a:spcPts val="350"/>
                        </a:spcBef>
                      </a:pPr>
                      <a:r>
                        <a:rPr sz="1100" spc="-165" dirty="0">
                          <a:latin typeface="Trebuchet MS"/>
                          <a:cs typeface="Trebuchet MS"/>
                        </a:rPr>
                        <a:t>3.7</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0485">
                        <a:lnSpc>
                          <a:spcPct val="100000"/>
                        </a:lnSpc>
                        <a:spcBef>
                          <a:spcPts val="350"/>
                        </a:spcBef>
                      </a:pPr>
                      <a:r>
                        <a:rPr sz="1100" spc="-145" dirty="0">
                          <a:latin typeface="Trebuchet MS"/>
                          <a:cs typeface="Trebuchet MS"/>
                        </a:rPr>
                        <a:t>3.5</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65"/>
                        </a:spcBef>
                      </a:pPr>
                      <a:r>
                        <a:rPr sz="1100" b="1" spc="-180" dirty="0">
                          <a:latin typeface="Tahoma"/>
                          <a:cs typeface="Tahoma"/>
                        </a:rPr>
                        <a:t>7.9</a:t>
                      </a:r>
                      <a:endParaRPr sz="1100">
                        <a:latin typeface="Tahoma"/>
                        <a:cs typeface="Tahoma"/>
                      </a:endParaRPr>
                    </a:p>
                  </a:txBody>
                  <a:tcPr marL="0" marR="0" marT="463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65"/>
                        </a:spcBef>
                      </a:pPr>
                      <a:r>
                        <a:rPr sz="1100" b="1" spc="-170" dirty="0">
                          <a:latin typeface="Tahoma"/>
                          <a:cs typeface="Tahoma"/>
                        </a:rPr>
                        <a:t>8.9</a:t>
                      </a:r>
                      <a:endParaRPr sz="1100">
                        <a:latin typeface="Tahoma"/>
                        <a:cs typeface="Tahoma"/>
                      </a:endParaRPr>
                    </a:p>
                  </a:txBody>
                  <a:tcPr marL="0" marR="0" marT="463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L="66040">
                        <a:lnSpc>
                          <a:spcPct val="100000"/>
                        </a:lnSpc>
                        <a:spcBef>
                          <a:spcPts val="365"/>
                        </a:spcBef>
                      </a:pPr>
                      <a:r>
                        <a:rPr sz="1100" b="1" spc="-180" dirty="0">
                          <a:latin typeface="Tahoma"/>
                          <a:cs typeface="Tahoma"/>
                        </a:rPr>
                        <a:t>7.4</a:t>
                      </a:r>
                      <a:endParaRPr sz="1100">
                        <a:latin typeface="Tahoma"/>
                        <a:cs typeface="Tahoma"/>
                      </a:endParaRPr>
                    </a:p>
                  </a:txBody>
                  <a:tcPr marL="0" marR="0" marT="463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50"/>
                        </a:spcBef>
                      </a:pPr>
                      <a:r>
                        <a:rPr sz="1100" dirty="0">
                          <a:latin typeface="Trebuchet MS"/>
                          <a:cs typeface="Trebuchet MS"/>
                        </a:rPr>
                        <a:t>-</a:t>
                      </a:r>
                      <a:endParaRPr sz="1100">
                        <a:latin typeface="Trebuchet MS"/>
                        <a:cs typeface="Trebuchet MS"/>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pic>
        <p:nvPicPr>
          <p:cNvPr id="24" name="object 24"/>
          <p:cNvPicPr/>
          <p:nvPr/>
        </p:nvPicPr>
        <p:blipFill>
          <a:blip r:embed="rId6" cstate="print"/>
          <a:stretch>
            <a:fillRect/>
          </a:stretch>
        </p:blipFill>
        <p:spPr>
          <a:xfrm>
            <a:off x="2561844" y="5353811"/>
            <a:ext cx="76200" cy="234950"/>
          </a:xfrm>
          <a:prstGeom prst="rect">
            <a:avLst/>
          </a:prstGeom>
        </p:spPr>
      </p:pic>
      <p:graphicFrame>
        <p:nvGraphicFramePr>
          <p:cNvPr id="25" name="object 25"/>
          <p:cNvGraphicFramePr>
            <a:graphicFrameLocks noGrp="1"/>
          </p:cNvGraphicFramePr>
          <p:nvPr/>
        </p:nvGraphicFramePr>
        <p:xfrm>
          <a:off x="4109084" y="4369053"/>
          <a:ext cx="1747518" cy="1681819"/>
        </p:xfrm>
        <a:graphic>
          <a:graphicData uri="http://schemas.openxmlformats.org/drawingml/2006/table">
            <a:tbl>
              <a:tblPr firstRow="1" bandRow="1">
                <a:tableStyleId>{2D5ABB26-0587-4C30-8999-92F81FD0307C}</a:tableStyleId>
              </a:tblPr>
              <a:tblGrid>
                <a:gridCol w="218440">
                  <a:extLst>
                    <a:ext uri="{9D8B030D-6E8A-4147-A177-3AD203B41FA5}">
                      <a16:colId xmlns:a16="http://schemas.microsoft.com/office/drawing/2014/main" val="20000"/>
                    </a:ext>
                  </a:extLst>
                </a:gridCol>
                <a:gridCol w="218440">
                  <a:extLst>
                    <a:ext uri="{9D8B030D-6E8A-4147-A177-3AD203B41FA5}">
                      <a16:colId xmlns:a16="http://schemas.microsoft.com/office/drawing/2014/main" val="20001"/>
                    </a:ext>
                  </a:extLst>
                </a:gridCol>
                <a:gridCol w="218439">
                  <a:extLst>
                    <a:ext uri="{9D8B030D-6E8A-4147-A177-3AD203B41FA5}">
                      <a16:colId xmlns:a16="http://schemas.microsoft.com/office/drawing/2014/main" val="20002"/>
                    </a:ext>
                  </a:extLst>
                </a:gridCol>
                <a:gridCol w="218440">
                  <a:extLst>
                    <a:ext uri="{9D8B030D-6E8A-4147-A177-3AD203B41FA5}">
                      <a16:colId xmlns:a16="http://schemas.microsoft.com/office/drawing/2014/main" val="20003"/>
                    </a:ext>
                  </a:extLst>
                </a:gridCol>
                <a:gridCol w="218440">
                  <a:extLst>
                    <a:ext uri="{9D8B030D-6E8A-4147-A177-3AD203B41FA5}">
                      <a16:colId xmlns:a16="http://schemas.microsoft.com/office/drawing/2014/main" val="20004"/>
                    </a:ext>
                  </a:extLst>
                </a:gridCol>
                <a:gridCol w="218440">
                  <a:extLst>
                    <a:ext uri="{9D8B030D-6E8A-4147-A177-3AD203B41FA5}">
                      <a16:colId xmlns:a16="http://schemas.microsoft.com/office/drawing/2014/main" val="20005"/>
                    </a:ext>
                  </a:extLst>
                </a:gridCol>
                <a:gridCol w="218440">
                  <a:extLst>
                    <a:ext uri="{9D8B030D-6E8A-4147-A177-3AD203B41FA5}">
                      <a16:colId xmlns:a16="http://schemas.microsoft.com/office/drawing/2014/main" val="20006"/>
                    </a:ext>
                  </a:extLst>
                </a:gridCol>
                <a:gridCol w="218439">
                  <a:extLst>
                    <a:ext uri="{9D8B030D-6E8A-4147-A177-3AD203B41FA5}">
                      <a16:colId xmlns:a16="http://schemas.microsoft.com/office/drawing/2014/main" val="20007"/>
                    </a:ext>
                  </a:extLst>
                </a:gridCol>
              </a:tblGrid>
              <a:tr h="210184">
                <a:tc>
                  <a:txBody>
                    <a:bodyPr/>
                    <a:lstStyle/>
                    <a:p>
                      <a:pPr marR="76200" algn="r">
                        <a:lnSpc>
                          <a:spcPct val="100000"/>
                        </a:lnSpc>
                        <a:spcBef>
                          <a:spcPts val="185"/>
                        </a:spcBef>
                      </a:pPr>
                      <a:r>
                        <a:rPr sz="1050" dirty="0">
                          <a:latin typeface="Trebuchet MS"/>
                          <a:cs typeface="Trebuchet MS"/>
                        </a:rPr>
                        <a:t>2</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85"/>
                        </a:spcBef>
                      </a:pPr>
                      <a:r>
                        <a:rPr sz="1050" dirty="0">
                          <a:latin typeface="Trebuchet MS"/>
                          <a:cs typeface="Trebuchet MS"/>
                        </a:rPr>
                        <a:t>2</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915">
                        <a:lnSpc>
                          <a:spcPct val="100000"/>
                        </a:lnSpc>
                        <a:spcBef>
                          <a:spcPts val="185"/>
                        </a:spcBef>
                      </a:pPr>
                      <a:r>
                        <a:rPr sz="1050" dirty="0">
                          <a:latin typeface="Trebuchet MS"/>
                          <a:cs typeface="Trebuchet MS"/>
                        </a:rPr>
                        <a:t>2</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85"/>
                        </a:spcBef>
                      </a:pPr>
                      <a:r>
                        <a:rPr sz="1050" dirty="0">
                          <a:latin typeface="Trebuchet MS"/>
                          <a:cs typeface="Trebuchet MS"/>
                        </a:rPr>
                        <a:t>2</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76200" algn="r">
                        <a:lnSpc>
                          <a:spcPct val="100000"/>
                        </a:lnSpc>
                        <a:spcBef>
                          <a:spcPts val="185"/>
                        </a:spcBef>
                      </a:pPr>
                      <a:r>
                        <a:rPr sz="1050" dirty="0">
                          <a:latin typeface="Trebuchet MS"/>
                          <a:cs typeface="Trebuchet MS"/>
                        </a:rPr>
                        <a:t>2</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185"/>
                        </a:spcBef>
                      </a:pPr>
                      <a:r>
                        <a:rPr sz="1050" dirty="0">
                          <a:latin typeface="Trebuchet MS"/>
                          <a:cs typeface="Trebuchet MS"/>
                        </a:rPr>
                        <a:t>1</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6520">
                        <a:lnSpc>
                          <a:spcPct val="100000"/>
                        </a:lnSpc>
                        <a:spcBef>
                          <a:spcPts val="185"/>
                        </a:spcBef>
                      </a:pPr>
                      <a:r>
                        <a:rPr sz="1050" dirty="0">
                          <a:latin typeface="Trebuchet MS"/>
                          <a:cs typeface="Trebuchet MS"/>
                        </a:rPr>
                        <a:t>1</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85725" algn="r">
                        <a:lnSpc>
                          <a:spcPct val="100000"/>
                        </a:lnSpc>
                        <a:spcBef>
                          <a:spcPts val="185"/>
                        </a:spcBef>
                      </a:pPr>
                      <a:r>
                        <a:rPr sz="1050" dirty="0">
                          <a:latin typeface="Trebuchet MS"/>
                          <a:cs typeface="Trebuchet MS"/>
                        </a:rPr>
                        <a:t>1</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10312">
                <a:tc>
                  <a:txBody>
                    <a:bodyPr/>
                    <a:lstStyle/>
                    <a:p>
                      <a:pPr marR="76200" algn="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915">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76200" algn="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190"/>
                        </a:spcBef>
                      </a:pPr>
                      <a:r>
                        <a:rPr sz="105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6520">
                        <a:lnSpc>
                          <a:spcPct val="100000"/>
                        </a:lnSpc>
                        <a:spcBef>
                          <a:spcPts val="190"/>
                        </a:spcBef>
                      </a:pPr>
                      <a:r>
                        <a:rPr sz="105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85725" algn="r">
                        <a:lnSpc>
                          <a:spcPct val="100000"/>
                        </a:lnSpc>
                        <a:spcBef>
                          <a:spcPts val="190"/>
                        </a:spcBef>
                      </a:pPr>
                      <a:r>
                        <a:rPr sz="105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10185">
                <a:tc>
                  <a:txBody>
                    <a:bodyPr/>
                    <a:lstStyle/>
                    <a:p>
                      <a:pPr marR="76200" algn="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915">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76200" algn="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190"/>
                        </a:spcBef>
                      </a:pPr>
                      <a:r>
                        <a:rPr sz="105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6520">
                        <a:lnSpc>
                          <a:spcPct val="100000"/>
                        </a:lnSpc>
                        <a:spcBef>
                          <a:spcPts val="190"/>
                        </a:spcBef>
                      </a:pPr>
                      <a:r>
                        <a:rPr sz="105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85725" algn="r">
                        <a:lnSpc>
                          <a:spcPct val="100000"/>
                        </a:lnSpc>
                        <a:spcBef>
                          <a:spcPts val="190"/>
                        </a:spcBef>
                      </a:pPr>
                      <a:r>
                        <a:rPr sz="105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10184">
                <a:tc>
                  <a:txBody>
                    <a:bodyPr/>
                    <a:lstStyle/>
                    <a:p>
                      <a:pPr marR="76200" algn="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915">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76200" algn="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190"/>
                        </a:spcBef>
                      </a:pPr>
                      <a:r>
                        <a:rPr sz="105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6520">
                        <a:lnSpc>
                          <a:spcPct val="100000"/>
                        </a:lnSpc>
                        <a:spcBef>
                          <a:spcPts val="190"/>
                        </a:spcBef>
                      </a:pPr>
                      <a:r>
                        <a:rPr sz="105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85725" algn="r">
                        <a:lnSpc>
                          <a:spcPct val="100000"/>
                        </a:lnSpc>
                        <a:spcBef>
                          <a:spcPts val="190"/>
                        </a:spcBef>
                      </a:pPr>
                      <a:r>
                        <a:rPr sz="105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10312">
                <a:tc>
                  <a:txBody>
                    <a:bodyPr/>
                    <a:lstStyle/>
                    <a:p>
                      <a:pPr marR="76200" algn="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00"/>
                        </a:spcBef>
                      </a:pPr>
                      <a:r>
                        <a:rPr sz="1050" b="1" dirty="0">
                          <a:latin typeface="Tahoma"/>
                          <a:cs typeface="Tahoma"/>
                        </a:rPr>
                        <a:t>2</a:t>
                      </a:r>
                      <a:endParaRPr sz="1050">
                        <a:latin typeface="Tahoma"/>
                        <a:cs typeface="Tahoma"/>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L="76835">
                        <a:lnSpc>
                          <a:spcPct val="100000"/>
                        </a:lnSpc>
                        <a:spcBef>
                          <a:spcPts val="200"/>
                        </a:spcBef>
                      </a:pPr>
                      <a:r>
                        <a:rPr sz="1050" b="1" dirty="0">
                          <a:latin typeface="Tahoma"/>
                          <a:cs typeface="Tahoma"/>
                        </a:rPr>
                        <a:t>2</a:t>
                      </a:r>
                      <a:endParaRPr sz="1050">
                        <a:latin typeface="Tahoma"/>
                        <a:cs typeface="Tahoma"/>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L="1270" algn="ctr">
                        <a:lnSpc>
                          <a:spcPct val="100000"/>
                        </a:lnSpc>
                        <a:spcBef>
                          <a:spcPts val="200"/>
                        </a:spcBef>
                      </a:pPr>
                      <a:r>
                        <a:rPr sz="1050" b="1" dirty="0">
                          <a:latin typeface="Tahoma"/>
                          <a:cs typeface="Tahoma"/>
                        </a:rPr>
                        <a:t>9</a:t>
                      </a:r>
                      <a:endParaRPr sz="1050">
                        <a:latin typeface="Tahoma"/>
                        <a:cs typeface="Tahoma"/>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R="71120" algn="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280">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71755" algn="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10184">
                <a:tc>
                  <a:txBody>
                    <a:bodyPr/>
                    <a:lstStyle/>
                    <a:p>
                      <a:pPr marR="76200" algn="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00"/>
                        </a:spcBef>
                      </a:pPr>
                      <a:r>
                        <a:rPr sz="1050" b="1" dirty="0">
                          <a:latin typeface="Tahoma"/>
                          <a:cs typeface="Tahoma"/>
                        </a:rPr>
                        <a:t>2</a:t>
                      </a:r>
                      <a:endParaRPr sz="1050">
                        <a:latin typeface="Tahoma"/>
                        <a:cs typeface="Tahoma"/>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L="76835">
                        <a:lnSpc>
                          <a:spcPct val="100000"/>
                        </a:lnSpc>
                        <a:spcBef>
                          <a:spcPts val="200"/>
                        </a:spcBef>
                      </a:pPr>
                      <a:r>
                        <a:rPr sz="1050" b="1" dirty="0">
                          <a:latin typeface="Tahoma"/>
                          <a:cs typeface="Tahoma"/>
                        </a:rPr>
                        <a:t>2</a:t>
                      </a:r>
                      <a:endParaRPr sz="1050">
                        <a:latin typeface="Tahoma"/>
                        <a:cs typeface="Tahoma"/>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L="1270" algn="ctr">
                        <a:lnSpc>
                          <a:spcPct val="100000"/>
                        </a:lnSpc>
                        <a:spcBef>
                          <a:spcPts val="200"/>
                        </a:spcBef>
                      </a:pPr>
                      <a:r>
                        <a:rPr sz="1050" b="1" dirty="0">
                          <a:latin typeface="Tahoma"/>
                          <a:cs typeface="Tahoma"/>
                        </a:rPr>
                        <a:t>9</a:t>
                      </a:r>
                      <a:endParaRPr sz="1050">
                        <a:latin typeface="Tahoma"/>
                        <a:cs typeface="Tahoma"/>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R="71120" algn="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280">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71755" algn="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10223">
                <a:tc>
                  <a:txBody>
                    <a:bodyPr/>
                    <a:lstStyle/>
                    <a:p>
                      <a:pPr marR="76200" algn="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00"/>
                        </a:spcBef>
                      </a:pPr>
                      <a:r>
                        <a:rPr sz="1050" b="1" dirty="0">
                          <a:latin typeface="Tahoma"/>
                          <a:cs typeface="Tahoma"/>
                        </a:rPr>
                        <a:t>2</a:t>
                      </a:r>
                      <a:endParaRPr sz="1050">
                        <a:latin typeface="Tahoma"/>
                        <a:cs typeface="Tahoma"/>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L="76835">
                        <a:lnSpc>
                          <a:spcPct val="100000"/>
                        </a:lnSpc>
                        <a:spcBef>
                          <a:spcPts val="200"/>
                        </a:spcBef>
                      </a:pPr>
                      <a:r>
                        <a:rPr sz="1050" b="1" dirty="0">
                          <a:latin typeface="Tahoma"/>
                          <a:cs typeface="Tahoma"/>
                        </a:rPr>
                        <a:t>2</a:t>
                      </a:r>
                      <a:endParaRPr sz="1050">
                        <a:latin typeface="Tahoma"/>
                        <a:cs typeface="Tahoma"/>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L="1270" algn="ctr">
                        <a:lnSpc>
                          <a:spcPct val="100000"/>
                        </a:lnSpc>
                        <a:spcBef>
                          <a:spcPts val="200"/>
                        </a:spcBef>
                      </a:pPr>
                      <a:r>
                        <a:rPr sz="1050" b="1" dirty="0">
                          <a:latin typeface="Tahoma"/>
                          <a:cs typeface="Tahoma"/>
                        </a:rPr>
                        <a:t>9</a:t>
                      </a:r>
                      <a:endParaRPr sz="1050">
                        <a:latin typeface="Tahoma"/>
                        <a:cs typeface="Tahoma"/>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R="71120" algn="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280">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71120" algn="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10235">
                <a:tc>
                  <a:txBody>
                    <a:bodyPr/>
                    <a:lstStyle/>
                    <a:p>
                      <a:pPr marR="76200" algn="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915">
                        <a:lnSpc>
                          <a:spcPct val="100000"/>
                        </a:lnSpc>
                        <a:spcBef>
                          <a:spcPts val="190"/>
                        </a:spcBef>
                      </a:pPr>
                      <a:r>
                        <a:rPr sz="105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71120" algn="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280">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71755" algn="r">
                        <a:lnSpc>
                          <a:spcPct val="100000"/>
                        </a:lnSpc>
                        <a:spcBef>
                          <a:spcPts val="190"/>
                        </a:spcBef>
                      </a:pPr>
                      <a:r>
                        <a:rPr sz="1050" dirty="0">
                          <a:latin typeface="Trebuchet MS"/>
                          <a:cs typeface="Trebuchet MS"/>
                        </a:rPr>
                        <a:t>9</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sp>
        <p:nvSpPr>
          <p:cNvPr id="26" name="object 26"/>
          <p:cNvSpPr txBox="1"/>
          <p:nvPr/>
        </p:nvSpPr>
        <p:spPr>
          <a:xfrm>
            <a:off x="4170426" y="4173982"/>
            <a:ext cx="1617345" cy="186690"/>
          </a:xfrm>
          <a:prstGeom prst="rect">
            <a:avLst/>
          </a:prstGeom>
        </p:spPr>
        <p:txBody>
          <a:bodyPr vert="horz" wrap="square" lIns="0" tIns="13335" rIns="0" bIns="0" rtlCol="0">
            <a:spAutoFit/>
          </a:bodyPr>
          <a:lstStyle/>
          <a:p>
            <a:pPr marL="12700">
              <a:lnSpc>
                <a:spcPct val="100000"/>
              </a:lnSpc>
              <a:spcBef>
                <a:spcPts val="105"/>
              </a:spcBef>
              <a:tabLst>
                <a:tab pos="247650" algn="l"/>
                <a:tab pos="447040" algn="l"/>
                <a:tab pos="667385" algn="l"/>
                <a:tab pos="892810" algn="l"/>
                <a:tab pos="1111885" algn="l"/>
                <a:tab pos="1334770" algn="l"/>
                <a:tab pos="1555115" algn="l"/>
              </a:tabLst>
            </a:pPr>
            <a:r>
              <a:rPr sz="1050" spc="-95" dirty="0">
                <a:latin typeface="Trebuchet MS"/>
                <a:cs typeface="Trebuchet MS"/>
              </a:rPr>
              <a:t>0	</a:t>
            </a:r>
            <a:r>
              <a:rPr sz="1050" spc="-340" dirty="0">
                <a:latin typeface="Trebuchet MS"/>
                <a:cs typeface="Trebuchet MS"/>
              </a:rPr>
              <a:t>1	</a:t>
            </a:r>
            <a:r>
              <a:rPr sz="1050" spc="-140" dirty="0">
                <a:latin typeface="Trebuchet MS"/>
                <a:cs typeface="Trebuchet MS"/>
              </a:rPr>
              <a:t>2	</a:t>
            </a:r>
            <a:r>
              <a:rPr sz="1050" spc="-110" dirty="0">
                <a:latin typeface="Trebuchet MS"/>
                <a:cs typeface="Trebuchet MS"/>
              </a:rPr>
              <a:t>3	</a:t>
            </a:r>
            <a:r>
              <a:rPr sz="1050" spc="-150" dirty="0">
                <a:latin typeface="Trebuchet MS"/>
                <a:cs typeface="Trebuchet MS"/>
              </a:rPr>
              <a:t>4	</a:t>
            </a:r>
            <a:r>
              <a:rPr sz="1050" spc="-120" dirty="0">
                <a:latin typeface="Trebuchet MS"/>
                <a:cs typeface="Trebuchet MS"/>
              </a:rPr>
              <a:t>5	</a:t>
            </a:r>
            <a:r>
              <a:rPr sz="1050" spc="-105" dirty="0">
                <a:latin typeface="Trebuchet MS"/>
                <a:cs typeface="Trebuchet MS"/>
              </a:rPr>
              <a:t>6	</a:t>
            </a:r>
            <a:r>
              <a:rPr sz="1050" spc="-170" dirty="0">
                <a:latin typeface="Trebuchet MS"/>
                <a:cs typeface="Trebuchet MS"/>
              </a:rPr>
              <a:t>7</a:t>
            </a:r>
            <a:endParaRPr sz="1050">
              <a:latin typeface="Trebuchet MS"/>
              <a:cs typeface="Trebuchet MS"/>
            </a:endParaRPr>
          </a:p>
        </p:txBody>
      </p:sp>
      <p:sp>
        <p:nvSpPr>
          <p:cNvPr id="27" name="object 27"/>
          <p:cNvSpPr txBox="1"/>
          <p:nvPr/>
        </p:nvSpPr>
        <p:spPr>
          <a:xfrm>
            <a:off x="3954017" y="4340159"/>
            <a:ext cx="83820" cy="1711325"/>
          </a:xfrm>
          <a:prstGeom prst="rect">
            <a:avLst/>
          </a:prstGeom>
        </p:spPr>
        <p:txBody>
          <a:bodyPr vert="horz" wrap="square" lIns="0" tIns="62865" rIns="0" bIns="0" rtlCol="0">
            <a:spAutoFit/>
          </a:bodyPr>
          <a:lstStyle/>
          <a:p>
            <a:pPr marL="12700">
              <a:lnSpc>
                <a:spcPct val="100000"/>
              </a:lnSpc>
              <a:spcBef>
                <a:spcPts val="495"/>
              </a:spcBef>
            </a:pPr>
            <a:r>
              <a:rPr sz="1050" spc="-95" dirty="0">
                <a:latin typeface="Trebuchet MS"/>
                <a:cs typeface="Trebuchet MS"/>
              </a:rPr>
              <a:t>0</a:t>
            </a:r>
            <a:endParaRPr sz="1050">
              <a:latin typeface="Trebuchet MS"/>
              <a:cs typeface="Trebuchet MS"/>
            </a:endParaRPr>
          </a:p>
          <a:p>
            <a:pPr marL="27940">
              <a:lnSpc>
                <a:spcPct val="100000"/>
              </a:lnSpc>
              <a:spcBef>
                <a:spcPts val="395"/>
              </a:spcBef>
            </a:pPr>
            <a:r>
              <a:rPr sz="1050" spc="-340" dirty="0">
                <a:latin typeface="Trebuchet MS"/>
                <a:cs typeface="Trebuchet MS"/>
              </a:rPr>
              <a:t>1</a:t>
            </a:r>
            <a:endParaRPr sz="1050">
              <a:latin typeface="Trebuchet MS"/>
              <a:cs typeface="Trebuchet MS"/>
            </a:endParaRPr>
          </a:p>
          <a:p>
            <a:pPr marL="12700">
              <a:lnSpc>
                <a:spcPct val="100000"/>
              </a:lnSpc>
              <a:spcBef>
                <a:spcPts val="400"/>
              </a:spcBef>
            </a:pPr>
            <a:r>
              <a:rPr sz="1050" spc="-140" dirty="0">
                <a:latin typeface="Trebuchet MS"/>
                <a:cs typeface="Trebuchet MS"/>
              </a:rPr>
              <a:t>2</a:t>
            </a:r>
            <a:endParaRPr sz="1050">
              <a:latin typeface="Trebuchet MS"/>
              <a:cs typeface="Trebuchet MS"/>
            </a:endParaRPr>
          </a:p>
          <a:p>
            <a:pPr marL="13335">
              <a:lnSpc>
                <a:spcPct val="100000"/>
              </a:lnSpc>
              <a:spcBef>
                <a:spcPts val="405"/>
              </a:spcBef>
            </a:pPr>
            <a:r>
              <a:rPr sz="1050" spc="-110" dirty="0">
                <a:latin typeface="Trebuchet MS"/>
                <a:cs typeface="Trebuchet MS"/>
              </a:rPr>
              <a:t>3</a:t>
            </a:r>
            <a:endParaRPr sz="1050">
              <a:latin typeface="Trebuchet MS"/>
              <a:cs typeface="Trebuchet MS"/>
            </a:endParaRPr>
          </a:p>
          <a:p>
            <a:pPr marL="15875">
              <a:lnSpc>
                <a:spcPct val="100000"/>
              </a:lnSpc>
              <a:spcBef>
                <a:spcPts val="395"/>
              </a:spcBef>
            </a:pPr>
            <a:r>
              <a:rPr sz="1050" spc="-150" dirty="0">
                <a:latin typeface="Trebuchet MS"/>
                <a:cs typeface="Trebuchet MS"/>
              </a:rPr>
              <a:t>4</a:t>
            </a:r>
            <a:endParaRPr sz="1050">
              <a:latin typeface="Trebuchet MS"/>
              <a:cs typeface="Trebuchet MS"/>
            </a:endParaRPr>
          </a:p>
          <a:p>
            <a:pPr marL="12700">
              <a:lnSpc>
                <a:spcPct val="100000"/>
              </a:lnSpc>
              <a:spcBef>
                <a:spcPts val="400"/>
              </a:spcBef>
            </a:pPr>
            <a:r>
              <a:rPr sz="1050" spc="-120" dirty="0">
                <a:latin typeface="Trebuchet MS"/>
                <a:cs typeface="Trebuchet MS"/>
              </a:rPr>
              <a:t>5</a:t>
            </a:r>
            <a:endParaRPr sz="1050">
              <a:latin typeface="Trebuchet MS"/>
              <a:cs typeface="Trebuchet MS"/>
            </a:endParaRPr>
          </a:p>
          <a:p>
            <a:pPr marL="13335">
              <a:lnSpc>
                <a:spcPct val="100000"/>
              </a:lnSpc>
              <a:spcBef>
                <a:spcPts val="400"/>
              </a:spcBef>
            </a:pPr>
            <a:r>
              <a:rPr sz="1050" spc="-105" dirty="0">
                <a:latin typeface="Trebuchet MS"/>
                <a:cs typeface="Trebuchet MS"/>
              </a:rPr>
              <a:t>6</a:t>
            </a:r>
            <a:endParaRPr sz="1050">
              <a:latin typeface="Trebuchet MS"/>
              <a:cs typeface="Trebuchet MS"/>
            </a:endParaRPr>
          </a:p>
          <a:p>
            <a:pPr marL="16510">
              <a:lnSpc>
                <a:spcPct val="100000"/>
              </a:lnSpc>
              <a:spcBef>
                <a:spcPts val="400"/>
              </a:spcBef>
            </a:pPr>
            <a:r>
              <a:rPr sz="1050" spc="-170" dirty="0">
                <a:latin typeface="Trebuchet MS"/>
                <a:cs typeface="Trebuchet MS"/>
              </a:rPr>
              <a:t>7</a:t>
            </a:r>
            <a:endParaRPr sz="1050">
              <a:latin typeface="Trebuchet MS"/>
              <a:cs typeface="Trebuchet MS"/>
            </a:endParaRPr>
          </a:p>
        </p:txBody>
      </p:sp>
      <p:sp>
        <p:nvSpPr>
          <p:cNvPr id="28" name="object 28"/>
          <p:cNvSpPr/>
          <p:nvPr/>
        </p:nvSpPr>
        <p:spPr>
          <a:xfrm>
            <a:off x="5861303" y="5175503"/>
            <a:ext cx="262255" cy="76200"/>
          </a:xfrm>
          <a:custGeom>
            <a:avLst/>
            <a:gdLst/>
            <a:ahLst/>
            <a:cxnLst/>
            <a:rect l="l" t="t" r="r" b="b"/>
            <a:pathLst>
              <a:path w="262254" h="76200">
                <a:moveTo>
                  <a:pt x="185928" y="0"/>
                </a:moveTo>
                <a:lnTo>
                  <a:pt x="185928" y="76200"/>
                </a:lnTo>
                <a:lnTo>
                  <a:pt x="249428" y="44450"/>
                </a:lnTo>
                <a:lnTo>
                  <a:pt x="198628" y="44450"/>
                </a:lnTo>
                <a:lnTo>
                  <a:pt x="198628" y="31750"/>
                </a:lnTo>
                <a:lnTo>
                  <a:pt x="249428" y="31750"/>
                </a:lnTo>
                <a:lnTo>
                  <a:pt x="185928" y="0"/>
                </a:lnTo>
                <a:close/>
              </a:path>
              <a:path w="262254" h="76200">
                <a:moveTo>
                  <a:pt x="185928" y="31750"/>
                </a:moveTo>
                <a:lnTo>
                  <a:pt x="0" y="31750"/>
                </a:lnTo>
                <a:lnTo>
                  <a:pt x="0" y="44450"/>
                </a:lnTo>
                <a:lnTo>
                  <a:pt x="185928" y="44450"/>
                </a:lnTo>
                <a:lnTo>
                  <a:pt x="185928" y="31750"/>
                </a:lnTo>
                <a:close/>
              </a:path>
              <a:path w="262254" h="76200">
                <a:moveTo>
                  <a:pt x="249428" y="31750"/>
                </a:moveTo>
                <a:lnTo>
                  <a:pt x="198628" y="31750"/>
                </a:lnTo>
                <a:lnTo>
                  <a:pt x="198628" y="44450"/>
                </a:lnTo>
                <a:lnTo>
                  <a:pt x="249428" y="44450"/>
                </a:lnTo>
                <a:lnTo>
                  <a:pt x="262128" y="38100"/>
                </a:lnTo>
                <a:lnTo>
                  <a:pt x="249428" y="31750"/>
                </a:lnTo>
                <a:close/>
              </a:path>
            </a:pathLst>
          </a:custGeom>
          <a:solidFill>
            <a:srgbClr val="13299F"/>
          </a:solidFill>
        </p:spPr>
        <p:txBody>
          <a:bodyPr wrap="square" lIns="0" tIns="0" rIns="0" bIns="0" rtlCol="0"/>
          <a:lstStyle/>
          <a:p>
            <a:endParaRPr/>
          </a:p>
        </p:txBody>
      </p:sp>
      <p:graphicFrame>
        <p:nvGraphicFramePr>
          <p:cNvPr id="29" name="object 29"/>
          <p:cNvGraphicFramePr>
            <a:graphicFrameLocks noGrp="1"/>
          </p:cNvGraphicFramePr>
          <p:nvPr/>
        </p:nvGraphicFramePr>
        <p:xfrm>
          <a:off x="7040753" y="4350258"/>
          <a:ext cx="1747518" cy="1681794"/>
        </p:xfrm>
        <a:graphic>
          <a:graphicData uri="http://schemas.openxmlformats.org/drawingml/2006/table">
            <a:tbl>
              <a:tblPr firstRow="1" bandRow="1">
                <a:tableStyleId>{2D5ABB26-0587-4C30-8999-92F81FD0307C}</a:tableStyleId>
              </a:tblPr>
              <a:tblGrid>
                <a:gridCol w="218440">
                  <a:extLst>
                    <a:ext uri="{9D8B030D-6E8A-4147-A177-3AD203B41FA5}">
                      <a16:colId xmlns:a16="http://schemas.microsoft.com/office/drawing/2014/main" val="20000"/>
                    </a:ext>
                  </a:extLst>
                </a:gridCol>
                <a:gridCol w="218440">
                  <a:extLst>
                    <a:ext uri="{9D8B030D-6E8A-4147-A177-3AD203B41FA5}">
                      <a16:colId xmlns:a16="http://schemas.microsoft.com/office/drawing/2014/main" val="20001"/>
                    </a:ext>
                  </a:extLst>
                </a:gridCol>
                <a:gridCol w="218439">
                  <a:extLst>
                    <a:ext uri="{9D8B030D-6E8A-4147-A177-3AD203B41FA5}">
                      <a16:colId xmlns:a16="http://schemas.microsoft.com/office/drawing/2014/main" val="20002"/>
                    </a:ext>
                  </a:extLst>
                </a:gridCol>
                <a:gridCol w="218440">
                  <a:extLst>
                    <a:ext uri="{9D8B030D-6E8A-4147-A177-3AD203B41FA5}">
                      <a16:colId xmlns:a16="http://schemas.microsoft.com/office/drawing/2014/main" val="20003"/>
                    </a:ext>
                  </a:extLst>
                </a:gridCol>
                <a:gridCol w="218440">
                  <a:extLst>
                    <a:ext uri="{9D8B030D-6E8A-4147-A177-3AD203B41FA5}">
                      <a16:colId xmlns:a16="http://schemas.microsoft.com/office/drawing/2014/main" val="20004"/>
                    </a:ext>
                  </a:extLst>
                </a:gridCol>
                <a:gridCol w="218440">
                  <a:extLst>
                    <a:ext uri="{9D8B030D-6E8A-4147-A177-3AD203B41FA5}">
                      <a16:colId xmlns:a16="http://schemas.microsoft.com/office/drawing/2014/main" val="20005"/>
                    </a:ext>
                  </a:extLst>
                </a:gridCol>
                <a:gridCol w="218440">
                  <a:extLst>
                    <a:ext uri="{9D8B030D-6E8A-4147-A177-3AD203B41FA5}">
                      <a16:colId xmlns:a16="http://schemas.microsoft.com/office/drawing/2014/main" val="20006"/>
                    </a:ext>
                  </a:extLst>
                </a:gridCol>
                <a:gridCol w="218439">
                  <a:extLst>
                    <a:ext uri="{9D8B030D-6E8A-4147-A177-3AD203B41FA5}">
                      <a16:colId xmlns:a16="http://schemas.microsoft.com/office/drawing/2014/main" val="20007"/>
                    </a:ext>
                  </a:extLst>
                </a:gridCol>
              </a:tblGrid>
              <a:tr h="210185">
                <a:tc>
                  <a:txBody>
                    <a:bodyPr/>
                    <a:lstStyle/>
                    <a:p>
                      <a:pPr marL="89535">
                        <a:lnSpc>
                          <a:spcPct val="100000"/>
                        </a:lnSpc>
                        <a:spcBef>
                          <a:spcPts val="185"/>
                        </a:spcBef>
                      </a:pPr>
                      <a:r>
                        <a:rPr sz="1050" dirty="0">
                          <a:latin typeface="Trebuchet MS"/>
                          <a:cs typeface="Trebuchet MS"/>
                        </a:rPr>
                        <a:t>-</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80645" algn="r">
                        <a:lnSpc>
                          <a:spcPct val="100000"/>
                        </a:lnSpc>
                        <a:spcBef>
                          <a:spcPts val="185"/>
                        </a:spcBef>
                      </a:pPr>
                      <a:r>
                        <a:rPr sz="1050" dirty="0">
                          <a:latin typeface="Trebuchet MS"/>
                          <a:cs typeface="Trebuchet MS"/>
                        </a:rPr>
                        <a:t>-</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85"/>
                        </a:spcBef>
                      </a:pPr>
                      <a:r>
                        <a:rPr sz="1050" dirty="0">
                          <a:latin typeface="Trebuchet MS"/>
                          <a:cs typeface="Trebuchet MS"/>
                        </a:rPr>
                        <a:t>-</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9535">
                        <a:lnSpc>
                          <a:spcPct val="100000"/>
                        </a:lnSpc>
                        <a:spcBef>
                          <a:spcPts val="185"/>
                        </a:spcBef>
                      </a:pPr>
                      <a:r>
                        <a:rPr sz="1050" dirty="0">
                          <a:latin typeface="Trebuchet MS"/>
                          <a:cs typeface="Trebuchet MS"/>
                        </a:rPr>
                        <a:t>-</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85"/>
                        </a:spcBef>
                      </a:pPr>
                      <a:r>
                        <a:rPr sz="1050" dirty="0">
                          <a:latin typeface="Trebuchet MS"/>
                          <a:cs typeface="Trebuchet MS"/>
                        </a:rPr>
                        <a:t>-</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85"/>
                        </a:spcBef>
                      </a:pPr>
                      <a:r>
                        <a:rPr sz="1050" dirty="0">
                          <a:latin typeface="Trebuchet MS"/>
                          <a:cs typeface="Trebuchet MS"/>
                        </a:rPr>
                        <a:t>-</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85"/>
                        </a:spcBef>
                      </a:pPr>
                      <a:r>
                        <a:rPr sz="1050" dirty="0">
                          <a:latin typeface="Trebuchet MS"/>
                          <a:cs typeface="Trebuchet MS"/>
                        </a:rPr>
                        <a:t>-</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85"/>
                        </a:spcBef>
                      </a:pPr>
                      <a:r>
                        <a:rPr sz="1050" dirty="0">
                          <a:latin typeface="Trebuchet MS"/>
                          <a:cs typeface="Trebuchet MS"/>
                        </a:rPr>
                        <a:t>-</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10184">
                <a:tc>
                  <a:txBody>
                    <a:bodyPr/>
                    <a:lstStyle/>
                    <a:p>
                      <a:pPr marL="89535">
                        <a:lnSpc>
                          <a:spcPct val="100000"/>
                        </a:lnSpc>
                        <a:spcBef>
                          <a:spcPts val="185"/>
                        </a:spcBef>
                      </a:pPr>
                      <a:r>
                        <a:rPr sz="1050" dirty="0">
                          <a:latin typeface="Trebuchet MS"/>
                          <a:cs typeface="Trebuchet MS"/>
                        </a:rPr>
                        <a:t>-</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69850" algn="r">
                        <a:lnSpc>
                          <a:spcPct val="100000"/>
                        </a:lnSpc>
                        <a:spcBef>
                          <a:spcPts val="185"/>
                        </a:spcBef>
                      </a:pPr>
                      <a:r>
                        <a:rPr sz="1050" dirty="0">
                          <a:latin typeface="Trebuchet MS"/>
                          <a:cs typeface="Trebuchet MS"/>
                        </a:rPr>
                        <a:t>0</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85"/>
                        </a:spcBef>
                      </a:pPr>
                      <a:r>
                        <a:rPr sz="1050" dirty="0">
                          <a:latin typeface="Trebuchet MS"/>
                          <a:cs typeface="Trebuchet MS"/>
                        </a:rPr>
                        <a:t>0</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915">
                        <a:lnSpc>
                          <a:spcPct val="100000"/>
                        </a:lnSpc>
                        <a:spcBef>
                          <a:spcPts val="185"/>
                        </a:spcBef>
                      </a:pPr>
                      <a:r>
                        <a:rPr sz="1050" dirty="0">
                          <a:latin typeface="Trebuchet MS"/>
                          <a:cs typeface="Trebuchet MS"/>
                        </a:rPr>
                        <a:t>0</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185"/>
                        </a:spcBef>
                      </a:pPr>
                      <a:r>
                        <a:rPr sz="1050" spc="-90" dirty="0">
                          <a:latin typeface="Trebuchet MS"/>
                          <a:cs typeface="Trebuchet MS"/>
                        </a:rPr>
                        <a:t>-3</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185"/>
                        </a:spcBef>
                      </a:pPr>
                      <a:r>
                        <a:rPr sz="1050" spc="-90" dirty="0">
                          <a:latin typeface="Trebuchet MS"/>
                          <a:cs typeface="Trebuchet MS"/>
                        </a:rPr>
                        <a:t>-3</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85"/>
                        </a:spcBef>
                      </a:pPr>
                      <a:r>
                        <a:rPr sz="1050" dirty="0">
                          <a:latin typeface="Trebuchet MS"/>
                          <a:cs typeface="Trebuchet MS"/>
                        </a:rPr>
                        <a:t>0</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85"/>
                        </a:spcBef>
                      </a:pPr>
                      <a:r>
                        <a:rPr sz="1050" dirty="0">
                          <a:latin typeface="Trebuchet MS"/>
                          <a:cs typeface="Trebuchet MS"/>
                        </a:rPr>
                        <a:t>-</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10312">
                <a:tc>
                  <a:txBody>
                    <a:bodyPr/>
                    <a:lstStyle/>
                    <a:p>
                      <a:pPr marL="89535">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69850" algn="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915">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190"/>
                        </a:spcBef>
                      </a:pPr>
                      <a:r>
                        <a:rPr sz="1050" spc="-90" dirty="0">
                          <a:latin typeface="Trebuchet MS"/>
                          <a:cs typeface="Trebuchet MS"/>
                        </a:rPr>
                        <a:t>-3</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190"/>
                        </a:spcBef>
                      </a:pPr>
                      <a:r>
                        <a:rPr sz="1050" spc="-90" dirty="0">
                          <a:latin typeface="Trebuchet MS"/>
                          <a:cs typeface="Trebuchet MS"/>
                        </a:rPr>
                        <a:t>-3</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10185">
                <a:tc>
                  <a:txBody>
                    <a:bodyPr/>
                    <a:lstStyle/>
                    <a:p>
                      <a:pPr marL="89535">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69850" algn="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dirty="0">
                          <a:latin typeface="Trebuchet MS"/>
                          <a:cs typeface="Trebuchet MS"/>
                        </a:rPr>
                        <a:t>7</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5090">
                        <a:lnSpc>
                          <a:spcPct val="100000"/>
                        </a:lnSpc>
                        <a:spcBef>
                          <a:spcPts val="190"/>
                        </a:spcBef>
                      </a:pPr>
                      <a:r>
                        <a:rPr sz="1050" dirty="0">
                          <a:latin typeface="Trebuchet MS"/>
                          <a:cs typeface="Trebuchet MS"/>
                        </a:rPr>
                        <a:t>7</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050" spc="-11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90"/>
                        </a:spcBef>
                      </a:pPr>
                      <a:r>
                        <a:rPr sz="1050" spc="-110" dirty="0">
                          <a:latin typeface="Trebuchet MS"/>
                          <a:cs typeface="Trebuchet MS"/>
                        </a:rPr>
                        <a:t>-2</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10184">
                <a:tc>
                  <a:txBody>
                    <a:bodyPr/>
                    <a:lstStyle/>
                    <a:p>
                      <a:pPr marL="89535">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69850" algn="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spc="-260" dirty="0">
                          <a:latin typeface="Trebuchet MS"/>
                          <a:cs typeface="Trebuchet MS"/>
                        </a:rPr>
                        <a:t>14</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1120">
                        <a:lnSpc>
                          <a:spcPct val="100000"/>
                        </a:lnSpc>
                        <a:spcBef>
                          <a:spcPts val="190"/>
                        </a:spcBef>
                      </a:pPr>
                      <a:r>
                        <a:rPr sz="1050" spc="-260" dirty="0">
                          <a:latin typeface="Trebuchet MS"/>
                          <a:cs typeface="Trebuchet MS"/>
                        </a:rPr>
                        <a:t>14</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algn="ctr">
                        <a:lnSpc>
                          <a:spcPct val="100000"/>
                        </a:lnSpc>
                        <a:spcBef>
                          <a:spcPts val="190"/>
                        </a:spcBef>
                      </a:pPr>
                      <a:r>
                        <a:rPr sz="1050" spc="-21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10" algn="ctr">
                        <a:lnSpc>
                          <a:spcPct val="100000"/>
                        </a:lnSpc>
                        <a:spcBef>
                          <a:spcPts val="190"/>
                        </a:spcBef>
                      </a:pPr>
                      <a:r>
                        <a:rPr sz="1050" spc="-21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10286">
                <a:tc>
                  <a:txBody>
                    <a:bodyPr/>
                    <a:lstStyle/>
                    <a:p>
                      <a:pPr marL="89535">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69850" algn="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85" algn="ctr">
                        <a:lnSpc>
                          <a:spcPct val="100000"/>
                        </a:lnSpc>
                        <a:spcBef>
                          <a:spcPts val="200"/>
                        </a:spcBef>
                      </a:pPr>
                      <a:r>
                        <a:rPr sz="1050" b="1" spc="-280" dirty="0">
                          <a:latin typeface="Tahoma"/>
                          <a:cs typeface="Tahoma"/>
                        </a:rPr>
                        <a:t>21</a:t>
                      </a:r>
                      <a:endParaRPr sz="1050">
                        <a:latin typeface="Tahoma"/>
                        <a:cs typeface="Tahoma"/>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marL="68580">
                        <a:lnSpc>
                          <a:spcPct val="100000"/>
                        </a:lnSpc>
                        <a:spcBef>
                          <a:spcPts val="190"/>
                        </a:spcBef>
                      </a:pPr>
                      <a:r>
                        <a:rPr sz="1050" spc="-210" dirty="0">
                          <a:latin typeface="Trebuchet MS"/>
                          <a:cs typeface="Trebuchet MS"/>
                        </a:rPr>
                        <a:t>21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10" algn="ct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10235">
                <a:tc>
                  <a:txBody>
                    <a:bodyPr/>
                    <a:lstStyle/>
                    <a:p>
                      <a:pPr marL="89535">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69850" algn="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 algn="ctr">
                        <a:lnSpc>
                          <a:spcPct val="100000"/>
                        </a:lnSpc>
                        <a:spcBef>
                          <a:spcPts val="190"/>
                        </a:spcBef>
                      </a:pPr>
                      <a:r>
                        <a:rPr sz="1050" spc="-210" dirty="0">
                          <a:latin typeface="Trebuchet MS"/>
                          <a:cs typeface="Trebuchet MS"/>
                        </a:rPr>
                        <a:t>21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190"/>
                        </a:spcBef>
                      </a:pPr>
                      <a:r>
                        <a:rPr sz="1050" spc="-210" dirty="0">
                          <a:latin typeface="Trebuchet MS"/>
                          <a:cs typeface="Trebuchet MS"/>
                        </a:rPr>
                        <a:t>21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10" algn="ct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10223">
                <a:tc>
                  <a:txBody>
                    <a:bodyPr/>
                    <a:lstStyle/>
                    <a:p>
                      <a:pPr marL="89535">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80645" algn="r">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9535">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190"/>
                        </a:spcBef>
                      </a:pPr>
                      <a:r>
                        <a:rPr sz="1050" dirty="0">
                          <a:latin typeface="Trebuchet MS"/>
                          <a:cs typeface="Trebuchet MS"/>
                        </a:rPr>
                        <a:t>-</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graphicFrame>
        <p:nvGraphicFramePr>
          <p:cNvPr id="30" name="object 30"/>
          <p:cNvGraphicFramePr>
            <a:graphicFrameLocks noGrp="1"/>
          </p:cNvGraphicFramePr>
          <p:nvPr/>
        </p:nvGraphicFramePr>
        <p:xfrm>
          <a:off x="6120384" y="4892040"/>
          <a:ext cx="653412" cy="630681"/>
        </p:xfrm>
        <a:graphic>
          <a:graphicData uri="http://schemas.openxmlformats.org/drawingml/2006/table">
            <a:tbl>
              <a:tblPr firstRow="1" bandRow="1">
                <a:tableStyleId>{2D5ABB26-0587-4C30-8999-92F81FD0307C}</a:tableStyleId>
              </a:tblPr>
              <a:tblGrid>
                <a:gridCol w="217804">
                  <a:extLst>
                    <a:ext uri="{9D8B030D-6E8A-4147-A177-3AD203B41FA5}">
                      <a16:colId xmlns:a16="http://schemas.microsoft.com/office/drawing/2014/main" val="20000"/>
                    </a:ext>
                  </a:extLst>
                </a:gridCol>
                <a:gridCol w="217804">
                  <a:extLst>
                    <a:ext uri="{9D8B030D-6E8A-4147-A177-3AD203B41FA5}">
                      <a16:colId xmlns:a16="http://schemas.microsoft.com/office/drawing/2014/main" val="20001"/>
                    </a:ext>
                  </a:extLst>
                </a:gridCol>
                <a:gridCol w="217804">
                  <a:extLst>
                    <a:ext uri="{9D8B030D-6E8A-4147-A177-3AD203B41FA5}">
                      <a16:colId xmlns:a16="http://schemas.microsoft.com/office/drawing/2014/main" val="20002"/>
                    </a:ext>
                  </a:extLst>
                </a:gridCol>
              </a:tblGrid>
              <a:tr h="210185">
                <a:tc>
                  <a:txBody>
                    <a:bodyPr/>
                    <a:lstStyle/>
                    <a:p>
                      <a:pPr marL="76835">
                        <a:lnSpc>
                          <a:spcPct val="100000"/>
                        </a:lnSpc>
                        <a:spcBef>
                          <a:spcPts val="185"/>
                        </a:spcBef>
                      </a:pPr>
                      <a:r>
                        <a:rPr sz="1050" spc="-210" dirty="0">
                          <a:latin typeface="Trebuchet MS"/>
                          <a:cs typeface="Trebuchet MS"/>
                        </a:rPr>
                        <a:t>-1</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69850" algn="r">
                        <a:lnSpc>
                          <a:spcPct val="100000"/>
                        </a:lnSpc>
                        <a:spcBef>
                          <a:spcPts val="185"/>
                        </a:spcBef>
                      </a:pPr>
                      <a:r>
                        <a:rPr sz="1050" dirty="0">
                          <a:latin typeface="Trebuchet MS"/>
                          <a:cs typeface="Trebuchet MS"/>
                        </a:rPr>
                        <a:t>0</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85725" algn="r">
                        <a:lnSpc>
                          <a:spcPct val="100000"/>
                        </a:lnSpc>
                        <a:spcBef>
                          <a:spcPts val="185"/>
                        </a:spcBef>
                      </a:pPr>
                      <a:r>
                        <a:rPr sz="1050" dirty="0">
                          <a:latin typeface="Trebuchet MS"/>
                          <a:cs typeface="Trebuchet MS"/>
                        </a:rPr>
                        <a:t>1</a:t>
                      </a:r>
                      <a:endParaRPr sz="1050">
                        <a:latin typeface="Trebuchet MS"/>
                        <a:cs typeface="Trebuchet MS"/>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10184">
                <a:tc>
                  <a:txBody>
                    <a:bodyPr/>
                    <a:lstStyle/>
                    <a:p>
                      <a:pPr marL="76835">
                        <a:lnSpc>
                          <a:spcPct val="100000"/>
                        </a:lnSpc>
                        <a:spcBef>
                          <a:spcPts val="190"/>
                        </a:spcBef>
                      </a:pPr>
                      <a:r>
                        <a:rPr sz="1050" spc="-21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69850" algn="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85725" algn="r">
                        <a:lnSpc>
                          <a:spcPct val="100000"/>
                        </a:lnSpc>
                        <a:spcBef>
                          <a:spcPts val="190"/>
                        </a:spcBef>
                      </a:pPr>
                      <a:r>
                        <a:rPr sz="105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10312">
                <a:tc>
                  <a:txBody>
                    <a:bodyPr/>
                    <a:lstStyle/>
                    <a:p>
                      <a:pPr marL="76835">
                        <a:lnSpc>
                          <a:spcPct val="100000"/>
                        </a:lnSpc>
                        <a:spcBef>
                          <a:spcPts val="190"/>
                        </a:spcBef>
                      </a:pPr>
                      <a:r>
                        <a:rPr sz="1050" spc="-21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69850" algn="r">
                        <a:lnSpc>
                          <a:spcPct val="100000"/>
                        </a:lnSpc>
                        <a:spcBef>
                          <a:spcPts val="190"/>
                        </a:spcBef>
                      </a:pPr>
                      <a:r>
                        <a:rPr sz="1050" dirty="0">
                          <a:latin typeface="Trebuchet MS"/>
                          <a:cs typeface="Trebuchet MS"/>
                        </a:rPr>
                        <a:t>0</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85725" algn="r">
                        <a:lnSpc>
                          <a:spcPct val="100000"/>
                        </a:lnSpc>
                        <a:spcBef>
                          <a:spcPts val="190"/>
                        </a:spcBef>
                      </a:pPr>
                      <a:r>
                        <a:rPr sz="1050" dirty="0">
                          <a:latin typeface="Trebuchet MS"/>
                          <a:cs typeface="Trebuchet MS"/>
                        </a:rPr>
                        <a:t>1</a:t>
                      </a:r>
                      <a:endParaRPr sz="1050">
                        <a:latin typeface="Trebuchet MS"/>
                        <a:cs typeface="Trebuchet MS"/>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31" name="object 31"/>
          <p:cNvSpPr/>
          <p:nvPr/>
        </p:nvSpPr>
        <p:spPr>
          <a:xfrm>
            <a:off x="6789419" y="5160264"/>
            <a:ext cx="262255" cy="76200"/>
          </a:xfrm>
          <a:custGeom>
            <a:avLst/>
            <a:gdLst/>
            <a:ahLst/>
            <a:cxnLst/>
            <a:rect l="l" t="t" r="r" b="b"/>
            <a:pathLst>
              <a:path w="262254" h="76200">
                <a:moveTo>
                  <a:pt x="185927" y="0"/>
                </a:moveTo>
                <a:lnTo>
                  <a:pt x="185927" y="76200"/>
                </a:lnTo>
                <a:lnTo>
                  <a:pt x="249427" y="44450"/>
                </a:lnTo>
                <a:lnTo>
                  <a:pt x="198627" y="44450"/>
                </a:lnTo>
                <a:lnTo>
                  <a:pt x="198627" y="31750"/>
                </a:lnTo>
                <a:lnTo>
                  <a:pt x="249427" y="31750"/>
                </a:lnTo>
                <a:lnTo>
                  <a:pt x="185927" y="0"/>
                </a:lnTo>
                <a:close/>
              </a:path>
              <a:path w="262254" h="76200">
                <a:moveTo>
                  <a:pt x="185927" y="31750"/>
                </a:moveTo>
                <a:lnTo>
                  <a:pt x="0" y="31750"/>
                </a:lnTo>
                <a:lnTo>
                  <a:pt x="0" y="44450"/>
                </a:lnTo>
                <a:lnTo>
                  <a:pt x="185927" y="44450"/>
                </a:lnTo>
                <a:lnTo>
                  <a:pt x="185927" y="31750"/>
                </a:lnTo>
                <a:close/>
              </a:path>
              <a:path w="262254" h="76200">
                <a:moveTo>
                  <a:pt x="249427" y="31750"/>
                </a:moveTo>
                <a:lnTo>
                  <a:pt x="198627" y="31750"/>
                </a:lnTo>
                <a:lnTo>
                  <a:pt x="198627" y="44450"/>
                </a:lnTo>
                <a:lnTo>
                  <a:pt x="249427" y="44450"/>
                </a:lnTo>
                <a:lnTo>
                  <a:pt x="262127" y="38100"/>
                </a:lnTo>
                <a:lnTo>
                  <a:pt x="249427" y="31750"/>
                </a:lnTo>
                <a:close/>
              </a:path>
            </a:pathLst>
          </a:custGeom>
          <a:solidFill>
            <a:srgbClr val="13299F"/>
          </a:solidFill>
        </p:spPr>
        <p:txBody>
          <a:bodyPr wrap="square" lIns="0" tIns="0" rIns="0" bIns="0" rtlCol="0"/>
          <a:lstStyle/>
          <a:p>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397"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786120" cy="299720"/>
          </a:xfrm>
          <a:prstGeom prst="rect">
            <a:avLst/>
          </a:prstGeom>
        </p:spPr>
        <p:txBody>
          <a:bodyPr vert="horz" wrap="square" lIns="0" tIns="12700" rIns="0" bIns="0" rtlCol="0">
            <a:spAutoFit/>
          </a:bodyPr>
          <a:lstStyle/>
          <a:p>
            <a:pPr marL="12700">
              <a:lnSpc>
                <a:spcPct val="100000"/>
              </a:lnSpc>
              <a:spcBef>
                <a:spcPts val="100"/>
              </a:spcBef>
            </a:pPr>
            <a:r>
              <a:rPr spc="-5" dirty="0"/>
              <a:t>1.2. Components</a:t>
            </a:r>
            <a:r>
              <a:rPr spc="-35" dirty="0"/>
              <a:t> </a:t>
            </a:r>
            <a:r>
              <a:rPr dirty="0"/>
              <a:t>of</a:t>
            </a:r>
            <a:r>
              <a:rPr spc="-15" dirty="0"/>
              <a:t> </a:t>
            </a:r>
            <a:r>
              <a:rPr spc="-5" dirty="0"/>
              <a:t>Convolutional</a:t>
            </a:r>
            <a:r>
              <a:rPr spc="-35" dirty="0"/>
              <a:t> </a:t>
            </a:r>
            <a:r>
              <a:rPr spc="-5" dirty="0"/>
              <a:t>Neural Network</a:t>
            </a:r>
            <a:r>
              <a:rPr dirty="0"/>
              <a:t> </a:t>
            </a:r>
            <a:r>
              <a:rPr spc="-5" dirty="0"/>
              <a:t>(CNN)</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txBox="1"/>
          <p:nvPr/>
        </p:nvSpPr>
        <p:spPr>
          <a:xfrm>
            <a:off x="2642742" y="5189982"/>
            <a:ext cx="662940" cy="208279"/>
          </a:xfrm>
          <a:prstGeom prst="rect">
            <a:avLst/>
          </a:prstGeom>
        </p:spPr>
        <p:txBody>
          <a:bodyPr vert="horz" wrap="square" lIns="0" tIns="12700" rIns="0" bIns="0" rtlCol="0">
            <a:spAutoFit/>
          </a:bodyPr>
          <a:lstStyle/>
          <a:p>
            <a:pPr marL="12700">
              <a:lnSpc>
                <a:spcPct val="100000"/>
              </a:lnSpc>
              <a:spcBef>
                <a:spcPts val="100"/>
              </a:spcBef>
            </a:pPr>
            <a:r>
              <a:rPr sz="1200" spc="-130" dirty="0">
                <a:latin typeface="Trebuchet MS"/>
                <a:cs typeface="Trebuchet MS"/>
              </a:rPr>
              <a:t>(</a:t>
            </a:r>
            <a:r>
              <a:rPr sz="1200" spc="-185" dirty="0">
                <a:latin typeface="Trebuchet MS"/>
                <a:cs typeface="Trebuchet MS"/>
              </a:rPr>
              <a:t>a</a:t>
            </a:r>
            <a:r>
              <a:rPr sz="1200" spc="-125" dirty="0">
                <a:latin typeface="Trebuchet MS"/>
                <a:cs typeface="Trebuchet MS"/>
              </a:rPr>
              <a:t>)</a:t>
            </a:r>
            <a:r>
              <a:rPr sz="1200" spc="-140" dirty="0">
                <a:latin typeface="Trebuchet MS"/>
                <a:cs typeface="Trebuchet MS"/>
              </a:rPr>
              <a:t> </a:t>
            </a:r>
            <a:r>
              <a:rPr sz="1200" spc="-160" dirty="0">
                <a:latin typeface="Trebuchet MS"/>
                <a:cs typeface="Trebuchet MS"/>
              </a:rPr>
              <a:t>P</a:t>
            </a:r>
            <a:r>
              <a:rPr sz="1200" spc="-185" dirty="0">
                <a:latin typeface="Trebuchet MS"/>
                <a:cs typeface="Trebuchet MS"/>
              </a:rPr>
              <a:t>a</a:t>
            </a:r>
            <a:r>
              <a:rPr sz="1200" spc="-220" dirty="0">
                <a:latin typeface="Trebuchet MS"/>
                <a:cs typeface="Trebuchet MS"/>
              </a:rPr>
              <a:t>d</a:t>
            </a:r>
            <a:r>
              <a:rPr sz="1200" spc="-225" dirty="0">
                <a:latin typeface="Trebuchet MS"/>
                <a:cs typeface="Trebuchet MS"/>
              </a:rPr>
              <a:t>d</a:t>
            </a:r>
            <a:r>
              <a:rPr sz="1200" spc="-140" dirty="0">
                <a:latin typeface="Trebuchet MS"/>
                <a:cs typeface="Trebuchet MS"/>
              </a:rPr>
              <a:t>i</a:t>
            </a:r>
            <a:r>
              <a:rPr sz="1200" spc="-180" dirty="0">
                <a:latin typeface="Trebuchet MS"/>
                <a:cs typeface="Trebuchet MS"/>
              </a:rPr>
              <a:t>ng</a:t>
            </a:r>
            <a:r>
              <a:rPr sz="1200" spc="-155" dirty="0">
                <a:latin typeface="Trebuchet MS"/>
                <a:cs typeface="Trebuchet MS"/>
              </a:rPr>
              <a:t> </a:t>
            </a:r>
            <a:r>
              <a:rPr sz="1200" spc="-110" dirty="0">
                <a:latin typeface="Trebuchet MS"/>
                <a:cs typeface="Trebuchet MS"/>
              </a:rPr>
              <a:t>0</a:t>
            </a:r>
            <a:endParaRPr sz="1200">
              <a:latin typeface="Trebuchet MS"/>
              <a:cs typeface="Trebuchet MS"/>
            </a:endParaRPr>
          </a:p>
        </p:txBody>
      </p:sp>
      <p:sp>
        <p:nvSpPr>
          <p:cNvPr id="8" name="object 8"/>
          <p:cNvSpPr txBox="1"/>
          <p:nvPr/>
        </p:nvSpPr>
        <p:spPr>
          <a:xfrm>
            <a:off x="5705602" y="5189982"/>
            <a:ext cx="1466215" cy="208279"/>
          </a:xfrm>
          <a:prstGeom prst="rect">
            <a:avLst/>
          </a:prstGeom>
        </p:spPr>
        <p:txBody>
          <a:bodyPr vert="horz" wrap="square" lIns="0" tIns="12700" rIns="0" bIns="0" rtlCol="0">
            <a:spAutoFit/>
          </a:bodyPr>
          <a:lstStyle/>
          <a:p>
            <a:pPr marL="12700">
              <a:lnSpc>
                <a:spcPct val="100000"/>
              </a:lnSpc>
              <a:spcBef>
                <a:spcPts val="100"/>
              </a:spcBef>
            </a:pPr>
            <a:r>
              <a:rPr sz="1200" spc="-130" dirty="0">
                <a:latin typeface="Trebuchet MS"/>
                <a:cs typeface="Trebuchet MS"/>
              </a:rPr>
              <a:t>(</a:t>
            </a:r>
            <a:r>
              <a:rPr sz="1200" spc="-170" dirty="0">
                <a:latin typeface="Trebuchet MS"/>
                <a:cs typeface="Trebuchet MS"/>
              </a:rPr>
              <a:t>b)</a:t>
            </a:r>
            <a:r>
              <a:rPr sz="1200" spc="-140" dirty="0">
                <a:latin typeface="Trebuchet MS"/>
                <a:cs typeface="Trebuchet MS"/>
              </a:rPr>
              <a:t> </a:t>
            </a:r>
            <a:r>
              <a:rPr sz="1200" spc="-160" dirty="0">
                <a:latin typeface="Trebuchet MS"/>
                <a:cs typeface="Trebuchet MS"/>
              </a:rPr>
              <a:t>P</a:t>
            </a:r>
            <a:r>
              <a:rPr sz="1200" spc="-185" dirty="0">
                <a:latin typeface="Trebuchet MS"/>
                <a:cs typeface="Trebuchet MS"/>
              </a:rPr>
              <a:t>a</a:t>
            </a:r>
            <a:r>
              <a:rPr sz="1200" spc="-220" dirty="0">
                <a:latin typeface="Trebuchet MS"/>
                <a:cs typeface="Trebuchet MS"/>
              </a:rPr>
              <a:t>d</a:t>
            </a:r>
            <a:r>
              <a:rPr sz="1200" spc="-225" dirty="0">
                <a:latin typeface="Trebuchet MS"/>
                <a:cs typeface="Trebuchet MS"/>
              </a:rPr>
              <a:t>d</a:t>
            </a:r>
            <a:r>
              <a:rPr sz="1200" spc="-140" dirty="0">
                <a:latin typeface="Trebuchet MS"/>
                <a:cs typeface="Trebuchet MS"/>
              </a:rPr>
              <a:t>i</a:t>
            </a:r>
            <a:r>
              <a:rPr sz="1200" spc="-180" dirty="0">
                <a:latin typeface="Trebuchet MS"/>
                <a:cs typeface="Trebuchet MS"/>
              </a:rPr>
              <a:t>ng</a:t>
            </a:r>
            <a:r>
              <a:rPr sz="1200" spc="-155" dirty="0">
                <a:latin typeface="Trebuchet MS"/>
                <a:cs typeface="Trebuchet MS"/>
              </a:rPr>
              <a:t> </a:t>
            </a:r>
            <a:r>
              <a:rPr sz="1200" spc="-170" dirty="0">
                <a:latin typeface="Trebuchet MS"/>
                <a:cs typeface="Trebuchet MS"/>
              </a:rPr>
              <a:t>t</a:t>
            </a:r>
            <a:r>
              <a:rPr sz="1200" spc="-204" dirty="0">
                <a:latin typeface="Trebuchet MS"/>
                <a:cs typeface="Trebuchet MS"/>
              </a:rPr>
              <a:t>he</a:t>
            </a:r>
            <a:r>
              <a:rPr sz="1200" spc="-140" dirty="0">
                <a:latin typeface="Trebuchet MS"/>
                <a:cs typeface="Trebuchet MS"/>
              </a:rPr>
              <a:t> </a:t>
            </a:r>
            <a:r>
              <a:rPr sz="1200" spc="-185" dirty="0">
                <a:latin typeface="Trebuchet MS"/>
                <a:cs typeface="Trebuchet MS"/>
              </a:rPr>
              <a:t>a</a:t>
            </a:r>
            <a:r>
              <a:rPr sz="1200" spc="-270" dirty="0">
                <a:latin typeface="Trebuchet MS"/>
                <a:cs typeface="Trebuchet MS"/>
              </a:rPr>
              <a:t>d</a:t>
            </a:r>
            <a:r>
              <a:rPr sz="1200" spc="-190" dirty="0">
                <a:latin typeface="Trebuchet MS"/>
                <a:cs typeface="Trebuchet MS"/>
              </a:rPr>
              <a:t>j</a:t>
            </a:r>
            <a:r>
              <a:rPr sz="1200" spc="-185" dirty="0">
                <a:latin typeface="Trebuchet MS"/>
                <a:cs typeface="Trebuchet MS"/>
              </a:rPr>
              <a:t>a</a:t>
            </a:r>
            <a:r>
              <a:rPr sz="1200" spc="-145" dirty="0">
                <a:latin typeface="Trebuchet MS"/>
                <a:cs typeface="Trebuchet MS"/>
              </a:rPr>
              <a:t>c</a:t>
            </a:r>
            <a:r>
              <a:rPr sz="1200" spc="-204" dirty="0">
                <a:latin typeface="Trebuchet MS"/>
                <a:cs typeface="Trebuchet MS"/>
              </a:rPr>
              <a:t>e</a:t>
            </a:r>
            <a:r>
              <a:rPr sz="1200" spc="-215" dirty="0">
                <a:latin typeface="Trebuchet MS"/>
                <a:cs typeface="Trebuchet MS"/>
              </a:rPr>
              <a:t>n</a:t>
            </a:r>
            <a:r>
              <a:rPr sz="1200" spc="-175" dirty="0">
                <a:latin typeface="Trebuchet MS"/>
                <a:cs typeface="Trebuchet MS"/>
              </a:rPr>
              <a:t>t</a:t>
            </a:r>
            <a:r>
              <a:rPr sz="1200" spc="-165" dirty="0">
                <a:latin typeface="Trebuchet MS"/>
                <a:cs typeface="Trebuchet MS"/>
              </a:rPr>
              <a:t> </a:t>
            </a:r>
            <a:r>
              <a:rPr sz="1200" spc="-175" dirty="0">
                <a:latin typeface="Trebuchet MS"/>
                <a:cs typeface="Trebuchet MS"/>
              </a:rPr>
              <a:t>v</a:t>
            </a:r>
            <a:r>
              <a:rPr sz="1200" spc="-180" dirty="0">
                <a:latin typeface="Trebuchet MS"/>
                <a:cs typeface="Trebuchet MS"/>
              </a:rPr>
              <a:t>a</a:t>
            </a:r>
            <a:r>
              <a:rPr sz="1200" spc="-150" dirty="0">
                <a:latin typeface="Trebuchet MS"/>
                <a:cs typeface="Trebuchet MS"/>
              </a:rPr>
              <a:t>l</a:t>
            </a:r>
            <a:r>
              <a:rPr sz="1200" spc="-204" dirty="0">
                <a:latin typeface="Trebuchet MS"/>
                <a:cs typeface="Trebuchet MS"/>
              </a:rPr>
              <a:t>ue</a:t>
            </a:r>
            <a:endParaRPr sz="1200">
              <a:latin typeface="Trebuchet MS"/>
              <a:cs typeface="Trebuchet MS"/>
            </a:endParaRPr>
          </a:p>
        </p:txBody>
      </p:sp>
      <p:sp>
        <p:nvSpPr>
          <p:cNvPr id="9" name="object 9"/>
          <p:cNvSpPr txBox="1"/>
          <p:nvPr/>
        </p:nvSpPr>
        <p:spPr>
          <a:xfrm>
            <a:off x="2480564" y="5544108"/>
            <a:ext cx="2286000" cy="208279"/>
          </a:xfrm>
          <a:prstGeom prst="rect">
            <a:avLst/>
          </a:prstGeom>
        </p:spPr>
        <p:txBody>
          <a:bodyPr vert="horz" wrap="square" lIns="0" tIns="12700" rIns="0" bIns="0" rtlCol="0">
            <a:spAutoFit/>
          </a:bodyPr>
          <a:lstStyle/>
          <a:p>
            <a:pPr marL="12700">
              <a:lnSpc>
                <a:spcPct val="100000"/>
              </a:lnSpc>
              <a:spcBef>
                <a:spcPts val="100"/>
              </a:spcBef>
            </a:pPr>
            <a:r>
              <a:rPr sz="1200" spc="-185" dirty="0">
                <a:latin typeface="Trebuchet MS"/>
                <a:cs typeface="Trebuchet MS"/>
              </a:rPr>
              <a:t>Padding</a:t>
            </a:r>
            <a:r>
              <a:rPr sz="1200" spc="-155" dirty="0">
                <a:latin typeface="Trebuchet MS"/>
                <a:cs typeface="Trebuchet MS"/>
              </a:rPr>
              <a:t> </a:t>
            </a:r>
            <a:r>
              <a:rPr sz="1200" spc="-145" dirty="0">
                <a:latin typeface="Trebuchet MS"/>
                <a:cs typeface="Trebuchet MS"/>
              </a:rPr>
              <a:t>(grey</a:t>
            </a:r>
            <a:r>
              <a:rPr sz="1200" spc="-150" dirty="0">
                <a:latin typeface="Trebuchet MS"/>
                <a:cs typeface="Trebuchet MS"/>
              </a:rPr>
              <a:t> </a:t>
            </a:r>
            <a:r>
              <a:rPr sz="1200" spc="-165" dirty="0">
                <a:latin typeface="Trebuchet MS"/>
                <a:cs typeface="Trebuchet MS"/>
              </a:rPr>
              <a:t>colored </a:t>
            </a:r>
            <a:r>
              <a:rPr sz="1200" spc="-175" dirty="0">
                <a:latin typeface="Trebuchet MS"/>
                <a:cs typeface="Trebuchet MS"/>
              </a:rPr>
              <a:t>nodes</a:t>
            </a:r>
            <a:r>
              <a:rPr sz="1200" spc="-150" dirty="0">
                <a:latin typeface="Trebuchet MS"/>
                <a:cs typeface="Trebuchet MS"/>
              </a:rPr>
              <a:t> </a:t>
            </a:r>
            <a:r>
              <a:rPr sz="1200" spc="-155" dirty="0">
                <a:latin typeface="Trebuchet MS"/>
                <a:cs typeface="Trebuchet MS"/>
              </a:rPr>
              <a:t>are</a:t>
            </a:r>
            <a:r>
              <a:rPr sz="1200" spc="-135" dirty="0">
                <a:latin typeface="Trebuchet MS"/>
                <a:cs typeface="Trebuchet MS"/>
              </a:rPr>
              <a:t> </a:t>
            </a:r>
            <a:r>
              <a:rPr sz="1200" spc="-210" dirty="0">
                <a:latin typeface="Trebuchet MS"/>
                <a:cs typeface="Trebuchet MS"/>
              </a:rPr>
              <a:t>padded</a:t>
            </a:r>
            <a:r>
              <a:rPr sz="1200" spc="-130" dirty="0">
                <a:latin typeface="Trebuchet MS"/>
                <a:cs typeface="Trebuchet MS"/>
              </a:rPr>
              <a:t> </a:t>
            </a:r>
            <a:r>
              <a:rPr sz="1200" spc="-175" dirty="0">
                <a:latin typeface="Trebuchet MS"/>
                <a:cs typeface="Trebuchet MS"/>
              </a:rPr>
              <a:t>nods.)</a:t>
            </a:r>
            <a:endParaRPr sz="1200">
              <a:latin typeface="Trebuchet MS"/>
              <a:cs typeface="Trebuchet MS"/>
            </a:endParaRPr>
          </a:p>
        </p:txBody>
      </p:sp>
      <p:sp>
        <p:nvSpPr>
          <p:cNvPr id="10" name="object 10"/>
          <p:cNvSpPr txBox="1"/>
          <p:nvPr/>
        </p:nvSpPr>
        <p:spPr>
          <a:xfrm>
            <a:off x="713943" y="1628292"/>
            <a:ext cx="8433435" cy="1519647"/>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dirty="0">
                <a:solidFill>
                  <a:srgbClr val="252525"/>
                </a:solidFill>
                <a:latin typeface="Trebuchet MS"/>
                <a:cs typeface="Trebuchet MS"/>
              </a:rPr>
              <a:t>Operation at the border of data is impossible since the kernel protrudes outside the data’s area.</a:t>
            </a:r>
            <a:endParaRPr sz="1300" dirty="0">
              <a:latin typeface="Trebuchet MS"/>
              <a:cs typeface="Trebuchet MS"/>
            </a:endParaRPr>
          </a:p>
          <a:p>
            <a:pPr marL="194945" marR="50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In the previous slide, areas impossible for the operation were denoted with -. If a kernel’s size is h, and h is 3, the number of nodes becomes 2 in the border. In  deep neural networks, convolution layers are repeated multiple times. Then, some nodes are omitted to a great degree.</a:t>
            </a:r>
            <a:endParaRPr sz="1300" dirty="0">
              <a:latin typeface="Trebuchet MS"/>
              <a:cs typeface="Trebuchet MS"/>
            </a:endParaRPr>
          </a:p>
          <a:p>
            <a:pPr marL="195580" indent="-182880">
              <a:lnSpc>
                <a:spcPct val="100000"/>
              </a:lnSpc>
              <a:spcBef>
                <a:spcPts val="800"/>
              </a:spcBef>
              <a:buClr>
                <a:srgbClr val="183DAF"/>
              </a:buClr>
              <a:buFont typeface="Tahoma"/>
              <a:buChar char="‣"/>
              <a:tabLst>
                <a:tab pos="195580" algn="l"/>
              </a:tabLst>
            </a:pPr>
            <a:r>
              <a:rPr sz="1300" dirty="0">
                <a:solidFill>
                  <a:srgbClr val="252525"/>
                </a:solidFill>
                <a:latin typeface="Trebuchet MS"/>
                <a:cs typeface="Trebuchet MS"/>
              </a:rPr>
              <a:t>To prevent such a problem, it performs what is called padding, as shown below. It pads a required amount of 0 or duplicates the value of the adjacent node.</a:t>
            </a:r>
            <a:endParaRPr sz="1300" dirty="0">
              <a:latin typeface="Trebuchet MS"/>
              <a:cs typeface="Trebuchet MS"/>
            </a:endParaRPr>
          </a:p>
        </p:txBody>
      </p:sp>
      <p:sp>
        <p:nvSpPr>
          <p:cNvPr id="11" name="object 11"/>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2" name="object 12"/>
          <p:cNvPicPr/>
          <p:nvPr/>
        </p:nvPicPr>
        <p:blipFill>
          <a:blip r:embed="rId5" cstate="print"/>
          <a:stretch>
            <a:fillRect/>
          </a:stretch>
        </p:blipFill>
        <p:spPr>
          <a:xfrm>
            <a:off x="723940" y="1432580"/>
            <a:ext cx="424393" cy="169905"/>
          </a:xfrm>
          <a:prstGeom prst="rect">
            <a:avLst/>
          </a:prstGeom>
        </p:spPr>
      </p:pic>
      <p:graphicFrame>
        <p:nvGraphicFramePr>
          <p:cNvPr id="13" name="object 13"/>
          <p:cNvGraphicFramePr>
            <a:graphicFrameLocks noGrp="1"/>
          </p:cNvGraphicFramePr>
          <p:nvPr/>
        </p:nvGraphicFramePr>
        <p:xfrm>
          <a:off x="2441194" y="3901566"/>
          <a:ext cx="2374896" cy="252094"/>
        </p:xfrm>
        <a:graphic>
          <a:graphicData uri="http://schemas.openxmlformats.org/drawingml/2006/table">
            <a:tbl>
              <a:tblPr firstRow="1" bandRow="1">
                <a:tableStyleId>{2D5ABB26-0587-4C30-8999-92F81FD0307C}</a:tableStyleId>
              </a:tblPr>
              <a:tblGrid>
                <a:gridCol w="237490">
                  <a:extLst>
                    <a:ext uri="{9D8B030D-6E8A-4147-A177-3AD203B41FA5}">
                      <a16:colId xmlns:a16="http://schemas.microsoft.com/office/drawing/2014/main" val="20000"/>
                    </a:ext>
                  </a:extLst>
                </a:gridCol>
                <a:gridCol w="237490">
                  <a:extLst>
                    <a:ext uri="{9D8B030D-6E8A-4147-A177-3AD203B41FA5}">
                      <a16:colId xmlns:a16="http://schemas.microsoft.com/office/drawing/2014/main" val="20001"/>
                    </a:ext>
                  </a:extLst>
                </a:gridCol>
                <a:gridCol w="237489">
                  <a:extLst>
                    <a:ext uri="{9D8B030D-6E8A-4147-A177-3AD203B41FA5}">
                      <a16:colId xmlns:a16="http://schemas.microsoft.com/office/drawing/2014/main" val="20002"/>
                    </a:ext>
                  </a:extLst>
                </a:gridCol>
                <a:gridCol w="237490">
                  <a:extLst>
                    <a:ext uri="{9D8B030D-6E8A-4147-A177-3AD203B41FA5}">
                      <a16:colId xmlns:a16="http://schemas.microsoft.com/office/drawing/2014/main" val="20003"/>
                    </a:ext>
                  </a:extLst>
                </a:gridCol>
                <a:gridCol w="237490">
                  <a:extLst>
                    <a:ext uri="{9D8B030D-6E8A-4147-A177-3AD203B41FA5}">
                      <a16:colId xmlns:a16="http://schemas.microsoft.com/office/drawing/2014/main" val="20004"/>
                    </a:ext>
                  </a:extLst>
                </a:gridCol>
                <a:gridCol w="237490">
                  <a:extLst>
                    <a:ext uri="{9D8B030D-6E8A-4147-A177-3AD203B41FA5}">
                      <a16:colId xmlns:a16="http://schemas.microsoft.com/office/drawing/2014/main" val="20005"/>
                    </a:ext>
                  </a:extLst>
                </a:gridCol>
                <a:gridCol w="237490">
                  <a:extLst>
                    <a:ext uri="{9D8B030D-6E8A-4147-A177-3AD203B41FA5}">
                      <a16:colId xmlns:a16="http://schemas.microsoft.com/office/drawing/2014/main" val="20006"/>
                    </a:ext>
                  </a:extLst>
                </a:gridCol>
                <a:gridCol w="237489">
                  <a:extLst>
                    <a:ext uri="{9D8B030D-6E8A-4147-A177-3AD203B41FA5}">
                      <a16:colId xmlns:a16="http://schemas.microsoft.com/office/drawing/2014/main" val="20007"/>
                    </a:ext>
                  </a:extLst>
                </a:gridCol>
                <a:gridCol w="237489">
                  <a:extLst>
                    <a:ext uri="{9D8B030D-6E8A-4147-A177-3AD203B41FA5}">
                      <a16:colId xmlns:a16="http://schemas.microsoft.com/office/drawing/2014/main" val="20008"/>
                    </a:ext>
                  </a:extLst>
                </a:gridCol>
                <a:gridCol w="237489">
                  <a:extLst>
                    <a:ext uri="{9D8B030D-6E8A-4147-A177-3AD203B41FA5}">
                      <a16:colId xmlns:a16="http://schemas.microsoft.com/office/drawing/2014/main" val="20009"/>
                    </a:ext>
                  </a:extLst>
                </a:gridCol>
              </a:tblGrid>
              <a:tr h="252094">
                <a:tc>
                  <a:txBody>
                    <a:bodyPr/>
                    <a:lstStyle/>
                    <a:p>
                      <a:pPr algn="ctr">
                        <a:lnSpc>
                          <a:spcPct val="100000"/>
                        </a:lnSpc>
                        <a:spcBef>
                          <a:spcPts val="330"/>
                        </a:spcBef>
                      </a:pPr>
                      <a:r>
                        <a:rPr sz="1100" b="1" dirty="0">
                          <a:latin typeface="Tahoma"/>
                          <a:cs typeface="Tahoma"/>
                        </a:rPr>
                        <a:t>0</a:t>
                      </a:r>
                      <a:endParaRPr sz="11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algn="ctr">
                        <a:lnSpc>
                          <a:spcPct val="100000"/>
                        </a:lnSpc>
                        <a:spcBef>
                          <a:spcPts val="320"/>
                        </a:spcBef>
                      </a:pPr>
                      <a:r>
                        <a:rPr sz="1100" dirty="0">
                          <a:latin typeface="Trebuchet MS"/>
                          <a:cs typeface="Trebuchet MS"/>
                        </a:rPr>
                        <a:t>3</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100" dirty="0">
                          <a:latin typeface="Trebuchet MS"/>
                          <a:cs typeface="Trebuchet MS"/>
                        </a:rPr>
                        <a:t>2</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100" dirty="0">
                          <a:latin typeface="Trebuchet MS"/>
                          <a:cs typeface="Trebuchet MS"/>
                        </a:rPr>
                        <a:t>4</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100" dirty="0">
                          <a:latin typeface="Trebuchet MS"/>
                          <a:cs typeface="Trebuchet MS"/>
                        </a:rPr>
                        <a:t>5</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100" dirty="0">
                          <a:latin typeface="Trebuchet MS"/>
                          <a:cs typeface="Trebuchet MS"/>
                        </a:rPr>
                        <a:t>1</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8419">
                        <a:lnSpc>
                          <a:spcPct val="100000"/>
                        </a:lnSpc>
                        <a:spcBef>
                          <a:spcPts val="320"/>
                        </a:spcBef>
                      </a:pPr>
                      <a:r>
                        <a:rPr sz="1100" spc="-100" dirty="0">
                          <a:latin typeface="Trebuchet MS"/>
                          <a:cs typeface="Trebuchet MS"/>
                        </a:rPr>
                        <a:t>20</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100" dirty="0">
                          <a:latin typeface="Trebuchet MS"/>
                          <a:cs typeface="Trebuchet MS"/>
                        </a:rPr>
                        <a:t>2</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100" dirty="0">
                          <a:latin typeface="Trebuchet MS"/>
                          <a:cs typeface="Trebuchet MS"/>
                        </a:rPr>
                        <a:t>2</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30"/>
                        </a:spcBef>
                      </a:pPr>
                      <a:r>
                        <a:rPr sz="1100" b="1" dirty="0">
                          <a:latin typeface="Tahoma"/>
                          <a:cs typeface="Tahoma"/>
                        </a:rPr>
                        <a:t>0</a:t>
                      </a:r>
                      <a:endParaRPr sz="11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extLst>
                  <a:ext uri="{0D108BD9-81ED-4DB2-BD59-A6C34878D82A}">
                    <a16:rowId xmlns:a16="http://schemas.microsoft.com/office/drawing/2014/main" val="10000"/>
                  </a:ext>
                </a:extLst>
              </a:tr>
            </a:tbl>
          </a:graphicData>
        </a:graphic>
      </p:graphicFrame>
      <p:sp>
        <p:nvSpPr>
          <p:cNvPr id="14" name="object 14"/>
          <p:cNvSpPr txBox="1"/>
          <p:nvPr/>
        </p:nvSpPr>
        <p:spPr>
          <a:xfrm>
            <a:off x="2760345" y="3700398"/>
            <a:ext cx="1747520" cy="193675"/>
          </a:xfrm>
          <a:prstGeom prst="rect">
            <a:avLst/>
          </a:prstGeom>
        </p:spPr>
        <p:txBody>
          <a:bodyPr vert="horz" wrap="square" lIns="0" tIns="12700" rIns="0" bIns="0" rtlCol="0">
            <a:spAutoFit/>
          </a:bodyPr>
          <a:lstStyle/>
          <a:p>
            <a:pPr marL="12700">
              <a:lnSpc>
                <a:spcPct val="100000"/>
              </a:lnSpc>
              <a:spcBef>
                <a:spcPts val="100"/>
              </a:spcBef>
              <a:tabLst>
                <a:tab pos="257175" algn="l"/>
                <a:tab pos="485140" algn="l"/>
                <a:tab pos="730885" algn="l"/>
                <a:tab pos="972185" algn="l"/>
                <a:tab pos="1191895" algn="l"/>
                <a:tab pos="1437640" algn="l"/>
                <a:tab pos="1683385" algn="l"/>
              </a:tabLst>
            </a:pPr>
            <a:r>
              <a:rPr sz="1100" spc="-100" dirty="0">
                <a:latin typeface="Trebuchet MS"/>
                <a:cs typeface="Trebuchet MS"/>
              </a:rPr>
              <a:t>0	</a:t>
            </a:r>
            <a:r>
              <a:rPr sz="1100" spc="-355" dirty="0">
                <a:latin typeface="Trebuchet MS"/>
                <a:cs typeface="Trebuchet MS"/>
              </a:rPr>
              <a:t>1	</a:t>
            </a:r>
            <a:r>
              <a:rPr sz="1100" spc="-150" dirty="0">
                <a:latin typeface="Trebuchet MS"/>
                <a:cs typeface="Trebuchet MS"/>
              </a:rPr>
              <a:t>2	</a:t>
            </a:r>
            <a:r>
              <a:rPr sz="1100" spc="-114" dirty="0">
                <a:latin typeface="Trebuchet MS"/>
                <a:cs typeface="Trebuchet MS"/>
              </a:rPr>
              <a:t>3	</a:t>
            </a:r>
            <a:r>
              <a:rPr sz="1100" spc="-155" dirty="0">
                <a:latin typeface="Trebuchet MS"/>
                <a:cs typeface="Trebuchet MS"/>
              </a:rPr>
              <a:t>4	</a:t>
            </a:r>
            <a:r>
              <a:rPr sz="1100" spc="-125" dirty="0">
                <a:latin typeface="Trebuchet MS"/>
                <a:cs typeface="Trebuchet MS"/>
              </a:rPr>
              <a:t>5	</a:t>
            </a:r>
            <a:r>
              <a:rPr sz="1100" spc="-110" dirty="0">
                <a:latin typeface="Trebuchet MS"/>
                <a:cs typeface="Trebuchet MS"/>
              </a:rPr>
              <a:t>6	</a:t>
            </a:r>
            <a:r>
              <a:rPr sz="1100" spc="-180" dirty="0">
                <a:latin typeface="Trebuchet MS"/>
                <a:cs typeface="Trebuchet MS"/>
              </a:rPr>
              <a:t>7</a:t>
            </a:r>
            <a:endParaRPr sz="1100">
              <a:latin typeface="Trebuchet MS"/>
              <a:cs typeface="Trebuchet MS"/>
            </a:endParaRPr>
          </a:p>
        </p:txBody>
      </p:sp>
      <p:pic>
        <p:nvPicPr>
          <p:cNvPr id="15" name="object 15"/>
          <p:cNvPicPr/>
          <p:nvPr/>
        </p:nvPicPr>
        <p:blipFill>
          <a:blip r:embed="rId6" cstate="print"/>
          <a:stretch>
            <a:fillRect/>
          </a:stretch>
        </p:blipFill>
        <p:spPr>
          <a:xfrm>
            <a:off x="3596640" y="4160520"/>
            <a:ext cx="76200" cy="234950"/>
          </a:xfrm>
          <a:prstGeom prst="rect">
            <a:avLst/>
          </a:prstGeom>
        </p:spPr>
      </p:pic>
      <p:graphicFrame>
        <p:nvGraphicFramePr>
          <p:cNvPr id="16" name="object 16"/>
          <p:cNvGraphicFramePr>
            <a:graphicFrameLocks noGrp="1"/>
          </p:cNvGraphicFramePr>
          <p:nvPr/>
        </p:nvGraphicFramePr>
        <p:xfrm>
          <a:off x="3248914" y="4378833"/>
          <a:ext cx="758187" cy="263652"/>
        </p:xfrm>
        <a:graphic>
          <a:graphicData uri="http://schemas.openxmlformats.org/drawingml/2006/table">
            <a:tbl>
              <a:tblPr firstRow="1" bandRow="1">
                <a:tableStyleId>{2D5ABB26-0587-4C30-8999-92F81FD0307C}</a:tableStyleId>
              </a:tblPr>
              <a:tblGrid>
                <a:gridCol w="252729">
                  <a:extLst>
                    <a:ext uri="{9D8B030D-6E8A-4147-A177-3AD203B41FA5}">
                      <a16:colId xmlns:a16="http://schemas.microsoft.com/office/drawing/2014/main" val="20000"/>
                    </a:ext>
                  </a:extLst>
                </a:gridCol>
                <a:gridCol w="252729">
                  <a:extLst>
                    <a:ext uri="{9D8B030D-6E8A-4147-A177-3AD203B41FA5}">
                      <a16:colId xmlns:a16="http://schemas.microsoft.com/office/drawing/2014/main" val="20001"/>
                    </a:ext>
                  </a:extLst>
                </a:gridCol>
                <a:gridCol w="252729">
                  <a:extLst>
                    <a:ext uri="{9D8B030D-6E8A-4147-A177-3AD203B41FA5}">
                      <a16:colId xmlns:a16="http://schemas.microsoft.com/office/drawing/2014/main" val="20002"/>
                    </a:ext>
                  </a:extLst>
                </a:gridCol>
              </a:tblGrid>
              <a:tr h="263652">
                <a:tc>
                  <a:txBody>
                    <a:bodyPr/>
                    <a:lstStyle/>
                    <a:p>
                      <a:pPr marL="52069">
                        <a:lnSpc>
                          <a:spcPct val="100000"/>
                        </a:lnSpc>
                        <a:spcBef>
                          <a:spcPts val="365"/>
                        </a:spcBef>
                      </a:pPr>
                      <a:r>
                        <a:rPr sz="1100" spc="-135" dirty="0">
                          <a:latin typeface="Trebuchet MS"/>
                          <a:cs typeface="Trebuchet MS"/>
                        </a:rPr>
                        <a:t>0.3</a:t>
                      </a:r>
                      <a:endParaRPr sz="1100">
                        <a:latin typeface="Trebuchet MS"/>
                        <a:cs typeface="Trebuchet MS"/>
                      </a:endParaRPr>
                    </a:p>
                  </a:txBody>
                  <a:tcPr marL="0" marR="0" marT="463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244">
                        <a:lnSpc>
                          <a:spcPct val="100000"/>
                        </a:lnSpc>
                        <a:spcBef>
                          <a:spcPts val="365"/>
                        </a:spcBef>
                      </a:pPr>
                      <a:r>
                        <a:rPr sz="1100" spc="-150" dirty="0">
                          <a:latin typeface="Trebuchet MS"/>
                          <a:cs typeface="Trebuchet MS"/>
                        </a:rPr>
                        <a:t>0.4</a:t>
                      </a:r>
                      <a:endParaRPr sz="1100">
                        <a:latin typeface="Trebuchet MS"/>
                        <a:cs typeface="Trebuchet MS"/>
                      </a:endParaRPr>
                    </a:p>
                  </a:txBody>
                  <a:tcPr marL="0" marR="0" marT="463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365"/>
                        </a:spcBef>
                      </a:pPr>
                      <a:r>
                        <a:rPr sz="1100" spc="-135" dirty="0">
                          <a:latin typeface="Trebuchet MS"/>
                          <a:cs typeface="Trebuchet MS"/>
                        </a:rPr>
                        <a:t>0.3</a:t>
                      </a:r>
                      <a:endParaRPr sz="1100">
                        <a:latin typeface="Trebuchet MS"/>
                        <a:cs typeface="Trebuchet MS"/>
                      </a:endParaRPr>
                    </a:p>
                  </a:txBody>
                  <a:tcPr marL="0" marR="0" marT="463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7" name="object 17"/>
          <p:cNvGraphicFramePr>
            <a:graphicFrameLocks noGrp="1"/>
          </p:cNvGraphicFramePr>
          <p:nvPr/>
        </p:nvGraphicFramePr>
        <p:xfrm>
          <a:off x="2550922" y="4864861"/>
          <a:ext cx="2143756" cy="257048"/>
        </p:xfrm>
        <a:graphic>
          <a:graphicData uri="http://schemas.openxmlformats.org/drawingml/2006/table">
            <a:tbl>
              <a:tblPr firstRow="1" bandRow="1">
                <a:tableStyleId>{2D5ABB26-0587-4C30-8999-92F81FD0307C}</a:tableStyleId>
              </a:tblPr>
              <a:tblGrid>
                <a:gridCol w="267970">
                  <a:extLst>
                    <a:ext uri="{9D8B030D-6E8A-4147-A177-3AD203B41FA5}">
                      <a16:colId xmlns:a16="http://schemas.microsoft.com/office/drawing/2014/main" val="20000"/>
                    </a:ext>
                  </a:extLst>
                </a:gridCol>
                <a:gridCol w="267970">
                  <a:extLst>
                    <a:ext uri="{9D8B030D-6E8A-4147-A177-3AD203B41FA5}">
                      <a16:colId xmlns:a16="http://schemas.microsoft.com/office/drawing/2014/main" val="20001"/>
                    </a:ext>
                  </a:extLst>
                </a:gridCol>
                <a:gridCol w="267970">
                  <a:extLst>
                    <a:ext uri="{9D8B030D-6E8A-4147-A177-3AD203B41FA5}">
                      <a16:colId xmlns:a16="http://schemas.microsoft.com/office/drawing/2014/main" val="20002"/>
                    </a:ext>
                  </a:extLst>
                </a:gridCol>
                <a:gridCol w="267970">
                  <a:extLst>
                    <a:ext uri="{9D8B030D-6E8A-4147-A177-3AD203B41FA5}">
                      <a16:colId xmlns:a16="http://schemas.microsoft.com/office/drawing/2014/main" val="20003"/>
                    </a:ext>
                  </a:extLst>
                </a:gridCol>
                <a:gridCol w="267969">
                  <a:extLst>
                    <a:ext uri="{9D8B030D-6E8A-4147-A177-3AD203B41FA5}">
                      <a16:colId xmlns:a16="http://schemas.microsoft.com/office/drawing/2014/main" val="20004"/>
                    </a:ext>
                  </a:extLst>
                </a:gridCol>
                <a:gridCol w="267969">
                  <a:extLst>
                    <a:ext uri="{9D8B030D-6E8A-4147-A177-3AD203B41FA5}">
                      <a16:colId xmlns:a16="http://schemas.microsoft.com/office/drawing/2014/main" val="20005"/>
                    </a:ext>
                  </a:extLst>
                </a:gridCol>
                <a:gridCol w="267969">
                  <a:extLst>
                    <a:ext uri="{9D8B030D-6E8A-4147-A177-3AD203B41FA5}">
                      <a16:colId xmlns:a16="http://schemas.microsoft.com/office/drawing/2014/main" val="20006"/>
                    </a:ext>
                  </a:extLst>
                </a:gridCol>
                <a:gridCol w="267969">
                  <a:extLst>
                    <a:ext uri="{9D8B030D-6E8A-4147-A177-3AD203B41FA5}">
                      <a16:colId xmlns:a16="http://schemas.microsoft.com/office/drawing/2014/main" val="20007"/>
                    </a:ext>
                  </a:extLst>
                </a:gridCol>
              </a:tblGrid>
              <a:tr h="257048">
                <a:tc>
                  <a:txBody>
                    <a:bodyPr/>
                    <a:lstStyle/>
                    <a:p>
                      <a:pPr marL="75565">
                        <a:lnSpc>
                          <a:spcPct val="100000"/>
                        </a:lnSpc>
                        <a:spcBef>
                          <a:spcPts val="340"/>
                        </a:spcBef>
                      </a:pPr>
                      <a:r>
                        <a:rPr sz="1100" spc="-220" dirty="0">
                          <a:latin typeface="Trebuchet MS"/>
                          <a:cs typeface="Trebuchet MS"/>
                        </a:rPr>
                        <a:t>1.8</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40"/>
                        </a:spcBef>
                      </a:pPr>
                      <a:r>
                        <a:rPr sz="1100" spc="-155" dirty="0">
                          <a:latin typeface="Trebuchet MS"/>
                          <a:cs typeface="Trebuchet MS"/>
                        </a:rPr>
                        <a:t>2.9</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100" spc="-165" dirty="0">
                          <a:latin typeface="Trebuchet MS"/>
                          <a:cs typeface="Trebuchet MS"/>
                        </a:rPr>
                        <a:t>3.7</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1594">
                        <a:lnSpc>
                          <a:spcPct val="100000"/>
                        </a:lnSpc>
                        <a:spcBef>
                          <a:spcPts val="340"/>
                        </a:spcBef>
                      </a:pPr>
                      <a:r>
                        <a:rPr sz="1100" spc="-145" dirty="0">
                          <a:latin typeface="Trebuchet MS"/>
                          <a:cs typeface="Trebuchet MS"/>
                        </a:rPr>
                        <a:t>3.5</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769">
                        <a:lnSpc>
                          <a:spcPct val="100000"/>
                        </a:lnSpc>
                        <a:spcBef>
                          <a:spcPts val="340"/>
                        </a:spcBef>
                      </a:pPr>
                      <a:r>
                        <a:rPr sz="1100" spc="-165" dirty="0">
                          <a:latin typeface="Trebuchet MS"/>
                          <a:cs typeface="Trebuchet MS"/>
                        </a:rPr>
                        <a:t>7.9</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325">
                        <a:lnSpc>
                          <a:spcPct val="100000"/>
                        </a:lnSpc>
                        <a:spcBef>
                          <a:spcPts val="340"/>
                        </a:spcBef>
                      </a:pPr>
                      <a:r>
                        <a:rPr sz="1100" spc="-135" dirty="0">
                          <a:latin typeface="Trebuchet MS"/>
                          <a:cs typeface="Trebuchet MS"/>
                        </a:rPr>
                        <a:t>8.9</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7945">
                        <a:lnSpc>
                          <a:spcPct val="100000"/>
                        </a:lnSpc>
                        <a:spcBef>
                          <a:spcPts val="340"/>
                        </a:spcBef>
                      </a:pPr>
                      <a:r>
                        <a:rPr sz="1100" spc="-180" dirty="0">
                          <a:latin typeface="Trebuchet MS"/>
                          <a:cs typeface="Trebuchet MS"/>
                        </a:rPr>
                        <a:t>7.4</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0645">
                        <a:lnSpc>
                          <a:spcPct val="100000"/>
                        </a:lnSpc>
                        <a:spcBef>
                          <a:spcPts val="340"/>
                        </a:spcBef>
                      </a:pPr>
                      <a:r>
                        <a:rPr sz="1100" spc="-240" dirty="0">
                          <a:latin typeface="Trebuchet MS"/>
                          <a:cs typeface="Trebuchet MS"/>
                        </a:rPr>
                        <a:t>1.4</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pic>
        <p:nvPicPr>
          <p:cNvPr id="18" name="object 18"/>
          <p:cNvPicPr/>
          <p:nvPr/>
        </p:nvPicPr>
        <p:blipFill>
          <a:blip r:embed="rId6" cstate="print"/>
          <a:stretch>
            <a:fillRect/>
          </a:stretch>
        </p:blipFill>
        <p:spPr>
          <a:xfrm>
            <a:off x="3590544" y="4643628"/>
            <a:ext cx="76200" cy="234950"/>
          </a:xfrm>
          <a:prstGeom prst="rect">
            <a:avLst/>
          </a:prstGeom>
        </p:spPr>
      </p:pic>
      <p:graphicFrame>
        <p:nvGraphicFramePr>
          <p:cNvPr id="19" name="object 19"/>
          <p:cNvGraphicFramePr>
            <a:graphicFrameLocks noGrp="1"/>
          </p:cNvGraphicFramePr>
          <p:nvPr/>
        </p:nvGraphicFramePr>
        <p:xfrm>
          <a:off x="5305044" y="3901566"/>
          <a:ext cx="2374896" cy="252094"/>
        </p:xfrm>
        <a:graphic>
          <a:graphicData uri="http://schemas.openxmlformats.org/drawingml/2006/table">
            <a:tbl>
              <a:tblPr firstRow="1" bandRow="1">
                <a:tableStyleId>{2D5ABB26-0587-4C30-8999-92F81FD0307C}</a:tableStyleId>
              </a:tblPr>
              <a:tblGrid>
                <a:gridCol w="237490">
                  <a:extLst>
                    <a:ext uri="{9D8B030D-6E8A-4147-A177-3AD203B41FA5}">
                      <a16:colId xmlns:a16="http://schemas.microsoft.com/office/drawing/2014/main" val="20000"/>
                    </a:ext>
                  </a:extLst>
                </a:gridCol>
                <a:gridCol w="237490">
                  <a:extLst>
                    <a:ext uri="{9D8B030D-6E8A-4147-A177-3AD203B41FA5}">
                      <a16:colId xmlns:a16="http://schemas.microsoft.com/office/drawing/2014/main" val="20001"/>
                    </a:ext>
                  </a:extLst>
                </a:gridCol>
                <a:gridCol w="237489">
                  <a:extLst>
                    <a:ext uri="{9D8B030D-6E8A-4147-A177-3AD203B41FA5}">
                      <a16:colId xmlns:a16="http://schemas.microsoft.com/office/drawing/2014/main" val="20002"/>
                    </a:ext>
                  </a:extLst>
                </a:gridCol>
                <a:gridCol w="237490">
                  <a:extLst>
                    <a:ext uri="{9D8B030D-6E8A-4147-A177-3AD203B41FA5}">
                      <a16:colId xmlns:a16="http://schemas.microsoft.com/office/drawing/2014/main" val="20003"/>
                    </a:ext>
                  </a:extLst>
                </a:gridCol>
                <a:gridCol w="237490">
                  <a:extLst>
                    <a:ext uri="{9D8B030D-6E8A-4147-A177-3AD203B41FA5}">
                      <a16:colId xmlns:a16="http://schemas.microsoft.com/office/drawing/2014/main" val="20004"/>
                    </a:ext>
                  </a:extLst>
                </a:gridCol>
                <a:gridCol w="237490">
                  <a:extLst>
                    <a:ext uri="{9D8B030D-6E8A-4147-A177-3AD203B41FA5}">
                      <a16:colId xmlns:a16="http://schemas.microsoft.com/office/drawing/2014/main" val="20005"/>
                    </a:ext>
                  </a:extLst>
                </a:gridCol>
                <a:gridCol w="237490">
                  <a:extLst>
                    <a:ext uri="{9D8B030D-6E8A-4147-A177-3AD203B41FA5}">
                      <a16:colId xmlns:a16="http://schemas.microsoft.com/office/drawing/2014/main" val="20006"/>
                    </a:ext>
                  </a:extLst>
                </a:gridCol>
                <a:gridCol w="237489">
                  <a:extLst>
                    <a:ext uri="{9D8B030D-6E8A-4147-A177-3AD203B41FA5}">
                      <a16:colId xmlns:a16="http://schemas.microsoft.com/office/drawing/2014/main" val="20007"/>
                    </a:ext>
                  </a:extLst>
                </a:gridCol>
                <a:gridCol w="237489">
                  <a:extLst>
                    <a:ext uri="{9D8B030D-6E8A-4147-A177-3AD203B41FA5}">
                      <a16:colId xmlns:a16="http://schemas.microsoft.com/office/drawing/2014/main" val="20008"/>
                    </a:ext>
                  </a:extLst>
                </a:gridCol>
                <a:gridCol w="237489">
                  <a:extLst>
                    <a:ext uri="{9D8B030D-6E8A-4147-A177-3AD203B41FA5}">
                      <a16:colId xmlns:a16="http://schemas.microsoft.com/office/drawing/2014/main" val="20009"/>
                    </a:ext>
                  </a:extLst>
                </a:gridCol>
              </a:tblGrid>
              <a:tr h="252094">
                <a:tc>
                  <a:txBody>
                    <a:bodyPr/>
                    <a:lstStyle/>
                    <a:p>
                      <a:pPr algn="ctr">
                        <a:lnSpc>
                          <a:spcPct val="100000"/>
                        </a:lnSpc>
                        <a:spcBef>
                          <a:spcPts val="330"/>
                        </a:spcBef>
                      </a:pPr>
                      <a:r>
                        <a:rPr sz="1100" b="1" dirty="0">
                          <a:latin typeface="Tahoma"/>
                          <a:cs typeface="Tahoma"/>
                        </a:rPr>
                        <a:t>3</a:t>
                      </a:r>
                      <a:endParaRPr sz="11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tc>
                  <a:txBody>
                    <a:bodyPr/>
                    <a:lstStyle/>
                    <a:p>
                      <a:pPr algn="ctr">
                        <a:lnSpc>
                          <a:spcPct val="100000"/>
                        </a:lnSpc>
                        <a:spcBef>
                          <a:spcPts val="320"/>
                        </a:spcBef>
                      </a:pPr>
                      <a:r>
                        <a:rPr sz="1100" dirty="0">
                          <a:latin typeface="Trebuchet MS"/>
                          <a:cs typeface="Trebuchet MS"/>
                        </a:rPr>
                        <a:t>3</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100" dirty="0">
                          <a:latin typeface="Trebuchet MS"/>
                          <a:cs typeface="Trebuchet MS"/>
                        </a:rPr>
                        <a:t>2</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20"/>
                        </a:spcBef>
                      </a:pPr>
                      <a:r>
                        <a:rPr sz="1100" dirty="0">
                          <a:latin typeface="Trebuchet MS"/>
                          <a:cs typeface="Trebuchet MS"/>
                        </a:rPr>
                        <a:t>4</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100" dirty="0">
                          <a:latin typeface="Trebuchet MS"/>
                          <a:cs typeface="Trebuchet MS"/>
                        </a:rPr>
                        <a:t>5</a:t>
                      </a:r>
                      <a:endParaRPr sz="1100">
                        <a:latin typeface="Trebuchet MS"/>
                        <a:cs typeface="Trebuchet MS"/>
                      </a:endParaRPr>
                    </a:p>
                  </a:txBody>
                  <a:tcPr marL="0" marR="0" marT="4064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100" dirty="0">
                          <a:latin typeface="Trebuchet MS"/>
                          <a:cs typeface="Trebuchet MS"/>
                        </a:rPr>
                        <a:t>1</a:t>
                      </a:r>
                      <a:endParaRPr sz="1100">
                        <a:latin typeface="Trebuchet MS"/>
                        <a:cs typeface="Trebuchet MS"/>
                      </a:endParaRPr>
                    </a:p>
                  </a:txBody>
                  <a:tcPr marL="0" marR="0" marT="4064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055">
                        <a:lnSpc>
                          <a:spcPct val="100000"/>
                        </a:lnSpc>
                        <a:spcBef>
                          <a:spcPts val="320"/>
                        </a:spcBef>
                      </a:pPr>
                      <a:r>
                        <a:rPr sz="1100" spc="-100" dirty="0">
                          <a:latin typeface="Trebuchet MS"/>
                          <a:cs typeface="Trebuchet MS"/>
                        </a:rPr>
                        <a:t>20</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100" dirty="0">
                          <a:latin typeface="Trebuchet MS"/>
                          <a:cs typeface="Trebuchet MS"/>
                        </a:rPr>
                        <a:t>2</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sz="1100" dirty="0">
                          <a:latin typeface="Trebuchet MS"/>
                          <a:cs typeface="Trebuchet MS"/>
                        </a:rPr>
                        <a:t>2</a:t>
                      </a:r>
                      <a:endParaRPr sz="1100">
                        <a:latin typeface="Trebuchet MS"/>
                        <a:cs typeface="Trebuchet MS"/>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sz="1100" b="1" dirty="0">
                          <a:latin typeface="Tahoma"/>
                          <a:cs typeface="Tahoma"/>
                        </a:rPr>
                        <a:t>2</a:t>
                      </a:r>
                      <a:endParaRPr sz="1100">
                        <a:latin typeface="Tahoma"/>
                        <a:cs typeface="Tahoma"/>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4C6E7"/>
                    </a:solidFill>
                  </a:tcPr>
                </a:tc>
                <a:extLst>
                  <a:ext uri="{0D108BD9-81ED-4DB2-BD59-A6C34878D82A}">
                    <a16:rowId xmlns:a16="http://schemas.microsoft.com/office/drawing/2014/main" val="10000"/>
                  </a:ext>
                </a:extLst>
              </a:tr>
            </a:tbl>
          </a:graphicData>
        </a:graphic>
      </p:graphicFrame>
      <p:sp>
        <p:nvSpPr>
          <p:cNvPr id="20" name="object 20"/>
          <p:cNvSpPr txBox="1"/>
          <p:nvPr/>
        </p:nvSpPr>
        <p:spPr>
          <a:xfrm>
            <a:off x="5624576" y="3700398"/>
            <a:ext cx="1747520" cy="193675"/>
          </a:xfrm>
          <a:prstGeom prst="rect">
            <a:avLst/>
          </a:prstGeom>
        </p:spPr>
        <p:txBody>
          <a:bodyPr vert="horz" wrap="square" lIns="0" tIns="12700" rIns="0" bIns="0" rtlCol="0">
            <a:spAutoFit/>
          </a:bodyPr>
          <a:lstStyle/>
          <a:p>
            <a:pPr marL="12700">
              <a:lnSpc>
                <a:spcPct val="100000"/>
              </a:lnSpc>
              <a:spcBef>
                <a:spcPts val="100"/>
              </a:spcBef>
              <a:tabLst>
                <a:tab pos="257175" algn="l"/>
                <a:tab pos="485775" algn="l"/>
                <a:tab pos="730885" algn="l"/>
                <a:tab pos="972819" algn="l"/>
                <a:tab pos="1191895" algn="l"/>
                <a:tab pos="1437640" algn="l"/>
                <a:tab pos="1683385" algn="l"/>
              </a:tabLst>
            </a:pPr>
            <a:r>
              <a:rPr sz="1100" spc="-100" dirty="0">
                <a:latin typeface="Trebuchet MS"/>
                <a:cs typeface="Trebuchet MS"/>
              </a:rPr>
              <a:t>0	</a:t>
            </a:r>
            <a:r>
              <a:rPr sz="1100" spc="-355" dirty="0">
                <a:latin typeface="Trebuchet MS"/>
                <a:cs typeface="Trebuchet MS"/>
              </a:rPr>
              <a:t>1	</a:t>
            </a:r>
            <a:r>
              <a:rPr sz="1100" spc="-150" dirty="0">
                <a:latin typeface="Trebuchet MS"/>
                <a:cs typeface="Trebuchet MS"/>
              </a:rPr>
              <a:t>2	</a:t>
            </a:r>
            <a:r>
              <a:rPr sz="1100" spc="-114" dirty="0">
                <a:latin typeface="Trebuchet MS"/>
                <a:cs typeface="Trebuchet MS"/>
              </a:rPr>
              <a:t>3	</a:t>
            </a:r>
            <a:r>
              <a:rPr sz="1100" spc="-155" dirty="0">
                <a:latin typeface="Trebuchet MS"/>
                <a:cs typeface="Trebuchet MS"/>
              </a:rPr>
              <a:t>4	</a:t>
            </a:r>
            <a:r>
              <a:rPr sz="1100" spc="-125" dirty="0">
                <a:latin typeface="Trebuchet MS"/>
                <a:cs typeface="Trebuchet MS"/>
              </a:rPr>
              <a:t>5	</a:t>
            </a:r>
            <a:r>
              <a:rPr sz="1100" spc="-110" dirty="0">
                <a:latin typeface="Trebuchet MS"/>
                <a:cs typeface="Trebuchet MS"/>
              </a:rPr>
              <a:t>6	</a:t>
            </a:r>
            <a:r>
              <a:rPr sz="1100" spc="-180" dirty="0">
                <a:latin typeface="Trebuchet MS"/>
                <a:cs typeface="Trebuchet MS"/>
              </a:rPr>
              <a:t>7</a:t>
            </a:r>
            <a:endParaRPr sz="1100">
              <a:latin typeface="Trebuchet MS"/>
              <a:cs typeface="Trebuchet MS"/>
            </a:endParaRPr>
          </a:p>
        </p:txBody>
      </p:sp>
      <p:pic>
        <p:nvPicPr>
          <p:cNvPr id="21" name="object 21"/>
          <p:cNvPicPr/>
          <p:nvPr/>
        </p:nvPicPr>
        <p:blipFill>
          <a:blip r:embed="rId6" cstate="print"/>
          <a:stretch>
            <a:fillRect/>
          </a:stretch>
        </p:blipFill>
        <p:spPr>
          <a:xfrm>
            <a:off x="6454140" y="4177284"/>
            <a:ext cx="76200" cy="234950"/>
          </a:xfrm>
          <a:prstGeom prst="rect">
            <a:avLst/>
          </a:prstGeom>
        </p:spPr>
      </p:pic>
      <p:graphicFrame>
        <p:nvGraphicFramePr>
          <p:cNvPr id="22" name="object 22"/>
          <p:cNvGraphicFramePr>
            <a:graphicFrameLocks noGrp="1"/>
          </p:cNvGraphicFramePr>
          <p:nvPr/>
        </p:nvGraphicFramePr>
        <p:xfrm>
          <a:off x="6107048" y="4396359"/>
          <a:ext cx="758187" cy="263652"/>
        </p:xfrm>
        <a:graphic>
          <a:graphicData uri="http://schemas.openxmlformats.org/drawingml/2006/table">
            <a:tbl>
              <a:tblPr firstRow="1" bandRow="1">
                <a:tableStyleId>{2D5ABB26-0587-4C30-8999-92F81FD0307C}</a:tableStyleId>
              </a:tblPr>
              <a:tblGrid>
                <a:gridCol w="252729">
                  <a:extLst>
                    <a:ext uri="{9D8B030D-6E8A-4147-A177-3AD203B41FA5}">
                      <a16:colId xmlns:a16="http://schemas.microsoft.com/office/drawing/2014/main" val="20000"/>
                    </a:ext>
                  </a:extLst>
                </a:gridCol>
                <a:gridCol w="252729">
                  <a:extLst>
                    <a:ext uri="{9D8B030D-6E8A-4147-A177-3AD203B41FA5}">
                      <a16:colId xmlns:a16="http://schemas.microsoft.com/office/drawing/2014/main" val="20001"/>
                    </a:ext>
                  </a:extLst>
                </a:gridCol>
                <a:gridCol w="252729">
                  <a:extLst>
                    <a:ext uri="{9D8B030D-6E8A-4147-A177-3AD203B41FA5}">
                      <a16:colId xmlns:a16="http://schemas.microsoft.com/office/drawing/2014/main" val="20002"/>
                    </a:ext>
                  </a:extLst>
                </a:gridCol>
              </a:tblGrid>
              <a:tr h="263652">
                <a:tc>
                  <a:txBody>
                    <a:bodyPr/>
                    <a:lstStyle/>
                    <a:p>
                      <a:pPr marL="52069">
                        <a:lnSpc>
                          <a:spcPct val="100000"/>
                        </a:lnSpc>
                        <a:spcBef>
                          <a:spcPts val="365"/>
                        </a:spcBef>
                      </a:pPr>
                      <a:r>
                        <a:rPr sz="1100" spc="-135" dirty="0">
                          <a:latin typeface="Trebuchet MS"/>
                          <a:cs typeface="Trebuchet MS"/>
                        </a:rPr>
                        <a:t>0.3</a:t>
                      </a:r>
                      <a:endParaRPr sz="1100">
                        <a:latin typeface="Trebuchet MS"/>
                        <a:cs typeface="Trebuchet MS"/>
                      </a:endParaRPr>
                    </a:p>
                  </a:txBody>
                  <a:tcPr marL="0" marR="0" marT="463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880">
                        <a:lnSpc>
                          <a:spcPct val="100000"/>
                        </a:lnSpc>
                        <a:spcBef>
                          <a:spcPts val="365"/>
                        </a:spcBef>
                      </a:pPr>
                      <a:r>
                        <a:rPr sz="1100" spc="-150" dirty="0">
                          <a:latin typeface="Trebuchet MS"/>
                          <a:cs typeface="Trebuchet MS"/>
                        </a:rPr>
                        <a:t>0.4</a:t>
                      </a:r>
                      <a:endParaRPr sz="1100">
                        <a:latin typeface="Trebuchet MS"/>
                        <a:cs typeface="Trebuchet MS"/>
                      </a:endParaRPr>
                    </a:p>
                  </a:txBody>
                  <a:tcPr marL="0" marR="0" marT="463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365"/>
                        </a:spcBef>
                      </a:pPr>
                      <a:r>
                        <a:rPr sz="1100" spc="-135" dirty="0">
                          <a:latin typeface="Trebuchet MS"/>
                          <a:cs typeface="Trebuchet MS"/>
                        </a:rPr>
                        <a:t>0.3</a:t>
                      </a:r>
                      <a:endParaRPr sz="1100">
                        <a:latin typeface="Trebuchet MS"/>
                        <a:cs typeface="Trebuchet MS"/>
                      </a:endParaRPr>
                    </a:p>
                  </a:txBody>
                  <a:tcPr marL="0" marR="0" marT="463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3" name="object 23"/>
          <p:cNvGraphicFramePr>
            <a:graphicFrameLocks noGrp="1"/>
          </p:cNvGraphicFramePr>
          <p:nvPr/>
        </p:nvGraphicFramePr>
        <p:xfrm>
          <a:off x="5409057" y="4882388"/>
          <a:ext cx="2143756" cy="257048"/>
        </p:xfrm>
        <a:graphic>
          <a:graphicData uri="http://schemas.openxmlformats.org/drawingml/2006/table">
            <a:tbl>
              <a:tblPr firstRow="1" bandRow="1">
                <a:tableStyleId>{2D5ABB26-0587-4C30-8999-92F81FD0307C}</a:tableStyleId>
              </a:tblPr>
              <a:tblGrid>
                <a:gridCol w="267970">
                  <a:extLst>
                    <a:ext uri="{9D8B030D-6E8A-4147-A177-3AD203B41FA5}">
                      <a16:colId xmlns:a16="http://schemas.microsoft.com/office/drawing/2014/main" val="20000"/>
                    </a:ext>
                  </a:extLst>
                </a:gridCol>
                <a:gridCol w="267970">
                  <a:extLst>
                    <a:ext uri="{9D8B030D-6E8A-4147-A177-3AD203B41FA5}">
                      <a16:colId xmlns:a16="http://schemas.microsoft.com/office/drawing/2014/main" val="20001"/>
                    </a:ext>
                  </a:extLst>
                </a:gridCol>
                <a:gridCol w="267970">
                  <a:extLst>
                    <a:ext uri="{9D8B030D-6E8A-4147-A177-3AD203B41FA5}">
                      <a16:colId xmlns:a16="http://schemas.microsoft.com/office/drawing/2014/main" val="20002"/>
                    </a:ext>
                  </a:extLst>
                </a:gridCol>
                <a:gridCol w="267970">
                  <a:extLst>
                    <a:ext uri="{9D8B030D-6E8A-4147-A177-3AD203B41FA5}">
                      <a16:colId xmlns:a16="http://schemas.microsoft.com/office/drawing/2014/main" val="20003"/>
                    </a:ext>
                  </a:extLst>
                </a:gridCol>
                <a:gridCol w="267969">
                  <a:extLst>
                    <a:ext uri="{9D8B030D-6E8A-4147-A177-3AD203B41FA5}">
                      <a16:colId xmlns:a16="http://schemas.microsoft.com/office/drawing/2014/main" val="20004"/>
                    </a:ext>
                  </a:extLst>
                </a:gridCol>
                <a:gridCol w="267969">
                  <a:extLst>
                    <a:ext uri="{9D8B030D-6E8A-4147-A177-3AD203B41FA5}">
                      <a16:colId xmlns:a16="http://schemas.microsoft.com/office/drawing/2014/main" val="20005"/>
                    </a:ext>
                  </a:extLst>
                </a:gridCol>
                <a:gridCol w="267969">
                  <a:extLst>
                    <a:ext uri="{9D8B030D-6E8A-4147-A177-3AD203B41FA5}">
                      <a16:colId xmlns:a16="http://schemas.microsoft.com/office/drawing/2014/main" val="20006"/>
                    </a:ext>
                  </a:extLst>
                </a:gridCol>
                <a:gridCol w="267969">
                  <a:extLst>
                    <a:ext uri="{9D8B030D-6E8A-4147-A177-3AD203B41FA5}">
                      <a16:colId xmlns:a16="http://schemas.microsoft.com/office/drawing/2014/main" val="20007"/>
                    </a:ext>
                  </a:extLst>
                </a:gridCol>
              </a:tblGrid>
              <a:tr h="257048">
                <a:tc>
                  <a:txBody>
                    <a:bodyPr/>
                    <a:lstStyle/>
                    <a:p>
                      <a:pPr marL="67945">
                        <a:lnSpc>
                          <a:spcPct val="100000"/>
                        </a:lnSpc>
                        <a:spcBef>
                          <a:spcPts val="340"/>
                        </a:spcBef>
                      </a:pPr>
                      <a:r>
                        <a:rPr sz="1100" spc="-175" dirty="0">
                          <a:latin typeface="Trebuchet MS"/>
                          <a:cs typeface="Trebuchet MS"/>
                        </a:rPr>
                        <a:t>2.7</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340"/>
                        </a:spcBef>
                      </a:pPr>
                      <a:r>
                        <a:rPr sz="1100" spc="-155" dirty="0">
                          <a:latin typeface="Trebuchet MS"/>
                          <a:cs typeface="Trebuchet MS"/>
                        </a:rPr>
                        <a:t>2.9</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a:lnSpc>
                          <a:spcPct val="100000"/>
                        </a:lnSpc>
                        <a:spcBef>
                          <a:spcPts val="340"/>
                        </a:spcBef>
                      </a:pPr>
                      <a:r>
                        <a:rPr sz="1100" spc="-165" dirty="0">
                          <a:latin typeface="Trebuchet MS"/>
                          <a:cs typeface="Trebuchet MS"/>
                        </a:rPr>
                        <a:t>3.7</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40"/>
                        </a:spcBef>
                      </a:pPr>
                      <a:r>
                        <a:rPr sz="1100" spc="-145" dirty="0">
                          <a:latin typeface="Trebuchet MS"/>
                          <a:cs typeface="Trebuchet MS"/>
                        </a:rPr>
                        <a:t>3.5</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5405">
                        <a:lnSpc>
                          <a:spcPct val="100000"/>
                        </a:lnSpc>
                        <a:spcBef>
                          <a:spcPts val="340"/>
                        </a:spcBef>
                      </a:pPr>
                      <a:r>
                        <a:rPr sz="1100" spc="-165" dirty="0">
                          <a:latin typeface="Trebuchet MS"/>
                          <a:cs typeface="Trebuchet MS"/>
                        </a:rPr>
                        <a:t>7.9</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a:lnSpc>
                          <a:spcPct val="100000"/>
                        </a:lnSpc>
                        <a:spcBef>
                          <a:spcPts val="340"/>
                        </a:spcBef>
                      </a:pPr>
                      <a:r>
                        <a:rPr sz="1100" spc="-135" dirty="0">
                          <a:latin typeface="Trebuchet MS"/>
                          <a:cs typeface="Trebuchet MS"/>
                        </a:rPr>
                        <a:t>8.9</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340"/>
                        </a:spcBef>
                      </a:pPr>
                      <a:r>
                        <a:rPr sz="1100" spc="-180" dirty="0">
                          <a:latin typeface="Trebuchet MS"/>
                          <a:cs typeface="Trebuchet MS"/>
                        </a:rPr>
                        <a:t>7.4</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230">
                        <a:lnSpc>
                          <a:spcPct val="100000"/>
                        </a:lnSpc>
                        <a:spcBef>
                          <a:spcPts val="340"/>
                        </a:spcBef>
                      </a:pPr>
                      <a:r>
                        <a:rPr sz="1100" spc="-150" dirty="0">
                          <a:latin typeface="Trebuchet MS"/>
                          <a:cs typeface="Trebuchet MS"/>
                        </a:rPr>
                        <a:t>2.0</a:t>
                      </a:r>
                      <a:endParaRPr sz="110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pic>
        <p:nvPicPr>
          <p:cNvPr id="24" name="object 24"/>
          <p:cNvPicPr/>
          <p:nvPr/>
        </p:nvPicPr>
        <p:blipFill>
          <a:blip r:embed="rId6" cstate="print"/>
          <a:stretch>
            <a:fillRect/>
          </a:stretch>
        </p:blipFill>
        <p:spPr>
          <a:xfrm>
            <a:off x="6449567" y="4660391"/>
            <a:ext cx="76200" cy="2349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949" y="6524434"/>
            <a:ext cx="8903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786120" cy="299720"/>
          </a:xfrm>
          <a:prstGeom prst="rect">
            <a:avLst/>
          </a:prstGeom>
        </p:spPr>
        <p:txBody>
          <a:bodyPr vert="horz" wrap="square" lIns="0" tIns="12700" rIns="0" bIns="0" rtlCol="0">
            <a:spAutoFit/>
          </a:bodyPr>
          <a:lstStyle/>
          <a:p>
            <a:pPr marL="12700">
              <a:lnSpc>
                <a:spcPct val="100000"/>
              </a:lnSpc>
              <a:spcBef>
                <a:spcPts val="100"/>
              </a:spcBef>
            </a:pPr>
            <a:r>
              <a:rPr spc="-5" dirty="0"/>
              <a:t>1.2. Components</a:t>
            </a:r>
            <a:r>
              <a:rPr spc="-35" dirty="0"/>
              <a:t> </a:t>
            </a:r>
            <a:r>
              <a:rPr dirty="0"/>
              <a:t>of</a:t>
            </a:r>
            <a:r>
              <a:rPr spc="-15" dirty="0"/>
              <a:t> </a:t>
            </a:r>
            <a:r>
              <a:rPr spc="-5" dirty="0"/>
              <a:t>Convolutional</a:t>
            </a:r>
            <a:r>
              <a:rPr spc="-35" dirty="0"/>
              <a:t> </a:t>
            </a:r>
            <a:r>
              <a:rPr spc="-5" dirty="0"/>
              <a:t>Neural Network</a:t>
            </a:r>
            <a:r>
              <a:rPr dirty="0"/>
              <a:t> </a:t>
            </a:r>
            <a:r>
              <a:rPr spc="-5" dirty="0"/>
              <a:t>(CNN)</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687323" y="1427988"/>
            <a:ext cx="2535174" cy="174498"/>
          </a:xfrm>
          <a:prstGeom prst="rect">
            <a:avLst/>
          </a:prstGeom>
        </p:spPr>
      </p:pic>
      <p:grpSp>
        <p:nvGrpSpPr>
          <p:cNvPr id="9" name="object 9"/>
          <p:cNvGrpSpPr/>
          <p:nvPr/>
        </p:nvGrpSpPr>
        <p:grpSpPr>
          <a:xfrm>
            <a:off x="557656" y="1709801"/>
            <a:ext cx="8914130" cy="4545330"/>
            <a:chOff x="557656" y="1709801"/>
            <a:chExt cx="8914130" cy="4545330"/>
          </a:xfrm>
        </p:grpSpPr>
        <p:sp>
          <p:nvSpPr>
            <p:cNvPr id="10" name="object 10"/>
            <p:cNvSpPr/>
            <p:nvPr/>
          </p:nvSpPr>
          <p:spPr>
            <a:xfrm>
              <a:off x="560831" y="1712976"/>
              <a:ext cx="8907780" cy="4538980"/>
            </a:xfrm>
            <a:custGeom>
              <a:avLst/>
              <a:gdLst/>
              <a:ahLst/>
              <a:cxnLst/>
              <a:rect l="l" t="t" r="r" b="b"/>
              <a:pathLst>
                <a:path w="8907780" h="4538980">
                  <a:moveTo>
                    <a:pt x="0" y="4538472"/>
                  </a:moveTo>
                  <a:lnTo>
                    <a:pt x="8907780" y="4538472"/>
                  </a:lnTo>
                  <a:lnTo>
                    <a:pt x="8907780" y="0"/>
                  </a:lnTo>
                  <a:lnTo>
                    <a:pt x="0" y="0"/>
                  </a:lnTo>
                  <a:lnTo>
                    <a:pt x="0" y="4538472"/>
                  </a:lnTo>
                  <a:close/>
                </a:path>
              </a:pathLst>
            </a:custGeom>
            <a:ln w="6096">
              <a:solidFill>
                <a:srgbClr val="D9D9D9"/>
              </a:solidFill>
            </a:ln>
          </p:spPr>
          <p:txBody>
            <a:bodyPr wrap="square" lIns="0" tIns="0" rIns="0" bIns="0" rtlCol="0"/>
            <a:lstStyle/>
            <a:p>
              <a:endParaRPr/>
            </a:p>
          </p:txBody>
        </p:sp>
        <p:pic>
          <p:nvPicPr>
            <p:cNvPr id="11" name="object 11"/>
            <p:cNvPicPr/>
            <p:nvPr/>
          </p:nvPicPr>
          <p:blipFill>
            <a:blip r:embed="rId6" cstate="print"/>
            <a:stretch>
              <a:fillRect/>
            </a:stretch>
          </p:blipFill>
          <p:spPr>
            <a:xfrm>
              <a:off x="765362" y="1837906"/>
              <a:ext cx="8684960" cy="4206163"/>
            </a:xfrm>
            <a:prstGeom prst="rect">
              <a:avLst/>
            </a:prstGeom>
          </p:spPr>
        </p:pic>
        <p:sp>
          <p:nvSpPr>
            <p:cNvPr id="12" name="object 12"/>
            <p:cNvSpPr/>
            <p:nvPr/>
          </p:nvSpPr>
          <p:spPr>
            <a:xfrm>
              <a:off x="1775460" y="4782311"/>
              <a:ext cx="1409700" cy="637540"/>
            </a:xfrm>
            <a:custGeom>
              <a:avLst/>
              <a:gdLst/>
              <a:ahLst/>
              <a:cxnLst/>
              <a:rect l="l" t="t" r="r" b="b"/>
              <a:pathLst>
                <a:path w="1409700" h="637539">
                  <a:moveTo>
                    <a:pt x="1214628" y="469392"/>
                  </a:moveTo>
                  <a:lnTo>
                    <a:pt x="0" y="469392"/>
                  </a:lnTo>
                  <a:lnTo>
                    <a:pt x="0" y="637032"/>
                  </a:lnTo>
                  <a:lnTo>
                    <a:pt x="1214628" y="637032"/>
                  </a:lnTo>
                  <a:lnTo>
                    <a:pt x="1214628" y="469392"/>
                  </a:lnTo>
                  <a:close/>
                </a:path>
                <a:path w="1409700" h="637539">
                  <a:moveTo>
                    <a:pt x="1409700" y="0"/>
                  </a:moveTo>
                  <a:lnTo>
                    <a:pt x="4572" y="0"/>
                  </a:lnTo>
                  <a:lnTo>
                    <a:pt x="4572" y="164592"/>
                  </a:lnTo>
                  <a:lnTo>
                    <a:pt x="1409700" y="164592"/>
                  </a:lnTo>
                  <a:lnTo>
                    <a:pt x="1409700" y="0"/>
                  </a:lnTo>
                  <a:close/>
                </a:path>
              </a:pathLst>
            </a:custGeom>
            <a:solidFill>
              <a:srgbClr val="F7F7F7"/>
            </a:solidFill>
          </p:spPr>
          <p:txBody>
            <a:bodyPr wrap="square" lIns="0" tIns="0" rIns="0" bIns="0" rtlCol="0"/>
            <a:lstStyle/>
            <a:p>
              <a:endParaRPr/>
            </a:p>
          </p:txBody>
        </p:sp>
        <p:sp>
          <p:nvSpPr>
            <p:cNvPr id="13" name="object 13"/>
            <p:cNvSpPr/>
            <p:nvPr/>
          </p:nvSpPr>
          <p:spPr>
            <a:xfrm>
              <a:off x="960120" y="5711952"/>
              <a:ext cx="1207135" cy="352425"/>
            </a:xfrm>
            <a:custGeom>
              <a:avLst/>
              <a:gdLst/>
              <a:ahLst/>
              <a:cxnLst/>
              <a:rect l="l" t="t" r="r" b="b"/>
              <a:pathLst>
                <a:path w="1207135" h="352425">
                  <a:moveTo>
                    <a:pt x="1197864" y="170688"/>
                  </a:moveTo>
                  <a:lnTo>
                    <a:pt x="217932" y="170688"/>
                  </a:lnTo>
                  <a:lnTo>
                    <a:pt x="217932" y="352044"/>
                  </a:lnTo>
                  <a:lnTo>
                    <a:pt x="1197864" y="352044"/>
                  </a:lnTo>
                  <a:lnTo>
                    <a:pt x="1197864" y="170688"/>
                  </a:lnTo>
                  <a:close/>
                </a:path>
                <a:path w="1207135" h="352425">
                  <a:moveTo>
                    <a:pt x="1207008" y="0"/>
                  </a:moveTo>
                  <a:lnTo>
                    <a:pt x="0" y="0"/>
                  </a:lnTo>
                  <a:lnTo>
                    <a:pt x="0" y="169164"/>
                  </a:lnTo>
                  <a:lnTo>
                    <a:pt x="1207008" y="169164"/>
                  </a:lnTo>
                  <a:lnTo>
                    <a:pt x="1207008" y="0"/>
                  </a:lnTo>
                  <a:close/>
                </a:path>
              </a:pathLst>
            </a:custGeom>
            <a:solidFill>
              <a:srgbClr val="FFFFFF"/>
            </a:solidFill>
          </p:spPr>
          <p:txBody>
            <a:bodyPr wrap="square" lIns="0" tIns="0" rIns="0" bIns="0" rtlCol="0"/>
            <a:lstStyle/>
            <a:p>
              <a:endParaRPr/>
            </a:p>
          </p:txBody>
        </p:sp>
      </p:grpSp>
      <p:sp>
        <p:nvSpPr>
          <p:cNvPr id="14" name="object 14"/>
          <p:cNvSpPr txBox="1"/>
          <p:nvPr/>
        </p:nvSpPr>
        <p:spPr>
          <a:xfrm>
            <a:off x="861466" y="4753736"/>
            <a:ext cx="2508250" cy="1317625"/>
          </a:xfrm>
          <a:prstGeom prst="rect">
            <a:avLst/>
          </a:prstGeom>
        </p:spPr>
        <p:txBody>
          <a:bodyPr vert="horz" wrap="square" lIns="0" tIns="12700" rIns="0" bIns="0" rtlCol="0">
            <a:spAutoFit/>
          </a:bodyPr>
          <a:lstStyle/>
          <a:p>
            <a:pPr marL="746125">
              <a:lnSpc>
                <a:spcPct val="100000"/>
              </a:lnSpc>
              <a:spcBef>
                <a:spcPts val="100"/>
              </a:spcBef>
            </a:pPr>
            <a:r>
              <a:rPr sz="1200" spc="-5" dirty="0">
                <a:solidFill>
                  <a:srgbClr val="AC3030"/>
                </a:solidFill>
                <a:latin typeface="Lucida Console"/>
                <a:cs typeface="Lucida Console"/>
              </a:rPr>
              <a:t>'Conv1d</a:t>
            </a:r>
            <a:r>
              <a:rPr sz="1200" spc="-60" dirty="0">
                <a:solidFill>
                  <a:srgbClr val="AC3030"/>
                </a:solidFill>
                <a:latin typeface="Lucida Console"/>
                <a:cs typeface="Lucida Console"/>
              </a:rPr>
              <a:t> </a:t>
            </a:r>
            <a:r>
              <a:rPr sz="1200" dirty="0">
                <a:solidFill>
                  <a:srgbClr val="AC3030"/>
                </a:solidFill>
                <a:latin typeface="Lucida Console"/>
                <a:cs typeface="Lucida Console"/>
              </a:rPr>
              <a:t>rendered:'</a:t>
            </a:r>
            <a:r>
              <a:rPr sz="1200" dirty="0">
                <a:latin typeface="Lucida Console"/>
                <a:cs typeface="Lucida Console"/>
              </a:rPr>
              <a:t>,</a:t>
            </a:r>
            <a:endParaRPr sz="1200">
              <a:latin typeface="Lucida Console"/>
              <a:cs typeface="Lucida Console"/>
            </a:endParaRPr>
          </a:p>
          <a:p>
            <a:pPr marL="12700" marR="242570" indent="771525">
              <a:lnSpc>
                <a:spcPct val="251799"/>
              </a:lnSpc>
              <a:spcBef>
                <a:spcPts val="85"/>
              </a:spcBef>
            </a:pPr>
            <a:r>
              <a:rPr sz="1200" spc="-5" dirty="0">
                <a:solidFill>
                  <a:srgbClr val="AC3030"/>
                </a:solidFill>
                <a:latin typeface="Lucida Console"/>
                <a:cs typeface="Lucida Console"/>
              </a:rPr>
              <a:t>'NumPy</a:t>
            </a:r>
            <a:r>
              <a:rPr sz="1200" spc="-70" dirty="0">
                <a:solidFill>
                  <a:srgbClr val="AC3030"/>
                </a:solidFill>
                <a:latin typeface="Lucida Console"/>
                <a:cs typeface="Lucida Console"/>
              </a:rPr>
              <a:t> </a:t>
            </a:r>
            <a:r>
              <a:rPr sz="1200" dirty="0">
                <a:solidFill>
                  <a:srgbClr val="AC3030"/>
                </a:solidFill>
                <a:latin typeface="Lucida Console"/>
                <a:cs typeface="Lucida Console"/>
              </a:rPr>
              <a:t>Result:'</a:t>
            </a:r>
            <a:r>
              <a:rPr sz="1200" dirty="0">
                <a:latin typeface="Lucida Console"/>
                <a:cs typeface="Lucida Console"/>
              </a:rPr>
              <a:t>, </a:t>
            </a:r>
            <a:r>
              <a:rPr sz="1200" spc="-710" dirty="0">
                <a:latin typeface="Lucida Console"/>
                <a:cs typeface="Lucida Console"/>
              </a:rPr>
              <a:t> </a:t>
            </a:r>
            <a:r>
              <a:rPr sz="1200" spc="-5" dirty="0">
                <a:solidFill>
                  <a:srgbClr val="404040"/>
                </a:solidFill>
                <a:latin typeface="Lucida Console"/>
                <a:cs typeface="Lucida Console"/>
              </a:rPr>
              <a:t>Conv1d </a:t>
            </a:r>
            <a:r>
              <a:rPr sz="1200" dirty="0">
                <a:solidFill>
                  <a:srgbClr val="404040"/>
                </a:solidFill>
                <a:latin typeface="Lucida Console"/>
                <a:cs typeface="Lucida Console"/>
              </a:rPr>
              <a:t>rendered</a:t>
            </a:r>
            <a:endParaRPr sz="1200">
              <a:latin typeface="Lucida Console"/>
              <a:cs typeface="Lucida Console"/>
            </a:endParaRPr>
          </a:p>
          <a:p>
            <a:pPr marL="254635">
              <a:lnSpc>
                <a:spcPts val="1395"/>
              </a:lnSpc>
            </a:pPr>
            <a:r>
              <a:rPr sz="1200" spc="-5" dirty="0">
                <a:solidFill>
                  <a:srgbClr val="404040"/>
                </a:solidFill>
                <a:latin typeface="Lucida Console"/>
                <a:cs typeface="Lucida Console"/>
              </a:rPr>
              <a:t>NumPy</a:t>
            </a:r>
            <a:r>
              <a:rPr sz="1200" spc="-55" dirty="0">
                <a:solidFill>
                  <a:srgbClr val="404040"/>
                </a:solidFill>
                <a:latin typeface="Lucida Console"/>
                <a:cs typeface="Lucida Console"/>
              </a:rPr>
              <a:t> </a:t>
            </a:r>
            <a:r>
              <a:rPr sz="1200" dirty="0">
                <a:solidFill>
                  <a:srgbClr val="404040"/>
                </a:solidFill>
                <a:latin typeface="Lucida Console"/>
                <a:cs typeface="Lucida Console"/>
              </a:rPr>
              <a:t>Result</a:t>
            </a:r>
            <a:endParaRPr sz="1200">
              <a:latin typeface="Lucida Console"/>
              <a:cs typeface="Lucida Console"/>
            </a:endParaRPr>
          </a:p>
        </p:txBody>
      </p:sp>
      <p:sp>
        <p:nvSpPr>
          <p:cNvPr id="15" name="object 15"/>
          <p:cNvSpPr txBox="1"/>
          <p:nvPr/>
        </p:nvSpPr>
        <p:spPr>
          <a:xfrm>
            <a:off x="1339596" y="4122420"/>
            <a:ext cx="751840" cy="180340"/>
          </a:xfrm>
          <a:prstGeom prst="rect">
            <a:avLst/>
          </a:prstGeom>
          <a:solidFill>
            <a:srgbClr val="F7F7F7"/>
          </a:solidFill>
        </p:spPr>
        <p:txBody>
          <a:bodyPr vert="horz" wrap="square" lIns="0" tIns="0" rIns="0" bIns="0" rtlCol="0">
            <a:spAutoFit/>
          </a:bodyPr>
          <a:lstStyle/>
          <a:p>
            <a:pPr marL="635">
              <a:lnSpc>
                <a:spcPts val="1385"/>
              </a:lnSpc>
            </a:pPr>
            <a:r>
              <a:rPr sz="1250" spc="-35" dirty="0">
                <a:solidFill>
                  <a:srgbClr val="558E8E"/>
                </a:solidFill>
                <a:latin typeface="Lucida Console"/>
                <a:cs typeface="Lucida Console"/>
              </a:rPr>
              <a:t>##</a:t>
            </a:r>
            <a:r>
              <a:rPr sz="1250" spc="-90" dirty="0">
                <a:solidFill>
                  <a:srgbClr val="558E8E"/>
                </a:solidFill>
                <a:latin typeface="Lucida Console"/>
                <a:cs typeface="Lucida Console"/>
              </a:rPr>
              <a:t> </a:t>
            </a:r>
            <a:r>
              <a:rPr sz="1250" spc="-35" dirty="0">
                <a:solidFill>
                  <a:srgbClr val="558E8E"/>
                </a:solidFill>
                <a:latin typeface="Lucida Console"/>
                <a:cs typeface="Lucida Console"/>
              </a:rPr>
              <a:t>Test:</a:t>
            </a:r>
            <a:endParaRPr sz="1250">
              <a:latin typeface="Lucida Console"/>
              <a:cs typeface="Lucida Console"/>
            </a:endParaRPr>
          </a:p>
        </p:txBody>
      </p:sp>
      <p:grpSp>
        <p:nvGrpSpPr>
          <p:cNvPr id="16" name="object 16"/>
          <p:cNvGrpSpPr/>
          <p:nvPr/>
        </p:nvGrpSpPr>
        <p:grpSpPr>
          <a:xfrm>
            <a:off x="5262371" y="1479803"/>
            <a:ext cx="3761104" cy="1422400"/>
            <a:chOff x="5262371" y="1479803"/>
            <a:chExt cx="3761104" cy="1422400"/>
          </a:xfrm>
        </p:grpSpPr>
        <p:pic>
          <p:nvPicPr>
            <p:cNvPr id="17" name="object 17"/>
            <p:cNvPicPr/>
            <p:nvPr/>
          </p:nvPicPr>
          <p:blipFill>
            <a:blip r:embed="rId7" cstate="print"/>
            <a:stretch>
              <a:fillRect/>
            </a:stretch>
          </p:blipFill>
          <p:spPr>
            <a:xfrm>
              <a:off x="5274563" y="1491995"/>
              <a:ext cx="3642360" cy="1397508"/>
            </a:xfrm>
            <a:prstGeom prst="rect">
              <a:avLst/>
            </a:prstGeom>
          </p:spPr>
        </p:pic>
        <p:sp>
          <p:nvSpPr>
            <p:cNvPr id="18" name="object 18"/>
            <p:cNvSpPr/>
            <p:nvPr/>
          </p:nvSpPr>
          <p:spPr>
            <a:xfrm>
              <a:off x="5268467" y="1485899"/>
              <a:ext cx="3655060" cy="1409700"/>
            </a:xfrm>
            <a:custGeom>
              <a:avLst/>
              <a:gdLst/>
              <a:ahLst/>
              <a:cxnLst/>
              <a:rect l="l" t="t" r="r" b="b"/>
              <a:pathLst>
                <a:path w="3655059" h="1409700">
                  <a:moveTo>
                    <a:pt x="0" y="1409700"/>
                  </a:moveTo>
                  <a:lnTo>
                    <a:pt x="3654551" y="1409700"/>
                  </a:lnTo>
                  <a:lnTo>
                    <a:pt x="3654551" y="0"/>
                  </a:lnTo>
                  <a:lnTo>
                    <a:pt x="0" y="0"/>
                  </a:lnTo>
                  <a:lnTo>
                    <a:pt x="0" y="1409700"/>
                  </a:lnTo>
                  <a:close/>
                </a:path>
              </a:pathLst>
            </a:custGeom>
            <a:ln w="12192">
              <a:solidFill>
                <a:srgbClr val="13299F"/>
              </a:solidFill>
            </a:ln>
          </p:spPr>
          <p:txBody>
            <a:bodyPr wrap="square" lIns="0" tIns="0" rIns="0" bIns="0" rtlCol="0"/>
            <a:lstStyle/>
            <a:p>
              <a:endParaRPr/>
            </a:p>
          </p:txBody>
        </p:sp>
        <p:sp>
          <p:nvSpPr>
            <p:cNvPr id="19" name="object 19"/>
            <p:cNvSpPr/>
            <p:nvPr/>
          </p:nvSpPr>
          <p:spPr>
            <a:xfrm>
              <a:off x="6067043" y="2061971"/>
              <a:ext cx="2796540" cy="166370"/>
            </a:xfrm>
            <a:custGeom>
              <a:avLst/>
              <a:gdLst/>
              <a:ahLst/>
              <a:cxnLst/>
              <a:rect l="l" t="t" r="r" b="b"/>
              <a:pathLst>
                <a:path w="2796540" h="166369">
                  <a:moveTo>
                    <a:pt x="2796540" y="0"/>
                  </a:moveTo>
                  <a:lnTo>
                    <a:pt x="0" y="0"/>
                  </a:lnTo>
                  <a:lnTo>
                    <a:pt x="0" y="166115"/>
                  </a:lnTo>
                  <a:lnTo>
                    <a:pt x="2796540" y="166115"/>
                  </a:lnTo>
                  <a:lnTo>
                    <a:pt x="2796540" y="0"/>
                  </a:lnTo>
                  <a:close/>
                </a:path>
              </a:pathLst>
            </a:custGeom>
            <a:solidFill>
              <a:srgbClr val="F7F7F7"/>
            </a:solidFill>
          </p:spPr>
          <p:txBody>
            <a:bodyPr wrap="square" lIns="0" tIns="0" rIns="0" bIns="0" rtlCol="0"/>
            <a:lstStyle/>
            <a:p>
              <a:endParaRPr/>
            </a:p>
          </p:txBody>
        </p:sp>
        <p:sp>
          <p:nvSpPr>
            <p:cNvPr id="20" name="object 20"/>
            <p:cNvSpPr/>
            <p:nvPr/>
          </p:nvSpPr>
          <p:spPr>
            <a:xfrm>
              <a:off x="8854952" y="2199861"/>
              <a:ext cx="168910" cy="0"/>
            </a:xfrm>
            <a:custGeom>
              <a:avLst/>
              <a:gdLst/>
              <a:ahLst/>
              <a:cxnLst/>
              <a:rect l="l" t="t" r="r" b="b"/>
              <a:pathLst>
                <a:path w="168909">
                  <a:moveTo>
                    <a:pt x="0" y="0"/>
                  </a:moveTo>
                  <a:lnTo>
                    <a:pt x="168325" y="0"/>
                  </a:lnTo>
                </a:path>
              </a:pathLst>
            </a:custGeom>
            <a:ln w="10094">
              <a:solidFill>
                <a:srgbClr val="000000"/>
              </a:solidFill>
            </a:ln>
          </p:spPr>
          <p:txBody>
            <a:bodyPr wrap="square" lIns="0" tIns="0" rIns="0" bIns="0" rtlCol="0"/>
            <a:lstStyle/>
            <a:p>
              <a:endParaRPr/>
            </a:p>
          </p:txBody>
        </p:sp>
        <p:sp>
          <p:nvSpPr>
            <p:cNvPr id="21" name="object 21"/>
            <p:cNvSpPr/>
            <p:nvPr/>
          </p:nvSpPr>
          <p:spPr>
            <a:xfrm>
              <a:off x="5311140" y="2497835"/>
              <a:ext cx="1333500" cy="349250"/>
            </a:xfrm>
            <a:custGeom>
              <a:avLst/>
              <a:gdLst/>
              <a:ahLst/>
              <a:cxnLst/>
              <a:rect l="l" t="t" r="r" b="b"/>
              <a:pathLst>
                <a:path w="1333500" h="349250">
                  <a:moveTo>
                    <a:pt x="1191755" y="178308"/>
                  </a:moveTo>
                  <a:lnTo>
                    <a:pt x="202692" y="178308"/>
                  </a:lnTo>
                  <a:lnTo>
                    <a:pt x="202692" y="348996"/>
                  </a:lnTo>
                  <a:lnTo>
                    <a:pt x="1191755" y="348996"/>
                  </a:lnTo>
                  <a:lnTo>
                    <a:pt x="1191755" y="178308"/>
                  </a:lnTo>
                  <a:close/>
                </a:path>
                <a:path w="1333500" h="349250">
                  <a:moveTo>
                    <a:pt x="1333500" y="0"/>
                  </a:moveTo>
                  <a:lnTo>
                    <a:pt x="0" y="0"/>
                  </a:lnTo>
                  <a:lnTo>
                    <a:pt x="0" y="169164"/>
                  </a:lnTo>
                  <a:lnTo>
                    <a:pt x="1333500" y="169164"/>
                  </a:lnTo>
                  <a:lnTo>
                    <a:pt x="1333500" y="0"/>
                  </a:lnTo>
                  <a:close/>
                </a:path>
              </a:pathLst>
            </a:custGeom>
            <a:solidFill>
              <a:srgbClr val="FFFFFF"/>
            </a:solidFill>
          </p:spPr>
          <p:txBody>
            <a:bodyPr wrap="square" lIns="0" tIns="0" rIns="0" bIns="0" rtlCol="0"/>
            <a:lstStyle/>
            <a:p>
              <a:endParaRPr/>
            </a:p>
          </p:txBody>
        </p:sp>
        <p:sp>
          <p:nvSpPr>
            <p:cNvPr id="22" name="object 22"/>
            <p:cNvSpPr/>
            <p:nvPr/>
          </p:nvSpPr>
          <p:spPr>
            <a:xfrm>
              <a:off x="6065519" y="2226563"/>
              <a:ext cx="2464435" cy="166370"/>
            </a:xfrm>
            <a:custGeom>
              <a:avLst/>
              <a:gdLst/>
              <a:ahLst/>
              <a:cxnLst/>
              <a:rect l="l" t="t" r="r" b="b"/>
              <a:pathLst>
                <a:path w="2464434" h="166369">
                  <a:moveTo>
                    <a:pt x="2464307" y="0"/>
                  </a:moveTo>
                  <a:lnTo>
                    <a:pt x="0" y="0"/>
                  </a:lnTo>
                  <a:lnTo>
                    <a:pt x="0" y="166115"/>
                  </a:lnTo>
                  <a:lnTo>
                    <a:pt x="2464307" y="166115"/>
                  </a:lnTo>
                  <a:lnTo>
                    <a:pt x="2464307" y="0"/>
                  </a:lnTo>
                  <a:close/>
                </a:path>
              </a:pathLst>
            </a:custGeom>
            <a:solidFill>
              <a:srgbClr val="F7F7F7"/>
            </a:solidFill>
          </p:spPr>
          <p:txBody>
            <a:bodyPr wrap="square" lIns="0" tIns="0" rIns="0" bIns="0" rtlCol="0"/>
            <a:lstStyle/>
            <a:p>
              <a:endParaRPr/>
            </a:p>
          </p:txBody>
        </p:sp>
      </p:grpSp>
      <p:sp>
        <p:nvSpPr>
          <p:cNvPr id="23" name="object 23"/>
          <p:cNvSpPr txBox="1"/>
          <p:nvPr/>
        </p:nvSpPr>
        <p:spPr>
          <a:xfrm>
            <a:off x="5208523" y="2041906"/>
            <a:ext cx="3911600" cy="810260"/>
          </a:xfrm>
          <a:prstGeom prst="rect">
            <a:avLst/>
          </a:prstGeom>
        </p:spPr>
        <p:txBody>
          <a:bodyPr vert="horz" wrap="square" lIns="0" tIns="21590" rIns="0" bIns="0" rtlCol="0">
            <a:spAutoFit/>
          </a:bodyPr>
          <a:lstStyle/>
          <a:p>
            <a:pPr marL="857250" marR="5080" indent="-241300">
              <a:lnSpc>
                <a:spcPts val="1290"/>
              </a:lnSpc>
              <a:spcBef>
                <a:spcPts val="170"/>
              </a:spcBef>
              <a:tabLst>
                <a:tab pos="3813810" algn="l"/>
              </a:tabLst>
            </a:pPr>
            <a:r>
              <a:rPr sz="1100" spc="-10" dirty="0">
                <a:latin typeface="Lucida Console"/>
                <a:cs typeface="Lucida Console"/>
              </a:rPr>
              <a:t>(</a:t>
            </a:r>
            <a:r>
              <a:rPr sz="1100" spc="-10" dirty="0">
                <a:solidFill>
                  <a:srgbClr val="AC3030"/>
                </a:solidFill>
                <a:latin typeface="Lucida Console"/>
                <a:cs typeface="Lucida Console"/>
              </a:rPr>
              <a:t>'</a:t>
            </a:r>
            <a:r>
              <a:rPr sz="1100" dirty="0">
                <a:solidFill>
                  <a:srgbClr val="AC3030"/>
                </a:solidFill>
                <a:latin typeface="Lucida Console"/>
                <a:cs typeface="Lucida Console"/>
              </a:rPr>
              <a:t>T</a:t>
            </a:r>
            <a:r>
              <a:rPr sz="1100" spc="-10" dirty="0">
                <a:solidFill>
                  <a:srgbClr val="AC3030"/>
                </a:solidFill>
                <a:latin typeface="Lucida Console"/>
                <a:cs typeface="Lucida Console"/>
              </a:rPr>
              <a:t>e</a:t>
            </a:r>
            <a:r>
              <a:rPr sz="1100" dirty="0">
                <a:solidFill>
                  <a:srgbClr val="AC3030"/>
                </a:solidFill>
                <a:latin typeface="Lucida Console"/>
                <a:cs typeface="Lucida Console"/>
              </a:rPr>
              <a:t>n</a:t>
            </a:r>
            <a:r>
              <a:rPr sz="1100" spc="-10" dirty="0">
                <a:solidFill>
                  <a:srgbClr val="AC3030"/>
                </a:solidFill>
                <a:latin typeface="Lucida Console"/>
                <a:cs typeface="Lucida Console"/>
              </a:rPr>
              <a:t>s</a:t>
            </a:r>
            <a:r>
              <a:rPr sz="1100" spc="5" dirty="0">
                <a:solidFill>
                  <a:srgbClr val="AC3030"/>
                </a:solidFill>
                <a:latin typeface="Lucida Console"/>
                <a:cs typeface="Lucida Console"/>
              </a:rPr>
              <a:t>o</a:t>
            </a:r>
            <a:r>
              <a:rPr sz="1100" dirty="0">
                <a:solidFill>
                  <a:srgbClr val="AC3030"/>
                </a:solidFill>
                <a:latin typeface="Lucida Console"/>
                <a:cs typeface="Lucida Console"/>
              </a:rPr>
              <a:t>r</a:t>
            </a:r>
            <a:r>
              <a:rPr sz="1100" spc="-10" dirty="0">
                <a:solidFill>
                  <a:srgbClr val="AC3030"/>
                </a:solidFill>
                <a:latin typeface="Lucida Console"/>
                <a:cs typeface="Lucida Console"/>
              </a:rPr>
              <a:t>F</a:t>
            </a:r>
            <a:r>
              <a:rPr sz="1100" dirty="0">
                <a:solidFill>
                  <a:srgbClr val="AC3030"/>
                </a:solidFill>
                <a:latin typeface="Lucida Console"/>
                <a:cs typeface="Lucida Console"/>
              </a:rPr>
              <a:t>l</a:t>
            </a:r>
            <a:r>
              <a:rPr sz="1100" spc="-10" dirty="0">
                <a:solidFill>
                  <a:srgbClr val="AC3030"/>
                </a:solidFill>
                <a:latin typeface="Lucida Console"/>
                <a:cs typeface="Lucida Console"/>
              </a:rPr>
              <a:t>o</a:t>
            </a:r>
            <a:r>
              <a:rPr sz="1100" dirty="0">
                <a:solidFill>
                  <a:srgbClr val="AC3030"/>
                </a:solidFill>
                <a:latin typeface="Lucida Console"/>
                <a:cs typeface="Lucida Console"/>
              </a:rPr>
              <a:t>w</a:t>
            </a:r>
            <a:r>
              <a:rPr sz="1100" spc="-15" dirty="0">
                <a:solidFill>
                  <a:srgbClr val="AC3030"/>
                </a:solidFill>
                <a:latin typeface="Lucida Console"/>
                <a:cs typeface="Lucida Console"/>
              </a:rPr>
              <a:t> </a:t>
            </a:r>
            <a:r>
              <a:rPr sz="1100" spc="-5" dirty="0">
                <a:solidFill>
                  <a:srgbClr val="AC3030"/>
                </a:solidFill>
                <a:latin typeface="Lucida Console"/>
                <a:cs typeface="Lucida Console"/>
              </a:rPr>
              <a:t>ve</a:t>
            </a:r>
            <a:r>
              <a:rPr sz="1100" spc="5" dirty="0">
                <a:solidFill>
                  <a:srgbClr val="AC3030"/>
                </a:solidFill>
                <a:latin typeface="Lucida Console"/>
                <a:cs typeface="Lucida Console"/>
              </a:rPr>
              <a:t>r</a:t>
            </a:r>
            <a:r>
              <a:rPr sz="1100" spc="-5" dirty="0">
                <a:solidFill>
                  <a:srgbClr val="AC3030"/>
                </a:solidFill>
                <a:latin typeface="Lucida Console"/>
                <a:cs typeface="Lucida Console"/>
              </a:rPr>
              <a:t>s</a:t>
            </a:r>
            <a:r>
              <a:rPr sz="1100" spc="5" dirty="0">
                <a:solidFill>
                  <a:srgbClr val="AC3030"/>
                </a:solidFill>
                <a:latin typeface="Lucida Console"/>
                <a:cs typeface="Lucida Console"/>
              </a:rPr>
              <a:t>i</a:t>
            </a:r>
            <a:r>
              <a:rPr sz="1100" spc="-5" dirty="0">
                <a:solidFill>
                  <a:srgbClr val="AC3030"/>
                </a:solidFill>
                <a:latin typeface="Lucida Console"/>
                <a:cs typeface="Lucida Console"/>
              </a:rPr>
              <a:t>on</a:t>
            </a:r>
            <a:r>
              <a:rPr sz="1100" spc="-10" dirty="0">
                <a:solidFill>
                  <a:srgbClr val="AC3030"/>
                </a:solidFill>
                <a:latin typeface="Lucida Console"/>
                <a:cs typeface="Lucida Console"/>
              </a:rPr>
              <a:t>:'</a:t>
            </a:r>
            <a:r>
              <a:rPr sz="1100" dirty="0">
                <a:latin typeface="Lucida Console"/>
                <a:cs typeface="Lucida Console"/>
              </a:rPr>
              <a:t>,</a:t>
            </a:r>
            <a:r>
              <a:rPr sz="1100" spc="-10" dirty="0">
                <a:latin typeface="Lucida Console"/>
                <a:cs typeface="Lucida Console"/>
              </a:rPr>
              <a:t> </a:t>
            </a:r>
            <a:r>
              <a:rPr sz="1100" spc="5" dirty="0">
                <a:latin typeface="Lucida Console"/>
                <a:cs typeface="Lucida Console"/>
              </a:rPr>
              <a:t>t</a:t>
            </a:r>
            <a:r>
              <a:rPr sz="1100" spc="-10" dirty="0">
                <a:latin typeface="Lucida Console"/>
                <a:cs typeface="Lucida Console"/>
              </a:rPr>
              <a:t>f</a:t>
            </a:r>
            <a:r>
              <a:rPr sz="1100" spc="-5" dirty="0">
                <a:latin typeface="Lucida Console"/>
                <a:cs typeface="Lucida Console"/>
              </a:rPr>
              <a:t>.</a:t>
            </a:r>
            <a:r>
              <a:rPr sz="1100" u="sng" dirty="0">
                <a:uFill>
                  <a:solidFill>
                    <a:srgbClr val="000000"/>
                  </a:solidFill>
                </a:uFill>
                <a:latin typeface="Lucida Console"/>
                <a:cs typeface="Lucida Console"/>
              </a:rPr>
              <a:t> </a:t>
            </a:r>
            <a:r>
              <a:rPr sz="1100" u="sng" spc="-10" dirty="0">
                <a:uFill>
                  <a:solidFill>
                    <a:srgbClr val="000000"/>
                  </a:solidFill>
                </a:uFill>
                <a:latin typeface="Lucida Console"/>
                <a:cs typeface="Lucida Console"/>
              </a:rPr>
              <a:t> </a:t>
            </a:r>
            <a:r>
              <a:rPr sz="1100" spc="5" dirty="0">
                <a:latin typeface="Lucida Console"/>
                <a:cs typeface="Lucida Console"/>
              </a:rPr>
              <a:t>v</a:t>
            </a:r>
            <a:r>
              <a:rPr sz="1100" spc="-5" dirty="0">
                <a:latin typeface="Lucida Console"/>
                <a:cs typeface="Lucida Console"/>
              </a:rPr>
              <a:t>ers</a:t>
            </a:r>
            <a:r>
              <a:rPr sz="1100" spc="5" dirty="0">
                <a:latin typeface="Lucida Console"/>
                <a:cs typeface="Lucida Console"/>
              </a:rPr>
              <a:t>i</a:t>
            </a:r>
            <a:r>
              <a:rPr sz="1100" spc="-5" dirty="0">
                <a:latin typeface="Lucida Console"/>
                <a:cs typeface="Lucida Console"/>
              </a:rPr>
              <a:t>o</a:t>
            </a:r>
            <a:r>
              <a:rPr sz="1100" dirty="0">
                <a:latin typeface="Lucida Console"/>
                <a:cs typeface="Lucida Console"/>
              </a:rPr>
              <a:t>n	)  </a:t>
            </a:r>
            <a:r>
              <a:rPr sz="1100" spc="-10" dirty="0">
                <a:latin typeface="Lucida Console"/>
                <a:cs typeface="Lucida Console"/>
              </a:rPr>
              <a:t>(</a:t>
            </a:r>
            <a:r>
              <a:rPr sz="1100" spc="-10" dirty="0">
                <a:solidFill>
                  <a:srgbClr val="AC3030"/>
                </a:solidFill>
                <a:latin typeface="Lucida Console"/>
                <a:cs typeface="Lucida Console"/>
              </a:rPr>
              <a:t>'Numpy</a:t>
            </a:r>
            <a:r>
              <a:rPr sz="1100" spc="-5" dirty="0">
                <a:solidFill>
                  <a:srgbClr val="AC3030"/>
                </a:solidFill>
                <a:latin typeface="Lucida Console"/>
                <a:cs typeface="Lucida Console"/>
              </a:rPr>
              <a:t> Version:'</a:t>
            </a:r>
            <a:r>
              <a:rPr sz="1100" spc="-5" dirty="0">
                <a:latin typeface="Lucida Console"/>
                <a:cs typeface="Lucida Console"/>
              </a:rPr>
              <a:t>,</a:t>
            </a:r>
            <a:r>
              <a:rPr sz="1100" dirty="0">
                <a:latin typeface="Lucida Console"/>
                <a:cs typeface="Lucida Console"/>
              </a:rPr>
              <a:t> </a:t>
            </a:r>
            <a:r>
              <a:rPr sz="1100" spc="-10" dirty="0">
                <a:latin typeface="Lucida Console"/>
                <a:cs typeface="Lucida Console"/>
              </a:rPr>
              <a:t>np.</a:t>
            </a:r>
            <a:r>
              <a:rPr sz="1100" u="sng" spc="5" dirty="0">
                <a:uFill>
                  <a:solidFill>
                    <a:srgbClr val="000000"/>
                  </a:solidFill>
                </a:uFill>
                <a:latin typeface="Lucida Console"/>
                <a:cs typeface="Lucida Console"/>
              </a:rPr>
              <a:t> </a:t>
            </a:r>
            <a:r>
              <a:rPr sz="1100" dirty="0">
                <a:latin typeface="Lucida Console"/>
                <a:cs typeface="Lucida Console"/>
              </a:rPr>
              <a:t>version</a:t>
            </a:r>
            <a:r>
              <a:rPr sz="1100" u="sng" spc="650" dirty="0">
                <a:uFill>
                  <a:solidFill>
                    <a:srgbClr val="000000"/>
                  </a:solidFill>
                </a:uFill>
                <a:latin typeface="Lucida Console"/>
                <a:cs typeface="Lucida Console"/>
              </a:rPr>
              <a:t> </a:t>
            </a:r>
            <a:r>
              <a:rPr sz="1100" spc="-10" dirty="0">
                <a:latin typeface="Lucida Console"/>
                <a:cs typeface="Lucida Console"/>
              </a:rPr>
              <a:t>)</a:t>
            </a:r>
            <a:endParaRPr sz="1100">
              <a:latin typeface="Lucida Console"/>
              <a:cs typeface="Lucida Console"/>
            </a:endParaRPr>
          </a:p>
          <a:p>
            <a:pPr marL="254635" marR="2374900" indent="-242570">
              <a:lnSpc>
                <a:spcPct val="106600"/>
              </a:lnSpc>
              <a:spcBef>
                <a:spcPts val="710"/>
              </a:spcBef>
            </a:pPr>
            <a:r>
              <a:rPr sz="1100" spc="-5" dirty="0">
                <a:solidFill>
                  <a:srgbClr val="404040"/>
                </a:solidFill>
                <a:latin typeface="Lucida Console"/>
                <a:cs typeface="Lucida Console"/>
              </a:rPr>
              <a:t>TensorFlow</a:t>
            </a:r>
            <a:r>
              <a:rPr sz="1100" spc="-60" dirty="0">
                <a:solidFill>
                  <a:srgbClr val="404040"/>
                </a:solidFill>
                <a:latin typeface="Lucida Console"/>
                <a:cs typeface="Lucida Console"/>
              </a:rPr>
              <a:t> </a:t>
            </a:r>
            <a:r>
              <a:rPr sz="1100" dirty="0">
                <a:solidFill>
                  <a:srgbClr val="404040"/>
                </a:solidFill>
                <a:latin typeface="Lucida Console"/>
                <a:cs typeface="Lucida Console"/>
              </a:rPr>
              <a:t>version </a:t>
            </a:r>
            <a:r>
              <a:rPr sz="1100" spc="-645" dirty="0">
                <a:solidFill>
                  <a:srgbClr val="404040"/>
                </a:solidFill>
                <a:latin typeface="Lucida Console"/>
                <a:cs typeface="Lucida Console"/>
              </a:rPr>
              <a:t> </a:t>
            </a:r>
            <a:r>
              <a:rPr sz="1100" spc="-10" dirty="0">
                <a:solidFill>
                  <a:srgbClr val="404040"/>
                </a:solidFill>
                <a:latin typeface="Lucida Console"/>
                <a:cs typeface="Lucida Console"/>
              </a:rPr>
              <a:t>Numpy</a:t>
            </a:r>
            <a:r>
              <a:rPr sz="1100" spc="-35" dirty="0">
                <a:solidFill>
                  <a:srgbClr val="404040"/>
                </a:solidFill>
                <a:latin typeface="Lucida Console"/>
                <a:cs typeface="Lucida Console"/>
              </a:rPr>
              <a:t> </a:t>
            </a:r>
            <a:r>
              <a:rPr sz="1100" dirty="0">
                <a:solidFill>
                  <a:srgbClr val="404040"/>
                </a:solidFill>
                <a:latin typeface="Lucida Console"/>
                <a:cs typeface="Lucida Console"/>
              </a:rPr>
              <a:t>Version</a:t>
            </a:r>
            <a:endParaRPr sz="1100">
              <a:latin typeface="Lucida Console"/>
              <a:cs typeface="Lucida Console"/>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3431" y="6524434"/>
            <a:ext cx="6155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786120" cy="299720"/>
          </a:xfrm>
          <a:prstGeom prst="rect">
            <a:avLst/>
          </a:prstGeom>
        </p:spPr>
        <p:txBody>
          <a:bodyPr vert="horz" wrap="square" lIns="0" tIns="12700" rIns="0" bIns="0" rtlCol="0">
            <a:spAutoFit/>
          </a:bodyPr>
          <a:lstStyle/>
          <a:p>
            <a:pPr marL="12700">
              <a:lnSpc>
                <a:spcPct val="100000"/>
              </a:lnSpc>
              <a:spcBef>
                <a:spcPts val="100"/>
              </a:spcBef>
            </a:pPr>
            <a:r>
              <a:rPr spc="-5" dirty="0"/>
              <a:t>1.2. Components</a:t>
            </a:r>
            <a:r>
              <a:rPr spc="-35" dirty="0"/>
              <a:t> </a:t>
            </a:r>
            <a:r>
              <a:rPr dirty="0"/>
              <a:t>of</a:t>
            </a:r>
            <a:r>
              <a:rPr spc="-15" dirty="0"/>
              <a:t> </a:t>
            </a:r>
            <a:r>
              <a:rPr spc="-5" dirty="0"/>
              <a:t>Convolutional</a:t>
            </a:r>
            <a:r>
              <a:rPr spc="-35" dirty="0"/>
              <a:t> </a:t>
            </a:r>
            <a:r>
              <a:rPr spc="-5" dirty="0"/>
              <a:t>Neural Network</a:t>
            </a:r>
            <a:r>
              <a:rPr dirty="0"/>
              <a:t> </a:t>
            </a:r>
            <a:r>
              <a:rPr spc="-5" dirty="0"/>
              <a:t>(CNN)</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7" name="object 7"/>
          <p:cNvGrpSpPr/>
          <p:nvPr/>
        </p:nvGrpSpPr>
        <p:grpSpPr>
          <a:xfrm>
            <a:off x="1563624" y="2521851"/>
            <a:ext cx="6487795" cy="3553460"/>
            <a:chOff x="1563624" y="2521851"/>
            <a:chExt cx="6487795" cy="3553460"/>
          </a:xfrm>
        </p:grpSpPr>
        <p:pic>
          <p:nvPicPr>
            <p:cNvPr id="8" name="object 8"/>
            <p:cNvPicPr/>
            <p:nvPr/>
          </p:nvPicPr>
          <p:blipFill>
            <a:blip r:embed="rId5" cstate="print"/>
            <a:stretch>
              <a:fillRect/>
            </a:stretch>
          </p:blipFill>
          <p:spPr>
            <a:xfrm>
              <a:off x="1648194" y="2521851"/>
              <a:ext cx="6402725" cy="3553458"/>
            </a:xfrm>
            <a:prstGeom prst="rect">
              <a:avLst/>
            </a:prstGeom>
          </p:spPr>
        </p:pic>
        <p:sp>
          <p:nvSpPr>
            <p:cNvPr id="9" name="object 9"/>
            <p:cNvSpPr/>
            <p:nvPr/>
          </p:nvSpPr>
          <p:spPr>
            <a:xfrm>
              <a:off x="1563624" y="4715255"/>
              <a:ext cx="706120" cy="523240"/>
            </a:xfrm>
            <a:custGeom>
              <a:avLst/>
              <a:gdLst/>
              <a:ahLst/>
              <a:cxnLst/>
              <a:rect l="l" t="t" r="r" b="b"/>
              <a:pathLst>
                <a:path w="706119" h="523239">
                  <a:moveTo>
                    <a:pt x="705612" y="0"/>
                  </a:moveTo>
                  <a:lnTo>
                    <a:pt x="0" y="0"/>
                  </a:lnTo>
                  <a:lnTo>
                    <a:pt x="0" y="522732"/>
                  </a:lnTo>
                  <a:lnTo>
                    <a:pt x="705612" y="522732"/>
                  </a:lnTo>
                  <a:lnTo>
                    <a:pt x="705612" y="0"/>
                  </a:lnTo>
                  <a:close/>
                </a:path>
              </a:pathLst>
            </a:custGeom>
            <a:solidFill>
              <a:srgbClr val="FFFFFF"/>
            </a:solidFill>
          </p:spPr>
          <p:txBody>
            <a:bodyPr wrap="square" lIns="0" tIns="0" rIns="0" bIns="0" rtlCol="0"/>
            <a:lstStyle/>
            <a:p>
              <a:endParaRPr/>
            </a:p>
          </p:txBody>
        </p:sp>
      </p:grpSp>
      <p:sp>
        <p:nvSpPr>
          <p:cNvPr id="10" name="object 10"/>
          <p:cNvSpPr txBox="1"/>
          <p:nvPr/>
        </p:nvSpPr>
        <p:spPr>
          <a:xfrm>
            <a:off x="1712722" y="4746497"/>
            <a:ext cx="407670" cy="453390"/>
          </a:xfrm>
          <a:prstGeom prst="rect">
            <a:avLst/>
          </a:prstGeom>
        </p:spPr>
        <p:txBody>
          <a:bodyPr vert="horz" wrap="square" lIns="0" tIns="12700" rIns="0" bIns="0" rtlCol="0">
            <a:spAutoFit/>
          </a:bodyPr>
          <a:lstStyle/>
          <a:p>
            <a:pPr marL="21590">
              <a:lnSpc>
                <a:spcPct val="100000"/>
              </a:lnSpc>
              <a:spcBef>
                <a:spcPts val="100"/>
              </a:spcBef>
            </a:pPr>
            <a:r>
              <a:rPr sz="1400" spc="-204" dirty="0">
                <a:latin typeface="Trebuchet MS"/>
                <a:cs typeface="Trebuchet MS"/>
              </a:rPr>
              <a:t>Kernel</a:t>
            </a:r>
            <a:endParaRPr sz="1400">
              <a:latin typeface="Trebuchet MS"/>
              <a:cs typeface="Trebuchet MS"/>
            </a:endParaRPr>
          </a:p>
          <a:p>
            <a:pPr marL="12700">
              <a:lnSpc>
                <a:spcPct val="100000"/>
              </a:lnSpc>
              <a:spcBef>
                <a:spcPts val="5"/>
              </a:spcBef>
            </a:pPr>
            <a:r>
              <a:rPr sz="1400" spc="-125" dirty="0">
                <a:latin typeface="Trebuchet MS"/>
                <a:cs typeface="Trebuchet MS"/>
              </a:rPr>
              <a:t>(</a:t>
            </a:r>
            <a:r>
              <a:rPr sz="1400" spc="-170" dirty="0">
                <a:latin typeface="Trebuchet MS"/>
                <a:cs typeface="Trebuchet MS"/>
              </a:rPr>
              <a:t>3</a:t>
            </a:r>
            <a:r>
              <a:rPr sz="1400" spc="-165" dirty="0">
                <a:latin typeface="Trebuchet MS"/>
                <a:cs typeface="Trebuchet MS"/>
              </a:rPr>
              <a:t> </a:t>
            </a:r>
            <a:r>
              <a:rPr sz="1400" spc="-240" dirty="0">
                <a:latin typeface="Trebuchet MS"/>
                <a:cs typeface="Trebuchet MS"/>
              </a:rPr>
              <a:t>X</a:t>
            </a:r>
            <a:r>
              <a:rPr sz="1400" spc="-150" dirty="0">
                <a:latin typeface="Trebuchet MS"/>
                <a:cs typeface="Trebuchet MS"/>
              </a:rPr>
              <a:t> </a:t>
            </a:r>
            <a:r>
              <a:rPr sz="1400" spc="-140" dirty="0">
                <a:latin typeface="Trebuchet MS"/>
                <a:cs typeface="Trebuchet MS"/>
              </a:rPr>
              <a:t>3</a:t>
            </a:r>
            <a:r>
              <a:rPr sz="1400" spc="-145" dirty="0">
                <a:latin typeface="Trebuchet MS"/>
                <a:cs typeface="Trebuchet MS"/>
              </a:rPr>
              <a:t>)</a:t>
            </a:r>
            <a:endParaRPr sz="1400">
              <a:latin typeface="Trebuchet MS"/>
              <a:cs typeface="Trebuchet MS"/>
            </a:endParaRPr>
          </a:p>
        </p:txBody>
      </p:sp>
      <p:sp>
        <p:nvSpPr>
          <p:cNvPr id="11" name="object 11"/>
          <p:cNvSpPr txBox="1"/>
          <p:nvPr/>
        </p:nvSpPr>
        <p:spPr>
          <a:xfrm>
            <a:off x="2068067" y="5536691"/>
            <a:ext cx="690880" cy="524510"/>
          </a:xfrm>
          <a:prstGeom prst="rect">
            <a:avLst/>
          </a:prstGeom>
          <a:solidFill>
            <a:srgbClr val="FFFFFF"/>
          </a:solidFill>
        </p:spPr>
        <p:txBody>
          <a:bodyPr vert="horz" wrap="square" lIns="0" tIns="45085" rIns="0" bIns="0" rtlCol="0">
            <a:spAutoFit/>
          </a:bodyPr>
          <a:lstStyle/>
          <a:p>
            <a:pPr marL="152400" marR="146050" indent="50165">
              <a:lnSpc>
                <a:spcPct val="100000"/>
              </a:lnSpc>
              <a:spcBef>
                <a:spcPts val="355"/>
              </a:spcBef>
            </a:pPr>
            <a:r>
              <a:rPr sz="1400" spc="-210" dirty="0">
                <a:latin typeface="Trebuchet MS"/>
                <a:cs typeface="Trebuchet MS"/>
              </a:rPr>
              <a:t>Input </a:t>
            </a:r>
            <a:r>
              <a:rPr sz="1400" spc="-204" dirty="0">
                <a:latin typeface="Trebuchet MS"/>
                <a:cs typeface="Trebuchet MS"/>
              </a:rPr>
              <a:t> </a:t>
            </a:r>
            <a:r>
              <a:rPr sz="1400" spc="-120" dirty="0">
                <a:latin typeface="Trebuchet MS"/>
                <a:cs typeface="Trebuchet MS"/>
              </a:rPr>
              <a:t>(</a:t>
            </a:r>
            <a:r>
              <a:rPr sz="1400" spc="-165" dirty="0">
                <a:latin typeface="Trebuchet MS"/>
                <a:cs typeface="Trebuchet MS"/>
              </a:rPr>
              <a:t>8 </a:t>
            </a:r>
            <a:r>
              <a:rPr sz="1400" spc="-245" dirty="0">
                <a:latin typeface="Trebuchet MS"/>
                <a:cs typeface="Trebuchet MS"/>
              </a:rPr>
              <a:t>X</a:t>
            </a:r>
            <a:r>
              <a:rPr sz="1400" spc="-150" dirty="0">
                <a:latin typeface="Trebuchet MS"/>
                <a:cs typeface="Trebuchet MS"/>
              </a:rPr>
              <a:t> </a:t>
            </a:r>
            <a:r>
              <a:rPr sz="1400" spc="-145" dirty="0">
                <a:latin typeface="Trebuchet MS"/>
                <a:cs typeface="Trebuchet MS"/>
              </a:rPr>
              <a:t>8)</a:t>
            </a:r>
            <a:endParaRPr sz="1400">
              <a:latin typeface="Trebuchet MS"/>
              <a:cs typeface="Trebuchet MS"/>
            </a:endParaRPr>
          </a:p>
        </p:txBody>
      </p:sp>
      <p:sp>
        <p:nvSpPr>
          <p:cNvPr id="12" name="object 12"/>
          <p:cNvSpPr/>
          <p:nvPr/>
        </p:nvSpPr>
        <p:spPr>
          <a:xfrm>
            <a:off x="3363467" y="5907023"/>
            <a:ext cx="1247140" cy="307975"/>
          </a:xfrm>
          <a:custGeom>
            <a:avLst/>
            <a:gdLst/>
            <a:ahLst/>
            <a:cxnLst/>
            <a:rect l="l" t="t" r="r" b="b"/>
            <a:pathLst>
              <a:path w="1247139" h="307975">
                <a:moveTo>
                  <a:pt x="1246632" y="0"/>
                </a:moveTo>
                <a:lnTo>
                  <a:pt x="0" y="0"/>
                </a:lnTo>
                <a:lnTo>
                  <a:pt x="0" y="307847"/>
                </a:lnTo>
                <a:lnTo>
                  <a:pt x="1246632" y="307847"/>
                </a:lnTo>
                <a:lnTo>
                  <a:pt x="1246632" y="0"/>
                </a:lnTo>
                <a:close/>
              </a:path>
            </a:pathLst>
          </a:custGeom>
          <a:solidFill>
            <a:srgbClr val="FFFFFF"/>
          </a:solidFill>
        </p:spPr>
        <p:txBody>
          <a:bodyPr wrap="square" lIns="0" tIns="0" rIns="0" bIns="0" rtlCol="0"/>
          <a:lstStyle/>
          <a:p>
            <a:endParaRPr/>
          </a:p>
        </p:txBody>
      </p:sp>
      <p:sp>
        <p:nvSpPr>
          <p:cNvPr id="13" name="object 13"/>
          <p:cNvSpPr txBox="1"/>
          <p:nvPr/>
        </p:nvSpPr>
        <p:spPr>
          <a:xfrm>
            <a:off x="3593972" y="5938215"/>
            <a:ext cx="782955" cy="239395"/>
          </a:xfrm>
          <a:prstGeom prst="rect">
            <a:avLst/>
          </a:prstGeom>
        </p:spPr>
        <p:txBody>
          <a:bodyPr vert="horz" wrap="square" lIns="0" tIns="12700" rIns="0" bIns="0" rtlCol="0">
            <a:spAutoFit/>
          </a:bodyPr>
          <a:lstStyle/>
          <a:p>
            <a:pPr marL="12700">
              <a:lnSpc>
                <a:spcPct val="100000"/>
              </a:lnSpc>
              <a:spcBef>
                <a:spcPts val="100"/>
              </a:spcBef>
            </a:pPr>
            <a:r>
              <a:rPr sz="1400" spc="-220" dirty="0">
                <a:latin typeface="Trebuchet MS"/>
                <a:cs typeface="Trebuchet MS"/>
              </a:rPr>
              <a:t>P</a:t>
            </a:r>
            <a:r>
              <a:rPr sz="1400" spc="-190" dirty="0">
                <a:latin typeface="Trebuchet MS"/>
                <a:cs typeface="Trebuchet MS"/>
              </a:rPr>
              <a:t>a</a:t>
            </a:r>
            <a:r>
              <a:rPr sz="1400" spc="-250" dirty="0">
                <a:latin typeface="Trebuchet MS"/>
                <a:cs typeface="Trebuchet MS"/>
              </a:rPr>
              <a:t>dded</a:t>
            </a:r>
            <a:r>
              <a:rPr sz="1400" spc="-185" dirty="0">
                <a:latin typeface="Trebuchet MS"/>
                <a:cs typeface="Trebuchet MS"/>
              </a:rPr>
              <a:t> </a:t>
            </a:r>
            <a:r>
              <a:rPr sz="1400" spc="-229" dirty="0">
                <a:latin typeface="Trebuchet MS"/>
                <a:cs typeface="Trebuchet MS"/>
              </a:rPr>
              <a:t>z</a:t>
            </a:r>
            <a:r>
              <a:rPr sz="1400" spc="-225" dirty="0">
                <a:latin typeface="Trebuchet MS"/>
                <a:cs typeface="Trebuchet MS"/>
              </a:rPr>
              <a:t>e</a:t>
            </a:r>
            <a:r>
              <a:rPr sz="1400" spc="-130" dirty="0">
                <a:latin typeface="Trebuchet MS"/>
                <a:cs typeface="Trebuchet MS"/>
              </a:rPr>
              <a:t>ros</a:t>
            </a:r>
            <a:endParaRPr sz="1400">
              <a:latin typeface="Trebuchet MS"/>
              <a:cs typeface="Trebuchet MS"/>
            </a:endParaRPr>
          </a:p>
        </p:txBody>
      </p:sp>
      <p:sp>
        <p:nvSpPr>
          <p:cNvPr id="14" name="object 14"/>
          <p:cNvSpPr txBox="1"/>
          <p:nvPr/>
        </p:nvSpPr>
        <p:spPr>
          <a:xfrm>
            <a:off x="6315455" y="5536691"/>
            <a:ext cx="748665" cy="524510"/>
          </a:xfrm>
          <a:prstGeom prst="rect">
            <a:avLst/>
          </a:prstGeom>
          <a:solidFill>
            <a:srgbClr val="FFFFFF"/>
          </a:solidFill>
        </p:spPr>
        <p:txBody>
          <a:bodyPr vert="horz" wrap="square" lIns="0" tIns="45085" rIns="0" bIns="0" rtlCol="0">
            <a:spAutoFit/>
          </a:bodyPr>
          <a:lstStyle/>
          <a:p>
            <a:pPr marL="182880" marR="173355" indent="4445">
              <a:lnSpc>
                <a:spcPct val="100000"/>
              </a:lnSpc>
              <a:spcBef>
                <a:spcPts val="355"/>
              </a:spcBef>
            </a:pPr>
            <a:r>
              <a:rPr sz="1400" spc="-310" dirty="0">
                <a:latin typeface="Trebuchet MS"/>
                <a:cs typeface="Trebuchet MS"/>
              </a:rPr>
              <a:t>O</a:t>
            </a:r>
            <a:r>
              <a:rPr sz="1400" spc="-245" dirty="0">
                <a:latin typeface="Trebuchet MS"/>
                <a:cs typeface="Trebuchet MS"/>
              </a:rPr>
              <a:t>u</a:t>
            </a:r>
            <a:r>
              <a:rPr sz="1400" spc="-195" dirty="0">
                <a:latin typeface="Trebuchet MS"/>
                <a:cs typeface="Trebuchet MS"/>
              </a:rPr>
              <a:t>tput  </a:t>
            </a:r>
            <a:r>
              <a:rPr sz="1400" spc="-120" dirty="0">
                <a:latin typeface="Trebuchet MS"/>
                <a:cs typeface="Trebuchet MS"/>
              </a:rPr>
              <a:t>(</a:t>
            </a:r>
            <a:r>
              <a:rPr sz="1400" spc="-165" dirty="0">
                <a:latin typeface="Trebuchet MS"/>
                <a:cs typeface="Trebuchet MS"/>
              </a:rPr>
              <a:t>8 </a:t>
            </a:r>
            <a:r>
              <a:rPr sz="1400" spc="-245" dirty="0">
                <a:latin typeface="Trebuchet MS"/>
                <a:cs typeface="Trebuchet MS"/>
              </a:rPr>
              <a:t>X</a:t>
            </a:r>
            <a:r>
              <a:rPr sz="1400" spc="-150" dirty="0">
                <a:latin typeface="Trebuchet MS"/>
                <a:cs typeface="Trebuchet MS"/>
              </a:rPr>
              <a:t> </a:t>
            </a:r>
            <a:r>
              <a:rPr sz="1400" spc="-145" dirty="0">
                <a:latin typeface="Trebuchet MS"/>
                <a:cs typeface="Trebuchet MS"/>
              </a:rPr>
              <a:t>8)</a:t>
            </a:r>
            <a:endParaRPr sz="1400">
              <a:latin typeface="Trebuchet MS"/>
              <a:cs typeface="Trebuchet MS"/>
            </a:endParaRPr>
          </a:p>
        </p:txBody>
      </p:sp>
      <p:sp>
        <p:nvSpPr>
          <p:cNvPr id="15" name="object 15"/>
          <p:cNvSpPr txBox="1"/>
          <p:nvPr/>
        </p:nvSpPr>
        <p:spPr>
          <a:xfrm>
            <a:off x="713943" y="1628292"/>
            <a:ext cx="5385435" cy="622935"/>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spc="-260" dirty="0">
                <a:solidFill>
                  <a:srgbClr val="252525"/>
                </a:solidFill>
                <a:latin typeface="Trebuchet MS"/>
                <a:cs typeface="Trebuchet MS"/>
              </a:rPr>
              <a:t>The</a:t>
            </a:r>
            <a:r>
              <a:rPr sz="1300" spc="-245" dirty="0">
                <a:solidFill>
                  <a:srgbClr val="252525"/>
                </a:solidFill>
                <a:latin typeface="Trebuchet MS"/>
                <a:cs typeface="Trebuchet MS"/>
              </a:rPr>
              <a:t> </a:t>
            </a:r>
            <a:r>
              <a:rPr sz="1300" spc="-175" dirty="0">
                <a:solidFill>
                  <a:srgbClr val="252525"/>
                </a:solidFill>
                <a:latin typeface="Trebuchet MS"/>
                <a:cs typeface="Trebuchet MS"/>
              </a:rPr>
              <a:t>figure</a:t>
            </a:r>
            <a:r>
              <a:rPr sz="1300" spc="-130" dirty="0">
                <a:solidFill>
                  <a:srgbClr val="252525"/>
                </a:solidFill>
                <a:latin typeface="Trebuchet MS"/>
                <a:cs typeface="Trebuchet MS"/>
              </a:rPr>
              <a:t> </a:t>
            </a:r>
            <a:r>
              <a:rPr sz="1300" spc="-229" dirty="0">
                <a:solidFill>
                  <a:srgbClr val="252525"/>
                </a:solidFill>
                <a:latin typeface="Trebuchet MS"/>
                <a:cs typeface="Trebuchet MS"/>
              </a:rPr>
              <a:t>below</a:t>
            </a:r>
            <a:r>
              <a:rPr sz="1300" spc="-145" dirty="0">
                <a:solidFill>
                  <a:srgbClr val="252525"/>
                </a:solidFill>
                <a:latin typeface="Trebuchet MS"/>
                <a:cs typeface="Trebuchet MS"/>
              </a:rPr>
              <a:t> </a:t>
            </a:r>
            <a:r>
              <a:rPr sz="1300" spc="-170" dirty="0">
                <a:solidFill>
                  <a:srgbClr val="252525"/>
                </a:solidFill>
                <a:latin typeface="Trebuchet MS"/>
                <a:cs typeface="Trebuchet MS"/>
              </a:rPr>
              <a:t>shows</a:t>
            </a:r>
            <a:r>
              <a:rPr sz="1300" spc="-175" dirty="0">
                <a:solidFill>
                  <a:srgbClr val="252525"/>
                </a:solidFill>
                <a:latin typeface="Trebuchet MS"/>
                <a:cs typeface="Trebuchet MS"/>
              </a:rPr>
              <a:t> </a:t>
            </a:r>
            <a:r>
              <a:rPr sz="1300" spc="-200" dirty="0">
                <a:solidFill>
                  <a:srgbClr val="252525"/>
                </a:solidFill>
                <a:latin typeface="Trebuchet MS"/>
                <a:cs typeface="Trebuchet MS"/>
              </a:rPr>
              <a:t>a</a:t>
            </a:r>
            <a:r>
              <a:rPr sz="1300" spc="-150" dirty="0">
                <a:solidFill>
                  <a:srgbClr val="252525"/>
                </a:solidFill>
                <a:latin typeface="Trebuchet MS"/>
                <a:cs typeface="Trebuchet MS"/>
              </a:rPr>
              <a:t> </a:t>
            </a:r>
            <a:r>
              <a:rPr sz="1300" spc="-195" dirty="0">
                <a:solidFill>
                  <a:srgbClr val="252525"/>
                </a:solidFill>
                <a:latin typeface="Trebuchet MS"/>
                <a:cs typeface="Trebuchet MS"/>
              </a:rPr>
              <a:t>convolution</a:t>
            </a:r>
            <a:r>
              <a:rPr sz="1300" spc="-160" dirty="0">
                <a:solidFill>
                  <a:srgbClr val="252525"/>
                </a:solidFill>
                <a:latin typeface="Trebuchet MS"/>
                <a:cs typeface="Trebuchet MS"/>
              </a:rPr>
              <a:t> </a:t>
            </a:r>
            <a:r>
              <a:rPr sz="1300" spc="-190" dirty="0">
                <a:solidFill>
                  <a:srgbClr val="252525"/>
                </a:solidFill>
                <a:latin typeface="Trebuchet MS"/>
                <a:cs typeface="Trebuchet MS"/>
              </a:rPr>
              <a:t>of</a:t>
            </a:r>
            <a:r>
              <a:rPr sz="1300" spc="-140" dirty="0">
                <a:solidFill>
                  <a:srgbClr val="252525"/>
                </a:solidFill>
                <a:latin typeface="Trebuchet MS"/>
                <a:cs typeface="Trebuchet MS"/>
              </a:rPr>
              <a:t> </a:t>
            </a:r>
            <a:r>
              <a:rPr sz="1300" spc="-125" dirty="0">
                <a:solidFill>
                  <a:srgbClr val="252525"/>
                </a:solidFill>
                <a:latin typeface="Trebuchet MS"/>
                <a:cs typeface="Trebuchet MS"/>
              </a:rPr>
              <a:t>8</a:t>
            </a:r>
            <a:r>
              <a:rPr sz="1300" spc="-135" dirty="0">
                <a:solidFill>
                  <a:srgbClr val="252525"/>
                </a:solidFill>
                <a:latin typeface="Trebuchet MS"/>
                <a:cs typeface="Trebuchet MS"/>
              </a:rPr>
              <a:t> </a:t>
            </a:r>
            <a:r>
              <a:rPr sz="1300" spc="-225" dirty="0">
                <a:solidFill>
                  <a:srgbClr val="252525"/>
                </a:solidFill>
                <a:latin typeface="Trebuchet MS"/>
                <a:cs typeface="Trebuchet MS"/>
              </a:rPr>
              <a:t>x</a:t>
            </a:r>
            <a:r>
              <a:rPr sz="1300" spc="-150" dirty="0">
                <a:solidFill>
                  <a:srgbClr val="252525"/>
                </a:solidFill>
                <a:latin typeface="Trebuchet MS"/>
                <a:cs typeface="Trebuchet MS"/>
              </a:rPr>
              <a:t> </a:t>
            </a:r>
            <a:r>
              <a:rPr sz="1300" spc="-125" dirty="0">
                <a:solidFill>
                  <a:srgbClr val="252525"/>
                </a:solidFill>
                <a:latin typeface="Trebuchet MS"/>
                <a:cs typeface="Trebuchet MS"/>
              </a:rPr>
              <a:t>8</a:t>
            </a:r>
            <a:r>
              <a:rPr sz="1300" spc="-135" dirty="0">
                <a:solidFill>
                  <a:srgbClr val="252525"/>
                </a:solidFill>
                <a:latin typeface="Trebuchet MS"/>
                <a:cs typeface="Trebuchet MS"/>
              </a:rPr>
              <a:t> </a:t>
            </a:r>
            <a:r>
              <a:rPr sz="1300" spc="-204" dirty="0">
                <a:solidFill>
                  <a:srgbClr val="252525"/>
                </a:solidFill>
                <a:latin typeface="Trebuchet MS"/>
                <a:cs typeface="Trebuchet MS"/>
              </a:rPr>
              <a:t>input</a:t>
            </a:r>
            <a:r>
              <a:rPr sz="1300" spc="-160" dirty="0">
                <a:solidFill>
                  <a:srgbClr val="252525"/>
                </a:solidFill>
                <a:latin typeface="Trebuchet MS"/>
                <a:cs typeface="Trebuchet MS"/>
              </a:rPr>
              <a:t> </a:t>
            </a:r>
            <a:r>
              <a:rPr sz="1300" spc="-195" dirty="0">
                <a:solidFill>
                  <a:srgbClr val="252525"/>
                </a:solidFill>
                <a:latin typeface="Trebuchet MS"/>
                <a:cs typeface="Trebuchet MS"/>
              </a:rPr>
              <a:t>matrix</a:t>
            </a:r>
            <a:r>
              <a:rPr sz="1300" spc="-135" dirty="0">
                <a:solidFill>
                  <a:srgbClr val="252525"/>
                </a:solidFill>
                <a:latin typeface="Trebuchet MS"/>
                <a:cs typeface="Trebuchet MS"/>
              </a:rPr>
              <a:t> </a:t>
            </a:r>
            <a:r>
              <a:rPr sz="1300" spc="-220" dirty="0">
                <a:solidFill>
                  <a:srgbClr val="252525"/>
                </a:solidFill>
                <a:latin typeface="Trebuchet MS"/>
                <a:cs typeface="Trebuchet MS"/>
              </a:rPr>
              <a:t>and</a:t>
            </a:r>
            <a:r>
              <a:rPr sz="1300" spc="-150" dirty="0">
                <a:solidFill>
                  <a:srgbClr val="252525"/>
                </a:solidFill>
                <a:latin typeface="Trebuchet MS"/>
                <a:cs typeface="Trebuchet MS"/>
              </a:rPr>
              <a:t> </a:t>
            </a:r>
            <a:r>
              <a:rPr sz="1300" spc="-135" dirty="0">
                <a:solidFill>
                  <a:srgbClr val="252525"/>
                </a:solidFill>
                <a:latin typeface="Trebuchet MS"/>
                <a:cs typeface="Trebuchet MS"/>
              </a:rPr>
              <a:t>3</a:t>
            </a:r>
            <a:r>
              <a:rPr sz="1300" spc="-145" dirty="0">
                <a:solidFill>
                  <a:srgbClr val="252525"/>
                </a:solidFill>
                <a:latin typeface="Trebuchet MS"/>
                <a:cs typeface="Trebuchet MS"/>
              </a:rPr>
              <a:t> </a:t>
            </a:r>
            <a:r>
              <a:rPr sz="1300" spc="-225" dirty="0">
                <a:solidFill>
                  <a:srgbClr val="252525"/>
                </a:solidFill>
                <a:latin typeface="Trebuchet MS"/>
                <a:cs typeface="Trebuchet MS"/>
              </a:rPr>
              <a:t>x</a:t>
            </a:r>
            <a:r>
              <a:rPr sz="1300" spc="-140" dirty="0">
                <a:solidFill>
                  <a:srgbClr val="252525"/>
                </a:solidFill>
                <a:latin typeface="Trebuchet MS"/>
                <a:cs typeface="Trebuchet MS"/>
              </a:rPr>
              <a:t> </a:t>
            </a:r>
            <a:r>
              <a:rPr sz="1300" spc="-135" dirty="0">
                <a:solidFill>
                  <a:srgbClr val="252525"/>
                </a:solidFill>
                <a:latin typeface="Trebuchet MS"/>
                <a:cs typeface="Trebuchet MS"/>
              </a:rPr>
              <a:t>3</a:t>
            </a:r>
            <a:r>
              <a:rPr sz="1300" spc="-145" dirty="0">
                <a:solidFill>
                  <a:srgbClr val="252525"/>
                </a:solidFill>
                <a:latin typeface="Trebuchet MS"/>
                <a:cs typeface="Trebuchet MS"/>
              </a:rPr>
              <a:t> </a:t>
            </a:r>
            <a:r>
              <a:rPr sz="1300" spc="-200" dirty="0">
                <a:solidFill>
                  <a:srgbClr val="252525"/>
                </a:solidFill>
                <a:latin typeface="Trebuchet MS"/>
                <a:cs typeface="Trebuchet MS"/>
              </a:rPr>
              <a:t>kernel.</a:t>
            </a:r>
            <a:endParaRPr sz="130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spc="-254" dirty="0">
                <a:solidFill>
                  <a:srgbClr val="252525"/>
                </a:solidFill>
                <a:latin typeface="Trebuchet MS"/>
                <a:cs typeface="Trebuchet MS"/>
              </a:rPr>
              <a:t>p=1</a:t>
            </a:r>
            <a:r>
              <a:rPr sz="1300" spc="-150" dirty="0">
                <a:solidFill>
                  <a:srgbClr val="252525"/>
                </a:solidFill>
                <a:latin typeface="Trebuchet MS"/>
                <a:cs typeface="Trebuchet MS"/>
              </a:rPr>
              <a:t> </a:t>
            </a:r>
            <a:r>
              <a:rPr sz="1300" spc="-220" dirty="0">
                <a:solidFill>
                  <a:srgbClr val="252525"/>
                </a:solidFill>
                <a:latin typeface="Trebuchet MS"/>
                <a:cs typeface="Trebuchet MS"/>
              </a:rPr>
              <a:t>and</a:t>
            </a:r>
            <a:r>
              <a:rPr sz="1300" spc="-145" dirty="0">
                <a:solidFill>
                  <a:srgbClr val="252525"/>
                </a:solidFill>
                <a:latin typeface="Trebuchet MS"/>
                <a:cs typeface="Trebuchet MS"/>
              </a:rPr>
              <a:t> </a:t>
            </a:r>
            <a:r>
              <a:rPr sz="1300" spc="-155" dirty="0">
                <a:solidFill>
                  <a:srgbClr val="252525"/>
                </a:solidFill>
                <a:latin typeface="Trebuchet MS"/>
                <a:cs typeface="Trebuchet MS"/>
              </a:rPr>
              <a:t>zeros</a:t>
            </a:r>
            <a:r>
              <a:rPr sz="1300" spc="-175" dirty="0">
                <a:solidFill>
                  <a:srgbClr val="252525"/>
                </a:solidFill>
                <a:latin typeface="Trebuchet MS"/>
                <a:cs typeface="Trebuchet MS"/>
              </a:rPr>
              <a:t> </a:t>
            </a:r>
            <a:r>
              <a:rPr sz="1300" spc="-170" dirty="0">
                <a:solidFill>
                  <a:srgbClr val="252525"/>
                </a:solidFill>
                <a:latin typeface="Trebuchet MS"/>
                <a:cs typeface="Trebuchet MS"/>
              </a:rPr>
              <a:t>are</a:t>
            </a:r>
            <a:r>
              <a:rPr sz="1300" spc="-140" dirty="0">
                <a:solidFill>
                  <a:srgbClr val="252525"/>
                </a:solidFill>
                <a:latin typeface="Trebuchet MS"/>
                <a:cs typeface="Trebuchet MS"/>
              </a:rPr>
              <a:t> </a:t>
            </a:r>
            <a:r>
              <a:rPr sz="1300" spc="-229" dirty="0">
                <a:solidFill>
                  <a:srgbClr val="252525"/>
                </a:solidFill>
                <a:latin typeface="Trebuchet MS"/>
                <a:cs typeface="Trebuchet MS"/>
              </a:rPr>
              <a:t>padded</a:t>
            </a:r>
            <a:r>
              <a:rPr sz="1300" spc="-175" dirty="0">
                <a:solidFill>
                  <a:srgbClr val="252525"/>
                </a:solidFill>
                <a:latin typeface="Trebuchet MS"/>
                <a:cs typeface="Trebuchet MS"/>
              </a:rPr>
              <a:t> </a:t>
            </a:r>
            <a:r>
              <a:rPr sz="1300" spc="-185" dirty="0">
                <a:solidFill>
                  <a:srgbClr val="252525"/>
                </a:solidFill>
                <a:latin typeface="Trebuchet MS"/>
                <a:cs typeface="Trebuchet MS"/>
              </a:rPr>
              <a:t>in</a:t>
            </a:r>
            <a:r>
              <a:rPr sz="1300" spc="-130" dirty="0">
                <a:solidFill>
                  <a:srgbClr val="252525"/>
                </a:solidFill>
                <a:latin typeface="Trebuchet MS"/>
                <a:cs typeface="Trebuchet MS"/>
              </a:rPr>
              <a:t> </a:t>
            </a:r>
            <a:r>
              <a:rPr sz="1300" spc="-215" dirty="0">
                <a:solidFill>
                  <a:srgbClr val="252525"/>
                </a:solidFill>
                <a:latin typeface="Trebuchet MS"/>
                <a:cs typeface="Trebuchet MS"/>
              </a:rPr>
              <a:t>the</a:t>
            </a:r>
            <a:r>
              <a:rPr sz="1300" spc="-140" dirty="0">
                <a:solidFill>
                  <a:srgbClr val="252525"/>
                </a:solidFill>
                <a:latin typeface="Trebuchet MS"/>
                <a:cs typeface="Trebuchet MS"/>
              </a:rPr>
              <a:t> </a:t>
            </a:r>
            <a:r>
              <a:rPr sz="1300" spc="-204" dirty="0">
                <a:solidFill>
                  <a:srgbClr val="252525"/>
                </a:solidFill>
                <a:latin typeface="Trebuchet MS"/>
                <a:cs typeface="Trebuchet MS"/>
              </a:rPr>
              <a:t>input</a:t>
            </a:r>
            <a:r>
              <a:rPr sz="1300" spc="-155" dirty="0">
                <a:solidFill>
                  <a:srgbClr val="252525"/>
                </a:solidFill>
                <a:latin typeface="Trebuchet MS"/>
                <a:cs typeface="Trebuchet MS"/>
              </a:rPr>
              <a:t> </a:t>
            </a:r>
            <a:r>
              <a:rPr sz="1300" spc="-204" dirty="0">
                <a:solidFill>
                  <a:srgbClr val="252525"/>
                </a:solidFill>
                <a:latin typeface="Trebuchet MS"/>
                <a:cs typeface="Trebuchet MS"/>
              </a:rPr>
              <a:t>matrix.</a:t>
            </a:r>
            <a:r>
              <a:rPr sz="1300" spc="-130" dirty="0">
                <a:solidFill>
                  <a:srgbClr val="252525"/>
                </a:solidFill>
                <a:latin typeface="Trebuchet MS"/>
                <a:cs typeface="Trebuchet MS"/>
              </a:rPr>
              <a:t> </a:t>
            </a:r>
            <a:r>
              <a:rPr sz="1300" spc="-215" dirty="0">
                <a:solidFill>
                  <a:srgbClr val="252525"/>
                </a:solidFill>
                <a:latin typeface="Trebuchet MS"/>
                <a:cs typeface="Trebuchet MS"/>
              </a:rPr>
              <a:t>Thus,</a:t>
            </a:r>
            <a:r>
              <a:rPr sz="1300" spc="-160" dirty="0">
                <a:solidFill>
                  <a:srgbClr val="252525"/>
                </a:solidFill>
                <a:latin typeface="Trebuchet MS"/>
                <a:cs typeface="Trebuchet MS"/>
              </a:rPr>
              <a:t> </a:t>
            </a:r>
            <a:r>
              <a:rPr sz="1300" spc="-210" dirty="0">
                <a:solidFill>
                  <a:srgbClr val="252525"/>
                </a:solidFill>
                <a:latin typeface="Trebuchet MS"/>
                <a:cs typeface="Trebuchet MS"/>
              </a:rPr>
              <a:t>2D</a:t>
            </a:r>
            <a:r>
              <a:rPr sz="1300" spc="-140" dirty="0">
                <a:solidFill>
                  <a:srgbClr val="252525"/>
                </a:solidFill>
                <a:latin typeface="Trebuchet MS"/>
                <a:cs typeface="Trebuchet MS"/>
              </a:rPr>
              <a:t> </a:t>
            </a:r>
            <a:r>
              <a:rPr sz="1300" spc="-195" dirty="0">
                <a:solidFill>
                  <a:srgbClr val="252525"/>
                </a:solidFill>
                <a:latin typeface="Trebuchet MS"/>
                <a:cs typeface="Trebuchet MS"/>
              </a:rPr>
              <a:t>convolution</a:t>
            </a:r>
            <a:r>
              <a:rPr sz="1300" spc="-160" dirty="0">
                <a:solidFill>
                  <a:srgbClr val="252525"/>
                </a:solidFill>
                <a:latin typeface="Trebuchet MS"/>
                <a:cs typeface="Trebuchet MS"/>
              </a:rPr>
              <a:t> </a:t>
            </a:r>
            <a:r>
              <a:rPr sz="1300" spc="-180" dirty="0">
                <a:solidFill>
                  <a:srgbClr val="252525"/>
                </a:solidFill>
                <a:latin typeface="Trebuchet MS"/>
                <a:cs typeface="Trebuchet MS"/>
              </a:rPr>
              <a:t>generates</a:t>
            </a:r>
            <a:r>
              <a:rPr sz="1300" spc="-165" dirty="0">
                <a:solidFill>
                  <a:srgbClr val="252525"/>
                </a:solidFill>
                <a:latin typeface="Trebuchet MS"/>
                <a:cs typeface="Trebuchet MS"/>
              </a:rPr>
              <a:t> </a:t>
            </a:r>
            <a:r>
              <a:rPr sz="1300" spc="-210" dirty="0">
                <a:solidFill>
                  <a:srgbClr val="252525"/>
                </a:solidFill>
                <a:latin typeface="Trebuchet MS"/>
                <a:cs typeface="Trebuchet MS"/>
              </a:rPr>
              <a:t>an</a:t>
            </a:r>
            <a:r>
              <a:rPr sz="1300" spc="-145" dirty="0">
                <a:solidFill>
                  <a:srgbClr val="252525"/>
                </a:solidFill>
                <a:latin typeface="Trebuchet MS"/>
                <a:cs typeface="Trebuchet MS"/>
              </a:rPr>
              <a:t> </a:t>
            </a:r>
            <a:r>
              <a:rPr sz="1300" spc="-210" dirty="0">
                <a:solidFill>
                  <a:srgbClr val="252525"/>
                </a:solidFill>
                <a:latin typeface="Trebuchet MS"/>
                <a:cs typeface="Trebuchet MS"/>
              </a:rPr>
              <a:t>output</a:t>
            </a:r>
            <a:r>
              <a:rPr sz="1300" spc="-150" dirty="0">
                <a:solidFill>
                  <a:srgbClr val="252525"/>
                </a:solidFill>
                <a:latin typeface="Trebuchet MS"/>
                <a:cs typeface="Trebuchet MS"/>
              </a:rPr>
              <a:t> </a:t>
            </a:r>
            <a:r>
              <a:rPr sz="1300" spc="-190" dirty="0">
                <a:solidFill>
                  <a:srgbClr val="252525"/>
                </a:solidFill>
                <a:latin typeface="Trebuchet MS"/>
                <a:cs typeface="Trebuchet MS"/>
              </a:rPr>
              <a:t>of</a:t>
            </a:r>
            <a:r>
              <a:rPr sz="1300" spc="-145" dirty="0">
                <a:solidFill>
                  <a:srgbClr val="252525"/>
                </a:solidFill>
                <a:latin typeface="Trebuchet MS"/>
                <a:cs typeface="Trebuchet MS"/>
              </a:rPr>
              <a:t> </a:t>
            </a:r>
            <a:r>
              <a:rPr sz="1300" spc="-125" dirty="0">
                <a:solidFill>
                  <a:srgbClr val="252525"/>
                </a:solidFill>
                <a:latin typeface="Trebuchet MS"/>
                <a:cs typeface="Trebuchet MS"/>
              </a:rPr>
              <a:t>8</a:t>
            </a:r>
            <a:r>
              <a:rPr sz="1300" spc="-140" dirty="0">
                <a:solidFill>
                  <a:srgbClr val="252525"/>
                </a:solidFill>
                <a:latin typeface="Trebuchet MS"/>
                <a:cs typeface="Trebuchet MS"/>
              </a:rPr>
              <a:t> </a:t>
            </a:r>
            <a:r>
              <a:rPr sz="1300" spc="-225" dirty="0">
                <a:solidFill>
                  <a:srgbClr val="252525"/>
                </a:solidFill>
                <a:latin typeface="Trebuchet MS"/>
                <a:cs typeface="Trebuchet MS"/>
              </a:rPr>
              <a:t>x</a:t>
            </a:r>
            <a:r>
              <a:rPr sz="1300" spc="-145" dirty="0">
                <a:solidFill>
                  <a:srgbClr val="252525"/>
                </a:solidFill>
                <a:latin typeface="Trebuchet MS"/>
                <a:cs typeface="Trebuchet MS"/>
              </a:rPr>
              <a:t> </a:t>
            </a:r>
            <a:r>
              <a:rPr sz="1300" spc="-125" dirty="0">
                <a:solidFill>
                  <a:srgbClr val="252525"/>
                </a:solidFill>
                <a:latin typeface="Trebuchet MS"/>
                <a:cs typeface="Trebuchet MS"/>
              </a:rPr>
              <a:t>8</a:t>
            </a:r>
            <a:r>
              <a:rPr sz="1300" spc="-135" dirty="0">
                <a:solidFill>
                  <a:srgbClr val="252525"/>
                </a:solidFill>
                <a:latin typeface="Trebuchet MS"/>
                <a:cs typeface="Trebuchet MS"/>
              </a:rPr>
              <a:t> </a:t>
            </a:r>
            <a:r>
              <a:rPr sz="1300" spc="-175" dirty="0">
                <a:solidFill>
                  <a:srgbClr val="252525"/>
                </a:solidFill>
                <a:latin typeface="Trebuchet MS"/>
                <a:cs typeface="Trebuchet MS"/>
              </a:rPr>
              <a:t>size.</a:t>
            </a:r>
            <a:endParaRPr sz="1300">
              <a:latin typeface="Trebuchet MS"/>
              <a:cs typeface="Trebuchet MS"/>
            </a:endParaRPr>
          </a:p>
        </p:txBody>
      </p:sp>
      <p:sp>
        <p:nvSpPr>
          <p:cNvPr id="16" name="object 16"/>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7" name="object 17"/>
          <p:cNvPicPr/>
          <p:nvPr/>
        </p:nvPicPr>
        <p:blipFill>
          <a:blip r:embed="rId6" cstate="print"/>
          <a:stretch>
            <a:fillRect/>
          </a:stretch>
        </p:blipFill>
        <p:spPr>
          <a:xfrm>
            <a:off x="716280" y="1427988"/>
            <a:ext cx="1311402" cy="14249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0448" y="6524434"/>
            <a:ext cx="83017"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786120" cy="299720"/>
          </a:xfrm>
          <a:prstGeom prst="rect">
            <a:avLst/>
          </a:prstGeom>
        </p:spPr>
        <p:txBody>
          <a:bodyPr vert="horz" wrap="square" lIns="0" tIns="12700" rIns="0" bIns="0" rtlCol="0">
            <a:spAutoFit/>
          </a:bodyPr>
          <a:lstStyle/>
          <a:p>
            <a:pPr marL="12700">
              <a:lnSpc>
                <a:spcPct val="100000"/>
              </a:lnSpc>
              <a:spcBef>
                <a:spcPts val="100"/>
              </a:spcBef>
            </a:pPr>
            <a:r>
              <a:rPr spc="-5" dirty="0"/>
              <a:t>1.2. Components</a:t>
            </a:r>
            <a:r>
              <a:rPr spc="-35" dirty="0"/>
              <a:t> </a:t>
            </a:r>
            <a:r>
              <a:rPr dirty="0"/>
              <a:t>of</a:t>
            </a:r>
            <a:r>
              <a:rPr spc="-15" dirty="0"/>
              <a:t> </a:t>
            </a:r>
            <a:r>
              <a:rPr spc="-5" dirty="0"/>
              <a:t>Convolutional</a:t>
            </a:r>
            <a:r>
              <a:rPr spc="-35" dirty="0"/>
              <a:t> </a:t>
            </a:r>
            <a:r>
              <a:rPr spc="-5" dirty="0"/>
              <a:t>Neural Network</a:t>
            </a:r>
            <a:r>
              <a:rPr dirty="0"/>
              <a:t> </a:t>
            </a:r>
            <a:r>
              <a:rPr spc="-5" dirty="0"/>
              <a:t>(CNN)</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7" name="object 7"/>
          <p:cNvGrpSpPr/>
          <p:nvPr/>
        </p:nvGrpSpPr>
        <p:grpSpPr>
          <a:xfrm>
            <a:off x="554736" y="2057400"/>
            <a:ext cx="8789035" cy="3689985"/>
            <a:chOff x="554736" y="2057400"/>
            <a:chExt cx="8789035" cy="3689985"/>
          </a:xfrm>
        </p:grpSpPr>
        <p:sp>
          <p:nvSpPr>
            <p:cNvPr id="8" name="object 8"/>
            <p:cNvSpPr/>
            <p:nvPr/>
          </p:nvSpPr>
          <p:spPr>
            <a:xfrm>
              <a:off x="557784" y="2060447"/>
              <a:ext cx="8783320" cy="3683635"/>
            </a:xfrm>
            <a:custGeom>
              <a:avLst/>
              <a:gdLst/>
              <a:ahLst/>
              <a:cxnLst/>
              <a:rect l="l" t="t" r="r" b="b"/>
              <a:pathLst>
                <a:path w="8783320" h="3683635">
                  <a:moveTo>
                    <a:pt x="0" y="3683507"/>
                  </a:moveTo>
                  <a:lnTo>
                    <a:pt x="8782812" y="3683507"/>
                  </a:lnTo>
                  <a:lnTo>
                    <a:pt x="8782812" y="0"/>
                  </a:lnTo>
                  <a:lnTo>
                    <a:pt x="0" y="0"/>
                  </a:lnTo>
                  <a:lnTo>
                    <a:pt x="0" y="3683507"/>
                  </a:lnTo>
                  <a:close/>
                </a:path>
              </a:pathLst>
            </a:custGeom>
            <a:ln w="6096">
              <a:solidFill>
                <a:srgbClr val="D9D9D9"/>
              </a:solidFill>
            </a:ln>
          </p:spPr>
          <p:txBody>
            <a:bodyPr wrap="square" lIns="0" tIns="0" rIns="0" bIns="0" rtlCol="0"/>
            <a:lstStyle/>
            <a:p>
              <a:endParaRPr/>
            </a:p>
          </p:txBody>
        </p:sp>
        <p:pic>
          <p:nvPicPr>
            <p:cNvPr id="9" name="object 9"/>
            <p:cNvPicPr/>
            <p:nvPr/>
          </p:nvPicPr>
          <p:blipFill>
            <a:blip r:embed="rId5" cstate="print"/>
            <a:stretch>
              <a:fillRect/>
            </a:stretch>
          </p:blipFill>
          <p:spPr>
            <a:xfrm>
              <a:off x="640080" y="2113788"/>
              <a:ext cx="8700516" cy="3630167"/>
            </a:xfrm>
            <a:prstGeom prst="rect">
              <a:avLst/>
            </a:prstGeom>
          </p:spPr>
        </p:pic>
      </p:grpSp>
      <p:sp>
        <p:nvSpPr>
          <p:cNvPr id="10" name="object 10"/>
          <p:cNvSpPr txBox="1"/>
          <p:nvPr/>
        </p:nvSpPr>
        <p:spPr>
          <a:xfrm>
            <a:off x="713942" y="1729486"/>
            <a:ext cx="6677457" cy="212238"/>
          </a:xfrm>
          <a:prstGeom prst="rect">
            <a:avLst/>
          </a:prstGeom>
        </p:spPr>
        <p:txBody>
          <a:bodyPr vert="horz" wrap="square" lIns="0" tIns="12065" rIns="0" bIns="0" rtlCol="0">
            <a:spAutoFit/>
          </a:bodyPr>
          <a:lstStyle/>
          <a:p>
            <a:pPr marL="195580" indent="-182880">
              <a:lnSpc>
                <a:spcPct val="100000"/>
              </a:lnSpc>
              <a:spcBef>
                <a:spcPts val="95"/>
              </a:spcBef>
              <a:buClr>
                <a:srgbClr val="183DAF"/>
              </a:buClr>
              <a:buFont typeface="Tahoma"/>
              <a:buChar char="‣"/>
              <a:tabLst>
                <a:tab pos="195580" algn="l"/>
              </a:tabLst>
            </a:pPr>
            <a:r>
              <a:rPr sz="1300" dirty="0">
                <a:latin typeface="Trebuchet MS"/>
                <a:cs typeface="Trebuchet MS"/>
              </a:rPr>
              <a:t>The code below is to implement 2D discrete convolution with the con2D function.</a:t>
            </a:r>
          </a:p>
        </p:txBody>
      </p:sp>
      <p:sp>
        <p:nvSpPr>
          <p:cNvPr id="11" name="object 11"/>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2" name="object 12"/>
          <p:cNvPicPr/>
          <p:nvPr/>
        </p:nvPicPr>
        <p:blipFill>
          <a:blip r:embed="rId6" cstate="print"/>
          <a:stretch>
            <a:fillRect/>
          </a:stretch>
        </p:blipFill>
        <p:spPr>
          <a:xfrm>
            <a:off x="716280" y="1427988"/>
            <a:ext cx="1311402" cy="14249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397"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pic>
        <p:nvPicPr>
          <p:cNvPr id="5" name="object 5"/>
          <p:cNvPicPr/>
          <p:nvPr/>
        </p:nvPicPr>
        <p:blipFill>
          <a:blip r:embed="rId5" cstate="print"/>
          <a:stretch>
            <a:fillRect/>
          </a:stretch>
        </p:blipFill>
        <p:spPr>
          <a:xfrm>
            <a:off x="1318050" y="2077212"/>
            <a:ext cx="8022545" cy="3325266"/>
          </a:xfrm>
          <a:prstGeom prst="rect">
            <a:avLst/>
          </a:prstGeom>
        </p:spPr>
      </p:pic>
      <p:sp>
        <p:nvSpPr>
          <p:cNvPr id="6" name="object 6"/>
          <p:cNvSpPr txBox="1">
            <a:spLocks noGrp="1"/>
          </p:cNvSpPr>
          <p:nvPr>
            <p:ph type="title"/>
          </p:nvPr>
        </p:nvSpPr>
        <p:spPr>
          <a:xfrm>
            <a:off x="437489" y="431419"/>
            <a:ext cx="5786120" cy="299720"/>
          </a:xfrm>
          <a:prstGeom prst="rect">
            <a:avLst/>
          </a:prstGeom>
        </p:spPr>
        <p:txBody>
          <a:bodyPr vert="horz" wrap="square" lIns="0" tIns="12700" rIns="0" bIns="0" rtlCol="0">
            <a:spAutoFit/>
          </a:bodyPr>
          <a:lstStyle/>
          <a:p>
            <a:pPr marL="12700">
              <a:lnSpc>
                <a:spcPct val="100000"/>
              </a:lnSpc>
              <a:spcBef>
                <a:spcPts val="100"/>
              </a:spcBef>
            </a:pPr>
            <a:r>
              <a:rPr spc="-5" dirty="0"/>
              <a:t>1.2. Components</a:t>
            </a:r>
            <a:r>
              <a:rPr spc="-35" dirty="0"/>
              <a:t> </a:t>
            </a:r>
            <a:r>
              <a:rPr dirty="0"/>
              <a:t>of</a:t>
            </a:r>
            <a:r>
              <a:rPr spc="-15" dirty="0"/>
              <a:t> </a:t>
            </a:r>
            <a:r>
              <a:rPr spc="-5" dirty="0"/>
              <a:t>Convolutional</a:t>
            </a:r>
            <a:r>
              <a:rPr spc="-35" dirty="0"/>
              <a:t> </a:t>
            </a:r>
            <a:r>
              <a:rPr spc="-5" dirty="0"/>
              <a:t>Neural Network</a:t>
            </a:r>
            <a:r>
              <a:rPr dirty="0"/>
              <a:t> </a:t>
            </a:r>
            <a:r>
              <a:rPr spc="-5" dirty="0"/>
              <a:t>(CNN)</a:t>
            </a:r>
          </a:p>
        </p:txBody>
      </p:sp>
      <p:sp>
        <p:nvSpPr>
          <p:cNvPr id="7" name="object 7"/>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8" name="object 8"/>
          <p:cNvSpPr txBox="1"/>
          <p:nvPr/>
        </p:nvSpPr>
        <p:spPr>
          <a:xfrm>
            <a:off x="1732788" y="2665476"/>
            <a:ext cx="2182495" cy="158750"/>
          </a:xfrm>
          <a:prstGeom prst="rect">
            <a:avLst/>
          </a:prstGeom>
          <a:solidFill>
            <a:srgbClr val="F7F7F7"/>
          </a:solidFill>
        </p:spPr>
        <p:txBody>
          <a:bodyPr vert="horz" wrap="square" lIns="0" tIns="0" rIns="0" bIns="0" rtlCol="0">
            <a:spAutoFit/>
          </a:bodyPr>
          <a:lstStyle/>
          <a:p>
            <a:pPr>
              <a:lnSpc>
                <a:spcPts val="1250"/>
              </a:lnSpc>
            </a:pPr>
            <a:r>
              <a:rPr sz="1200" dirty="0">
                <a:latin typeface="Lucida Console"/>
                <a:cs typeface="Lucida Console"/>
              </a:rPr>
              <a:t>(</a:t>
            </a:r>
            <a:r>
              <a:rPr sz="1200" dirty="0">
                <a:solidFill>
                  <a:srgbClr val="AC3030"/>
                </a:solidFill>
                <a:latin typeface="Lucida Console"/>
                <a:cs typeface="Lucida Console"/>
              </a:rPr>
              <a:t>'Rendering</a:t>
            </a:r>
            <a:r>
              <a:rPr sz="1200" spc="-60" dirty="0">
                <a:solidFill>
                  <a:srgbClr val="AC3030"/>
                </a:solidFill>
                <a:latin typeface="Lucida Console"/>
                <a:cs typeface="Lucida Console"/>
              </a:rPr>
              <a:t> </a:t>
            </a:r>
            <a:r>
              <a:rPr sz="1200" dirty="0">
                <a:solidFill>
                  <a:srgbClr val="AC3030"/>
                </a:solidFill>
                <a:latin typeface="Lucida Console"/>
                <a:cs typeface="Lucida Console"/>
              </a:rPr>
              <a:t>Conv2d:\n'</a:t>
            </a:r>
            <a:r>
              <a:rPr sz="1200" dirty="0">
                <a:latin typeface="Lucida Console"/>
                <a:cs typeface="Lucida Console"/>
              </a:rPr>
              <a:t>,</a:t>
            </a:r>
            <a:endParaRPr sz="1200">
              <a:latin typeface="Lucida Console"/>
              <a:cs typeface="Lucida Console"/>
            </a:endParaRPr>
          </a:p>
        </p:txBody>
      </p:sp>
      <p:grpSp>
        <p:nvGrpSpPr>
          <p:cNvPr id="9" name="object 9"/>
          <p:cNvGrpSpPr/>
          <p:nvPr/>
        </p:nvGrpSpPr>
        <p:grpSpPr>
          <a:xfrm>
            <a:off x="1347216" y="3300984"/>
            <a:ext cx="1995170" cy="1454150"/>
            <a:chOff x="1347216" y="3300984"/>
            <a:chExt cx="1995170" cy="1454150"/>
          </a:xfrm>
        </p:grpSpPr>
        <p:sp>
          <p:nvSpPr>
            <p:cNvPr id="10" name="object 10"/>
            <p:cNvSpPr/>
            <p:nvPr/>
          </p:nvSpPr>
          <p:spPr>
            <a:xfrm>
              <a:off x="1728216" y="3300984"/>
              <a:ext cx="1614170" cy="149860"/>
            </a:xfrm>
            <a:custGeom>
              <a:avLst/>
              <a:gdLst/>
              <a:ahLst/>
              <a:cxnLst/>
              <a:rect l="l" t="t" r="r" b="b"/>
              <a:pathLst>
                <a:path w="1614170" h="149860">
                  <a:moveTo>
                    <a:pt x="1613916" y="0"/>
                  </a:moveTo>
                  <a:lnTo>
                    <a:pt x="0" y="0"/>
                  </a:lnTo>
                  <a:lnTo>
                    <a:pt x="0" y="149351"/>
                  </a:lnTo>
                  <a:lnTo>
                    <a:pt x="1613916" y="149351"/>
                  </a:lnTo>
                  <a:lnTo>
                    <a:pt x="1613916" y="0"/>
                  </a:lnTo>
                  <a:close/>
                </a:path>
              </a:pathLst>
            </a:custGeom>
            <a:solidFill>
              <a:srgbClr val="F7F7F7"/>
            </a:solidFill>
          </p:spPr>
          <p:txBody>
            <a:bodyPr wrap="square" lIns="0" tIns="0" rIns="0" bIns="0" rtlCol="0"/>
            <a:lstStyle/>
            <a:p>
              <a:endParaRPr/>
            </a:p>
          </p:txBody>
        </p:sp>
        <p:sp>
          <p:nvSpPr>
            <p:cNvPr id="11" name="object 11"/>
            <p:cNvSpPr/>
            <p:nvPr/>
          </p:nvSpPr>
          <p:spPr>
            <a:xfrm>
              <a:off x="1347216" y="3698748"/>
              <a:ext cx="1126490" cy="1056640"/>
            </a:xfrm>
            <a:custGeom>
              <a:avLst/>
              <a:gdLst/>
              <a:ahLst/>
              <a:cxnLst/>
              <a:rect l="l" t="t" r="r" b="b"/>
              <a:pathLst>
                <a:path w="1126489" h="1056639">
                  <a:moveTo>
                    <a:pt x="1030224" y="882396"/>
                  </a:moveTo>
                  <a:lnTo>
                    <a:pt x="0" y="882396"/>
                  </a:lnTo>
                  <a:lnTo>
                    <a:pt x="0" y="1056132"/>
                  </a:lnTo>
                  <a:lnTo>
                    <a:pt x="1030224" y="1056132"/>
                  </a:lnTo>
                  <a:lnTo>
                    <a:pt x="1030224" y="882396"/>
                  </a:lnTo>
                  <a:close/>
                </a:path>
                <a:path w="1126489" h="1056639">
                  <a:moveTo>
                    <a:pt x="1126236" y="0"/>
                  </a:moveTo>
                  <a:lnTo>
                    <a:pt x="4572" y="0"/>
                  </a:lnTo>
                  <a:lnTo>
                    <a:pt x="4572" y="195072"/>
                  </a:lnTo>
                  <a:lnTo>
                    <a:pt x="1126236" y="195072"/>
                  </a:lnTo>
                  <a:lnTo>
                    <a:pt x="1126236" y="0"/>
                  </a:lnTo>
                  <a:close/>
                </a:path>
              </a:pathLst>
            </a:custGeom>
            <a:solidFill>
              <a:srgbClr val="FFFFFF"/>
            </a:solidFill>
          </p:spPr>
          <p:txBody>
            <a:bodyPr wrap="square" lIns="0" tIns="0" rIns="0" bIns="0" rtlCol="0"/>
            <a:lstStyle/>
            <a:p>
              <a:endParaRPr/>
            </a:p>
          </p:txBody>
        </p:sp>
      </p:grpSp>
      <p:sp>
        <p:nvSpPr>
          <p:cNvPr id="12" name="object 12"/>
          <p:cNvSpPr txBox="1"/>
          <p:nvPr/>
        </p:nvSpPr>
        <p:spPr>
          <a:xfrm>
            <a:off x="557783" y="2060448"/>
            <a:ext cx="8783320" cy="3672840"/>
          </a:xfrm>
          <a:prstGeom prst="rect">
            <a:avLst/>
          </a:prstGeom>
          <a:ln w="6096">
            <a:solidFill>
              <a:srgbClr val="D9D9D9"/>
            </a:solidFill>
          </a:ln>
        </p:spPr>
        <p:txBody>
          <a:bodyPr vert="horz" wrap="square" lIns="0" tIns="0" rIns="0" bIns="0" rtlCol="0">
            <a:spAutoFit/>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5"/>
              </a:spcBef>
            </a:pPr>
            <a:endParaRPr sz="1100">
              <a:latin typeface="Times New Roman"/>
              <a:cs typeface="Times New Roman"/>
            </a:endParaRPr>
          </a:p>
          <a:p>
            <a:pPr marL="1170940">
              <a:lnSpc>
                <a:spcPct val="100000"/>
              </a:lnSpc>
            </a:pPr>
            <a:r>
              <a:rPr sz="1200" dirty="0">
                <a:latin typeface="Lucida Console"/>
                <a:cs typeface="Lucida Console"/>
              </a:rPr>
              <a:t>(</a:t>
            </a:r>
            <a:r>
              <a:rPr sz="1200" dirty="0">
                <a:solidFill>
                  <a:srgbClr val="AC3030"/>
                </a:solidFill>
                <a:latin typeface="Lucida Console"/>
                <a:cs typeface="Lucida Console"/>
              </a:rPr>
              <a:t>'scipy</a:t>
            </a:r>
            <a:r>
              <a:rPr sz="1200" spc="-65" dirty="0">
                <a:solidFill>
                  <a:srgbClr val="AC3030"/>
                </a:solidFill>
                <a:latin typeface="Lucida Console"/>
                <a:cs typeface="Lucida Console"/>
              </a:rPr>
              <a:t> </a:t>
            </a:r>
            <a:r>
              <a:rPr sz="1200" dirty="0">
                <a:solidFill>
                  <a:srgbClr val="AC3030"/>
                </a:solidFill>
                <a:latin typeface="Lucida Console"/>
                <a:cs typeface="Lucida Console"/>
              </a:rPr>
              <a:t>results:\n'</a:t>
            </a:r>
            <a:r>
              <a:rPr sz="1200" dirty="0">
                <a:latin typeface="Lucida Console"/>
                <a:cs typeface="Lucida Console"/>
              </a:rPr>
              <a:t>,</a:t>
            </a:r>
            <a:endParaRPr sz="1200">
              <a:latin typeface="Lucida Console"/>
              <a:cs typeface="Lucida Console"/>
            </a:endParaRPr>
          </a:p>
          <a:p>
            <a:pPr>
              <a:lnSpc>
                <a:spcPct val="100000"/>
              </a:lnSpc>
            </a:pPr>
            <a:endParaRPr sz="1200">
              <a:latin typeface="Lucida Console"/>
              <a:cs typeface="Lucida Console"/>
            </a:endParaRPr>
          </a:p>
          <a:p>
            <a:pPr marL="793750">
              <a:lnSpc>
                <a:spcPct val="100000"/>
              </a:lnSpc>
              <a:spcBef>
                <a:spcPts val="740"/>
              </a:spcBef>
            </a:pPr>
            <a:r>
              <a:rPr sz="1100" spc="-5" dirty="0">
                <a:solidFill>
                  <a:srgbClr val="404040"/>
                </a:solidFill>
                <a:latin typeface="Lucida Console"/>
                <a:cs typeface="Lucida Console"/>
              </a:rPr>
              <a:t>Rendering</a:t>
            </a:r>
            <a:r>
              <a:rPr sz="1100" spc="-50" dirty="0">
                <a:solidFill>
                  <a:srgbClr val="404040"/>
                </a:solidFill>
                <a:latin typeface="Lucida Console"/>
                <a:cs typeface="Lucida Console"/>
              </a:rPr>
              <a:t> </a:t>
            </a:r>
            <a:r>
              <a:rPr sz="1100" dirty="0">
                <a:solidFill>
                  <a:srgbClr val="404040"/>
                </a:solidFill>
                <a:latin typeface="Lucida Console"/>
                <a:cs typeface="Lucida Console"/>
              </a:rPr>
              <a:t>Conv2d:</a:t>
            </a:r>
            <a:endParaRPr sz="1100">
              <a:latin typeface="Lucida Console"/>
              <a:cs typeface="Lucida Console"/>
            </a:endParaRPr>
          </a:p>
          <a:p>
            <a:pPr>
              <a:lnSpc>
                <a:spcPct val="100000"/>
              </a:lnSpc>
            </a:pPr>
            <a:endParaRPr sz="1100">
              <a:latin typeface="Lucida Console"/>
              <a:cs typeface="Lucida Console"/>
            </a:endParaRPr>
          </a:p>
          <a:p>
            <a:pPr>
              <a:lnSpc>
                <a:spcPct val="100000"/>
              </a:lnSpc>
            </a:pPr>
            <a:endParaRPr sz="1100">
              <a:latin typeface="Lucida Console"/>
              <a:cs typeface="Lucida Console"/>
            </a:endParaRPr>
          </a:p>
          <a:p>
            <a:pPr>
              <a:lnSpc>
                <a:spcPct val="100000"/>
              </a:lnSpc>
            </a:pPr>
            <a:endParaRPr sz="1100">
              <a:latin typeface="Lucida Console"/>
              <a:cs typeface="Lucida Console"/>
            </a:endParaRPr>
          </a:p>
          <a:p>
            <a:pPr>
              <a:lnSpc>
                <a:spcPct val="100000"/>
              </a:lnSpc>
            </a:pPr>
            <a:endParaRPr sz="1100">
              <a:latin typeface="Lucida Console"/>
              <a:cs typeface="Lucida Console"/>
            </a:endParaRPr>
          </a:p>
          <a:p>
            <a:pPr>
              <a:lnSpc>
                <a:spcPct val="100000"/>
              </a:lnSpc>
            </a:pPr>
            <a:endParaRPr sz="1150">
              <a:latin typeface="Lucida Console"/>
              <a:cs typeface="Lucida Console"/>
            </a:endParaRPr>
          </a:p>
          <a:p>
            <a:pPr marL="789305">
              <a:lnSpc>
                <a:spcPct val="100000"/>
              </a:lnSpc>
            </a:pPr>
            <a:r>
              <a:rPr sz="1100" spc="-5" dirty="0">
                <a:solidFill>
                  <a:srgbClr val="404040"/>
                </a:solidFill>
                <a:latin typeface="Lucida Console"/>
                <a:cs typeface="Lucida Console"/>
              </a:rPr>
              <a:t>scipy</a:t>
            </a:r>
            <a:r>
              <a:rPr sz="1100" spc="-60" dirty="0">
                <a:solidFill>
                  <a:srgbClr val="404040"/>
                </a:solidFill>
                <a:latin typeface="Lucida Console"/>
                <a:cs typeface="Lucida Console"/>
              </a:rPr>
              <a:t> </a:t>
            </a:r>
            <a:r>
              <a:rPr sz="1100" dirty="0">
                <a:solidFill>
                  <a:srgbClr val="404040"/>
                </a:solidFill>
                <a:latin typeface="Lucida Console"/>
                <a:cs typeface="Lucida Console"/>
              </a:rPr>
              <a:t>results:</a:t>
            </a:r>
            <a:endParaRPr sz="1100">
              <a:latin typeface="Lucida Console"/>
              <a:cs typeface="Lucida Console"/>
            </a:endParaRPr>
          </a:p>
        </p:txBody>
      </p:sp>
      <p:sp>
        <p:nvSpPr>
          <p:cNvPr id="13" name="object 13"/>
          <p:cNvSpPr txBox="1"/>
          <p:nvPr/>
        </p:nvSpPr>
        <p:spPr>
          <a:xfrm>
            <a:off x="790143" y="1714626"/>
            <a:ext cx="7058457" cy="212238"/>
          </a:xfrm>
          <a:prstGeom prst="rect">
            <a:avLst/>
          </a:prstGeom>
        </p:spPr>
        <p:txBody>
          <a:bodyPr vert="horz" wrap="square" lIns="0" tIns="12065" rIns="0" bIns="0" rtlCol="0">
            <a:spAutoFit/>
          </a:bodyPr>
          <a:lstStyle/>
          <a:p>
            <a:pPr marL="195580" indent="-182880">
              <a:lnSpc>
                <a:spcPct val="100000"/>
              </a:lnSpc>
              <a:spcBef>
                <a:spcPts val="95"/>
              </a:spcBef>
              <a:buClr>
                <a:srgbClr val="183DAF"/>
              </a:buClr>
              <a:buFont typeface="Tahoma"/>
              <a:buChar char="‣"/>
              <a:tabLst>
                <a:tab pos="195580" algn="l"/>
              </a:tabLst>
            </a:pPr>
            <a:r>
              <a:rPr sz="1300" dirty="0">
                <a:solidFill>
                  <a:srgbClr val="252525"/>
                </a:solidFill>
                <a:latin typeface="Trebuchet MS"/>
                <a:cs typeface="Trebuchet MS"/>
              </a:rPr>
              <a:t>In scipy.signal, the function scipy.signal.convolve2d computes 2D discrete convolution.</a:t>
            </a:r>
            <a:endParaRPr sz="1300" dirty="0">
              <a:latin typeface="Trebuchet MS"/>
              <a:cs typeface="Trebuchet MS"/>
            </a:endParaRPr>
          </a:p>
        </p:txBody>
      </p:sp>
      <p:sp>
        <p:nvSpPr>
          <p:cNvPr id="14" name="object 14"/>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5" name="object 15"/>
          <p:cNvPicPr/>
          <p:nvPr/>
        </p:nvPicPr>
        <p:blipFill>
          <a:blip r:embed="rId6" cstate="print"/>
          <a:stretch>
            <a:fillRect/>
          </a:stretch>
        </p:blipFill>
        <p:spPr>
          <a:xfrm>
            <a:off x="716280" y="1427988"/>
            <a:ext cx="1311402" cy="14249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1970"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786120" cy="299720"/>
          </a:xfrm>
          <a:prstGeom prst="rect">
            <a:avLst/>
          </a:prstGeom>
        </p:spPr>
        <p:txBody>
          <a:bodyPr vert="horz" wrap="square" lIns="0" tIns="12700" rIns="0" bIns="0" rtlCol="0">
            <a:spAutoFit/>
          </a:bodyPr>
          <a:lstStyle/>
          <a:p>
            <a:pPr marL="12700">
              <a:lnSpc>
                <a:spcPct val="100000"/>
              </a:lnSpc>
              <a:spcBef>
                <a:spcPts val="100"/>
              </a:spcBef>
            </a:pPr>
            <a:r>
              <a:rPr spc="-5" dirty="0"/>
              <a:t>1.2. Components</a:t>
            </a:r>
            <a:r>
              <a:rPr spc="-35" dirty="0"/>
              <a:t> </a:t>
            </a:r>
            <a:r>
              <a:rPr dirty="0"/>
              <a:t>of</a:t>
            </a:r>
            <a:r>
              <a:rPr spc="-15" dirty="0"/>
              <a:t> </a:t>
            </a:r>
            <a:r>
              <a:rPr spc="-5" dirty="0"/>
              <a:t>Convolutional</a:t>
            </a:r>
            <a:r>
              <a:rPr spc="-35" dirty="0"/>
              <a:t> </a:t>
            </a:r>
            <a:r>
              <a:rPr spc="-5" dirty="0"/>
              <a:t>Neural Network</a:t>
            </a:r>
            <a:r>
              <a:rPr dirty="0"/>
              <a:t> </a:t>
            </a:r>
            <a:r>
              <a:rPr spc="-5" dirty="0"/>
              <a:t>(CNN)</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pic>
        <p:nvPicPr>
          <p:cNvPr id="7" name="object 7"/>
          <p:cNvPicPr/>
          <p:nvPr/>
        </p:nvPicPr>
        <p:blipFill>
          <a:blip r:embed="rId5" cstate="print"/>
          <a:stretch>
            <a:fillRect/>
          </a:stretch>
        </p:blipFill>
        <p:spPr>
          <a:xfrm>
            <a:off x="2241332" y="3755284"/>
            <a:ext cx="5562893" cy="2225701"/>
          </a:xfrm>
          <a:prstGeom prst="rect">
            <a:avLst/>
          </a:prstGeom>
        </p:spPr>
      </p:pic>
      <p:sp>
        <p:nvSpPr>
          <p:cNvPr id="8" name="object 8"/>
          <p:cNvSpPr txBox="1"/>
          <p:nvPr/>
        </p:nvSpPr>
        <p:spPr>
          <a:xfrm>
            <a:off x="701243" y="1613433"/>
            <a:ext cx="6446316" cy="2255746"/>
          </a:xfrm>
          <a:prstGeom prst="rect">
            <a:avLst/>
          </a:prstGeom>
        </p:spPr>
        <p:txBody>
          <a:bodyPr vert="horz" wrap="square" lIns="0" tIns="113030" rIns="0" bIns="0" rtlCol="0">
            <a:spAutoFit/>
          </a:bodyPr>
          <a:lstStyle/>
          <a:p>
            <a:pPr marL="208279" indent="-182880">
              <a:lnSpc>
                <a:spcPct val="100000"/>
              </a:lnSpc>
              <a:spcBef>
                <a:spcPts val="890"/>
              </a:spcBef>
              <a:buClr>
                <a:srgbClr val="183DAF"/>
              </a:buClr>
              <a:buFont typeface="Tahoma"/>
              <a:buChar char="‣"/>
              <a:tabLst>
                <a:tab pos="208279" algn="l"/>
              </a:tabLst>
            </a:pPr>
            <a:r>
              <a:rPr sz="1300" dirty="0">
                <a:solidFill>
                  <a:srgbClr val="252525"/>
                </a:solidFill>
                <a:latin typeface="Trebuchet MS"/>
                <a:cs typeface="Trebuchet MS"/>
              </a:rPr>
              <a:t>Sub-sampling is a typical pooling operation of two kinds that are applied to CNN.</a:t>
            </a:r>
            <a:endParaRPr sz="1300" dirty="0">
              <a:latin typeface="Trebuchet MS"/>
              <a:cs typeface="Trebuchet MS"/>
            </a:endParaRPr>
          </a:p>
          <a:p>
            <a:pPr marL="208279" indent="-182880">
              <a:lnSpc>
                <a:spcPct val="100000"/>
              </a:lnSpc>
              <a:spcBef>
                <a:spcPts val="795"/>
              </a:spcBef>
              <a:buClr>
                <a:srgbClr val="183DAF"/>
              </a:buClr>
              <a:buFont typeface="Tahoma"/>
              <a:buChar char="‣"/>
              <a:tabLst>
                <a:tab pos="208279" algn="l"/>
              </a:tabLst>
            </a:pPr>
            <a:r>
              <a:rPr sz="1300" dirty="0">
                <a:solidFill>
                  <a:srgbClr val="252525"/>
                </a:solidFill>
                <a:latin typeface="Trebuchet MS"/>
                <a:cs typeface="Trebuchet MS"/>
              </a:rPr>
              <a:t>Those are max pooling and mean-pooling (or average-pooling).</a:t>
            </a:r>
            <a:endParaRPr sz="1300" dirty="0">
              <a:latin typeface="Trebuchet MS"/>
              <a:cs typeface="Trebuchet MS"/>
            </a:endParaRPr>
          </a:p>
          <a:p>
            <a:pPr marL="208279" indent="-182880">
              <a:lnSpc>
                <a:spcPct val="100000"/>
              </a:lnSpc>
              <a:spcBef>
                <a:spcPts val="800"/>
              </a:spcBef>
              <a:buClr>
                <a:srgbClr val="183DAF"/>
              </a:buClr>
              <a:buFont typeface="Tahoma"/>
              <a:buChar char="‣"/>
              <a:tabLst>
                <a:tab pos="208279" algn="l"/>
              </a:tabLst>
            </a:pPr>
            <a:r>
              <a:rPr sz="1300" dirty="0">
                <a:solidFill>
                  <a:srgbClr val="252525"/>
                </a:solidFill>
                <a:latin typeface="Trebuchet MS"/>
                <a:cs typeface="Trebuchet MS"/>
              </a:rPr>
              <a:t>Generally, the pooling layer is denoted as Pn1×n2.</a:t>
            </a:r>
            <a:endParaRPr sz="1300" dirty="0">
              <a:latin typeface="Trebuchet MS"/>
              <a:cs typeface="Trebuchet MS"/>
            </a:endParaRPr>
          </a:p>
          <a:p>
            <a:pPr marL="208279" indent="-182880">
              <a:lnSpc>
                <a:spcPct val="100000"/>
              </a:lnSpc>
              <a:spcBef>
                <a:spcPts val="805"/>
              </a:spcBef>
              <a:buClr>
                <a:srgbClr val="183DAF"/>
              </a:buClr>
              <a:buFont typeface="Tahoma"/>
              <a:buChar char="‣"/>
              <a:tabLst>
                <a:tab pos="208279" algn="l"/>
              </a:tabLst>
            </a:pPr>
            <a:r>
              <a:rPr sz="1300" dirty="0">
                <a:solidFill>
                  <a:srgbClr val="252525"/>
                </a:solidFill>
                <a:latin typeface="Trebuchet MS"/>
                <a:cs typeface="Trebuchet MS"/>
              </a:rPr>
              <a:t>The subscript denotes the maximum value and the size of the adjacent pixel for mean-pooling.</a:t>
            </a:r>
            <a:endParaRPr sz="1300" dirty="0">
              <a:latin typeface="Trebuchet MS"/>
              <a:cs typeface="Trebuchet MS"/>
            </a:endParaRPr>
          </a:p>
          <a:p>
            <a:pPr marL="208279" indent="-182880">
              <a:lnSpc>
                <a:spcPct val="100000"/>
              </a:lnSpc>
              <a:spcBef>
                <a:spcPts val="795"/>
              </a:spcBef>
              <a:buClr>
                <a:srgbClr val="183DAF"/>
              </a:buClr>
              <a:buFont typeface="Tahoma"/>
              <a:buChar char="‣"/>
              <a:tabLst>
                <a:tab pos="208279" algn="l"/>
              </a:tabLst>
            </a:pPr>
            <a:r>
              <a:rPr sz="1300" dirty="0">
                <a:solidFill>
                  <a:srgbClr val="252525"/>
                </a:solidFill>
                <a:latin typeface="Trebuchet MS"/>
                <a:cs typeface="Trebuchet MS"/>
              </a:rPr>
              <a:t>The number of the adjacent pixels is the size of pooling.</a:t>
            </a:r>
            <a:endParaRPr sz="1300" dirty="0">
              <a:latin typeface="Trebuchet MS"/>
              <a:cs typeface="Trebuchet MS"/>
            </a:endParaRPr>
          </a:p>
          <a:p>
            <a:pPr>
              <a:lnSpc>
                <a:spcPct val="100000"/>
              </a:lnSpc>
              <a:spcBef>
                <a:spcPts val="35"/>
              </a:spcBef>
            </a:pPr>
            <a:endParaRPr sz="1850" dirty="0">
              <a:latin typeface="Trebuchet MS"/>
              <a:cs typeface="Trebuchet MS"/>
            </a:endParaRPr>
          </a:p>
          <a:p>
            <a:pPr marR="186055" algn="r">
              <a:lnSpc>
                <a:spcPct val="100000"/>
              </a:lnSpc>
            </a:pPr>
            <a:r>
              <a:rPr sz="1600" b="1" dirty="0">
                <a:latin typeface="Tahoma"/>
                <a:cs typeface="Tahoma"/>
              </a:rPr>
              <a:t>Pooling (</a:t>
            </a:r>
            <a:r>
              <a:rPr sz="1600" dirty="0">
                <a:latin typeface="Cambria Math"/>
                <a:cs typeface="Cambria Math"/>
              </a:rPr>
              <a:t>𝑷</a:t>
            </a:r>
            <a:r>
              <a:rPr sz="1725" baseline="-14492" dirty="0">
                <a:latin typeface="Cambria Math"/>
                <a:cs typeface="Cambria Math"/>
              </a:rPr>
              <a:t>𝟑×𝟑</a:t>
            </a:r>
            <a:r>
              <a:rPr sz="1600" dirty="0">
                <a:latin typeface="Cambria Math"/>
                <a:cs typeface="Cambria Math"/>
              </a:rPr>
              <a:t>)</a:t>
            </a:r>
          </a:p>
        </p:txBody>
      </p:sp>
      <p:sp>
        <p:nvSpPr>
          <p:cNvPr id="9" name="object 9"/>
          <p:cNvSpPr txBox="1"/>
          <p:nvPr/>
        </p:nvSpPr>
        <p:spPr>
          <a:xfrm>
            <a:off x="5090159" y="3948684"/>
            <a:ext cx="1329055" cy="307975"/>
          </a:xfrm>
          <a:prstGeom prst="rect">
            <a:avLst/>
          </a:prstGeom>
          <a:solidFill>
            <a:srgbClr val="FFFFFF"/>
          </a:solidFill>
        </p:spPr>
        <p:txBody>
          <a:bodyPr vert="horz" wrap="square" lIns="0" tIns="44450" rIns="0" bIns="0" rtlCol="0">
            <a:spAutoFit/>
          </a:bodyPr>
          <a:lstStyle/>
          <a:p>
            <a:pPr marL="330835">
              <a:lnSpc>
                <a:spcPct val="100000"/>
              </a:lnSpc>
              <a:spcBef>
                <a:spcPts val="350"/>
              </a:spcBef>
            </a:pPr>
            <a:r>
              <a:rPr sz="1400" spc="-210" dirty="0">
                <a:latin typeface="Trebuchet MS"/>
                <a:cs typeface="Trebuchet MS"/>
              </a:rPr>
              <a:t>Max-pooling</a:t>
            </a:r>
            <a:endParaRPr sz="1400">
              <a:latin typeface="Trebuchet MS"/>
              <a:cs typeface="Trebuchet MS"/>
            </a:endParaRPr>
          </a:p>
        </p:txBody>
      </p:sp>
      <p:sp>
        <p:nvSpPr>
          <p:cNvPr id="10" name="object 10"/>
          <p:cNvSpPr txBox="1"/>
          <p:nvPr/>
        </p:nvSpPr>
        <p:spPr>
          <a:xfrm>
            <a:off x="6490715" y="3960876"/>
            <a:ext cx="1289685" cy="306705"/>
          </a:xfrm>
          <a:prstGeom prst="rect">
            <a:avLst/>
          </a:prstGeom>
          <a:solidFill>
            <a:srgbClr val="FFFFFF"/>
          </a:solidFill>
        </p:spPr>
        <p:txBody>
          <a:bodyPr vert="horz" wrap="square" lIns="0" tIns="43180" rIns="0" bIns="0" rtlCol="0">
            <a:spAutoFit/>
          </a:bodyPr>
          <a:lstStyle/>
          <a:p>
            <a:pPr marL="273685">
              <a:lnSpc>
                <a:spcPct val="100000"/>
              </a:lnSpc>
              <a:spcBef>
                <a:spcPts val="340"/>
              </a:spcBef>
            </a:pPr>
            <a:r>
              <a:rPr sz="1400" spc="-210" dirty="0">
                <a:latin typeface="Trebuchet MS"/>
                <a:cs typeface="Trebuchet MS"/>
              </a:rPr>
              <a:t>Mean-pooling</a:t>
            </a:r>
            <a:endParaRPr sz="1400">
              <a:latin typeface="Trebuchet MS"/>
              <a:cs typeface="Trebuchet MS"/>
            </a:endParaRPr>
          </a:p>
        </p:txBody>
      </p:sp>
      <p:sp>
        <p:nvSpPr>
          <p:cNvPr id="11" name="object 11"/>
          <p:cNvSpPr/>
          <p:nvPr/>
        </p:nvSpPr>
        <p:spPr>
          <a:xfrm>
            <a:off x="5177028" y="5574791"/>
            <a:ext cx="1153795" cy="523240"/>
          </a:xfrm>
          <a:custGeom>
            <a:avLst/>
            <a:gdLst/>
            <a:ahLst/>
            <a:cxnLst/>
            <a:rect l="l" t="t" r="r" b="b"/>
            <a:pathLst>
              <a:path w="1153795" h="523239">
                <a:moveTo>
                  <a:pt x="1153668" y="0"/>
                </a:moveTo>
                <a:lnTo>
                  <a:pt x="0" y="0"/>
                </a:lnTo>
                <a:lnTo>
                  <a:pt x="0" y="522731"/>
                </a:lnTo>
                <a:lnTo>
                  <a:pt x="1153668" y="522731"/>
                </a:lnTo>
                <a:lnTo>
                  <a:pt x="1153668" y="0"/>
                </a:lnTo>
                <a:close/>
              </a:path>
            </a:pathLst>
          </a:custGeom>
          <a:solidFill>
            <a:srgbClr val="FFFFFF"/>
          </a:solidFill>
        </p:spPr>
        <p:txBody>
          <a:bodyPr wrap="square" lIns="0" tIns="0" rIns="0" bIns="0" rtlCol="0"/>
          <a:lstStyle/>
          <a:p>
            <a:endParaRPr/>
          </a:p>
        </p:txBody>
      </p:sp>
      <p:sp>
        <p:nvSpPr>
          <p:cNvPr id="12" name="object 12"/>
          <p:cNvSpPr txBox="1"/>
          <p:nvPr/>
        </p:nvSpPr>
        <p:spPr>
          <a:xfrm>
            <a:off x="5257291" y="5605983"/>
            <a:ext cx="754380" cy="452755"/>
          </a:xfrm>
          <a:prstGeom prst="rect">
            <a:avLst/>
          </a:prstGeom>
        </p:spPr>
        <p:txBody>
          <a:bodyPr vert="horz" wrap="square" lIns="0" tIns="12700" rIns="0" bIns="0" rtlCol="0">
            <a:spAutoFit/>
          </a:bodyPr>
          <a:lstStyle/>
          <a:p>
            <a:pPr marL="12700" marR="5080">
              <a:lnSpc>
                <a:spcPct val="100000"/>
              </a:lnSpc>
              <a:spcBef>
                <a:spcPts val="100"/>
              </a:spcBef>
            </a:pPr>
            <a:r>
              <a:rPr sz="1400" spc="-245" dirty="0">
                <a:latin typeface="Trebuchet MS"/>
                <a:cs typeface="Trebuchet MS"/>
              </a:rPr>
              <a:t>Note: </a:t>
            </a:r>
            <a:r>
              <a:rPr sz="1400" spc="-240" dirty="0">
                <a:latin typeface="Trebuchet MS"/>
                <a:cs typeface="Trebuchet MS"/>
              </a:rPr>
              <a:t> </a:t>
            </a:r>
            <a:r>
              <a:rPr sz="1400" spc="-80" dirty="0">
                <a:latin typeface="Trebuchet MS"/>
                <a:cs typeface="Trebuchet MS"/>
              </a:rPr>
              <a:t>S</a:t>
            </a:r>
            <a:r>
              <a:rPr sz="1400" spc="-145" dirty="0">
                <a:latin typeface="Trebuchet MS"/>
                <a:cs typeface="Trebuchet MS"/>
              </a:rPr>
              <a:t>t</a:t>
            </a:r>
            <a:r>
              <a:rPr sz="1400" spc="-135" dirty="0">
                <a:latin typeface="Trebuchet MS"/>
                <a:cs typeface="Trebuchet MS"/>
              </a:rPr>
              <a:t>r</a:t>
            </a:r>
            <a:r>
              <a:rPr sz="1400" spc="-165" dirty="0">
                <a:latin typeface="Trebuchet MS"/>
                <a:cs typeface="Trebuchet MS"/>
              </a:rPr>
              <a:t>i</a:t>
            </a:r>
            <a:r>
              <a:rPr sz="1400" spc="-250" dirty="0">
                <a:latin typeface="Trebuchet MS"/>
                <a:cs typeface="Trebuchet MS"/>
              </a:rPr>
              <a:t>d</a:t>
            </a:r>
            <a:r>
              <a:rPr sz="1400" spc="-240" dirty="0">
                <a:latin typeface="Trebuchet MS"/>
                <a:cs typeface="Trebuchet MS"/>
              </a:rPr>
              <a:t>e</a:t>
            </a:r>
            <a:r>
              <a:rPr sz="1400" spc="-130" dirty="0">
                <a:latin typeface="Trebuchet MS"/>
                <a:cs typeface="Trebuchet MS"/>
              </a:rPr>
              <a:t>=</a:t>
            </a:r>
            <a:r>
              <a:rPr sz="1400" spc="-160" dirty="0">
                <a:latin typeface="Trebuchet MS"/>
                <a:cs typeface="Trebuchet MS"/>
              </a:rPr>
              <a:t>(</a:t>
            </a:r>
            <a:r>
              <a:rPr sz="1400" spc="-150" dirty="0">
                <a:latin typeface="Trebuchet MS"/>
                <a:cs typeface="Trebuchet MS"/>
              </a:rPr>
              <a:t>3</a:t>
            </a:r>
            <a:r>
              <a:rPr sz="1400" spc="-285" dirty="0">
                <a:latin typeface="Trebuchet MS"/>
                <a:cs typeface="Trebuchet MS"/>
              </a:rPr>
              <a:t>,</a:t>
            </a:r>
            <a:r>
              <a:rPr sz="1400" spc="-180" dirty="0">
                <a:latin typeface="Trebuchet MS"/>
                <a:cs typeface="Trebuchet MS"/>
              </a:rPr>
              <a:t> </a:t>
            </a:r>
            <a:r>
              <a:rPr sz="1400" spc="-140" dirty="0">
                <a:latin typeface="Trebuchet MS"/>
                <a:cs typeface="Trebuchet MS"/>
              </a:rPr>
              <a:t>3</a:t>
            </a:r>
            <a:r>
              <a:rPr sz="1400" spc="-145" dirty="0">
                <a:latin typeface="Trebuchet MS"/>
                <a:cs typeface="Trebuchet MS"/>
              </a:rPr>
              <a:t>)</a:t>
            </a:r>
            <a:endParaRPr sz="1400">
              <a:latin typeface="Trebuchet MS"/>
              <a:cs typeface="Trebuchet MS"/>
            </a:endParaRPr>
          </a:p>
        </p:txBody>
      </p:sp>
      <p:sp>
        <p:nvSpPr>
          <p:cNvPr id="13" name="object 13"/>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4" name="object 14"/>
          <p:cNvPicPr/>
          <p:nvPr/>
        </p:nvPicPr>
        <p:blipFill>
          <a:blip r:embed="rId6" cstate="print"/>
          <a:stretch>
            <a:fillRect/>
          </a:stretch>
        </p:blipFill>
        <p:spPr>
          <a:xfrm>
            <a:off x="719327" y="1427988"/>
            <a:ext cx="749046" cy="17449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560"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786120" cy="299720"/>
          </a:xfrm>
          <a:prstGeom prst="rect">
            <a:avLst/>
          </a:prstGeom>
        </p:spPr>
        <p:txBody>
          <a:bodyPr vert="horz" wrap="square" lIns="0" tIns="12700" rIns="0" bIns="0" rtlCol="0">
            <a:spAutoFit/>
          </a:bodyPr>
          <a:lstStyle/>
          <a:p>
            <a:pPr marL="12700">
              <a:lnSpc>
                <a:spcPct val="100000"/>
              </a:lnSpc>
              <a:spcBef>
                <a:spcPts val="100"/>
              </a:spcBef>
            </a:pPr>
            <a:r>
              <a:rPr spc="-5" dirty="0"/>
              <a:t>1.2. Components</a:t>
            </a:r>
            <a:r>
              <a:rPr spc="-35" dirty="0"/>
              <a:t> </a:t>
            </a:r>
            <a:r>
              <a:rPr dirty="0"/>
              <a:t>of</a:t>
            </a:r>
            <a:r>
              <a:rPr spc="-15" dirty="0"/>
              <a:t> </a:t>
            </a:r>
            <a:r>
              <a:rPr spc="-5" dirty="0"/>
              <a:t>Convolutional</a:t>
            </a:r>
            <a:r>
              <a:rPr spc="-35" dirty="0"/>
              <a:t> </a:t>
            </a:r>
            <a:r>
              <a:rPr spc="-5" dirty="0"/>
              <a:t>Neural Network</a:t>
            </a:r>
            <a:r>
              <a:rPr dirty="0"/>
              <a:t> </a:t>
            </a:r>
            <a:r>
              <a:rPr spc="-5" dirty="0"/>
              <a:t>(CNN)</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0183" y="1434083"/>
            <a:ext cx="948690" cy="162305"/>
          </a:xfrm>
          <a:prstGeom prst="rect">
            <a:avLst/>
          </a:prstGeom>
        </p:spPr>
      </p:pic>
      <p:sp>
        <p:nvSpPr>
          <p:cNvPr id="9" name="object 9"/>
          <p:cNvSpPr txBox="1"/>
          <p:nvPr/>
        </p:nvSpPr>
        <p:spPr>
          <a:xfrm>
            <a:off x="713943" y="1608226"/>
            <a:ext cx="6566534" cy="2627642"/>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dirty="0">
                <a:solidFill>
                  <a:srgbClr val="252525"/>
                </a:solidFill>
                <a:latin typeface="Trebuchet MS"/>
                <a:cs typeface="Trebuchet MS"/>
              </a:rPr>
              <a:t>Pooling increases computation efficiency since it reduces the feature’s size.</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Reduction of features also reduces chances of overfitting.</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Pooling is still a central component of CNN structure, but some CNN structures are developed without using pooling layers.</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They use a convolution layer of stride 2 instead of a pooling layer to reduce the feature map’s size.</a:t>
            </a:r>
            <a:endParaRPr sz="1300" dirty="0">
              <a:latin typeface="Trebuchet MS"/>
              <a:cs typeface="Trebuchet MS"/>
            </a:endParaRPr>
          </a:p>
          <a:p>
            <a:pPr marL="195580" indent="-182880">
              <a:lnSpc>
                <a:spcPct val="100000"/>
              </a:lnSpc>
              <a:spcBef>
                <a:spcPts val="790"/>
              </a:spcBef>
              <a:buClr>
                <a:srgbClr val="183DAF"/>
              </a:buClr>
              <a:buFont typeface="Tahoma"/>
              <a:buChar char="‣"/>
              <a:tabLst>
                <a:tab pos="195580" algn="l"/>
              </a:tabLst>
            </a:pPr>
            <a:r>
              <a:rPr sz="1300" dirty="0">
                <a:solidFill>
                  <a:srgbClr val="252525"/>
                </a:solidFill>
                <a:latin typeface="Trebuchet MS"/>
                <a:cs typeface="Trebuchet MS"/>
              </a:rPr>
              <a:t>A convolutional layer of stride 2 can be considered a pooling layer with learning weight.</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For more information, refer to the journals comparing various CNN structures that use and don’t use pooling layers.</a:t>
            </a:r>
            <a:endParaRPr sz="1300" dirty="0">
              <a:latin typeface="Trebuchet MS"/>
              <a:cs typeface="Trebuchet M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2951" cy="2997319"/>
          </a:xfrm>
          <a:prstGeom prst="rect">
            <a:avLst/>
          </a:prstGeom>
        </p:spPr>
      </p:pic>
      <p:sp>
        <p:nvSpPr>
          <p:cNvPr id="3" name="object 3"/>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pic>
        <p:nvPicPr>
          <p:cNvPr id="4" name="object 4"/>
          <p:cNvPicPr/>
          <p:nvPr/>
        </p:nvPicPr>
        <p:blipFill>
          <a:blip r:embed="rId3" cstate="print"/>
          <a:stretch>
            <a:fillRect/>
          </a:stretch>
        </p:blipFill>
        <p:spPr>
          <a:xfrm>
            <a:off x="9355873" y="6524434"/>
            <a:ext cx="87590" cy="90487"/>
          </a:xfrm>
          <a:prstGeom prst="rect">
            <a:avLst/>
          </a:prstGeom>
        </p:spPr>
      </p:pic>
      <p:pic>
        <p:nvPicPr>
          <p:cNvPr id="5" name="object 5"/>
          <p:cNvPicPr/>
          <p:nvPr/>
        </p:nvPicPr>
        <p:blipFill>
          <a:blip r:embed="rId4" cstate="print"/>
          <a:stretch>
            <a:fillRect/>
          </a:stretch>
        </p:blipFill>
        <p:spPr>
          <a:xfrm>
            <a:off x="454151" y="6527292"/>
            <a:ext cx="1794510" cy="142494"/>
          </a:xfrm>
          <a:prstGeom prst="rect">
            <a:avLst/>
          </a:prstGeom>
        </p:spPr>
      </p:pic>
      <p:pic>
        <p:nvPicPr>
          <p:cNvPr id="6" name="object 6"/>
          <p:cNvPicPr/>
          <p:nvPr/>
        </p:nvPicPr>
        <p:blipFill>
          <a:blip r:embed="rId5" cstate="print"/>
          <a:stretch>
            <a:fillRect/>
          </a:stretch>
        </p:blipFill>
        <p:spPr>
          <a:xfrm>
            <a:off x="7147559" y="6521195"/>
            <a:ext cx="2045970" cy="118110"/>
          </a:xfrm>
          <a:prstGeom prst="rect">
            <a:avLst/>
          </a:prstGeom>
        </p:spPr>
      </p:pic>
      <p:pic>
        <p:nvPicPr>
          <p:cNvPr id="7" name="object 7"/>
          <p:cNvPicPr/>
          <p:nvPr/>
        </p:nvPicPr>
        <p:blipFill>
          <a:blip r:embed="rId6" cstate="print"/>
          <a:stretch>
            <a:fillRect/>
          </a:stretch>
        </p:blipFill>
        <p:spPr>
          <a:xfrm>
            <a:off x="990600" y="3224771"/>
            <a:ext cx="4007358" cy="311670"/>
          </a:xfrm>
          <a:prstGeom prst="rect">
            <a:avLst/>
          </a:prstGeom>
        </p:spPr>
      </p:pic>
      <p:pic>
        <p:nvPicPr>
          <p:cNvPr id="8" name="object 8"/>
          <p:cNvPicPr/>
          <p:nvPr/>
        </p:nvPicPr>
        <p:blipFill>
          <a:blip r:embed="rId7" cstate="print"/>
          <a:stretch>
            <a:fillRect/>
          </a:stretch>
        </p:blipFill>
        <p:spPr>
          <a:xfrm>
            <a:off x="1007363" y="2807207"/>
            <a:ext cx="700277" cy="195834"/>
          </a:xfrm>
          <a:prstGeom prst="rect">
            <a:avLst/>
          </a:prstGeom>
        </p:spPr>
      </p:pic>
      <p:pic>
        <p:nvPicPr>
          <p:cNvPr id="9" name="object 9"/>
          <p:cNvPicPr/>
          <p:nvPr/>
        </p:nvPicPr>
        <p:blipFill>
          <a:blip r:embed="rId8" cstate="print"/>
          <a:stretch>
            <a:fillRect/>
          </a:stretch>
        </p:blipFill>
        <p:spPr>
          <a:xfrm>
            <a:off x="1267967" y="4053840"/>
            <a:ext cx="3518154" cy="204978"/>
          </a:xfrm>
          <a:prstGeom prst="rect">
            <a:avLst/>
          </a:prstGeom>
        </p:spPr>
      </p:pic>
      <p:sp>
        <p:nvSpPr>
          <p:cNvPr id="10" name="object 10"/>
          <p:cNvSpPr/>
          <p:nvPr/>
        </p:nvSpPr>
        <p:spPr>
          <a:xfrm>
            <a:off x="1078991" y="4005071"/>
            <a:ext cx="36830" cy="251460"/>
          </a:xfrm>
          <a:custGeom>
            <a:avLst/>
            <a:gdLst/>
            <a:ahLst/>
            <a:cxnLst/>
            <a:rect l="l" t="t" r="r" b="b"/>
            <a:pathLst>
              <a:path w="36830" h="251460">
                <a:moveTo>
                  <a:pt x="36575" y="0"/>
                </a:moveTo>
                <a:lnTo>
                  <a:pt x="0" y="0"/>
                </a:lnTo>
                <a:lnTo>
                  <a:pt x="0" y="251459"/>
                </a:lnTo>
                <a:lnTo>
                  <a:pt x="36575" y="251459"/>
                </a:lnTo>
                <a:lnTo>
                  <a:pt x="36575" y="0"/>
                </a:lnTo>
                <a:close/>
              </a:path>
            </a:pathLst>
          </a:custGeom>
          <a:solidFill>
            <a:srgbClr val="A6A6A6"/>
          </a:solidFill>
        </p:spPr>
        <p:txBody>
          <a:bodyPr wrap="square" lIns="0" tIns="0" rIns="0" bIns="0" rtlCol="0"/>
          <a:lstStyle/>
          <a:p>
            <a:endParaRPr/>
          </a:p>
        </p:txBody>
      </p:sp>
      <p:pic>
        <p:nvPicPr>
          <p:cNvPr id="11" name="object 11"/>
          <p:cNvPicPr/>
          <p:nvPr/>
        </p:nvPicPr>
        <p:blipFill>
          <a:blip r:embed="rId9" cstate="print"/>
          <a:stretch>
            <a:fillRect/>
          </a:stretch>
        </p:blipFill>
        <p:spPr>
          <a:xfrm>
            <a:off x="1267967" y="4483557"/>
            <a:ext cx="3947922" cy="221792"/>
          </a:xfrm>
          <a:prstGeom prst="rect">
            <a:avLst/>
          </a:prstGeom>
        </p:spPr>
      </p:pic>
      <p:sp>
        <p:nvSpPr>
          <p:cNvPr id="12" name="object 12"/>
          <p:cNvSpPr/>
          <p:nvPr/>
        </p:nvSpPr>
        <p:spPr>
          <a:xfrm>
            <a:off x="1078991" y="4434840"/>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A6A6A6"/>
          </a:solidFill>
        </p:spPr>
        <p:txBody>
          <a:bodyPr wrap="square" lIns="0" tIns="0" rIns="0" bIns="0" rtlCol="0"/>
          <a:lstStyle/>
          <a:p>
            <a:endParaRPr/>
          </a:p>
        </p:txBody>
      </p:sp>
      <p:pic>
        <p:nvPicPr>
          <p:cNvPr id="13" name="object 13"/>
          <p:cNvPicPr/>
          <p:nvPr/>
        </p:nvPicPr>
        <p:blipFill>
          <a:blip r:embed="rId10" cstate="print"/>
          <a:stretch>
            <a:fillRect/>
          </a:stretch>
        </p:blipFill>
        <p:spPr>
          <a:xfrm>
            <a:off x="1283208" y="4927091"/>
            <a:ext cx="6230873" cy="206501"/>
          </a:xfrm>
          <a:prstGeom prst="rect">
            <a:avLst/>
          </a:prstGeom>
        </p:spPr>
      </p:pic>
      <p:sp>
        <p:nvSpPr>
          <p:cNvPr id="14" name="object 14"/>
          <p:cNvSpPr/>
          <p:nvPr/>
        </p:nvSpPr>
        <p:spPr>
          <a:xfrm>
            <a:off x="1078991" y="4864608"/>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13299F"/>
          </a:solidFill>
        </p:spPr>
        <p:txBody>
          <a:bodyPr wrap="square" lIns="0" tIns="0" rIns="0" bIns="0" rtlCol="0"/>
          <a:lstStyle/>
          <a:p>
            <a:endParaRPr/>
          </a:p>
        </p:txBody>
      </p:sp>
      <p:pic>
        <p:nvPicPr>
          <p:cNvPr id="15" name="object 15"/>
          <p:cNvPicPr/>
          <p:nvPr/>
        </p:nvPicPr>
        <p:blipFill>
          <a:blip r:embed="rId11" cstate="print"/>
          <a:stretch>
            <a:fillRect/>
          </a:stretch>
        </p:blipFill>
        <p:spPr>
          <a:xfrm>
            <a:off x="1267967" y="5329377"/>
            <a:ext cx="4267961" cy="221792"/>
          </a:xfrm>
          <a:prstGeom prst="rect">
            <a:avLst/>
          </a:prstGeom>
        </p:spPr>
      </p:pic>
      <p:sp>
        <p:nvSpPr>
          <p:cNvPr id="16" name="object 16"/>
          <p:cNvSpPr/>
          <p:nvPr/>
        </p:nvSpPr>
        <p:spPr>
          <a:xfrm>
            <a:off x="1078991" y="5294376"/>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A6A6A6"/>
          </a:solidFill>
        </p:spPr>
        <p:txBody>
          <a:bodyPr wrap="square" lIns="0" tIns="0" rIns="0" bIns="0" rtlCol="0"/>
          <a:lstStyle/>
          <a:p>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6624"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971030" cy="299720"/>
          </a:xfrm>
          <a:prstGeom prst="rect">
            <a:avLst/>
          </a:prstGeom>
        </p:spPr>
        <p:txBody>
          <a:bodyPr vert="horz" wrap="square" lIns="0" tIns="12700" rIns="0" bIns="0" rtlCol="0">
            <a:spAutoFit/>
          </a:bodyPr>
          <a:lstStyle/>
          <a:p>
            <a:pPr marL="12700">
              <a:lnSpc>
                <a:spcPct val="100000"/>
              </a:lnSpc>
              <a:spcBef>
                <a:spcPts val="100"/>
              </a:spcBef>
            </a:pPr>
            <a:r>
              <a:rPr spc="-45" dirty="0"/>
              <a:t>1.3.</a:t>
            </a:r>
            <a:r>
              <a:rPr spc="-130" dirty="0"/>
              <a:t> </a:t>
            </a:r>
            <a:r>
              <a:rPr spc="-55" dirty="0"/>
              <a:t>Building</a:t>
            </a:r>
            <a:r>
              <a:rPr spc="-114" dirty="0"/>
              <a:t> </a:t>
            </a:r>
            <a:r>
              <a:rPr spc="-50" dirty="0"/>
              <a:t>Deep</a:t>
            </a:r>
            <a:r>
              <a:rPr spc="-110" dirty="0"/>
              <a:t> </a:t>
            </a:r>
            <a:r>
              <a:rPr spc="-60" dirty="0"/>
              <a:t>Convolutional</a:t>
            </a:r>
            <a:r>
              <a:rPr spc="-165" dirty="0"/>
              <a:t> </a:t>
            </a:r>
            <a:r>
              <a:rPr spc="-55" dirty="0"/>
              <a:t>Neural</a:t>
            </a:r>
            <a:r>
              <a:rPr spc="-120" dirty="0"/>
              <a:t> </a:t>
            </a:r>
            <a:r>
              <a:rPr spc="-55" dirty="0"/>
              <a:t>Network</a:t>
            </a:r>
            <a:r>
              <a:rPr spc="-120" dirty="0"/>
              <a:t> </a:t>
            </a:r>
            <a:r>
              <a:rPr spc="-50" dirty="0"/>
              <a:t>using</a:t>
            </a:r>
            <a:r>
              <a:rPr spc="-135" dirty="0"/>
              <a:t> </a:t>
            </a:r>
            <a:r>
              <a:rPr spc="-50" dirty="0"/>
              <a:t>Basic</a:t>
            </a:r>
            <a:r>
              <a:rPr spc="-114" dirty="0"/>
              <a:t> </a:t>
            </a:r>
            <a:r>
              <a:rPr spc="-60" dirty="0"/>
              <a:t>Components</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pic>
        <p:nvPicPr>
          <p:cNvPr id="7" name="object 7"/>
          <p:cNvPicPr/>
          <p:nvPr/>
        </p:nvPicPr>
        <p:blipFill>
          <a:blip r:embed="rId5" cstate="print"/>
          <a:stretch>
            <a:fillRect/>
          </a:stretch>
        </p:blipFill>
        <p:spPr>
          <a:xfrm>
            <a:off x="473963" y="1417307"/>
            <a:ext cx="6834378" cy="666762"/>
          </a:xfrm>
          <a:prstGeom prst="rect">
            <a:avLst/>
          </a:prstGeom>
        </p:spPr>
      </p:pic>
      <p:sp>
        <p:nvSpPr>
          <p:cNvPr id="8" name="object 8"/>
          <p:cNvSpPr/>
          <p:nvPr/>
        </p:nvSpPr>
        <p:spPr>
          <a:xfrm>
            <a:off x="559308" y="2234183"/>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9327" y="2258567"/>
            <a:ext cx="2375154" cy="174498"/>
          </a:xfrm>
          <a:prstGeom prst="rect">
            <a:avLst/>
          </a:prstGeom>
        </p:spPr>
      </p:pic>
      <p:grpSp>
        <p:nvGrpSpPr>
          <p:cNvPr id="10" name="object 10"/>
          <p:cNvGrpSpPr/>
          <p:nvPr/>
        </p:nvGrpSpPr>
        <p:grpSpPr>
          <a:xfrm>
            <a:off x="710183" y="2589276"/>
            <a:ext cx="8563610" cy="3670300"/>
            <a:chOff x="710183" y="2589276"/>
            <a:chExt cx="8563610" cy="3670300"/>
          </a:xfrm>
        </p:grpSpPr>
        <p:pic>
          <p:nvPicPr>
            <p:cNvPr id="11" name="object 11"/>
            <p:cNvPicPr/>
            <p:nvPr/>
          </p:nvPicPr>
          <p:blipFill>
            <a:blip r:embed="rId7" cstate="print"/>
            <a:stretch>
              <a:fillRect/>
            </a:stretch>
          </p:blipFill>
          <p:spPr>
            <a:xfrm>
              <a:off x="710183" y="2589276"/>
              <a:ext cx="5538978" cy="1602486"/>
            </a:xfrm>
            <a:prstGeom prst="rect">
              <a:avLst/>
            </a:prstGeom>
          </p:spPr>
        </p:pic>
        <p:pic>
          <p:nvPicPr>
            <p:cNvPr id="12" name="object 12"/>
            <p:cNvPicPr/>
            <p:nvPr/>
          </p:nvPicPr>
          <p:blipFill>
            <a:blip r:embed="rId8" cstate="print"/>
            <a:stretch>
              <a:fillRect/>
            </a:stretch>
          </p:blipFill>
          <p:spPr>
            <a:xfrm>
              <a:off x="4053839" y="3762756"/>
              <a:ext cx="5219700" cy="2496312"/>
            </a:xfrm>
            <a:prstGeom prst="rect">
              <a:avLst/>
            </a:prstGeom>
          </p:spPr>
        </p:pic>
        <p:sp>
          <p:nvSpPr>
            <p:cNvPr id="13" name="object 13"/>
            <p:cNvSpPr/>
            <p:nvPr/>
          </p:nvSpPr>
          <p:spPr>
            <a:xfrm>
              <a:off x="4143755" y="5244083"/>
              <a:ext cx="772795" cy="407034"/>
            </a:xfrm>
            <a:custGeom>
              <a:avLst/>
              <a:gdLst/>
              <a:ahLst/>
              <a:cxnLst/>
              <a:rect l="l" t="t" r="r" b="b"/>
              <a:pathLst>
                <a:path w="772795" h="407035">
                  <a:moveTo>
                    <a:pt x="772668" y="0"/>
                  </a:moveTo>
                  <a:lnTo>
                    <a:pt x="0" y="0"/>
                  </a:lnTo>
                  <a:lnTo>
                    <a:pt x="0" y="406908"/>
                  </a:lnTo>
                  <a:lnTo>
                    <a:pt x="772668" y="406908"/>
                  </a:lnTo>
                  <a:lnTo>
                    <a:pt x="772668" y="0"/>
                  </a:lnTo>
                  <a:close/>
                </a:path>
              </a:pathLst>
            </a:custGeom>
            <a:solidFill>
              <a:srgbClr val="FFFFFF"/>
            </a:solidFill>
          </p:spPr>
          <p:txBody>
            <a:bodyPr wrap="square" lIns="0" tIns="0" rIns="0" bIns="0" rtlCol="0"/>
            <a:lstStyle/>
            <a:p>
              <a:endParaRPr/>
            </a:p>
          </p:txBody>
        </p:sp>
      </p:grpSp>
      <p:sp>
        <p:nvSpPr>
          <p:cNvPr id="14" name="object 14"/>
          <p:cNvSpPr txBox="1"/>
          <p:nvPr/>
        </p:nvSpPr>
        <p:spPr>
          <a:xfrm>
            <a:off x="3972814" y="5419090"/>
            <a:ext cx="750570" cy="391795"/>
          </a:xfrm>
          <a:prstGeom prst="rect">
            <a:avLst/>
          </a:prstGeom>
        </p:spPr>
        <p:txBody>
          <a:bodyPr vert="horz" wrap="square" lIns="0" tIns="12700" rIns="0" bIns="0" rtlCol="0">
            <a:spAutoFit/>
          </a:bodyPr>
          <a:lstStyle/>
          <a:p>
            <a:pPr marL="161925" marR="5080" indent="-149860">
              <a:lnSpc>
                <a:spcPct val="100000"/>
              </a:lnSpc>
              <a:spcBef>
                <a:spcPts val="100"/>
              </a:spcBef>
            </a:pPr>
            <a:r>
              <a:rPr sz="1200" spc="-70" dirty="0">
                <a:latin typeface="Trebuchet MS"/>
                <a:cs typeface="Trebuchet MS"/>
              </a:rPr>
              <a:t>S</a:t>
            </a:r>
            <a:r>
              <a:rPr sz="1200" spc="-250" dirty="0">
                <a:latin typeface="Trebuchet MS"/>
                <a:cs typeface="Trebuchet MS"/>
              </a:rPr>
              <a:t>um</a:t>
            </a:r>
            <a:r>
              <a:rPr sz="1200" spc="-150" dirty="0">
                <a:latin typeface="Trebuchet MS"/>
                <a:cs typeface="Trebuchet MS"/>
              </a:rPr>
              <a:t> </a:t>
            </a:r>
            <a:r>
              <a:rPr sz="1200" spc="-185" dirty="0">
                <a:latin typeface="Trebuchet MS"/>
                <a:cs typeface="Trebuchet MS"/>
              </a:rPr>
              <a:t>ov</a:t>
            </a:r>
            <a:r>
              <a:rPr sz="1200" spc="-204" dirty="0">
                <a:latin typeface="Trebuchet MS"/>
                <a:cs typeface="Trebuchet MS"/>
              </a:rPr>
              <a:t>e</a:t>
            </a:r>
            <a:r>
              <a:rPr sz="1200" spc="-70" dirty="0">
                <a:latin typeface="Trebuchet MS"/>
                <a:cs typeface="Trebuchet MS"/>
              </a:rPr>
              <a:t>r</a:t>
            </a:r>
            <a:r>
              <a:rPr sz="1200" spc="-140" dirty="0">
                <a:latin typeface="Trebuchet MS"/>
                <a:cs typeface="Trebuchet MS"/>
              </a:rPr>
              <a:t> i</a:t>
            </a:r>
            <a:r>
              <a:rPr sz="1200" spc="-210" dirty="0">
                <a:latin typeface="Trebuchet MS"/>
                <a:cs typeface="Trebuchet MS"/>
              </a:rPr>
              <a:t>np</a:t>
            </a:r>
            <a:r>
              <a:rPr sz="1200" spc="-155" dirty="0">
                <a:latin typeface="Trebuchet MS"/>
                <a:cs typeface="Trebuchet MS"/>
              </a:rPr>
              <a:t>ut  </a:t>
            </a:r>
            <a:r>
              <a:rPr sz="1200" spc="-170" dirty="0">
                <a:latin typeface="Trebuchet MS"/>
                <a:cs typeface="Trebuchet MS"/>
              </a:rPr>
              <a:t>channels</a:t>
            </a:r>
            <a:endParaRPr sz="1200">
              <a:latin typeface="Trebuchet MS"/>
              <a:cs typeface="Trebuchet MS"/>
            </a:endParaRPr>
          </a:p>
        </p:txBody>
      </p:sp>
      <p:sp>
        <p:nvSpPr>
          <p:cNvPr id="15" name="object 15"/>
          <p:cNvSpPr txBox="1"/>
          <p:nvPr/>
        </p:nvSpPr>
        <p:spPr>
          <a:xfrm>
            <a:off x="4077334" y="5230114"/>
            <a:ext cx="500380" cy="193675"/>
          </a:xfrm>
          <a:prstGeom prst="rect">
            <a:avLst/>
          </a:prstGeom>
        </p:spPr>
        <p:txBody>
          <a:bodyPr vert="horz" wrap="square" lIns="0" tIns="12700" rIns="0" bIns="0" rtlCol="0">
            <a:spAutoFit/>
          </a:bodyPr>
          <a:lstStyle/>
          <a:p>
            <a:pPr marL="38100">
              <a:lnSpc>
                <a:spcPct val="100000"/>
              </a:lnSpc>
              <a:spcBef>
                <a:spcPts val="100"/>
              </a:spcBef>
            </a:pPr>
            <a:r>
              <a:rPr sz="1100" spc="20" dirty="0">
                <a:latin typeface="Cambria Math"/>
                <a:cs typeface="Cambria Math"/>
              </a:rPr>
              <a:t>𝑐</a:t>
            </a:r>
            <a:r>
              <a:rPr sz="1200" spc="30" baseline="-17361" dirty="0">
                <a:latin typeface="Cambria Math"/>
                <a:cs typeface="Cambria Math"/>
              </a:rPr>
              <a:t>in</a:t>
            </a:r>
            <a:r>
              <a:rPr sz="1200" spc="202" baseline="-17361" dirty="0">
                <a:latin typeface="Cambria Math"/>
                <a:cs typeface="Cambria Math"/>
              </a:rPr>
              <a:t> </a:t>
            </a:r>
            <a:r>
              <a:rPr sz="1100" dirty="0">
                <a:latin typeface="Cambria Math"/>
                <a:cs typeface="Cambria Math"/>
              </a:rPr>
              <a:t>=</a:t>
            </a:r>
            <a:r>
              <a:rPr sz="1100" spc="30" dirty="0">
                <a:latin typeface="Cambria Math"/>
                <a:cs typeface="Cambria Math"/>
              </a:rPr>
              <a:t> </a:t>
            </a:r>
            <a:r>
              <a:rPr sz="1100" dirty="0">
                <a:latin typeface="Cambria Math"/>
                <a:cs typeface="Cambria Math"/>
              </a:rPr>
              <a:t>3</a:t>
            </a:r>
            <a:endParaRPr sz="1100">
              <a:latin typeface="Cambria Math"/>
              <a:cs typeface="Cambria Math"/>
            </a:endParaRPr>
          </a:p>
        </p:txBody>
      </p:sp>
      <p:sp>
        <p:nvSpPr>
          <p:cNvPr id="16" name="object 16"/>
          <p:cNvSpPr/>
          <p:nvPr/>
        </p:nvSpPr>
        <p:spPr>
          <a:xfrm>
            <a:off x="5134355" y="5108447"/>
            <a:ext cx="292735" cy="160020"/>
          </a:xfrm>
          <a:custGeom>
            <a:avLst/>
            <a:gdLst/>
            <a:ahLst/>
            <a:cxnLst/>
            <a:rect l="l" t="t" r="r" b="b"/>
            <a:pathLst>
              <a:path w="292735" h="160020">
                <a:moveTo>
                  <a:pt x="292608" y="0"/>
                </a:moveTo>
                <a:lnTo>
                  <a:pt x="0" y="0"/>
                </a:lnTo>
                <a:lnTo>
                  <a:pt x="0" y="160019"/>
                </a:lnTo>
                <a:lnTo>
                  <a:pt x="292608" y="160019"/>
                </a:lnTo>
                <a:lnTo>
                  <a:pt x="292608" y="0"/>
                </a:lnTo>
                <a:close/>
              </a:path>
            </a:pathLst>
          </a:custGeom>
          <a:solidFill>
            <a:srgbClr val="FFFFFF"/>
          </a:solidFill>
        </p:spPr>
        <p:txBody>
          <a:bodyPr wrap="square" lIns="0" tIns="0" rIns="0" bIns="0" rtlCol="0"/>
          <a:lstStyle/>
          <a:p>
            <a:endParaRPr/>
          </a:p>
        </p:txBody>
      </p:sp>
      <p:sp>
        <p:nvSpPr>
          <p:cNvPr id="17" name="object 17"/>
          <p:cNvSpPr txBox="1"/>
          <p:nvPr/>
        </p:nvSpPr>
        <p:spPr>
          <a:xfrm>
            <a:off x="5137403" y="5096383"/>
            <a:ext cx="278765" cy="239395"/>
          </a:xfrm>
          <a:prstGeom prst="rect">
            <a:avLst/>
          </a:prstGeom>
        </p:spPr>
        <p:txBody>
          <a:bodyPr vert="horz" wrap="square" lIns="0" tIns="12700" rIns="0" bIns="0" rtlCol="0">
            <a:spAutoFit/>
          </a:bodyPr>
          <a:lstStyle/>
          <a:p>
            <a:pPr marL="38100">
              <a:lnSpc>
                <a:spcPct val="100000"/>
              </a:lnSpc>
              <a:spcBef>
                <a:spcPts val="100"/>
              </a:spcBef>
            </a:pPr>
            <a:r>
              <a:rPr sz="2100" spc="52" baseline="11904" dirty="0">
                <a:latin typeface="Cambria Math"/>
                <a:cs typeface="Cambria Math"/>
              </a:rPr>
              <a:t>𝑐</a:t>
            </a:r>
            <a:r>
              <a:rPr sz="1000" spc="35" dirty="0">
                <a:latin typeface="Cambria Math"/>
                <a:cs typeface="Cambria Math"/>
              </a:rPr>
              <a:t>in</a:t>
            </a:r>
            <a:endParaRPr sz="1000">
              <a:latin typeface="Cambria Math"/>
              <a:cs typeface="Cambria Math"/>
            </a:endParaRPr>
          </a:p>
        </p:txBody>
      </p:sp>
      <p:grpSp>
        <p:nvGrpSpPr>
          <p:cNvPr id="18" name="object 18"/>
          <p:cNvGrpSpPr/>
          <p:nvPr/>
        </p:nvGrpSpPr>
        <p:grpSpPr>
          <a:xfrm>
            <a:off x="6676643" y="5058155"/>
            <a:ext cx="1807845" cy="227329"/>
            <a:chOff x="6676643" y="5058155"/>
            <a:chExt cx="1807845" cy="227329"/>
          </a:xfrm>
        </p:grpSpPr>
        <p:sp>
          <p:nvSpPr>
            <p:cNvPr id="19" name="object 19"/>
            <p:cNvSpPr/>
            <p:nvPr/>
          </p:nvSpPr>
          <p:spPr>
            <a:xfrm>
              <a:off x="6676643" y="5169407"/>
              <a:ext cx="398145" cy="116205"/>
            </a:xfrm>
            <a:custGeom>
              <a:avLst/>
              <a:gdLst/>
              <a:ahLst/>
              <a:cxnLst/>
              <a:rect l="l" t="t" r="r" b="b"/>
              <a:pathLst>
                <a:path w="398145" h="116204">
                  <a:moveTo>
                    <a:pt x="397764" y="0"/>
                  </a:moveTo>
                  <a:lnTo>
                    <a:pt x="0" y="0"/>
                  </a:lnTo>
                  <a:lnTo>
                    <a:pt x="0" y="115824"/>
                  </a:lnTo>
                  <a:lnTo>
                    <a:pt x="397764" y="115824"/>
                  </a:lnTo>
                  <a:lnTo>
                    <a:pt x="397764" y="0"/>
                  </a:lnTo>
                  <a:close/>
                </a:path>
              </a:pathLst>
            </a:custGeom>
            <a:solidFill>
              <a:srgbClr val="FFFFFF"/>
            </a:solidFill>
          </p:spPr>
          <p:txBody>
            <a:bodyPr wrap="square" lIns="0" tIns="0" rIns="0" bIns="0" rtlCol="0"/>
            <a:lstStyle/>
            <a:p>
              <a:endParaRPr/>
            </a:p>
          </p:txBody>
        </p:sp>
        <p:pic>
          <p:nvPicPr>
            <p:cNvPr id="20" name="object 20"/>
            <p:cNvPicPr/>
            <p:nvPr/>
          </p:nvPicPr>
          <p:blipFill>
            <a:blip r:embed="rId9" cstate="print"/>
            <a:stretch>
              <a:fillRect/>
            </a:stretch>
          </p:blipFill>
          <p:spPr>
            <a:xfrm>
              <a:off x="8374379" y="5058155"/>
              <a:ext cx="109727" cy="128016"/>
            </a:xfrm>
            <a:prstGeom prst="rect">
              <a:avLst/>
            </a:prstGeom>
          </p:spPr>
        </p:pic>
      </p:grpSp>
      <p:sp>
        <p:nvSpPr>
          <p:cNvPr id="21" name="object 21"/>
          <p:cNvSpPr txBox="1"/>
          <p:nvPr/>
        </p:nvSpPr>
        <p:spPr>
          <a:xfrm>
            <a:off x="5570220" y="6094476"/>
            <a:ext cx="1160145" cy="165100"/>
          </a:xfrm>
          <a:prstGeom prst="rect">
            <a:avLst/>
          </a:prstGeom>
          <a:solidFill>
            <a:srgbClr val="FFFFFF"/>
          </a:solidFill>
        </p:spPr>
        <p:txBody>
          <a:bodyPr vert="horz" wrap="square" lIns="0" tIns="0" rIns="0" bIns="0" rtlCol="0">
            <a:spAutoFit/>
          </a:bodyPr>
          <a:lstStyle/>
          <a:p>
            <a:pPr marL="92710">
              <a:lnSpc>
                <a:spcPts val="1270"/>
              </a:lnSpc>
            </a:pPr>
            <a:r>
              <a:rPr sz="1100" spc="-5" dirty="0">
                <a:latin typeface="Cambria Math"/>
                <a:cs typeface="Cambria Math"/>
              </a:rPr>
              <a:t>𝑚</a:t>
            </a:r>
            <a:r>
              <a:rPr sz="1200" spc="-7" baseline="-17361" dirty="0">
                <a:latin typeface="Cambria Math"/>
                <a:cs typeface="Cambria Math"/>
              </a:rPr>
              <a:t>1</a:t>
            </a:r>
            <a:r>
              <a:rPr sz="1200" spc="142" baseline="-17361" dirty="0">
                <a:latin typeface="Cambria Math"/>
                <a:cs typeface="Cambria Math"/>
              </a:rPr>
              <a:t> </a:t>
            </a:r>
            <a:r>
              <a:rPr sz="1100" dirty="0">
                <a:latin typeface="Cambria Math"/>
                <a:cs typeface="Cambria Math"/>
              </a:rPr>
              <a:t>×</a:t>
            </a:r>
            <a:r>
              <a:rPr sz="1100" spc="-10" dirty="0">
                <a:latin typeface="Cambria Math"/>
                <a:cs typeface="Cambria Math"/>
              </a:rPr>
              <a:t> </a:t>
            </a:r>
            <a:r>
              <a:rPr sz="1100" spc="10" dirty="0">
                <a:latin typeface="Cambria Math"/>
                <a:cs typeface="Cambria Math"/>
              </a:rPr>
              <a:t>𝑚</a:t>
            </a:r>
            <a:r>
              <a:rPr sz="1200" spc="15" baseline="-17361" dirty="0">
                <a:latin typeface="Cambria Math"/>
                <a:cs typeface="Cambria Math"/>
              </a:rPr>
              <a:t>2</a:t>
            </a:r>
            <a:r>
              <a:rPr sz="1200" spc="127" baseline="-17361" dirty="0">
                <a:latin typeface="Cambria Math"/>
                <a:cs typeface="Cambria Math"/>
              </a:rPr>
              <a:t> </a:t>
            </a:r>
            <a:r>
              <a:rPr sz="1100" dirty="0">
                <a:latin typeface="Cambria Math"/>
                <a:cs typeface="Cambria Math"/>
              </a:rPr>
              <a:t>×</a:t>
            </a:r>
            <a:r>
              <a:rPr sz="1100" spc="-10" dirty="0">
                <a:latin typeface="Cambria Math"/>
                <a:cs typeface="Cambria Math"/>
              </a:rPr>
              <a:t> </a:t>
            </a:r>
            <a:r>
              <a:rPr sz="1100" dirty="0">
                <a:latin typeface="Cambria Math"/>
                <a:cs typeface="Cambria Math"/>
              </a:rPr>
              <a:t>3</a:t>
            </a:r>
            <a:r>
              <a:rPr sz="1100" spc="-5" dirty="0">
                <a:latin typeface="Cambria Math"/>
                <a:cs typeface="Cambria Math"/>
              </a:rPr>
              <a:t> </a:t>
            </a:r>
            <a:r>
              <a:rPr sz="1100" dirty="0">
                <a:latin typeface="Cambria Math"/>
                <a:cs typeface="Cambria Math"/>
              </a:rPr>
              <a:t>×</a:t>
            </a:r>
            <a:r>
              <a:rPr sz="1100" dirty="0">
                <a:latin typeface="Calibri"/>
                <a:cs typeface="Calibri"/>
              </a:rPr>
              <a:t>5</a:t>
            </a:r>
            <a:endParaRPr sz="1100">
              <a:latin typeface="Calibri"/>
              <a:cs typeface="Calibri"/>
            </a:endParaRPr>
          </a:p>
        </p:txBody>
      </p:sp>
      <p:sp>
        <p:nvSpPr>
          <p:cNvPr id="22" name="object 22"/>
          <p:cNvSpPr txBox="1"/>
          <p:nvPr/>
        </p:nvSpPr>
        <p:spPr>
          <a:xfrm>
            <a:off x="5483352" y="3799332"/>
            <a:ext cx="798830" cy="277495"/>
          </a:xfrm>
          <a:prstGeom prst="rect">
            <a:avLst/>
          </a:prstGeom>
          <a:solidFill>
            <a:srgbClr val="FFFFFF"/>
          </a:solidFill>
        </p:spPr>
        <p:txBody>
          <a:bodyPr vert="horz" wrap="square" lIns="0" tIns="67310" rIns="0" bIns="0" rtlCol="0">
            <a:spAutoFit/>
          </a:bodyPr>
          <a:lstStyle/>
          <a:p>
            <a:pPr marL="104139">
              <a:lnSpc>
                <a:spcPct val="100000"/>
              </a:lnSpc>
              <a:spcBef>
                <a:spcPts val="530"/>
              </a:spcBef>
            </a:pPr>
            <a:r>
              <a:rPr sz="1200" spc="-185" dirty="0">
                <a:latin typeface="Trebuchet MS"/>
                <a:cs typeface="Trebuchet MS"/>
              </a:rPr>
              <a:t>Convolution</a:t>
            </a:r>
            <a:endParaRPr sz="1200">
              <a:latin typeface="Trebuchet MS"/>
              <a:cs typeface="Trebuchet MS"/>
            </a:endParaRPr>
          </a:p>
        </p:txBody>
      </p:sp>
      <p:sp>
        <p:nvSpPr>
          <p:cNvPr id="23" name="object 23"/>
          <p:cNvSpPr txBox="1"/>
          <p:nvPr/>
        </p:nvSpPr>
        <p:spPr>
          <a:xfrm>
            <a:off x="5729096" y="4037203"/>
            <a:ext cx="271145" cy="208279"/>
          </a:xfrm>
          <a:prstGeom prst="rect">
            <a:avLst/>
          </a:prstGeom>
        </p:spPr>
        <p:txBody>
          <a:bodyPr vert="horz" wrap="square" lIns="0" tIns="12700" rIns="0" bIns="0" rtlCol="0">
            <a:spAutoFit/>
          </a:bodyPr>
          <a:lstStyle/>
          <a:p>
            <a:pPr marL="12700">
              <a:lnSpc>
                <a:spcPct val="100000"/>
              </a:lnSpc>
              <a:spcBef>
                <a:spcPts val="100"/>
              </a:spcBef>
            </a:pPr>
            <a:r>
              <a:rPr sz="1200" spc="-150" dirty="0">
                <a:latin typeface="Trebuchet MS"/>
                <a:cs typeface="Trebuchet MS"/>
              </a:rPr>
              <a:t>l</a:t>
            </a:r>
            <a:r>
              <a:rPr sz="1200" spc="-185" dirty="0">
                <a:latin typeface="Trebuchet MS"/>
                <a:cs typeface="Trebuchet MS"/>
              </a:rPr>
              <a:t>a</a:t>
            </a:r>
            <a:r>
              <a:rPr sz="1200" spc="-190" dirty="0">
                <a:latin typeface="Trebuchet MS"/>
                <a:cs typeface="Trebuchet MS"/>
              </a:rPr>
              <a:t>y</a:t>
            </a:r>
            <a:r>
              <a:rPr sz="1200" spc="-195" dirty="0">
                <a:latin typeface="Trebuchet MS"/>
                <a:cs typeface="Trebuchet MS"/>
              </a:rPr>
              <a:t>e</a:t>
            </a:r>
            <a:r>
              <a:rPr sz="1200" spc="-70" dirty="0">
                <a:latin typeface="Trebuchet MS"/>
                <a:cs typeface="Trebuchet MS"/>
              </a:rPr>
              <a:t>r</a:t>
            </a:r>
            <a:endParaRPr sz="1200">
              <a:latin typeface="Trebuchet MS"/>
              <a:cs typeface="Trebuchet MS"/>
            </a:endParaRPr>
          </a:p>
        </p:txBody>
      </p:sp>
      <p:sp>
        <p:nvSpPr>
          <p:cNvPr id="24" name="object 24"/>
          <p:cNvSpPr txBox="1"/>
          <p:nvPr/>
        </p:nvSpPr>
        <p:spPr>
          <a:xfrm>
            <a:off x="7731252" y="3784091"/>
            <a:ext cx="544195" cy="414655"/>
          </a:xfrm>
          <a:prstGeom prst="rect">
            <a:avLst/>
          </a:prstGeom>
          <a:solidFill>
            <a:srgbClr val="FFFFFF"/>
          </a:solidFill>
        </p:spPr>
        <p:txBody>
          <a:bodyPr vert="horz" wrap="square" lIns="0" tIns="65405" rIns="0" bIns="0" rtlCol="0">
            <a:spAutoFit/>
          </a:bodyPr>
          <a:lstStyle/>
          <a:p>
            <a:pPr marL="71120" marR="168275" indent="-52069">
              <a:lnSpc>
                <a:spcPct val="100000"/>
              </a:lnSpc>
              <a:spcBef>
                <a:spcPts val="515"/>
              </a:spcBef>
            </a:pPr>
            <a:r>
              <a:rPr sz="1200" spc="-160" dirty="0">
                <a:latin typeface="Trebuchet MS"/>
                <a:cs typeface="Trebuchet MS"/>
              </a:rPr>
              <a:t>P</a:t>
            </a:r>
            <a:r>
              <a:rPr sz="1200" spc="-204" dirty="0">
                <a:latin typeface="Trebuchet MS"/>
                <a:cs typeface="Trebuchet MS"/>
              </a:rPr>
              <a:t>oo</a:t>
            </a:r>
            <a:r>
              <a:rPr sz="1200" spc="-125" dirty="0">
                <a:latin typeface="Trebuchet MS"/>
                <a:cs typeface="Trebuchet MS"/>
              </a:rPr>
              <a:t>l</a:t>
            </a:r>
            <a:r>
              <a:rPr sz="1200" spc="-140" dirty="0">
                <a:latin typeface="Trebuchet MS"/>
                <a:cs typeface="Trebuchet MS"/>
              </a:rPr>
              <a:t>ing  </a:t>
            </a:r>
            <a:r>
              <a:rPr sz="1200" spc="-160" dirty="0">
                <a:latin typeface="Trebuchet MS"/>
                <a:cs typeface="Trebuchet MS"/>
              </a:rPr>
              <a:t>layer</a:t>
            </a:r>
            <a:endParaRPr sz="1200">
              <a:latin typeface="Trebuchet MS"/>
              <a:cs typeface="Trebuchet MS"/>
            </a:endParaRPr>
          </a:p>
        </p:txBody>
      </p:sp>
      <p:sp>
        <p:nvSpPr>
          <p:cNvPr id="25" name="object 25"/>
          <p:cNvSpPr txBox="1"/>
          <p:nvPr/>
        </p:nvSpPr>
        <p:spPr>
          <a:xfrm>
            <a:off x="8364981" y="5054346"/>
            <a:ext cx="83185" cy="193675"/>
          </a:xfrm>
          <a:prstGeom prst="rect">
            <a:avLst/>
          </a:prstGeom>
        </p:spPr>
        <p:txBody>
          <a:bodyPr vert="horz" wrap="square" lIns="0" tIns="12700" rIns="0" bIns="0" rtlCol="0">
            <a:spAutoFit/>
          </a:bodyPr>
          <a:lstStyle/>
          <a:p>
            <a:pPr marL="12700">
              <a:lnSpc>
                <a:spcPct val="100000"/>
              </a:lnSpc>
              <a:spcBef>
                <a:spcPts val="100"/>
              </a:spcBef>
            </a:pPr>
            <a:r>
              <a:rPr sz="1100" spc="-125" dirty="0">
                <a:latin typeface="Trebuchet MS"/>
                <a:cs typeface="Trebuchet MS"/>
              </a:rPr>
              <a:t>5</a:t>
            </a:r>
            <a:endParaRPr sz="1100">
              <a:latin typeface="Trebuchet MS"/>
              <a:cs typeface="Trebuchet MS"/>
            </a:endParaRPr>
          </a:p>
        </p:txBody>
      </p:sp>
      <p:sp>
        <p:nvSpPr>
          <p:cNvPr id="26" name="object 26"/>
          <p:cNvSpPr txBox="1"/>
          <p:nvPr/>
        </p:nvSpPr>
        <p:spPr>
          <a:xfrm>
            <a:off x="6235953" y="5185409"/>
            <a:ext cx="90170"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Cambria Math"/>
                <a:cs typeface="Cambria Math"/>
              </a:rPr>
              <a:t>𝑐</a:t>
            </a:r>
            <a:endParaRPr sz="1100">
              <a:latin typeface="Cambria Math"/>
              <a:cs typeface="Cambria Math"/>
            </a:endParaRPr>
          </a:p>
        </p:txBody>
      </p:sp>
      <p:sp>
        <p:nvSpPr>
          <p:cNvPr id="27" name="object 27"/>
          <p:cNvSpPr txBox="1"/>
          <p:nvPr/>
        </p:nvSpPr>
        <p:spPr>
          <a:xfrm>
            <a:off x="6307835" y="5264658"/>
            <a:ext cx="386080" cy="109220"/>
          </a:xfrm>
          <a:prstGeom prst="rect">
            <a:avLst/>
          </a:prstGeom>
          <a:solidFill>
            <a:srgbClr val="FFFFFF"/>
          </a:solidFill>
        </p:spPr>
        <p:txBody>
          <a:bodyPr vert="horz" wrap="square" lIns="0" tIns="0" rIns="0" bIns="0" rtlCol="0">
            <a:spAutoFit/>
          </a:bodyPr>
          <a:lstStyle/>
          <a:p>
            <a:pPr marL="1270">
              <a:lnSpc>
                <a:spcPts val="860"/>
              </a:lnSpc>
            </a:pPr>
            <a:r>
              <a:rPr sz="800" spc="45" dirty="0">
                <a:latin typeface="Cambria Math"/>
                <a:cs typeface="Cambria Math"/>
              </a:rPr>
              <a:t>out</a:t>
            </a:r>
            <a:r>
              <a:rPr sz="800" spc="120" dirty="0">
                <a:latin typeface="Cambria Math"/>
                <a:cs typeface="Cambria Math"/>
              </a:rPr>
              <a:t> </a:t>
            </a:r>
            <a:r>
              <a:rPr sz="1650" baseline="12626" dirty="0">
                <a:latin typeface="Cambria Math"/>
                <a:cs typeface="Cambria Math"/>
              </a:rPr>
              <a:t>=</a:t>
            </a:r>
            <a:endParaRPr sz="1650" baseline="12626">
              <a:latin typeface="Cambria Math"/>
              <a:cs typeface="Cambria Math"/>
            </a:endParaRPr>
          </a:p>
        </p:txBody>
      </p:sp>
      <p:sp>
        <p:nvSpPr>
          <p:cNvPr id="28" name="object 28"/>
          <p:cNvSpPr txBox="1"/>
          <p:nvPr/>
        </p:nvSpPr>
        <p:spPr>
          <a:xfrm>
            <a:off x="6647815" y="5185409"/>
            <a:ext cx="10350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Cambria Math"/>
                <a:cs typeface="Cambria Math"/>
              </a:rPr>
              <a:t>5</a:t>
            </a:r>
            <a:endParaRPr sz="1100">
              <a:latin typeface="Cambria Math"/>
              <a:cs typeface="Cambria Math"/>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0183" y="1434083"/>
            <a:ext cx="3160014" cy="162305"/>
          </a:xfrm>
          <a:prstGeom prst="rect">
            <a:avLst/>
          </a:prstGeom>
        </p:spPr>
      </p:pic>
      <p:sp>
        <p:nvSpPr>
          <p:cNvPr id="7" name="object 7"/>
          <p:cNvSpPr txBox="1"/>
          <p:nvPr/>
        </p:nvSpPr>
        <p:spPr>
          <a:xfrm>
            <a:off x="713943" y="1631721"/>
            <a:ext cx="5834380" cy="3330399"/>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dirty="0">
                <a:solidFill>
                  <a:srgbClr val="252525"/>
                </a:solidFill>
                <a:latin typeface="Trebuchet MS"/>
                <a:cs typeface="Trebuchet MS"/>
              </a:rPr>
              <a:t>For both fully connected neural network and CNN, it is difficult to determine the size of the network.</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For quality performance, you need to tune the size of the weight matrix and the number of layers.</a:t>
            </a:r>
            <a:endParaRPr sz="1300" dirty="0">
              <a:latin typeface="Trebuchet MS"/>
              <a:cs typeface="Trebuchet MS"/>
            </a:endParaRPr>
          </a:p>
          <a:p>
            <a:pPr marL="195580" indent="-182880">
              <a:lnSpc>
                <a:spcPct val="100000"/>
              </a:lnSpc>
              <a:spcBef>
                <a:spcPts val="800"/>
              </a:spcBef>
              <a:buClr>
                <a:srgbClr val="183DAF"/>
              </a:buClr>
              <a:buFont typeface="Tahoma"/>
              <a:buChar char="‣"/>
              <a:tabLst>
                <a:tab pos="195580" algn="l"/>
              </a:tabLst>
            </a:pPr>
            <a:r>
              <a:rPr sz="1300" dirty="0">
                <a:solidFill>
                  <a:srgbClr val="252525"/>
                </a:solidFill>
                <a:latin typeface="Trebuchet MS"/>
                <a:cs typeface="Trebuchet MS"/>
              </a:rPr>
              <a:t>The capacity of a network indicates how complex a function can be approximated.</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Networks with a relatively small number of parameters are prone to underfitting due to their small capacity.</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The performance deteriorates because it cannot learn the inherent structure of the dataset.</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However, a large network can easily become overfitted.</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If such a network learns the training data, it will work fine on the training dataset but not in other datasets.</a:t>
            </a:r>
            <a:endParaRPr sz="1300" dirty="0">
              <a:latin typeface="Trebuchet MS"/>
              <a:cs typeface="Trebuchet MS"/>
            </a:endParaRPr>
          </a:p>
        </p:txBody>
      </p:sp>
      <p:sp>
        <p:nvSpPr>
          <p:cNvPr id="8" name="object 8"/>
          <p:cNvSpPr txBox="1">
            <a:spLocks noGrp="1"/>
          </p:cNvSpPr>
          <p:nvPr>
            <p:ph type="title"/>
          </p:nvPr>
        </p:nvSpPr>
        <p:spPr>
          <a:xfrm>
            <a:off x="437489" y="431419"/>
            <a:ext cx="6971030" cy="299720"/>
          </a:xfrm>
          <a:prstGeom prst="rect">
            <a:avLst/>
          </a:prstGeom>
        </p:spPr>
        <p:txBody>
          <a:bodyPr vert="horz" wrap="square" lIns="0" tIns="12700" rIns="0" bIns="0" rtlCol="0">
            <a:spAutoFit/>
          </a:bodyPr>
          <a:lstStyle/>
          <a:p>
            <a:pPr marL="12700">
              <a:lnSpc>
                <a:spcPct val="100000"/>
              </a:lnSpc>
              <a:spcBef>
                <a:spcPts val="100"/>
              </a:spcBef>
            </a:pPr>
            <a:r>
              <a:rPr spc="-45" dirty="0"/>
              <a:t>1.3.</a:t>
            </a:r>
            <a:r>
              <a:rPr spc="-130" dirty="0"/>
              <a:t> </a:t>
            </a:r>
            <a:r>
              <a:rPr spc="-55" dirty="0"/>
              <a:t>Building</a:t>
            </a:r>
            <a:r>
              <a:rPr spc="-114" dirty="0"/>
              <a:t> </a:t>
            </a:r>
            <a:r>
              <a:rPr spc="-50" dirty="0"/>
              <a:t>Deep</a:t>
            </a:r>
            <a:r>
              <a:rPr spc="-110" dirty="0"/>
              <a:t> </a:t>
            </a:r>
            <a:r>
              <a:rPr spc="-60" dirty="0"/>
              <a:t>Convolutional</a:t>
            </a:r>
            <a:r>
              <a:rPr spc="-165" dirty="0"/>
              <a:t> </a:t>
            </a:r>
            <a:r>
              <a:rPr spc="-55" dirty="0"/>
              <a:t>Neural</a:t>
            </a:r>
            <a:r>
              <a:rPr spc="-120" dirty="0"/>
              <a:t> </a:t>
            </a:r>
            <a:r>
              <a:rPr spc="-55" dirty="0"/>
              <a:t>Network</a:t>
            </a:r>
            <a:r>
              <a:rPr spc="-120" dirty="0"/>
              <a:t> </a:t>
            </a:r>
            <a:r>
              <a:rPr spc="-50" dirty="0"/>
              <a:t>using</a:t>
            </a:r>
            <a:r>
              <a:rPr spc="-135" dirty="0"/>
              <a:t> </a:t>
            </a:r>
            <a:r>
              <a:rPr spc="-50" dirty="0"/>
              <a:t>Basic</a:t>
            </a:r>
            <a:r>
              <a:rPr spc="-114" dirty="0"/>
              <a:t> </a:t>
            </a:r>
            <a:r>
              <a:rPr spc="-60" dirty="0"/>
              <a:t>Components</a:t>
            </a: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0183" y="1434083"/>
            <a:ext cx="3192017" cy="162305"/>
          </a:xfrm>
          <a:prstGeom prst="rect">
            <a:avLst/>
          </a:prstGeom>
        </p:spPr>
      </p:pic>
      <p:sp>
        <p:nvSpPr>
          <p:cNvPr id="7" name="object 7"/>
          <p:cNvSpPr txBox="1"/>
          <p:nvPr/>
        </p:nvSpPr>
        <p:spPr>
          <a:xfrm>
            <a:off x="713943" y="1631721"/>
            <a:ext cx="8696960" cy="2730235"/>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dirty="0">
                <a:solidFill>
                  <a:srgbClr val="252525"/>
                </a:solidFill>
                <a:latin typeface="Trebuchet MS"/>
                <a:cs typeface="Trebuchet MS"/>
              </a:rPr>
              <a:t>In actual machine learning problems, you cannot know the appropriate network size beforehand.</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You can solve such a problem with the method described below.</a:t>
            </a:r>
            <a:endParaRPr sz="1300" dirty="0">
              <a:latin typeface="Trebuchet MS"/>
              <a:cs typeface="Trebuchet MS"/>
            </a:endParaRPr>
          </a:p>
          <a:p>
            <a:pPr marL="195580" indent="-182880">
              <a:lnSpc>
                <a:spcPct val="100000"/>
              </a:lnSpc>
              <a:spcBef>
                <a:spcPts val="800"/>
              </a:spcBef>
              <a:buClr>
                <a:srgbClr val="183DAF"/>
              </a:buClr>
              <a:buFont typeface="Tahoma"/>
              <a:buChar char="‣"/>
              <a:tabLst>
                <a:tab pos="195580" algn="l"/>
              </a:tabLst>
            </a:pPr>
            <a:r>
              <a:rPr sz="1300" dirty="0">
                <a:solidFill>
                  <a:srgbClr val="252525"/>
                </a:solidFill>
                <a:latin typeface="Trebuchet MS"/>
                <a:cs typeface="Trebuchet MS"/>
              </a:rPr>
              <a:t>First, construct a relatively large network (one larger than actually needed) to work smoothly with a training dataset.</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Then, to prevent overfitting, apply more than one regularization method to improve generalization performance on new datasets such as other test datasets.</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This can prevent or reduce the effect of overfitting because regularization L1 and L2 add a penalty to the loss function, thus reducing the weight size during training.</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Both L1 and L2 regularization can be used for neural networks, but L2 is used more frequently.</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Then, there are methods such as dropout to regularize neural networks.</a:t>
            </a:r>
            <a:endParaRPr sz="1300" dirty="0">
              <a:latin typeface="Trebuchet MS"/>
              <a:cs typeface="Trebuchet MS"/>
            </a:endParaRPr>
          </a:p>
        </p:txBody>
      </p:sp>
      <p:sp>
        <p:nvSpPr>
          <p:cNvPr id="8" name="object 8"/>
          <p:cNvSpPr txBox="1">
            <a:spLocks noGrp="1"/>
          </p:cNvSpPr>
          <p:nvPr>
            <p:ph type="title"/>
          </p:nvPr>
        </p:nvSpPr>
        <p:spPr>
          <a:xfrm>
            <a:off x="437489" y="431419"/>
            <a:ext cx="6971030" cy="299720"/>
          </a:xfrm>
          <a:prstGeom prst="rect">
            <a:avLst/>
          </a:prstGeom>
        </p:spPr>
        <p:txBody>
          <a:bodyPr vert="horz" wrap="square" lIns="0" tIns="12700" rIns="0" bIns="0" rtlCol="0">
            <a:spAutoFit/>
          </a:bodyPr>
          <a:lstStyle/>
          <a:p>
            <a:pPr marL="12700">
              <a:lnSpc>
                <a:spcPct val="100000"/>
              </a:lnSpc>
              <a:spcBef>
                <a:spcPts val="100"/>
              </a:spcBef>
            </a:pPr>
            <a:r>
              <a:rPr spc="-45" dirty="0"/>
              <a:t>1.3.</a:t>
            </a:r>
            <a:r>
              <a:rPr spc="-130" dirty="0"/>
              <a:t> </a:t>
            </a:r>
            <a:r>
              <a:rPr spc="-55" dirty="0"/>
              <a:t>Building</a:t>
            </a:r>
            <a:r>
              <a:rPr spc="-114" dirty="0"/>
              <a:t> </a:t>
            </a:r>
            <a:r>
              <a:rPr spc="-50" dirty="0"/>
              <a:t>Deep</a:t>
            </a:r>
            <a:r>
              <a:rPr spc="-110" dirty="0"/>
              <a:t> </a:t>
            </a:r>
            <a:r>
              <a:rPr spc="-60" dirty="0"/>
              <a:t>Convolutional</a:t>
            </a:r>
            <a:r>
              <a:rPr spc="-165" dirty="0"/>
              <a:t> </a:t>
            </a:r>
            <a:r>
              <a:rPr spc="-55" dirty="0"/>
              <a:t>Neural</a:t>
            </a:r>
            <a:r>
              <a:rPr spc="-120" dirty="0"/>
              <a:t> </a:t>
            </a:r>
            <a:r>
              <a:rPr spc="-55" dirty="0"/>
              <a:t>Network</a:t>
            </a:r>
            <a:r>
              <a:rPr spc="-120" dirty="0"/>
              <a:t> </a:t>
            </a:r>
            <a:r>
              <a:rPr spc="-50" dirty="0"/>
              <a:t>using</a:t>
            </a:r>
            <a:r>
              <a:rPr spc="-135" dirty="0"/>
              <a:t> </a:t>
            </a:r>
            <a:r>
              <a:rPr spc="-50" dirty="0"/>
              <a:t>Basic</a:t>
            </a:r>
            <a:r>
              <a:rPr spc="-114" dirty="0"/>
              <a:t> </a:t>
            </a:r>
            <a:r>
              <a:rPr spc="-60" dirty="0"/>
              <a:t>Components</a:t>
            </a: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397"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grpSp>
        <p:nvGrpSpPr>
          <p:cNvPr id="5" name="object 5"/>
          <p:cNvGrpSpPr/>
          <p:nvPr/>
        </p:nvGrpSpPr>
        <p:grpSpPr>
          <a:xfrm>
            <a:off x="545591" y="2244851"/>
            <a:ext cx="8879205" cy="1912620"/>
            <a:chOff x="545591" y="2244851"/>
            <a:chExt cx="8879205" cy="1912620"/>
          </a:xfrm>
        </p:grpSpPr>
        <p:pic>
          <p:nvPicPr>
            <p:cNvPr id="6" name="object 6"/>
            <p:cNvPicPr/>
            <p:nvPr/>
          </p:nvPicPr>
          <p:blipFill>
            <a:blip r:embed="rId5" cstate="print"/>
            <a:stretch>
              <a:fillRect/>
            </a:stretch>
          </p:blipFill>
          <p:spPr>
            <a:xfrm>
              <a:off x="734493" y="2426207"/>
              <a:ext cx="8680778" cy="1617295"/>
            </a:xfrm>
            <a:prstGeom prst="rect">
              <a:avLst/>
            </a:prstGeom>
          </p:spPr>
        </p:pic>
        <p:sp>
          <p:nvSpPr>
            <p:cNvPr id="7" name="object 7"/>
            <p:cNvSpPr/>
            <p:nvPr/>
          </p:nvSpPr>
          <p:spPr>
            <a:xfrm>
              <a:off x="550163" y="2249423"/>
              <a:ext cx="8869680" cy="1903730"/>
            </a:xfrm>
            <a:custGeom>
              <a:avLst/>
              <a:gdLst/>
              <a:ahLst/>
              <a:cxnLst/>
              <a:rect l="l" t="t" r="r" b="b"/>
              <a:pathLst>
                <a:path w="8869680" h="1903729">
                  <a:moveTo>
                    <a:pt x="0" y="1903476"/>
                  </a:moveTo>
                  <a:lnTo>
                    <a:pt x="8869680" y="1903476"/>
                  </a:lnTo>
                  <a:lnTo>
                    <a:pt x="8869680" y="0"/>
                  </a:lnTo>
                  <a:lnTo>
                    <a:pt x="0" y="0"/>
                  </a:lnTo>
                  <a:lnTo>
                    <a:pt x="0" y="1903476"/>
                  </a:lnTo>
                  <a:close/>
                </a:path>
              </a:pathLst>
            </a:custGeom>
            <a:ln w="9144">
              <a:solidFill>
                <a:srgbClr val="D9D9D9"/>
              </a:solidFill>
            </a:ln>
          </p:spPr>
          <p:txBody>
            <a:bodyPr wrap="square" lIns="0" tIns="0" rIns="0" bIns="0" rtlCol="0"/>
            <a:lstStyle/>
            <a:p>
              <a:endParaRPr/>
            </a:p>
          </p:txBody>
        </p:sp>
      </p:grpSp>
      <p:sp>
        <p:nvSpPr>
          <p:cNvPr id="8" name="object 8"/>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0183" y="1434083"/>
            <a:ext cx="3198114" cy="162305"/>
          </a:xfrm>
          <a:prstGeom prst="rect">
            <a:avLst/>
          </a:prstGeom>
        </p:spPr>
      </p:pic>
      <p:sp>
        <p:nvSpPr>
          <p:cNvPr id="10" name="object 10"/>
          <p:cNvSpPr txBox="1"/>
          <p:nvPr/>
        </p:nvSpPr>
        <p:spPr>
          <a:xfrm>
            <a:off x="713943" y="1720087"/>
            <a:ext cx="8591550" cy="421640"/>
          </a:xfrm>
          <a:prstGeom prst="rect">
            <a:avLst/>
          </a:prstGeom>
        </p:spPr>
        <p:txBody>
          <a:bodyPr vert="horz" wrap="square" lIns="0" tIns="12065" rIns="0" bIns="0" rtlCol="0">
            <a:spAutoFit/>
          </a:bodyPr>
          <a:lstStyle/>
          <a:p>
            <a:pPr marL="194945" marR="5080" indent="-182880">
              <a:lnSpc>
                <a:spcPct val="100000"/>
              </a:lnSpc>
              <a:spcBef>
                <a:spcPts val="95"/>
              </a:spcBef>
              <a:buClr>
                <a:srgbClr val="183DAF"/>
              </a:buClr>
              <a:buFont typeface="Tahoma"/>
              <a:buChar char="‣"/>
              <a:tabLst>
                <a:tab pos="195580" algn="l"/>
              </a:tabLst>
            </a:pPr>
            <a:r>
              <a:rPr sz="1300" dirty="0">
                <a:solidFill>
                  <a:srgbClr val="252525"/>
                </a:solidFill>
                <a:latin typeface="Trebuchet MS"/>
                <a:cs typeface="Trebuchet MS"/>
              </a:rPr>
              <a:t>With Keras API, as in the figure below, you can easily insert an L2 penalty to the loss function with kernel regularizer parameter (this is automatically reflected on  the loss function).</a:t>
            </a:r>
            <a:endParaRPr sz="1300" dirty="0">
              <a:latin typeface="Trebuchet MS"/>
              <a:cs typeface="Trebuchet MS"/>
            </a:endParaRPr>
          </a:p>
        </p:txBody>
      </p:sp>
      <p:sp>
        <p:nvSpPr>
          <p:cNvPr id="11" name="object 11"/>
          <p:cNvSpPr txBox="1">
            <a:spLocks noGrp="1"/>
          </p:cNvSpPr>
          <p:nvPr>
            <p:ph type="title"/>
          </p:nvPr>
        </p:nvSpPr>
        <p:spPr>
          <a:xfrm>
            <a:off x="437489" y="431419"/>
            <a:ext cx="6971030" cy="299720"/>
          </a:xfrm>
          <a:prstGeom prst="rect">
            <a:avLst/>
          </a:prstGeom>
        </p:spPr>
        <p:txBody>
          <a:bodyPr vert="horz" wrap="square" lIns="0" tIns="12700" rIns="0" bIns="0" rtlCol="0">
            <a:spAutoFit/>
          </a:bodyPr>
          <a:lstStyle/>
          <a:p>
            <a:pPr marL="12700">
              <a:lnSpc>
                <a:spcPct val="100000"/>
              </a:lnSpc>
              <a:spcBef>
                <a:spcPts val="100"/>
              </a:spcBef>
            </a:pPr>
            <a:r>
              <a:rPr spc="-45" dirty="0"/>
              <a:t>1.3.</a:t>
            </a:r>
            <a:r>
              <a:rPr spc="-130" dirty="0"/>
              <a:t> </a:t>
            </a:r>
            <a:r>
              <a:rPr spc="-55" dirty="0"/>
              <a:t>Building</a:t>
            </a:r>
            <a:r>
              <a:rPr spc="-114" dirty="0"/>
              <a:t> </a:t>
            </a:r>
            <a:r>
              <a:rPr spc="-50" dirty="0"/>
              <a:t>Deep</a:t>
            </a:r>
            <a:r>
              <a:rPr spc="-110" dirty="0"/>
              <a:t> </a:t>
            </a:r>
            <a:r>
              <a:rPr spc="-60" dirty="0"/>
              <a:t>Convolutional</a:t>
            </a:r>
            <a:r>
              <a:rPr spc="-165" dirty="0"/>
              <a:t> </a:t>
            </a:r>
            <a:r>
              <a:rPr spc="-55" dirty="0"/>
              <a:t>Neural</a:t>
            </a:r>
            <a:r>
              <a:rPr spc="-120" dirty="0"/>
              <a:t> </a:t>
            </a:r>
            <a:r>
              <a:rPr spc="-55" dirty="0"/>
              <a:t>Network</a:t>
            </a:r>
            <a:r>
              <a:rPr spc="-120" dirty="0"/>
              <a:t> </a:t>
            </a:r>
            <a:r>
              <a:rPr spc="-50" dirty="0"/>
              <a:t>using</a:t>
            </a:r>
            <a:r>
              <a:rPr spc="-135" dirty="0"/>
              <a:t> </a:t>
            </a:r>
            <a:r>
              <a:rPr spc="-50" dirty="0"/>
              <a:t>Basic</a:t>
            </a:r>
            <a:r>
              <a:rPr spc="-114" dirty="0"/>
              <a:t> </a:t>
            </a:r>
            <a:r>
              <a:rPr spc="-60" dirty="0"/>
              <a:t>Components</a:t>
            </a:r>
          </a:p>
        </p:txBody>
      </p:sp>
      <p:sp>
        <p:nvSpPr>
          <p:cNvPr id="12" name="object 12"/>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4846" y="6524434"/>
            <a:ext cx="60143"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713943" y="1645055"/>
            <a:ext cx="8595360" cy="3838230"/>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dirty="0">
                <a:solidFill>
                  <a:srgbClr val="252525"/>
                </a:solidFill>
                <a:latin typeface="Trebuchet MS"/>
                <a:cs typeface="Trebuchet MS"/>
              </a:rPr>
              <a:t>In the previous chapters, you have learned many activation functions such as ReLu, sigmoid, tanh, etc.</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Some activation functions like ReLu use a hidden layer in the middle of the neural network to add non-linearity.</a:t>
            </a:r>
            <a:endParaRPr sz="1300" dirty="0">
              <a:latin typeface="Trebuchet MS"/>
              <a:cs typeface="Trebuchet MS"/>
            </a:endParaRPr>
          </a:p>
          <a:p>
            <a:pPr marL="194945" marR="123825" indent="-182880">
              <a:lnSpc>
                <a:spcPct val="100000"/>
              </a:lnSpc>
              <a:spcBef>
                <a:spcPts val="800"/>
              </a:spcBef>
              <a:buClr>
                <a:srgbClr val="183DAF"/>
              </a:buClr>
              <a:buFont typeface="Tahoma"/>
              <a:buChar char="‣"/>
              <a:tabLst>
                <a:tab pos="195580" algn="l"/>
              </a:tabLst>
            </a:pPr>
            <a:r>
              <a:rPr sz="1300" dirty="0">
                <a:solidFill>
                  <a:srgbClr val="252525"/>
                </a:solidFill>
                <a:latin typeface="Trebuchet MS"/>
                <a:cs typeface="Trebuchet MS"/>
              </a:rPr>
              <a:t>Functions such as sigmoid (for binary classification) and softmax (for multiclass classification) print the probability of class inclusion by being added to the last  layer (output layer).</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If the sigmoid or softmax activation function is not included in the output layer, the model will compute logit instead of the probability of class inclusion.</a:t>
            </a:r>
            <a:endParaRPr sz="1300" dirty="0">
              <a:latin typeface="Trebuchet MS"/>
              <a:cs typeface="Trebuchet MS"/>
            </a:endParaRPr>
          </a:p>
          <a:p>
            <a:pPr marL="194945" marR="50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If the classification is the main issue, you should choose a suitable loss function for model training according to the type of the problem (binary or multiclass) and  the type of the output (logit or probability)</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b="1" dirty="0">
                <a:solidFill>
                  <a:srgbClr val="13299F"/>
                </a:solidFill>
                <a:latin typeface="Tahoma"/>
                <a:cs typeface="Tahoma"/>
              </a:rPr>
              <a:t>Binary cross-entropy </a:t>
            </a:r>
            <a:r>
              <a:rPr sz="1300" dirty="0">
                <a:solidFill>
                  <a:srgbClr val="252525"/>
                </a:solidFill>
                <a:latin typeface="Trebuchet MS"/>
                <a:cs typeface="Trebuchet MS"/>
              </a:rPr>
              <a:t>is a loss function for binary classification (with one output unit).</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b="1" dirty="0">
                <a:solidFill>
                  <a:srgbClr val="13299F"/>
                </a:solidFill>
                <a:latin typeface="Tahoma"/>
                <a:cs typeface="Tahoma"/>
              </a:rPr>
              <a:t>Categorical cross-entropy </a:t>
            </a:r>
            <a:r>
              <a:rPr sz="1300" dirty="0">
                <a:solidFill>
                  <a:srgbClr val="252525"/>
                </a:solidFill>
                <a:latin typeface="Trebuchet MS"/>
                <a:cs typeface="Trebuchet MS"/>
              </a:rPr>
              <a:t>is a loss function for multiclass classification</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Keras API offers two options for categorial cross-entropy loss.</a:t>
            </a:r>
            <a:endParaRPr sz="1300" dirty="0">
              <a:latin typeface="Trebuchet MS"/>
              <a:cs typeface="Trebuchet MS"/>
            </a:endParaRPr>
          </a:p>
          <a:p>
            <a:pPr marL="195580" indent="-182880">
              <a:lnSpc>
                <a:spcPct val="100000"/>
              </a:lnSpc>
              <a:spcBef>
                <a:spcPts val="800"/>
              </a:spcBef>
              <a:buClr>
                <a:srgbClr val="183DAF"/>
              </a:buClr>
              <a:buFont typeface="Tahoma"/>
              <a:buChar char="‣"/>
              <a:tabLst>
                <a:tab pos="195580" algn="l"/>
              </a:tabLst>
            </a:pPr>
            <a:r>
              <a:rPr sz="1300" dirty="0">
                <a:solidFill>
                  <a:srgbClr val="252525"/>
                </a:solidFill>
                <a:latin typeface="Trebuchet MS"/>
                <a:cs typeface="Trebuchet MS"/>
              </a:rPr>
              <a:t>In one option, the label is provided in one-hot representation (for example, [0, 0, 1, 0]. In another option, an integer label (for example, y=2) is provided.</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For the latter, the term is also referred to as a ‘sparse’ expression in Keras.</a:t>
            </a:r>
            <a:endParaRPr sz="1300" dirty="0">
              <a:latin typeface="Trebuchet MS"/>
              <a:cs typeface="Trebuchet MS"/>
            </a:endParaRPr>
          </a:p>
        </p:txBody>
      </p:sp>
      <p:sp>
        <p:nvSpPr>
          <p:cNvPr id="6" name="object 6"/>
          <p:cNvSpPr txBox="1">
            <a:spLocks noGrp="1"/>
          </p:cNvSpPr>
          <p:nvPr>
            <p:ph type="title"/>
          </p:nvPr>
        </p:nvSpPr>
        <p:spPr>
          <a:xfrm>
            <a:off x="437489" y="431419"/>
            <a:ext cx="6971030" cy="299720"/>
          </a:xfrm>
          <a:prstGeom prst="rect">
            <a:avLst/>
          </a:prstGeom>
        </p:spPr>
        <p:txBody>
          <a:bodyPr vert="horz" wrap="square" lIns="0" tIns="12700" rIns="0" bIns="0" rtlCol="0">
            <a:spAutoFit/>
          </a:bodyPr>
          <a:lstStyle/>
          <a:p>
            <a:pPr marL="12700">
              <a:lnSpc>
                <a:spcPct val="100000"/>
              </a:lnSpc>
              <a:spcBef>
                <a:spcPts val="100"/>
              </a:spcBef>
            </a:pPr>
            <a:r>
              <a:rPr spc="-45" dirty="0"/>
              <a:t>1.3.</a:t>
            </a:r>
            <a:r>
              <a:rPr spc="-130" dirty="0"/>
              <a:t> </a:t>
            </a:r>
            <a:r>
              <a:rPr spc="-55" dirty="0"/>
              <a:t>Building</a:t>
            </a:r>
            <a:r>
              <a:rPr spc="-114" dirty="0"/>
              <a:t> </a:t>
            </a:r>
            <a:r>
              <a:rPr spc="-50" dirty="0"/>
              <a:t>Deep</a:t>
            </a:r>
            <a:r>
              <a:rPr spc="-110" dirty="0"/>
              <a:t> </a:t>
            </a:r>
            <a:r>
              <a:rPr spc="-60" dirty="0"/>
              <a:t>Convolutional</a:t>
            </a:r>
            <a:r>
              <a:rPr spc="-165" dirty="0"/>
              <a:t> </a:t>
            </a:r>
            <a:r>
              <a:rPr spc="-55" dirty="0"/>
              <a:t>Neural</a:t>
            </a:r>
            <a:r>
              <a:rPr spc="-120" dirty="0"/>
              <a:t> </a:t>
            </a:r>
            <a:r>
              <a:rPr spc="-55" dirty="0"/>
              <a:t>Network</a:t>
            </a:r>
            <a:r>
              <a:rPr spc="-120" dirty="0"/>
              <a:t> </a:t>
            </a:r>
            <a:r>
              <a:rPr spc="-50" dirty="0"/>
              <a:t>using</a:t>
            </a:r>
            <a:r>
              <a:rPr spc="-135" dirty="0"/>
              <a:t> </a:t>
            </a:r>
            <a:r>
              <a:rPr spc="-50" dirty="0"/>
              <a:t>Basic</a:t>
            </a:r>
            <a:r>
              <a:rPr spc="-114" dirty="0"/>
              <a:t> </a:t>
            </a:r>
            <a:r>
              <a:rPr spc="-60" dirty="0"/>
              <a:t>Components</a:t>
            </a:r>
          </a:p>
        </p:txBody>
      </p:sp>
      <p:sp>
        <p:nvSpPr>
          <p:cNvPr id="7" name="object 7"/>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8" name="object 8"/>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5" cstate="print"/>
          <a:stretch>
            <a:fillRect/>
          </a:stretch>
        </p:blipFill>
        <p:spPr>
          <a:xfrm>
            <a:off x="710183" y="1434083"/>
            <a:ext cx="1642110" cy="1333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8924" y="6524434"/>
            <a:ext cx="83017"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pic>
        <p:nvPicPr>
          <p:cNvPr id="5" name="object 5"/>
          <p:cNvPicPr/>
          <p:nvPr/>
        </p:nvPicPr>
        <p:blipFill>
          <a:blip r:embed="rId5" cstate="print"/>
          <a:stretch>
            <a:fillRect/>
          </a:stretch>
        </p:blipFill>
        <p:spPr>
          <a:xfrm>
            <a:off x="1291357" y="3030357"/>
            <a:ext cx="7092983" cy="2929241"/>
          </a:xfrm>
          <a:prstGeom prst="rect">
            <a:avLst/>
          </a:prstGeom>
        </p:spPr>
      </p:pic>
      <p:sp>
        <p:nvSpPr>
          <p:cNvPr id="6" name="object 6"/>
          <p:cNvSpPr txBox="1"/>
          <p:nvPr/>
        </p:nvSpPr>
        <p:spPr>
          <a:xfrm>
            <a:off x="1807464" y="3261359"/>
            <a:ext cx="1396365" cy="291747"/>
          </a:xfrm>
          <a:prstGeom prst="rect">
            <a:avLst/>
          </a:prstGeom>
          <a:solidFill>
            <a:srgbClr val="6684B9"/>
          </a:solidFill>
        </p:spPr>
        <p:txBody>
          <a:bodyPr vert="horz" wrap="square" lIns="0" tIns="45085" rIns="0" bIns="0" rtlCol="0">
            <a:spAutoFit/>
          </a:bodyPr>
          <a:lstStyle/>
          <a:p>
            <a:pPr marL="92075">
              <a:lnSpc>
                <a:spcPct val="100000"/>
              </a:lnSpc>
              <a:spcBef>
                <a:spcPts val="355"/>
              </a:spcBef>
            </a:pPr>
            <a:r>
              <a:rPr sz="1600" b="1" spc="-310" dirty="0">
                <a:solidFill>
                  <a:srgbClr val="FFFFFF"/>
                </a:solidFill>
                <a:latin typeface="Tahoma"/>
                <a:cs typeface="Tahoma"/>
              </a:rPr>
              <a:t>Lo</a:t>
            </a:r>
            <a:r>
              <a:rPr sz="1600" b="1" spc="-275" dirty="0">
                <a:solidFill>
                  <a:srgbClr val="FFFFFF"/>
                </a:solidFill>
                <a:latin typeface="Tahoma"/>
                <a:cs typeface="Tahoma"/>
              </a:rPr>
              <a:t>s</a:t>
            </a:r>
            <a:r>
              <a:rPr sz="1600" b="1" spc="-204" dirty="0">
                <a:solidFill>
                  <a:srgbClr val="FFFFFF"/>
                </a:solidFill>
                <a:latin typeface="Tahoma"/>
                <a:cs typeface="Tahoma"/>
              </a:rPr>
              <a:t>s</a:t>
            </a:r>
            <a:r>
              <a:rPr sz="1600" b="1" spc="-135" dirty="0">
                <a:solidFill>
                  <a:srgbClr val="FFFFFF"/>
                </a:solidFill>
                <a:latin typeface="Tahoma"/>
                <a:cs typeface="Tahoma"/>
              </a:rPr>
              <a:t> </a:t>
            </a:r>
            <a:r>
              <a:rPr sz="1600" b="1" dirty="0">
                <a:solidFill>
                  <a:srgbClr val="FFFFFF"/>
                </a:solidFill>
                <a:latin typeface="Tahoma"/>
                <a:cs typeface="Tahoma"/>
              </a:rPr>
              <a:t>function</a:t>
            </a:r>
            <a:endParaRPr sz="1600" dirty="0">
              <a:latin typeface="Tahoma"/>
              <a:cs typeface="Tahoma"/>
            </a:endParaRPr>
          </a:p>
        </p:txBody>
      </p:sp>
      <p:sp>
        <p:nvSpPr>
          <p:cNvPr id="7" name="object 7"/>
          <p:cNvSpPr txBox="1"/>
          <p:nvPr/>
        </p:nvSpPr>
        <p:spPr>
          <a:xfrm>
            <a:off x="3953255" y="3258311"/>
            <a:ext cx="745490" cy="292388"/>
          </a:xfrm>
          <a:prstGeom prst="rect">
            <a:avLst/>
          </a:prstGeom>
          <a:solidFill>
            <a:srgbClr val="6684B9"/>
          </a:solidFill>
        </p:spPr>
        <p:txBody>
          <a:bodyPr vert="horz" wrap="square" lIns="0" tIns="45720" rIns="0" bIns="0" rtlCol="0">
            <a:spAutoFit/>
          </a:bodyPr>
          <a:lstStyle/>
          <a:p>
            <a:pPr marL="92075">
              <a:lnSpc>
                <a:spcPct val="100000"/>
              </a:lnSpc>
              <a:spcBef>
                <a:spcPts val="360"/>
              </a:spcBef>
            </a:pPr>
            <a:r>
              <a:rPr sz="1600" b="1" dirty="0">
                <a:solidFill>
                  <a:srgbClr val="FFFFFF"/>
                </a:solidFill>
                <a:latin typeface="Tahoma"/>
                <a:cs typeface="Tahoma"/>
              </a:rPr>
              <a:t>Usage</a:t>
            </a:r>
            <a:endParaRPr sz="1600" dirty="0">
              <a:latin typeface="Tahoma"/>
              <a:cs typeface="Tahoma"/>
            </a:endParaRPr>
          </a:p>
        </p:txBody>
      </p:sp>
      <p:sp>
        <p:nvSpPr>
          <p:cNvPr id="8" name="object 8"/>
          <p:cNvSpPr txBox="1"/>
          <p:nvPr/>
        </p:nvSpPr>
        <p:spPr>
          <a:xfrm>
            <a:off x="6175247" y="3078479"/>
            <a:ext cx="1005840" cy="182880"/>
          </a:xfrm>
          <a:prstGeom prst="rect">
            <a:avLst/>
          </a:prstGeom>
          <a:solidFill>
            <a:srgbClr val="FFFFFF"/>
          </a:solidFill>
        </p:spPr>
        <p:txBody>
          <a:bodyPr vert="horz" wrap="square" lIns="0" tIns="0" rIns="0" bIns="0" rtlCol="0">
            <a:spAutoFit/>
          </a:bodyPr>
          <a:lstStyle/>
          <a:p>
            <a:pPr marL="145415">
              <a:lnSpc>
                <a:spcPts val="1440"/>
              </a:lnSpc>
            </a:pPr>
            <a:r>
              <a:rPr sz="1400" b="1" dirty="0">
                <a:latin typeface="Tahoma"/>
                <a:cs typeface="Tahoma"/>
              </a:rPr>
              <a:t>Examples</a:t>
            </a:r>
            <a:endParaRPr sz="1400" dirty="0">
              <a:latin typeface="Tahoma"/>
              <a:cs typeface="Tahoma"/>
            </a:endParaRPr>
          </a:p>
        </p:txBody>
      </p:sp>
      <p:sp>
        <p:nvSpPr>
          <p:cNvPr id="9" name="object 9"/>
          <p:cNvSpPr/>
          <p:nvPr/>
        </p:nvSpPr>
        <p:spPr>
          <a:xfrm>
            <a:off x="5058155" y="3355847"/>
            <a:ext cx="1507490" cy="154305"/>
          </a:xfrm>
          <a:custGeom>
            <a:avLst/>
            <a:gdLst/>
            <a:ahLst/>
            <a:cxnLst/>
            <a:rect l="l" t="t" r="r" b="b"/>
            <a:pathLst>
              <a:path w="1507490" h="154304">
                <a:moveTo>
                  <a:pt x="1507236" y="0"/>
                </a:moveTo>
                <a:lnTo>
                  <a:pt x="0" y="0"/>
                </a:lnTo>
                <a:lnTo>
                  <a:pt x="0" y="153924"/>
                </a:lnTo>
                <a:lnTo>
                  <a:pt x="1507236" y="153924"/>
                </a:lnTo>
                <a:lnTo>
                  <a:pt x="1507236" y="0"/>
                </a:lnTo>
                <a:close/>
              </a:path>
            </a:pathLst>
          </a:custGeom>
          <a:solidFill>
            <a:srgbClr val="FFFFFF"/>
          </a:solidFill>
        </p:spPr>
        <p:txBody>
          <a:bodyPr wrap="square" lIns="0" tIns="0" rIns="0" bIns="0" rtlCol="0"/>
          <a:lstStyle/>
          <a:p>
            <a:endParaRPr/>
          </a:p>
        </p:txBody>
      </p:sp>
      <p:sp>
        <p:nvSpPr>
          <p:cNvPr id="10" name="object 10"/>
          <p:cNvSpPr txBox="1"/>
          <p:nvPr/>
        </p:nvSpPr>
        <p:spPr>
          <a:xfrm>
            <a:off x="5161279" y="3299586"/>
            <a:ext cx="150749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Trebuchet MS"/>
                <a:cs typeface="Trebuchet MS"/>
              </a:rPr>
              <a:t>Using probabilities</a:t>
            </a:r>
          </a:p>
        </p:txBody>
      </p:sp>
      <p:sp>
        <p:nvSpPr>
          <p:cNvPr id="11" name="object 11"/>
          <p:cNvSpPr txBox="1"/>
          <p:nvPr/>
        </p:nvSpPr>
        <p:spPr>
          <a:xfrm>
            <a:off x="6838188" y="3345179"/>
            <a:ext cx="1508760" cy="153888"/>
          </a:xfrm>
          <a:prstGeom prst="rect">
            <a:avLst/>
          </a:prstGeom>
          <a:solidFill>
            <a:srgbClr val="FFFFFF"/>
          </a:solidFill>
        </p:spPr>
        <p:txBody>
          <a:bodyPr vert="horz" wrap="square" lIns="0" tIns="0" rIns="0" bIns="0" rtlCol="0">
            <a:spAutoFit/>
          </a:bodyPr>
          <a:lstStyle/>
          <a:p>
            <a:pPr marL="330200">
              <a:lnSpc>
                <a:spcPts val="1180"/>
              </a:lnSpc>
            </a:pPr>
            <a:r>
              <a:rPr sz="1200" dirty="0">
                <a:latin typeface="Trebuchet MS"/>
                <a:cs typeface="Trebuchet MS"/>
              </a:rPr>
              <a:t>Using logits</a:t>
            </a:r>
          </a:p>
        </p:txBody>
      </p:sp>
      <p:sp>
        <p:nvSpPr>
          <p:cNvPr id="12" name="object 12"/>
          <p:cNvSpPr txBox="1"/>
          <p:nvPr/>
        </p:nvSpPr>
        <p:spPr>
          <a:xfrm>
            <a:off x="3832859" y="3951732"/>
            <a:ext cx="1004569" cy="524510"/>
          </a:xfrm>
          <a:prstGeom prst="rect">
            <a:avLst/>
          </a:prstGeom>
          <a:solidFill>
            <a:srgbClr val="FFFFFF"/>
          </a:solidFill>
        </p:spPr>
        <p:txBody>
          <a:bodyPr vert="horz" wrap="square" lIns="0" tIns="37465" rIns="0" bIns="0" rtlCol="0">
            <a:spAutoFit/>
          </a:bodyPr>
          <a:lstStyle/>
          <a:p>
            <a:pPr marR="24130" algn="ctr">
              <a:lnSpc>
                <a:spcPct val="100000"/>
              </a:lnSpc>
              <a:spcBef>
                <a:spcPts val="295"/>
              </a:spcBef>
            </a:pPr>
            <a:r>
              <a:rPr sz="1400" spc="-180" dirty="0">
                <a:latin typeface="Trebuchet MS"/>
                <a:cs typeface="Trebuchet MS"/>
              </a:rPr>
              <a:t>Binary</a:t>
            </a:r>
            <a:endParaRPr sz="1400">
              <a:latin typeface="Trebuchet MS"/>
              <a:cs typeface="Trebuchet MS"/>
            </a:endParaRPr>
          </a:p>
          <a:p>
            <a:pPr marR="24765" algn="ctr">
              <a:lnSpc>
                <a:spcPct val="100000"/>
              </a:lnSpc>
            </a:pPr>
            <a:r>
              <a:rPr sz="1400" spc="-175" dirty="0">
                <a:latin typeface="Trebuchet MS"/>
                <a:cs typeface="Trebuchet MS"/>
              </a:rPr>
              <a:t>Classification</a:t>
            </a:r>
            <a:endParaRPr sz="1400">
              <a:latin typeface="Trebuchet MS"/>
              <a:cs typeface="Trebuchet MS"/>
            </a:endParaRPr>
          </a:p>
        </p:txBody>
      </p:sp>
      <p:sp>
        <p:nvSpPr>
          <p:cNvPr id="13" name="object 13"/>
          <p:cNvSpPr txBox="1"/>
          <p:nvPr/>
        </p:nvSpPr>
        <p:spPr>
          <a:xfrm>
            <a:off x="3794759" y="4654296"/>
            <a:ext cx="1004569" cy="523240"/>
          </a:xfrm>
          <a:prstGeom prst="rect">
            <a:avLst/>
          </a:prstGeom>
          <a:solidFill>
            <a:srgbClr val="FFFFFF"/>
          </a:solidFill>
        </p:spPr>
        <p:txBody>
          <a:bodyPr vert="horz" wrap="square" lIns="0" tIns="50800" rIns="0" bIns="0" rtlCol="0">
            <a:spAutoFit/>
          </a:bodyPr>
          <a:lstStyle/>
          <a:p>
            <a:pPr marL="146685" marR="95250" indent="97155">
              <a:lnSpc>
                <a:spcPct val="100000"/>
              </a:lnSpc>
              <a:spcBef>
                <a:spcPts val="400"/>
              </a:spcBef>
            </a:pPr>
            <a:r>
              <a:rPr sz="1400" spc="-175" dirty="0">
                <a:latin typeface="Trebuchet MS"/>
                <a:cs typeface="Trebuchet MS"/>
              </a:rPr>
              <a:t>Multiclass </a:t>
            </a:r>
            <a:r>
              <a:rPr sz="1400" spc="-170" dirty="0">
                <a:latin typeface="Trebuchet MS"/>
                <a:cs typeface="Trebuchet MS"/>
              </a:rPr>
              <a:t> </a:t>
            </a:r>
            <a:r>
              <a:rPr sz="1400" spc="-275" dirty="0">
                <a:latin typeface="Trebuchet MS"/>
                <a:cs typeface="Trebuchet MS"/>
              </a:rPr>
              <a:t>C</a:t>
            </a:r>
            <a:r>
              <a:rPr sz="1400" spc="-145" dirty="0">
                <a:latin typeface="Trebuchet MS"/>
                <a:cs typeface="Trebuchet MS"/>
              </a:rPr>
              <a:t>l</a:t>
            </a:r>
            <a:r>
              <a:rPr sz="1400" spc="-200" dirty="0">
                <a:latin typeface="Trebuchet MS"/>
                <a:cs typeface="Trebuchet MS"/>
              </a:rPr>
              <a:t>a</a:t>
            </a:r>
            <a:r>
              <a:rPr sz="1400" spc="-55" dirty="0">
                <a:latin typeface="Trebuchet MS"/>
                <a:cs typeface="Trebuchet MS"/>
              </a:rPr>
              <a:t>ss</a:t>
            </a:r>
            <a:r>
              <a:rPr sz="1400" spc="-165" dirty="0">
                <a:latin typeface="Trebuchet MS"/>
                <a:cs typeface="Trebuchet MS"/>
              </a:rPr>
              <a:t>i</a:t>
            </a:r>
            <a:r>
              <a:rPr sz="1400" spc="-190" dirty="0">
                <a:latin typeface="Trebuchet MS"/>
                <a:cs typeface="Trebuchet MS"/>
              </a:rPr>
              <a:t>f</a:t>
            </a:r>
            <a:r>
              <a:rPr sz="1400" spc="-155" dirty="0">
                <a:latin typeface="Trebuchet MS"/>
                <a:cs typeface="Trebuchet MS"/>
              </a:rPr>
              <a:t>i</a:t>
            </a:r>
            <a:r>
              <a:rPr sz="1400" spc="-170" dirty="0">
                <a:latin typeface="Trebuchet MS"/>
                <a:cs typeface="Trebuchet MS"/>
              </a:rPr>
              <a:t>c</a:t>
            </a:r>
            <a:r>
              <a:rPr sz="1400" spc="-235" dirty="0">
                <a:latin typeface="Trebuchet MS"/>
                <a:cs typeface="Trebuchet MS"/>
              </a:rPr>
              <a:t>a</a:t>
            </a:r>
            <a:r>
              <a:rPr sz="1400" spc="-190" dirty="0">
                <a:latin typeface="Trebuchet MS"/>
                <a:cs typeface="Trebuchet MS"/>
              </a:rPr>
              <a:t>t</a:t>
            </a:r>
            <a:r>
              <a:rPr sz="1400" spc="-165" dirty="0">
                <a:latin typeface="Trebuchet MS"/>
                <a:cs typeface="Trebuchet MS"/>
              </a:rPr>
              <a:t>i</a:t>
            </a:r>
            <a:r>
              <a:rPr sz="1400" spc="-215" dirty="0">
                <a:latin typeface="Trebuchet MS"/>
                <a:cs typeface="Trebuchet MS"/>
              </a:rPr>
              <a:t>o</a:t>
            </a:r>
            <a:r>
              <a:rPr sz="1400" spc="-235" dirty="0">
                <a:latin typeface="Trebuchet MS"/>
                <a:cs typeface="Trebuchet MS"/>
              </a:rPr>
              <a:t>n</a:t>
            </a:r>
            <a:endParaRPr sz="1400">
              <a:latin typeface="Trebuchet MS"/>
              <a:cs typeface="Trebuchet MS"/>
            </a:endParaRPr>
          </a:p>
        </p:txBody>
      </p:sp>
      <p:sp>
        <p:nvSpPr>
          <p:cNvPr id="14" name="object 14"/>
          <p:cNvSpPr txBox="1"/>
          <p:nvPr/>
        </p:nvSpPr>
        <p:spPr>
          <a:xfrm>
            <a:off x="3794759" y="5362955"/>
            <a:ext cx="1004569" cy="523240"/>
          </a:xfrm>
          <a:prstGeom prst="rect">
            <a:avLst/>
          </a:prstGeom>
          <a:solidFill>
            <a:srgbClr val="FFFFFF"/>
          </a:solidFill>
        </p:spPr>
        <p:txBody>
          <a:bodyPr vert="horz" wrap="square" lIns="0" tIns="44450" rIns="0" bIns="0" rtlCol="0">
            <a:spAutoFit/>
          </a:bodyPr>
          <a:lstStyle/>
          <a:p>
            <a:pPr marL="146685" marR="95250" indent="97155">
              <a:lnSpc>
                <a:spcPct val="100000"/>
              </a:lnSpc>
              <a:spcBef>
                <a:spcPts val="350"/>
              </a:spcBef>
            </a:pPr>
            <a:r>
              <a:rPr sz="1400" spc="-175" dirty="0">
                <a:latin typeface="Trebuchet MS"/>
                <a:cs typeface="Trebuchet MS"/>
              </a:rPr>
              <a:t>Multiclass </a:t>
            </a:r>
            <a:r>
              <a:rPr sz="1400" spc="-170" dirty="0">
                <a:latin typeface="Trebuchet MS"/>
                <a:cs typeface="Trebuchet MS"/>
              </a:rPr>
              <a:t> </a:t>
            </a:r>
            <a:r>
              <a:rPr sz="1400" spc="-275" dirty="0">
                <a:latin typeface="Trebuchet MS"/>
                <a:cs typeface="Trebuchet MS"/>
              </a:rPr>
              <a:t>C</a:t>
            </a:r>
            <a:r>
              <a:rPr sz="1400" spc="-145" dirty="0">
                <a:latin typeface="Trebuchet MS"/>
                <a:cs typeface="Trebuchet MS"/>
              </a:rPr>
              <a:t>l</a:t>
            </a:r>
            <a:r>
              <a:rPr sz="1400" spc="-200" dirty="0">
                <a:latin typeface="Trebuchet MS"/>
                <a:cs typeface="Trebuchet MS"/>
              </a:rPr>
              <a:t>a</a:t>
            </a:r>
            <a:r>
              <a:rPr sz="1400" spc="-55" dirty="0">
                <a:latin typeface="Trebuchet MS"/>
                <a:cs typeface="Trebuchet MS"/>
              </a:rPr>
              <a:t>ss</a:t>
            </a:r>
            <a:r>
              <a:rPr sz="1400" spc="-165" dirty="0">
                <a:latin typeface="Trebuchet MS"/>
                <a:cs typeface="Trebuchet MS"/>
              </a:rPr>
              <a:t>i</a:t>
            </a:r>
            <a:r>
              <a:rPr sz="1400" spc="-190" dirty="0">
                <a:latin typeface="Trebuchet MS"/>
                <a:cs typeface="Trebuchet MS"/>
              </a:rPr>
              <a:t>f</a:t>
            </a:r>
            <a:r>
              <a:rPr sz="1400" spc="-155" dirty="0">
                <a:latin typeface="Trebuchet MS"/>
                <a:cs typeface="Trebuchet MS"/>
              </a:rPr>
              <a:t>i</a:t>
            </a:r>
            <a:r>
              <a:rPr sz="1400" spc="-170" dirty="0">
                <a:latin typeface="Trebuchet MS"/>
                <a:cs typeface="Trebuchet MS"/>
              </a:rPr>
              <a:t>c</a:t>
            </a:r>
            <a:r>
              <a:rPr sz="1400" spc="-235" dirty="0">
                <a:latin typeface="Trebuchet MS"/>
                <a:cs typeface="Trebuchet MS"/>
              </a:rPr>
              <a:t>a</a:t>
            </a:r>
            <a:r>
              <a:rPr sz="1400" spc="-190" dirty="0">
                <a:latin typeface="Trebuchet MS"/>
                <a:cs typeface="Trebuchet MS"/>
              </a:rPr>
              <a:t>t</a:t>
            </a:r>
            <a:r>
              <a:rPr sz="1400" spc="-165" dirty="0">
                <a:latin typeface="Trebuchet MS"/>
                <a:cs typeface="Trebuchet MS"/>
              </a:rPr>
              <a:t>i</a:t>
            </a:r>
            <a:r>
              <a:rPr sz="1400" spc="-215" dirty="0">
                <a:latin typeface="Trebuchet MS"/>
                <a:cs typeface="Trebuchet MS"/>
              </a:rPr>
              <a:t>o</a:t>
            </a:r>
            <a:r>
              <a:rPr sz="1400" spc="-235" dirty="0">
                <a:latin typeface="Trebuchet MS"/>
                <a:cs typeface="Trebuchet MS"/>
              </a:rPr>
              <a:t>n</a:t>
            </a:r>
            <a:endParaRPr sz="1400">
              <a:latin typeface="Trebuchet MS"/>
              <a:cs typeface="Trebuchet MS"/>
            </a:endParaRPr>
          </a:p>
        </p:txBody>
      </p:sp>
      <p:sp>
        <p:nvSpPr>
          <p:cNvPr id="15" name="object 15"/>
          <p:cNvSpPr txBox="1"/>
          <p:nvPr/>
        </p:nvSpPr>
        <p:spPr>
          <a:xfrm>
            <a:off x="713943" y="1645055"/>
            <a:ext cx="6966584" cy="1016945"/>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dirty="0">
                <a:latin typeface="Trebuchet MS"/>
                <a:cs typeface="Trebuchet MS"/>
              </a:rPr>
              <a:t>The following chart shows three loss functions usable in Keras for multi-class classification in one-hot encoded and integer labels.</a:t>
            </a:r>
          </a:p>
          <a:p>
            <a:pPr marL="195580" indent="-182880">
              <a:lnSpc>
                <a:spcPct val="100000"/>
              </a:lnSpc>
              <a:spcBef>
                <a:spcPts val="795"/>
              </a:spcBef>
              <a:buClr>
                <a:srgbClr val="183DAF"/>
              </a:buClr>
              <a:buFont typeface="Tahoma"/>
              <a:buChar char="‣"/>
              <a:tabLst>
                <a:tab pos="195580" algn="l"/>
              </a:tabLst>
            </a:pPr>
            <a:r>
              <a:rPr sz="1300" dirty="0">
                <a:latin typeface="Trebuchet MS"/>
                <a:cs typeface="Trebuchet MS"/>
              </a:rPr>
              <a:t>The three loss functions offer two options for receiving the prediction value: logit or class inclusion probability.</a:t>
            </a:r>
          </a:p>
        </p:txBody>
      </p:sp>
      <p:sp>
        <p:nvSpPr>
          <p:cNvPr id="16" name="object 16"/>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7" name="object 17"/>
          <p:cNvPicPr/>
          <p:nvPr/>
        </p:nvPicPr>
        <p:blipFill>
          <a:blip r:embed="rId6" cstate="print"/>
          <a:stretch>
            <a:fillRect/>
          </a:stretch>
        </p:blipFill>
        <p:spPr>
          <a:xfrm>
            <a:off x="710183" y="1434083"/>
            <a:ext cx="1642110" cy="133350"/>
          </a:xfrm>
          <a:prstGeom prst="rect">
            <a:avLst/>
          </a:prstGeom>
        </p:spPr>
      </p:pic>
      <p:sp>
        <p:nvSpPr>
          <p:cNvPr id="18" name="object 18"/>
          <p:cNvSpPr txBox="1">
            <a:spLocks noGrp="1"/>
          </p:cNvSpPr>
          <p:nvPr>
            <p:ph type="title"/>
          </p:nvPr>
        </p:nvSpPr>
        <p:spPr>
          <a:xfrm>
            <a:off x="437489" y="431419"/>
            <a:ext cx="6971030" cy="299720"/>
          </a:xfrm>
          <a:prstGeom prst="rect">
            <a:avLst/>
          </a:prstGeom>
        </p:spPr>
        <p:txBody>
          <a:bodyPr vert="horz" wrap="square" lIns="0" tIns="12700" rIns="0" bIns="0" rtlCol="0">
            <a:spAutoFit/>
          </a:bodyPr>
          <a:lstStyle/>
          <a:p>
            <a:pPr marL="12700">
              <a:lnSpc>
                <a:spcPct val="100000"/>
              </a:lnSpc>
              <a:spcBef>
                <a:spcPts val="100"/>
              </a:spcBef>
            </a:pPr>
            <a:r>
              <a:rPr spc="-45" dirty="0"/>
              <a:t>1.3.</a:t>
            </a:r>
            <a:r>
              <a:rPr spc="-130" dirty="0"/>
              <a:t> </a:t>
            </a:r>
            <a:r>
              <a:rPr spc="-55" dirty="0"/>
              <a:t>Building</a:t>
            </a:r>
            <a:r>
              <a:rPr spc="-114" dirty="0"/>
              <a:t> </a:t>
            </a:r>
            <a:r>
              <a:rPr spc="-50" dirty="0"/>
              <a:t>Deep</a:t>
            </a:r>
            <a:r>
              <a:rPr spc="-110" dirty="0"/>
              <a:t> </a:t>
            </a:r>
            <a:r>
              <a:rPr spc="-60" dirty="0"/>
              <a:t>Convolutional</a:t>
            </a:r>
            <a:r>
              <a:rPr spc="-165" dirty="0"/>
              <a:t> </a:t>
            </a:r>
            <a:r>
              <a:rPr spc="-55" dirty="0"/>
              <a:t>Neural</a:t>
            </a:r>
            <a:r>
              <a:rPr spc="-120" dirty="0"/>
              <a:t> </a:t>
            </a:r>
            <a:r>
              <a:rPr spc="-55" dirty="0"/>
              <a:t>Network</a:t>
            </a:r>
            <a:r>
              <a:rPr spc="-120" dirty="0"/>
              <a:t> </a:t>
            </a:r>
            <a:r>
              <a:rPr spc="-50" dirty="0"/>
              <a:t>using</a:t>
            </a:r>
            <a:r>
              <a:rPr spc="-135" dirty="0"/>
              <a:t> </a:t>
            </a:r>
            <a:r>
              <a:rPr spc="-50" dirty="0"/>
              <a:t>Basic</a:t>
            </a:r>
            <a:r>
              <a:rPr spc="-114" dirty="0"/>
              <a:t> </a:t>
            </a:r>
            <a:r>
              <a:rPr spc="-60" dirty="0"/>
              <a:t>Components</a:t>
            </a:r>
          </a:p>
        </p:txBody>
      </p:sp>
      <p:sp>
        <p:nvSpPr>
          <p:cNvPr id="19" name="object 1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560"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0183" y="1434083"/>
            <a:ext cx="1642110" cy="133350"/>
          </a:xfrm>
          <a:prstGeom prst="rect">
            <a:avLst/>
          </a:prstGeom>
        </p:spPr>
      </p:pic>
      <p:sp>
        <p:nvSpPr>
          <p:cNvPr id="7" name="object 7"/>
          <p:cNvSpPr txBox="1"/>
          <p:nvPr/>
        </p:nvSpPr>
        <p:spPr>
          <a:xfrm>
            <a:off x="713943" y="1645055"/>
            <a:ext cx="8640445" cy="1319592"/>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dirty="0">
                <a:solidFill>
                  <a:srgbClr val="252525"/>
                </a:solidFill>
                <a:latin typeface="Trebuchet MS"/>
                <a:cs typeface="Trebuchet MS"/>
              </a:rPr>
              <a:t>For numerical stability, it is generally preferred to compute cross-entropy loss by logit instead of class inclusion probability.</a:t>
            </a:r>
            <a:endParaRPr sz="1300" dirty="0">
              <a:latin typeface="Trebuchet MS"/>
              <a:cs typeface="Trebuchet MS"/>
            </a:endParaRPr>
          </a:p>
          <a:p>
            <a:pPr marL="194945" marR="50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By using logit as an input for the loss function and designating logits=True, the corresponding TensorFlow function will more efficiently compute the derivate of the  loss function for the loss and weight.</a:t>
            </a:r>
            <a:endParaRPr sz="1300" dirty="0">
              <a:latin typeface="Trebuchet MS"/>
              <a:cs typeface="Trebuchet MS"/>
            </a:endParaRPr>
          </a:p>
          <a:p>
            <a:pPr marL="195580" indent="-182880">
              <a:lnSpc>
                <a:spcPct val="100000"/>
              </a:lnSpc>
              <a:spcBef>
                <a:spcPts val="800"/>
              </a:spcBef>
              <a:buClr>
                <a:srgbClr val="183DAF"/>
              </a:buClr>
              <a:buFont typeface="Tahoma"/>
              <a:buChar char="‣"/>
              <a:tabLst>
                <a:tab pos="195580" algn="l"/>
              </a:tabLst>
            </a:pPr>
            <a:r>
              <a:rPr sz="1300" dirty="0">
                <a:solidFill>
                  <a:srgbClr val="252525"/>
                </a:solidFill>
                <a:latin typeface="Trebuchet MS"/>
                <a:cs typeface="Trebuchet MS"/>
              </a:rPr>
              <a:t>This is because you do not need to compute certain mathematical sections when logit is provided as input.</a:t>
            </a:r>
            <a:endParaRPr sz="1300" dirty="0">
              <a:latin typeface="Trebuchet MS"/>
              <a:cs typeface="Trebuchet MS"/>
            </a:endParaRPr>
          </a:p>
        </p:txBody>
      </p:sp>
      <p:sp>
        <p:nvSpPr>
          <p:cNvPr id="8" name="object 8"/>
          <p:cNvSpPr txBox="1">
            <a:spLocks noGrp="1"/>
          </p:cNvSpPr>
          <p:nvPr>
            <p:ph type="title"/>
          </p:nvPr>
        </p:nvSpPr>
        <p:spPr>
          <a:xfrm>
            <a:off x="437489" y="431419"/>
            <a:ext cx="6971030" cy="299720"/>
          </a:xfrm>
          <a:prstGeom prst="rect">
            <a:avLst/>
          </a:prstGeom>
        </p:spPr>
        <p:txBody>
          <a:bodyPr vert="horz" wrap="square" lIns="0" tIns="12700" rIns="0" bIns="0" rtlCol="0">
            <a:spAutoFit/>
          </a:bodyPr>
          <a:lstStyle/>
          <a:p>
            <a:pPr marL="12700">
              <a:lnSpc>
                <a:spcPct val="100000"/>
              </a:lnSpc>
              <a:spcBef>
                <a:spcPts val="100"/>
              </a:spcBef>
            </a:pPr>
            <a:r>
              <a:rPr spc="-45" dirty="0"/>
              <a:t>1.3.</a:t>
            </a:r>
            <a:r>
              <a:rPr spc="-130" dirty="0"/>
              <a:t> </a:t>
            </a:r>
            <a:r>
              <a:rPr spc="-55" dirty="0"/>
              <a:t>Building</a:t>
            </a:r>
            <a:r>
              <a:rPr spc="-114" dirty="0"/>
              <a:t> </a:t>
            </a:r>
            <a:r>
              <a:rPr spc="-50" dirty="0"/>
              <a:t>Deep</a:t>
            </a:r>
            <a:r>
              <a:rPr spc="-110" dirty="0"/>
              <a:t> </a:t>
            </a:r>
            <a:r>
              <a:rPr spc="-60" dirty="0"/>
              <a:t>Convolutional</a:t>
            </a:r>
            <a:r>
              <a:rPr spc="-165" dirty="0"/>
              <a:t> </a:t>
            </a:r>
            <a:r>
              <a:rPr spc="-55" dirty="0"/>
              <a:t>Neural</a:t>
            </a:r>
            <a:r>
              <a:rPr spc="-120" dirty="0"/>
              <a:t> </a:t>
            </a:r>
            <a:r>
              <a:rPr spc="-55" dirty="0"/>
              <a:t>Network</a:t>
            </a:r>
            <a:r>
              <a:rPr spc="-120" dirty="0"/>
              <a:t> </a:t>
            </a:r>
            <a:r>
              <a:rPr spc="-50" dirty="0"/>
              <a:t>using</a:t>
            </a:r>
            <a:r>
              <a:rPr spc="-135" dirty="0"/>
              <a:t> </a:t>
            </a:r>
            <a:r>
              <a:rPr spc="-50" dirty="0"/>
              <a:t>Basic</a:t>
            </a:r>
            <a:r>
              <a:rPr spc="-114" dirty="0"/>
              <a:t> </a:t>
            </a:r>
            <a:r>
              <a:rPr spc="-60" dirty="0"/>
              <a:t>Components</a:t>
            </a: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3656"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971030" cy="299720"/>
          </a:xfrm>
          <a:prstGeom prst="rect">
            <a:avLst/>
          </a:prstGeom>
        </p:spPr>
        <p:txBody>
          <a:bodyPr vert="horz" wrap="square" lIns="0" tIns="12700" rIns="0" bIns="0" rtlCol="0">
            <a:spAutoFit/>
          </a:bodyPr>
          <a:lstStyle/>
          <a:p>
            <a:pPr marL="12700">
              <a:lnSpc>
                <a:spcPct val="100000"/>
              </a:lnSpc>
              <a:spcBef>
                <a:spcPts val="100"/>
              </a:spcBef>
            </a:pPr>
            <a:r>
              <a:rPr spc="-45" dirty="0"/>
              <a:t>1.3.</a:t>
            </a:r>
            <a:r>
              <a:rPr spc="-130" dirty="0"/>
              <a:t> </a:t>
            </a:r>
            <a:r>
              <a:rPr spc="-55" dirty="0"/>
              <a:t>Building</a:t>
            </a:r>
            <a:r>
              <a:rPr spc="-114" dirty="0"/>
              <a:t> </a:t>
            </a:r>
            <a:r>
              <a:rPr spc="-50" dirty="0"/>
              <a:t>Deep</a:t>
            </a:r>
            <a:r>
              <a:rPr spc="-110" dirty="0"/>
              <a:t> </a:t>
            </a:r>
            <a:r>
              <a:rPr spc="-60" dirty="0"/>
              <a:t>Convolutional</a:t>
            </a:r>
            <a:r>
              <a:rPr spc="-165" dirty="0"/>
              <a:t> </a:t>
            </a:r>
            <a:r>
              <a:rPr spc="-55" dirty="0"/>
              <a:t>Neural</a:t>
            </a:r>
            <a:r>
              <a:rPr spc="-120" dirty="0"/>
              <a:t> </a:t>
            </a:r>
            <a:r>
              <a:rPr spc="-55" dirty="0"/>
              <a:t>Network</a:t>
            </a:r>
            <a:r>
              <a:rPr spc="-120" dirty="0"/>
              <a:t> </a:t>
            </a:r>
            <a:r>
              <a:rPr spc="-50" dirty="0"/>
              <a:t>using</a:t>
            </a:r>
            <a:r>
              <a:rPr spc="-135" dirty="0"/>
              <a:t> </a:t>
            </a:r>
            <a:r>
              <a:rPr spc="-50" dirty="0"/>
              <a:t>Basic</a:t>
            </a:r>
            <a:r>
              <a:rPr spc="-114" dirty="0"/>
              <a:t> </a:t>
            </a:r>
            <a:r>
              <a:rPr spc="-60" dirty="0"/>
              <a:t>Components</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04087" y="1438655"/>
            <a:ext cx="6549390" cy="162305"/>
          </a:xfrm>
          <a:prstGeom prst="rect">
            <a:avLst/>
          </a:prstGeom>
        </p:spPr>
      </p:pic>
      <p:grpSp>
        <p:nvGrpSpPr>
          <p:cNvPr id="9" name="object 9"/>
          <p:cNvGrpSpPr/>
          <p:nvPr/>
        </p:nvGrpSpPr>
        <p:grpSpPr>
          <a:xfrm>
            <a:off x="873430" y="2061972"/>
            <a:ext cx="8467725" cy="2662555"/>
            <a:chOff x="873430" y="2061972"/>
            <a:chExt cx="8467725" cy="2662555"/>
          </a:xfrm>
        </p:grpSpPr>
        <p:pic>
          <p:nvPicPr>
            <p:cNvPr id="10" name="object 10"/>
            <p:cNvPicPr/>
            <p:nvPr/>
          </p:nvPicPr>
          <p:blipFill>
            <a:blip r:embed="rId6" cstate="print"/>
            <a:stretch>
              <a:fillRect/>
            </a:stretch>
          </p:blipFill>
          <p:spPr>
            <a:xfrm>
              <a:off x="873430" y="2061972"/>
              <a:ext cx="8038921" cy="2662428"/>
            </a:xfrm>
            <a:prstGeom prst="rect">
              <a:avLst/>
            </a:prstGeom>
          </p:spPr>
        </p:pic>
        <p:pic>
          <p:nvPicPr>
            <p:cNvPr id="11" name="object 11"/>
            <p:cNvPicPr/>
            <p:nvPr/>
          </p:nvPicPr>
          <p:blipFill>
            <a:blip r:embed="rId7" cstate="print"/>
            <a:stretch>
              <a:fillRect/>
            </a:stretch>
          </p:blipFill>
          <p:spPr>
            <a:xfrm>
              <a:off x="8263128" y="2061972"/>
              <a:ext cx="1077468" cy="2662428"/>
            </a:xfrm>
            <a:prstGeom prst="rect">
              <a:avLst/>
            </a:prstGeom>
          </p:spPr>
        </p:pic>
        <p:sp>
          <p:nvSpPr>
            <p:cNvPr id="12" name="object 12"/>
            <p:cNvSpPr/>
            <p:nvPr/>
          </p:nvSpPr>
          <p:spPr>
            <a:xfrm>
              <a:off x="1459992" y="2621279"/>
              <a:ext cx="2901950" cy="1468120"/>
            </a:xfrm>
            <a:custGeom>
              <a:avLst/>
              <a:gdLst/>
              <a:ahLst/>
              <a:cxnLst/>
              <a:rect l="l" t="t" r="r" b="b"/>
              <a:pathLst>
                <a:path w="2901950" h="1468120">
                  <a:moveTo>
                    <a:pt x="2273808" y="0"/>
                  </a:moveTo>
                  <a:lnTo>
                    <a:pt x="0" y="0"/>
                  </a:lnTo>
                  <a:lnTo>
                    <a:pt x="0" y="178308"/>
                  </a:lnTo>
                  <a:lnTo>
                    <a:pt x="2273808" y="178308"/>
                  </a:lnTo>
                  <a:lnTo>
                    <a:pt x="2273808" y="0"/>
                  </a:lnTo>
                  <a:close/>
                </a:path>
                <a:path w="2901950" h="1468120">
                  <a:moveTo>
                    <a:pt x="2901696" y="1303020"/>
                  </a:moveTo>
                  <a:lnTo>
                    <a:pt x="309372" y="1303020"/>
                  </a:lnTo>
                  <a:lnTo>
                    <a:pt x="309372" y="1467612"/>
                  </a:lnTo>
                  <a:lnTo>
                    <a:pt x="2901696" y="1467612"/>
                  </a:lnTo>
                  <a:lnTo>
                    <a:pt x="2901696" y="1303020"/>
                  </a:lnTo>
                  <a:close/>
                </a:path>
              </a:pathLst>
            </a:custGeom>
            <a:solidFill>
              <a:srgbClr val="F7F7F7"/>
            </a:solidFill>
          </p:spPr>
          <p:txBody>
            <a:bodyPr wrap="square" lIns="0" tIns="0" rIns="0" bIns="0" rtlCol="0"/>
            <a:lstStyle/>
            <a:p>
              <a:endParaRPr/>
            </a:p>
          </p:txBody>
        </p:sp>
      </p:grpSp>
      <p:sp>
        <p:nvSpPr>
          <p:cNvPr id="13" name="object 13"/>
          <p:cNvSpPr txBox="1"/>
          <p:nvPr/>
        </p:nvSpPr>
        <p:spPr>
          <a:xfrm>
            <a:off x="557783" y="1901951"/>
            <a:ext cx="8783320" cy="2822575"/>
          </a:xfrm>
          <a:prstGeom prst="rect">
            <a:avLst/>
          </a:prstGeom>
          <a:ln w="6096">
            <a:solidFill>
              <a:srgbClr val="D9D9D9"/>
            </a:solidFill>
          </a:ln>
        </p:spPr>
        <p:txBody>
          <a:bodyPr vert="horz" wrap="square" lIns="0" tIns="0" rIns="0" bIns="0" rtlCol="0">
            <a:spAutoFit/>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20"/>
              </a:spcBef>
            </a:pPr>
            <a:endParaRPr sz="1200">
              <a:latin typeface="Times New Roman"/>
              <a:cs typeface="Times New Roman"/>
            </a:endParaRPr>
          </a:p>
          <a:p>
            <a:pPr marL="704215">
              <a:lnSpc>
                <a:spcPct val="100000"/>
              </a:lnSpc>
            </a:pPr>
            <a:r>
              <a:rPr sz="1250" spc="-35" dirty="0">
                <a:solidFill>
                  <a:srgbClr val="558E8E"/>
                </a:solidFill>
                <a:latin typeface="Lucida Console"/>
                <a:cs typeface="Lucida Console"/>
              </a:rPr>
              <a:t>####### Binary</a:t>
            </a:r>
            <a:r>
              <a:rPr sz="1250" spc="-25" dirty="0">
                <a:solidFill>
                  <a:srgbClr val="558E8E"/>
                </a:solidFill>
                <a:latin typeface="Lucida Console"/>
                <a:cs typeface="Lucida Console"/>
              </a:rPr>
              <a:t> </a:t>
            </a:r>
            <a:r>
              <a:rPr sz="1250" spc="-35" dirty="0">
                <a:solidFill>
                  <a:srgbClr val="558E8E"/>
                </a:solidFill>
                <a:latin typeface="Lucida Console"/>
                <a:cs typeface="Lucida Console"/>
              </a:rPr>
              <a:t>cross</a:t>
            </a:r>
            <a:r>
              <a:rPr sz="1250" spc="-45" dirty="0">
                <a:solidFill>
                  <a:srgbClr val="558E8E"/>
                </a:solidFill>
                <a:latin typeface="Lucida Console"/>
                <a:cs typeface="Lucida Console"/>
              </a:rPr>
              <a:t> </a:t>
            </a:r>
            <a:r>
              <a:rPr sz="1250" spc="-30" dirty="0">
                <a:solidFill>
                  <a:srgbClr val="558E8E"/>
                </a:solidFill>
                <a:latin typeface="Lucida Console"/>
                <a:cs typeface="Lucida Console"/>
              </a:rPr>
              <a:t>entropy</a:t>
            </a:r>
            <a:endParaRPr sz="1250">
              <a:latin typeface="Lucida Console"/>
              <a:cs typeface="Lucida Console"/>
            </a:endParaRPr>
          </a:p>
          <a:p>
            <a:pPr>
              <a:lnSpc>
                <a:spcPct val="100000"/>
              </a:lnSpc>
            </a:pPr>
            <a:endParaRPr sz="1200">
              <a:latin typeface="Lucida Console"/>
              <a:cs typeface="Lucida Console"/>
            </a:endParaRPr>
          </a:p>
          <a:p>
            <a:pPr>
              <a:lnSpc>
                <a:spcPct val="100000"/>
              </a:lnSpc>
            </a:pPr>
            <a:endParaRPr sz="1200">
              <a:latin typeface="Lucida Console"/>
              <a:cs typeface="Lucida Console"/>
            </a:endParaRPr>
          </a:p>
          <a:p>
            <a:pPr>
              <a:lnSpc>
                <a:spcPct val="100000"/>
              </a:lnSpc>
            </a:pPr>
            <a:endParaRPr sz="1200">
              <a:latin typeface="Lucida Console"/>
              <a:cs typeface="Lucida Console"/>
            </a:endParaRPr>
          </a:p>
          <a:p>
            <a:pPr>
              <a:lnSpc>
                <a:spcPct val="100000"/>
              </a:lnSpc>
            </a:pPr>
            <a:endParaRPr sz="1200">
              <a:latin typeface="Lucida Console"/>
              <a:cs typeface="Lucida Console"/>
            </a:endParaRPr>
          </a:p>
          <a:p>
            <a:pPr>
              <a:lnSpc>
                <a:spcPct val="100000"/>
              </a:lnSpc>
            </a:pPr>
            <a:endParaRPr sz="1200">
              <a:latin typeface="Lucida Console"/>
              <a:cs typeface="Lucida Console"/>
            </a:endParaRPr>
          </a:p>
          <a:p>
            <a:pPr>
              <a:lnSpc>
                <a:spcPct val="100000"/>
              </a:lnSpc>
            </a:pPr>
            <a:endParaRPr sz="1200">
              <a:latin typeface="Lucida Console"/>
              <a:cs typeface="Lucida Console"/>
            </a:endParaRPr>
          </a:p>
          <a:p>
            <a:pPr>
              <a:lnSpc>
                <a:spcPct val="100000"/>
              </a:lnSpc>
              <a:spcBef>
                <a:spcPts val="10"/>
              </a:spcBef>
            </a:pPr>
            <a:endParaRPr sz="1550">
              <a:latin typeface="Lucida Console"/>
              <a:cs typeface="Lucida Console"/>
            </a:endParaRPr>
          </a:p>
          <a:p>
            <a:pPr marL="1211580">
              <a:lnSpc>
                <a:spcPct val="100000"/>
              </a:lnSpc>
              <a:spcBef>
                <a:spcPts val="5"/>
              </a:spcBef>
            </a:pPr>
            <a:r>
              <a:rPr sz="1200" spc="-5" dirty="0">
                <a:solidFill>
                  <a:srgbClr val="AC3030"/>
                </a:solidFill>
                <a:latin typeface="Lucida Console"/>
                <a:cs typeface="Lucida Console"/>
              </a:rPr>
              <a:t>'BCE</a:t>
            </a:r>
            <a:r>
              <a:rPr sz="1200" spc="-15" dirty="0">
                <a:solidFill>
                  <a:srgbClr val="AC3030"/>
                </a:solidFill>
                <a:latin typeface="Lucida Console"/>
                <a:cs typeface="Lucida Console"/>
              </a:rPr>
              <a:t> </a:t>
            </a:r>
            <a:r>
              <a:rPr sz="1200" spc="-5" dirty="0">
                <a:solidFill>
                  <a:srgbClr val="AC3030"/>
                </a:solidFill>
                <a:latin typeface="Lucida Console"/>
                <a:cs typeface="Lucida Console"/>
              </a:rPr>
              <a:t>(probability): </a:t>
            </a:r>
            <a:r>
              <a:rPr sz="1200" dirty="0">
                <a:solidFill>
                  <a:srgbClr val="AC3030"/>
                </a:solidFill>
                <a:latin typeface="Lucida Console"/>
                <a:cs typeface="Lucida Console"/>
              </a:rPr>
              <a:t>{:.4f}'</a:t>
            </a:r>
            <a:r>
              <a:rPr sz="1200" dirty="0">
                <a:latin typeface="Lucida Console"/>
                <a:cs typeface="Lucida Console"/>
              </a:rPr>
              <a:t>.format(</a:t>
            </a:r>
            <a:endParaRPr sz="1200">
              <a:latin typeface="Lucida Console"/>
              <a:cs typeface="Lucida Console"/>
            </a:endParaRPr>
          </a:p>
        </p:txBody>
      </p:sp>
      <p:sp>
        <p:nvSpPr>
          <p:cNvPr id="14" name="object 14"/>
          <p:cNvSpPr txBox="1"/>
          <p:nvPr/>
        </p:nvSpPr>
        <p:spPr>
          <a:xfrm>
            <a:off x="1769364" y="4256532"/>
            <a:ext cx="2592705" cy="165100"/>
          </a:xfrm>
          <a:prstGeom prst="rect">
            <a:avLst/>
          </a:prstGeom>
          <a:solidFill>
            <a:srgbClr val="F7F7F7"/>
          </a:solidFill>
        </p:spPr>
        <p:txBody>
          <a:bodyPr vert="horz" wrap="square" lIns="0" tIns="0" rIns="0" bIns="0" rtlCol="0">
            <a:spAutoFit/>
          </a:bodyPr>
          <a:lstStyle/>
          <a:p>
            <a:pPr>
              <a:lnSpc>
                <a:spcPts val="1295"/>
              </a:lnSpc>
            </a:pPr>
            <a:r>
              <a:rPr sz="1200" spc="-5" dirty="0">
                <a:solidFill>
                  <a:srgbClr val="AC3030"/>
                </a:solidFill>
                <a:latin typeface="Lucida Console"/>
                <a:cs typeface="Lucida Console"/>
              </a:rPr>
              <a:t>'(logit):</a:t>
            </a:r>
            <a:r>
              <a:rPr sz="1200" spc="-30" dirty="0">
                <a:solidFill>
                  <a:srgbClr val="AC3030"/>
                </a:solidFill>
                <a:latin typeface="Lucida Console"/>
                <a:cs typeface="Lucida Console"/>
              </a:rPr>
              <a:t> </a:t>
            </a:r>
            <a:r>
              <a:rPr sz="1200" dirty="0">
                <a:solidFill>
                  <a:srgbClr val="AC3030"/>
                </a:solidFill>
                <a:latin typeface="Lucida Console"/>
                <a:cs typeface="Lucida Console"/>
              </a:rPr>
              <a:t>{:.4f}'</a:t>
            </a:r>
            <a:r>
              <a:rPr sz="1200" dirty="0">
                <a:latin typeface="Lucida Console"/>
                <a:cs typeface="Lucida Console"/>
              </a:rPr>
              <a:t>.format(</a:t>
            </a:r>
            <a:endParaRPr sz="1200">
              <a:latin typeface="Lucida Console"/>
              <a:cs typeface="Lucida Console"/>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479"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04087" y="1438655"/>
            <a:ext cx="6549390" cy="162305"/>
          </a:xfrm>
          <a:prstGeom prst="rect">
            <a:avLst/>
          </a:prstGeom>
        </p:spPr>
      </p:pic>
      <p:grpSp>
        <p:nvGrpSpPr>
          <p:cNvPr id="7" name="object 7"/>
          <p:cNvGrpSpPr/>
          <p:nvPr/>
        </p:nvGrpSpPr>
        <p:grpSpPr>
          <a:xfrm>
            <a:off x="1445519" y="1920239"/>
            <a:ext cx="7890509" cy="3365500"/>
            <a:chOff x="1445519" y="1920239"/>
            <a:chExt cx="7890509" cy="3365500"/>
          </a:xfrm>
        </p:grpSpPr>
        <p:pic>
          <p:nvPicPr>
            <p:cNvPr id="8" name="object 8"/>
            <p:cNvPicPr/>
            <p:nvPr/>
          </p:nvPicPr>
          <p:blipFill>
            <a:blip r:embed="rId6" cstate="print"/>
            <a:stretch>
              <a:fillRect/>
            </a:stretch>
          </p:blipFill>
          <p:spPr>
            <a:xfrm>
              <a:off x="1445519" y="1920239"/>
              <a:ext cx="6877044" cy="3364991"/>
            </a:xfrm>
            <a:prstGeom prst="rect">
              <a:avLst/>
            </a:prstGeom>
          </p:spPr>
        </p:pic>
        <p:pic>
          <p:nvPicPr>
            <p:cNvPr id="9" name="object 9"/>
            <p:cNvPicPr/>
            <p:nvPr/>
          </p:nvPicPr>
          <p:blipFill>
            <a:blip r:embed="rId7" cstate="print"/>
            <a:stretch>
              <a:fillRect/>
            </a:stretch>
          </p:blipFill>
          <p:spPr>
            <a:xfrm>
              <a:off x="8119871" y="1920239"/>
              <a:ext cx="1216152" cy="3364991"/>
            </a:xfrm>
            <a:prstGeom prst="rect">
              <a:avLst/>
            </a:prstGeom>
          </p:spPr>
        </p:pic>
        <p:sp>
          <p:nvSpPr>
            <p:cNvPr id="10" name="object 10"/>
            <p:cNvSpPr/>
            <p:nvPr/>
          </p:nvSpPr>
          <p:spPr>
            <a:xfrm>
              <a:off x="1487424" y="2043683"/>
              <a:ext cx="3154680" cy="3075940"/>
            </a:xfrm>
            <a:custGeom>
              <a:avLst/>
              <a:gdLst/>
              <a:ahLst/>
              <a:cxnLst/>
              <a:rect l="l" t="t" r="r" b="b"/>
              <a:pathLst>
                <a:path w="3154679" h="3075940">
                  <a:moveTo>
                    <a:pt x="2359152" y="2904756"/>
                  </a:moveTo>
                  <a:lnTo>
                    <a:pt x="551688" y="2904756"/>
                  </a:lnTo>
                  <a:lnTo>
                    <a:pt x="551688" y="3075432"/>
                  </a:lnTo>
                  <a:lnTo>
                    <a:pt x="2359152" y="3075432"/>
                  </a:lnTo>
                  <a:lnTo>
                    <a:pt x="2359152" y="2904756"/>
                  </a:lnTo>
                  <a:close/>
                </a:path>
                <a:path w="3154679" h="3075940">
                  <a:moveTo>
                    <a:pt x="2386571" y="0"/>
                  </a:moveTo>
                  <a:lnTo>
                    <a:pt x="0" y="0"/>
                  </a:lnTo>
                  <a:lnTo>
                    <a:pt x="0" y="211836"/>
                  </a:lnTo>
                  <a:lnTo>
                    <a:pt x="2386571" y="211836"/>
                  </a:lnTo>
                  <a:lnTo>
                    <a:pt x="2386571" y="0"/>
                  </a:lnTo>
                  <a:close/>
                </a:path>
                <a:path w="3154679" h="3075940">
                  <a:moveTo>
                    <a:pt x="2389632" y="2005584"/>
                  </a:moveTo>
                  <a:lnTo>
                    <a:pt x="582168" y="2005584"/>
                  </a:lnTo>
                  <a:lnTo>
                    <a:pt x="582168" y="2174748"/>
                  </a:lnTo>
                  <a:lnTo>
                    <a:pt x="2389632" y="2174748"/>
                  </a:lnTo>
                  <a:lnTo>
                    <a:pt x="2389632" y="2005584"/>
                  </a:lnTo>
                  <a:close/>
                </a:path>
                <a:path w="3154679" h="3075940">
                  <a:moveTo>
                    <a:pt x="3139440" y="2586228"/>
                  </a:moveTo>
                  <a:lnTo>
                    <a:pt x="547116" y="2586228"/>
                  </a:lnTo>
                  <a:lnTo>
                    <a:pt x="547116" y="2773680"/>
                  </a:lnTo>
                  <a:lnTo>
                    <a:pt x="3139440" y="2773680"/>
                  </a:lnTo>
                  <a:lnTo>
                    <a:pt x="3139440" y="2586228"/>
                  </a:lnTo>
                  <a:close/>
                </a:path>
                <a:path w="3154679" h="3075940">
                  <a:moveTo>
                    <a:pt x="3154680" y="1674876"/>
                  </a:moveTo>
                  <a:lnTo>
                    <a:pt x="562356" y="1674876"/>
                  </a:lnTo>
                  <a:lnTo>
                    <a:pt x="562356" y="1862328"/>
                  </a:lnTo>
                  <a:lnTo>
                    <a:pt x="3154680" y="1862328"/>
                  </a:lnTo>
                  <a:lnTo>
                    <a:pt x="3154680" y="1674876"/>
                  </a:lnTo>
                  <a:close/>
                </a:path>
              </a:pathLst>
            </a:custGeom>
            <a:solidFill>
              <a:srgbClr val="F7F7F7"/>
            </a:solidFill>
          </p:spPr>
          <p:txBody>
            <a:bodyPr wrap="square" lIns="0" tIns="0" rIns="0" bIns="0" rtlCol="0"/>
            <a:lstStyle/>
            <a:p>
              <a:endParaRPr/>
            </a:p>
          </p:txBody>
        </p:sp>
      </p:grpSp>
      <p:sp>
        <p:nvSpPr>
          <p:cNvPr id="11" name="object 11"/>
          <p:cNvSpPr txBox="1"/>
          <p:nvPr/>
        </p:nvSpPr>
        <p:spPr>
          <a:xfrm>
            <a:off x="557783" y="1894332"/>
            <a:ext cx="8783320" cy="3390900"/>
          </a:xfrm>
          <a:prstGeom prst="rect">
            <a:avLst/>
          </a:prstGeom>
          <a:ln w="6096">
            <a:solidFill>
              <a:srgbClr val="D9D9D9"/>
            </a:solidFill>
          </a:ln>
        </p:spPr>
        <p:txBody>
          <a:bodyPr vert="horz" wrap="square" lIns="0" tIns="635" rIns="0" bIns="0" rtlCol="0">
            <a:spAutoFit/>
          </a:bodyPr>
          <a:lstStyle/>
          <a:p>
            <a:pPr>
              <a:lnSpc>
                <a:spcPct val="100000"/>
              </a:lnSpc>
              <a:spcBef>
                <a:spcPts val="5"/>
              </a:spcBef>
            </a:pPr>
            <a:endParaRPr sz="1050" dirty="0">
              <a:latin typeface="Times New Roman"/>
              <a:cs typeface="Times New Roman"/>
            </a:endParaRPr>
          </a:p>
          <a:p>
            <a:pPr marL="725805">
              <a:lnSpc>
                <a:spcPct val="100000"/>
              </a:lnSpc>
            </a:pPr>
            <a:r>
              <a:rPr sz="1200" spc="-35" dirty="0">
                <a:solidFill>
                  <a:srgbClr val="558E8E"/>
                </a:solidFill>
                <a:latin typeface="Lucida Console"/>
                <a:cs typeface="Lucida Console"/>
              </a:rPr>
              <a:t>#######</a:t>
            </a:r>
            <a:r>
              <a:rPr sz="1200" spc="-50" dirty="0">
                <a:solidFill>
                  <a:srgbClr val="558E8E"/>
                </a:solidFill>
                <a:latin typeface="Lucida Console"/>
                <a:cs typeface="Lucida Console"/>
              </a:rPr>
              <a:t> </a:t>
            </a:r>
            <a:r>
              <a:rPr sz="1200" spc="-40" dirty="0">
                <a:solidFill>
                  <a:srgbClr val="558E8E"/>
                </a:solidFill>
                <a:latin typeface="Lucida Console"/>
                <a:cs typeface="Lucida Console"/>
              </a:rPr>
              <a:t>Categorial</a:t>
            </a:r>
            <a:r>
              <a:rPr sz="1200" spc="-50" dirty="0">
                <a:solidFill>
                  <a:srgbClr val="558E8E"/>
                </a:solidFill>
                <a:latin typeface="Lucida Console"/>
                <a:cs typeface="Lucida Console"/>
              </a:rPr>
              <a:t> </a:t>
            </a:r>
            <a:r>
              <a:rPr sz="1200" spc="-35" dirty="0">
                <a:solidFill>
                  <a:srgbClr val="558E8E"/>
                </a:solidFill>
                <a:latin typeface="Lucida Console"/>
                <a:cs typeface="Lucida Console"/>
              </a:rPr>
              <a:t>cross</a:t>
            </a:r>
            <a:r>
              <a:rPr sz="1200" spc="-45" dirty="0">
                <a:solidFill>
                  <a:srgbClr val="558E8E"/>
                </a:solidFill>
                <a:latin typeface="Lucida Console"/>
                <a:cs typeface="Lucida Console"/>
              </a:rPr>
              <a:t> </a:t>
            </a:r>
            <a:r>
              <a:rPr sz="1200" spc="-40" dirty="0">
                <a:solidFill>
                  <a:srgbClr val="558E8E"/>
                </a:solidFill>
                <a:latin typeface="Lucida Console"/>
                <a:cs typeface="Lucida Console"/>
              </a:rPr>
              <a:t>entropy</a:t>
            </a:r>
            <a:endParaRPr sz="1200" dirty="0">
              <a:latin typeface="Lucida Console"/>
              <a:cs typeface="Lucida Console"/>
            </a:endParaRPr>
          </a:p>
          <a:p>
            <a:pPr>
              <a:lnSpc>
                <a:spcPct val="100000"/>
              </a:lnSpc>
            </a:pPr>
            <a:endParaRPr sz="1200" dirty="0">
              <a:latin typeface="Lucida Console"/>
              <a:cs typeface="Lucida Console"/>
            </a:endParaRPr>
          </a:p>
          <a:p>
            <a:pPr>
              <a:lnSpc>
                <a:spcPct val="100000"/>
              </a:lnSpc>
            </a:pPr>
            <a:endParaRPr sz="1200" dirty="0">
              <a:latin typeface="Lucida Console"/>
              <a:cs typeface="Lucida Console"/>
            </a:endParaRPr>
          </a:p>
          <a:p>
            <a:pPr>
              <a:lnSpc>
                <a:spcPct val="100000"/>
              </a:lnSpc>
            </a:pPr>
            <a:endParaRPr sz="1200" dirty="0">
              <a:latin typeface="Lucida Console"/>
              <a:cs typeface="Lucida Console"/>
            </a:endParaRPr>
          </a:p>
          <a:p>
            <a:pPr>
              <a:lnSpc>
                <a:spcPct val="100000"/>
              </a:lnSpc>
            </a:pPr>
            <a:endParaRPr sz="1200" dirty="0">
              <a:latin typeface="Lucida Console"/>
              <a:cs typeface="Lucida Console"/>
            </a:endParaRPr>
          </a:p>
          <a:p>
            <a:pPr>
              <a:lnSpc>
                <a:spcPct val="100000"/>
              </a:lnSpc>
            </a:pPr>
            <a:endParaRPr sz="1200" dirty="0">
              <a:latin typeface="Lucida Console"/>
              <a:cs typeface="Lucida Console"/>
            </a:endParaRPr>
          </a:p>
          <a:p>
            <a:pPr>
              <a:lnSpc>
                <a:spcPct val="100000"/>
              </a:lnSpc>
            </a:pPr>
            <a:endParaRPr sz="1200" dirty="0">
              <a:latin typeface="Lucida Console"/>
              <a:cs typeface="Lucida Console"/>
            </a:endParaRPr>
          </a:p>
          <a:p>
            <a:pPr>
              <a:lnSpc>
                <a:spcPct val="100000"/>
              </a:lnSpc>
            </a:pPr>
            <a:endParaRPr sz="1200" dirty="0">
              <a:latin typeface="Lucida Console"/>
              <a:cs typeface="Lucida Console"/>
            </a:endParaRPr>
          </a:p>
          <a:p>
            <a:pPr>
              <a:lnSpc>
                <a:spcPct val="100000"/>
              </a:lnSpc>
            </a:pPr>
            <a:endParaRPr sz="1200" dirty="0">
              <a:latin typeface="Lucida Console"/>
              <a:cs typeface="Lucida Console"/>
            </a:endParaRPr>
          </a:p>
          <a:p>
            <a:pPr>
              <a:lnSpc>
                <a:spcPct val="100000"/>
              </a:lnSpc>
            </a:pPr>
            <a:endParaRPr sz="1200" dirty="0">
              <a:latin typeface="Lucida Console"/>
              <a:cs typeface="Lucida Console"/>
            </a:endParaRPr>
          </a:p>
          <a:p>
            <a:pPr marL="1492250">
              <a:lnSpc>
                <a:spcPct val="100000"/>
              </a:lnSpc>
              <a:spcBef>
                <a:spcPts val="940"/>
              </a:spcBef>
            </a:pPr>
            <a:r>
              <a:rPr sz="1100" spc="-5" dirty="0">
                <a:solidFill>
                  <a:srgbClr val="AC3030"/>
                </a:solidFill>
                <a:latin typeface="Lucida Console"/>
                <a:cs typeface="Lucida Console"/>
              </a:rPr>
              <a:t>'CCE</a:t>
            </a:r>
            <a:r>
              <a:rPr sz="1100" spc="-15" dirty="0">
                <a:solidFill>
                  <a:srgbClr val="AC3030"/>
                </a:solidFill>
                <a:latin typeface="Lucida Console"/>
                <a:cs typeface="Lucida Console"/>
              </a:rPr>
              <a:t> </a:t>
            </a:r>
            <a:r>
              <a:rPr sz="1100" dirty="0">
                <a:solidFill>
                  <a:srgbClr val="AC3030"/>
                </a:solidFill>
                <a:latin typeface="Lucida Console"/>
                <a:cs typeface="Lucida Console"/>
              </a:rPr>
              <a:t>(probability):</a:t>
            </a:r>
            <a:r>
              <a:rPr sz="1100" spc="-15" dirty="0">
                <a:solidFill>
                  <a:srgbClr val="AC3030"/>
                </a:solidFill>
                <a:latin typeface="Lucida Console"/>
                <a:cs typeface="Lucida Console"/>
              </a:rPr>
              <a:t> </a:t>
            </a:r>
            <a:r>
              <a:rPr sz="1100" spc="-5" dirty="0">
                <a:solidFill>
                  <a:srgbClr val="AC3030"/>
                </a:solidFill>
                <a:latin typeface="Lucida Console"/>
                <a:cs typeface="Lucida Console"/>
              </a:rPr>
              <a:t>{:.4f}'</a:t>
            </a:r>
            <a:r>
              <a:rPr sz="1100" spc="-5" dirty="0">
                <a:latin typeface="Lucida Console"/>
                <a:cs typeface="Lucida Console"/>
              </a:rPr>
              <a:t>.format(</a:t>
            </a:r>
            <a:endParaRPr sz="1100" dirty="0">
              <a:latin typeface="Lucida Console"/>
              <a:cs typeface="Lucida Console"/>
            </a:endParaRPr>
          </a:p>
          <a:p>
            <a:pPr>
              <a:lnSpc>
                <a:spcPct val="100000"/>
              </a:lnSpc>
              <a:spcBef>
                <a:spcPts val="10"/>
              </a:spcBef>
            </a:pPr>
            <a:endParaRPr sz="1200" dirty="0">
              <a:latin typeface="Lucida Console"/>
              <a:cs typeface="Lucida Console"/>
            </a:endParaRPr>
          </a:p>
          <a:p>
            <a:pPr marL="1511300">
              <a:lnSpc>
                <a:spcPct val="100000"/>
              </a:lnSpc>
            </a:pPr>
            <a:r>
              <a:rPr sz="1100" spc="-5" dirty="0">
                <a:solidFill>
                  <a:srgbClr val="AC3030"/>
                </a:solidFill>
                <a:latin typeface="Lucida Console"/>
                <a:cs typeface="Lucida Console"/>
              </a:rPr>
              <a:t>'(logit): {:.4f}'</a:t>
            </a:r>
            <a:r>
              <a:rPr sz="1100" spc="-5" dirty="0">
                <a:latin typeface="Lucida Console"/>
                <a:cs typeface="Lucida Console"/>
              </a:rPr>
              <a:t>.format(</a:t>
            </a:r>
            <a:endParaRPr sz="1100" dirty="0">
              <a:latin typeface="Lucida Console"/>
              <a:cs typeface="Lucida Console"/>
            </a:endParaRPr>
          </a:p>
          <a:p>
            <a:pPr>
              <a:lnSpc>
                <a:spcPct val="100000"/>
              </a:lnSpc>
            </a:pPr>
            <a:endParaRPr sz="1100" dirty="0">
              <a:latin typeface="Lucida Console"/>
              <a:cs typeface="Lucida Console"/>
            </a:endParaRPr>
          </a:p>
          <a:p>
            <a:pPr>
              <a:lnSpc>
                <a:spcPct val="100000"/>
              </a:lnSpc>
            </a:pPr>
            <a:endParaRPr sz="1100" dirty="0">
              <a:latin typeface="Lucida Console"/>
              <a:cs typeface="Lucida Console"/>
            </a:endParaRPr>
          </a:p>
          <a:p>
            <a:pPr>
              <a:lnSpc>
                <a:spcPct val="100000"/>
              </a:lnSpc>
              <a:spcBef>
                <a:spcPts val="25"/>
              </a:spcBef>
            </a:pPr>
            <a:endParaRPr sz="1100" dirty="0">
              <a:latin typeface="Lucida Console"/>
              <a:cs typeface="Lucida Console"/>
            </a:endParaRPr>
          </a:p>
          <a:p>
            <a:pPr marL="1477645">
              <a:lnSpc>
                <a:spcPct val="100000"/>
              </a:lnSpc>
            </a:pPr>
            <a:r>
              <a:rPr sz="1100" spc="-5" dirty="0">
                <a:solidFill>
                  <a:srgbClr val="AC3030"/>
                </a:solidFill>
                <a:latin typeface="Lucida Console"/>
                <a:cs typeface="Lucida Console"/>
              </a:rPr>
              <a:t>'CCE</a:t>
            </a:r>
            <a:r>
              <a:rPr sz="1100" spc="-15" dirty="0">
                <a:solidFill>
                  <a:srgbClr val="AC3030"/>
                </a:solidFill>
                <a:latin typeface="Lucida Console"/>
                <a:cs typeface="Lucida Console"/>
              </a:rPr>
              <a:t> </a:t>
            </a:r>
            <a:r>
              <a:rPr sz="1100" dirty="0">
                <a:solidFill>
                  <a:srgbClr val="AC3030"/>
                </a:solidFill>
                <a:latin typeface="Lucida Console"/>
                <a:cs typeface="Lucida Console"/>
              </a:rPr>
              <a:t>(probability):</a:t>
            </a:r>
            <a:r>
              <a:rPr sz="1100" spc="-15" dirty="0">
                <a:solidFill>
                  <a:srgbClr val="AC3030"/>
                </a:solidFill>
                <a:latin typeface="Lucida Console"/>
                <a:cs typeface="Lucida Console"/>
              </a:rPr>
              <a:t> </a:t>
            </a:r>
            <a:r>
              <a:rPr sz="1100" spc="-5" dirty="0">
                <a:solidFill>
                  <a:srgbClr val="AC3030"/>
                </a:solidFill>
                <a:latin typeface="Lucida Console"/>
                <a:cs typeface="Lucida Console"/>
              </a:rPr>
              <a:t>{:.4f}'</a:t>
            </a:r>
            <a:r>
              <a:rPr sz="1100" spc="-5" dirty="0">
                <a:latin typeface="Lucida Console"/>
                <a:cs typeface="Lucida Console"/>
              </a:rPr>
              <a:t>.format(</a:t>
            </a:r>
            <a:endParaRPr sz="1100" dirty="0">
              <a:latin typeface="Lucida Console"/>
              <a:cs typeface="Lucida Console"/>
            </a:endParaRPr>
          </a:p>
          <a:p>
            <a:pPr>
              <a:lnSpc>
                <a:spcPct val="100000"/>
              </a:lnSpc>
              <a:spcBef>
                <a:spcPts val="25"/>
              </a:spcBef>
            </a:pPr>
            <a:endParaRPr sz="1100" dirty="0">
              <a:latin typeface="Lucida Console"/>
              <a:cs typeface="Lucida Console"/>
            </a:endParaRPr>
          </a:p>
          <a:p>
            <a:pPr marL="1480820">
              <a:lnSpc>
                <a:spcPct val="100000"/>
              </a:lnSpc>
            </a:pPr>
            <a:r>
              <a:rPr sz="1100" spc="-5" dirty="0">
                <a:solidFill>
                  <a:srgbClr val="AC3030"/>
                </a:solidFill>
                <a:latin typeface="Lucida Console"/>
                <a:cs typeface="Lucida Console"/>
              </a:rPr>
              <a:t>'(logit): {:.4f}'</a:t>
            </a:r>
            <a:r>
              <a:rPr sz="1100" spc="-5" dirty="0">
                <a:latin typeface="Lucida Console"/>
                <a:cs typeface="Lucida Console"/>
              </a:rPr>
              <a:t>.format(</a:t>
            </a:r>
            <a:endParaRPr sz="1100" dirty="0">
              <a:latin typeface="Lucida Console"/>
              <a:cs typeface="Lucida Console"/>
            </a:endParaRPr>
          </a:p>
        </p:txBody>
      </p:sp>
      <p:sp>
        <p:nvSpPr>
          <p:cNvPr id="12" name="object 12"/>
          <p:cNvSpPr txBox="1">
            <a:spLocks noGrp="1"/>
          </p:cNvSpPr>
          <p:nvPr>
            <p:ph type="title"/>
          </p:nvPr>
        </p:nvSpPr>
        <p:spPr>
          <a:xfrm>
            <a:off x="437489" y="431419"/>
            <a:ext cx="6971030" cy="299720"/>
          </a:xfrm>
          <a:prstGeom prst="rect">
            <a:avLst/>
          </a:prstGeom>
        </p:spPr>
        <p:txBody>
          <a:bodyPr vert="horz" wrap="square" lIns="0" tIns="12700" rIns="0" bIns="0" rtlCol="0">
            <a:spAutoFit/>
          </a:bodyPr>
          <a:lstStyle/>
          <a:p>
            <a:pPr marL="12700">
              <a:lnSpc>
                <a:spcPct val="100000"/>
              </a:lnSpc>
              <a:spcBef>
                <a:spcPts val="100"/>
              </a:spcBef>
            </a:pPr>
            <a:r>
              <a:rPr spc="-45" dirty="0"/>
              <a:t>1.3.</a:t>
            </a:r>
            <a:r>
              <a:rPr spc="-130" dirty="0"/>
              <a:t> </a:t>
            </a:r>
            <a:r>
              <a:rPr spc="-55" dirty="0"/>
              <a:t>Building</a:t>
            </a:r>
            <a:r>
              <a:rPr spc="-114" dirty="0"/>
              <a:t> </a:t>
            </a:r>
            <a:r>
              <a:rPr spc="-50" dirty="0"/>
              <a:t>Deep</a:t>
            </a:r>
            <a:r>
              <a:rPr spc="-110" dirty="0"/>
              <a:t> </a:t>
            </a:r>
            <a:r>
              <a:rPr spc="-60" dirty="0"/>
              <a:t>Convolutional</a:t>
            </a:r>
            <a:r>
              <a:rPr spc="-165" dirty="0"/>
              <a:t> </a:t>
            </a:r>
            <a:r>
              <a:rPr spc="-55" dirty="0"/>
              <a:t>Neural</a:t>
            </a:r>
            <a:r>
              <a:rPr spc="-120" dirty="0"/>
              <a:t> </a:t>
            </a:r>
            <a:r>
              <a:rPr spc="-55" dirty="0"/>
              <a:t>Network</a:t>
            </a:r>
            <a:r>
              <a:rPr spc="-120" dirty="0"/>
              <a:t> </a:t>
            </a:r>
            <a:r>
              <a:rPr spc="-50" dirty="0"/>
              <a:t>using</a:t>
            </a:r>
            <a:r>
              <a:rPr spc="-135" dirty="0"/>
              <a:t> </a:t>
            </a:r>
            <a:r>
              <a:rPr spc="-50" dirty="0"/>
              <a:t>Basic</a:t>
            </a:r>
            <a:r>
              <a:rPr spc="-114" dirty="0"/>
              <a:t> </a:t>
            </a:r>
            <a:r>
              <a:rPr spc="-60" dirty="0"/>
              <a:t>Components</a:t>
            </a:r>
          </a:p>
        </p:txBody>
      </p:sp>
      <p:sp>
        <p:nvSpPr>
          <p:cNvPr id="13" name="object 13"/>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560"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971030" cy="299720"/>
          </a:xfrm>
          <a:prstGeom prst="rect">
            <a:avLst/>
          </a:prstGeom>
        </p:spPr>
        <p:txBody>
          <a:bodyPr vert="horz" wrap="square" lIns="0" tIns="12700" rIns="0" bIns="0" rtlCol="0">
            <a:spAutoFit/>
          </a:bodyPr>
          <a:lstStyle/>
          <a:p>
            <a:pPr marL="12700">
              <a:lnSpc>
                <a:spcPct val="100000"/>
              </a:lnSpc>
              <a:spcBef>
                <a:spcPts val="100"/>
              </a:spcBef>
            </a:pPr>
            <a:r>
              <a:rPr spc="-45" dirty="0"/>
              <a:t>1.3.</a:t>
            </a:r>
            <a:r>
              <a:rPr spc="-130" dirty="0"/>
              <a:t> </a:t>
            </a:r>
            <a:r>
              <a:rPr spc="-55" dirty="0"/>
              <a:t>Building</a:t>
            </a:r>
            <a:r>
              <a:rPr spc="-114" dirty="0"/>
              <a:t> </a:t>
            </a:r>
            <a:r>
              <a:rPr spc="-50" dirty="0"/>
              <a:t>Deep</a:t>
            </a:r>
            <a:r>
              <a:rPr spc="-110" dirty="0"/>
              <a:t> </a:t>
            </a:r>
            <a:r>
              <a:rPr spc="-60" dirty="0"/>
              <a:t>Convolutional</a:t>
            </a:r>
            <a:r>
              <a:rPr spc="-165" dirty="0"/>
              <a:t> </a:t>
            </a:r>
            <a:r>
              <a:rPr spc="-55" dirty="0"/>
              <a:t>Neural</a:t>
            </a:r>
            <a:r>
              <a:rPr spc="-120" dirty="0"/>
              <a:t> </a:t>
            </a:r>
            <a:r>
              <a:rPr spc="-55" dirty="0"/>
              <a:t>Network</a:t>
            </a:r>
            <a:r>
              <a:rPr spc="-120" dirty="0"/>
              <a:t> </a:t>
            </a:r>
            <a:r>
              <a:rPr spc="-50" dirty="0"/>
              <a:t>using</a:t>
            </a:r>
            <a:r>
              <a:rPr spc="-135" dirty="0"/>
              <a:t> </a:t>
            </a:r>
            <a:r>
              <a:rPr spc="-50" dirty="0"/>
              <a:t>Basic</a:t>
            </a:r>
            <a:r>
              <a:rPr spc="-114" dirty="0"/>
              <a:t> </a:t>
            </a:r>
            <a:r>
              <a:rPr spc="-60" dirty="0"/>
              <a:t>Components</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04087" y="1438655"/>
            <a:ext cx="6549390" cy="162305"/>
          </a:xfrm>
          <a:prstGeom prst="rect">
            <a:avLst/>
          </a:prstGeom>
        </p:spPr>
      </p:pic>
      <p:grpSp>
        <p:nvGrpSpPr>
          <p:cNvPr id="9" name="object 9"/>
          <p:cNvGrpSpPr/>
          <p:nvPr/>
        </p:nvGrpSpPr>
        <p:grpSpPr>
          <a:xfrm>
            <a:off x="1445519" y="1932432"/>
            <a:ext cx="7890509" cy="2356485"/>
            <a:chOff x="1445519" y="1932432"/>
            <a:chExt cx="7890509" cy="2356485"/>
          </a:xfrm>
        </p:grpSpPr>
        <p:pic>
          <p:nvPicPr>
            <p:cNvPr id="10" name="object 10"/>
            <p:cNvPicPr/>
            <p:nvPr/>
          </p:nvPicPr>
          <p:blipFill>
            <a:blip r:embed="rId6" cstate="print"/>
            <a:stretch>
              <a:fillRect/>
            </a:stretch>
          </p:blipFill>
          <p:spPr>
            <a:xfrm>
              <a:off x="1445519" y="1932432"/>
              <a:ext cx="6877044" cy="1793393"/>
            </a:xfrm>
            <a:prstGeom prst="rect">
              <a:avLst/>
            </a:prstGeom>
          </p:spPr>
        </p:pic>
        <p:pic>
          <p:nvPicPr>
            <p:cNvPr id="11" name="object 11"/>
            <p:cNvPicPr/>
            <p:nvPr/>
          </p:nvPicPr>
          <p:blipFill>
            <a:blip r:embed="rId7" cstate="print"/>
            <a:stretch>
              <a:fillRect/>
            </a:stretch>
          </p:blipFill>
          <p:spPr>
            <a:xfrm>
              <a:off x="8048244" y="1932432"/>
              <a:ext cx="1287779" cy="2356104"/>
            </a:xfrm>
            <a:prstGeom prst="rect">
              <a:avLst/>
            </a:prstGeom>
          </p:spPr>
        </p:pic>
        <p:sp>
          <p:nvSpPr>
            <p:cNvPr id="12" name="object 12"/>
            <p:cNvSpPr/>
            <p:nvPr/>
          </p:nvSpPr>
          <p:spPr>
            <a:xfrm>
              <a:off x="1467612" y="1991867"/>
              <a:ext cx="2947670" cy="1541145"/>
            </a:xfrm>
            <a:custGeom>
              <a:avLst/>
              <a:gdLst/>
              <a:ahLst/>
              <a:cxnLst/>
              <a:rect l="l" t="t" r="r" b="b"/>
              <a:pathLst>
                <a:path w="2947670" h="1541145">
                  <a:moveTo>
                    <a:pt x="2101583" y="1371612"/>
                  </a:moveTo>
                  <a:lnTo>
                    <a:pt x="292608" y="1371612"/>
                  </a:lnTo>
                  <a:lnTo>
                    <a:pt x="292608" y="1540776"/>
                  </a:lnTo>
                  <a:lnTo>
                    <a:pt x="2101583" y="1540776"/>
                  </a:lnTo>
                  <a:lnTo>
                    <a:pt x="2101583" y="1371612"/>
                  </a:lnTo>
                  <a:close/>
                </a:path>
                <a:path w="2947670" h="1541145">
                  <a:moveTo>
                    <a:pt x="2884932" y="1056132"/>
                  </a:moveTo>
                  <a:lnTo>
                    <a:pt x="292608" y="1056132"/>
                  </a:lnTo>
                  <a:lnTo>
                    <a:pt x="292608" y="1228344"/>
                  </a:lnTo>
                  <a:lnTo>
                    <a:pt x="2884932" y="1228344"/>
                  </a:lnTo>
                  <a:lnTo>
                    <a:pt x="2884932" y="1056132"/>
                  </a:lnTo>
                  <a:close/>
                </a:path>
                <a:path w="2947670" h="1541145">
                  <a:moveTo>
                    <a:pt x="2947416" y="0"/>
                  </a:moveTo>
                  <a:lnTo>
                    <a:pt x="0" y="0"/>
                  </a:lnTo>
                  <a:lnTo>
                    <a:pt x="0" y="161544"/>
                  </a:lnTo>
                  <a:lnTo>
                    <a:pt x="2947416" y="161544"/>
                  </a:lnTo>
                  <a:lnTo>
                    <a:pt x="2947416" y="0"/>
                  </a:lnTo>
                  <a:close/>
                </a:path>
              </a:pathLst>
            </a:custGeom>
            <a:solidFill>
              <a:srgbClr val="F7F7F7"/>
            </a:solidFill>
          </p:spPr>
          <p:txBody>
            <a:bodyPr wrap="square" lIns="0" tIns="0" rIns="0" bIns="0" rtlCol="0"/>
            <a:lstStyle/>
            <a:p>
              <a:endParaRPr/>
            </a:p>
          </p:txBody>
        </p:sp>
      </p:grpSp>
      <p:sp>
        <p:nvSpPr>
          <p:cNvPr id="13" name="object 13"/>
          <p:cNvSpPr txBox="1"/>
          <p:nvPr/>
        </p:nvSpPr>
        <p:spPr>
          <a:xfrm>
            <a:off x="557783" y="1917192"/>
            <a:ext cx="8783320" cy="2452851"/>
          </a:xfrm>
          <a:prstGeom prst="rect">
            <a:avLst/>
          </a:prstGeom>
          <a:ln w="6096">
            <a:solidFill>
              <a:srgbClr val="D9D9D9"/>
            </a:solidFill>
          </a:ln>
        </p:spPr>
        <p:txBody>
          <a:bodyPr vert="horz" wrap="square" lIns="0" tIns="54610" rIns="0" bIns="0" rtlCol="0">
            <a:spAutoFit/>
          </a:bodyPr>
          <a:lstStyle/>
          <a:p>
            <a:pPr marL="680720">
              <a:lnSpc>
                <a:spcPct val="100000"/>
              </a:lnSpc>
              <a:spcBef>
                <a:spcPts val="430"/>
              </a:spcBef>
            </a:pPr>
            <a:r>
              <a:rPr sz="1200" dirty="0">
                <a:solidFill>
                  <a:srgbClr val="558E8E"/>
                </a:solidFill>
                <a:latin typeface="Lucida Console"/>
                <a:cs typeface="Lucida Console"/>
              </a:rPr>
              <a:t>####### Sparse categorial cross entropy</a:t>
            </a:r>
            <a:endParaRPr sz="1200" dirty="0">
              <a:latin typeface="Lucida Console"/>
              <a:cs typeface="Lucida Console"/>
            </a:endParaRPr>
          </a:p>
          <a:p>
            <a:pPr>
              <a:lnSpc>
                <a:spcPct val="100000"/>
              </a:lnSpc>
            </a:pPr>
            <a:endParaRPr sz="1200" dirty="0">
              <a:latin typeface="Lucida Console"/>
              <a:cs typeface="Lucida Console"/>
            </a:endParaRPr>
          </a:p>
          <a:p>
            <a:pPr>
              <a:lnSpc>
                <a:spcPct val="100000"/>
              </a:lnSpc>
            </a:pPr>
            <a:endParaRPr sz="1200" dirty="0">
              <a:latin typeface="Lucida Console"/>
              <a:cs typeface="Lucida Console"/>
            </a:endParaRPr>
          </a:p>
          <a:p>
            <a:pPr>
              <a:lnSpc>
                <a:spcPct val="100000"/>
              </a:lnSpc>
            </a:pPr>
            <a:endParaRPr sz="1200" dirty="0">
              <a:latin typeface="Lucida Console"/>
              <a:cs typeface="Lucida Console"/>
            </a:endParaRPr>
          </a:p>
          <a:p>
            <a:pPr marL="1202690" marR="4037965">
              <a:lnSpc>
                <a:spcPct val="187100"/>
              </a:lnSpc>
              <a:spcBef>
                <a:spcPts val="1055"/>
              </a:spcBef>
            </a:pPr>
            <a:r>
              <a:rPr sz="1100" dirty="0">
                <a:solidFill>
                  <a:srgbClr val="AC3030"/>
                </a:solidFill>
                <a:latin typeface="Lucida Console"/>
                <a:cs typeface="Lucida Console"/>
              </a:rPr>
              <a:t>'Sparse CCE (probability):</a:t>
            </a:r>
            <a:r>
              <a:rPr lang="en-US" sz="1100" dirty="0">
                <a:solidFill>
                  <a:srgbClr val="AC3030"/>
                </a:solidFill>
                <a:latin typeface="Lucida Console"/>
                <a:cs typeface="Lucida Console"/>
              </a:rPr>
              <a:t> </a:t>
            </a:r>
            <a:r>
              <a:rPr sz="1100" dirty="0">
                <a:solidFill>
                  <a:srgbClr val="AC3030"/>
                </a:solidFill>
                <a:latin typeface="Lucida Console"/>
                <a:cs typeface="Lucida Console"/>
              </a:rPr>
              <a:t>{:.4f}'</a:t>
            </a:r>
            <a:r>
              <a:rPr sz="1100" dirty="0">
                <a:latin typeface="Lucida Console"/>
                <a:cs typeface="Lucida Console"/>
              </a:rPr>
              <a:t>.format(  </a:t>
            </a:r>
            <a:r>
              <a:rPr sz="1100" dirty="0">
                <a:solidFill>
                  <a:srgbClr val="AC3030"/>
                </a:solidFill>
                <a:latin typeface="Lucida Console"/>
                <a:cs typeface="Lucida Console"/>
              </a:rPr>
              <a:t>'(logit): {:.4f}'</a:t>
            </a:r>
            <a:r>
              <a:rPr sz="1100" dirty="0">
                <a:latin typeface="Lucida Console"/>
                <a:cs typeface="Lucida Console"/>
              </a:rPr>
              <a:t>.format(</a:t>
            </a:r>
          </a:p>
          <a:p>
            <a:pPr>
              <a:lnSpc>
                <a:spcPct val="100000"/>
              </a:lnSpc>
            </a:pPr>
            <a:endParaRPr sz="1100" dirty="0">
              <a:latin typeface="Lucida Console"/>
              <a:cs typeface="Lucida Console"/>
            </a:endParaRPr>
          </a:p>
          <a:p>
            <a:pPr>
              <a:lnSpc>
                <a:spcPct val="100000"/>
              </a:lnSpc>
              <a:spcBef>
                <a:spcPts val="15"/>
              </a:spcBef>
            </a:pPr>
            <a:endParaRPr sz="1350" dirty="0">
              <a:latin typeface="Lucida Console"/>
              <a:cs typeface="Lucida Console"/>
            </a:endParaRPr>
          </a:p>
          <a:p>
            <a:pPr marL="945515">
              <a:lnSpc>
                <a:spcPct val="100000"/>
              </a:lnSpc>
              <a:tabLst>
                <a:tab pos="3216275" algn="l"/>
              </a:tabLst>
            </a:pPr>
            <a:r>
              <a:rPr sz="1100" dirty="0">
                <a:solidFill>
                  <a:srgbClr val="404040"/>
                </a:solidFill>
                <a:latin typeface="Lucida Console"/>
                <a:cs typeface="Lucida Console"/>
              </a:rPr>
              <a:t>BCE (probability): 0.3711	(Logit): 0.3711</a:t>
            </a:r>
            <a:endParaRPr sz="1100" dirty="0">
              <a:latin typeface="Lucida Console"/>
              <a:cs typeface="Lucida Console"/>
            </a:endParaRPr>
          </a:p>
          <a:p>
            <a:pPr marL="945515">
              <a:lnSpc>
                <a:spcPct val="100000"/>
              </a:lnSpc>
              <a:tabLst>
                <a:tab pos="3216275" algn="l"/>
              </a:tabLst>
            </a:pPr>
            <a:r>
              <a:rPr sz="1100" dirty="0">
                <a:solidFill>
                  <a:srgbClr val="404040"/>
                </a:solidFill>
                <a:latin typeface="Lucida Console"/>
                <a:cs typeface="Lucida Console"/>
              </a:rPr>
              <a:t>CCE (probability): 0.5996	(Logit): 0.5996</a:t>
            </a:r>
            <a:endParaRPr sz="1100" dirty="0">
              <a:latin typeface="Lucida Console"/>
              <a:cs typeface="Lucida Console"/>
            </a:endParaRPr>
          </a:p>
          <a:p>
            <a:pPr marL="945515">
              <a:lnSpc>
                <a:spcPct val="100000"/>
              </a:lnSpc>
              <a:tabLst>
                <a:tab pos="3806190" algn="l"/>
              </a:tabLst>
            </a:pPr>
            <a:r>
              <a:rPr sz="1100" dirty="0">
                <a:solidFill>
                  <a:srgbClr val="404040"/>
                </a:solidFill>
                <a:latin typeface="Lucida Console"/>
                <a:cs typeface="Lucida Console"/>
              </a:rPr>
              <a:t>Sparse CCE (probability): 0.5996	(Logit): 0.5996</a:t>
            </a:r>
            <a:endParaRPr sz="1100" dirty="0">
              <a:latin typeface="Lucida Console"/>
              <a:cs typeface="Lucida Console"/>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8067" y="6524434"/>
            <a:ext cx="83017"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0183" y="1434083"/>
            <a:ext cx="1642110" cy="133350"/>
          </a:xfrm>
          <a:prstGeom prst="rect">
            <a:avLst/>
          </a:prstGeom>
        </p:spPr>
      </p:pic>
      <p:sp>
        <p:nvSpPr>
          <p:cNvPr id="7" name="object 7"/>
          <p:cNvSpPr txBox="1"/>
          <p:nvPr/>
        </p:nvSpPr>
        <p:spPr>
          <a:xfrm>
            <a:off x="713943" y="1612798"/>
            <a:ext cx="7507605" cy="2832827"/>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dirty="0">
                <a:solidFill>
                  <a:srgbClr val="252525"/>
                </a:solidFill>
                <a:latin typeface="Trebuchet MS"/>
                <a:cs typeface="Trebuchet MS"/>
              </a:rPr>
              <a:t>Sometimes, categorical cross entropy is used for binary classification.</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Ordinarily, a model returns an output value for each sample in binary classification.</a:t>
            </a:r>
            <a:endParaRPr sz="1300" dirty="0">
              <a:latin typeface="Trebuchet MS"/>
              <a:cs typeface="Trebuchet MS"/>
            </a:endParaRPr>
          </a:p>
          <a:p>
            <a:pPr marL="195580" indent="-182880">
              <a:lnSpc>
                <a:spcPct val="100000"/>
              </a:lnSpc>
              <a:spcBef>
                <a:spcPts val="800"/>
              </a:spcBef>
              <a:buClr>
                <a:srgbClr val="183DAF"/>
              </a:buClr>
              <a:buFont typeface="Tahoma"/>
              <a:buChar char="‣"/>
              <a:tabLst>
                <a:tab pos="195580" algn="l"/>
              </a:tabLst>
            </a:pPr>
            <a:r>
              <a:rPr sz="1300" dirty="0">
                <a:solidFill>
                  <a:srgbClr val="252525"/>
                </a:solidFill>
                <a:latin typeface="Trebuchet MS"/>
                <a:cs typeface="Trebuchet MS"/>
              </a:rPr>
              <a:t>This output can be seen as probability P [class=1] of the positive class (for example, class 1).</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In binary classification problems, P[class=0] = 1 - P[class=1].</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You do not need to add output units to generate the probability of a negative class.</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Often, a sample receives two outputs, each identified as the probability for each class (P[class=0] or P[class=1]).</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In such a case, it is recommended to normalize the output (that is, make the sum 1) using the softmax function instead of the logistic sigmoid.</a:t>
            </a:r>
            <a:endParaRPr sz="1300" dirty="0">
              <a:latin typeface="Trebuchet MS"/>
              <a:cs typeface="Trebuchet MS"/>
            </a:endParaRPr>
          </a:p>
          <a:p>
            <a:pPr marL="195580" indent="-182880">
              <a:lnSpc>
                <a:spcPct val="100000"/>
              </a:lnSpc>
              <a:spcBef>
                <a:spcPts val="790"/>
              </a:spcBef>
              <a:buClr>
                <a:srgbClr val="183DAF"/>
              </a:buClr>
              <a:buFont typeface="Tahoma"/>
              <a:buChar char="‣"/>
              <a:tabLst>
                <a:tab pos="195580" algn="l"/>
              </a:tabLst>
            </a:pPr>
            <a:r>
              <a:rPr sz="1300" dirty="0">
                <a:solidFill>
                  <a:srgbClr val="252525"/>
                </a:solidFill>
                <a:latin typeface="Trebuchet MS"/>
                <a:cs typeface="Trebuchet MS"/>
              </a:rPr>
              <a:t>Here, categorical cross entropy is the appropriate loss function.</a:t>
            </a:r>
            <a:endParaRPr sz="1300" dirty="0">
              <a:latin typeface="Trebuchet MS"/>
              <a:cs typeface="Trebuchet MS"/>
            </a:endParaRPr>
          </a:p>
        </p:txBody>
      </p:sp>
      <p:sp>
        <p:nvSpPr>
          <p:cNvPr id="8" name="object 8"/>
          <p:cNvSpPr txBox="1">
            <a:spLocks noGrp="1"/>
          </p:cNvSpPr>
          <p:nvPr>
            <p:ph type="title"/>
          </p:nvPr>
        </p:nvSpPr>
        <p:spPr>
          <a:xfrm>
            <a:off x="437489" y="431419"/>
            <a:ext cx="6971030" cy="299720"/>
          </a:xfrm>
          <a:prstGeom prst="rect">
            <a:avLst/>
          </a:prstGeom>
        </p:spPr>
        <p:txBody>
          <a:bodyPr vert="horz" wrap="square" lIns="0" tIns="12700" rIns="0" bIns="0" rtlCol="0">
            <a:spAutoFit/>
          </a:bodyPr>
          <a:lstStyle/>
          <a:p>
            <a:pPr marL="12700">
              <a:lnSpc>
                <a:spcPct val="100000"/>
              </a:lnSpc>
              <a:spcBef>
                <a:spcPts val="100"/>
              </a:spcBef>
            </a:pPr>
            <a:r>
              <a:rPr spc="-45" dirty="0"/>
              <a:t>1.3.</a:t>
            </a:r>
            <a:r>
              <a:rPr spc="-130" dirty="0"/>
              <a:t> </a:t>
            </a:r>
            <a:r>
              <a:rPr spc="-55" dirty="0"/>
              <a:t>Building</a:t>
            </a:r>
            <a:r>
              <a:rPr spc="-114" dirty="0"/>
              <a:t> </a:t>
            </a:r>
            <a:r>
              <a:rPr spc="-50" dirty="0"/>
              <a:t>Deep</a:t>
            </a:r>
            <a:r>
              <a:rPr spc="-110" dirty="0"/>
              <a:t> </a:t>
            </a:r>
            <a:r>
              <a:rPr spc="-60" dirty="0"/>
              <a:t>Convolutional</a:t>
            </a:r>
            <a:r>
              <a:rPr spc="-165" dirty="0"/>
              <a:t> </a:t>
            </a:r>
            <a:r>
              <a:rPr spc="-55" dirty="0"/>
              <a:t>Neural</a:t>
            </a:r>
            <a:r>
              <a:rPr spc="-120" dirty="0"/>
              <a:t> </a:t>
            </a:r>
            <a:r>
              <a:rPr spc="-55" dirty="0"/>
              <a:t>Network</a:t>
            </a:r>
            <a:r>
              <a:rPr spc="-120" dirty="0"/>
              <a:t> </a:t>
            </a:r>
            <a:r>
              <a:rPr spc="-50" dirty="0"/>
              <a:t>using</a:t>
            </a:r>
            <a:r>
              <a:rPr spc="-135" dirty="0"/>
              <a:t> </a:t>
            </a:r>
            <a:r>
              <a:rPr spc="-50" dirty="0"/>
              <a:t>Basic</a:t>
            </a:r>
            <a:r>
              <a:rPr spc="-114" dirty="0"/>
              <a:t> </a:t>
            </a:r>
            <a:r>
              <a:rPr spc="-60" dirty="0"/>
              <a:t>Components</a:t>
            </a: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2951" cy="2997319"/>
          </a:xfrm>
          <a:prstGeom prst="rect">
            <a:avLst/>
          </a:prstGeom>
        </p:spPr>
      </p:pic>
      <p:sp>
        <p:nvSpPr>
          <p:cNvPr id="3" name="object 3"/>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pic>
        <p:nvPicPr>
          <p:cNvPr id="4" name="object 4"/>
          <p:cNvPicPr/>
          <p:nvPr/>
        </p:nvPicPr>
        <p:blipFill>
          <a:blip r:embed="rId3" cstate="print"/>
          <a:stretch>
            <a:fillRect/>
          </a:stretch>
        </p:blipFill>
        <p:spPr>
          <a:xfrm>
            <a:off x="9357560" y="6524434"/>
            <a:ext cx="85905" cy="90487"/>
          </a:xfrm>
          <a:prstGeom prst="rect">
            <a:avLst/>
          </a:prstGeom>
        </p:spPr>
      </p:pic>
      <p:pic>
        <p:nvPicPr>
          <p:cNvPr id="5" name="object 5"/>
          <p:cNvPicPr/>
          <p:nvPr/>
        </p:nvPicPr>
        <p:blipFill>
          <a:blip r:embed="rId4" cstate="print"/>
          <a:stretch>
            <a:fillRect/>
          </a:stretch>
        </p:blipFill>
        <p:spPr>
          <a:xfrm>
            <a:off x="454151" y="6527292"/>
            <a:ext cx="1794510" cy="142494"/>
          </a:xfrm>
          <a:prstGeom prst="rect">
            <a:avLst/>
          </a:prstGeom>
        </p:spPr>
      </p:pic>
      <p:pic>
        <p:nvPicPr>
          <p:cNvPr id="6" name="object 6"/>
          <p:cNvPicPr/>
          <p:nvPr/>
        </p:nvPicPr>
        <p:blipFill>
          <a:blip r:embed="rId5" cstate="print"/>
          <a:stretch>
            <a:fillRect/>
          </a:stretch>
        </p:blipFill>
        <p:spPr>
          <a:xfrm>
            <a:off x="7147559" y="6521195"/>
            <a:ext cx="2045970" cy="118110"/>
          </a:xfrm>
          <a:prstGeom prst="rect">
            <a:avLst/>
          </a:prstGeom>
        </p:spPr>
      </p:pic>
      <p:pic>
        <p:nvPicPr>
          <p:cNvPr id="7" name="object 7"/>
          <p:cNvPicPr/>
          <p:nvPr/>
        </p:nvPicPr>
        <p:blipFill>
          <a:blip r:embed="rId6" cstate="print"/>
          <a:stretch>
            <a:fillRect/>
          </a:stretch>
        </p:blipFill>
        <p:spPr>
          <a:xfrm>
            <a:off x="990600" y="3224771"/>
            <a:ext cx="4007358" cy="311670"/>
          </a:xfrm>
          <a:prstGeom prst="rect">
            <a:avLst/>
          </a:prstGeom>
        </p:spPr>
      </p:pic>
      <p:pic>
        <p:nvPicPr>
          <p:cNvPr id="8" name="object 8"/>
          <p:cNvPicPr/>
          <p:nvPr/>
        </p:nvPicPr>
        <p:blipFill>
          <a:blip r:embed="rId7" cstate="print"/>
          <a:stretch>
            <a:fillRect/>
          </a:stretch>
        </p:blipFill>
        <p:spPr>
          <a:xfrm>
            <a:off x="1007363" y="2807207"/>
            <a:ext cx="700277" cy="195834"/>
          </a:xfrm>
          <a:prstGeom prst="rect">
            <a:avLst/>
          </a:prstGeom>
        </p:spPr>
      </p:pic>
      <p:pic>
        <p:nvPicPr>
          <p:cNvPr id="9" name="object 9"/>
          <p:cNvPicPr/>
          <p:nvPr/>
        </p:nvPicPr>
        <p:blipFill>
          <a:blip r:embed="rId8" cstate="print"/>
          <a:stretch>
            <a:fillRect/>
          </a:stretch>
        </p:blipFill>
        <p:spPr>
          <a:xfrm>
            <a:off x="1267967" y="4053840"/>
            <a:ext cx="3518154" cy="204978"/>
          </a:xfrm>
          <a:prstGeom prst="rect">
            <a:avLst/>
          </a:prstGeom>
        </p:spPr>
      </p:pic>
      <p:sp>
        <p:nvSpPr>
          <p:cNvPr id="10" name="object 10"/>
          <p:cNvSpPr/>
          <p:nvPr/>
        </p:nvSpPr>
        <p:spPr>
          <a:xfrm>
            <a:off x="1078991" y="4005071"/>
            <a:ext cx="36830" cy="251460"/>
          </a:xfrm>
          <a:custGeom>
            <a:avLst/>
            <a:gdLst/>
            <a:ahLst/>
            <a:cxnLst/>
            <a:rect l="l" t="t" r="r" b="b"/>
            <a:pathLst>
              <a:path w="36830" h="251460">
                <a:moveTo>
                  <a:pt x="36575" y="0"/>
                </a:moveTo>
                <a:lnTo>
                  <a:pt x="0" y="0"/>
                </a:lnTo>
                <a:lnTo>
                  <a:pt x="0" y="251459"/>
                </a:lnTo>
                <a:lnTo>
                  <a:pt x="36575" y="251459"/>
                </a:lnTo>
                <a:lnTo>
                  <a:pt x="36575" y="0"/>
                </a:lnTo>
                <a:close/>
              </a:path>
            </a:pathLst>
          </a:custGeom>
          <a:solidFill>
            <a:srgbClr val="A6A6A6"/>
          </a:solidFill>
        </p:spPr>
        <p:txBody>
          <a:bodyPr wrap="square" lIns="0" tIns="0" rIns="0" bIns="0" rtlCol="0"/>
          <a:lstStyle/>
          <a:p>
            <a:endParaRPr/>
          </a:p>
        </p:txBody>
      </p:sp>
      <p:pic>
        <p:nvPicPr>
          <p:cNvPr id="11" name="object 11"/>
          <p:cNvPicPr/>
          <p:nvPr/>
        </p:nvPicPr>
        <p:blipFill>
          <a:blip r:embed="rId9" cstate="print"/>
          <a:stretch>
            <a:fillRect/>
          </a:stretch>
        </p:blipFill>
        <p:spPr>
          <a:xfrm>
            <a:off x="1267967" y="4483557"/>
            <a:ext cx="3947922" cy="221792"/>
          </a:xfrm>
          <a:prstGeom prst="rect">
            <a:avLst/>
          </a:prstGeom>
        </p:spPr>
      </p:pic>
      <p:sp>
        <p:nvSpPr>
          <p:cNvPr id="12" name="object 12"/>
          <p:cNvSpPr/>
          <p:nvPr/>
        </p:nvSpPr>
        <p:spPr>
          <a:xfrm>
            <a:off x="1078991" y="4434840"/>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A6A6A6"/>
          </a:solidFill>
        </p:spPr>
        <p:txBody>
          <a:bodyPr wrap="square" lIns="0" tIns="0" rIns="0" bIns="0" rtlCol="0"/>
          <a:lstStyle/>
          <a:p>
            <a:endParaRPr/>
          </a:p>
        </p:txBody>
      </p:sp>
      <p:pic>
        <p:nvPicPr>
          <p:cNvPr id="13" name="object 13"/>
          <p:cNvPicPr/>
          <p:nvPr/>
        </p:nvPicPr>
        <p:blipFill>
          <a:blip r:embed="rId10" cstate="print"/>
          <a:stretch>
            <a:fillRect/>
          </a:stretch>
        </p:blipFill>
        <p:spPr>
          <a:xfrm>
            <a:off x="1267967" y="4913325"/>
            <a:ext cx="5063489" cy="221792"/>
          </a:xfrm>
          <a:prstGeom prst="rect">
            <a:avLst/>
          </a:prstGeom>
        </p:spPr>
      </p:pic>
      <p:sp>
        <p:nvSpPr>
          <p:cNvPr id="14" name="object 14"/>
          <p:cNvSpPr/>
          <p:nvPr/>
        </p:nvSpPr>
        <p:spPr>
          <a:xfrm>
            <a:off x="1078991" y="4864608"/>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A6A6A6"/>
          </a:solidFill>
        </p:spPr>
        <p:txBody>
          <a:bodyPr wrap="square" lIns="0" tIns="0" rIns="0" bIns="0" rtlCol="0"/>
          <a:lstStyle/>
          <a:p>
            <a:endParaRPr/>
          </a:p>
        </p:txBody>
      </p:sp>
      <p:pic>
        <p:nvPicPr>
          <p:cNvPr id="15" name="object 15"/>
          <p:cNvPicPr/>
          <p:nvPr/>
        </p:nvPicPr>
        <p:blipFill>
          <a:blip r:embed="rId11" cstate="print"/>
          <a:stretch>
            <a:fillRect/>
          </a:stretch>
        </p:blipFill>
        <p:spPr>
          <a:xfrm>
            <a:off x="1283208" y="5343144"/>
            <a:ext cx="5305805" cy="206502"/>
          </a:xfrm>
          <a:prstGeom prst="rect">
            <a:avLst/>
          </a:prstGeom>
        </p:spPr>
      </p:pic>
      <p:sp>
        <p:nvSpPr>
          <p:cNvPr id="16" name="object 16"/>
          <p:cNvSpPr/>
          <p:nvPr/>
        </p:nvSpPr>
        <p:spPr>
          <a:xfrm>
            <a:off x="1078991" y="5294376"/>
            <a:ext cx="36830" cy="251460"/>
          </a:xfrm>
          <a:custGeom>
            <a:avLst/>
            <a:gdLst/>
            <a:ahLst/>
            <a:cxnLst/>
            <a:rect l="l" t="t" r="r" b="b"/>
            <a:pathLst>
              <a:path w="36830" h="251460">
                <a:moveTo>
                  <a:pt x="36575" y="0"/>
                </a:moveTo>
                <a:lnTo>
                  <a:pt x="0" y="0"/>
                </a:lnTo>
                <a:lnTo>
                  <a:pt x="0" y="251460"/>
                </a:lnTo>
                <a:lnTo>
                  <a:pt x="36575" y="251460"/>
                </a:lnTo>
                <a:lnTo>
                  <a:pt x="36575" y="0"/>
                </a:lnTo>
                <a:close/>
              </a:path>
            </a:pathLst>
          </a:custGeom>
          <a:solidFill>
            <a:srgbClr val="13299F"/>
          </a:solidFill>
        </p:spPr>
        <p:txBody>
          <a:bodyPr wrap="square" lIns="0" tIns="0" rIns="0" bIns="0" rtlCol="0"/>
          <a:lstStyle/>
          <a:p>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560"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pic>
        <p:nvPicPr>
          <p:cNvPr id="7" name="object 7"/>
          <p:cNvPicPr/>
          <p:nvPr/>
        </p:nvPicPr>
        <p:blipFill>
          <a:blip r:embed="rId5" cstate="print"/>
          <a:stretch>
            <a:fillRect/>
          </a:stretch>
        </p:blipFill>
        <p:spPr>
          <a:xfrm>
            <a:off x="473963" y="1443177"/>
            <a:ext cx="7674102" cy="302564"/>
          </a:xfrm>
          <a:prstGeom prst="rect">
            <a:avLst/>
          </a:prstGeom>
        </p:spPr>
      </p:pic>
      <p:sp>
        <p:nvSpPr>
          <p:cNvPr id="8" name="object 8"/>
          <p:cNvSpPr/>
          <p:nvPr/>
        </p:nvSpPr>
        <p:spPr>
          <a:xfrm>
            <a:off x="559308" y="1914144"/>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9327" y="1937004"/>
            <a:ext cx="3111246" cy="176022"/>
          </a:xfrm>
          <a:prstGeom prst="rect">
            <a:avLst/>
          </a:prstGeom>
        </p:spPr>
      </p:pic>
      <p:pic>
        <p:nvPicPr>
          <p:cNvPr id="10" name="object 10"/>
          <p:cNvPicPr/>
          <p:nvPr/>
        </p:nvPicPr>
        <p:blipFill>
          <a:blip r:embed="rId7" cstate="print"/>
          <a:stretch>
            <a:fillRect/>
          </a:stretch>
        </p:blipFill>
        <p:spPr>
          <a:xfrm>
            <a:off x="710183" y="2282951"/>
            <a:ext cx="7483602" cy="166039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949" y="6524434"/>
            <a:ext cx="8903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0183" y="1434083"/>
            <a:ext cx="1323593" cy="162305"/>
          </a:xfrm>
          <a:prstGeom prst="rect">
            <a:avLst/>
          </a:prstGeom>
        </p:spPr>
      </p:pic>
      <p:sp>
        <p:nvSpPr>
          <p:cNvPr id="9" name="object 9"/>
          <p:cNvSpPr txBox="1"/>
          <p:nvPr/>
        </p:nvSpPr>
        <p:spPr>
          <a:xfrm>
            <a:off x="713943" y="1612798"/>
            <a:ext cx="9115857" cy="2832827"/>
          </a:xfrm>
          <a:prstGeom prst="rect">
            <a:avLst/>
          </a:prstGeom>
        </p:spPr>
        <p:txBody>
          <a:bodyPr vert="horz" wrap="square" lIns="0" tIns="113030" rIns="0" bIns="0" rtlCol="0">
            <a:spAutoFit/>
          </a:bodyPr>
          <a:lstStyle/>
          <a:p>
            <a:pPr marL="195580" indent="-182880">
              <a:lnSpc>
                <a:spcPct val="100000"/>
              </a:lnSpc>
              <a:spcBef>
                <a:spcPts val="890"/>
              </a:spcBef>
              <a:buClr>
                <a:srgbClr val="183DAF"/>
              </a:buClr>
              <a:buFont typeface="Tahoma"/>
              <a:buChar char="‣"/>
              <a:tabLst>
                <a:tab pos="195580" algn="l"/>
              </a:tabLst>
            </a:pPr>
            <a:r>
              <a:rPr sz="1300" dirty="0">
                <a:solidFill>
                  <a:srgbClr val="252525"/>
                </a:solidFill>
                <a:latin typeface="Trebuchet MS"/>
                <a:cs typeface="Trebuchet MS"/>
              </a:rPr>
              <a:t>The network structure for this exercise is shown in the figure below.</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The input is a 28 x 28 greyscale image.</a:t>
            </a:r>
            <a:endParaRPr sz="1300" dirty="0">
              <a:latin typeface="Trebuchet MS"/>
              <a:cs typeface="Trebuchet MS"/>
            </a:endParaRPr>
          </a:p>
          <a:p>
            <a:pPr marL="195580" indent="-182880">
              <a:lnSpc>
                <a:spcPct val="100000"/>
              </a:lnSpc>
              <a:spcBef>
                <a:spcPts val="800"/>
              </a:spcBef>
              <a:buClr>
                <a:srgbClr val="183DAF"/>
              </a:buClr>
              <a:buFont typeface="Tahoma"/>
              <a:buChar char="‣"/>
              <a:tabLst>
                <a:tab pos="195580" algn="l"/>
              </a:tabLst>
            </a:pPr>
            <a:r>
              <a:rPr sz="1300" dirty="0">
                <a:solidFill>
                  <a:srgbClr val="252525"/>
                </a:solidFill>
                <a:latin typeface="Trebuchet MS"/>
                <a:cs typeface="Trebuchet MS"/>
              </a:rPr>
              <a:t>Dimension of the input tensor is batch size x 28 x 28 x 1, considering the number of channels (it is 1 since it’s a greyscale image) and the layout of the batch of the input</a:t>
            </a:r>
            <a:endParaRPr sz="1300" dirty="0">
              <a:latin typeface="Trebuchet MS"/>
              <a:cs typeface="Trebuchet MS"/>
            </a:endParaRPr>
          </a:p>
          <a:p>
            <a:pPr marL="194945">
              <a:lnSpc>
                <a:spcPct val="100000"/>
              </a:lnSpc>
            </a:pPr>
            <a:r>
              <a:rPr sz="1300" dirty="0">
                <a:solidFill>
                  <a:srgbClr val="252525"/>
                </a:solidFill>
                <a:latin typeface="Trebuchet MS"/>
                <a:cs typeface="Trebuchet MS"/>
              </a:rPr>
              <a:t>image.</a:t>
            </a:r>
            <a:endParaRPr sz="1300" dirty="0">
              <a:latin typeface="Trebuchet MS"/>
              <a:cs typeface="Trebuchet MS"/>
            </a:endParaRPr>
          </a:p>
          <a:p>
            <a:pPr marL="195580" indent="-182880">
              <a:lnSpc>
                <a:spcPct val="100000"/>
              </a:lnSpc>
              <a:spcBef>
                <a:spcPts val="810"/>
              </a:spcBef>
              <a:buClr>
                <a:srgbClr val="183DAF"/>
              </a:buClr>
              <a:buFont typeface="Tahoma"/>
              <a:buChar char="‣"/>
              <a:tabLst>
                <a:tab pos="195580" algn="l"/>
              </a:tabLst>
            </a:pPr>
            <a:r>
              <a:rPr sz="1300" dirty="0">
                <a:solidFill>
                  <a:srgbClr val="252525"/>
                </a:solidFill>
                <a:latin typeface="Trebuchet MS"/>
                <a:cs typeface="Trebuchet MS"/>
              </a:rPr>
              <a:t>Input data passes two convolutional layers with a 5 x 5 kernel.</a:t>
            </a:r>
            <a:endParaRPr sz="1300" dirty="0">
              <a:latin typeface="Trebuchet MS"/>
              <a:cs typeface="Trebuchet MS"/>
            </a:endParaRPr>
          </a:p>
          <a:p>
            <a:pPr marL="195580" indent="-182880">
              <a:lnSpc>
                <a:spcPct val="100000"/>
              </a:lnSpc>
              <a:spcBef>
                <a:spcPts val="790"/>
              </a:spcBef>
              <a:buClr>
                <a:srgbClr val="183DAF"/>
              </a:buClr>
              <a:buFont typeface="Tahoma"/>
              <a:buChar char="‣"/>
              <a:tabLst>
                <a:tab pos="195580" algn="l"/>
              </a:tabLst>
            </a:pPr>
            <a:r>
              <a:rPr sz="1300" dirty="0">
                <a:solidFill>
                  <a:srgbClr val="252525"/>
                </a:solidFill>
                <a:latin typeface="Trebuchet MS"/>
                <a:cs typeface="Trebuchet MS"/>
              </a:rPr>
              <a:t>The first convolution prints 32 feature maps, and the second prints 64 feature maps.</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Each convolutional layer is followed by max pooling operation P2×2 for subsampling.</a:t>
            </a:r>
            <a:endParaRPr sz="1300" dirty="0">
              <a:latin typeface="Trebuchet MS"/>
              <a:cs typeface="Trebuchet MS"/>
            </a:endParaRPr>
          </a:p>
          <a:p>
            <a:pPr marL="195580" indent="-182880">
              <a:lnSpc>
                <a:spcPct val="100000"/>
              </a:lnSpc>
              <a:spcBef>
                <a:spcPts val="805"/>
              </a:spcBef>
              <a:buClr>
                <a:srgbClr val="183DAF"/>
              </a:buClr>
              <a:buFont typeface="Tahoma"/>
              <a:buChar char="‣"/>
              <a:tabLst>
                <a:tab pos="195580" algn="l"/>
              </a:tabLst>
            </a:pPr>
            <a:r>
              <a:rPr sz="1300" dirty="0">
                <a:solidFill>
                  <a:srgbClr val="252525"/>
                </a:solidFill>
                <a:latin typeface="Trebuchet MS"/>
                <a:cs typeface="Trebuchet MS"/>
              </a:rPr>
              <a:t>Then, the output of the fully connected layer is delivered to the second fully connected layer, the final softmax layer.</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The next slide shows the network structure you are building.</a:t>
            </a:r>
            <a:endParaRPr sz="1300" dirty="0">
              <a:latin typeface="Trebuchet MS"/>
              <a:cs typeface="Trebuchet MS"/>
            </a:endParaRPr>
          </a:p>
        </p:txBody>
      </p:sp>
      <p:pic>
        <p:nvPicPr>
          <p:cNvPr id="10" name="object 10"/>
          <p:cNvPicPr/>
          <p:nvPr/>
        </p:nvPicPr>
        <p:blipFill>
          <a:blip r:embed="rId6" cstate="print"/>
          <a:stretch>
            <a:fillRect/>
          </a:stretch>
        </p:blipFill>
        <p:spPr>
          <a:xfrm>
            <a:off x="1627632" y="4805171"/>
            <a:ext cx="6174013" cy="1226819"/>
          </a:xfrm>
          <a:prstGeom prst="rect">
            <a:avLst/>
          </a:prstGeom>
        </p:spPr>
      </p:pic>
      <p:sp>
        <p:nvSpPr>
          <p:cNvPr id="11" name="object 11"/>
          <p:cNvSpPr txBox="1"/>
          <p:nvPr/>
        </p:nvSpPr>
        <p:spPr>
          <a:xfrm>
            <a:off x="2261361" y="4415154"/>
            <a:ext cx="537210" cy="358775"/>
          </a:xfrm>
          <a:prstGeom prst="rect">
            <a:avLst/>
          </a:prstGeom>
        </p:spPr>
        <p:txBody>
          <a:bodyPr vert="horz" wrap="square" lIns="0" tIns="20320" rIns="0" bIns="0" rtlCol="0">
            <a:spAutoFit/>
          </a:bodyPr>
          <a:lstStyle/>
          <a:p>
            <a:pPr marL="68580" marR="5080" indent="-56515">
              <a:lnSpc>
                <a:spcPts val="1300"/>
              </a:lnSpc>
              <a:spcBef>
                <a:spcPts val="160"/>
              </a:spcBef>
            </a:pPr>
            <a:r>
              <a:rPr sz="1100" spc="-180" dirty="0">
                <a:latin typeface="Trebuchet MS"/>
                <a:cs typeface="Trebuchet MS"/>
              </a:rPr>
              <a:t>Con</a:t>
            </a:r>
            <a:r>
              <a:rPr sz="1100" spc="-185" dirty="0">
                <a:latin typeface="Trebuchet MS"/>
                <a:cs typeface="Trebuchet MS"/>
              </a:rPr>
              <a:t>v</a:t>
            </a:r>
            <a:r>
              <a:rPr sz="1100" spc="-170" dirty="0">
                <a:latin typeface="Trebuchet MS"/>
                <a:cs typeface="Trebuchet MS"/>
              </a:rPr>
              <a:t>olu</a:t>
            </a:r>
            <a:r>
              <a:rPr sz="1100" spc="-140" dirty="0">
                <a:latin typeface="Trebuchet MS"/>
                <a:cs typeface="Trebuchet MS"/>
              </a:rPr>
              <a:t>t</a:t>
            </a:r>
            <a:r>
              <a:rPr sz="1100" spc="-125" dirty="0">
                <a:latin typeface="Trebuchet MS"/>
                <a:cs typeface="Trebuchet MS"/>
              </a:rPr>
              <a:t>i</a:t>
            </a:r>
            <a:r>
              <a:rPr sz="1100" spc="-140" dirty="0">
                <a:latin typeface="Trebuchet MS"/>
                <a:cs typeface="Trebuchet MS"/>
              </a:rPr>
              <a:t>on  </a:t>
            </a:r>
            <a:r>
              <a:rPr sz="1100" spc="-90" dirty="0">
                <a:latin typeface="Trebuchet MS"/>
                <a:cs typeface="Trebuchet MS"/>
              </a:rPr>
              <a:t>5</a:t>
            </a:r>
            <a:r>
              <a:rPr sz="1100" spc="-90" dirty="0">
                <a:solidFill>
                  <a:srgbClr val="404040"/>
                </a:solidFill>
                <a:latin typeface="Lucida Console"/>
                <a:cs typeface="Lucida Console"/>
              </a:rPr>
              <a:t>x</a:t>
            </a:r>
            <a:r>
              <a:rPr sz="1100" spc="-90" dirty="0">
                <a:latin typeface="Trebuchet MS"/>
                <a:cs typeface="Trebuchet MS"/>
              </a:rPr>
              <a:t>5</a:t>
            </a:r>
            <a:r>
              <a:rPr sz="1100" spc="-90" dirty="0">
                <a:solidFill>
                  <a:srgbClr val="404040"/>
                </a:solidFill>
                <a:latin typeface="Lucida Console"/>
                <a:cs typeface="Lucida Console"/>
              </a:rPr>
              <a:t>x</a:t>
            </a:r>
            <a:r>
              <a:rPr sz="1100" spc="-90" dirty="0">
                <a:latin typeface="Trebuchet MS"/>
                <a:cs typeface="Trebuchet MS"/>
              </a:rPr>
              <a:t>32</a:t>
            </a:r>
            <a:endParaRPr sz="1100">
              <a:latin typeface="Trebuchet MS"/>
              <a:cs typeface="Trebuchet MS"/>
            </a:endParaRPr>
          </a:p>
        </p:txBody>
      </p:sp>
      <p:sp>
        <p:nvSpPr>
          <p:cNvPr id="12" name="object 12"/>
          <p:cNvSpPr txBox="1"/>
          <p:nvPr/>
        </p:nvSpPr>
        <p:spPr>
          <a:xfrm>
            <a:off x="3314446" y="4569078"/>
            <a:ext cx="576580" cy="193675"/>
          </a:xfrm>
          <a:prstGeom prst="rect">
            <a:avLst/>
          </a:prstGeom>
        </p:spPr>
        <p:txBody>
          <a:bodyPr vert="horz" wrap="square" lIns="0" tIns="12700" rIns="0" bIns="0" rtlCol="0">
            <a:spAutoFit/>
          </a:bodyPr>
          <a:lstStyle/>
          <a:p>
            <a:pPr marL="12700">
              <a:lnSpc>
                <a:spcPct val="100000"/>
              </a:lnSpc>
              <a:spcBef>
                <a:spcPts val="100"/>
              </a:spcBef>
            </a:pPr>
            <a:r>
              <a:rPr sz="1100" spc="-140" dirty="0">
                <a:latin typeface="Trebuchet MS"/>
                <a:cs typeface="Trebuchet MS"/>
              </a:rPr>
              <a:t>P</a:t>
            </a:r>
            <a:r>
              <a:rPr sz="1100" spc="-175" dirty="0">
                <a:latin typeface="Trebuchet MS"/>
                <a:cs typeface="Trebuchet MS"/>
              </a:rPr>
              <a:t>o</a:t>
            </a:r>
            <a:r>
              <a:rPr sz="1100" spc="-185" dirty="0">
                <a:latin typeface="Trebuchet MS"/>
                <a:cs typeface="Trebuchet MS"/>
              </a:rPr>
              <a:t>o</a:t>
            </a:r>
            <a:r>
              <a:rPr sz="1100" spc="-135" dirty="0">
                <a:latin typeface="Trebuchet MS"/>
                <a:cs typeface="Trebuchet MS"/>
              </a:rPr>
              <a:t>l</a:t>
            </a:r>
            <a:r>
              <a:rPr sz="1100" spc="-125" dirty="0">
                <a:latin typeface="Trebuchet MS"/>
                <a:cs typeface="Trebuchet MS"/>
              </a:rPr>
              <a:t>i</a:t>
            </a:r>
            <a:r>
              <a:rPr sz="1100" spc="-160" dirty="0">
                <a:latin typeface="Trebuchet MS"/>
                <a:cs typeface="Trebuchet MS"/>
              </a:rPr>
              <a:t>ng</a:t>
            </a:r>
            <a:r>
              <a:rPr sz="1100" spc="-150" dirty="0">
                <a:latin typeface="Trebuchet MS"/>
                <a:cs typeface="Trebuchet MS"/>
              </a:rPr>
              <a:t> 2</a:t>
            </a:r>
            <a:r>
              <a:rPr sz="1100" spc="-130" dirty="0">
                <a:latin typeface="Trebuchet MS"/>
                <a:cs typeface="Trebuchet MS"/>
              </a:rPr>
              <a:t> </a:t>
            </a:r>
            <a:r>
              <a:rPr sz="1100" spc="-190" dirty="0">
                <a:latin typeface="Trebuchet MS"/>
                <a:cs typeface="Trebuchet MS"/>
              </a:rPr>
              <a:t>x</a:t>
            </a:r>
            <a:r>
              <a:rPr sz="1100" spc="-135" dirty="0">
                <a:latin typeface="Trebuchet MS"/>
                <a:cs typeface="Trebuchet MS"/>
              </a:rPr>
              <a:t> </a:t>
            </a:r>
            <a:r>
              <a:rPr sz="1100" spc="-150" dirty="0">
                <a:latin typeface="Trebuchet MS"/>
                <a:cs typeface="Trebuchet MS"/>
              </a:rPr>
              <a:t>2</a:t>
            </a:r>
            <a:endParaRPr sz="1100">
              <a:latin typeface="Trebuchet MS"/>
              <a:cs typeface="Trebuchet MS"/>
            </a:endParaRPr>
          </a:p>
        </p:txBody>
      </p:sp>
      <p:sp>
        <p:nvSpPr>
          <p:cNvPr id="13" name="object 13"/>
          <p:cNvSpPr txBox="1"/>
          <p:nvPr/>
        </p:nvSpPr>
        <p:spPr>
          <a:xfrm>
            <a:off x="6398133" y="4466082"/>
            <a:ext cx="480695" cy="361315"/>
          </a:xfrm>
          <a:prstGeom prst="rect">
            <a:avLst/>
          </a:prstGeom>
        </p:spPr>
        <p:txBody>
          <a:bodyPr vert="horz" wrap="square" lIns="0" tIns="12700" rIns="0" bIns="0" rtlCol="0">
            <a:spAutoFit/>
          </a:bodyPr>
          <a:lstStyle/>
          <a:p>
            <a:pPr marL="12700" marR="5080" indent="114300">
              <a:lnSpc>
                <a:spcPct val="100000"/>
              </a:lnSpc>
              <a:spcBef>
                <a:spcPts val="100"/>
              </a:spcBef>
            </a:pPr>
            <a:r>
              <a:rPr sz="1100" spc="-165" dirty="0">
                <a:latin typeface="Trebuchet MS"/>
                <a:cs typeface="Trebuchet MS"/>
              </a:rPr>
              <a:t>Fully </a:t>
            </a:r>
            <a:r>
              <a:rPr sz="1100" spc="-160" dirty="0">
                <a:latin typeface="Trebuchet MS"/>
                <a:cs typeface="Trebuchet MS"/>
              </a:rPr>
              <a:t> </a:t>
            </a:r>
            <a:r>
              <a:rPr sz="1100" spc="-130" dirty="0">
                <a:latin typeface="Trebuchet MS"/>
                <a:cs typeface="Trebuchet MS"/>
              </a:rPr>
              <a:t>c</a:t>
            </a:r>
            <a:r>
              <a:rPr sz="1100" spc="-180" dirty="0">
                <a:latin typeface="Trebuchet MS"/>
                <a:cs typeface="Trebuchet MS"/>
              </a:rPr>
              <a:t>on</a:t>
            </a:r>
            <a:r>
              <a:rPr sz="1100" spc="-195" dirty="0">
                <a:latin typeface="Trebuchet MS"/>
                <a:cs typeface="Trebuchet MS"/>
              </a:rPr>
              <a:t>ne</a:t>
            </a:r>
            <a:r>
              <a:rPr sz="1100" spc="-155" dirty="0">
                <a:latin typeface="Trebuchet MS"/>
                <a:cs typeface="Trebuchet MS"/>
              </a:rPr>
              <a:t>ct</a:t>
            </a:r>
            <a:r>
              <a:rPr sz="1100" spc="-195" dirty="0">
                <a:latin typeface="Trebuchet MS"/>
                <a:cs typeface="Trebuchet MS"/>
              </a:rPr>
              <a:t>e</a:t>
            </a:r>
            <a:r>
              <a:rPr sz="1100" spc="-200" dirty="0">
                <a:latin typeface="Trebuchet MS"/>
                <a:cs typeface="Trebuchet MS"/>
              </a:rPr>
              <a:t>d</a:t>
            </a:r>
            <a:endParaRPr sz="1100">
              <a:latin typeface="Trebuchet MS"/>
              <a:cs typeface="Trebuchet MS"/>
            </a:endParaRPr>
          </a:p>
        </p:txBody>
      </p:sp>
      <p:sp>
        <p:nvSpPr>
          <p:cNvPr id="14" name="object 14"/>
          <p:cNvSpPr txBox="1"/>
          <p:nvPr/>
        </p:nvSpPr>
        <p:spPr>
          <a:xfrm>
            <a:off x="7259573" y="4447794"/>
            <a:ext cx="480695" cy="361950"/>
          </a:xfrm>
          <a:prstGeom prst="rect">
            <a:avLst/>
          </a:prstGeom>
        </p:spPr>
        <p:txBody>
          <a:bodyPr vert="horz" wrap="square" lIns="0" tIns="12700" rIns="0" bIns="0" rtlCol="0">
            <a:spAutoFit/>
          </a:bodyPr>
          <a:lstStyle/>
          <a:p>
            <a:pPr marL="12700" marR="5080" indent="114300">
              <a:lnSpc>
                <a:spcPct val="100000"/>
              </a:lnSpc>
              <a:spcBef>
                <a:spcPts val="100"/>
              </a:spcBef>
            </a:pPr>
            <a:r>
              <a:rPr sz="1100" spc="-165" dirty="0">
                <a:latin typeface="Trebuchet MS"/>
                <a:cs typeface="Trebuchet MS"/>
              </a:rPr>
              <a:t>Fully </a:t>
            </a:r>
            <a:r>
              <a:rPr sz="1100" spc="-160" dirty="0">
                <a:latin typeface="Trebuchet MS"/>
                <a:cs typeface="Trebuchet MS"/>
              </a:rPr>
              <a:t> </a:t>
            </a:r>
            <a:r>
              <a:rPr sz="1100" spc="-130" dirty="0">
                <a:latin typeface="Trebuchet MS"/>
                <a:cs typeface="Trebuchet MS"/>
              </a:rPr>
              <a:t>c</a:t>
            </a:r>
            <a:r>
              <a:rPr sz="1100" spc="-180" dirty="0">
                <a:latin typeface="Trebuchet MS"/>
                <a:cs typeface="Trebuchet MS"/>
              </a:rPr>
              <a:t>on</a:t>
            </a:r>
            <a:r>
              <a:rPr sz="1100" spc="-195" dirty="0">
                <a:latin typeface="Trebuchet MS"/>
                <a:cs typeface="Trebuchet MS"/>
              </a:rPr>
              <a:t>ne</a:t>
            </a:r>
            <a:r>
              <a:rPr sz="1100" spc="-155" dirty="0">
                <a:latin typeface="Trebuchet MS"/>
                <a:cs typeface="Trebuchet MS"/>
              </a:rPr>
              <a:t>ct</a:t>
            </a:r>
            <a:r>
              <a:rPr sz="1100" spc="-195" dirty="0">
                <a:latin typeface="Trebuchet MS"/>
                <a:cs typeface="Trebuchet MS"/>
              </a:rPr>
              <a:t>e</a:t>
            </a:r>
            <a:r>
              <a:rPr sz="1100" spc="-200" dirty="0">
                <a:latin typeface="Trebuchet MS"/>
                <a:cs typeface="Trebuchet MS"/>
              </a:rPr>
              <a:t>d</a:t>
            </a:r>
            <a:endParaRPr sz="1100">
              <a:latin typeface="Trebuchet MS"/>
              <a:cs typeface="Trebuchet MS"/>
            </a:endParaRPr>
          </a:p>
        </p:txBody>
      </p:sp>
      <p:sp>
        <p:nvSpPr>
          <p:cNvPr id="15" name="object 15"/>
          <p:cNvSpPr txBox="1"/>
          <p:nvPr/>
        </p:nvSpPr>
        <p:spPr>
          <a:xfrm>
            <a:off x="4220336" y="4415154"/>
            <a:ext cx="537210" cy="358775"/>
          </a:xfrm>
          <a:prstGeom prst="rect">
            <a:avLst/>
          </a:prstGeom>
        </p:spPr>
        <p:txBody>
          <a:bodyPr vert="horz" wrap="square" lIns="0" tIns="20320" rIns="0" bIns="0" rtlCol="0">
            <a:spAutoFit/>
          </a:bodyPr>
          <a:lstStyle/>
          <a:p>
            <a:pPr marL="68580" marR="5080" indent="-56515">
              <a:lnSpc>
                <a:spcPts val="1300"/>
              </a:lnSpc>
              <a:spcBef>
                <a:spcPts val="160"/>
              </a:spcBef>
            </a:pPr>
            <a:r>
              <a:rPr sz="1100" spc="-180" dirty="0">
                <a:latin typeface="Trebuchet MS"/>
                <a:cs typeface="Trebuchet MS"/>
              </a:rPr>
              <a:t>Con</a:t>
            </a:r>
            <a:r>
              <a:rPr sz="1100" spc="-185" dirty="0">
                <a:latin typeface="Trebuchet MS"/>
                <a:cs typeface="Trebuchet MS"/>
              </a:rPr>
              <a:t>v</a:t>
            </a:r>
            <a:r>
              <a:rPr sz="1100" spc="-170" dirty="0">
                <a:latin typeface="Trebuchet MS"/>
                <a:cs typeface="Trebuchet MS"/>
              </a:rPr>
              <a:t>olu</a:t>
            </a:r>
            <a:r>
              <a:rPr sz="1100" spc="-140" dirty="0">
                <a:latin typeface="Trebuchet MS"/>
                <a:cs typeface="Trebuchet MS"/>
              </a:rPr>
              <a:t>t</a:t>
            </a:r>
            <a:r>
              <a:rPr sz="1100" spc="-125" dirty="0">
                <a:latin typeface="Trebuchet MS"/>
                <a:cs typeface="Trebuchet MS"/>
              </a:rPr>
              <a:t>i</a:t>
            </a:r>
            <a:r>
              <a:rPr sz="1100" spc="-140" dirty="0">
                <a:latin typeface="Trebuchet MS"/>
                <a:cs typeface="Trebuchet MS"/>
              </a:rPr>
              <a:t>on  </a:t>
            </a:r>
            <a:r>
              <a:rPr sz="1100" spc="-85" dirty="0">
                <a:latin typeface="Trebuchet MS"/>
                <a:cs typeface="Trebuchet MS"/>
              </a:rPr>
              <a:t>5</a:t>
            </a:r>
            <a:r>
              <a:rPr sz="1100" spc="-85" dirty="0">
                <a:solidFill>
                  <a:srgbClr val="404040"/>
                </a:solidFill>
                <a:latin typeface="Lucida Console"/>
                <a:cs typeface="Lucida Console"/>
              </a:rPr>
              <a:t>x</a:t>
            </a:r>
            <a:r>
              <a:rPr sz="1100" spc="-85" dirty="0">
                <a:latin typeface="Trebuchet MS"/>
                <a:cs typeface="Trebuchet MS"/>
              </a:rPr>
              <a:t>5</a:t>
            </a:r>
            <a:r>
              <a:rPr sz="1100" spc="-85" dirty="0">
                <a:solidFill>
                  <a:srgbClr val="404040"/>
                </a:solidFill>
                <a:latin typeface="Lucida Console"/>
                <a:cs typeface="Lucida Console"/>
              </a:rPr>
              <a:t>x</a:t>
            </a:r>
            <a:r>
              <a:rPr sz="1100" spc="-85" dirty="0">
                <a:latin typeface="Trebuchet MS"/>
                <a:cs typeface="Trebuchet MS"/>
              </a:rPr>
              <a:t>64</a:t>
            </a:r>
            <a:endParaRPr sz="1100">
              <a:latin typeface="Trebuchet MS"/>
              <a:cs typeface="Trebuchet MS"/>
            </a:endParaRPr>
          </a:p>
        </p:txBody>
      </p:sp>
      <p:sp>
        <p:nvSpPr>
          <p:cNvPr id="16" name="object 16"/>
          <p:cNvSpPr txBox="1"/>
          <p:nvPr/>
        </p:nvSpPr>
        <p:spPr>
          <a:xfrm>
            <a:off x="5138165" y="4576698"/>
            <a:ext cx="576580" cy="193675"/>
          </a:xfrm>
          <a:prstGeom prst="rect">
            <a:avLst/>
          </a:prstGeom>
        </p:spPr>
        <p:txBody>
          <a:bodyPr vert="horz" wrap="square" lIns="0" tIns="12700" rIns="0" bIns="0" rtlCol="0">
            <a:spAutoFit/>
          </a:bodyPr>
          <a:lstStyle/>
          <a:p>
            <a:pPr marL="12700">
              <a:lnSpc>
                <a:spcPct val="100000"/>
              </a:lnSpc>
              <a:spcBef>
                <a:spcPts val="100"/>
              </a:spcBef>
            </a:pPr>
            <a:r>
              <a:rPr sz="1100" spc="-140" dirty="0">
                <a:latin typeface="Trebuchet MS"/>
                <a:cs typeface="Trebuchet MS"/>
              </a:rPr>
              <a:t>P</a:t>
            </a:r>
            <a:r>
              <a:rPr sz="1100" spc="-175" dirty="0">
                <a:latin typeface="Trebuchet MS"/>
                <a:cs typeface="Trebuchet MS"/>
              </a:rPr>
              <a:t>o</a:t>
            </a:r>
            <a:r>
              <a:rPr sz="1100" spc="-185" dirty="0">
                <a:latin typeface="Trebuchet MS"/>
                <a:cs typeface="Trebuchet MS"/>
              </a:rPr>
              <a:t>o</a:t>
            </a:r>
            <a:r>
              <a:rPr sz="1100" spc="-135" dirty="0">
                <a:latin typeface="Trebuchet MS"/>
                <a:cs typeface="Trebuchet MS"/>
              </a:rPr>
              <a:t>l</a:t>
            </a:r>
            <a:r>
              <a:rPr sz="1100" spc="-125" dirty="0">
                <a:latin typeface="Trebuchet MS"/>
                <a:cs typeface="Trebuchet MS"/>
              </a:rPr>
              <a:t>i</a:t>
            </a:r>
            <a:r>
              <a:rPr sz="1100" spc="-160" dirty="0">
                <a:latin typeface="Trebuchet MS"/>
                <a:cs typeface="Trebuchet MS"/>
              </a:rPr>
              <a:t>ng</a:t>
            </a:r>
            <a:r>
              <a:rPr sz="1100" spc="-150" dirty="0">
                <a:latin typeface="Trebuchet MS"/>
                <a:cs typeface="Trebuchet MS"/>
              </a:rPr>
              <a:t> 2</a:t>
            </a:r>
            <a:r>
              <a:rPr sz="1100" spc="-130" dirty="0">
                <a:latin typeface="Trebuchet MS"/>
                <a:cs typeface="Trebuchet MS"/>
              </a:rPr>
              <a:t> </a:t>
            </a:r>
            <a:r>
              <a:rPr sz="1100" spc="-190" dirty="0">
                <a:latin typeface="Trebuchet MS"/>
                <a:cs typeface="Trebuchet MS"/>
              </a:rPr>
              <a:t>x</a:t>
            </a:r>
            <a:r>
              <a:rPr sz="1100" spc="-135" dirty="0">
                <a:latin typeface="Trebuchet MS"/>
                <a:cs typeface="Trebuchet MS"/>
              </a:rPr>
              <a:t> </a:t>
            </a:r>
            <a:r>
              <a:rPr sz="1100" spc="-150" dirty="0">
                <a:latin typeface="Trebuchet MS"/>
                <a:cs typeface="Trebuchet MS"/>
              </a:rPr>
              <a:t>2</a:t>
            </a:r>
            <a:endParaRPr sz="1100">
              <a:latin typeface="Trebuchet MS"/>
              <a:cs typeface="Trebuchet MS"/>
            </a:endParaRPr>
          </a:p>
        </p:txBody>
      </p:sp>
      <p:sp>
        <p:nvSpPr>
          <p:cNvPr id="17" name="object 17"/>
          <p:cNvSpPr txBox="1"/>
          <p:nvPr/>
        </p:nvSpPr>
        <p:spPr>
          <a:xfrm>
            <a:off x="1799335" y="6053734"/>
            <a:ext cx="455295" cy="193675"/>
          </a:xfrm>
          <a:prstGeom prst="rect">
            <a:avLst/>
          </a:prstGeom>
        </p:spPr>
        <p:txBody>
          <a:bodyPr vert="horz" wrap="square" lIns="0" tIns="12700" rIns="0" bIns="0" rtlCol="0">
            <a:spAutoFit/>
          </a:bodyPr>
          <a:lstStyle/>
          <a:p>
            <a:pPr marL="12700">
              <a:lnSpc>
                <a:spcPct val="100000"/>
              </a:lnSpc>
              <a:spcBef>
                <a:spcPts val="100"/>
              </a:spcBef>
            </a:pPr>
            <a:r>
              <a:rPr sz="1100" spc="-125" dirty="0">
                <a:latin typeface="Trebuchet MS"/>
                <a:cs typeface="Trebuchet MS"/>
              </a:rPr>
              <a:t>28</a:t>
            </a:r>
            <a:r>
              <a:rPr sz="1100" spc="-125" dirty="0">
                <a:solidFill>
                  <a:srgbClr val="404040"/>
                </a:solidFill>
                <a:latin typeface="Lucida Console"/>
                <a:cs typeface="Lucida Console"/>
              </a:rPr>
              <a:t>x</a:t>
            </a:r>
            <a:r>
              <a:rPr sz="1100" spc="-125" dirty="0">
                <a:latin typeface="Trebuchet MS"/>
                <a:cs typeface="Trebuchet MS"/>
              </a:rPr>
              <a:t>28</a:t>
            </a:r>
            <a:r>
              <a:rPr sz="1100" spc="-125" dirty="0">
                <a:solidFill>
                  <a:srgbClr val="404040"/>
                </a:solidFill>
                <a:latin typeface="Lucida Console"/>
                <a:cs typeface="Lucida Console"/>
              </a:rPr>
              <a:t>x</a:t>
            </a:r>
            <a:r>
              <a:rPr sz="1100" spc="-125" dirty="0">
                <a:latin typeface="Trebuchet MS"/>
                <a:cs typeface="Trebuchet MS"/>
              </a:rPr>
              <a:t>1</a:t>
            </a:r>
            <a:endParaRPr sz="1100">
              <a:latin typeface="Trebuchet MS"/>
              <a:cs typeface="Trebuchet MS"/>
            </a:endParaRPr>
          </a:p>
        </p:txBody>
      </p:sp>
      <p:sp>
        <p:nvSpPr>
          <p:cNvPr id="18" name="object 18"/>
          <p:cNvSpPr txBox="1"/>
          <p:nvPr/>
        </p:nvSpPr>
        <p:spPr>
          <a:xfrm>
            <a:off x="2881376" y="6053734"/>
            <a:ext cx="594360" cy="193675"/>
          </a:xfrm>
          <a:prstGeom prst="rect">
            <a:avLst/>
          </a:prstGeom>
        </p:spPr>
        <p:txBody>
          <a:bodyPr vert="horz" wrap="square" lIns="0" tIns="12700" rIns="0" bIns="0" rtlCol="0">
            <a:spAutoFit/>
          </a:bodyPr>
          <a:lstStyle/>
          <a:p>
            <a:pPr marL="12700">
              <a:lnSpc>
                <a:spcPct val="100000"/>
              </a:lnSpc>
              <a:spcBef>
                <a:spcPts val="100"/>
              </a:spcBef>
            </a:pPr>
            <a:r>
              <a:rPr sz="1100" spc="-100" dirty="0">
                <a:latin typeface="Trebuchet MS"/>
                <a:cs typeface="Trebuchet MS"/>
              </a:rPr>
              <a:t>2</a:t>
            </a:r>
            <a:r>
              <a:rPr sz="1100" spc="-125" dirty="0">
                <a:latin typeface="Trebuchet MS"/>
                <a:cs typeface="Trebuchet MS"/>
              </a:rPr>
              <a:t>8</a:t>
            </a:r>
            <a:r>
              <a:rPr sz="1100" spc="-20" dirty="0">
                <a:solidFill>
                  <a:srgbClr val="404040"/>
                </a:solidFill>
                <a:latin typeface="Lucida Console"/>
                <a:cs typeface="Lucida Console"/>
              </a:rPr>
              <a:t>x</a:t>
            </a:r>
            <a:r>
              <a:rPr sz="1100" spc="-114" dirty="0">
                <a:latin typeface="Trebuchet MS"/>
                <a:cs typeface="Trebuchet MS"/>
              </a:rPr>
              <a:t>2</a:t>
            </a:r>
            <a:r>
              <a:rPr sz="1100" spc="-135" dirty="0">
                <a:latin typeface="Trebuchet MS"/>
                <a:cs typeface="Trebuchet MS"/>
              </a:rPr>
              <a:t>8</a:t>
            </a:r>
            <a:r>
              <a:rPr sz="1100" spc="-10" dirty="0">
                <a:solidFill>
                  <a:srgbClr val="404040"/>
                </a:solidFill>
                <a:latin typeface="Lucida Console"/>
                <a:cs typeface="Lucida Console"/>
              </a:rPr>
              <a:t>x28</a:t>
            </a:r>
            <a:endParaRPr sz="1100">
              <a:latin typeface="Lucida Console"/>
              <a:cs typeface="Lucida Console"/>
            </a:endParaRPr>
          </a:p>
        </p:txBody>
      </p:sp>
      <p:sp>
        <p:nvSpPr>
          <p:cNvPr id="19" name="object 19"/>
          <p:cNvSpPr txBox="1"/>
          <p:nvPr/>
        </p:nvSpPr>
        <p:spPr>
          <a:xfrm>
            <a:off x="3980179" y="6055258"/>
            <a:ext cx="472440" cy="194310"/>
          </a:xfrm>
          <a:prstGeom prst="rect">
            <a:avLst/>
          </a:prstGeom>
        </p:spPr>
        <p:txBody>
          <a:bodyPr vert="horz" wrap="square" lIns="0" tIns="13335" rIns="0" bIns="0" rtlCol="0">
            <a:spAutoFit/>
          </a:bodyPr>
          <a:lstStyle/>
          <a:p>
            <a:pPr marL="12700">
              <a:lnSpc>
                <a:spcPct val="100000"/>
              </a:lnSpc>
              <a:spcBef>
                <a:spcPts val="105"/>
              </a:spcBef>
            </a:pPr>
            <a:r>
              <a:rPr sz="1100" spc="-165" dirty="0">
                <a:latin typeface="Trebuchet MS"/>
                <a:cs typeface="Trebuchet MS"/>
              </a:rPr>
              <a:t>14</a:t>
            </a:r>
            <a:r>
              <a:rPr sz="1100" spc="-165" dirty="0">
                <a:solidFill>
                  <a:srgbClr val="404040"/>
                </a:solidFill>
                <a:latin typeface="Lucida Console"/>
                <a:cs typeface="Lucida Console"/>
              </a:rPr>
              <a:t>x</a:t>
            </a:r>
            <a:r>
              <a:rPr sz="1100" spc="-165" dirty="0">
                <a:latin typeface="Trebuchet MS"/>
                <a:cs typeface="Trebuchet MS"/>
              </a:rPr>
              <a:t>14</a:t>
            </a:r>
            <a:r>
              <a:rPr sz="1100" spc="-165" dirty="0">
                <a:solidFill>
                  <a:srgbClr val="404040"/>
                </a:solidFill>
                <a:latin typeface="Lucida Console"/>
                <a:cs typeface="Lucida Console"/>
              </a:rPr>
              <a:t>x</a:t>
            </a:r>
            <a:r>
              <a:rPr sz="1100" spc="-165" dirty="0">
                <a:latin typeface="Trebuchet MS"/>
                <a:cs typeface="Trebuchet MS"/>
              </a:rPr>
              <a:t>32</a:t>
            </a:r>
            <a:endParaRPr sz="1100">
              <a:latin typeface="Trebuchet MS"/>
              <a:cs typeface="Trebuchet MS"/>
            </a:endParaRPr>
          </a:p>
        </p:txBody>
      </p:sp>
      <p:sp>
        <p:nvSpPr>
          <p:cNvPr id="20" name="object 20"/>
          <p:cNvSpPr txBox="1"/>
          <p:nvPr/>
        </p:nvSpPr>
        <p:spPr>
          <a:xfrm>
            <a:off x="5048758" y="6053734"/>
            <a:ext cx="471170" cy="193675"/>
          </a:xfrm>
          <a:prstGeom prst="rect">
            <a:avLst/>
          </a:prstGeom>
        </p:spPr>
        <p:txBody>
          <a:bodyPr vert="horz" wrap="square" lIns="0" tIns="12700" rIns="0" bIns="0" rtlCol="0">
            <a:spAutoFit/>
          </a:bodyPr>
          <a:lstStyle/>
          <a:p>
            <a:pPr marL="12700">
              <a:lnSpc>
                <a:spcPct val="100000"/>
              </a:lnSpc>
              <a:spcBef>
                <a:spcPts val="100"/>
              </a:spcBef>
            </a:pPr>
            <a:r>
              <a:rPr sz="1100" spc="-165" dirty="0">
                <a:latin typeface="Trebuchet MS"/>
                <a:cs typeface="Trebuchet MS"/>
              </a:rPr>
              <a:t>14</a:t>
            </a:r>
            <a:r>
              <a:rPr sz="1100" spc="-165" dirty="0">
                <a:solidFill>
                  <a:srgbClr val="404040"/>
                </a:solidFill>
                <a:latin typeface="Lucida Console"/>
                <a:cs typeface="Lucida Console"/>
              </a:rPr>
              <a:t>x</a:t>
            </a:r>
            <a:r>
              <a:rPr sz="1100" spc="-165" dirty="0">
                <a:latin typeface="Trebuchet MS"/>
                <a:cs typeface="Trebuchet MS"/>
              </a:rPr>
              <a:t>14</a:t>
            </a:r>
            <a:r>
              <a:rPr sz="1100" spc="-165" dirty="0">
                <a:solidFill>
                  <a:srgbClr val="404040"/>
                </a:solidFill>
                <a:latin typeface="Lucida Console"/>
                <a:cs typeface="Lucida Console"/>
              </a:rPr>
              <a:t>x</a:t>
            </a:r>
            <a:r>
              <a:rPr sz="1100" spc="-165" dirty="0">
                <a:latin typeface="Trebuchet MS"/>
                <a:cs typeface="Trebuchet MS"/>
              </a:rPr>
              <a:t>64</a:t>
            </a:r>
            <a:endParaRPr sz="1100">
              <a:latin typeface="Trebuchet MS"/>
              <a:cs typeface="Trebuchet MS"/>
            </a:endParaRPr>
          </a:p>
        </p:txBody>
      </p:sp>
      <p:sp>
        <p:nvSpPr>
          <p:cNvPr id="21" name="object 21"/>
          <p:cNvSpPr txBox="1"/>
          <p:nvPr/>
        </p:nvSpPr>
        <p:spPr>
          <a:xfrm>
            <a:off x="6002273" y="6053734"/>
            <a:ext cx="410209" cy="193675"/>
          </a:xfrm>
          <a:prstGeom prst="rect">
            <a:avLst/>
          </a:prstGeom>
        </p:spPr>
        <p:txBody>
          <a:bodyPr vert="horz" wrap="square" lIns="0" tIns="12700" rIns="0" bIns="0" rtlCol="0">
            <a:spAutoFit/>
          </a:bodyPr>
          <a:lstStyle/>
          <a:p>
            <a:pPr marL="12700">
              <a:lnSpc>
                <a:spcPct val="100000"/>
              </a:lnSpc>
              <a:spcBef>
                <a:spcPts val="100"/>
              </a:spcBef>
            </a:pPr>
            <a:r>
              <a:rPr sz="1100" spc="-185" dirty="0">
                <a:latin typeface="Trebuchet MS"/>
                <a:cs typeface="Trebuchet MS"/>
              </a:rPr>
              <a:t>7</a:t>
            </a:r>
            <a:r>
              <a:rPr sz="1100" spc="-10" dirty="0">
                <a:solidFill>
                  <a:srgbClr val="404040"/>
                </a:solidFill>
                <a:latin typeface="Lucida Console"/>
                <a:cs typeface="Lucida Console"/>
              </a:rPr>
              <a:t>x</a:t>
            </a:r>
            <a:r>
              <a:rPr sz="1100" spc="-185" dirty="0">
                <a:latin typeface="Trebuchet MS"/>
                <a:cs typeface="Trebuchet MS"/>
              </a:rPr>
              <a:t>7</a:t>
            </a:r>
            <a:r>
              <a:rPr sz="1100" spc="-10" dirty="0">
                <a:solidFill>
                  <a:srgbClr val="404040"/>
                </a:solidFill>
                <a:latin typeface="Lucida Console"/>
                <a:cs typeface="Lucida Console"/>
              </a:rPr>
              <a:t>x</a:t>
            </a:r>
            <a:r>
              <a:rPr sz="1100" spc="-125" dirty="0">
                <a:latin typeface="Trebuchet MS"/>
                <a:cs typeface="Trebuchet MS"/>
              </a:rPr>
              <a:t>64</a:t>
            </a:r>
            <a:endParaRPr sz="1100">
              <a:latin typeface="Trebuchet MS"/>
              <a:cs typeface="Trebuchet MS"/>
            </a:endParaRPr>
          </a:p>
        </p:txBody>
      </p:sp>
      <p:sp>
        <p:nvSpPr>
          <p:cNvPr id="22" name="object 22"/>
          <p:cNvSpPr txBox="1"/>
          <p:nvPr/>
        </p:nvSpPr>
        <p:spPr>
          <a:xfrm>
            <a:off x="7099172" y="6060744"/>
            <a:ext cx="592455" cy="193675"/>
          </a:xfrm>
          <a:prstGeom prst="rect">
            <a:avLst/>
          </a:prstGeom>
        </p:spPr>
        <p:txBody>
          <a:bodyPr vert="horz" wrap="square" lIns="0" tIns="12700" rIns="0" bIns="0" rtlCol="0">
            <a:spAutoFit/>
          </a:bodyPr>
          <a:lstStyle/>
          <a:p>
            <a:pPr marL="12700">
              <a:lnSpc>
                <a:spcPct val="100000"/>
              </a:lnSpc>
              <a:spcBef>
                <a:spcPts val="100"/>
              </a:spcBef>
              <a:tabLst>
                <a:tab pos="491490" algn="l"/>
              </a:tabLst>
            </a:pPr>
            <a:r>
              <a:rPr sz="1100" spc="-365" dirty="0">
                <a:latin typeface="Trebuchet MS"/>
                <a:cs typeface="Trebuchet MS"/>
              </a:rPr>
              <a:t>1</a:t>
            </a:r>
            <a:r>
              <a:rPr sz="1100" spc="-130" dirty="0">
                <a:latin typeface="Trebuchet MS"/>
                <a:cs typeface="Trebuchet MS"/>
              </a:rPr>
              <a:t>0</a:t>
            </a:r>
            <a:r>
              <a:rPr sz="1100" spc="-90" dirty="0">
                <a:latin typeface="Trebuchet MS"/>
                <a:cs typeface="Trebuchet MS"/>
              </a:rPr>
              <a:t>2</a:t>
            </a:r>
            <a:r>
              <a:rPr sz="1100" spc="-155" dirty="0">
                <a:latin typeface="Trebuchet MS"/>
                <a:cs typeface="Trebuchet MS"/>
              </a:rPr>
              <a:t>4</a:t>
            </a:r>
            <a:r>
              <a:rPr sz="1100" dirty="0">
                <a:latin typeface="Trebuchet MS"/>
                <a:cs typeface="Trebuchet MS"/>
              </a:rPr>
              <a:t>	</a:t>
            </a:r>
            <a:r>
              <a:rPr sz="1100" spc="-240" dirty="0">
                <a:latin typeface="Trebuchet MS"/>
                <a:cs typeface="Trebuchet MS"/>
              </a:rPr>
              <a:t>10</a:t>
            </a:r>
            <a:endParaRPr sz="1100">
              <a:latin typeface="Trebuchet MS"/>
              <a:cs typeface="Trebuchet MS"/>
            </a:endParaRPr>
          </a:p>
        </p:txBody>
      </p:sp>
      <p:grpSp>
        <p:nvGrpSpPr>
          <p:cNvPr id="23" name="object 23"/>
          <p:cNvGrpSpPr/>
          <p:nvPr/>
        </p:nvGrpSpPr>
        <p:grpSpPr>
          <a:xfrm>
            <a:off x="6055995" y="5085969"/>
            <a:ext cx="659130" cy="701675"/>
            <a:chOff x="6055995" y="5085969"/>
            <a:chExt cx="659130" cy="701675"/>
          </a:xfrm>
        </p:grpSpPr>
        <p:sp>
          <p:nvSpPr>
            <p:cNvPr id="24" name="object 24"/>
            <p:cNvSpPr/>
            <p:nvPr/>
          </p:nvSpPr>
          <p:spPr>
            <a:xfrm>
              <a:off x="6055995" y="5085969"/>
              <a:ext cx="659130" cy="701675"/>
            </a:xfrm>
            <a:custGeom>
              <a:avLst/>
              <a:gdLst/>
              <a:ahLst/>
              <a:cxnLst/>
              <a:rect l="l" t="t" r="r" b="b"/>
              <a:pathLst>
                <a:path w="659129" h="701675">
                  <a:moveTo>
                    <a:pt x="125349" y="0"/>
                  </a:moveTo>
                  <a:lnTo>
                    <a:pt x="0" y="113791"/>
                  </a:lnTo>
                  <a:lnTo>
                    <a:pt x="533526" y="701535"/>
                  </a:lnTo>
                  <a:lnTo>
                    <a:pt x="658876" y="587768"/>
                  </a:lnTo>
                  <a:lnTo>
                    <a:pt x="125349" y="0"/>
                  </a:lnTo>
                  <a:close/>
                </a:path>
              </a:pathLst>
            </a:custGeom>
            <a:solidFill>
              <a:srgbClr val="ECECEC"/>
            </a:solidFill>
          </p:spPr>
          <p:txBody>
            <a:bodyPr wrap="square" lIns="0" tIns="0" rIns="0" bIns="0" rtlCol="0"/>
            <a:lstStyle/>
            <a:p>
              <a:endParaRPr/>
            </a:p>
          </p:txBody>
        </p:sp>
        <p:sp>
          <p:nvSpPr>
            <p:cNvPr id="25" name="object 25"/>
            <p:cNvSpPr/>
            <p:nvPr/>
          </p:nvSpPr>
          <p:spPr>
            <a:xfrm>
              <a:off x="6147054" y="5180203"/>
              <a:ext cx="346710" cy="367030"/>
            </a:xfrm>
            <a:custGeom>
              <a:avLst/>
              <a:gdLst/>
              <a:ahLst/>
              <a:cxnLst/>
              <a:rect l="l" t="t" r="r" b="b"/>
              <a:pathLst>
                <a:path w="346710" h="367029">
                  <a:moveTo>
                    <a:pt x="286893" y="299212"/>
                  </a:moveTo>
                  <a:lnTo>
                    <a:pt x="283463" y="300482"/>
                  </a:lnTo>
                  <a:lnTo>
                    <a:pt x="248793" y="331978"/>
                  </a:lnTo>
                  <a:lnTo>
                    <a:pt x="247142" y="335153"/>
                  </a:lnTo>
                  <a:lnTo>
                    <a:pt x="246380" y="342138"/>
                  </a:lnTo>
                  <a:lnTo>
                    <a:pt x="247523" y="345313"/>
                  </a:lnTo>
                  <a:lnTo>
                    <a:pt x="250190" y="348234"/>
                  </a:lnTo>
                  <a:lnTo>
                    <a:pt x="250825" y="348996"/>
                  </a:lnTo>
                  <a:lnTo>
                    <a:pt x="255016" y="352552"/>
                  </a:lnTo>
                  <a:lnTo>
                    <a:pt x="262763" y="358775"/>
                  </a:lnTo>
                  <a:lnTo>
                    <a:pt x="261366" y="359918"/>
                  </a:lnTo>
                  <a:lnTo>
                    <a:pt x="267462" y="366649"/>
                  </a:lnTo>
                  <a:lnTo>
                    <a:pt x="281019" y="354330"/>
                  </a:lnTo>
                  <a:lnTo>
                    <a:pt x="267462" y="354330"/>
                  </a:lnTo>
                  <a:lnTo>
                    <a:pt x="262255" y="349377"/>
                  </a:lnTo>
                  <a:lnTo>
                    <a:pt x="259334" y="346456"/>
                  </a:lnTo>
                  <a:lnTo>
                    <a:pt x="258572" y="345567"/>
                  </a:lnTo>
                  <a:lnTo>
                    <a:pt x="255143" y="341757"/>
                  </a:lnTo>
                  <a:lnTo>
                    <a:pt x="255397" y="338201"/>
                  </a:lnTo>
                  <a:lnTo>
                    <a:pt x="259080" y="334772"/>
                  </a:lnTo>
                  <a:lnTo>
                    <a:pt x="285496" y="310896"/>
                  </a:lnTo>
                  <a:lnTo>
                    <a:pt x="289306" y="307340"/>
                  </a:lnTo>
                  <a:lnTo>
                    <a:pt x="303573" y="307340"/>
                  </a:lnTo>
                  <a:lnTo>
                    <a:pt x="300609" y="304038"/>
                  </a:lnTo>
                  <a:lnTo>
                    <a:pt x="297815" y="301117"/>
                  </a:lnTo>
                  <a:lnTo>
                    <a:pt x="294640" y="299466"/>
                  </a:lnTo>
                  <a:lnTo>
                    <a:pt x="286893" y="299212"/>
                  </a:lnTo>
                  <a:close/>
                </a:path>
                <a:path w="346710" h="367029">
                  <a:moveTo>
                    <a:pt x="303573" y="307340"/>
                  </a:moveTo>
                  <a:lnTo>
                    <a:pt x="289306" y="307340"/>
                  </a:lnTo>
                  <a:lnTo>
                    <a:pt x="292862" y="307467"/>
                  </a:lnTo>
                  <a:lnTo>
                    <a:pt x="296291" y="311277"/>
                  </a:lnTo>
                  <a:lnTo>
                    <a:pt x="304800" y="320548"/>
                  </a:lnTo>
                  <a:lnTo>
                    <a:pt x="267462" y="354330"/>
                  </a:lnTo>
                  <a:lnTo>
                    <a:pt x="281019" y="354330"/>
                  </a:lnTo>
                  <a:lnTo>
                    <a:pt x="324067" y="315214"/>
                  </a:lnTo>
                  <a:lnTo>
                    <a:pt x="310642" y="315214"/>
                  </a:lnTo>
                  <a:lnTo>
                    <a:pt x="303573" y="307340"/>
                  </a:lnTo>
                  <a:close/>
                </a:path>
                <a:path w="346710" h="367029">
                  <a:moveTo>
                    <a:pt x="254635" y="257175"/>
                  </a:moveTo>
                  <a:lnTo>
                    <a:pt x="212851" y="295021"/>
                  </a:lnTo>
                  <a:lnTo>
                    <a:pt x="209042" y="298577"/>
                  </a:lnTo>
                  <a:lnTo>
                    <a:pt x="208915" y="302133"/>
                  </a:lnTo>
                  <a:lnTo>
                    <a:pt x="213725" y="307467"/>
                  </a:lnTo>
                  <a:lnTo>
                    <a:pt x="227075" y="322199"/>
                  </a:lnTo>
                  <a:lnTo>
                    <a:pt x="230505" y="325882"/>
                  </a:lnTo>
                  <a:lnTo>
                    <a:pt x="234061" y="326136"/>
                  </a:lnTo>
                  <a:lnTo>
                    <a:pt x="237871" y="322580"/>
                  </a:lnTo>
                  <a:lnTo>
                    <a:pt x="245027" y="316230"/>
                  </a:lnTo>
                  <a:lnTo>
                    <a:pt x="231901" y="316230"/>
                  </a:lnTo>
                  <a:lnTo>
                    <a:pt x="218694" y="301625"/>
                  </a:lnTo>
                  <a:lnTo>
                    <a:pt x="236600" y="285496"/>
                  </a:lnTo>
                  <a:lnTo>
                    <a:pt x="246414" y="285496"/>
                  </a:lnTo>
                  <a:lnTo>
                    <a:pt x="241935" y="280543"/>
                  </a:lnTo>
                  <a:lnTo>
                    <a:pt x="256794" y="267081"/>
                  </a:lnTo>
                  <a:lnTo>
                    <a:pt x="267029" y="267081"/>
                  </a:lnTo>
                  <a:lnTo>
                    <a:pt x="261620" y="261112"/>
                  </a:lnTo>
                  <a:lnTo>
                    <a:pt x="258191" y="257429"/>
                  </a:lnTo>
                  <a:lnTo>
                    <a:pt x="254635" y="257175"/>
                  </a:lnTo>
                  <a:close/>
                </a:path>
                <a:path w="346710" h="367029">
                  <a:moveTo>
                    <a:pt x="240919" y="307975"/>
                  </a:moveTo>
                  <a:lnTo>
                    <a:pt x="231901" y="316230"/>
                  </a:lnTo>
                  <a:lnTo>
                    <a:pt x="245027" y="316230"/>
                  </a:lnTo>
                  <a:lnTo>
                    <a:pt x="246887" y="314579"/>
                  </a:lnTo>
                  <a:lnTo>
                    <a:pt x="240919" y="307975"/>
                  </a:lnTo>
                  <a:close/>
                </a:path>
                <a:path w="346710" h="367029">
                  <a:moveTo>
                    <a:pt x="340741" y="287909"/>
                  </a:moveTo>
                  <a:lnTo>
                    <a:pt x="310642" y="315214"/>
                  </a:lnTo>
                  <a:lnTo>
                    <a:pt x="324067" y="315214"/>
                  </a:lnTo>
                  <a:lnTo>
                    <a:pt x="346710" y="294640"/>
                  </a:lnTo>
                  <a:lnTo>
                    <a:pt x="340741" y="287909"/>
                  </a:lnTo>
                  <a:close/>
                </a:path>
                <a:path w="346710" h="367029">
                  <a:moveTo>
                    <a:pt x="246414" y="285496"/>
                  </a:moveTo>
                  <a:lnTo>
                    <a:pt x="236600" y="285496"/>
                  </a:lnTo>
                  <a:lnTo>
                    <a:pt x="253619" y="304292"/>
                  </a:lnTo>
                  <a:lnTo>
                    <a:pt x="258063" y="304419"/>
                  </a:lnTo>
                  <a:lnTo>
                    <a:pt x="268284" y="295148"/>
                  </a:lnTo>
                  <a:lnTo>
                    <a:pt x="255143" y="295148"/>
                  </a:lnTo>
                  <a:lnTo>
                    <a:pt x="246414" y="285496"/>
                  </a:lnTo>
                  <a:close/>
                </a:path>
                <a:path w="346710" h="367029">
                  <a:moveTo>
                    <a:pt x="267029" y="267081"/>
                  </a:moveTo>
                  <a:lnTo>
                    <a:pt x="256794" y="267081"/>
                  </a:lnTo>
                  <a:lnTo>
                    <a:pt x="270001" y="281686"/>
                  </a:lnTo>
                  <a:lnTo>
                    <a:pt x="255143" y="295148"/>
                  </a:lnTo>
                  <a:lnTo>
                    <a:pt x="268284" y="295148"/>
                  </a:lnTo>
                  <a:lnTo>
                    <a:pt x="275844" y="288290"/>
                  </a:lnTo>
                  <a:lnTo>
                    <a:pt x="279654" y="284734"/>
                  </a:lnTo>
                  <a:lnTo>
                    <a:pt x="279781" y="281178"/>
                  </a:lnTo>
                  <a:lnTo>
                    <a:pt x="267029" y="267081"/>
                  </a:lnTo>
                  <a:close/>
                </a:path>
                <a:path w="346710" h="367029">
                  <a:moveTo>
                    <a:pt x="216281" y="221234"/>
                  </a:moveTo>
                  <a:lnTo>
                    <a:pt x="212851" y="222631"/>
                  </a:lnTo>
                  <a:lnTo>
                    <a:pt x="209804" y="225298"/>
                  </a:lnTo>
                  <a:lnTo>
                    <a:pt x="180975" y="251587"/>
                  </a:lnTo>
                  <a:lnTo>
                    <a:pt x="178054" y="254127"/>
                  </a:lnTo>
                  <a:lnTo>
                    <a:pt x="176469" y="257175"/>
                  </a:lnTo>
                  <a:lnTo>
                    <a:pt x="176388" y="257429"/>
                  </a:lnTo>
                  <a:lnTo>
                    <a:pt x="175994" y="261112"/>
                  </a:lnTo>
                  <a:lnTo>
                    <a:pt x="175768" y="264287"/>
                  </a:lnTo>
                  <a:lnTo>
                    <a:pt x="176911" y="267462"/>
                  </a:lnTo>
                  <a:lnTo>
                    <a:pt x="179450" y="270383"/>
                  </a:lnTo>
                  <a:lnTo>
                    <a:pt x="180212" y="271145"/>
                  </a:lnTo>
                  <a:lnTo>
                    <a:pt x="192024" y="280797"/>
                  </a:lnTo>
                  <a:lnTo>
                    <a:pt x="190626" y="282067"/>
                  </a:lnTo>
                  <a:lnTo>
                    <a:pt x="196723" y="288798"/>
                  </a:lnTo>
                  <a:lnTo>
                    <a:pt x="210302" y="276479"/>
                  </a:lnTo>
                  <a:lnTo>
                    <a:pt x="196850" y="276479"/>
                  </a:lnTo>
                  <a:lnTo>
                    <a:pt x="191643" y="271526"/>
                  </a:lnTo>
                  <a:lnTo>
                    <a:pt x="187833" y="267716"/>
                  </a:lnTo>
                  <a:lnTo>
                    <a:pt x="184404" y="263906"/>
                  </a:lnTo>
                  <a:lnTo>
                    <a:pt x="184658" y="260350"/>
                  </a:lnTo>
                  <a:lnTo>
                    <a:pt x="218694" y="229489"/>
                  </a:lnTo>
                  <a:lnTo>
                    <a:pt x="232865" y="229489"/>
                  </a:lnTo>
                  <a:lnTo>
                    <a:pt x="227203" y="223266"/>
                  </a:lnTo>
                  <a:lnTo>
                    <a:pt x="223900" y="221615"/>
                  </a:lnTo>
                  <a:lnTo>
                    <a:pt x="220091" y="221488"/>
                  </a:lnTo>
                  <a:lnTo>
                    <a:pt x="216281" y="221234"/>
                  </a:lnTo>
                  <a:close/>
                </a:path>
                <a:path w="346710" h="367029">
                  <a:moveTo>
                    <a:pt x="232865" y="229489"/>
                  </a:moveTo>
                  <a:lnTo>
                    <a:pt x="218694" y="229489"/>
                  </a:lnTo>
                  <a:lnTo>
                    <a:pt x="222250" y="229616"/>
                  </a:lnTo>
                  <a:lnTo>
                    <a:pt x="225551" y="233426"/>
                  </a:lnTo>
                  <a:lnTo>
                    <a:pt x="234061" y="242697"/>
                  </a:lnTo>
                  <a:lnTo>
                    <a:pt x="196850" y="276479"/>
                  </a:lnTo>
                  <a:lnTo>
                    <a:pt x="210302" y="276479"/>
                  </a:lnTo>
                  <a:lnTo>
                    <a:pt x="253419" y="237363"/>
                  </a:lnTo>
                  <a:lnTo>
                    <a:pt x="240030" y="237363"/>
                  </a:lnTo>
                  <a:lnTo>
                    <a:pt x="232865" y="229489"/>
                  </a:lnTo>
                  <a:close/>
                </a:path>
                <a:path w="346710" h="367029">
                  <a:moveTo>
                    <a:pt x="195072" y="189103"/>
                  </a:moveTo>
                  <a:lnTo>
                    <a:pt x="184404" y="189103"/>
                  </a:lnTo>
                  <a:lnTo>
                    <a:pt x="198374" y="203581"/>
                  </a:lnTo>
                  <a:lnTo>
                    <a:pt x="155067" y="242824"/>
                  </a:lnTo>
                  <a:lnTo>
                    <a:pt x="161162" y="249555"/>
                  </a:lnTo>
                  <a:lnTo>
                    <a:pt x="205232" y="209550"/>
                  </a:lnTo>
                  <a:lnTo>
                    <a:pt x="208915" y="206248"/>
                  </a:lnTo>
                  <a:lnTo>
                    <a:pt x="197866" y="191516"/>
                  </a:lnTo>
                  <a:lnTo>
                    <a:pt x="195072" y="189103"/>
                  </a:lnTo>
                  <a:close/>
                </a:path>
                <a:path w="346710" h="367029">
                  <a:moveTo>
                    <a:pt x="270001" y="210058"/>
                  </a:moveTo>
                  <a:lnTo>
                    <a:pt x="240030" y="237363"/>
                  </a:lnTo>
                  <a:lnTo>
                    <a:pt x="253419" y="237363"/>
                  </a:lnTo>
                  <a:lnTo>
                    <a:pt x="276098" y="216789"/>
                  </a:lnTo>
                  <a:lnTo>
                    <a:pt x="270001" y="210058"/>
                  </a:lnTo>
                  <a:close/>
                </a:path>
                <a:path w="346710" h="367029">
                  <a:moveTo>
                    <a:pt x="184785" y="176530"/>
                  </a:moveTo>
                  <a:lnTo>
                    <a:pt x="135509" y="221234"/>
                  </a:lnTo>
                  <a:lnTo>
                    <a:pt x="141605" y="227965"/>
                  </a:lnTo>
                  <a:lnTo>
                    <a:pt x="184404" y="189103"/>
                  </a:lnTo>
                  <a:lnTo>
                    <a:pt x="195072" y="189103"/>
                  </a:lnTo>
                  <a:lnTo>
                    <a:pt x="189484" y="184531"/>
                  </a:lnTo>
                  <a:lnTo>
                    <a:pt x="190881" y="183261"/>
                  </a:lnTo>
                  <a:lnTo>
                    <a:pt x="184785" y="176530"/>
                  </a:lnTo>
                  <a:close/>
                </a:path>
                <a:path w="346710" h="367029">
                  <a:moveTo>
                    <a:pt x="126365" y="157099"/>
                  </a:moveTo>
                  <a:lnTo>
                    <a:pt x="100837" y="180086"/>
                  </a:lnTo>
                  <a:lnTo>
                    <a:pt x="100711" y="183642"/>
                  </a:lnTo>
                  <a:lnTo>
                    <a:pt x="104140" y="187325"/>
                  </a:lnTo>
                  <a:lnTo>
                    <a:pt x="105918" y="189357"/>
                  </a:lnTo>
                  <a:lnTo>
                    <a:pt x="108458" y="191770"/>
                  </a:lnTo>
                  <a:lnTo>
                    <a:pt x="111887" y="194691"/>
                  </a:lnTo>
                  <a:lnTo>
                    <a:pt x="114681" y="197104"/>
                  </a:lnTo>
                  <a:lnTo>
                    <a:pt x="117475" y="199390"/>
                  </a:lnTo>
                  <a:lnTo>
                    <a:pt x="120269" y="201803"/>
                  </a:lnTo>
                  <a:lnTo>
                    <a:pt x="118872" y="202946"/>
                  </a:lnTo>
                  <a:lnTo>
                    <a:pt x="124968" y="209677"/>
                  </a:lnTo>
                  <a:lnTo>
                    <a:pt x="138371" y="197485"/>
                  </a:lnTo>
                  <a:lnTo>
                    <a:pt x="125095" y="197485"/>
                  </a:lnTo>
                  <a:lnTo>
                    <a:pt x="111125" y="182753"/>
                  </a:lnTo>
                  <a:lnTo>
                    <a:pt x="128905" y="166624"/>
                  </a:lnTo>
                  <a:lnTo>
                    <a:pt x="138528" y="166624"/>
                  </a:lnTo>
                  <a:lnTo>
                    <a:pt x="133476" y="161036"/>
                  </a:lnTo>
                  <a:lnTo>
                    <a:pt x="129921" y="157226"/>
                  </a:lnTo>
                  <a:lnTo>
                    <a:pt x="126365" y="157099"/>
                  </a:lnTo>
                  <a:close/>
                </a:path>
                <a:path w="346710" h="367029">
                  <a:moveTo>
                    <a:pt x="138528" y="166624"/>
                  </a:moveTo>
                  <a:lnTo>
                    <a:pt x="128905" y="166624"/>
                  </a:lnTo>
                  <a:lnTo>
                    <a:pt x="142494" y="181737"/>
                  </a:lnTo>
                  <a:lnTo>
                    <a:pt x="125095" y="197485"/>
                  </a:lnTo>
                  <a:lnTo>
                    <a:pt x="138371" y="197485"/>
                  </a:lnTo>
                  <a:lnTo>
                    <a:pt x="160989" y="176911"/>
                  </a:lnTo>
                  <a:lnTo>
                    <a:pt x="147828" y="176911"/>
                  </a:lnTo>
                  <a:lnTo>
                    <a:pt x="138528" y="166624"/>
                  </a:lnTo>
                  <a:close/>
                </a:path>
                <a:path w="346710" h="367029">
                  <a:moveTo>
                    <a:pt x="159757" y="148971"/>
                  </a:moveTo>
                  <a:lnTo>
                    <a:pt x="149479" y="148971"/>
                  </a:lnTo>
                  <a:lnTo>
                    <a:pt x="162687" y="163449"/>
                  </a:lnTo>
                  <a:lnTo>
                    <a:pt x="147828" y="176911"/>
                  </a:lnTo>
                  <a:lnTo>
                    <a:pt x="160989" y="176911"/>
                  </a:lnTo>
                  <a:lnTo>
                    <a:pt x="172338" y="166624"/>
                  </a:lnTo>
                  <a:lnTo>
                    <a:pt x="172466" y="162941"/>
                  </a:lnTo>
                  <a:lnTo>
                    <a:pt x="166716" y="156591"/>
                  </a:lnTo>
                  <a:lnTo>
                    <a:pt x="159757" y="148971"/>
                  </a:lnTo>
                  <a:close/>
                </a:path>
                <a:path w="346710" h="367029">
                  <a:moveTo>
                    <a:pt x="113030" y="97536"/>
                  </a:moveTo>
                  <a:lnTo>
                    <a:pt x="45085" y="159258"/>
                  </a:lnTo>
                  <a:lnTo>
                    <a:pt x="51181" y="165989"/>
                  </a:lnTo>
                  <a:lnTo>
                    <a:pt x="69850" y="148971"/>
                  </a:lnTo>
                  <a:lnTo>
                    <a:pt x="80714" y="148971"/>
                  </a:lnTo>
                  <a:lnTo>
                    <a:pt x="75819" y="143637"/>
                  </a:lnTo>
                  <a:lnTo>
                    <a:pt x="112775" y="110109"/>
                  </a:lnTo>
                  <a:lnTo>
                    <a:pt x="123176" y="110109"/>
                  </a:lnTo>
                  <a:lnTo>
                    <a:pt x="120650" y="107823"/>
                  </a:lnTo>
                  <a:lnTo>
                    <a:pt x="117856" y="105537"/>
                  </a:lnTo>
                  <a:lnTo>
                    <a:pt x="119253" y="104267"/>
                  </a:lnTo>
                  <a:lnTo>
                    <a:pt x="113030" y="97536"/>
                  </a:lnTo>
                  <a:close/>
                </a:path>
                <a:path w="346710" h="367029">
                  <a:moveTo>
                    <a:pt x="80714" y="148971"/>
                  </a:moveTo>
                  <a:lnTo>
                    <a:pt x="69850" y="148971"/>
                  </a:lnTo>
                  <a:lnTo>
                    <a:pt x="82676" y="163068"/>
                  </a:lnTo>
                  <a:lnTo>
                    <a:pt x="85979" y="164719"/>
                  </a:lnTo>
                  <a:lnTo>
                    <a:pt x="89788" y="164846"/>
                  </a:lnTo>
                  <a:lnTo>
                    <a:pt x="93599" y="165100"/>
                  </a:lnTo>
                  <a:lnTo>
                    <a:pt x="97028" y="163703"/>
                  </a:lnTo>
                  <a:lnTo>
                    <a:pt x="100075" y="161036"/>
                  </a:lnTo>
                  <a:lnTo>
                    <a:pt x="104825" y="156718"/>
                  </a:lnTo>
                  <a:lnTo>
                    <a:pt x="91186" y="156718"/>
                  </a:lnTo>
                  <a:lnTo>
                    <a:pt x="87630" y="156591"/>
                  </a:lnTo>
                  <a:lnTo>
                    <a:pt x="84328" y="152908"/>
                  </a:lnTo>
                  <a:lnTo>
                    <a:pt x="80714" y="148971"/>
                  </a:lnTo>
                  <a:close/>
                </a:path>
                <a:path w="346710" h="367029">
                  <a:moveTo>
                    <a:pt x="123176" y="110109"/>
                  </a:moveTo>
                  <a:lnTo>
                    <a:pt x="112775" y="110109"/>
                  </a:lnTo>
                  <a:lnTo>
                    <a:pt x="126619" y="124587"/>
                  </a:lnTo>
                  <a:lnTo>
                    <a:pt x="91186" y="156718"/>
                  </a:lnTo>
                  <a:lnTo>
                    <a:pt x="104825" y="156718"/>
                  </a:lnTo>
                  <a:lnTo>
                    <a:pt x="133604" y="130556"/>
                  </a:lnTo>
                  <a:lnTo>
                    <a:pt x="137287" y="127254"/>
                  </a:lnTo>
                  <a:lnTo>
                    <a:pt x="126111" y="112522"/>
                  </a:lnTo>
                  <a:lnTo>
                    <a:pt x="123176" y="110109"/>
                  </a:lnTo>
                  <a:close/>
                </a:path>
                <a:path w="346710" h="367029">
                  <a:moveTo>
                    <a:pt x="147320" y="139065"/>
                  </a:moveTo>
                  <a:lnTo>
                    <a:pt x="135128" y="149987"/>
                  </a:lnTo>
                  <a:lnTo>
                    <a:pt x="141097" y="156591"/>
                  </a:lnTo>
                  <a:lnTo>
                    <a:pt x="149479" y="148971"/>
                  </a:lnTo>
                  <a:lnTo>
                    <a:pt x="159757" y="148971"/>
                  </a:lnTo>
                  <a:lnTo>
                    <a:pt x="154305" y="143002"/>
                  </a:lnTo>
                  <a:lnTo>
                    <a:pt x="150875" y="139192"/>
                  </a:lnTo>
                  <a:lnTo>
                    <a:pt x="147320" y="139065"/>
                  </a:lnTo>
                  <a:close/>
                </a:path>
                <a:path w="346710" h="367029">
                  <a:moveTo>
                    <a:pt x="72630" y="103378"/>
                  </a:moveTo>
                  <a:lnTo>
                    <a:pt x="64135" y="103378"/>
                  </a:lnTo>
                  <a:lnTo>
                    <a:pt x="52197" y="129413"/>
                  </a:lnTo>
                  <a:lnTo>
                    <a:pt x="58293" y="136271"/>
                  </a:lnTo>
                  <a:lnTo>
                    <a:pt x="72630" y="103378"/>
                  </a:lnTo>
                  <a:close/>
                </a:path>
                <a:path w="346710" h="367029">
                  <a:moveTo>
                    <a:pt x="80899" y="61976"/>
                  </a:moveTo>
                  <a:lnTo>
                    <a:pt x="66675" y="94615"/>
                  </a:lnTo>
                  <a:lnTo>
                    <a:pt x="31115" y="105918"/>
                  </a:lnTo>
                  <a:lnTo>
                    <a:pt x="30987" y="106045"/>
                  </a:lnTo>
                  <a:lnTo>
                    <a:pt x="36957" y="112776"/>
                  </a:lnTo>
                  <a:lnTo>
                    <a:pt x="64135" y="103378"/>
                  </a:lnTo>
                  <a:lnTo>
                    <a:pt x="72630" y="103378"/>
                  </a:lnTo>
                  <a:lnTo>
                    <a:pt x="73406" y="101600"/>
                  </a:lnTo>
                  <a:lnTo>
                    <a:pt x="100770" y="92964"/>
                  </a:lnTo>
                  <a:lnTo>
                    <a:pt x="75946" y="92964"/>
                  </a:lnTo>
                  <a:lnTo>
                    <a:pt x="87122" y="68834"/>
                  </a:lnTo>
                  <a:lnTo>
                    <a:pt x="80899" y="61976"/>
                  </a:lnTo>
                  <a:close/>
                </a:path>
                <a:path w="346710" h="367029">
                  <a:moveTo>
                    <a:pt x="79248" y="0"/>
                  </a:moveTo>
                  <a:lnTo>
                    <a:pt x="0" y="72009"/>
                  </a:lnTo>
                  <a:lnTo>
                    <a:pt x="23622" y="98044"/>
                  </a:lnTo>
                  <a:lnTo>
                    <a:pt x="29845" y="92329"/>
                  </a:lnTo>
                  <a:lnTo>
                    <a:pt x="12573" y="73406"/>
                  </a:lnTo>
                  <a:lnTo>
                    <a:pt x="43561" y="45339"/>
                  </a:lnTo>
                  <a:lnTo>
                    <a:pt x="55147" y="45339"/>
                  </a:lnTo>
                  <a:lnTo>
                    <a:pt x="49911" y="39497"/>
                  </a:lnTo>
                  <a:lnTo>
                    <a:pt x="79501" y="12700"/>
                  </a:lnTo>
                  <a:lnTo>
                    <a:pt x="90759" y="12700"/>
                  </a:lnTo>
                  <a:lnTo>
                    <a:pt x="79248" y="0"/>
                  </a:lnTo>
                  <a:close/>
                </a:path>
                <a:path w="346710" h="367029">
                  <a:moveTo>
                    <a:pt x="101092" y="84328"/>
                  </a:moveTo>
                  <a:lnTo>
                    <a:pt x="75946" y="92964"/>
                  </a:lnTo>
                  <a:lnTo>
                    <a:pt x="100770" y="92964"/>
                  </a:lnTo>
                  <a:lnTo>
                    <a:pt x="106807" y="91059"/>
                  </a:lnTo>
                  <a:lnTo>
                    <a:pt x="107061" y="90805"/>
                  </a:lnTo>
                  <a:lnTo>
                    <a:pt x="101092" y="84328"/>
                  </a:lnTo>
                  <a:close/>
                </a:path>
                <a:path w="346710" h="367029">
                  <a:moveTo>
                    <a:pt x="55147" y="45339"/>
                  </a:moveTo>
                  <a:lnTo>
                    <a:pt x="43561" y="45339"/>
                  </a:lnTo>
                  <a:lnTo>
                    <a:pt x="58928" y="62357"/>
                  </a:lnTo>
                  <a:lnTo>
                    <a:pt x="65278" y="56642"/>
                  </a:lnTo>
                  <a:lnTo>
                    <a:pt x="55147" y="45339"/>
                  </a:lnTo>
                  <a:close/>
                </a:path>
                <a:path w="346710" h="367029">
                  <a:moveTo>
                    <a:pt x="90759" y="12700"/>
                  </a:moveTo>
                  <a:lnTo>
                    <a:pt x="79501" y="12700"/>
                  </a:lnTo>
                  <a:lnTo>
                    <a:pt x="96393" y="31369"/>
                  </a:lnTo>
                  <a:lnTo>
                    <a:pt x="102616" y="25781"/>
                  </a:lnTo>
                  <a:lnTo>
                    <a:pt x="90759" y="1270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3431" y="6524434"/>
            <a:ext cx="6155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7" name="object 7"/>
          <p:cNvPicPr/>
          <p:nvPr/>
        </p:nvPicPr>
        <p:blipFill>
          <a:blip r:embed="rId5" cstate="print"/>
          <a:stretch>
            <a:fillRect/>
          </a:stretch>
        </p:blipFill>
        <p:spPr>
          <a:xfrm>
            <a:off x="710183" y="1434083"/>
            <a:ext cx="1323593" cy="162305"/>
          </a:xfrm>
          <a:prstGeom prst="rect">
            <a:avLst/>
          </a:prstGeom>
        </p:spPr>
      </p:pic>
      <p:sp>
        <p:nvSpPr>
          <p:cNvPr id="8" name="object 8"/>
          <p:cNvSpPr txBox="1"/>
          <p:nvPr/>
        </p:nvSpPr>
        <p:spPr>
          <a:xfrm>
            <a:off x="713943" y="1713992"/>
            <a:ext cx="2465705" cy="223520"/>
          </a:xfrm>
          <a:prstGeom prst="rect">
            <a:avLst/>
          </a:prstGeom>
        </p:spPr>
        <p:txBody>
          <a:bodyPr vert="horz" wrap="square" lIns="0" tIns="12065" rIns="0" bIns="0" rtlCol="0">
            <a:spAutoFit/>
          </a:bodyPr>
          <a:lstStyle/>
          <a:p>
            <a:pPr marL="195580" indent="-182880">
              <a:lnSpc>
                <a:spcPct val="100000"/>
              </a:lnSpc>
              <a:spcBef>
                <a:spcPts val="95"/>
              </a:spcBef>
              <a:buClr>
                <a:srgbClr val="183DAF"/>
              </a:buClr>
              <a:buFont typeface="Tahoma"/>
              <a:buChar char="‣"/>
              <a:tabLst>
                <a:tab pos="195580" algn="l"/>
              </a:tabLst>
            </a:pPr>
            <a:r>
              <a:rPr sz="1300" spc="-235" dirty="0">
                <a:solidFill>
                  <a:srgbClr val="252525"/>
                </a:solidFill>
                <a:latin typeface="Trebuchet MS"/>
                <a:cs typeface="Trebuchet MS"/>
              </a:rPr>
              <a:t>E</a:t>
            </a:r>
            <a:r>
              <a:rPr sz="1300" spc="-195" dirty="0">
                <a:solidFill>
                  <a:srgbClr val="252525"/>
                </a:solidFill>
                <a:latin typeface="Trebuchet MS"/>
                <a:cs typeface="Trebuchet MS"/>
              </a:rPr>
              <a:t>a</a:t>
            </a:r>
            <a:r>
              <a:rPr sz="1300" spc="-160" dirty="0">
                <a:solidFill>
                  <a:srgbClr val="252525"/>
                </a:solidFill>
                <a:latin typeface="Trebuchet MS"/>
                <a:cs typeface="Trebuchet MS"/>
              </a:rPr>
              <a:t>c</a:t>
            </a:r>
            <a:r>
              <a:rPr sz="1300" spc="-225" dirty="0">
                <a:solidFill>
                  <a:srgbClr val="252525"/>
                </a:solidFill>
                <a:latin typeface="Trebuchet MS"/>
                <a:cs typeface="Trebuchet MS"/>
              </a:rPr>
              <a:t>h</a:t>
            </a:r>
            <a:r>
              <a:rPr sz="1300" spc="-175" dirty="0">
                <a:solidFill>
                  <a:srgbClr val="252525"/>
                </a:solidFill>
                <a:latin typeface="Trebuchet MS"/>
                <a:cs typeface="Trebuchet MS"/>
              </a:rPr>
              <a:t> </a:t>
            </a:r>
            <a:r>
              <a:rPr sz="1300" spc="-190" dirty="0">
                <a:solidFill>
                  <a:srgbClr val="252525"/>
                </a:solidFill>
                <a:latin typeface="Trebuchet MS"/>
                <a:cs typeface="Trebuchet MS"/>
              </a:rPr>
              <a:t>lay</a:t>
            </a:r>
            <a:r>
              <a:rPr sz="1300" spc="-225" dirty="0">
                <a:solidFill>
                  <a:srgbClr val="252525"/>
                </a:solidFill>
                <a:latin typeface="Trebuchet MS"/>
                <a:cs typeface="Trebuchet MS"/>
              </a:rPr>
              <a:t>e</a:t>
            </a:r>
            <a:r>
              <a:rPr sz="1300" spc="-140" dirty="0">
                <a:solidFill>
                  <a:srgbClr val="252525"/>
                </a:solidFill>
                <a:latin typeface="Trebuchet MS"/>
                <a:cs typeface="Trebuchet MS"/>
              </a:rPr>
              <a:t>r’s</a:t>
            </a:r>
            <a:r>
              <a:rPr sz="1300" spc="-150" dirty="0">
                <a:solidFill>
                  <a:srgbClr val="252525"/>
                </a:solidFill>
                <a:latin typeface="Trebuchet MS"/>
                <a:cs typeface="Trebuchet MS"/>
              </a:rPr>
              <a:t> </a:t>
            </a:r>
            <a:r>
              <a:rPr sz="1300" spc="-200" dirty="0">
                <a:solidFill>
                  <a:srgbClr val="252525"/>
                </a:solidFill>
                <a:latin typeface="Trebuchet MS"/>
                <a:cs typeface="Trebuchet MS"/>
              </a:rPr>
              <a:t>t</a:t>
            </a:r>
            <a:r>
              <a:rPr sz="1300" spc="-225" dirty="0">
                <a:solidFill>
                  <a:srgbClr val="252525"/>
                </a:solidFill>
                <a:latin typeface="Trebuchet MS"/>
                <a:cs typeface="Trebuchet MS"/>
              </a:rPr>
              <a:t>e</a:t>
            </a:r>
            <a:r>
              <a:rPr sz="1300" spc="-165" dirty="0">
                <a:solidFill>
                  <a:srgbClr val="252525"/>
                </a:solidFill>
                <a:latin typeface="Trebuchet MS"/>
                <a:cs typeface="Trebuchet MS"/>
              </a:rPr>
              <a:t>n</a:t>
            </a:r>
            <a:r>
              <a:rPr sz="1300" spc="-95" dirty="0">
                <a:solidFill>
                  <a:srgbClr val="252525"/>
                </a:solidFill>
                <a:latin typeface="Trebuchet MS"/>
                <a:cs typeface="Trebuchet MS"/>
              </a:rPr>
              <a:t>s</a:t>
            </a:r>
            <a:r>
              <a:rPr sz="1300" spc="-145" dirty="0">
                <a:solidFill>
                  <a:srgbClr val="252525"/>
                </a:solidFill>
                <a:latin typeface="Trebuchet MS"/>
                <a:cs typeface="Trebuchet MS"/>
              </a:rPr>
              <a:t>or</a:t>
            </a:r>
            <a:r>
              <a:rPr sz="1300" spc="-185" dirty="0">
                <a:solidFill>
                  <a:srgbClr val="252525"/>
                </a:solidFill>
                <a:latin typeface="Trebuchet MS"/>
                <a:cs typeface="Trebuchet MS"/>
              </a:rPr>
              <a:t> </a:t>
            </a:r>
            <a:r>
              <a:rPr sz="1300" spc="-235" dirty="0">
                <a:solidFill>
                  <a:srgbClr val="252525"/>
                </a:solidFill>
                <a:latin typeface="Trebuchet MS"/>
                <a:cs typeface="Trebuchet MS"/>
              </a:rPr>
              <a:t>dim</a:t>
            </a:r>
            <a:r>
              <a:rPr sz="1300" spc="-225" dirty="0">
                <a:solidFill>
                  <a:srgbClr val="252525"/>
                </a:solidFill>
                <a:latin typeface="Trebuchet MS"/>
                <a:cs typeface="Trebuchet MS"/>
              </a:rPr>
              <a:t>e</a:t>
            </a:r>
            <a:r>
              <a:rPr sz="1300" spc="-165" dirty="0">
                <a:solidFill>
                  <a:srgbClr val="252525"/>
                </a:solidFill>
                <a:latin typeface="Trebuchet MS"/>
                <a:cs typeface="Trebuchet MS"/>
              </a:rPr>
              <a:t>n</a:t>
            </a:r>
            <a:r>
              <a:rPr sz="1300" spc="-95" dirty="0">
                <a:solidFill>
                  <a:srgbClr val="252525"/>
                </a:solidFill>
                <a:latin typeface="Trebuchet MS"/>
                <a:cs typeface="Trebuchet MS"/>
              </a:rPr>
              <a:t>s</a:t>
            </a:r>
            <a:r>
              <a:rPr sz="1300" spc="-180" dirty="0">
                <a:solidFill>
                  <a:srgbClr val="252525"/>
                </a:solidFill>
                <a:latin typeface="Trebuchet MS"/>
                <a:cs typeface="Trebuchet MS"/>
              </a:rPr>
              <a:t>io</a:t>
            </a:r>
            <a:r>
              <a:rPr sz="1300" spc="-229" dirty="0">
                <a:solidFill>
                  <a:srgbClr val="252525"/>
                </a:solidFill>
                <a:latin typeface="Trebuchet MS"/>
                <a:cs typeface="Trebuchet MS"/>
              </a:rPr>
              <a:t>n</a:t>
            </a:r>
            <a:r>
              <a:rPr sz="1300" spc="-165" dirty="0">
                <a:solidFill>
                  <a:srgbClr val="252525"/>
                </a:solidFill>
                <a:latin typeface="Trebuchet MS"/>
                <a:cs typeface="Trebuchet MS"/>
              </a:rPr>
              <a:t> </a:t>
            </a:r>
            <a:r>
              <a:rPr sz="1300" spc="-90" dirty="0">
                <a:solidFill>
                  <a:srgbClr val="252525"/>
                </a:solidFill>
                <a:latin typeface="Trebuchet MS"/>
                <a:cs typeface="Trebuchet MS"/>
              </a:rPr>
              <a:t>i</a:t>
            </a:r>
            <a:r>
              <a:rPr sz="1300" spc="-120" dirty="0">
                <a:solidFill>
                  <a:srgbClr val="252525"/>
                </a:solidFill>
                <a:latin typeface="Trebuchet MS"/>
                <a:cs typeface="Trebuchet MS"/>
              </a:rPr>
              <a:t>s</a:t>
            </a:r>
            <a:r>
              <a:rPr sz="1300" spc="-145" dirty="0">
                <a:solidFill>
                  <a:srgbClr val="252525"/>
                </a:solidFill>
                <a:latin typeface="Trebuchet MS"/>
                <a:cs typeface="Trebuchet MS"/>
              </a:rPr>
              <a:t> </a:t>
            </a:r>
            <a:r>
              <a:rPr sz="1300" spc="-195" dirty="0">
                <a:solidFill>
                  <a:srgbClr val="252525"/>
                </a:solidFill>
                <a:latin typeface="Trebuchet MS"/>
                <a:cs typeface="Trebuchet MS"/>
              </a:rPr>
              <a:t>a</a:t>
            </a:r>
            <a:r>
              <a:rPr sz="1300" spc="-65" dirty="0">
                <a:solidFill>
                  <a:srgbClr val="252525"/>
                </a:solidFill>
                <a:latin typeface="Trebuchet MS"/>
                <a:cs typeface="Trebuchet MS"/>
              </a:rPr>
              <a:t>s</a:t>
            </a:r>
            <a:r>
              <a:rPr sz="1300" spc="-135" dirty="0">
                <a:solidFill>
                  <a:srgbClr val="252525"/>
                </a:solidFill>
                <a:latin typeface="Trebuchet MS"/>
                <a:cs typeface="Trebuchet MS"/>
              </a:rPr>
              <a:t> </a:t>
            </a:r>
            <a:r>
              <a:rPr sz="1300" spc="-185" dirty="0">
                <a:solidFill>
                  <a:srgbClr val="252525"/>
                </a:solidFill>
                <a:latin typeface="Trebuchet MS"/>
                <a:cs typeface="Trebuchet MS"/>
              </a:rPr>
              <a:t>f</a:t>
            </a:r>
            <a:r>
              <a:rPr sz="1300" spc="-190" dirty="0">
                <a:solidFill>
                  <a:srgbClr val="252525"/>
                </a:solidFill>
                <a:latin typeface="Trebuchet MS"/>
                <a:cs typeface="Trebuchet MS"/>
              </a:rPr>
              <a:t>ol</a:t>
            </a:r>
            <a:r>
              <a:rPr sz="1300" spc="-145" dirty="0">
                <a:solidFill>
                  <a:srgbClr val="252525"/>
                </a:solidFill>
                <a:latin typeface="Trebuchet MS"/>
                <a:cs typeface="Trebuchet MS"/>
              </a:rPr>
              <a:t>l</a:t>
            </a:r>
            <a:r>
              <a:rPr sz="1300" spc="-220" dirty="0">
                <a:solidFill>
                  <a:srgbClr val="252525"/>
                </a:solidFill>
                <a:latin typeface="Trebuchet MS"/>
                <a:cs typeface="Trebuchet MS"/>
              </a:rPr>
              <a:t>o</a:t>
            </a:r>
            <a:r>
              <a:rPr sz="1300" spc="-280" dirty="0">
                <a:solidFill>
                  <a:srgbClr val="252525"/>
                </a:solidFill>
                <a:latin typeface="Trebuchet MS"/>
                <a:cs typeface="Trebuchet MS"/>
              </a:rPr>
              <a:t>w</a:t>
            </a:r>
            <a:r>
              <a:rPr sz="1300" spc="-40" dirty="0">
                <a:solidFill>
                  <a:srgbClr val="252525"/>
                </a:solidFill>
                <a:latin typeface="Trebuchet MS"/>
                <a:cs typeface="Trebuchet MS"/>
              </a:rPr>
              <a:t>s</a:t>
            </a:r>
            <a:r>
              <a:rPr sz="1300" spc="-265" dirty="0">
                <a:solidFill>
                  <a:srgbClr val="252525"/>
                </a:solidFill>
                <a:latin typeface="Trebuchet MS"/>
                <a:cs typeface="Trebuchet MS"/>
              </a:rPr>
              <a:t>:</a:t>
            </a:r>
            <a:endParaRPr sz="1300">
              <a:latin typeface="Trebuchet MS"/>
              <a:cs typeface="Trebuchet MS"/>
            </a:endParaRPr>
          </a:p>
        </p:txBody>
      </p:sp>
      <p:sp>
        <p:nvSpPr>
          <p:cNvPr id="9" name="object 9"/>
          <p:cNvSpPr txBox="1"/>
          <p:nvPr/>
        </p:nvSpPr>
        <p:spPr>
          <a:xfrm>
            <a:off x="890016" y="2010155"/>
            <a:ext cx="4277995" cy="2964658"/>
          </a:xfrm>
          <a:prstGeom prst="rect">
            <a:avLst/>
          </a:prstGeom>
          <a:solidFill>
            <a:srgbClr val="F1F1F1"/>
          </a:solidFill>
        </p:spPr>
        <p:txBody>
          <a:bodyPr vert="horz" wrap="square" lIns="0" tIns="43815" rIns="0" bIns="0" rtlCol="0">
            <a:spAutoFit/>
          </a:bodyPr>
          <a:lstStyle/>
          <a:p>
            <a:pPr marL="91440">
              <a:lnSpc>
                <a:spcPct val="100000"/>
              </a:lnSpc>
              <a:spcBef>
                <a:spcPts val="345"/>
              </a:spcBef>
            </a:pPr>
            <a:r>
              <a:rPr sz="1300" dirty="0">
                <a:solidFill>
                  <a:srgbClr val="252525"/>
                </a:solidFill>
                <a:latin typeface="Trebuchet MS"/>
                <a:cs typeface="Trebuchet MS"/>
              </a:rPr>
              <a:t>input: [batchsize×28×28×1]</a:t>
            </a:r>
            <a:endParaRPr sz="1300" dirty="0">
              <a:latin typeface="Trebuchet MS"/>
              <a:cs typeface="Trebuchet MS"/>
            </a:endParaRPr>
          </a:p>
          <a:p>
            <a:pPr marL="91440">
              <a:lnSpc>
                <a:spcPct val="100000"/>
              </a:lnSpc>
              <a:spcBef>
                <a:spcPts val="790"/>
              </a:spcBef>
            </a:pPr>
            <a:r>
              <a:rPr sz="1300" dirty="0">
                <a:solidFill>
                  <a:srgbClr val="252525"/>
                </a:solidFill>
                <a:latin typeface="Trebuchet MS"/>
                <a:cs typeface="Trebuchet MS"/>
              </a:rPr>
              <a:t>convolution_1: [batchsize×28×28×32]</a:t>
            </a:r>
            <a:endParaRPr sz="1300" dirty="0">
              <a:latin typeface="Trebuchet MS"/>
              <a:cs typeface="Trebuchet MS"/>
            </a:endParaRPr>
          </a:p>
          <a:p>
            <a:pPr marL="91440" marR="2263140">
              <a:lnSpc>
                <a:spcPct val="151200"/>
              </a:lnSpc>
              <a:spcBef>
                <a:spcPts val="5"/>
              </a:spcBef>
            </a:pPr>
            <a:r>
              <a:rPr sz="1300" dirty="0">
                <a:solidFill>
                  <a:srgbClr val="252525"/>
                </a:solidFill>
                <a:latin typeface="Trebuchet MS"/>
                <a:cs typeface="Trebuchet MS"/>
              </a:rPr>
              <a:t>pooling_1: [batchsize×14×14×32]  convolution_2: [batchsize×14×14×64]  pooling_2: [batchsize×7×7×64]</a:t>
            </a:r>
            <a:endParaRPr sz="1300" dirty="0">
              <a:latin typeface="Trebuchet MS"/>
              <a:cs typeface="Trebuchet MS"/>
            </a:endParaRPr>
          </a:p>
          <a:p>
            <a:pPr marL="91440">
              <a:lnSpc>
                <a:spcPct val="100000"/>
              </a:lnSpc>
              <a:spcBef>
                <a:spcPts val="805"/>
              </a:spcBef>
            </a:pPr>
            <a:r>
              <a:rPr sz="1300" dirty="0">
                <a:solidFill>
                  <a:srgbClr val="252525"/>
                </a:solidFill>
                <a:latin typeface="Trebuchet MS"/>
                <a:cs typeface="Trebuchet MS"/>
              </a:rPr>
              <a:t>fully connected_1: [batchsize×1024]</a:t>
            </a:r>
            <a:endParaRPr sz="1300" dirty="0">
              <a:latin typeface="Trebuchet MS"/>
              <a:cs typeface="Trebuchet MS"/>
            </a:endParaRPr>
          </a:p>
          <a:p>
            <a:pPr marL="91440">
              <a:lnSpc>
                <a:spcPct val="100000"/>
              </a:lnSpc>
              <a:spcBef>
                <a:spcPts val="810"/>
              </a:spcBef>
            </a:pPr>
            <a:r>
              <a:rPr sz="1300" dirty="0">
                <a:solidFill>
                  <a:srgbClr val="252525"/>
                </a:solidFill>
                <a:latin typeface="Trebuchet MS"/>
                <a:cs typeface="Trebuchet MS"/>
              </a:rPr>
              <a:t>fully connected and softmax layer: [batchsize×10]</a:t>
            </a:r>
            <a:endParaRPr sz="1300" dirty="0">
              <a:latin typeface="Trebuchet MS"/>
              <a:cs typeface="Trebuchet MS"/>
            </a:endParaRPr>
          </a:p>
        </p:txBody>
      </p:sp>
      <p:sp>
        <p:nvSpPr>
          <p:cNvPr id="10" name="object 10"/>
          <p:cNvSpPr txBox="1"/>
          <p:nvPr/>
        </p:nvSpPr>
        <p:spPr>
          <a:xfrm>
            <a:off x="707389" y="5015189"/>
            <a:ext cx="6440170" cy="1320874"/>
          </a:xfrm>
          <a:prstGeom prst="rect">
            <a:avLst/>
          </a:prstGeom>
        </p:spPr>
        <p:txBody>
          <a:bodyPr vert="horz" wrap="square" lIns="0" tIns="114300" rIns="0" bIns="0" rtlCol="0">
            <a:spAutoFit/>
          </a:bodyPr>
          <a:lstStyle/>
          <a:p>
            <a:pPr marL="195580" indent="-182880">
              <a:lnSpc>
                <a:spcPct val="100000"/>
              </a:lnSpc>
              <a:spcBef>
                <a:spcPts val="900"/>
              </a:spcBef>
              <a:buClr>
                <a:srgbClr val="183DAF"/>
              </a:buClr>
              <a:buFont typeface="Tahoma"/>
              <a:buChar char="‣"/>
              <a:tabLst>
                <a:tab pos="195580" algn="l"/>
              </a:tabLst>
            </a:pPr>
            <a:r>
              <a:rPr sz="1300" dirty="0">
                <a:solidFill>
                  <a:srgbClr val="252525"/>
                </a:solidFill>
                <a:latin typeface="Trebuchet MS"/>
                <a:cs typeface="Trebuchet MS"/>
              </a:rPr>
              <a:t>It maintains the dimension of the feature map and the input on the same level, using strides=1 on the convolutional layer.</a:t>
            </a:r>
            <a:endParaRPr sz="1300" dirty="0">
              <a:latin typeface="Trebuchet MS"/>
              <a:cs typeface="Trebuchet MS"/>
            </a:endParaRPr>
          </a:p>
          <a:p>
            <a:pPr marL="195580" indent="-182880">
              <a:lnSpc>
                <a:spcPct val="100000"/>
              </a:lnSpc>
              <a:spcBef>
                <a:spcPts val="795"/>
              </a:spcBef>
              <a:buClr>
                <a:srgbClr val="183DAF"/>
              </a:buClr>
              <a:buFont typeface="Tahoma"/>
              <a:buChar char="‣"/>
              <a:tabLst>
                <a:tab pos="195580" algn="l"/>
              </a:tabLst>
            </a:pPr>
            <a:r>
              <a:rPr sz="1300" dirty="0">
                <a:solidFill>
                  <a:srgbClr val="252525"/>
                </a:solidFill>
                <a:latin typeface="Trebuchet MS"/>
                <a:cs typeface="Trebuchet MS"/>
              </a:rPr>
              <a:t>The pooling layer sub-samples the image using strides=2 and reduces the size of the output feature map.</a:t>
            </a:r>
            <a:endParaRPr sz="1300" dirty="0">
              <a:latin typeface="Trebuchet MS"/>
              <a:cs typeface="Trebuchet MS"/>
            </a:endParaRPr>
          </a:p>
          <a:p>
            <a:pPr marL="195580" indent="-182880">
              <a:lnSpc>
                <a:spcPct val="100000"/>
              </a:lnSpc>
              <a:spcBef>
                <a:spcPts val="800"/>
              </a:spcBef>
              <a:buClr>
                <a:srgbClr val="183DAF"/>
              </a:buClr>
              <a:buFont typeface="Tahoma"/>
              <a:buChar char="‣"/>
              <a:tabLst>
                <a:tab pos="195580" algn="l"/>
              </a:tabLst>
            </a:pPr>
            <a:r>
              <a:rPr sz="1300" dirty="0">
                <a:solidFill>
                  <a:srgbClr val="252525"/>
                </a:solidFill>
                <a:latin typeface="Trebuchet MS"/>
                <a:cs typeface="Trebuchet MS"/>
              </a:rPr>
              <a:t>Let’s build this neural network using TensorFlow Keras API.</a:t>
            </a:r>
            <a:endParaRPr sz="1300" dirty="0">
              <a:latin typeface="Trebuchet MS"/>
              <a:cs typeface="Trebuchet M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0448" y="6524434"/>
            <a:ext cx="83017"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7" name="object 7"/>
          <p:cNvGrpSpPr/>
          <p:nvPr/>
        </p:nvGrpSpPr>
        <p:grpSpPr>
          <a:xfrm>
            <a:off x="554736" y="2052827"/>
            <a:ext cx="8789035" cy="2362200"/>
            <a:chOff x="554736" y="2052827"/>
            <a:chExt cx="8789035" cy="2362200"/>
          </a:xfrm>
        </p:grpSpPr>
        <p:sp>
          <p:nvSpPr>
            <p:cNvPr id="8" name="object 8"/>
            <p:cNvSpPr/>
            <p:nvPr/>
          </p:nvSpPr>
          <p:spPr>
            <a:xfrm>
              <a:off x="557784" y="2055875"/>
              <a:ext cx="8783320" cy="2356485"/>
            </a:xfrm>
            <a:custGeom>
              <a:avLst/>
              <a:gdLst/>
              <a:ahLst/>
              <a:cxnLst/>
              <a:rect l="l" t="t" r="r" b="b"/>
              <a:pathLst>
                <a:path w="8783320" h="2356485">
                  <a:moveTo>
                    <a:pt x="0" y="2356104"/>
                  </a:moveTo>
                  <a:lnTo>
                    <a:pt x="8782812" y="2356104"/>
                  </a:lnTo>
                  <a:lnTo>
                    <a:pt x="8782812" y="0"/>
                  </a:lnTo>
                  <a:lnTo>
                    <a:pt x="0" y="0"/>
                  </a:lnTo>
                  <a:lnTo>
                    <a:pt x="0" y="2356104"/>
                  </a:lnTo>
                  <a:close/>
                </a:path>
              </a:pathLst>
            </a:custGeom>
            <a:ln w="6096">
              <a:solidFill>
                <a:srgbClr val="D9D9D9"/>
              </a:solidFill>
            </a:ln>
          </p:spPr>
          <p:txBody>
            <a:bodyPr wrap="square" lIns="0" tIns="0" rIns="0" bIns="0" rtlCol="0"/>
            <a:lstStyle/>
            <a:p>
              <a:endParaRPr/>
            </a:p>
          </p:txBody>
        </p:sp>
        <p:pic>
          <p:nvPicPr>
            <p:cNvPr id="9" name="object 9"/>
            <p:cNvPicPr/>
            <p:nvPr/>
          </p:nvPicPr>
          <p:blipFill>
            <a:blip r:embed="rId5" cstate="print"/>
            <a:stretch>
              <a:fillRect/>
            </a:stretch>
          </p:blipFill>
          <p:spPr>
            <a:xfrm>
              <a:off x="771819" y="2233299"/>
              <a:ext cx="8562680" cy="2024481"/>
            </a:xfrm>
            <a:prstGeom prst="rect">
              <a:avLst/>
            </a:prstGeom>
          </p:spPr>
        </p:pic>
      </p:grpSp>
      <p:sp>
        <p:nvSpPr>
          <p:cNvPr id="10" name="object 10"/>
          <p:cNvSpPr txBox="1"/>
          <p:nvPr/>
        </p:nvSpPr>
        <p:spPr>
          <a:xfrm>
            <a:off x="682548" y="4477918"/>
            <a:ext cx="6997065" cy="1043876"/>
          </a:xfrm>
          <a:prstGeom prst="rect">
            <a:avLst/>
          </a:prstGeom>
        </p:spPr>
        <p:txBody>
          <a:bodyPr vert="horz" wrap="square" lIns="0" tIns="88900" rIns="0" bIns="0" rtlCol="0">
            <a:spAutoFit/>
          </a:bodyPr>
          <a:lstStyle/>
          <a:p>
            <a:pPr marL="195580" indent="-182880">
              <a:lnSpc>
                <a:spcPct val="100000"/>
              </a:lnSpc>
              <a:spcBef>
                <a:spcPts val="700"/>
              </a:spcBef>
              <a:buClr>
                <a:srgbClr val="183DAF"/>
              </a:buClr>
              <a:buFont typeface="Tahoma"/>
              <a:buChar char="‣"/>
              <a:tabLst>
                <a:tab pos="195580" algn="l"/>
              </a:tabLst>
            </a:pPr>
            <a:r>
              <a:rPr sz="1300" dirty="0">
                <a:solidFill>
                  <a:srgbClr val="252525"/>
                </a:solidFill>
                <a:latin typeface="Trebuchet MS"/>
                <a:cs typeface="Trebuchet MS"/>
              </a:rPr>
              <a:t>You learned two methods to load datasets using the tensorflow_datasets module.</a:t>
            </a:r>
            <a:endParaRPr sz="1300" dirty="0">
              <a:latin typeface="Trebuchet MS"/>
              <a:cs typeface="Trebuchet MS"/>
            </a:endParaRPr>
          </a:p>
          <a:p>
            <a:pPr marL="195580" indent="-182880">
              <a:lnSpc>
                <a:spcPct val="100000"/>
              </a:lnSpc>
              <a:spcBef>
                <a:spcPts val="600"/>
              </a:spcBef>
              <a:buClr>
                <a:srgbClr val="183DAF"/>
              </a:buClr>
              <a:buFont typeface="Tahoma"/>
              <a:buChar char="‣"/>
              <a:tabLst>
                <a:tab pos="195580" algn="l"/>
              </a:tabLst>
            </a:pPr>
            <a:r>
              <a:rPr sz="1300" dirty="0">
                <a:solidFill>
                  <a:srgbClr val="252525"/>
                </a:solidFill>
                <a:latin typeface="Trebuchet MS"/>
                <a:cs typeface="Trebuchet MS"/>
              </a:rPr>
              <a:t>One method follows three steps, and the other more straightforward method uses a load function encompassing these three steps.</a:t>
            </a:r>
            <a:endParaRPr sz="1300" dirty="0">
              <a:latin typeface="Trebuchet MS"/>
              <a:cs typeface="Trebuchet MS"/>
            </a:endParaRPr>
          </a:p>
          <a:p>
            <a:pPr marL="195580" indent="-182880">
              <a:lnSpc>
                <a:spcPct val="100000"/>
              </a:lnSpc>
              <a:spcBef>
                <a:spcPts val="600"/>
              </a:spcBef>
              <a:buClr>
                <a:srgbClr val="183DAF"/>
              </a:buClr>
              <a:buFont typeface="Tahoma"/>
              <a:buChar char="‣"/>
              <a:tabLst>
                <a:tab pos="195580" algn="l"/>
              </a:tabLst>
            </a:pPr>
            <a:r>
              <a:rPr sz="1300" dirty="0">
                <a:solidFill>
                  <a:srgbClr val="252525"/>
                </a:solidFill>
                <a:latin typeface="Trebuchet MS"/>
                <a:cs typeface="Trebuchet MS"/>
              </a:rPr>
              <a:t>The three steps for loading the MNIST dataset are as above.</a:t>
            </a:r>
            <a:endParaRPr sz="1300" dirty="0">
              <a:latin typeface="Trebuchet MS"/>
              <a:cs typeface="Trebuchet MS"/>
            </a:endParaRPr>
          </a:p>
        </p:txBody>
      </p:sp>
      <p:sp>
        <p:nvSpPr>
          <p:cNvPr id="11" name="object 11"/>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2" name="object 12"/>
          <p:cNvPicPr/>
          <p:nvPr/>
        </p:nvPicPr>
        <p:blipFill>
          <a:blip r:embed="rId6" cstate="print"/>
          <a:stretch>
            <a:fillRect/>
          </a:stretch>
        </p:blipFill>
        <p:spPr>
          <a:xfrm>
            <a:off x="710183" y="1434083"/>
            <a:ext cx="1657350" cy="162305"/>
          </a:xfrm>
          <a:prstGeom prst="rect">
            <a:avLst/>
          </a:prstGeom>
        </p:spPr>
      </p:pic>
      <p:sp>
        <p:nvSpPr>
          <p:cNvPr id="13" name="object 13"/>
          <p:cNvSpPr txBox="1"/>
          <p:nvPr/>
        </p:nvSpPr>
        <p:spPr>
          <a:xfrm>
            <a:off x="713943" y="1713992"/>
            <a:ext cx="955675" cy="223520"/>
          </a:xfrm>
          <a:prstGeom prst="rect">
            <a:avLst/>
          </a:prstGeom>
        </p:spPr>
        <p:txBody>
          <a:bodyPr vert="horz" wrap="square" lIns="0" tIns="12065" rIns="0" bIns="0" rtlCol="0">
            <a:spAutoFit/>
          </a:bodyPr>
          <a:lstStyle/>
          <a:p>
            <a:pPr marL="195580" indent="-182880">
              <a:lnSpc>
                <a:spcPct val="100000"/>
              </a:lnSpc>
              <a:spcBef>
                <a:spcPts val="95"/>
              </a:spcBef>
              <a:buClr>
                <a:srgbClr val="183DAF"/>
              </a:buClr>
              <a:buFont typeface="Tahoma"/>
              <a:buChar char="‣"/>
              <a:tabLst>
                <a:tab pos="195580" algn="l"/>
              </a:tabLst>
            </a:pPr>
            <a:r>
              <a:rPr sz="1300" spc="-265" dirty="0">
                <a:solidFill>
                  <a:srgbClr val="252525"/>
                </a:solidFill>
                <a:latin typeface="Trebuchet MS"/>
                <a:cs typeface="Trebuchet MS"/>
              </a:rPr>
              <a:t>M</a:t>
            </a:r>
            <a:r>
              <a:rPr sz="1300" spc="-260" dirty="0">
                <a:solidFill>
                  <a:srgbClr val="252525"/>
                </a:solidFill>
                <a:latin typeface="Trebuchet MS"/>
                <a:cs typeface="Trebuchet MS"/>
              </a:rPr>
              <a:t>N</a:t>
            </a:r>
            <a:r>
              <a:rPr sz="1300" spc="-114" dirty="0">
                <a:solidFill>
                  <a:srgbClr val="252525"/>
                </a:solidFill>
                <a:latin typeface="Trebuchet MS"/>
                <a:cs typeface="Trebuchet MS"/>
              </a:rPr>
              <a:t>I</a:t>
            </a:r>
            <a:r>
              <a:rPr sz="1300" spc="-80" dirty="0">
                <a:solidFill>
                  <a:srgbClr val="252525"/>
                </a:solidFill>
                <a:latin typeface="Trebuchet MS"/>
                <a:cs typeface="Trebuchet MS"/>
              </a:rPr>
              <a:t>S</a:t>
            </a:r>
            <a:r>
              <a:rPr sz="1300" spc="-315" dirty="0">
                <a:solidFill>
                  <a:srgbClr val="252525"/>
                </a:solidFill>
                <a:latin typeface="Trebuchet MS"/>
                <a:cs typeface="Trebuchet MS"/>
              </a:rPr>
              <a:t>T</a:t>
            </a:r>
            <a:r>
              <a:rPr sz="1300" spc="-160" dirty="0">
                <a:solidFill>
                  <a:srgbClr val="252525"/>
                </a:solidFill>
                <a:latin typeface="Trebuchet MS"/>
                <a:cs typeface="Trebuchet MS"/>
              </a:rPr>
              <a:t> </a:t>
            </a:r>
            <a:r>
              <a:rPr sz="1300" spc="-250" dirty="0">
                <a:solidFill>
                  <a:srgbClr val="252525"/>
                </a:solidFill>
                <a:latin typeface="Trebuchet MS"/>
                <a:cs typeface="Trebuchet MS"/>
              </a:rPr>
              <a:t>D</a:t>
            </a:r>
            <a:r>
              <a:rPr sz="1300" spc="-195" dirty="0">
                <a:solidFill>
                  <a:srgbClr val="252525"/>
                </a:solidFill>
                <a:latin typeface="Trebuchet MS"/>
                <a:cs typeface="Trebuchet MS"/>
              </a:rPr>
              <a:t>a</a:t>
            </a:r>
            <a:r>
              <a:rPr sz="1300" spc="-200" dirty="0">
                <a:solidFill>
                  <a:srgbClr val="252525"/>
                </a:solidFill>
                <a:latin typeface="Trebuchet MS"/>
                <a:cs typeface="Trebuchet MS"/>
              </a:rPr>
              <a:t>t</a:t>
            </a:r>
            <a:r>
              <a:rPr sz="1300" spc="-195" dirty="0">
                <a:solidFill>
                  <a:srgbClr val="252525"/>
                </a:solidFill>
                <a:latin typeface="Trebuchet MS"/>
                <a:cs typeface="Trebuchet MS"/>
              </a:rPr>
              <a:t>a</a:t>
            </a:r>
            <a:r>
              <a:rPr sz="1300" spc="-40" dirty="0">
                <a:solidFill>
                  <a:srgbClr val="252525"/>
                </a:solidFill>
                <a:latin typeface="Trebuchet MS"/>
                <a:cs typeface="Trebuchet MS"/>
              </a:rPr>
              <a:t>s</a:t>
            </a:r>
            <a:r>
              <a:rPr sz="1300" spc="-225" dirty="0">
                <a:solidFill>
                  <a:srgbClr val="252525"/>
                </a:solidFill>
                <a:latin typeface="Trebuchet MS"/>
                <a:cs typeface="Trebuchet MS"/>
              </a:rPr>
              <a:t>e</a:t>
            </a:r>
            <a:r>
              <a:rPr sz="1300" spc="-190" dirty="0">
                <a:solidFill>
                  <a:srgbClr val="252525"/>
                </a:solidFill>
                <a:latin typeface="Trebuchet MS"/>
                <a:cs typeface="Trebuchet MS"/>
              </a:rPr>
              <a:t>t</a:t>
            </a:r>
            <a:endParaRPr sz="1300">
              <a:latin typeface="Trebuchet MS"/>
              <a:cs typeface="Trebuchet M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397"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7" name="object 7"/>
          <p:cNvGrpSpPr/>
          <p:nvPr/>
        </p:nvGrpSpPr>
        <p:grpSpPr>
          <a:xfrm>
            <a:off x="704087" y="1996439"/>
            <a:ext cx="8708390" cy="3386454"/>
            <a:chOff x="704087" y="1996439"/>
            <a:chExt cx="8708390" cy="3386454"/>
          </a:xfrm>
        </p:grpSpPr>
        <p:pic>
          <p:nvPicPr>
            <p:cNvPr id="8" name="object 8"/>
            <p:cNvPicPr/>
            <p:nvPr/>
          </p:nvPicPr>
          <p:blipFill>
            <a:blip r:embed="rId5" cstate="print"/>
            <a:stretch>
              <a:fillRect/>
            </a:stretch>
          </p:blipFill>
          <p:spPr>
            <a:xfrm>
              <a:off x="887028" y="2085258"/>
              <a:ext cx="8516051" cy="3244907"/>
            </a:xfrm>
            <a:prstGeom prst="rect">
              <a:avLst/>
            </a:prstGeom>
          </p:spPr>
        </p:pic>
        <p:sp>
          <p:nvSpPr>
            <p:cNvPr id="9" name="object 9"/>
            <p:cNvSpPr/>
            <p:nvPr/>
          </p:nvSpPr>
          <p:spPr>
            <a:xfrm>
              <a:off x="708659" y="2001011"/>
              <a:ext cx="8699500" cy="3377565"/>
            </a:xfrm>
            <a:custGeom>
              <a:avLst/>
              <a:gdLst/>
              <a:ahLst/>
              <a:cxnLst/>
              <a:rect l="l" t="t" r="r" b="b"/>
              <a:pathLst>
                <a:path w="8699500" h="3377565">
                  <a:moveTo>
                    <a:pt x="0" y="3377184"/>
                  </a:moveTo>
                  <a:lnTo>
                    <a:pt x="8698992" y="3377184"/>
                  </a:lnTo>
                  <a:lnTo>
                    <a:pt x="8698992" y="0"/>
                  </a:lnTo>
                  <a:lnTo>
                    <a:pt x="0" y="0"/>
                  </a:lnTo>
                  <a:lnTo>
                    <a:pt x="0" y="3377184"/>
                  </a:lnTo>
                  <a:close/>
                </a:path>
              </a:pathLst>
            </a:custGeom>
            <a:ln w="9144">
              <a:solidFill>
                <a:srgbClr val="D9D9D9"/>
              </a:solidFill>
            </a:ln>
          </p:spPr>
          <p:txBody>
            <a:bodyPr wrap="square" lIns="0" tIns="0" rIns="0" bIns="0" rtlCol="0"/>
            <a:lstStyle/>
            <a:p>
              <a:endParaRPr/>
            </a:p>
          </p:txBody>
        </p:sp>
      </p:grpSp>
      <p:sp>
        <p:nvSpPr>
          <p:cNvPr id="10" name="object 10"/>
          <p:cNvSpPr txBox="1"/>
          <p:nvPr/>
        </p:nvSpPr>
        <p:spPr>
          <a:xfrm>
            <a:off x="682548" y="5416702"/>
            <a:ext cx="5852251" cy="1043876"/>
          </a:xfrm>
          <a:prstGeom prst="rect">
            <a:avLst/>
          </a:prstGeom>
        </p:spPr>
        <p:txBody>
          <a:bodyPr vert="horz" wrap="square" lIns="0" tIns="88900" rIns="0" bIns="0" rtlCol="0">
            <a:spAutoFit/>
          </a:bodyPr>
          <a:lstStyle/>
          <a:p>
            <a:pPr marL="195580" indent="-182880">
              <a:lnSpc>
                <a:spcPct val="100000"/>
              </a:lnSpc>
              <a:spcBef>
                <a:spcPts val="700"/>
              </a:spcBef>
              <a:buClr>
                <a:srgbClr val="183DAF"/>
              </a:buClr>
              <a:buFont typeface="Tahoma"/>
              <a:buChar char="‣"/>
              <a:tabLst>
                <a:tab pos="195580" algn="l"/>
              </a:tabLst>
            </a:pPr>
            <a:r>
              <a:rPr sz="1300" dirty="0">
                <a:solidFill>
                  <a:srgbClr val="252525"/>
                </a:solidFill>
                <a:latin typeface="Trebuchet MS"/>
                <a:cs typeface="Trebuchet MS"/>
              </a:rPr>
              <a:t>The MNIST dataset is offered as a training dataset and test dataset.</a:t>
            </a:r>
            <a:endParaRPr sz="1300" dirty="0">
              <a:latin typeface="Trebuchet MS"/>
              <a:cs typeface="Trebuchet MS"/>
            </a:endParaRPr>
          </a:p>
          <a:p>
            <a:pPr marL="195580" indent="-182880">
              <a:lnSpc>
                <a:spcPct val="100000"/>
              </a:lnSpc>
              <a:spcBef>
                <a:spcPts val="600"/>
              </a:spcBef>
              <a:buClr>
                <a:srgbClr val="183DAF"/>
              </a:buClr>
              <a:buFont typeface="Tahoma"/>
              <a:buChar char="‣"/>
              <a:tabLst>
                <a:tab pos="195580" algn="l"/>
              </a:tabLst>
            </a:pPr>
            <a:r>
              <a:rPr sz="1300" dirty="0">
                <a:solidFill>
                  <a:srgbClr val="252525"/>
                </a:solidFill>
                <a:latin typeface="Trebuchet MS"/>
                <a:cs typeface="Trebuchet MS"/>
              </a:rPr>
              <a:t>Here, you will also create a validation dataset from the test dataset.</a:t>
            </a:r>
            <a:endParaRPr sz="1300" dirty="0">
              <a:latin typeface="Trebuchet MS"/>
              <a:cs typeface="Trebuchet MS"/>
            </a:endParaRPr>
          </a:p>
          <a:p>
            <a:pPr marL="195580" indent="-182880">
              <a:lnSpc>
                <a:spcPct val="100000"/>
              </a:lnSpc>
              <a:spcBef>
                <a:spcPts val="600"/>
              </a:spcBef>
              <a:buClr>
                <a:srgbClr val="183DAF"/>
              </a:buClr>
              <a:buFont typeface="Tahoma"/>
              <a:buChar char="‣"/>
              <a:tabLst>
                <a:tab pos="195580" algn="l"/>
              </a:tabLst>
            </a:pPr>
            <a:r>
              <a:rPr sz="1300" dirty="0">
                <a:solidFill>
                  <a:srgbClr val="252525"/>
                </a:solidFill>
                <a:latin typeface="Trebuchet MS"/>
                <a:cs typeface="Trebuchet MS"/>
              </a:rPr>
              <a:t>In the third step, you designate shuffle_files=False parameter in .as_dataset() method.</a:t>
            </a:r>
            <a:endParaRPr sz="1300" dirty="0">
              <a:latin typeface="Trebuchet MS"/>
              <a:cs typeface="Trebuchet MS"/>
            </a:endParaRPr>
          </a:p>
        </p:txBody>
      </p:sp>
      <p:sp>
        <p:nvSpPr>
          <p:cNvPr id="11" name="object 11"/>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2" name="object 12"/>
          <p:cNvPicPr/>
          <p:nvPr/>
        </p:nvPicPr>
        <p:blipFill>
          <a:blip r:embed="rId6" cstate="print"/>
          <a:stretch>
            <a:fillRect/>
          </a:stretch>
        </p:blipFill>
        <p:spPr>
          <a:xfrm>
            <a:off x="710183" y="1434083"/>
            <a:ext cx="1657350" cy="162305"/>
          </a:xfrm>
          <a:prstGeom prst="rect">
            <a:avLst/>
          </a:prstGeom>
        </p:spPr>
      </p:pic>
      <p:sp>
        <p:nvSpPr>
          <p:cNvPr id="13" name="object 13"/>
          <p:cNvSpPr txBox="1"/>
          <p:nvPr/>
        </p:nvSpPr>
        <p:spPr>
          <a:xfrm>
            <a:off x="713943" y="1713992"/>
            <a:ext cx="3553460" cy="223520"/>
          </a:xfrm>
          <a:prstGeom prst="rect">
            <a:avLst/>
          </a:prstGeom>
        </p:spPr>
        <p:txBody>
          <a:bodyPr vert="horz" wrap="square" lIns="0" tIns="12065" rIns="0" bIns="0" rtlCol="0">
            <a:spAutoFit/>
          </a:bodyPr>
          <a:lstStyle/>
          <a:p>
            <a:pPr marL="195580" indent="-182880">
              <a:lnSpc>
                <a:spcPct val="100000"/>
              </a:lnSpc>
              <a:spcBef>
                <a:spcPts val="95"/>
              </a:spcBef>
              <a:buClr>
                <a:srgbClr val="183DAF"/>
              </a:buClr>
              <a:buFont typeface="Tahoma"/>
              <a:buChar char="‣"/>
              <a:tabLst>
                <a:tab pos="195580" algn="l"/>
              </a:tabLst>
            </a:pPr>
            <a:r>
              <a:rPr sz="1300" spc="-220" dirty="0">
                <a:solidFill>
                  <a:srgbClr val="252525"/>
                </a:solidFill>
                <a:latin typeface="Trebuchet MS"/>
                <a:cs typeface="Trebuchet MS"/>
              </a:rPr>
              <a:t>You</a:t>
            </a:r>
            <a:r>
              <a:rPr sz="1300" spc="-150" dirty="0">
                <a:solidFill>
                  <a:srgbClr val="252525"/>
                </a:solidFill>
                <a:latin typeface="Trebuchet MS"/>
                <a:cs typeface="Trebuchet MS"/>
              </a:rPr>
              <a:t> </a:t>
            </a:r>
            <a:r>
              <a:rPr sz="1300" spc="-190" dirty="0">
                <a:solidFill>
                  <a:srgbClr val="252525"/>
                </a:solidFill>
                <a:latin typeface="Trebuchet MS"/>
                <a:cs typeface="Trebuchet MS"/>
              </a:rPr>
              <a:t>can</a:t>
            </a:r>
            <a:r>
              <a:rPr sz="1300" spc="-170" dirty="0">
                <a:solidFill>
                  <a:srgbClr val="252525"/>
                </a:solidFill>
                <a:latin typeface="Trebuchet MS"/>
                <a:cs typeface="Trebuchet MS"/>
              </a:rPr>
              <a:t> </a:t>
            </a:r>
            <a:r>
              <a:rPr sz="1300" spc="-155" dirty="0">
                <a:solidFill>
                  <a:srgbClr val="252525"/>
                </a:solidFill>
                <a:latin typeface="Trebuchet MS"/>
                <a:cs typeface="Trebuchet MS"/>
              </a:rPr>
              <a:t>split</a:t>
            </a:r>
            <a:r>
              <a:rPr sz="1300" spc="-160" dirty="0">
                <a:solidFill>
                  <a:srgbClr val="252525"/>
                </a:solidFill>
                <a:latin typeface="Trebuchet MS"/>
                <a:cs typeface="Trebuchet MS"/>
              </a:rPr>
              <a:t> test</a:t>
            </a:r>
            <a:r>
              <a:rPr sz="1300" spc="-185" dirty="0">
                <a:solidFill>
                  <a:srgbClr val="252525"/>
                </a:solidFill>
                <a:latin typeface="Trebuchet MS"/>
                <a:cs typeface="Trebuchet MS"/>
              </a:rPr>
              <a:t> dataset</a:t>
            </a:r>
            <a:r>
              <a:rPr sz="1300" spc="-180" dirty="0">
                <a:solidFill>
                  <a:srgbClr val="252525"/>
                </a:solidFill>
                <a:latin typeface="Trebuchet MS"/>
                <a:cs typeface="Trebuchet MS"/>
              </a:rPr>
              <a:t> </a:t>
            </a:r>
            <a:r>
              <a:rPr sz="1300" spc="-220" dirty="0">
                <a:solidFill>
                  <a:srgbClr val="252525"/>
                </a:solidFill>
                <a:latin typeface="Trebuchet MS"/>
                <a:cs typeface="Trebuchet MS"/>
              </a:rPr>
              <a:t>and</a:t>
            </a:r>
            <a:r>
              <a:rPr sz="1300" spc="-150" dirty="0">
                <a:solidFill>
                  <a:srgbClr val="252525"/>
                </a:solidFill>
                <a:latin typeface="Trebuchet MS"/>
                <a:cs typeface="Trebuchet MS"/>
              </a:rPr>
              <a:t> </a:t>
            </a:r>
            <a:r>
              <a:rPr sz="1300" spc="-190" dirty="0">
                <a:solidFill>
                  <a:srgbClr val="252525"/>
                </a:solidFill>
                <a:latin typeface="Trebuchet MS"/>
                <a:cs typeface="Trebuchet MS"/>
              </a:rPr>
              <a:t>validation</a:t>
            </a:r>
            <a:r>
              <a:rPr sz="1300" spc="-125" dirty="0">
                <a:solidFill>
                  <a:srgbClr val="252525"/>
                </a:solidFill>
                <a:latin typeface="Trebuchet MS"/>
                <a:cs typeface="Trebuchet MS"/>
              </a:rPr>
              <a:t> </a:t>
            </a:r>
            <a:r>
              <a:rPr sz="1300" spc="-185" dirty="0">
                <a:solidFill>
                  <a:srgbClr val="252525"/>
                </a:solidFill>
                <a:latin typeface="Trebuchet MS"/>
                <a:cs typeface="Trebuchet MS"/>
              </a:rPr>
              <a:t>dataset </a:t>
            </a:r>
            <a:r>
              <a:rPr sz="1300" spc="-130" dirty="0">
                <a:solidFill>
                  <a:srgbClr val="252525"/>
                </a:solidFill>
                <a:latin typeface="Trebuchet MS"/>
                <a:cs typeface="Trebuchet MS"/>
              </a:rPr>
              <a:t>as</a:t>
            </a:r>
            <a:r>
              <a:rPr sz="1300" spc="-120" dirty="0">
                <a:solidFill>
                  <a:srgbClr val="252525"/>
                </a:solidFill>
                <a:latin typeface="Trebuchet MS"/>
                <a:cs typeface="Trebuchet MS"/>
              </a:rPr>
              <a:t> </a:t>
            </a:r>
            <a:r>
              <a:rPr sz="1300" spc="-180" dirty="0">
                <a:solidFill>
                  <a:srgbClr val="252525"/>
                </a:solidFill>
                <a:latin typeface="Trebuchet MS"/>
                <a:cs typeface="Trebuchet MS"/>
              </a:rPr>
              <a:t>follows</a:t>
            </a:r>
            <a:r>
              <a:rPr sz="1300" spc="-145" dirty="0">
                <a:solidFill>
                  <a:srgbClr val="252525"/>
                </a:solidFill>
                <a:latin typeface="Trebuchet MS"/>
                <a:cs typeface="Trebuchet MS"/>
              </a:rPr>
              <a:t> </a:t>
            </a:r>
            <a:r>
              <a:rPr sz="1300" spc="-220" dirty="0">
                <a:solidFill>
                  <a:srgbClr val="252525"/>
                </a:solidFill>
                <a:latin typeface="Trebuchet MS"/>
                <a:cs typeface="Trebuchet MS"/>
              </a:rPr>
              <a:t>(1/2):</a:t>
            </a:r>
            <a:endParaRPr sz="1300">
              <a:latin typeface="Trebuchet MS"/>
              <a:cs typeface="Trebuchet M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1970"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7" name="object 7"/>
          <p:cNvGrpSpPr/>
          <p:nvPr/>
        </p:nvGrpSpPr>
        <p:grpSpPr>
          <a:xfrm>
            <a:off x="704087" y="1996439"/>
            <a:ext cx="8708390" cy="3386454"/>
            <a:chOff x="704087" y="1996439"/>
            <a:chExt cx="8708390" cy="3386454"/>
          </a:xfrm>
        </p:grpSpPr>
        <p:pic>
          <p:nvPicPr>
            <p:cNvPr id="8" name="object 8"/>
            <p:cNvPicPr/>
            <p:nvPr/>
          </p:nvPicPr>
          <p:blipFill>
            <a:blip r:embed="rId5" cstate="print"/>
            <a:stretch>
              <a:fillRect/>
            </a:stretch>
          </p:blipFill>
          <p:spPr>
            <a:xfrm>
              <a:off x="887028" y="2085258"/>
              <a:ext cx="8516051" cy="3244907"/>
            </a:xfrm>
            <a:prstGeom prst="rect">
              <a:avLst/>
            </a:prstGeom>
          </p:spPr>
        </p:pic>
        <p:sp>
          <p:nvSpPr>
            <p:cNvPr id="9" name="object 9"/>
            <p:cNvSpPr/>
            <p:nvPr/>
          </p:nvSpPr>
          <p:spPr>
            <a:xfrm>
              <a:off x="708659" y="2001011"/>
              <a:ext cx="8699500" cy="3377565"/>
            </a:xfrm>
            <a:custGeom>
              <a:avLst/>
              <a:gdLst/>
              <a:ahLst/>
              <a:cxnLst/>
              <a:rect l="l" t="t" r="r" b="b"/>
              <a:pathLst>
                <a:path w="8699500" h="3377565">
                  <a:moveTo>
                    <a:pt x="0" y="3377184"/>
                  </a:moveTo>
                  <a:lnTo>
                    <a:pt x="8698992" y="3377184"/>
                  </a:lnTo>
                  <a:lnTo>
                    <a:pt x="8698992" y="0"/>
                  </a:lnTo>
                  <a:lnTo>
                    <a:pt x="0" y="0"/>
                  </a:lnTo>
                  <a:lnTo>
                    <a:pt x="0" y="3377184"/>
                  </a:lnTo>
                  <a:close/>
                </a:path>
              </a:pathLst>
            </a:custGeom>
            <a:ln w="9144">
              <a:solidFill>
                <a:srgbClr val="D9D9D9"/>
              </a:solidFill>
            </a:ln>
          </p:spPr>
          <p:txBody>
            <a:bodyPr wrap="square" lIns="0" tIns="0" rIns="0" bIns="0" rtlCol="0"/>
            <a:lstStyle/>
            <a:p>
              <a:endParaRPr/>
            </a:p>
          </p:txBody>
        </p:sp>
      </p:grpSp>
      <p:sp>
        <p:nvSpPr>
          <p:cNvPr id="10" name="object 10"/>
          <p:cNvSpPr txBox="1"/>
          <p:nvPr/>
        </p:nvSpPr>
        <p:spPr>
          <a:xfrm>
            <a:off x="682548" y="5416702"/>
            <a:ext cx="5179695" cy="766877"/>
          </a:xfrm>
          <a:prstGeom prst="rect">
            <a:avLst/>
          </a:prstGeom>
        </p:spPr>
        <p:txBody>
          <a:bodyPr vert="horz" wrap="square" lIns="0" tIns="88900" rIns="0" bIns="0" rtlCol="0">
            <a:spAutoFit/>
          </a:bodyPr>
          <a:lstStyle/>
          <a:p>
            <a:pPr marL="195580" indent="-182880">
              <a:lnSpc>
                <a:spcPct val="100000"/>
              </a:lnSpc>
              <a:spcBef>
                <a:spcPts val="700"/>
              </a:spcBef>
              <a:buClr>
                <a:srgbClr val="183DAF"/>
              </a:buClr>
              <a:buFont typeface="Tahoma"/>
              <a:buChar char="‣"/>
              <a:tabLst>
                <a:tab pos="195580" algn="l"/>
              </a:tabLst>
            </a:pPr>
            <a:r>
              <a:rPr sz="1300" dirty="0">
                <a:solidFill>
                  <a:srgbClr val="252525"/>
                </a:solidFill>
                <a:latin typeface="Trebuchet MS"/>
                <a:cs typeface="Trebuchet MS"/>
              </a:rPr>
              <a:t>This prevents initial shuffling.</a:t>
            </a:r>
            <a:endParaRPr sz="1300" dirty="0">
              <a:latin typeface="Trebuchet MS"/>
              <a:cs typeface="Trebuchet MS"/>
            </a:endParaRPr>
          </a:p>
          <a:p>
            <a:pPr marL="195580" indent="-182880">
              <a:lnSpc>
                <a:spcPct val="100000"/>
              </a:lnSpc>
              <a:spcBef>
                <a:spcPts val="600"/>
              </a:spcBef>
              <a:buClr>
                <a:srgbClr val="183DAF"/>
              </a:buClr>
              <a:buFont typeface="Tahoma"/>
              <a:buChar char="‣"/>
              <a:tabLst>
                <a:tab pos="195580" algn="l"/>
              </a:tabLst>
            </a:pPr>
            <a:r>
              <a:rPr sz="1300" dirty="0">
                <a:solidFill>
                  <a:srgbClr val="252525"/>
                </a:solidFill>
                <a:latin typeface="Trebuchet MS"/>
                <a:cs typeface="Trebuchet MS"/>
              </a:rPr>
              <a:t>This is because it has to split the test dataset into smaller test datasets and validation datasets.</a:t>
            </a:r>
            <a:endParaRPr sz="1300" dirty="0">
              <a:latin typeface="Trebuchet MS"/>
              <a:cs typeface="Trebuchet MS"/>
            </a:endParaRPr>
          </a:p>
        </p:txBody>
      </p:sp>
      <p:sp>
        <p:nvSpPr>
          <p:cNvPr id="11" name="object 11"/>
          <p:cNvSpPr/>
          <p:nvPr/>
        </p:nvSpPr>
        <p:spPr>
          <a:xfrm>
            <a:off x="559308" y="1403603"/>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2" name="object 12"/>
          <p:cNvPicPr/>
          <p:nvPr/>
        </p:nvPicPr>
        <p:blipFill>
          <a:blip r:embed="rId6" cstate="print"/>
          <a:stretch>
            <a:fillRect/>
          </a:stretch>
        </p:blipFill>
        <p:spPr>
          <a:xfrm>
            <a:off x="710183" y="1434083"/>
            <a:ext cx="1657350" cy="162305"/>
          </a:xfrm>
          <a:prstGeom prst="rect">
            <a:avLst/>
          </a:prstGeom>
        </p:spPr>
      </p:pic>
      <p:sp>
        <p:nvSpPr>
          <p:cNvPr id="13" name="object 13"/>
          <p:cNvSpPr txBox="1"/>
          <p:nvPr/>
        </p:nvSpPr>
        <p:spPr>
          <a:xfrm>
            <a:off x="713943" y="1713992"/>
            <a:ext cx="3585845" cy="223520"/>
          </a:xfrm>
          <a:prstGeom prst="rect">
            <a:avLst/>
          </a:prstGeom>
        </p:spPr>
        <p:txBody>
          <a:bodyPr vert="horz" wrap="square" lIns="0" tIns="12065" rIns="0" bIns="0" rtlCol="0">
            <a:spAutoFit/>
          </a:bodyPr>
          <a:lstStyle/>
          <a:p>
            <a:pPr marL="195580" indent="-182880">
              <a:lnSpc>
                <a:spcPct val="100000"/>
              </a:lnSpc>
              <a:spcBef>
                <a:spcPts val="95"/>
              </a:spcBef>
              <a:buClr>
                <a:srgbClr val="183DAF"/>
              </a:buClr>
              <a:buFont typeface="Tahoma"/>
              <a:buChar char="‣"/>
              <a:tabLst>
                <a:tab pos="195580" algn="l"/>
              </a:tabLst>
            </a:pPr>
            <a:r>
              <a:rPr sz="1300" spc="-220" dirty="0">
                <a:solidFill>
                  <a:srgbClr val="252525"/>
                </a:solidFill>
                <a:latin typeface="Trebuchet MS"/>
                <a:cs typeface="Trebuchet MS"/>
              </a:rPr>
              <a:t>You</a:t>
            </a:r>
            <a:r>
              <a:rPr sz="1300" spc="-150" dirty="0">
                <a:solidFill>
                  <a:srgbClr val="252525"/>
                </a:solidFill>
                <a:latin typeface="Trebuchet MS"/>
                <a:cs typeface="Trebuchet MS"/>
              </a:rPr>
              <a:t> </a:t>
            </a:r>
            <a:r>
              <a:rPr sz="1300" spc="-190" dirty="0">
                <a:solidFill>
                  <a:srgbClr val="252525"/>
                </a:solidFill>
                <a:latin typeface="Trebuchet MS"/>
                <a:cs typeface="Trebuchet MS"/>
              </a:rPr>
              <a:t>can</a:t>
            </a:r>
            <a:r>
              <a:rPr sz="1300" spc="-175" dirty="0">
                <a:solidFill>
                  <a:srgbClr val="252525"/>
                </a:solidFill>
                <a:latin typeface="Trebuchet MS"/>
                <a:cs typeface="Trebuchet MS"/>
              </a:rPr>
              <a:t> </a:t>
            </a:r>
            <a:r>
              <a:rPr sz="1300" spc="-155" dirty="0">
                <a:solidFill>
                  <a:srgbClr val="252525"/>
                </a:solidFill>
                <a:latin typeface="Trebuchet MS"/>
                <a:cs typeface="Trebuchet MS"/>
              </a:rPr>
              <a:t>split</a:t>
            </a:r>
            <a:r>
              <a:rPr sz="1300" spc="-160" dirty="0">
                <a:solidFill>
                  <a:srgbClr val="252525"/>
                </a:solidFill>
                <a:latin typeface="Trebuchet MS"/>
                <a:cs typeface="Trebuchet MS"/>
              </a:rPr>
              <a:t> test</a:t>
            </a:r>
            <a:r>
              <a:rPr sz="1300" spc="-185" dirty="0">
                <a:solidFill>
                  <a:srgbClr val="252525"/>
                </a:solidFill>
                <a:latin typeface="Trebuchet MS"/>
                <a:cs typeface="Trebuchet MS"/>
              </a:rPr>
              <a:t> dataset </a:t>
            </a:r>
            <a:r>
              <a:rPr sz="1300" spc="-220" dirty="0">
                <a:solidFill>
                  <a:srgbClr val="252525"/>
                </a:solidFill>
                <a:latin typeface="Trebuchet MS"/>
                <a:cs typeface="Trebuchet MS"/>
              </a:rPr>
              <a:t>and</a:t>
            </a:r>
            <a:r>
              <a:rPr sz="1300" spc="-150" dirty="0">
                <a:solidFill>
                  <a:srgbClr val="252525"/>
                </a:solidFill>
                <a:latin typeface="Trebuchet MS"/>
                <a:cs typeface="Trebuchet MS"/>
              </a:rPr>
              <a:t> </a:t>
            </a:r>
            <a:r>
              <a:rPr sz="1300" spc="-190" dirty="0">
                <a:solidFill>
                  <a:srgbClr val="252525"/>
                </a:solidFill>
                <a:latin typeface="Trebuchet MS"/>
                <a:cs typeface="Trebuchet MS"/>
              </a:rPr>
              <a:t>validation</a:t>
            </a:r>
            <a:r>
              <a:rPr sz="1300" spc="-130" dirty="0">
                <a:solidFill>
                  <a:srgbClr val="252525"/>
                </a:solidFill>
                <a:latin typeface="Trebuchet MS"/>
                <a:cs typeface="Trebuchet MS"/>
              </a:rPr>
              <a:t> </a:t>
            </a:r>
            <a:r>
              <a:rPr sz="1300" spc="-185" dirty="0">
                <a:solidFill>
                  <a:srgbClr val="252525"/>
                </a:solidFill>
                <a:latin typeface="Trebuchet MS"/>
                <a:cs typeface="Trebuchet MS"/>
              </a:rPr>
              <a:t>dataset </a:t>
            </a:r>
            <a:r>
              <a:rPr sz="1300" spc="-130" dirty="0">
                <a:solidFill>
                  <a:srgbClr val="252525"/>
                </a:solidFill>
                <a:latin typeface="Trebuchet MS"/>
                <a:cs typeface="Trebuchet MS"/>
              </a:rPr>
              <a:t>as</a:t>
            </a:r>
            <a:r>
              <a:rPr sz="1300" spc="-125" dirty="0">
                <a:solidFill>
                  <a:srgbClr val="252525"/>
                </a:solidFill>
                <a:latin typeface="Trebuchet MS"/>
                <a:cs typeface="Trebuchet MS"/>
              </a:rPr>
              <a:t> </a:t>
            </a:r>
            <a:r>
              <a:rPr sz="1300" spc="-180" dirty="0">
                <a:solidFill>
                  <a:srgbClr val="252525"/>
                </a:solidFill>
                <a:latin typeface="Trebuchet MS"/>
                <a:cs typeface="Trebuchet MS"/>
              </a:rPr>
              <a:t>follows</a:t>
            </a:r>
            <a:r>
              <a:rPr sz="1300" spc="-150" dirty="0">
                <a:solidFill>
                  <a:srgbClr val="252525"/>
                </a:solidFill>
                <a:latin typeface="Trebuchet MS"/>
                <a:cs typeface="Trebuchet MS"/>
              </a:rPr>
              <a:t> </a:t>
            </a:r>
            <a:r>
              <a:rPr sz="1300" spc="-175" dirty="0">
                <a:solidFill>
                  <a:srgbClr val="252525"/>
                </a:solidFill>
                <a:latin typeface="Trebuchet MS"/>
                <a:cs typeface="Trebuchet MS"/>
              </a:rPr>
              <a:t>(2/2):</a:t>
            </a:r>
            <a:endParaRPr sz="1300">
              <a:latin typeface="Trebuchet MS"/>
              <a:cs typeface="Trebuchet M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7560"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3039"/>
            <a:ext cx="2262378" cy="176022"/>
          </a:xfrm>
          <a:prstGeom prst="rect">
            <a:avLst/>
          </a:prstGeom>
        </p:spPr>
      </p:pic>
      <p:sp>
        <p:nvSpPr>
          <p:cNvPr id="7" name="object 7"/>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9" name="object 9"/>
          <p:cNvGrpSpPr/>
          <p:nvPr/>
        </p:nvGrpSpPr>
        <p:grpSpPr>
          <a:xfrm>
            <a:off x="829055" y="3212592"/>
            <a:ext cx="8388350" cy="3112135"/>
            <a:chOff x="829055" y="3212592"/>
            <a:chExt cx="8388350" cy="3112135"/>
          </a:xfrm>
        </p:grpSpPr>
        <p:sp>
          <p:nvSpPr>
            <p:cNvPr id="10" name="object 10"/>
            <p:cNvSpPr/>
            <p:nvPr/>
          </p:nvSpPr>
          <p:spPr>
            <a:xfrm>
              <a:off x="829055" y="3212592"/>
              <a:ext cx="8388350" cy="3112135"/>
            </a:xfrm>
            <a:custGeom>
              <a:avLst/>
              <a:gdLst/>
              <a:ahLst/>
              <a:cxnLst/>
              <a:rect l="l" t="t" r="r" b="b"/>
              <a:pathLst>
                <a:path w="8388350" h="3112135">
                  <a:moveTo>
                    <a:pt x="8388096" y="0"/>
                  </a:moveTo>
                  <a:lnTo>
                    <a:pt x="0" y="0"/>
                  </a:lnTo>
                  <a:lnTo>
                    <a:pt x="0" y="3112007"/>
                  </a:lnTo>
                  <a:lnTo>
                    <a:pt x="8388096" y="3112007"/>
                  </a:lnTo>
                  <a:lnTo>
                    <a:pt x="8388096" y="0"/>
                  </a:lnTo>
                  <a:close/>
                </a:path>
              </a:pathLst>
            </a:custGeom>
            <a:solidFill>
              <a:srgbClr val="F1F1F1"/>
            </a:solidFill>
          </p:spPr>
          <p:txBody>
            <a:bodyPr wrap="square" lIns="0" tIns="0" rIns="0" bIns="0" rtlCol="0"/>
            <a:lstStyle/>
            <a:p>
              <a:endParaRPr/>
            </a:p>
          </p:txBody>
        </p:sp>
        <p:pic>
          <p:nvPicPr>
            <p:cNvPr id="11" name="object 11"/>
            <p:cNvPicPr/>
            <p:nvPr/>
          </p:nvPicPr>
          <p:blipFill>
            <a:blip r:embed="rId6" cstate="print"/>
            <a:stretch>
              <a:fillRect/>
            </a:stretch>
          </p:blipFill>
          <p:spPr>
            <a:xfrm>
              <a:off x="926591" y="3459480"/>
              <a:ext cx="1937766" cy="2618994"/>
            </a:xfrm>
            <a:prstGeom prst="rect">
              <a:avLst/>
            </a:prstGeom>
          </p:spPr>
        </p:pic>
      </p:grpSp>
      <p:sp>
        <p:nvSpPr>
          <p:cNvPr id="12" name="object 12"/>
          <p:cNvSpPr txBox="1"/>
          <p:nvPr/>
        </p:nvSpPr>
        <p:spPr>
          <a:xfrm>
            <a:off x="674623" y="1804797"/>
            <a:ext cx="8537575" cy="1315104"/>
          </a:xfrm>
          <a:prstGeom prst="rect">
            <a:avLst/>
          </a:prstGeom>
        </p:spPr>
        <p:txBody>
          <a:bodyPr vert="horz" wrap="square" lIns="0" tIns="12065" rIns="0" bIns="0" rtlCol="0">
            <a:spAutoFit/>
          </a:bodyPr>
          <a:lstStyle/>
          <a:p>
            <a:pPr marL="194945" marR="5080" indent="-182880">
              <a:lnSpc>
                <a:spcPct val="100000"/>
              </a:lnSpc>
              <a:spcBef>
                <a:spcPts val="95"/>
              </a:spcBef>
              <a:buClr>
                <a:srgbClr val="183DAF"/>
              </a:buClr>
              <a:buFont typeface="Tahoma"/>
              <a:buChar char="‣"/>
              <a:tabLst>
                <a:tab pos="195580" algn="l"/>
              </a:tabLst>
            </a:pPr>
            <a:r>
              <a:rPr sz="1300" dirty="0">
                <a:latin typeface="Trebuchet MS"/>
                <a:cs typeface="Trebuchet MS"/>
              </a:rPr>
              <a:t>Stack convolution, pooling, dropout, and fully connected layers using Keras Sequential class to build CNN in TensorFlow. Keras layer API offers a class for each of  these layers.</a:t>
            </a:r>
          </a:p>
          <a:p>
            <a:pPr marL="194945" marR="234315" indent="-182880">
              <a:lnSpc>
                <a:spcPct val="100000"/>
              </a:lnSpc>
              <a:spcBef>
                <a:spcPts val="790"/>
              </a:spcBef>
              <a:buClr>
                <a:srgbClr val="183DAF"/>
              </a:buClr>
              <a:buFont typeface="Tahoma"/>
              <a:buChar char="‣"/>
              <a:tabLst>
                <a:tab pos="195580" algn="l"/>
              </a:tabLst>
            </a:pPr>
            <a:r>
              <a:rPr sz="1300" dirty="0">
                <a:latin typeface="Trebuchet MS"/>
                <a:cs typeface="Trebuchet MS"/>
              </a:rPr>
              <a:t>To build a layer with Conv2D class, designate the number of filters (number of output feature maps) and size of the kernel. In addition, more parameters can  modify the operations of the convolutional layer. The most widely used are stride (initial value is 1 in x, y dimensions) and padding. Padding can be either  designated as the same padding or valid padding.</a:t>
            </a:r>
          </a:p>
        </p:txBody>
      </p:sp>
      <p:sp>
        <p:nvSpPr>
          <p:cNvPr id="13" name="object 13"/>
          <p:cNvSpPr txBox="1"/>
          <p:nvPr/>
        </p:nvSpPr>
        <p:spPr>
          <a:xfrm>
            <a:off x="4099559" y="4469891"/>
            <a:ext cx="4701540" cy="479618"/>
          </a:xfrm>
          <a:prstGeom prst="rect">
            <a:avLst/>
          </a:prstGeom>
          <a:solidFill>
            <a:srgbClr val="F1F1F1"/>
          </a:solidFill>
          <a:ln w="12192">
            <a:solidFill>
              <a:srgbClr val="000000"/>
            </a:solidFill>
          </a:ln>
        </p:spPr>
        <p:txBody>
          <a:bodyPr vert="horz" wrap="square" lIns="0" tIns="78740" rIns="0" bIns="0" rtlCol="0">
            <a:spAutoFit/>
          </a:bodyPr>
          <a:lstStyle/>
          <a:p>
            <a:pPr marL="121285">
              <a:lnSpc>
                <a:spcPct val="100000"/>
              </a:lnSpc>
              <a:spcBef>
                <a:spcPts val="620"/>
              </a:spcBef>
            </a:pPr>
            <a:r>
              <a:rPr sz="1300" dirty="0">
                <a:solidFill>
                  <a:srgbClr val="4471C4"/>
                </a:solidFill>
                <a:latin typeface="Trebuchet MS"/>
                <a:cs typeface="Trebuchet MS"/>
              </a:rPr>
              <a:t>tf.keras.layers.MaxPool2D and tf.keras.layers.AvgPool2D</a:t>
            </a:r>
            <a:endParaRPr sz="1300">
              <a:latin typeface="Trebuchet MS"/>
              <a:cs typeface="Trebuchet MS"/>
            </a:endParaRPr>
          </a:p>
          <a:p>
            <a:pPr marL="121285">
              <a:lnSpc>
                <a:spcPct val="100000"/>
              </a:lnSpc>
            </a:pPr>
            <a:r>
              <a:rPr sz="1300" dirty="0">
                <a:latin typeface="Trebuchet MS"/>
                <a:cs typeface="Trebuchet MS"/>
              </a:rPr>
              <a:t>: sub-sampling (max pooling and meanpooling) layers</a:t>
            </a:r>
            <a:endParaRPr sz="1300">
              <a:latin typeface="Trebuchet MS"/>
              <a:cs typeface="Trebuchet MS"/>
            </a:endParaRPr>
          </a:p>
        </p:txBody>
      </p:sp>
      <p:sp>
        <p:nvSpPr>
          <p:cNvPr id="14" name="object 14"/>
          <p:cNvSpPr/>
          <p:nvPr/>
        </p:nvSpPr>
        <p:spPr>
          <a:xfrm>
            <a:off x="3813047" y="4712970"/>
            <a:ext cx="285750" cy="76200"/>
          </a:xfrm>
          <a:custGeom>
            <a:avLst/>
            <a:gdLst/>
            <a:ahLst/>
            <a:cxnLst/>
            <a:rect l="l" t="t" r="r" b="b"/>
            <a:pathLst>
              <a:path w="285750" h="76200">
                <a:moveTo>
                  <a:pt x="76580" y="0"/>
                </a:moveTo>
                <a:lnTo>
                  <a:pt x="0" y="37337"/>
                </a:lnTo>
                <a:lnTo>
                  <a:pt x="75818" y="76199"/>
                </a:lnTo>
                <a:lnTo>
                  <a:pt x="76136" y="44447"/>
                </a:lnTo>
                <a:lnTo>
                  <a:pt x="63373" y="44322"/>
                </a:lnTo>
                <a:lnTo>
                  <a:pt x="63500" y="31622"/>
                </a:lnTo>
                <a:lnTo>
                  <a:pt x="76264" y="31622"/>
                </a:lnTo>
                <a:lnTo>
                  <a:pt x="76580" y="0"/>
                </a:lnTo>
                <a:close/>
              </a:path>
              <a:path w="285750" h="76200">
                <a:moveTo>
                  <a:pt x="76263" y="31747"/>
                </a:moveTo>
                <a:lnTo>
                  <a:pt x="76136" y="44447"/>
                </a:lnTo>
                <a:lnTo>
                  <a:pt x="285368" y="46481"/>
                </a:lnTo>
                <a:lnTo>
                  <a:pt x="285496" y="33781"/>
                </a:lnTo>
                <a:lnTo>
                  <a:pt x="76263" y="31747"/>
                </a:lnTo>
                <a:close/>
              </a:path>
              <a:path w="285750" h="76200">
                <a:moveTo>
                  <a:pt x="63500" y="31622"/>
                </a:moveTo>
                <a:lnTo>
                  <a:pt x="63373" y="44322"/>
                </a:lnTo>
                <a:lnTo>
                  <a:pt x="76136" y="44447"/>
                </a:lnTo>
                <a:lnTo>
                  <a:pt x="76263" y="31747"/>
                </a:lnTo>
                <a:lnTo>
                  <a:pt x="63500" y="31622"/>
                </a:lnTo>
                <a:close/>
              </a:path>
              <a:path w="285750" h="76200">
                <a:moveTo>
                  <a:pt x="76264" y="31622"/>
                </a:moveTo>
                <a:lnTo>
                  <a:pt x="63500" y="31622"/>
                </a:lnTo>
                <a:lnTo>
                  <a:pt x="76263" y="31747"/>
                </a:lnTo>
                <a:close/>
              </a:path>
            </a:pathLst>
          </a:custGeom>
          <a:solidFill>
            <a:srgbClr val="000000"/>
          </a:solidFill>
        </p:spPr>
        <p:txBody>
          <a:bodyPr wrap="square" lIns="0" tIns="0" rIns="0" bIns="0" rtlCol="0"/>
          <a:lstStyle/>
          <a:p>
            <a:endParaRPr/>
          </a:p>
        </p:txBody>
      </p:sp>
      <p:sp>
        <p:nvSpPr>
          <p:cNvPr id="15" name="object 15"/>
          <p:cNvSpPr txBox="1"/>
          <p:nvPr/>
        </p:nvSpPr>
        <p:spPr>
          <a:xfrm>
            <a:off x="4082796" y="5564123"/>
            <a:ext cx="4701540" cy="479618"/>
          </a:xfrm>
          <a:prstGeom prst="rect">
            <a:avLst/>
          </a:prstGeom>
          <a:solidFill>
            <a:srgbClr val="F1F1F1"/>
          </a:solidFill>
          <a:ln w="12192">
            <a:solidFill>
              <a:srgbClr val="000000"/>
            </a:solidFill>
          </a:ln>
        </p:spPr>
        <p:txBody>
          <a:bodyPr vert="horz" wrap="square" lIns="0" tIns="78740" rIns="0" bIns="0" rtlCol="0">
            <a:spAutoFit/>
          </a:bodyPr>
          <a:lstStyle/>
          <a:p>
            <a:pPr marL="274955" indent="-182880">
              <a:lnSpc>
                <a:spcPct val="100000"/>
              </a:lnSpc>
              <a:spcBef>
                <a:spcPts val="620"/>
              </a:spcBef>
              <a:buClr>
                <a:srgbClr val="183DAF"/>
              </a:buClr>
              <a:buFont typeface="Tahoma"/>
              <a:buChar char="‣"/>
              <a:tabLst>
                <a:tab pos="274955" algn="l"/>
              </a:tabLst>
            </a:pPr>
            <a:r>
              <a:rPr sz="1300" dirty="0">
                <a:solidFill>
                  <a:srgbClr val="4471C4"/>
                </a:solidFill>
                <a:latin typeface="Trebuchet MS"/>
                <a:cs typeface="Trebuchet MS"/>
              </a:rPr>
              <a:t>tf.keras.layers.Dropout</a:t>
            </a:r>
            <a:endParaRPr sz="1300">
              <a:latin typeface="Trebuchet MS"/>
              <a:cs typeface="Trebuchet MS"/>
            </a:endParaRPr>
          </a:p>
          <a:p>
            <a:pPr marL="218440">
              <a:lnSpc>
                <a:spcPct val="100000"/>
              </a:lnSpc>
            </a:pPr>
            <a:r>
              <a:rPr sz="1300" dirty="0">
                <a:latin typeface="Trebuchet MS"/>
                <a:cs typeface="Trebuchet MS"/>
              </a:rPr>
              <a:t>: a layer executing dropout for regularization.</a:t>
            </a:r>
            <a:endParaRPr sz="1300">
              <a:latin typeface="Trebuchet MS"/>
              <a:cs typeface="Trebuchet MS"/>
            </a:endParaRPr>
          </a:p>
        </p:txBody>
      </p:sp>
      <p:sp>
        <p:nvSpPr>
          <p:cNvPr id="16" name="object 16"/>
          <p:cNvSpPr/>
          <p:nvPr/>
        </p:nvSpPr>
        <p:spPr>
          <a:xfrm>
            <a:off x="3787140" y="5702808"/>
            <a:ext cx="302260" cy="76200"/>
          </a:xfrm>
          <a:custGeom>
            <a:avLst/>
            <a:gdLst/>
            <a:ahLst/>
            <a:cxnLst/>
            <a:rect l="l" t="t" r="r" b="b"/>
            <a:pathLst>
              <a:path w="302260" h="76200">
                <a:moveTo>
                  <a:pt x="76200" y="0"/>
                </a:moveTo>
                <a:lnTo>
                  <a:pt x="0" y="38099"/>
                </a:lnTo>
                <a:lnTo>
                  <a:pt x="76200" y="76199"/>
                </a:lnTo>
                <a:lnTo>
                  <a:pt x="76200" y="44449"/>
                </a:lnTo>
                <a:lnTo>
                  <a:pt x="63500" y="44449"/>
                </a:lnTo>
                <a:lnTo>
                  <a:pt x="63500" y="31749"/>
                </a:lnTo>
                <a:lnTo>
                  <a:pt x="76200" y="31749"/>
                </a:lnTo>
                <a:lnTo>
                  <a:pt x="76200" y="0"/>
                </a:lnTo>
                <a:close/>
              </a:path>
              <a:path w="302260" h="76200">
                <a:moveTo>
                  <a:pt x="76200" y="31749"/>
                </a:moveTo>
                <a:lnTo>
                  <a:pt x="63500" y="31749"/>
                </a:lnTo>
                <a:lnTo>
                  <a:pt x="63500" y="44449"/>
                </a:lnTo>
                <a:lnTo>
                  <a:pt x="76200" y="44449"/>
                </a:lnTo>
                <a:lnTo>
                  <a:pt x="76200" y="31749"/>
                </a:lnTo>
                <a:close/>
              </a:path>
              <a:path w="302260" h="76200">
                <a:moveTo>
                  <a:pt x="302006" y="31749"/>
                </a:moveTo>
                <a:lnTo>
                  <a:pt x="76200" y="31749"/>
                </a:lnTo>
                <a:lnTo>
                  <a:pt x="76200" y="44449"/>
                </a:lnTo>
                <a:lnTo>
                  <a:pt x="302006" y="44449"/>
                </a:lnTo>
                <a:lnTo>
                  <a:pt x="302006" y="31749"/>
                </a:lnTo>
                <a:close/>
              </a:path>
            </a:pathLst>
          </a:custGeom>
          <a:solidFill>
            <a:srgbClr val="000000"/>
          </a:solidFill>
        </p:spPr>
        <p:txBody>
          <a:bodyPr wrap="square" lIns="0" tIns="0" rIns="0" bIns="0" rtlCol="0"/>
          <a:lstStyle/>
          <a:p>
            <a:endParaRPr/>
          </a:p>
        </p:txBody>
      </p:sp>
      <p:sp>
        <p:nvSpPr>
          <p:cNvPr id="17" name="object 17"/>
          <p:cNvSpPr txBox="1"/>
          <p:nvPr/>
        </p:nvSpPr>
        <p:spPr>
          <a:xfrm>
            <a:off x="4099559" y="3395471"/>
            <a:ext cx="4701540" cy="243015"/>
          </a:xfrm>
          <a:prstGeom prst="rect">
            <a:avLst/>
          </a:prstGeom>
          <a:solidFill>
            <a:srgbClr val="F1F1F1"/>
          </a:solidFill>
          <a:ln w="12192">
            <a:solidFill>
              <a:srgbClr val="000000"/>
            </a:solidFill>
          </a:ln>
        </p:spPr>
        <p:txBody>
          <a:bodyPr vert="horz" wrap="square" lIns="0" tIns="42545" rIns="0" bIns="0" rtlCol="0">
            <a:spAutoFit/>
          </a:bodyPr>
          <a:lstStyle/>
          <a:p>
            <a:pPr marL="152400">
              <a:lnSpc>
                <a:spcPct val="100000"/>
              </a:lnSpc>
              <a:spcBef>
                <a:spcPts val="335"/>
              </a:spcBef>
            </a:pPr>
            <a:r>
              <a:rPr sz="1300" dirty="0">
                <a:solidFill>
                  <a:srgbClr val="4471C4"/>
                </a:solidFill>
                <a:latin typeface="Trebuchet MS"/>
                <a:cs typeface="Trebuchet MS"/>
              </a:rPr>
              <a:t>tf.keras.layers.Conv2D</a:t>
            </a:r>
            <a:r>
              <a:rPr sz="1300" dirty="0">
                <a:latin typeface="Trebuchet MS"/>
                <a:cs typeface="Trebuchet MS"/>
              </a:rPr>
              <a:t>: a two-dimensional convolution layer</a:t>
            </a:r>
          </a:p>
        </p:txBody>
      </p:sp>
      <p:sp>
        <p:nvSpPr>
          <p:cNvPr id="18" name="object 18"/>
          <p:cNvSpPr/>
          <p:nvPr/>
        </p:nvSpPr>
        <p:spPr>
          <a:xfrm>
            <a:off x="3294888" y="3491484"/>
            <a:ext cx="803910" cy="76200"/>
          </a:xfrm>
          <a:custGeom>
            <a:avLst/>
            <a:gdLst/>
            <a:ahLst/>
            <a:cxnLst/>
            <a:rect l="l" t="t" r="r" b="b"/>
            <a:pathLst>
              <a:path w="803910" h="76200">
                <a:moveTo>
                  <a:pt x="76200" y="0"/>
                </a:moveTo>
                <a:lnTo>
                  <a:pt x="0" y="38100"/>
                </a:lnTo>
                <a:lnTo>
                  <a:pt x="76200" y="76200"/>
                </a:lnTo>
                <a:lnTo>
                  <a:pt x="76200" y="44450"/>
                </a:lnTo>
                <a:lnTo>
                  <a:pt x="63500" y="44450"/>
                </a:lnTo>
                <a:lnTo>
                  <a:pt x="63500" y="31750"/>
                </a:lnTo>
                <a:lnTo>
                  <a:pt x="76200" y="31750"/>
                </a:lnTo>
                <a:lnTo>
                  <a:pt x="76200" y="0"/>
                </a:lnTo>
                <a:close/>
              </a:path>
              <a:path w="803910" h="76200">
                <a:moveTo>
                  <a:pt x="76200" y="31750"/>
                </a:moveTo>
                <a:lnTo>
                  <a:pt x="63500" y="31750"/>
                </a:lnTo>
                <a:lnTo>
                  <a:pt x="63500" y="44450"/>
                </a:lnTo>
                <a:lnTo>
                  <a:pt x="76200" y="44450"/>
                </a:lnTo>
                <a:lnTo>
                  <a:pt x="76200" y="31750"/>
                </a:lnTo>
                <a:close/>
              </a:path>
              <a:path w="803910" h="76200">
                <a:moveTo>
                  <a:pt x="803783" y="31750"/>
                </a:moveTo>
                <a:lnTo>
                  <a:pt x="76200" y="31750"/>
                </a:lnTo>
                <a:lnTo>
                  <a:pt x="76200" y="44450"/>
                </a:lnTo>
                <a:lnTo>
                  <a:pt x="803783" y="44450"/>
                </a:lnTo>
                <a:lnTo>
                  <a:pt x="803783" y="31750"/>
                </a:lnTo>
                <a:close/>
              </a:path>
            </a:pathLst>
          </a:custGeom>
          <a:solidFill>
            <a:srgbClr val="000000"/>
          </a:solidFill>
        </p:spPr>
        <p:txBody>
          <a:bodyPr wrap="square" lIns="0" tIns="0" rIns="0" bIns="0" rtlCol="0"/>
          <a:lstStyle/>
          <a:p>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3039"/>
            <a:ext cx="2262378" cy="176022"/>
          </a:xfrm>
          <a:prstGeom prst="rect">
            <a:avLst/>
          </a:prstGeom>
        </p:spPr>
      </p:pic>
      <p:pic>
        <p:nvPicPr>
          <p:cNvPr id="9" name="object 9"/>
          <p:cNvPicPr/>
          <p:nvPr/>
        </p:nvPicPr>
        <p:blipFill>
          <a:blip r:embed="rId6" cstate="print"/>
          <a:stretch>
            <a:fillRect/>
          </a:stretch>
        </p:blipFill>
        <p:spPr>
          <a:xfrm>
            <a:off x="710183" y="1805939"/>
            <a:ext cx="4767834" cy="459486"/>
          </a:xfrm>
          <a:prstGeom prst="rect">
            <a:avLst/>
          </a:prstGeom>
        </p:spPr>
      </p:pic>
      <p:sp>
        <p:nvSpPr>
          <p:cNvPr id="10" name="object 10"/>
          <p:cNvSpPr txBox="1"/>
          <p:nvPr/>
        </p:nvSpPr>
        <p:spPr>
          <a:xfrm>
            <a:off x="847344" y="2386583"/>
            <a:ext cx="8568055" cy="2472472"/>
          </a:xfrm>
          <a:prstGeom prst="rect">
            <a:avLst/>
          </a:prstGeom>
          <a:solidFill>
            <a:srgbClr val="F1F1F1"/>
          </a:solidFill>
        </p:spPr>
        <p:txBody>
          <a:bodyPr vert="horz" wrap="square" lIns="0" tIns="0" rIns="0" bIns="0" rtlCol="0">
            <a:spAutoFit/>
          </a:bodyPr>
          <a:lstStyle/>
          <a:p>
            <a:pPr>
              <a:lnSpc>
                <a:spcPct val="100000"/>
              </a:lnSpc>
            </a:pPr>
            <a:endParaRPr sz="1500" dirty="0">
              <a:latin typeface="Times New Roman"/>
              <a:cs typeface="Times New Roman"/>
            </a:endParaRPr>
          </a:p>
          <a:p>
            <a:pPr marL="273685" indent="-183515">
              <a:lnSpc>
                <a:spcPct val="100000"/>
              </a:lnSpc>
              <a:spcBef>
                <a:spcPts val="960"/>
              </a:spcBef>
              <a:buClr>
                <a:srgbClr val="183DAF"/>
              </a:buClr>
              <a:buFont typeface="Arial MT"/>
              <a:buChar char="•"/>
              <a:tabLst>
                <a:tab pos="274320" algn="l"/>
              </a:tabLst>
            </a:pPr>
            <a:r>
              <a:rPr sz="1300" dirty="0">
                <a:solidFill>
                  <a:srgbClr val="252525"/>
                </a:solidFill>
                <a:latin typeface="Trebuchet MS"/>
                <a:cs typeface="Trebuchet MS"/>
              </a:rPr>
              <a:t>Two convolutional layers are added to the model.</a:t>
            </a:r>
            <a:endParaRPr sz="1300" dirty="0">
              <a:latin typeface="Trebuchet MS"/>
              <a:cs typeface="Trebuchet MS"/>
            </a:endParaRPr>
          </a:p>
          <a:p>
            <a:pPr marL="273685" indent="-183515">
              <a:lnSpc>
                <a:spcPct val="100000"/>
              </a:lnSpc>
              <a:spcBef>
                <a:spcPts val="790"/>
              </a:spcBef>
              <a:buClr>
                <a:srgbClr val="183DAF"/>
              </a:buClr>
              <a:buFont typeface="Arial MT"/>
              <a:buChar char="•"/>
              <a:tabLst>
                <a:tab pos="274320" algn="l"/>
              </a:tabLst>
            </a:pPr>
            <a:r>
              <a:rPr sz="1300" dirty="0">
                <a:solidFill>
                  <a:srgbClr val="252525"/>
                </a:solidFill>
                <a:latin typeface="Trebuchet MS"/>
                <a:cs typeface="Trebuchet MS"/>
              </a:rPr>
              <a:t>Each convolutional layer uses a 5x5 kernel and the ‘same’ padding.</a:t>
            </a:r>
            <a:endParaRPr sz="1300" dirty="0">
              <a:latin typeface="Trebuchet MS"/>
              <a:cs typeface="Trebuchet MS"/>
            </a:endParaRPr>
          </a:p>
          <a:p>
            <a:pPr marL="273685" indent="-183515">
              <a:lnSpc>
                <a:spcPct val="100000"/>
              </a:lnSpc>
              <a:spcBef>
                <a:spcPts val="805"/>
              </a:spcBef>
              <a:buClr>
                <a:srgbClr val="183DAF"/>
              </a:buClr>
              <a:buFont typeface="Arial MT"/>
              <a:buChar char="•"/>
              <a:tabLst>
                <a:tab pos="274320" algn="l"/>
              </a:tabLst>
            </a:pPr>
            <a:r>
              <a:rPr sz="1300" dirty="0">
                <a:solidFill>
                  <a:srgbClr val="252525"/>
                </a:solidFill>
                <a:latin typeface="Trebuchet MS"/>
                <a:cs typeface="Trebuchet MS"/>
              </a:rPr>
              <a:t>As mentioned, using padding=‘same’ preserves the feature map’s space-directional dimension (vertical and horizontal).</a:t>
            </a:r>
            <a:endParaRPr sz="1300" dirty="0">
              <a:latin typeface="Trebuchet MS"/>
              <a:cs typeface="Trebuchet MS"/>
            </a:endParaRPr>
          </a:p>
          <a:p>
            <a:pPr marL="273685" indent="-183515">
              <a:lnSpc>
                <a:spcPct val="100000"/>
              </a:lnSpc>
              <a:spcBef>
                <a:spcPts val="805"/>
              </a:spcBef>
              <a:buClr>
                <a:srgbClr val="183DAF"/>
              </a:buClr>
              <a:buFont typeface="Arial MT"/>
              <a:buChar char="•"/>
              <a:tabLst>
                <a:tab pos="274320" algn="l"/>
              </a:tabLst>
            </a:pPr>
            <a:r>
              <a:rPr sz="1300" dirty="0">
                <a:solidFill>
                  <a:srgbClr val="252525"/>
                </a:solidFill>
                <a:latin typeface="Trebuchet MS"/>
                <a:cs typeface="Trebuchet MS"/>
              </a:rPr>
              <a:t>Input and output have the same height and width (the number of channels changes depending on the number of filters).</a:t>
            </a:r>
            <a:endParaRPr sz="1300" dirty="0">
              <a:latin typeface="Trebuchet MS"/>
              <a:cs typeface="Trebuchet MS"/>
            </a:endParaRPr>
          </a:p>
          <a:p>
            <a:pPr marL="273685" indent="-183515">
              <a:lnSpc>
                <a:spcPct val="100000"/>
              </a:lnSpc>
              <a:spcBef>
                <a:spcPts val="795"/>
              </a:spcBef>
              <a:buClr>
                <a:srgbClr val="183DAF"/>
              </a:buClr>
              <a:buFont typeface="Arial MT"/>
              <a:buChar char="•"/>
              <a:tabLst>
                <a:tab pos="274320" algn="l"/>
              </a:tabLst>
            </a:pPr>
            <a:r>
              <a:rPr sz="1300" dirty="0">
                <a:solidFill>
                  <a:srgbClr val="252525"/>
                </a:solidFill>
                <a:latin typeface="Trebuchet MS"/>
                <a:cs typeface="Trebuchet MS"/>
              </a:rPr>
              <a:t>Max pooling layer of size 2 x2 and stride 2 reduces space-directional dimension to its half.</a:t>
            </a:r>
            <a:endParaRPr sz="1300" dirty="0">
              <a:latin typeface="Trebuchet MS"/>
              <a:cs typeface="Trebuchet MS"/>
            </a:endParaRPr>
          </a:p>
          <a:p>
            <a:pPr marL="273685" indent="-183515">
              <a:lnSpc>
                <a:spcPct val="100000"/>
              </a:lnSpc>
              <a:spcBef>
                <a:spcPts val="805"/>
              </a:spcBef>
              <a:buClr>
                <a:srgbClr val="183DAF"/>
              </a:buClr>
              <a:buFont typeface="Arial MT"/>
              <a:buChar char="•"/>
              <a:tabLst>
                <a:tab pos="274320" algn="l"/>
              </a:tabLst>
            </a:pPr>
            <a:r>
              <a:rPr sz="1300" dirty="0">
                <a:solidFill>
                  <a:srgbClr val="252525"/>
                </a:solidFill>
                <a:latin typeface="Trebuchet MS"/>
                <a:cs typeface="Trebuchet MS"/>
              </a:rPr>
              <a:t>If the strides parameter is not designated on MaxPool2D, it is initialized with the pooling size.</a:t>
            </a:r>
            <a:endParaRPr sz="1300" dirty="0">
              <a:latin typeface="Trebuchet MS"/>
              <a:cs typeface="Trebuchet M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6624"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3039"/>
            <a:ext cx="2262378" cy="176022"/>
          </a:xfrm>
          <a:prstGeom prst="rect">
            <a:avLst/>
          </a:prstGeom>
        </p:spPr>
      </p:pic>
      <p:sp>
        <p:nvSpPr>
          <p:cNvPr id="7" name="object 7"/>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9" name="object 9"/>
          <p:cNvGrpSpPr/>
          <p:nvPr/>
        </p:nvGrpSpPr>
        <p:grpSpPr>
          <a:xfrm>
            <a:off x="554736" y="1790700"/>
            <a:ext cx="8789035" cy="3302635"/>
            <a:chOff x="554736" y="1790700"/>
            <a:chExt cx="8789035" cy="3302635"/>
          </a:xfrm>
        </p:grpSpPr>
        <p:sp>
          <p:nvSpPr>
            <p:cNvPr id="10" name="object 10"/>
            <p:cNvSpPr/>
            <p:nvPr/>
          </p:nvSpPr>
          <p:spPr>
            <a:xfrm>
              <a:off x="557784" y="1793747"/>
              <a:ext cx="8783320" cy="3296920"/>
            </a:xfrm>
            <a:custGeom>
              <a:avLst/>
              <a:gdLst/>
              <a:ahLst/>
              <a:cxnLst/>
              <a:rect l="l" t="t" r="r" b="b"/>
              <a:pathLst>
                <a:path w="8783320" h="3296920">
                  <a:moveTo>
                    <a:pt x="0" y="3296412"/>
                  </a:moveTo>
                  <a:lnTo>
                    <a:pt x="8782812" y="3296412"/>
                  </a:lnTo>
                  <a:lnTo>
                    <a:pt x="8782812" y="0"/>
                  </a:lnTo>
                  <a:lnTo>
                    <a:pt x="0" y="0"/>
                  </a:lnTo>
                  <a:lnTo>
                    <a:pt x="0" y="3296412"/>
                  </a:lnTo>
                  <a:close/>
                </a:path>
              </a:pathLst>
            </a:custGeom>
            <a:ln w="6096">
              <a:solidFill>
                <a:srgbClr val="D9D9D9"/>
              </a:solidFill>
            </a:ln>
          </p:spPr>
          <p:txBody>
            <a:bodyPr wrap="square" lIns="0" tIns="0" rIns="0" bIns="0" rtlCol="0"/>
            <a:lstStyle/>
            <a:p>
              <a:endParaRPr/>
            </a:p>
          </p:txBody>
        </p:sp>
        <p:pic>
          <p:nvPicPr>
            <p:cNvPr id="11" name="object 11"/>
            <p:cNvPicPr/>
            <p:nvPr/>
          </p:nvPicPr>
          <p:blipFill>
            <a:blip r:embed="rId6" cstate="print"/>
            <a:stretch>
              <a:fillRect/>
            </a:stretch>
          </p:blipFill>
          <p:spPr>
            <a:xfrm>
              <a:off x="571500" y="1863852"/>
              <a:ext cx="8772144" cy="3168396"/>
            </a:xfrm>
            <a:prstGeom prst="rect">
              <a:avLst/>
            </a:prstGeom>
          </p:spPr>
        </p:pic>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3039"/>
            <a:ext cx="2262378" cy="176022"/>
          </a:xfrm>
          <a:prstGeom prst="rect">
            <a:avLst/>
          </a:prstGeom>
        </p:spPr>
      </p:pic>
      <p:sp>
        <p:nvSpPr>
          <p:cNvPr id="7" name="object 7"/>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9" name="object 9"/>
          <p:cNvGrpSpPr/>
          <p:nvPr/>
        </p:nvGrpSpPr>
        <p:grpSpPr>
          <a:xfrm>
            <a:off x="838200" y="3203448"/>
            <a:ext cx="8731250" cy="1704339"/>
            <a:chOff x="838200" y="3203448"/>
            <a:chExt cx="8731250" cy="1704339"/>
          </a:xfrm>
        </p:grpSpPr>
        <p:pic>
          <p:nvPicPr>
            <p:cNvPr id="10" name="object 10"/>
            <p:cNvPicPr/>
            <p:nvPr/>
          </p:nvPicPr>
          <p:blipFill>
            <a:blip r:embed="rId6" cstate="print"/>
            <a:stretch>
              <a:fillRect/>
            </a:stretch>
          </p:blipFill>
          <p:spPr>
            <a:xfrm>
              <a:off x="1021901" y="3273332"/>
              <a:ext cx="8538150" cy="1533693"/>
            </a:xfrm>
            <a:prstGeom prst="rect">
              <a:avLst/>
            </a:prstGeom>
          </p:spPr>
        </p:pic>
        <p:sp>
          <p:nvSpPr>
            <p:cNvPr id="11" name="object 11"/>
            <p:cNvSpPr/>
            <p:nvPr/>
          </p:nvSpPr>
          <p:spPr>
            <a:xfrm>
              <a:off x="842772" y="3208020"/>
              <a:ext cx="8722360" cy="1694814"/>
            </a:xfrm>
            <a:custGeom>
              <a:avLst/>
              <a:gdLst/>
              <a:ahLst/>
              <a:cxnLst/>
              <a:rect l="l" t="t" r="r" b="b"/>
              <a:pathLst>
                <a:path w="8722360" h="1694814">
                  <a:moveTo>
                    <a:pt x="0" y="1694687"/>
                  </a:moveTo>
                  <a:lnTo>
                    <a:pt x="8721852" y="1694687"/>
                  </a:lnTo>
                  <a:lnTo>
                    <a:pt x="8721852" y="0"/>
                  </a:lnTo>
                  <a:lnTo>
                    <a:pt x="0" y="0"/>
                  </a:lnTo>
                  <a:lnTo>
                    <a:pt x="0" y="1694687"/>
                  </a:lnTo>
                  <a:close/>
                </a:path>
              </a:pathLst>
            </a:custGeom>
            <a:ln w="9144">
              <a:solidFill>
                <a:srgbClr val="D9D9D9"/>
              </a:solidFill>
            </a:ln>
          </p:spPr>
          <p:txBody>
            <a:bodyPr wrap="square" lIns="0" tIns="0" rIns="0" bIns="0" rtlCol="0"/>
            <a:lstStyle/>
            <a:p>
              <a:endParaRPr/>
            </a:p>
          </p:txBody>
        </p:sp>
      </p:grpSp>
      <p:pic>
        <p:nvPicPr>
          <p:cNvPr id="12" name="object 12"/>
          <p:cNvPicPr/>
          <p:nvPr/>
        </p:nvPicPr>
        <p:blipFill>
          <a:blip r:embed="rId7" cstate="print"/>
          <a:stretch>
            <a:fillRect/>
          </a:stretch>
        </p:blipFill>
        <p:spPr>
          <a:xfrm>
            <a:off x="710183" y="1792223"/>
            <a:ext cx="5444490" cy="1262634"/>
          </a:xfrm>
          <a:prstGeom prst="rect">
            <a:avLst/>
          </a:prstGeom>
        </p:spPr>
      </p:pic>
      <p:sp>
        <p:nvSpPr>
          <p:cNvPr id="13" name="object 13"/>
          <p:cNvSpPr txBox="1"/>
          <p:nvPr/>
        </p:nvSpPr>
        <p:spPr>
          <a:xfrm>
            <a:off x="865733" y="5018913"/>
            <a:ext cx="6754267" cy="1171475"/>
          </a:xfrm>
          <a:prstGeom prst="rect">
            <a:avLst/>
          </a:prstGeom>
        </p:spPr>
        <p:txBody>
          <a:bodyPr vert="horz" wrap="square" lIns="0" tIns="12065" rIns="0" bIns="0" rtlCol="0">
            <a:spAutoFit/>
          </a:bodyPr>
          <a:lstStyle/>
          <a:p>
            <a:pPr marL="187960" indent="-175260">
              <a:lnSpc>
                <a:spcPct val="100000"/>
              </a:lnSpc>
              <a:spcBef>
                <a:spcPts val="95"/>
              </a:spcBef>
              <a:buClr>
                <a:srgbClr val="183DAF"/>
              </a:buClr>
              <a:buFont typeface="Arial MT"/>
              <a:buChar char="•"/>
              <a:tabLst>
                <a:tab pos="187960" algn="l"/>
              </a:tabLst>
            </a:pPr>
            <a:r>
              <a:rPr sz="1300" dirty="0">
                <a:solidFill>
                  <a:srgbClr val="252525"/>
                </a:solidFill>
                <a:latin typeface="Trebuchet MS"/>
                <a:cs typeface="Trebuchet MS"/>
              </a:rPr>
              <a:t>The next layer to be added is a dense (or fully connected) layer.</a:t>
            </a:r>
            <a:endParaRPr sz="1300" dirty="0">
              <a:latin typeface="Trebuchet MS"/>
              <a:cs typeface="Trebuchet MS"/>
            </a:endParaRPr>
          </a:p>
          <a:p>
            <a:pPr marL="187960" indent="-175260">
              <a:lnSpc>
                <a:spcPct val="100000"/>
              </a:lnSpc>
              <a:spcBef>
                <a:spcPts val="940"/>
              </a:spcBef>
              <a:buClr>
                <a:srgbClr val="183DAF"/>
              </a:buClr>
              <a:buFont typeface="Arial MT"/>
              <a:buChar char="•"/>
              <a:tabLst>
                <a:tab pos="187960" algn="l"/>
              </a:tabLst>
            </a:pPr>
            <a:r>
              <a:rPr sz="1300" dirty="0">
                <a:solidFill>
                  <a:srgbClr val="252525"/>
                </a:solidFill>
                <a:latin typeface="Trebuchet MS"/>
                <a:cs typeface="Trebuchet MS"/>
              </a:rPr>
              <a:t>It is necessary to build a classifier on top of the convolution and pooling layer.</a:t>
            </a:r>
            <a:endParaRPr sz="1300" dirty="0">
              <a:latin typeface="Trebuchet MS"/>
              <a:cs typeface="Trebuchet MS"/>
            </a:endParaRPr>
          </a:p>
          <a:p>
            <a:pPr marL="187960" indent="-175260">
              <a:lnSpc>
                <a:spcPct val="100000"/>
              </a:lnSpc>
              <a:spcBef>
                <a:spcPts val="944"/>
              </a:spcBef>
              <a:buClr>
                <a:srgbClr val="183DAF"/>
              </a:buClr>
              <a:buFont typeface="Arial MT"/>
              <a:buChar char="•"/>
              <a:tabLst>
                <a:tab pos="187960" algn="l"/>
              </a:tabLst>
            </a:pPr>
            <a:r>
              <a:rPr sz="1300" dirty="0">
                <a:solidFill>
                  <a:srgbClr val="252525"/>
                </a:solidFill>
                <a:latin typeface="Trebuchet MS"/>
                <a:cs typeface="Trebuchet MS"/>
              </a:rPr>
              <a:t>The input of this layer is rank 2, that is, [batch size x number of input units].</a:t>
            </a:r>
            <a:endParaRPr sz="1300" dirty="0">
              <a:latin typeface="Trebuchet MS"/>
              <a:cs typeface="Trebuchet MS"/>
            </a:endParaRPr>
          </a:p>
          <a:p>
            <a:pPr marL="187960" indent="-175260">
              <a:lnSpc>
                <a:spcPct val="100000"/>
              </a:lnSpc>
              <a:spcBef>
                <a:spcPts val="950"/>
              </a:spcBef>
              <a:buClr>
                <a:srgbClr val="183DAF"/>
              </a:buClr>
              <a:buFont typeface="Arial MT"/>
              <a:buChar char="•"/>
              <a:tabLst>
                <a:tab pos="187960" algn="l"/>
              </a:tabLst>
            </a:pPr>
            <a:r>
              <a:rPr sz="1300" dirty="0">
                <a:solidFill>
                  <a:srgbClr val="252525"/>
                </a:solidFill>
                <a:latin typeface="Trebuchet MS"/>
                <a:cs typeface="Trebuchet MS"/>
              </a:rPr>
              <a:t>The output of the previous layer must be spread in accordance with the dense layer.</a:t>
            </a:r>
            <a:endParaRPr sz="1300" dirty="0">
              <a:latin typeface="Trebuchet MS"/>
              <a:cs typeface="Trebuchet M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7" name="object 7"/>
          <p:cNvGrpSpPr/>
          <p:nvPr/>
        </p:nvGrpSpPr>
        <p:grpSpPr>
          <a:xfrm>
            <a:off x="912875" y="2336292"/>
            <a:ext cx="8440420" cy="2049780"/>
            <a:chOff x="912875" y="2336292"/>
            <a:chExt cx="8440420" cy="2049780"/>
          </a:xfrm>
        </p:grpSpPr>
        <p:pic>
          <p:nvPicPr>
            <p:cNvPr id="8" name="object 8"/>
            <p:cNvPicPr/>
            <p:nvPr/>
          </p:nvPicPr>
          <p:blipFill>
            <a:blip r:embed="rId5" cstate="print"/>
            <a:stretch>
              <a:fillRect/>
            </a:stretch>
          </p:blipFill>
          <p:spPr>
            <a:xfrm>
              <a:off x="1107110" y="2461300"/>
              <a:ext cx="8236533" cy="1838384"/>
            </a:xfrm>
            <a:prstGeom prst="rect">
              <a:avLst/>
            </a:prstGeom>
          </p:spPr>
        </p:pic>
        <p:sp>
          <p:nvSpPr>
            <p:cNvPr id="9" name="object 9"/>
            <p:cNvSpPr/>
            <p:nvPr/>
          </p:nvSpPr>
          <p:spPr>
            <a:xfrm>
              <a:off x="917447" y="2340864"/>
              <a:ext cx="8430895" cy="2040889"/>
            </a:xfrm>
            <a:custGeom>
              <a:avLst/>
              <a:gdLst/>
              <a:ahLst/>
              <a:cxnLst/>
              <a:rect l="l" t="t" r="r" b="b"/>
              <a:pathLst>
                <a:path w="8430895" h="2040889">
                  <a:moveTo>
                    <a:pt x="0" y="2040636"/>
                  </a:moveTo>
                  <a:lnTo>
                    <a:pt x="8430768" y="2040636"/>
                  </a:lnTo>
                  <a:lnTo>
                    <a:pt x="8430768" y="0"/>
                  </a:lnTo>
                  <a:lnTo>
                    <a:pt x="0" y="0"/>
                  </a:lnTo>
                  <a:lnTo>
                    <a:pt x="0" y="2040636"/>
                  </a:lnTo>
                  <a:close/>
                </a:path>
              </a:pathLst>
            </a:custGeom>
            <a:ln w="9144">
              <a:solidFill>
                <a:srgbClr val="D9D9D9"/>
              </a:solidFill>
            </a:ln>
          </p:spPr>
          <p:txBody>
            <a:bodyPr wrap="square" lIns="0" tIns="0" rIns="0" bIns="0" rtlCol="0"/>
            <a:lstStyle/>
            <a:p>
              <a:endParaRPr/>
            </a:p>
          </p:txBody>
        </p:sp>
      </p:grpSp>
      <p:sp>
        <p:nvSpPr>
          <p:cNvPr id="10" name="object 10"/>
          <p:cNvSpPr txBox="1"/>
          <p:nvPr/>
        </p:nvSpPr>
        <p:spPr>
          <a:xfrm>
            <a:off x="859027" y="4465091"/>
            <a:ext cx="8496846" cy="1597873"/>
          </a:xfrm>
          <a:prstGeom prst="rect">
            <a:avLst/>
          </a:prstGeom>
        </p:spPr>
        <p:txBody>
          <a:bodyPr vert="horz" wrap="square" lIns="0" tIns="88900" rIns="0" bIns="0" rtlCol="0">
            <a:spAutoFit/>
          </a:bodyPr>
          <a:lstStyle/>
          <a:p>
            <a:pPr marL="187960" indent="-175260">
              <a:lnSpc>
                <a:spcPct val="100000"/>
              </a:lnSpc>
              <a:spcBef>
                <a:spcPts val="700"/>
              </a:spcBef>
              <a:buClr>
                <a:srgbClr val="183DAF"/>
              </a:buClr>
              <a:buFont typeface="Arial MT"/>
              <a:buChar char="•"/>
              <a:tabLst>
                <a:tab pos="187960" algn="l"/>
              </a:tabLst>
            </a:pPr>
            <a:r>
              <a:rPr sz="1300" dirty="0">
                <a:solidFill>
                  <a:srgbClr val="252525"/>
                </a:solidFill>
                <a:latin typeface="Trebuchet MS"/>
                <a:cs typeface="Trebuchet MS"/>
              </a:rPr>
              <a:t>fc_2, the fully connected layer, has ten output units corresponding to ten class labels from the MNIST dataset.</a:t>
            </a:r>
            <a:endParaRPr sz="1300" dirty="0">
              <a:latin typeface="Trebuchet MS"/>
              <a:cs typeface="Trebuchet MS"/>
            </a:endParaRPr>
          </a:p>
          <a:p>
            <a:pPr marL="187960" indent="-175260">
              <a:lnSpc>
                <a:spcPct val="100000"/>
              </a:lnSpc>
              <a:spcBef>
                <a:spcPts val="600"/>
              </a:spcBef>
              <a:buClr>
                <a:srgbClr val="183DAF"/>
              </a:buClr>
              <a:buFont typeface="Arial MT"/>
              <a:buChar char="•"/>
              <a:tabLst>
                <a:tab pos="187960" algn="l"/>
              </a:tabLst>
            </a:pPr>
            <a:r>
              <a:rPr sz="1300" dirty="0">
                <a:solidFill>
                  <a:srgbClr val="252525"/>
                </a:solidFill>
                <a:latin typeface="Trebuchet MS"/>
                <a:cs typeface="Trebuchet MS"/>
              </a:rPr>
              <a:t>Moreover, it uses the softmax activation function to acquire the class inclusion probability of the input sample.</a:t>
            </a:r>
            <a:endParaRPr sz="1300" dirty="0">
              <a:latin typeface="Trebuchet MS"/>
              <a:cs typeface="Trebuchet MS"/>
            </a:endParaRPr>
          </a:p>
          <a:p>
            <a:pPr marL="187960" indent="-175260">
              <a:lnSpc>
                <a:spcPct val="100000"/>
              </a:lnSpc>
              <a:spcBef>
                <a:spcPts val="600"/>
              </a:spcBef>
              <a:buClr>
                <a:srgbClr val="183DAF"/>
              </a:buClr>
              <a:buFont typeface="Arial MT"/>
              <a:buChar char="•"/>
              <a:tabLst>
                <a:tab pos="187960" algn="l"/>
              </a:tabLst>
            </a:pPr>
            <a:r>
              <a:rPr sz="1300" dirty="0">
                <a:solidFill>
                  <a:srgbClr val="252525"/>
                </a:solidFill>
                <a:latin typeface="Trebuchet MS"/>
                <a:cs typeface="Trebuchet MS"/>
              </a:rPr>
              <a:t>Sum of each sample’s probability is 1. One sample can belong to only one class.</a:t>
            </a:r>
            <a:endParaRPr sz="1300" dirty="0">
              <a:latin typeface="Trebuchet MS"/>
              <a:cs typeface="Trebuchet MS"/>
            </a:endParaRPr>
          </a:p>
          <a:p>
            <a:pPr marL="187960" indent="-175260">
              <a:lnSpc>
                <a:spcPct val="100000"/>
              </a:lnSpc>
              <a:spcBef>
                <a:spcPts val="600"/>
              </a:spcBef>
              <a:buClr>
                <a:srgbClr val="183DAF"/>
              </a:buClr>
              <a:buFont typeface="Arial MT"/>
              <a:buChar char="•"/>
              <a:tabLst>
                <a:tab pos="187960" algn="l"/>
              </a:tabLst>
            </a:pPr>
            <a:r>
              <a:rPr sz="1300" dirty="0">
                <a:solidFill>
                  <a:srgbClr val="252525"/>
                </a:solidFill>
                <a:latin typeface="Trebuchet MS"/>
                <a:cs typeface="Trebuchet MS"/>
              </a:rPr>
              <a:t>Referring to the ‘loss functions for classification’ section, what loss function should be used here?</a:t>
            </a:r>
            <a:endParaRPr sz="1300" dirty="0">
              <a:latin typeface="Trebuchet MS"/>
              <a:cs typeface="Trebuchet MS"/>
            </a:endParaRPr>
          </a:p>
          <a:p>
            <a:pPr marL="187960" indent="-175260">
              <a:lnSpc>
                <a:spcPct val="100000"/>
              </a:lnSpc>
              <a:spcBef>
                <a:spcPts val="600"/>
              </a:spcBef>
              <a:buClr>
                <a:srgbClr val="183DAF"/>
              </a:buClr>
              <a:buFont typeface="Arial MT"/>
              <a:buChar char="•"/>
              <a:tabLst>
                <a:tab pos="187960" algn="l"/>
              </a:tabLst>
            </a:pPr>
            <a:r>
              <a:rPr sz="1300" dirty="0">
                <a:solidFill>
                  <a:srgbClr val="252525"/>
                </a:solidFill>
                <a:latin typeface="Trebuchet MS"/>
                <a:cs typeface="Trebuchet MS"/>
              </a:rPr>
              <a:t>Multi-class classification using integer (sparse) label (not one-hot encoded label) uses SparseCategoricalCrossentropy.</a:t>
            </a:r>
            <a:endParaRPr sz="1300" dirty="0">
              <a:latin typeface="Trebuchet MS"/>
              <a:cs typeface="Trebuchet MS"/>
            </a:endParaRPr>
          </a:p>
        </p:txBody>
      </p:sp>
      <p:sp>
        <p:nvSpPr>
          <p:cNvPr id="11" name="object 11"/>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2" name="object 12"/>
          <p:cNvPicPr/>
          <p:nvPr/>
        </p:nvPicPr>
        <p:blipFill>
          <a:blip r:embed="rId6" cstate="print"/>
          <a:stretch>
            <a:fillRect/>
          </a:stretch>
        </p:blipFill>
        <p:spPr>
          <a:xfrm>
            <a:off x="719327" y="1463039"/>
            <a:ext cx="2262378" cy="176022"/>
          </a:xfrm>
          <a:prstGeom prst="rect">
            <a:avLst/>
          </a:prstGeom>
        </p:spPr>
      </p:pic>
      <p:pic>
        <p:nvPicPr>
          <p:cNvPr id="13" name="object 13"/>
          <p:cNvPicPr/>
          <p:nvPr/>
        </p:nvPicPr>
        <p:blipFill>
          <a:blip r:embed="rId7" cstate="print"/>
          <a:stretch>
            <a:fillRect/>
          </a:stretch>
        </p:blipFill>
        <p:spPr>
          <a:xfrm>
            <a:off x="710183" y="1805927"/>
            <a:ext cx="5901690" cy="43511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949" y="6524434"/>
            <a:ext cx="8903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7" name="object 7"/>
          <p:cNvGrpSpPr/>
          <p:nvPr/>
        </p:nvGrpSpPr>
        <p:grpSpPr>
          <a:xfrm>
            <a:off x="838200" y="2037588"/>
            <a:ext cx="4914900" cy="1562100"/>
            <a:chOff x="838200" y="2037588"/>
            <a:chExt cx="4914900" cy="1562100"/>
          </a:xfrm>
        </p:grpSpPr>
        <p:pic>
          <p:nvPicPr>
            <p:cNvPr id="8" name="object 8"/>
            <p:cNvPicPr/>
            <p:nvPr/>
          </p:nvPicPr>
          <p:blipFill>
            <a:blip r:embed="rId5" cstate="print"/>
            <a:stretch>
              <a:fillRect/>
            </a:stretch>
          </p:blipFill>
          <p:spPr>
            <a:xfrm>
              <a:off x="922967" y="2128648"/>
              <a:ext cx="4739063" cy="1405183"/>
            </a:xfrm>
            <a:prstGeom prst="rect">
              <a:avLst/>
            </a:prstGeom>
          </p:spPr>
        </p:pic>
        <p:sp>
          <p:nvSpPr>
            <p:cNvPr id="9" name="object 9"/>
            <p:cNvSpPr/>
            <p:nvPr/>
          </p:nvSpPr>
          <p:spPr>
            <a:xfrm>
              <a:off x="842772" y="2042160"/>
              <a:ext cx="4906010" cy="1553210"/>
            </a:xfrm>
            <a:custGeom>
              <a:avLst/>
              <a:gdLst/>
              <a:ahLst/>
              <a:cxnLst/>
              <a:rect l="l" t="t" r="r" b="b"/>
              <a:pathLst>
                <a:path w="4906010" h="1553210">
                  <a:moveTo>
                    <a:pt x="0" y="1552956"/>
                  </a:moveTo>
                  <a:lnTo>
                    <a:pt x="4905756" y="1552956"/>
                  </a:lnTo>
                  <a:lnTo>
                    <a:pt x="4905756" y="0"/>
                  </a:lnTo>
                  <a:lnTo>
                    <a:pt x="0" y="0"/>
                  </a:lnTo>
                  <a:lnTo>
                    <a:pt x="0" y="1552956"/>
                  </a:lnTo>
                  <a:close/>
                </a:path>
              </a:pathLst>
            </a:custGeom>
            <a:ln w="9144">
              <a:solidFill>
                <a:srgbClr val="D9D9D9"/>
              </a:solidFill>
            </a:ln>
          </p:spPr>
          <p:txBody>
            <a:bodyPr wrap="square" lIns="0" tIns="0" rIns="0" bIns="0" rtlCol="0"/>
            <a:lstStyle/>
            <a:p>
              <a:endParaRPr/>
            </a:p>
          </p:txBody>
        </p:sp>
      </p:grpSp>
      <p:sp>
        <p:nvSpPr>
          <p:cNvPr id="10" name="object 10"/>
          <p:cNvSpPr txBox="1"/>
          <p:nvPr/>
        </p:nvSpPr>
        <p:spPr>
          <a:xfrm>
            <a:off x="781913" y="3673057"/>
            <a:ext cx="8299450" cy="966290"/>
          </a:xfrm>
          <a:prstGeom prst="rect">
            <a:avLst/>
          </a:prstGeom>
        </p:spPr>
        <p:txBody>
          <a:bodyPr vert="horz" wrap="square" lIns="0" tIns="88265" rIns="0" bIns="0" rtlCol="0">
            <a:spAutoFit/>
          </a:bodyPr>
          <a:lstStyle/>
          <a:p>
            <a:pPr marL="195580" indent="-182880">
              <a:lnSpc>
                <a:spcPct val="100000"/>
              </a:lnSpc>
              <a:spcBef>
                <a:spcPts val="695"/>
              </a:spcBef>
              <a:buClr>
                <a:srgbClr val="183DAF"/>
              </a:buClr>
              <a:buFont typeface="Tahoma"/>
              <a:buChar char="‣"/>
              <a:tabLst>
                <a:tab pos="195580" algn="l"/>
              </a:tabLst>
            </a:pPr>
            <a:r>
              <a:rPr sz="1300" dirty="0">
                <a:solidFill>
                  <a:srgbClr val="252525"/>
                </a:solidFill>
                <a:latin typeface="Trebuchet MS"/>
                <a:cs typeface="Trebuchet MS"/>
              </a:rPr>
              <a:t>This model is trained by the fit() method.</a:t>
            </a:r>
            <a:endParaRPr sz="1300" dirty="0">
              <a:latin typeface="Trebuchet MS"/>
              <a:cs typeface="Trebuchet MS"/>
            </a:endParaRPr>
          </a:p>
          <a:p>
            <a:pPr marL="195580" indent="-182880">
              <a:lnSpc>
                <a:spcPct val="100000"/>
              </a:lnSpc>
              <a:spcBef>
                <a:spcPts val="600"/>
              </a:spcBef>
              <a:buClr>
                <a:srgbClr val="183DAF"/>
              </a:buClr>
              <a:buFont typeface="Tahoma"/>
              <a:buChar char="‣"/>
              <a:tabLst>
                <a:tab pos="195580" algn="l"/>
              </a:tabLst>
            </a:pPr>
            <a:r>
              <a:rPr sz="1300" dirty="0">
                <a:solidFill>
                  <a:srgbClr val="252525"/>
                </a:solidFill>
                <a:latin typeface="Trebuchet MS"/>
                <a:cs typeface="Trebuchet MS"/>
              </a:rPr>
              <a:t>Suppose that you use a method well-prepared for training and evaluation (the evaluate() and predict() methods). It automatically configures the mode of the</a:t>
            </a:r>
            <a:endParaRPr sz="1300" dirty="0">
              <a:latin typeface="Trebuchet MS"/>
              <a:cs typeface="Trebuchet MS"/>
            </a:endParaRPr>
          </a:p>
          <a:p>
            <a:pPr marL="195580">
              <a:lnSpc>
                <a:spcPct val="100000"/>
              </a:lnSpc>
              <a:spcBef>
                <a:spcPts val="5"/>
              </a:spcBef>
            </a:pPr>
            <a:r>
              <a:rPr sz="1300" dirty="0">
                <a:solidFill>
                  <a:srgbClr val="252525"/>
                </a:solidFill>
                <a:latin typeface="Trebuchet MS"/>
                <a:cs typeface="Trebuchet MS"/>
              </a:rPr>
              <a:t>dropout layer and appropriately controls the scale of the hidden units’ output.</a:t>
            </a:r>
            <a:endParaRPr sz="1300" dirty="0">
              <a:latin typeface="Trebuchet MS"/>
              <a:cs typeface="Trebuchet MS"/>
            </a:endParaRPr>
          </a:p>
        </p:txBody>
      </p:sp>
      <p:sp>
        <p:nvSpPr>
          <p:cNvPr id="11" name="object 11"/>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2" name="object 12"/>
          <p:cNvPicPr/>
          <p:nvPr/>
        </p:nvPicPr>
        <p:blipFill>
          <a:blip r:embed="rId6" cstate="print"/>
          <a:stretch>
            <a:fillRect/>
          </a:stretch>
        </p:blipFill>
        <p:spPr>
          <a:xfrm>
            <a:off x="719327" y="1463039"/>
            <a:ext cx="2262378" cy="176022"/>
          </a:xfrm>
          <a:prstGeom prst="rect">
            <a:avLst/>
          </a:prstGeom>
        </p:spPr>
      </p:pic>
      <p:pic>
        <p:nvPicPr>
          <p:cNvPr id="13" name="object 13"/>
          <p:cNvPicPr/>
          <p:nvPr/>
        </p:nvPicPr>
        <p:blipFill>
          <a:blip r:embed="rId7" cstate="print"/>
          <a:stretch>
            <a:fillRect/>
          </a:stretch>
        </p:blipFill>
        <p:spPr>
          <a:xfrm>
            <a:off x="710183" y="1805939"/>
            <a:ext cx="5474970" cy="16230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3431" y="6524434"/>
            <a:ext cx="6155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3039"/>
            <a:ext cx="2262378" cy="176022"/>
          </a:xfrm>
          <a:prstGeom prst="rect">
            <a:avLst/>
          </a:prstGeom>
        </p:spPr>
      </p:pic>
      <p:sp>
        <p:nvSpPr>
          <p:cNvPr id="7" name="object 7"/>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9" name="object 9"/>
          <p:cNvGrpSpPr/>
          <p:nvPr/>
        </p:nvGrpSpPr>
        <p:grpSpPr>
          <a:xfrm>
            <a:off x="574548" y="2104644"/>
            <a:ext cx="8789035" cy="3607435"/>
            <a:chOff x="574548" y="2104644"/>
            <a:chExt cx="8789035" cy="3607435"/>
          </a:xfrm>
        </p:grpSpPr>
        <p:sp>
          <p:nvSpPr>
            <p:cNvPr id="10" name="object 10"/>
            <p:cNvSpPr/>
            <p:nvPr/>
          </p:nvSpPr>
          <p:spPr>
            <a:xfrm>
              <a:off x="577596" y="2107692"/>
              <a:ext cx="8783320" cy="3601720"/>
            </a:xfrm>
            <a:custGeom>
              <a:avLst/>
              <a:gdLst/>
              <a:ahLst/>
              <a:cxnLst/>
              <a:rect l="l" t="t" r="r" b="b"/>
              <a:pathLst>
                <a:path w="8783320" h="3601720">
                  <a:moveTo>
                    <a:pt x="0" y="3601212"/>
                  </a:moveTo>
                  <a:lnTo>
                    <a:pt x="8782812" y="3601212"/>
                  </a:lnTo>
                  <a:lnTo>
                    <a:pt x="8782812" y="0"/>
                  </a:lnTo>
                  <a:lnTo>
                    <a:pt x="0" y="0"/>
                  </a:lnTo>
                  <a:lnTo>
                    <a:pt x="0" y="3601212"/>
                  </a:lnTo>
                  <a:close/>
                </a:path>
              </a:pathLst>
            </a:custGeom>
            <a:ln w="6096">
              <a:solidFill>
                <a:srgbClr val="D9D9D9"/>
              </a:solidFill>
            </a:ln>
          </p:spPr>
          <p:txBody>
            <a:bodyPr wrap="square" lIns="0" tIns="0" rIns="0" bIns="0" rtlCol="0"/>
            <a:lstStyle/>
            <a:p>
              <a:endParaRPr/>
            </a:p>
          </p:txBody>
        </p:sp>
        <p:pic>
          <p:nvPicPr>
            <p:cNvPr id="11" name="object 11"/>
            <p:cNvPicPr/>
            <p:nvPr/>
          </p:nvPicPr>
          <p:blipFill>
            <a:blip r:embed="rId6" cstate="print"/>
            <a:stretch>
              <a:fillRect/>
            </a:stretch>
          </p:blipFill>
          <p:spPr>
            <a:xfrm>
              <a:off x="788432" y="2229623"/>
              <a:ext cx="8571975" cy="3329922"/>
            </a:xfrm>
            <a:prstGeom prst="rect">
              <a:avLst/>
            </a:prstGeom>
          </p:spPr>
        </p:pic>
      </p:grpSp>
      <p:pic>
        <p:nvPicPr>
          <p:cNvPr id="12" name="object 12"/>
          <p:cNvPicPr/>
          <p:nvPr/>
        </p:nvPicPr>
        <p:blipFill>
          <a:blip r:embed="rId7" cstate="print"/>
          <a:stretch>
            <a:fillRect/>
          </a:stretch>
        </p:blipFill>
        <p:spPr>
          <a:xfrm>
            <a:off x="710183" y="1805939"/>
            <a:ext cx="4911090" cy="16230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9003"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3039"/>
            <a:ext cx="2262378" cy="176022"/>
          </a:xfrm>
          <a:prstGeom prst="rect">
            <a:avLst/>
          </a:prstGeom>
        </p:spPr>
      </p:pic>
      <p:sp>
        <p:nvSpPr>
          <p:cNvPr id="7" name="object 7"/>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pic>
        <p:nvPicPr>
          <p:cNvPr id="9" name="object 9"/>
          <p:cNvPicPr/>
          <p:nvPr/>
        </p:nvPicPr>
        <p:blipFill>
          <a:blip r:embed="rId6" cstate="print"/>
          <a:stretch>
            <a:fillRect/>
          </a:stretch>
        </p:blipFill>
        <p:spPr>
          <a:xfrm>
            <a:off x="710183" y="1805939"/>
            <a:ext cx="3312414" cy="162305"/>
          </a:xfrm>
          <a:prstGeom prst="rect">
            <a:avLst/>
          </a:prstGeom>
        </p:spPr>
      </p:pic>
      <p:grpSp>
        <p:nvGrpSpPr>
          <p:cNvPr id="10" name="object 10"/>
          <p:cNvGrpSpPr/>
          <p:nvPr/>
        </p:nvGrpSpPr>
        <p:grpSpPr>
          <a:xfrm>
            <a:off x="574548" y="2104644"/>
            <a:ext cx="8789035" cy="3377565"/>
            <a:chOff x="574548" y="2104644"/>
            <a:chExt cx="8789035" cy="3377565"/>
          </a:xfrm>
        </p:grpSpPr>
        <p:sp>
          <p:nvSpPr>
            <p:cNvPr id="11" name="object 11"/>
            <p:cNvSpPr/>
            <p:nvPr/>
          </p:nvSpPr>
          <p:spPr>
            <a:xfrm>
              <a:off x="577596" y="2107692"/>
              <a:ext cx="8783320" cy="3371215"/>
            </a:xfrm>
            <a:custGeom>
              <a:avLst/>
              <a:gdLst/>
              <a:ahLst/>
              <a:cxnLst/>
              <a:rect l="l" t="t" r="r" b="b"/>
              <a:pathLst>
                <a:path w="8783320" h="3371215">
                  <a:moveTo>
                    <a:pt x="0" y="3371087"/>
                  </a:moveTo>
                  <a:lnTo>
                    <a:pt x="8782812" y="3371087"/>
                  </a:lnTo>
                  <a:lnTo>
                    <a:pt x="8782812" y="0"/>
                  </a:lnTo>
                  <a:lnTo>
                    <a:pt x="0" y="0"/>
                  </a:lnTo>
                  <a:lnTo>
                    <a:pt x="0" y="3371087"/>
                  </a:lnTo>
                  <a:close/>
                </a:path>
              </a:pathLst>
            </a:custGeom>
            <a:ln w="6096">
              <a:solidFill>
                <a:srgbClr val="D9D9D9"/>
              </a:solidFill>
            </a:ln>
          </p:spPr>
          <p:txBody>
            <a:bodyPr wrap="square" lIns="0" tIns="0" rIns="0" bIns="0" rtlCol="0"/>
            <a:lstStyle/>
            <a:p>
              <a:endParaRPr/>
            </a:p>
          </p:txBody>
        </p:sp>
        <p:pic>
          <p:nvPicPr>
            <p:cNvPr id="12" name="object 12"/>
            <p:cNvPicPr/>
            <p:nvPr/>
          </p:nvPicPr>
          <p:blipFill>
            <a:blip r:embed="rId7" cstate="print"/>
            <a:stretch>
              <a:fillRect/>
            </a:stretch>
          </p:blipFill>
          <p:spPr>
            <a:xfrm>
              <a:off x="781696" y="2252881"/>
              <a:ext cx="8354683" cy="3096929"/>
            </a:xfrm>
            <a:prstGeom prst="rect">
              <a:avLst/>
            </a:prstGeom>
          </p:spPr>
        </p:pic>
        <p:pic>
          <p:nvPicPr>
            <p:cNvPr id="13" name="object 13"/>
            <p:cNvPicPr/>
            <p:nvPr/>
          </p:nvPicPr>
          <p:blipFill>
            <a:blip r:embed="rId8" cstate="print"/>
            <a:stretch>
              <a:fillRect/>
            </a:stretch>
          </p:blipFill>
          <p:spPr>
            <a:xfrm>
              <a:off x="8912352" y="2174748"/>
              <a:ext cx="448055" cy="3224784"/>
            </a:xfrm>
            <a:prstGeom prst="rect">
              <a:avLst/>
            </a:prstGeom>
          </p:spPr>
        </p:pic>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3039"/>
            <a:ext cx="2262378" cy="176022"/>
          </a:xfrm>
          <a:prstGeom prst="rect">
            <a:avLst/>
          </a:prstGeom>
        </p:spPr>
      </p:pic>
      <p:pic>
        <p:nvPicPr>
          <p:cNvPr id="9" name="object 9"/>
          <p:cNvPicPr/>
          <p:nvPr/>
        </p:nvPicPr>
        <p:blipFill>
          <a:blip r:embed="rId6" cstate="print"/>
          <a:stretch>
            <a:fillRect/>
          </a:stretch>
        </p:blipFill>
        <p:spPr>
          <a:xfrm>
            <a:off x="710183" y="1805939"/>
            <a:ext cx="2724150" cy="162305"/>
          </a:xfrm>
          <a:prstGeom prst="rect">
            <a:avLst/>
          </a:prstGeom>
        </p:spPr>
      </p:pic>
      <p:grpSp>
        <p:nvGrpSpPr>
          <p:cNvPr id="10" name="object 10"/>
          <p:cNvGrpSpPr/>
          <p:nvPr/>
        </p:nvGrpSpPr>
        <p:grpSpPr>
          <a:xfrm>
            <a:off x="1104900" y="2468942"/>
            <a:ext cx="7816215" cy="2765425"/>
            <a:chOff x="1104900" y="2468942"/>
            <a:chExt cx="7816215" cy="2765425"/>
          </a:xfrm>
        </p:grpSpPr>
        <p:pic>
          <p:nvPicPr>
            <p:cNvPr id="11" name="object 11"/>
            <p:cNvPicPr/>
            <p:nvPr/>
          </p:nvPicPr>
          <p:blipFill>
            <a:blip r:embed="rId7" cstate="print"/>
            <a:stretch>
              <a:fillRect/>
            </a:stretch>
          </p:blipFill>
          <p:spPr>
            <a:xfrm>
              <a:off x="1160289" y="2468942"/>
              <a:ext cx="7760454" cy="2764959"/>
            </a:xfrm>
            <a:prstGeom prst="rect">
              <a:avLst/>
            </a:prstGeom>
          </p:spPr>
        </p:pic>
        <p:sp>
          <p:nvSpPr>
            <p:cNvPr id="12" name="object 12"/>
            <p:cNvSpPr/>
            <p:nvPr/>
          </p:nvSpPr>
          <p:spPr>
            <a:xfrm>
              <a:off x="1104900" y="3428999"/>
              <a:ext cx="201295" cy="539750"/>
            </a:xfrm>
            <a:custGeom>
              <a:avLst/>
              <a:gdLst/>
              <a:ahLst/>
              <a:cxnLst/>
              <a:rect l="l" t="t" r="r" b="b"/>
              <a:pathLst>
                <a:path w="201294" h="539750">
                  <a:moveTo>
                    <a:pt x="201168" y="0"/>
                  </a:moveTo>
                  <a:lnTo>
                    <a:pt x="0" y="0"/>
                  </a:lnTo>
                  <a:lnTo>
                    <a:pt x="0" y="539495"/>
                  </a:lnTo>
                  <a:lnTo>
                    <a:pt x="201168" y="539495"/>
                  </a:lnTo>
                  <a:lnTo>
                    <a:pt x="201168" y="0"/>
                  </a:lnTo>
                  <a:close/>
                </a:path>
              </a:pathLst>
            </a:custGeom>
            <a:solidFill>
              <a:srgbClr val="FFFFFF"/>
            </a:solidFill>
          </p:spPr>
          <p:txBody>
            <a:bodyPr wrap="square" lIns="0" tIns="0" rIns="0" bIns="0" rtlCol="0"/>
            <a:lstStyle/>
            <a:p>
              <a:endParaRPr/>
            </a:p>
          </p:txBody>
        </p:sp>
      </p:grpSp>
      <p:sp>
        <p:nvSpPr>
          <p:cNvPr id="13" name="object 13"/>
          <p:cNvSpPr txBox="1"/>
          <p:nvPr/>
        </p:nvSpPr>
        <p:spPr>
          <a:xfrm>
            <a:off x="1086183" y="3559833"/>
            <a:ext cx="236854" cy="283210"/>
          </a:xfrm>
          <a:prstGeom prst="rect">
            <a:avLst/>
          </a:prstGeom>
        </p:spPr>
        <p:txBody>
          <a:bodyPr vert="vert270" wrap="square" lIns="0" tIns="10160" rIns="0" bIns="0" rtlCol="0">
            <a:spAutoFit/>
          </a:bodyPr>
          <a:lstStyle/>
          <a:p>
            <a:pPr marL="12700">
              <a:lnSpc>
                <a:spcPct val="100000"/>
              </a:lnSpc>
              <a:spcBef>
                <a:spcPts val="80"/>
              </a:spcBef>
            </a:pPr>
            <a:r>
              <a:rPr sz="1400" spc="-10" dirty="0">
                <a:latin typeface="Trebuchet MS"/>
                <a:cs typeface="Trebuchet MS"/>
              </a:rPr>
              <a:t>L</a:t>
            </a:r>
            <a:r>
              <a:rPr sz="1400" spc="5" dirty="0">
                <a:latin typeface="Trebuchet MS"/>
                <a:cs typeface="Trebuchet MS"/>
              </a:rPr>
              <a:t>o</a:t>
            </a:r>
            <a:r>
              <a:rPr sz="1400" spc="10" dirty="0">
                <a:latin typeface="Trebuchet MS"/>
                <a:cs typeface="Trebuchet MS"/>
              </a:rPr>
              <a:t>s</a:t>
            </a:r>
            <a:r>
              <a:rPr sz="1400" dirty="0">
                <a:latin typeface="Trebuchet MS"/>
                <a:cs typeface="Trebuchet MS"/>
              </a:rPr>
              <a:t>s</a:t>
            </a:r>
            <a:endParaRPr sz="1400">
              <a:latin typeface="Trebuchet MS"/>
              <a:cs typeface="Trebuchet MS"/>
            </a:endParaRPr>
          </a:p>
        </p:txBody>
      </p:sp>
      <p:sp>
        <p:nvSpPr>
          <p:cNvPr id="14" name="object 14"/>
          <p:cNvSpPr/>
          <p:nvPr/>
        </p:nvSpPr>
        <p:spPr>
          <a:xfrm>
            <a:off x="5042915" y="3252215"/>
            <a:ext cx="222885" cy="923925"/>
          </a:xfrm>
          <a:custGeom>
            <a:avLst/>
            <a:gdLst/>
            <a:ahLst/>
            <a:cxnLst/>
            <a:rect l="l" t="t" r="r" b="b"/>
            <a:pathLst>
              <a:path w="222885" h="923925">
                <a:moveTo>
                  <a:pt x="222503" y="0"/>
                </a:moveTo>
                <a:lnTo>
                  <a:pt x="0" y="0"/>
                </a:lnTo>
                <a:lnTo>
                  <a:pt x="0" y="923543"/>
                </a:lnTo>
                <a:lnTo>
                  <a:pt x="222503" y="923543"/>
                </a:lnTo>
                <a:lnTo>
                  <a:pt x="222503" y="0"/>
                </a:lnTo>
                <a:close/>
              </a:path>
            </a:pathLst>
          </a:custGeom>
          <a:solidFill>
            <a:srgbClr val="FFFFFF"/>
          </a:solidFill>
        </p:spPr>
        <p:txBody>
          <a:bodyPr wrap="square" lIns="0" tIns="0" rIns="0" bIns="0" rtlCol="0"/>
          <a:lstStyle/>
          <a:p>
            <a:endParaRPr/>
          </a:p>
        </p:txBody>
      </p:sp>
      <p:sp>
        <p:nvSpPr>
          <p:cNvPr id="15" name="object 15"/>
          <p:cNvSpPr txBox="1"/>
          <p:nvPr/>
        </p:nvSpPr>
        <p:spPr>
          <a:xfrm>
            <a:off x="5034867" y="3440059"/>
            <a:ext cx="236854" cy="550545"/>
          </a:xfrm>
          <a:prstGeom prst="rect">
            <a:avLst/>
          </a:prstGeom>
        </p:spPr>
        <p:txBody>
          <a:bodyPr vert="vert270" wrap="square" lIns="0" tIns="10160" rIns="0" bIns="0" rtlCol="0">
            <a:spAutoFit/>
          </a:bodyPr>
          <a:lstStyle/>
          <a:p>
            <a:pPr marL="12700">
              <a:lnSpc>
                <a:spcPct val="100000"/>
              </a:lnSpc>
              <a:spcBef>
                <a:spcPts val="80"/>
              </a:spcBef>
            </a:pPr>
            <a:r>
              <a:rPr sz="1400" spc="25" dirty="0">
                <a:latin typeface="Trebuchet MS"/>
                <a:cs typeface="Trebuchet MS"/>
              </a:rPr>
              <a:t>A</a:t>
            </a:r>
            <a:r>
              <a:rPr sz="1400" spc="-5" dirty="0">
                <a:latin typeface="Trebuchet MS"/>
                <a:cs typeface="Trebuchet MS"/>
              </a:rPr>
              <a:t>cc</a:t>
            </a:r>
            <a:r>
              <a:rPr sz="1400" spc="-10" dirty="0">
                <a:latin typeface="Trebuchet MS"/>
                <a:cs typeface="Trebuchet MS"/>
              </a:rPr>
              <a:t>ur</a:t>
            </a:r>
            <a:r>
              <a:rPr sz="1400" dirty="0">
                <a:latin typeface="Trebuchet MS"/>
                <a:cs typeface="Trebuchet MS"/>
              </a:rPr>
              <a:t>acy</a:t>
            </a:r>
            <a:endParaRPr sz="1400">
              <a:latin typeface="Trebuchet MS"/>
              <a:cs typeface="Trebuchet MS"/>
            </a:endParaRPr>
          </a:p>
        </p:txBody>
      </p:sp>
      <p:sp>
        <p:nvSpPr>
          <p:cNvPr id="16" name="object 16"/>
          <p:cNvSpPr/>
          <p:nvPr/>
        </p:nvSpPr>
        <p:spPr>
          <a:xfrm>
            <a:off x="2935223" y="5070347"/>
            <a:ext cx="711835" cy="248920"/>
          </a:xfrm>
          <a:custGeom>
            <a:avLst/>
            <a:gdLst/>
            <a:ahLst/>
            <a:cxnLst/>
            <a:rect l="l" t="t" r="r" b="b"/>
            <a:pathLst>
              <a:path w="711835" h="248920">
                <a:moveTo>
                  <a:pt x="711708" y="0"/>
                </a:moveTo>
                <a:lnTo>
                  <a:pt x="0" y="0"/>
                </a:lnTo>
                <a:lnTo>
                  <a:pt x="0" y="248411"/>
                </a:lnTo>
                <a:lnTo>
                  <a:pt x="711708" y="248411"/>
                </a:lnTo>
                <a:lnTo>
                  <a:pt x="711708" y="0"/>
                </a:lnTo>
                <a:close/>
              </a:path>
            </a:pathLst>
          </a:custGeom>
          <a:solidFill>
            <a:srgbClr val="FFFFFF"/>
          </a:solidFill>
        </p:spPr>
        <p:txBody>
          <a:bodyPr wrap="square" lIns="0" tIns="0" rIns="0" bIns="0" rtlCol="0"/>
          <a:lstStyle/>
          <a:p>
            <a:endParaRPr/>
          </a:p>
        </p:txBody>
      </p:sp>
      <p:sp>
        <p:nvSpPr>
          <p:cNvPr id="17" name="object 17"/>
          <p:cNvSpPr txBox="1"/>
          <p:nvPr/>
        </p:nvSpPr>
        <p:spPr>
          <a:xfrm>
            <a:off x="3112389" y="5073522"/>
            <a:ext cx="359410" cy="239395"/>
          </a:xfrm>
          <a:prstGeom prst="rect">
            <a:avLst/>
          </a:prstGeom>
        </p:spPr>
        <p:txBody>
          <a:bodyPr vert="horz" wrap="square" lIns="0" tIns="12700" rIns="0" bIns="0" rtlCol="0">
            <a:spAutoFit/>
          </a:bodyPr>
          <a:lstStyle/>
          <a:p>
            <a:pPr marL="12700">
              <a:lnSpc>
                <a:spcPct val="100000"/>
              </a:lnSpc>
              <a:spcBef>
                <a:spcPts val="100"/>
              </a:spcBef>
            </a:pPr>
            <a:r>
              <a:rPr sz="1400" spc="-245" dirty="0">
                <a:latin typeface="Trebuchet MS"/>
                <a:cs typeface="Trebuchet MS"/>
              </a:rPr>
              <a:t>Ep</a:t>
            </a:r>
            <a:r>
              <a:rPr sz="1400" spc="-200" dirty="0">
                <a:latin typeface="Trebuchet MS"/>
                <a:cs typeface="Trebuchet MS"/>
              </a:rPr>
              <a:t>oc</a:t>
            </a:r>
            <a:r>
              <a:rPr sz="1400" spc="-235" dirty="0">
                <a:latin typeface="Trebuchet MS"/>
                <a:cs typeface="Trebuchet MS"/>
              </a:rPr>
              <a:t>h</a:t>
            </a:r>
            <a:endParaRPr sz="1400">
              <a:latin typeface="Trebuchet MS"/>
              <a:cs typeface="Trebuchet MS"/>
            </a:endParaRPr>
          </a:p>
        </p:txBody>
      </p:sp>
      <p:sp>
        <p:nvSpPr>
          <p:cNvPr id="18" name="object 18"/>
          <p:cNvSpPr/>
          <p:nvPr/>
        </p:nvSpPr>
        <p:spPr>
          <a:xfrm>
            <a:off x="6896100" y="5070347"/>
            <a:ext cx="711835" cy="248920"/>
          </a:xfrm>
          <a:custGeom>
            <a:avLst/>
            <a:gdLst/>
            <a:ahLst/>
            <a:cxnLst/>
            <a:rect l="l" t="t" r="r" b="b"/>
            <a:pathLst>
              <a:path w="711834" h="248920">
                <a:moveTo>
                  <a:pt x="711707" y="0"/>
                </a:moveTo>
                <a:lnTo>
                  <a:pt x="0" y="0"/>
                </a:lnTo>
                <a:lnTo>
                  <a:pt x="0" y="248411"/>
                </a:lnTo>
                <a:lnTo>
                  <a:pt x="711707" y="248411"/>
                </a:lnTo>
                <a:lnTo>
                  <a:pt x="711707" y="0"/>
                </a:lnTo>
                <a:close/>
              </a:path>
            </a:pathLst>
          </a:custGeom>
          <a:solidFill>
            <a:srgbClr val="FFFFFF"/>
          </a:solidFill>
        </p:spPr>
        <p:txBody>
          <a:bodyPr wrap="square" lIns="0" tIns="0" rIns="0" bIns="0" rtlCol="0"/>
          <a:lstStyle/>
          <a:p>
            <a:endParaRPr/>
          </a:p>
        </p:txBody>
      </p:sp>
      <p:sp>
        <p:nvSpPr>
          <p:cNvPr id="19" name="object 19"/>
          <p:cNvSpPr txBox="1"/>
          <p:nvPr/>
        </p:nvSpPr>
        <p:spPr>
          <a:xfrm>
            <a:off x="7073645" y="5073522"/>
            <a:ext cx="359410" cy="239395"/>
          </a:xfrm>
          <a:prstGeom prst="rect">
            <a:avLst/>
          </a:prstGeom>
        </p:spPr>
        <p:txBody>
          <a:bodyPr vert="horz" wrap="square" lIns="0" tIns="12700" rIns="0" bIns="0" rtlCol="0">
            <a:spAutoFit/>
          </a:bodyPr>
          <a:lstStyle/>
          <a:p>
            <a:pPr marL="12700">
              <a:lnSpc>
                <a:spcPct val="100000"/>
              </a:lnSpc>
              <a:spcBef>
                <a:spcPts val="100"/>
              </a:spcBef>
            </a:pPr>
            <a:r>
              <a:rPr sz="1400" spc="-245" dirty="0">
                <a:latin typeface="Trebuchet MS"/>
                <a:cs typeface="Trebuchet MS"/>
              </a:rPr>
              <a:t>Ep</a:t>
            </a:r>
            <a:r>
              <a:rPr sz="1400" spc="-200" dirty="0">
                <a:latin typeface="Trebuchet MS"/>
                <a:cs typeface="Trebuchet MS"/>
              </a:rPr>
              <a:t>oc</a:t>
            </a:r>
            <a:r>
              <a:rPr sz="1400" spc="-235" dirty="0">
                <a:latin typeface="Trebuchet MS"/>
                <a:cs typeface="Trebuchet MS"/>
              </a:rPr>
              <a:t>h</a:t>
            </a:r>
            <a:endParaRPr sz="1400">
              <a:latin typeface="Trebuchet MS"/>
              <a:cs typeface="Trebuchet MS"/>
            </a:endParaRPr>
          </a:p>
        </p:txBody>
      </p:sp>
      <p:sp>
        <p:nvSpPr>
          <p:cNvPr id="20" name="object 20"/>
          <p:cNvSpPr txBox="1"/>
          <p:nvPr/>
        </p:nvSpPr>
        <p:spPr>
          <a:xfrm>
            <a:off x="3587496" y="2621279"/>
            <a:ext cx="1259205" cy="441959"/>
          </a:xfrm>
          <a:prstGeom prst="rect">
            <a:avLst/>
          </a:prstGeom>
          <a:solidFill>
            <a:srgbClr val="FFFFFF"/>
          </a:solidFill>
        </p:spPr>
        <p:txBody>
          <a:bodyPr vert="horz" wrap="square" lIns="0" tIns="5715" rIns="0" bIns="0" rtlCol="0">
            <a:spAutoFit/>
          </a:bodyPr>
          <a:lstStyle/>
          <a:p>
            <a:pPr marL="635">
              <a:lnSpc>
                <a:spcPct val="100000"/>
              </a:lnSpc>
              <a:spcBef>
                <a:spcPts val="45"/>
              </a:spcBef>
            </a:pPr>
            <a:r>
              <a:rPr sz="1400" spc="-204" dirty="0">
                <a:latin typeface="Trebuchet MS"/>
                <a:cs typeface="Trebuchet MS"/>
              </a:rPr>
              <a:t>Tr</a:t>
            </a:r>
            <a:r>
              <a:rPr sz="1400" spc="-210" dirty="0">
                <a:latin typeface="Trebuchet MS"/>
                <a:cs typeface="Trebuchet MS"/>
              </a:rPr>
              <a:t>a</a:t>
            </a:r>
            <a:r>
              <a:rPr sz="1400" spc="-165" dirty="0">
                <a:latin typeface="Trebuchet MS"/>
                <a:cs typeface="Trebuchet MS"/>
              </a:rPr>
              <a:t>i</a:t>
            </a:r>
            <a:r>
              <a:rPr sz="1400" spc="-235" dirty="0">
                <a:latin typeface="Trebuchet MS"/>
                <a:cs typeface="Trebuchet MS"/>
              </a:rPr>
              <a:t>n</a:t>
            </a:r>
            <a:r>
              <a:rPr sz="1400" spc="-175" dirty="0">
                <a:latin typeface="Trebuchet MS"/>
                <a:cs typeface="Trebuchet MS"/>
              </a:rPr>
              <a:t> </a:t>
            </a:r>
            <a:r>
              <a:rPr sz="1400" spc="-180" dirty="0">
                <a:latin typeface="Trebuchet MS"/>
                <a:cs typeface="Trebuchet MS"/>
              </a:rPr>
              <a:t>l</a:t>
            </a:r>
            <a:r>
              <a:rPr sz="1400" spc="-215" dirty="0">
                <a:latin typeface="Trebuchet MS"/>
                <a:cs typeface="Trebuchet MS"/>
              </a:rPr>
              <a:t>o</a:t>
            </a:r>
            <a:r>
              <a:rPr sz="1400" spc="-55" dirty="0">
                <a:latin typeface="Trebuchet MS"/>
                <a:cs typeface="Trebuchet MS"/>
              </a:rPr>
              <a:t>s</a:t>
            </a:r>
            <a:r>
              <a:rPr sz="1400" spc="-65" dirty="0">
                <a:latin typeface="Trebuchet MS"/>
                <a:cs typeface="Trebuchet MS"/>
              </a:rPr>
              <a:t>s</a:t>
            </a:r>
            <a:endParaRPr sz="1400">
              <a:latin typeface="Trebuchet MS"/>
              <a:cs typeface="Trebuchet MS"/>
            </a:endParaRPr>
          </a:p>
          <a:p>
            <a:pPr marL="635">
              <a:lnSpc>
                <a:spcPct val="100000"/>
              </a:lnSpc>
            </a:pPr>
            <a:r>
              <a:rPr sz="1400" spc="-260" dirty="0">
                <a:latin typeface="Trebuchet MS"/>
                <a:cs typeface="Trebuchet MS"/>
              </a:rPr>
              <a:t>V</a:t>
            </a:r>
            <a:r>
              <a:rPr sz="1400" spc="-220" dirty="0">
                <a:latin typeface="Trebuchet MS"/>
                <a:cs typeface="Trebuchet MS"/>
              </a:rPr>
              <a:t>a</a:t>
            </a:r>
            <a:r>
              <a:rPr sz="1400" spc="-180" dirty="0">
                <a:latin typeface="Trebuchet MS"/>
                <a:cs typeface="Trebuchet MS"/>
              </a:rPr>
              <a:t>l</a:t>
            </a:r>
            <a:r>
              <a:rPr sz="1400" spc="-165" dirty="0">
                <a:latin typeface="Trebuchet MS"/>
                <a:cs typeface="Trebuchet MS"/>
              </a:rPr>
              <a:t>i</a:t>
            </a:r>
            <a:r>
              <a:rPr sz="1400" spc="-245" dirty="0">
                <a:latin typeface="Trebuchet MS"/>
                <a:cs typeface="Trebuchet MS"/>
              </a:rPr>
              <a:t>d</a:t>
            </a:r>
            <a:r>
              <a:rPr sz="1400" spc="-200" dirty="0">
                <a:latin typeface="Trebuchet MS"/>
                <a:cs typeface="Trebuchet MS"/>
              </a:rPr>
              <a:t>a</a:t>
            </a:r>
            <a:r>
              <a:rPr sz="1400" spc="-204" dirty="0">
                <a:latin typeface="Trebuchet MS"/>
                <a:cs typeface="Trebuchet MS"/>
              </a:rPr>
              <a:t>t</a:t>
            </a:r>
            <a:r>
              <a:rPr sz="1400" spc="-155" dirty="0">
                <a:latin typeface="Trebuchet MS"/>
                <a:cs typeface="Trebuchet MS"/>
              </a:rPr>
              <a:t>i</a:t>
            </a:r>
            <a:r>
              <a:rPr sz="1400" spc="-229" dirty="0">
                <a:latin typeface="Trebuchet MS"/>
                <a:cs typeface="Trebuchet MS"/>
              </a:rPr>
              <a:t>o</a:t>
            </a:r>
            <a:r>
              <a:rPr sz="1400" spc="-235" dirty="0">
                <a:latin typeface="Trebuchet MS"/>
                <a:cs typeface="Trebuchet MS"/>
              </a:rPr>
              <a:t>n</a:t>
            </a:r>
            <a:r>
              <a:rPr sz="1400" spc="-190" dirty="0">
                <a:latin typeface="Trebuchet MS"/>
                <a:cs typeface="Trebuchet MS"/>
              </a:rPr>
              <a:t> </a:t>
            </a:r>
            <a:r>
              <a:rPr sz="1400" spc="-180" dirty="0">
                <a:latin typeface="Trebuchet MS"/>
                <a:cs typeface="Trebuchet MS"/>
              </a:rPr>
              <a:t>l</a:t>
            </a:r>
            <a:r>
              <a:rPr sz="1400" spc="-215" dirty="0">
                <a:latin typeface="Trebuchet MS"/>
                <a:cs typeface="Trebuchet MS"/>
              </a:rPr>
              <a:t>o</a:t>
            </a:r>
            <a:r>
              <a:rPr sz="1400" spc="-55" dirty="0">
                <a:latin typeface="Trebuchet MS"/>
                <a:cs typeface="Trebuchet MS"/>
              </a:rPr>
              <a:t>s</a:t>
            </a:r>
            <a:r>
              <a:rPr sz="1400" spc="-65" dirty="0">
                <a:latin typeface="Trebuchet MS"/>
                <a:cs typeface="Trebuchet MS"/>
              </a:rPr>
              <a:t>s</a:t>
            </a:r>
            <a:endParaRPr sz="1400">
              <a:latin typeface="Trebuchet MS"/>
              <a:cs typeface="Trebuchet MS"/>
            </a:endParaRPr>
          </a:p>
        </p:txBody>
      </p:sp>
      <p:sp>
        <p:nvSpPr>
          <p:cNvPr id="21" name="object 21"/>
          <p:cNvSpPr txBox="1"/>
          <p:nvPr/>
        </p:nvSpPr>
        <p:spPr>
          <a:xfrm>
            <a:off x="7555992" y="4283964"/>
            <a:ext cx="1229995" cy="441959"/>
          </a:xfrm>
          <a:prstGeom prst="rect">
            <a:avLst/>
          </a:prstGeom>
          <a:solidFill>
            <a:srgbClr val="FFFFFF"/>
          </a:solidFill>
        </p:spPr>
        <p:txBody>
          <a:bodyPr vert="horz" wrap="square" lIns="0" tIns="6350" rIns="0" bIns="0" rtlCol="0">
            <a:spAutoFit/>
          </a:bodyPr>
          <a:lstStyle/>
          <a:p>
            <a:pPr marL="1270" marR="412115">
              <a:lnSpc>
                <a:spcPct val="100000"/>
              </a:lnSpc>
              <a:spcBef>
                <a:spcPts val="50"/>
              </a:spcBef>
            </a:pPr>
            <a:r>
              <a:rPr sz="1400" spc="-204" dirty="0">
                <a:latin typeface="Trebuchet MS"/>
                <a:cs typeface="Trebuchet MS"/>
              </a:rPr>
              <a:t>Tr</a:t>
            </a:r>
            <a:r>
              <a:rPr sz="1400" spc="-210" dirty="0">
                <a:latin typeface="Trebuchet MS"/>
                <a:cs typeface="Trebuchet MS"/>
              </a:rPr>
              <a:t>a</a:t>
            </a:r>
            <a:r>
              <a:rPr sz="1400" spc="-165" dirty="0">
                <a:latin typeface="Trebuchet MS"/>
                <a:cs typeface="Trebuchet MS"/>
              </a:rPr>
              <a:t>i</a:t>
            </a:r>
            <a:r>
              <a:rPr sz="1400" spc="-235" dirty="0">
                <a:latin typeface="Trebuchet MS"/>
                <a:cs typeface="Trebuchet MS"/>
              </a:rPr>
              <a:t>n</a:t>
            </a:r>
            <a:r>
              <a:rPr sz="1400" spc="-175" dirty="0">
                <a:latin typeface="Trebuchet MS"/>
                <a:cs typeface="Trebuchet MS"/>
              </a:rPr>
              <a:t> </a:t>
            </a:r>
            <a:r>
              <a:rPr sz="1400" spc="-200" dirty="0">
                <a:latin typeface="Trebuchet MS"/>
                <a:cs typeface="Trebuchet MS"/>
              </a:rPr>
              <a:t>a</a:t>
            </a:r>
            <a:r>
              <a:rPr sz="1400" spc="-170" dirty="0">
                <a:latin typeface="Trebuchet MS"/>
                <a:cs typeface="Trebuchet MS"/>
              </a:rPr>
              <a:t>cc</a:t>
            </a:r>
            <a:r>
              <a:rPr sz="1400" spc="-250" dirty="0">
                <a:latin typeface="Trebuchet MS"/>
                <a:cs typeface="Trebuchet MS"/>
              </a:rPr>
              <a:t>.  </a:t>
            </a:r>
            <a:r>
              <a:rPr sz="1400" spc="-275" dirty="0">
                <a:latin typeface="Trebuchet MS"/>
                <a:cs typeface="Trebuchet MS"/>
              </a:rPr>
              <a:t>V</a:t>
            </a:r>
            <a:r>
              <a:rPr sz="1400" spc="-200" dirty="0">
                <a:latin typeface="Trebuchet MS"/>
                <a:cs typeface="Trebuchet MS"/>
              </a:rPr>
              <a:t>a</a:t>
            </a:r>
            <a:r>
              <a:rPr sz="1400" spc="-180" dirty="0">
                <a:latin typeface="Trebuchet MS"/>
                <a:cs typeface="Trebuchet MS"/>
              </a:rPr>
              <a:t>l</a:t>
            </a:r>
            <a:r>
              <a:rPr sz="1400" spc="-165" dirty="0">
                <a:latin typeface="Trebuchet MS"/>
                <a:cs typeface="Trebuchet MS"/>
              </a:rPr>
              <a:t>i</a:t>
            </a:r>
            <a:r>
              <a:rPr sz="1400" spc="-250" dirty="0">
                <a:latin typeface="Trebuchet MS"/>
                <a:cs typeface="Trebuchet MS"/>
              </a:rPr>
              <a:t>d</a:t>
            </a:r>
            <a:r>
              <a:rPr sz="1400" spc="-200" dirty="0">
                <a:latin typeface="Trebuchet MS"/>
                <a:cs typeface="Trebuchet MS"/>
              </a:rPr>
              <a:t>a</a:t>
            </a:r>
            <a:r>
              <a:rPr sz="1400" spc="-204" dirty="0">
                <a:latin typeface="Trebuchet MS"/>
                <a:cs typeface="Trebuchet MS"/>
              </a:rPr>
              <a:t>t</a:t>
            </a:r>
            <a:r>
              <a:rPr sz="1400" spc="-160" dirty="0">
                <a:latin typeface="Trebuchet MS"/>
                <a:cs typeface="Trebuchet MS"/>
              </a:rPr>
              <a:t>i</a:t>
            </a:r>
            <a:r>
              <a:rPr sz="1400" spc="-229" dirty="0">
                <a:latin typeface="Trebuchet MS"/>
                <a:cs typeface="Trebuchet MS"/>
              </a:rPr>
              <a:t>on</a:t>
            </a:r>
            <a:r>
              <a:rPr sz="1400" spc="-190" dirty="0">
                <a:latin typeface="Trebuchet MS"/>
                <a:cs typeface="Trebuchet MS"/>
              </a:rPr>
              <a:t> </a:t>
            </a:r>
            <a:r>
              <a:rPr sz="1400" spc="-200" dirty="0">
                <a:latin typeface="Trebuchet MS"/>
                <a:cs typeface="Trebuchet MS"/>
              </a:rPr>
              <a:t>a</a:t>
            </a:r>
            <a:r>
              <a:rPr sz="1400" spc="-170" dirty="0">
                <a:latin typeface="Trebuchet MS"/>
                <a:cs typeface="Trebuchet MS"/>
              </a:rPr>
              <a:t>c</a:t>
            </a:r>
            <a:r>
              <a:rPr sz="1400" spc="-235" dirty="0">
                <a:latin typeface="Trebuchet MS"/>
                <a:cs typeface="Trebuchet MS"/>
              </a:rPr>
              <a:t>c.</a:t>
            </a:r>
            <a:endParaRPr sz="1400">
              <a:latin typeface="Trebuchet MS"/>
              <a:cs typeface="Trebuchet M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1970"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3039"/>
            <a:ext cx="2262378" cy="176022"/>
          </a:xfrm>
          <a:prstGeom prst="rect">
            <a:avLst/>
          </a:prstGeom>
        </p:spPr>
      </p:pic>
      <p:pic>
        <p:nvPicPr>
          <p:cNvPr id="9" name="object 9"/>
          <p:cNvPicPr/>
          <p:nvPr/>
        </p:nvPicPr>
        <p:blipFill>
          <a:blip r:embed="rId6" cstate="print"/>
          <a:stretch>
            <a:fillRect/>
          </a:stretch>
        </p:blipFill>
        <p:spPr>
          <a:xfrm>
            <a:off x="710183" y="1805939"/>
            <a:ext cx="5982462" cy="162305"/>
          </a:xfrm>
          <a:prstGeom prst="rect">
            <a:avLst/>
          </a:prstGeom>
        </p:spPr>
      </p:pic>
      <p:pic>
        <p:nvPicPr>
          <p:cNvPr id="10" name="object 10"/>
          <p:cNvPicPr/>
          <p:nvPr/>
        </p:nvPicPr>
        <p:blipFill>
          <a:blip r:embed="rId7" cstate="print"/>
          <a:stretch>
            <a:fillRect/>
          </a:stretch>
        </p:blipFill>
        <p:spPr>
          <a:xfrm>
            <a:off x="720851" y="3750564"/>
            <a:ext cx="2401062" cy="162306"/>
          </a:xfrm>
          <a:prstGeom prst="rect">
            <a:avLst/>
          </a:prstGeom>
        </p:spPr>
      </p:pic>
      <p:grpSp>
        <p:nvGrpSpPr>
          <p:cNvPr id="11" name="object 11"/>
          <p:cNvGrpSpPr/>
          <p:nvPr/>
        </p:nvGrpSpPr>
        <p:grpSpPr>
          <a:xfrm>
            <a:off x="879758" y="2409434"/>
            <a:ext cx="8463915" cy="1053465"/>
            <a:chOff x="879758" y="2409434"/>
            <a:chExt cx="8463915" cy="1053465"/>
          </a:xfrm>
        </p:grpSpPr>
        <p:pic>
          <p:nvPicPr>
            <p:cNvPr id="12" name="object 12"/>
            <p:cNvPicPr/>
            <p:nvPr/>
          </p:nvPicPr>
          <p:blipFill>
            <a:blip r:embed="rId8" cstate="print"/>
            <a:stretch>
              <a:fillRect/>
            </a:stretch>
          </p:blipFill>
          <p:spPr>
            <a:xfrm>
              <a:off x="879758" y="2409434"/>
              <a:ext cx="8463885" cy="1050290"/>
            </a:xfrm>
            <a:prstGeom prst="rect">
              <a:avLst/>
            </a:prstGeom>
          </p:spPr>
        </p:pic>
        <p:sp>
          <p:nvSpPr>
            <p:cNvPr id="13" name="object 13"/>
            <p:cNvSpPr/>
            <p:nvPr/>
          </p:nvSpPr>
          <p:spPr>
            <a:xfrm>
              <a:off x="1999487" y="2636519"/>
              <a:ext cx="4320540" cy="187960"/>
            </a:xfrm>
            <a:custGeom>
              <a:avLst/>
              <a:gdLst/>
              <a:ahLst/>
              <a:cxnLst/>
              <a:rect l="l" t="t" r="r" b="b"/>
              <a:pathLst>
                <a:path w="4320540" h="187960">
                  <a:moveTo>
                    <a:pt x="4320540" y="0"/>
                  </a:moveTo>
                  <a:lnTo>
                    <a:pt x="0" y="0"/>
                  </a:lnTo>
                  <a:lnTo>
                    <a:pt x="0" y="187451"/>
                  </a:lnTo>
                  <a:lnTo>
                    <a:pt x="4320540" y="187451"/>
                  </a:lnTo>
                  <a:lnTo>
                    <a:pt x="4320540" y="0"/>
                  </a:lnTo>
                  <a:close/>
                </a:path>
              </a:pathLst>
            </a:custGeom>
            <a:solidFill>
              <a:srgbClr val="F7F7F7"/>
            </a:solidFill>
          </p:spPr>
          <p:txBody>
            <a:bodyPr wrap="square" lIns="0" tIns="0" rIns="0" bIns="0" rtlCol="0"/>
            <a:lstStyle/>
            <a:p>
              <a:endParaRPr/>
            </a:p>
          </p:txBody>
        </p:sp>
        <p:sp>
          <p:nvSpPr>
            <p:cNvPr id="14" name="object 14"/>
            <p:cNvSpPr/>
            <p:nvPr/>
          </p:nvSpPr>
          <p:spPr>
            <a:xfrm>
              <a:off x="1557527" y="3275075"/>
              <a:ext cx="1018540" cy="187960"/>
            </a:xfrm>
            <a:custGeom>
              <a:avLst/>
              <a:gdLst/>
              <a:ahLst/>
              <a:cxnLst/>
              <a:rect l="l" t="t" r="r" b="b"/>
              <a:pathLst>
                <a:path w="1018539" h="187960">
                  <a:moveTo>
                    <a:pt x="1018032" y="0"/>
                  </a:moveTo>
                  <a:lnTo>
                    <a:pt x="0" y="0"/>
                  </a:lnTo>
                  <a:lnTo>
                    <a:pt x="0" y="187451"/>
                  </a:lnTo>
                  <a:lnTo>
                    <a:pt x="1018032" y="187451"/>
                  </a:lnTo>
                  <a:lnTo>
                    <a:pt x="1018032" y="0"/>
                  </a:lnTo>
                  <a:close/>
                </a:path>
              </a:pathLst>
            </a:custGeom>
            <a:solidFill>
              <a:srgbClr val="FFFFFF"/>
            </a:solidFill>
          </p:spPr>
          <p:txBody>
            <a:bodyPr wrap="square" lIns="0" tIns="0" rIns="0" bIns="0" rtlCol="0"/>
            <a:lstStyle/>
            <a:p>
              <a:endParaRPr/>
            </a:p>
          </p:txBody>
        </p:sp>
      </p:grpSp>
      <p:sp>
        <p:nvSpPr>
          <p:cNvPr id="15" name="object 15"/>
          <p:cNvSpPr txBox="1"/>
          <p:nvPr/>
        </p:nvSpPr>
        <p:spPr>
          <a:xfrm>
            <a:off x="694944" y="2307335"/>
            <a:ext cx="8653780" cy="1270000"/>
          </a:xfrm>
          <a:prstGeom prst="rect">
            <a:avLst/>
          </a:prstGeom>
          <a:ln w="9144">
            <a:solidFill>
              <a:srgbClr val="D9D9D9"/>
            </a:solidFill>
          </a:ln>
        </p:spPr>
        <p:txBody>
          <a:bodyPr vert="horz" wrap="square" lIns="0" tIns="0" rIns="0" bIns="0" rtlCol="0">
            <a:spAutoFit/>
          </a:bodyPr>
          <a:lstStyle/>
          <a:p>
            <a:pPr>
              <a:lnSpc>
                <a:spcPct val="100000"/>
              </a:lnSpc>
            </a:pPr>
            <a:endParaRPr sz="1200">
              <a:latin typeface="Times New Roman"/>
              <a:cs typeface="Times New Roman"/>
            </a:endParaRPr>
          </a:p>
          <a:p>
            <a:pPr>
              <a:lnSpc>
                <a:spcPct val="100000"/>
              </a:lnSpc>
              <a:spcBef>
                <a:spcPts val="25"/>
              </a:spcBef>
            </a:pPr>
            <a:endParaRPr sz="1000">
              <a:latin typeface="Times New Roman"/>
              <a:cs typeface="Times New Roman"/>
            </a:endParaRPr>
          </a:p>
          <a:p>
            <a:pPr marL="1304290">
              <a:lnSpc>
                <a:spcPct val="100000"/>
              </a:lnSpc>
            </a:pPr>
            <a:r>
              <a:rPr sz="1200" spc="-5" dirty="0">
                <a:solidFill>
                  <a:srgbClr val="AC3030"/>
                </a:solidFill>
                <a:latin typeface="Lucida Console"/>
                <a:cs typeface="Lucida Console"/>
              </a:rPr>
              <a:t>'\n</a:t>
            </a:r>
            <a:r>
              <a:rPr sz="1200" spc="-15" dirty="0">
                <a:solidFill>
                  <a:srgbClr val="AC3030"/>
                </a:solidFill>
                <a:latin typeface="Lucida Console"/>
                <a:cs typeface="Lucida Console"/>
              </a:rPr>
              <a:t> </a:t>
            </a:r>
            <a:r>
              <a:rPr sz="1200" spc="-5" dirty="0">
                <a:solidFill>
                  <a:srgbClr val="AC3030"/>
                </a:solidFill>
                <a:latin typeface="Lucida Console"/>
                <a:cs typeface="Lucida Console"/>
              </a:rPr>
              <a:t>test</a:t>
            </a:r>
            <a:r>
              <a:rPr sz="1200" spc="-15" dirty="0">
                <a:solidFill>
                  <a:srgbClr val="AC3030"/>
                </a:solidFill>
                <a:latin typeface="Lucida Console"/>
                <a:cs typeface="Lucida Console"/>
              </a:rPr>
              <a:t> </a:t>
            </a:r>
            <a:r>
              <a:rPr sz="1200" dirty="0">
                <a:solidFill>
                  <a:srgbClr val="AC3030"/>
                </a:solidFill>
                <a:latin typeface="Lucida Console"/>
                <a:cs typeface="Lucida Console"/>
              </a:rPr>
              <a:t>accuracy</a:t>
            </a:r>
            <a:r>
              <a:rPr sz="1200" spc="-25" dirty="0">
                <a:solidFill>
                  <a:srgbClr val="AC3030"/>
                </a:solidFill>
                <a:latin typeface="Lucida Console"/>
                <a:cs typeface="Lucida Console"/>
              </a:rPr>
              <a:t> </a:t>
            </a:r>
            <a:r>
              <a:rPr sz="1200" dirty="0">
                <a:solidFill>
                  <a:srgbClr val="AC3030"/>
                </a:solidFill>
                <a:latin typeface="Lucida Console"/>
                <a:cs typeface="Lucida Console"/>
              </a:rPr>
              <a:t>{:.2f}%'</a:t>
            </a:r>
            <a:r>
              <a:rPr sz="1200" dirty="0">
                <a:latin typeface="Lucida Console"/>
                <a:cs typeface="Lucida Console"/>
              </a:rPr>
              <a:t>.format(test_results[</a:t>
            </a:r>
            <a:r>
              <a:rPr sz="1200" dirty="0">
                <a:solidFill>
                  <a:srgbClr val="57932C"/>
                </a:solidFill>
                <a:latin typeface="Lucida Console"/>
                <a:cs typeface="Lucida Console"/>
              </a:rPr>
              <a:t>1</a:t>
            </a:r>
            <a:r>
              <a:rPr sz="1200" dirty="0">
                <a:latin typeface="Lucida Console"/>
                <a:cs typeface="Lucida Console"/>
              </a:rPr>
              <a:t>]</a:t>
            </a:r>
            <a:r>
              <a:rPr sz="1200" dirty="0">
                <a:solidFill>
                  <a:srgbClr val="AB1EFF"/>
                </a:solidFill>
                <a:latin typeface="Lucida Console"/>
                <a:cs typeface="Lucida Console"/>
              </a:rPr>
              <a:t>*</a:t>
            </a:r>
            <a:r>
              <a:rPr sz="1200" dirty="0">
                <a:solidFill>
                  <a:srgbClr val="57932C"/>
                </a:solidFill>
                <a:latin typeface="Lucida Console"/>
                <a:cs typeface="Lucida Console"/>
              </a:rPr>
              <a:t>100)</a:t>
            </a:r>
            <a:r>
              <a:rPr sz="1200" dirty="0">
                <a:latin typeface="Lucida Console"/>
                <a:cs typeface="Lucida Console"/>
              </a:rPr>
              <a:t>)</a:t>
            </a:r>
            <a:endParaRPr sz="1200">
              <a:latin typeface="Lucida Console"/>
              <a:cs typeface="Lucida Console"/>
            </a:endParaRPr>
          </a:p>
          <a:p>
            <a:pPr>
              <a:lnSpc>
                <a:spcPct val="100000"/>
              </a:lnSpc>
            </a:pPr>
            <a:endParaRPr sz="1200">
              <a:latin typeface="Lucida Console"/>
              <a:cs typeface="Lucida Console"/>
            </a:endParaRPr>
          </a:p>
          <a:p>
            <a:pPr>
              <a:lnSpc>
                <a:spcPct val="100000"/>
              </a:lnSpc>
            </a:pPr>
            <a:endParaRPr sz="1200">
              <a:latin typeface="Lucida Console"/>
              <a:cs typeface="Lucida Console"/>
            </a:endParaRPr>
          </a:p>
          <a:p>
            <a:pPr>
              <a:lnSpc>
                <a:spcPct val="100000"/>
              </a:lnSpc>
              <a:spcBef>
                <a:spcPts val="35"/>
              </a:spcBef>
            </a:pPr>
            <a:endParaRPr sz="1150">
              <a:latin typeface="Lucida Console"/>
              <a:cs typeface="Lucida Console"/>
            </a:endParaRPr>
          </a:p>
          <a:p>
            <a:pPr marL="862330">
              <a:lnSpc>
                <a:spcPct val="100000"/>
              </a:lnSpc>
            </a:pPr>
            <a:r>
              <a:rPr sz="1200" spc="-5" dirty="0">
                <a:latin typeface="Lucida Console"/>
                <a:cs typeface="Lucida Console"/>
              </a:rPr>
              <a:t>test</a:t>
            </a:r>
            <a:r>
              <a:rPr sz="1200" spc="-40" dirty="0">
                <a:latin typeface="Lucida Console"/>
                <a:cs typeface="Lucida Console"/>
              </a:rPr>
              <a:t> </a:t>
            </a:r>
            <a:r>
              <a:rPr sz="1200" spc="-5" dirty="0">
                <a:latin typeface="Lucida Console"/>
                <a:cs typeface="Lucida Console"/>
              </a:rPr>
              <a:t>accuracy</a:t>
            </a:r>
            <a:endParaRPr sz="1200">
              <a:latin typeface="Lucida Console"/>
              <a:cs typeface="Lucida Console"/>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6036"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7" name="object 7"/>
          <p:cNvGrpSpPr/>
          <p:nvPr/>
        </p:nvGrpSpPr>
        <p:grpSpPr>
          <a:xfrm>
            <a:off x="693419" y="2546604"/>
            <a:ext cx="8580120" cy="3723640"/>
            <a:chOff x="693419" y="2546604"/>
            <a:chExt cx="8580120" cy="3723640"/>
          </a:xfrm>
        </p:grpSpPr>
        <p:pic>
          <p:nvPicPr>
            <p:cNvPr id="8" name="object 8"/>
            <p:cNvPicPr/>
            <p:nvPr/>
          </p:nvPicPr>
          <p:blipFill>
            <a:blip r:embed="rId5" cstate="print"/>
            <a:stretch>
              <a:fillRect/>
            </a:stretch>
          </p:blipFill>
          <p:spPr>
            <a:xfrm>
              <a:off x="873800" y="2641409"/>
              <a:ext cx="8390595" cy="3583490"/>
            </a:xfrm>
            <a:prstGeom prst="rect">
              <a:avLst/>
            </a:prstGeom>
          </p:spPr>
        </p:pic>
        <p:sp>
          <p:nvSpPr>
            <p:cNvPr id="9" name="object 9"/>
            <p:cNvSpPr/>
            <p:nvPr/>
          </p:nvSpPr>
          <p:spPr>
            <a:xfrm>
              <a:off x="697991" y="2551176"/>
              <a:ext cx="8571230" cy="3714115"/>
            </a:xfrm>
            <a:custGeom>
              <a:avLst/>
              <a:gdLst/>
              <a:ahLst/>
              <a:cxnLst/>
              <a:rect l="l" t="t" r="r" b="b"/>
              <a:pathLst>
                <a:path w="8571230" h="3714115">
                  <a:moveTo>
                    <a:pt x="0" y="3713988"/>
                  </a:moveTo>
                  <a:lnTo>
                    <a:pt x="8570976" y="3713988"/>
                  </a:lnTo>
                  <a:lnTo>
                    <a:pt x="8570976" y="0"/>
                  </a:lnTo>
                  <a:lnTo>
                    <a:pt x="0" y="0"/>
                  </a:lnTo>
                  <a:lnTo>
                    <a:pt x="0" y="3713988"/>
                  </a:lnTo>
                  <a:close/>
                </a:path>
              </a:pathLst>
            </a:custGeom>
            <a:ln w="9144">
              <a:solidFill>
                <a:srgbClr val="D9D9D9"/>
              </a:solidFill>
            </a:ln>
          </p:spPr>
          <p:txBody>
            <a:bodyPr wrap="square" lIns="0" tIns="0" rIns="0" bIns="0" rtlCol="0"/>
            <a:lstStyle/>
            <a:p>
              <a:endParaRPr/>
            </a:p>
          </p:txBody>
        </p:sp>
      </p:grpSp>
      <p:sp>
        <p:nvSpPr>
          <p:cNvPr id="10" name="object 10"/>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1" name="object 11"/>
          <p:cNvPicPr/>
          <p:nvPr/>
        </p:nvPicPr>
        <p:blipFill>
          <a:blip r:embed="rId6" cstate="print"/>
          <a:stretch>
            <a:fillRect/>
          </a:stretch>
        </p:blipFill>
        <p:spPr>
          <a:xfrm>
            <a:off x="719327" y="1463039"/>
            <a:ext cx="2262378" cy="176022"/>
          </a:xfrm>
          <a:prstGeom prst="rect">
            <a:avLst/>
          </a:prstGeom>
        </p:spPr>
      </p:pic>
      <p:pic>
        <p:nvPicPr>
          <p:cNvPr id="12" name="object 12"/>
          <p:cNvPicPr/>
          <p:nvPr/>
        </p:nvPicPr>
        <p:blipFill>
          <a:blip r:embed="rId7" cstate="print"/>
          <a:stretch>
            <a:fillRect/>
          </a:stretch>
        </p:blipFill>
        <p:spPr>
          <a:xfrm>
            <a:off x="710183" y="1805939"/>
            <a:ext cx="8186166" cy="63322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3039"/>
            <a:ext cx="2262378" cy="176022"/>
          </a:xfrm>
          <a:prstGeom prst="rect">
            <a:avLst/>
          </a:prstGeom>
        </p:spPr>
      </p:pic>
      <p:sp>
        <p:nvSpPr>
          <p:cNvPr id="7" name="object 7"/>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9" name="object 9"/>
          <p:cNvGrpSpPr/>
          <p:nvPr/>
        </p:nvGrpSpPr>
        <p:grpSpPr>
          <a:xfrm>
            <a:off x="554736" y="1769364"/>
            <a:ext cx="8789035" cy="2734310"/>
            <a:chOff x="554736" y="1769364"/>
            <a:chExt cx="8789035" cy="2734310"/>
          </a:xfrm>
        </p:grpSpPr>
        <p:sp>
          <p:nvSpPr>
            <p:cNvPr id="10" name="object 10"/>
            <p:cNvSpPr/>
            <p:nvPr/>
          </p:nvSpPr>
          <p:spPr>
            <a:xfrm>
              <a:off x="557784" y="1772412"/>
              <a:ext cx="8783320" cy="2727960"/>
            </a:xfrm>
            <a:custGeom>
              <a:avLst/>
              <a:gdLst/>
              <a:ahLst/>
              <a:cxnLst/>
              <a:rect l="l" t="t" r="r" b="b"/>
              <a:pathLst>
                <a:path w="8783320" h="2727960">
                  <a:moveTo>
                    <a:pt x="0" y="2727960"/>
                  </a:moveTo>
                  <a:lnTo>
                    <a:pt x="8782812" y="2727960"/>
                  </a:lnTo>
                  <a:lnTo>
                    <a:pt x="8782812" y="0"/>
                  </a:lnTo>
                  <a:lnTo>
                    <a:pt x="0" y="0"/>
                  </a:lnTo>
                  <a:lnTo>
                    <a:pt x="0" y="2727960"/>
                  </a:lnTo>
                  <a:close/>
                </a:path>
              </a:pathLst>
            </a:custGeom>
            <a:ln w="6095">
              <a:solidFill>
                <a:srgbClr val="D9D9D9"/>
              </a:solidFill>
            </a:ln>
          </p:spPr>
          <p:txBody>
            <a:bodyPr wrap="square" lIns="0" tIns="0" rIns="0" bIns="0" rtlCol="0"/>
            <a:lstStyle/>
            <a:p>
              <a:endParaRPr/>
            </a:p>
          </p:txBody>
        </p:sp>
        <p:pic>
          <p:nvPicPr>
            <p:cNvPr id="11" name="object 11"/>
            <p:cNvPicPr/>
            <p:nvPr/>
          </p:nvPicPr>
          <p:blipFill>
            <a:blip r:embed="rId6" cstate="print"/>
            <a:stretch>
              <a:fillRect/>
            </a:stretch>
          </p:blipFill>
          <p:spPr>
            <a:xfrm>
              <a:off x="1518132" y="1945274"/>
              <a:ext cx="6026962" cy="2391489"/>
            </a:xfrm>
            <a:prstGeom prst="rect">
              <a:avLst/>
            </a:prstGeom>
          </p:spPr>
        </p:pic>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6624"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3039"/>
            <a:ext cx="2262378" cy="176022"/>
          </a:xfrm>
          <a:prstGeom prst="rect">
            <a:avLst/>
          </a:prstGeom>
        </p:spPr>
      </p:pic>
      <p:sp>
        <p:nvSpPr>
          <p:cNvPr id="7" name="object 7"/>
          <p:cNvSpPr txBox="1">
            <a:spLocks noGrp="1"/>
          </p:cNvSpPr>
          <p:nvPr>
            <p:ph type="title"/>
          </p:nvPr>
        </p:nvSpPr>
        <p:spPr>
          <a:xfrm>
            <a:off x="437489" y="431419"/>
            <a:ext cx="6184900" cy="299720"/>
          </a:xfrm>
          <a:prstGeom prst="rect">
            <a:avLst/>
          </a:prstGeom>
        </p:spPr>
        <p:txBody>
          <a:bodyPr vert="horz" wrap="square" lIns="0" tIns="12700" rIns="0" bIns="0" rtlCol="0">
            <a:spAutoFit/>
          </a:bodyPr>
          <a:lstStyle/>
          <a:p>
            <a:pPr marL="12700">
              <a:lnSpc>
                <a:spcPct val="100000"/>
              </a:lnSpc>
              <a:spcBef>
                <a:spcPts val="100"/>
              </a:spcBef>
            </a:pPr>
            <a:r>
              <a:rPr spc="-5" dirty="0"/>
              <a:t>1.4.</a:t>
            </a:r>
            <a:r>
              <a:rPr dirty="0"/>
              <a:t> </a:t>
            </a:r>
            <a:r>
              <a:rPr spc="-5" dirty="0"/>
              <a:t>Building</a:t>
            </a:r>
            <a:r>
              <a:rPr spc="5" dirty="0"/>
              <a:t> </a:t>
            </a:r>
            <a:r>
              <a:rPr spc="-5" dirty="0"/>
              <a:t>Convolutional</a:t>
            </a:r>
            <a:r>
              <a:rPr spc="-40" dirty="0"/>
              <a:t> </a:t>
            </a:r>
            <a:r>
              <a:rPr spc="-5" dirty="0"/>
              <a:t>Neural</a:t>
            </a:r>
            <a:r>
              <a:rPr spc="5" dirty="0"/>
              <a:t> </a:t>
            </a:r>
            <a:r>
              <a:rPr spc="-5" dirty="0"/>
              <a:t>Network</a:t>
            </a:r>
            <a:r>
              <a:rPr spc="10" dirty="0"/>
              <a:t> </a:t>
            </a:r>
            <a:r>
              <a:rPr spc="-5" dirty="0"/>
              <a:t>using</a:t>
            </a:r>
            <a:r>
              <a:rPr spc="-15" dirty="0"/>
              <a:t> </a:t>
            </a:r>
            <a:r>
              <a:rPr spc="-5" dirty="0"/>
              <a:t>TensorFlow</a:t>
            </a: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01</a:t>
            </a:r>
            <a:endParaRPr sz="1600">
              <a:latin typeface="Ebrima"/>
              <a:cs typeface="Ebrima"/>
            </a:endParaRPr>
          </a:p>
        </p:txBody>
      </p:sp>
      <p:grpSp>
        <p:nvGrpSpPr>
          <p:cNvPr id="9" name="object 9"/>
          <p:cNvGrpSpPr/>
          <p:nvPr/>
        </p:nvGrpSpPr>
        <p:grpSpPr>
          <a:xfrm>
            <a:off x="554736" y="1769364"/>
            <a:ext cx="8789035" cy="1515110"/>
            <a:chOff x="554736" y="1769364"/>
            <a:chExt cx="8789035" cy="1515110"/>
          </a:xfrm>
        </p:grpSpPr>
        <p:sp>
          <p:nvSpPr>
            <p:cNvPr id="10" name="object 10"/>
            <p:cNvSpPr/>
            <p:nvPr/>
          </p:nvSpPr>
          <p:spPr>
            <a:xfrm>
              <a:off x="557784" y="1772412"/>
              <a:ext cx="8783320" cy="1508760"/>
            </a:xfrm>
            <a:custGeom>
              <a:avLst/>
              <a:gdLst/>
              <a:ahLst/>
              <a:cxnLst/>
              <a:rect l="l" t="t" r="r" b="b"/>
              <a:pathLst>
                <a:path w="8783320" h="1508760">
                  <a:moveTo>
                    <a:pt x="0" y="1508760"/>
                  </a:moveTo>
                  <a:lnTo>
                    <a:pt x="8782812" y="1508760"/>
                  </a:lnTo>
                  <a:lnTo>
                    <a:pt x="8782812" y="0"/>
                  </a:lnTo>
                  <a:lnTo>
                    <a:pt x="0" y="0"/>
                  </a:lnTo>
                  <a:lnTo>
                    <a:pt x="0" y="1508760"/>
                  </a:lnTo>
                  <a:close/>
                </a:path>
              </a:pathLst>
            </a:custGeom>
            <a:ln w="6096">
              <a:solidFill>
                <a:srgbClr val="D9D9D9"/>
              </a:solidFill>
            </a:ln>
          </p:spPr>
          <p:txBody>
            <a:bodyPr wrap="square" lIns="0" tIns="0" rIns="0" bIns="0" rtlCol="0"/>
            <a:lstStyle/>
            <a:p>
              <a:endParaRPr/>
            </a:p>
          </p:txBody>
        </p:sp>
        <p:pic>
          <p:nvPicPr>
            <p:cNvPr id="11" name="object 11"/>
            <p:cNvPicPr/>
            <p:nvPr/>
          </p:nvPicPr>
          <p:blipFill>
            <a:blip r:embed="rId6" cstate="print"/>
            <a:stretch>
              <a:fillRect/>
            </a:stretch>
          </p:blipFill>
          <p:spPr>
            <a:xfrm>
              <a:off x="852363" y="1894656"/>
              <a:ext cx="8482136" cy="1252079"/>
            </a:xfrm>
            <a:prstGeom prst="rect">
              <a:avLst/>
            </a:prstGeom>
          </p:spPr>
        </p:pic>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2951" cy="2997319"/>
          </a:xfrm>
          <a:prstGeom prst="rect">
            <a:avLst/>
          </a:prstGeom>
        </p:spPr>
      </p:pic>
      <p:sp>
        <p:nvSpPr>
          <p:cNvPr id="3" name="object 3"/>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pic>
        <p:nvPicPr>
          <p:cNvPr id="4" name="object 4"/>
          <p:cNvPicPr/>
          <p:nvPr/>
        </p:nvPicPr>
        <p:blipFill>
          <a:blip r:embed="rId3" cstate="print"/>
          <a:stretch>
            <a:fillRect/>
          </a:stretch>
        </p:blipFill>
        <p:spPr>
          <a:xfrm>
            <a:off x="9355873" y="6524434"/>
            <a:ext cx="87590" cy="90487"/>
          </a:xfrm>
          <a:prstGeom prst="rect">
            <a:avLst/>
          </a:prstGeom>
        </p:spPr>
      </p:pic>
      <p:pic>
        <p:nvPicPr>
          <p:cNvPr id="5" name="object 5"/>
          <p:cNvPicPr/>
          <p:nvPr/>
        </p:nvPicPr>
        <p:blipFill>
          <a:blip r:embed="rId4" cstate="print"/>
          <a:stretch>
            <a:fillRect/>
          </a:stretch>
        </p:blipFill>
        <p:spPr>
          <a:xfrm>
            <a:off x="454151" y="6527292"/>
            <a:ext cx="1794510" cy="142494"/>
          </a:xfrm>
          <a:prstGeom prst="rect">
            <a:avLst/>
          </a:prstGeom>
        </p:spPr>
      </p:pic>
      <p:pic>
        <p:nvPicPr>
          <p:cNvPr id="6" name="object 6"/>
          <p:cNvPicPr/>
          <p:nvPr/>
        </p:nvPicPr>
        <p:blipFill>
          <a:blip r:embed="rId5" cstate="print"/>
          <a:stretch>
            <a:fillRect/>
          </a:stretch>
        </p:blipFill>
        <p:spPr>
          <a:xfrm>
            <a:off x="7147559" y="6521195"/>
            <a:ext cx="2045970" cy="118110"/>
          </a:xfrm>
          <a:prstGeom prst="rect">
            <a:avLst/>
          </a:prstGeom>
        </p:spPr>
      </p:pic>
      <p:pic>
        <p:nvPicPr>
          <p:cNvPr id="7" name="object 7"/>
          <p:cNvPicPr/>
          <p:nvPr/>
        </p:nvPicPr>
        <p:blipFill>
          <a:blip r:embed="rId6" cstate="print"/>
          <a:stretch>
            <a:fillRect/>
          </a:stretch>
        </p:blipFill>
        <p:spPr>
          <a:xfrm>
            <a:off x="996696" y="3224771"/>
            <a:ext cx="5862065" cy="890790"/>
          </a:xfrm>
          <a:prstGeom prst="rect">
            <a:avLst/>
          </a:prstGeom>
        </p:spPr>
      </p:pic>
      <p:pic>
        <p:nvPicPr>
          <p:cNvPr id="8" name="object 8"/>
          <p:cNvPicPr/>
          <p:nvPr/>
        </p:nvPicPr>
        <p:blipFill>
          <a:blip r:embed="rId7" cstate="print"/>
          <a:stretch>
            <a:fillRect/>
          </a:stretch>
        </p:blipFill>
        <p:spPr>
          <a:xfrm>
            <a:off x="1007363" y="2807207"/>
            <a:ext cx="700277" cy="195834"/>
          </a:xfrm>
          <a:prstGeom prst="rect">
            <a:avLst/>
          </a:prstGeom>
        </p:spPr>
      </p:pic>
      <p:pic>
        <p:nvPicPr>
          <p:cNvPr id="9" name="object 9"/>
          <p:cNvPicPr/>
          <p:nvPr/>
        </p:nvPicPr>
        <p:blipFill>
          <a:blip r:embed="rId8" cstate="print"/>
          <a:stretch>
            <a:fillRect/>
          </a:stretch>
        </p:blipFill>
        <p:spPr>
          <a:xfrm>
            <a:off x="1239011" y="4498847"/>
            <a:ext cx="4110990" cy="206501"/>
          </a:xfrm>
          <a:prstGeom prst="rect">
            <a:avLst/>
          </a:prstGeom>
        </p:spPr>
      </p:pic>
      <p:sp>
        <p:nvSpPr>
          <p:cNvPr id="10" name="object 10"/>
          <p:cNvSpPr/>
          <p:nvPr/>
        </p:nvSpPr>
        <p:spPr>
          <a:xfrm>
            <a:off x="1051560" y="4436364"/>
            <a:ext cx="35560" cy="253365"/>
          </a:xfrm>
          <a:custGeom>
            <a:avLst/>
            <a:gdLst/>
            <a:ahLst/>
            <a:cxnLst/>
            <a:rect l="l" t="t" r="r" b="b"/>
            <a:pathLst>
              <a:path w="35559" h="253364">
                <a:moveTo>
                  <a:pt x="35052" y="0"/>
                </a:moveTo>
                <a:lnTo>
                  <a:pt x="0" y="0"/>
                </a:lnTo>
                <a:lnTo>
                  <a:pt x="0" y="252984"/>
                </a:lnTo>
                <a:lnTo>
                  <a:pt x="35052" y="252984"/>
                </a:lnTo>
                <a:lnTo>
                  <a:pt x="35052" y="0"/>
                </a:lnTo>
                <a:close/>
              </a:path>
            </a:pathLst>
          </a:custGeom>
          <a:solidFill>
            <a:srgbClr val="13299F"/>
          </a:solidFill>
        </p:spPr>
        <p:txBody>
          <a:bodyPr wrap="square" lIns="0" tIns="0" rIns="0" bIns="0" rtlCol="0"/>
          <a:lstStyle/>
          <a:p>
            <a:endParaRPr/>
          </a:p>
        </p:txBody>
      </p:sp>
      <p:pic>
        <p:nvPicPr>
          <p:cNvPr id="11" name="object 11"/>
          <p:cNvPicPr/>
          <p:nvPr/>
        </p:nvPicPr>
        <p:blipFill>
          <a:blip r:embed="rId9" cstate="print"/>
          <a:stretch>
            <a:fillRect/>
          </a:stretch>
        </p:blipFill>
        <p:spPr>
          <a:xfrm>
            <a:off x="1239011" y="4916373"/>
            <a:ext cx="2410206" cy="221792"/>
          </a:xfrm>
          <a:prstGeom prst="rect">
            <a:avLst/>
          </a:prstGeom>
        </p:spPr>
      </p:pic>
      <p:sp>
        <p:nvSpPr>
          <p:cNvPr id="12" name="object 12"/>
          <p:cNvSpPr/>
          <p:nvPr/>
        </p:nvSpPr>
        <p:spPr>
          <a:xfrm>
            <a:off x="1051560" y="4866132"/>
            <a:ext cx="35560" cy="253365"/>
          </a:xfrm>
          <a:custGeom>
            <a:avLst/>
            <a:gdLst/>
            <a:ahLst/>
            <a:cxnLst/>
            <a:rect l="l" t="t" r="r" b="b"/>
            <a:pathLst>
              <a:path w="35559" h="253364">
                <a:moveTo>
                  <a:pt x="35052" y="0"/>
                </a:moveTo>
                <a:lnTo>
                  <a:pt x="0" y="0"/>
                </a:lnTo>
                <a:lnTo>
                  <a:pt x="0" y="252983"/>
                </a:lnTo>
                <a:lnTo>
                  <a:pt x="35052" y="252983"/>
                </a:lnTo>
                <a:lnTo>
                  <a:pt x="35052" y="0"/>
                </a:lnTo>
                <a:close/>
              </a:path>
            </a:pathLst>
          </a:custGeom>
          <a:solidFill>
            <a:srgbClr val="A6A6A6"/>
          </a:solidFill>
        </p:spPr>
        <p:txBody>
          <a:bodyPr wrap="square" lIns="0" tIns="0" rIns="0" bIns="0" rtlCol="0"/>
          <a:lstStyle/>
          <a:p>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81139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2.1.</a:t>
            </a:r>
            <a:r>
              <a:rPr sz="1800" spc="-10" dirty="0">
                <a:solidFill>
                  <a:srgbClr val="FFFFFF"/>
                </a:solidFill>
                <a:latin typeface="Ebrima"/>
                <a:cs typeface="Ebrima"/>
              </a:rPr>
              <a:t> </a:t>
            </a:r>
            <a:r>
              <a:rPr sz="1800" spc="-5" dirty="0">
                <a:solidFill>
                  <a:srgbClr val="FFFFFF"/>
                </a:solidFill>
                <a:latin typeface="Ebrima"/>
                <a:cs typeface="Ebrima"/>
              </a:rPr>
              <a:t>About</a:t>
            </a:r>
            <a:r>
              <a:rPr sz="1800" spc="-15" dirty="0">
                <a:solidFill>
                  <a:srgbClr val="FFFFFF"/>
                </a:solidFill>
                <a:latin typeface="Ebrima"/>
                <a:cs typeface="Ebrima"/>
              </a:rPr>
              <a:t> </a:t>
            </a:r>
            <a:r>
              <a:rPr sz="1800" dirty="0">
                <a:solidFill>
                  <a:srgbClr val="FFFFFF"/>
                </a:solidFill>
                <a:latin typeface="Ebrima"/>
                <a:cs typeface="Ebrima"/>
              </a:rPr>
              <a:t>the</a:t>
            </a:r>
            <a:r>
              <a:rPr sz="1800" spc="-25" dirty="0">
                <a:solidFill>
                  <a:srgbClr val="FFFFFF"/>
                </a:solidFill>
                <a:latin typeface="Ebrima"/>
                <a:cs typeface="Ebrima"/>
              </a:rPr>
              <a:t> </a:t>
            </a:r>
            <a:r>
              <a:rPr sz="1800" spc="-5" dirty="0">
                <a:solidFill>
                  <a:srgbClr val="FFFFFF"/>
                </a:solidFill>
                <a:latin typeface="Ebrima"/>
                <a:cs typeface="Ebrima"/>
              </a:rPr>
              <a:t>Recurrent</a:t>
            </a:r>
            <a:r>
              <a:rPr sz="1800" spc="-20" dirty="0">
                <a:solidFill>
                  <a:srgbClr val="FFFFFF"/>
                </a:solidFill>
                <a:latin typeface="Ebrima"/>
                <a:cs typeface="Ebrima"/>
              </a:rPr>
              <a:t> </a:t>
            </a:r>
            <a:r>
              <a:rPr sz="1800" spc="-5" dirty="0">
                <a:solidFill>
                  <a:srgbClr val="FFFFFF"/>
                </a:solidFill>
                <a:latin typeface="Ebrima"/>
                <a:cs typeface="Ebrima"/>
              </a:rPr>
              <a:t>Neural Network (RNN)</a:t>
            </a:r>
            <a:endParaRPr sz="1800">
              <a:latin typeface="Ebrima"/>
              <a:cs typeface="Ebrima"/>
            </a:endParaRP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02</a:t>
            </a:r>
            <a:endParaRPr sz="1600">
              <a:latin typeface="Ebrima"/>
              <a:cs typeface="Ebrima"/>
            </a:endParaRPr>
          </a:p>
        </p:txBody>
      </p:sp>
      <p:pic>
        <p:nvPicPr>
          <p:cNvPr id="7" name="object 7"/>
          <p:cNvPicPr/>
          <p:nvPr/>
        </p:nvPicPr>
        <p:blipFill>
          <a:blip r:embed="rId5" cstate="print"/>
          <a:stretch>
            <a:fillRect/>
          </a:stretch>
        </p:blipFill>
        <p:spPr>
          <a:xfrm>
            <a:off x="473963" y="1443177"/>
            <a:ext cx="4382262" cy="279704"/>
          </a:xfrm>
          <a:prstGeom prst="rect">
            <a:avLst/>
          </a:prstGeom>
        </p:spPr>
      </p:pic>
      <p:sp>
        <p:nvSpPr>
          <p:cNvPr id="8" name="object 8"/>
          <p:cNvSpPr/>
          <p:nvPr/>
        </p:nvSpPr>
        <p:spPr>
          <a:xfrm>
            <a:off x="559308" y="1914144"/>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3231" y="1937004"/>
            <a:ext cx="2393442" cy="160782"/>
          </a:xfrm>
          <a:prstGeom prst="rect">
            <a:avLst/>
          </a:prstGeom>
        </p:spPr>
      </p:pic>
      <p:pic>
        <p:nvPicPr>
          <p:cNvPr id="10" name="object 10"/>
          <p:cNvPicPr/>
          <p:nvPr/>
        </p:nvPicPr>
        <p:blipFill>
          <a:blip r:embed="rId7" cstate="print"/>
          <a:stretch>
            <a:fillRect/>
          </a:stretch>
        </p:blipFill>
        <p:spPr>
          <a:xfrm>
            <a:off x="710183" y="2350007"/>
            <a:ext cx="3699510" cy="62865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3667" y="6524434"/>
            <a:ext cx="8132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3231" y="1463039"/>
            <a:ext cx="2393442" cy="160782"/>
          </a:xfrm>
          <a:prstGeom prst="rect">
            <a:avLst/>
          </a:prstGeom>
        </p:spPr>
      </p:pic>
      <p:pic>
        <p:nvPicPr>
          <p:cNvPr id="7" name="object 7"/>
          <p:cNvPicPr/>
          <p:nvPr/>
        </p:nvPicPr>
        <p:blipFill>
          <a:blip r:embed="rId6" cstate="print"/>
          <a:stretch>
            <a:fillRect/>
          </a:stretch>
        </p:blipFill>
        <p:spPr>
          <a:xfrm>
            <a:off x="710183" y="1805939"/>
            <a:ext cx="1796033" cy="162305"/>
          </a:xfrm>
          <a:prstGeom prst="rect">
            <a:avLst/>
          </a:prstGeom>
        </p:spPr>
      </p:pic>
      <p:grpSp>
        <p:nvGrpSpPr>
          <p:cNvPr id="8" name="object 8"/>
          <p:cNvGrpSpPr/>
          <p:nvPr/>
        </p:nvGrpSpPr>
        <p:grpSpPr>
          <a:xfrm>
            <a:off x="5908547" y="2624327"/>
            <a:ext cx="3137535" cy="965835"/>
            <a:chOff x="5908547" y="2624327"/>
            <a:chExt cx="3137535" cy="965835"/>
          </a:xfrm>
        </p:grpSpPr>
        <p:sp>
          <p:nvSpPr>
            <p:cNvPr id="9" name="object 9"/>
            <p:cNvSpPr/>
            <p:nvPr/>
          </p:nvSpPr>
          <p:spPr>
            <a:xfrm>
              <a:off x="6303263" y="2624327"/>
              <a:ext cx="1278890" cy="213360"/>
            </a:xfrm>
            <a:custGeom>
              <a:avLst/>
              <a:gdLst/>
              <a:ahLst/>
              <a:cxnLst/>
              <a:rect l="l" t="t" r="r" b="b"/>
              <a:pathLst>
                <a:path w="1278890" h="213360">
                  <a:moveTo>
                    <a:pt x="1278636" y="0"/>
                  </a:moveTo>
                  <a:lnTo>
                    <a:pt x="0" y="0"/>
                  </a:lnTo>
                  <a:lnTo>
                    <a:pt x="0" y="213360"/>
                  </a:lnTo>
                  <a:lnTo>
                    <a:pt x="1278636" y="213360"/>
                  </a:lnTo>
                  <a:lnTo>
                    <a:pt x="1278636" y="0"/>
                  </a:lnTo>
                  <a:close/>
                </a:path>
              </a:pathLst>
            </a:custGeom>
            <a:solidFill>
              <a:srgbClr val="00AF50">
                <a:alpha val="19999"/>
              </a:srgbClr>
            </a:solidFill>
          </p:spPr>
          <p:txBody>
            <a:bodyPr wrap="square" lIns="0" tIns="0" rIns="0" bIns="0" rtlCol="0"/>
            <a:lstStyle/>
            <a:p>
              <a:endParaRPr/>
            </a:p>
          </p:txBody>
        </p:sp>
        <p:pic>
          <p:nvPicPr>
            <p:cNvPr id="10" name="object 10"/>
            <p:cNvPicPr/>
            <p:nvPr/>
          </p:nvPicPr>
          <p:blipFill>
            <a:blip r:embed="rId7" cstate="print"/>
            <a:stretch>
              <a:fillRect/>
            </a:stretch>
          </p:blipFill>
          <p:spPr>
            <a:xfrm>
              <a:off x="5908547" y="2656331"/>
              <a:ext cx="3137154" cy="933450"/>
            </a:xfrm>
            <a:prstGeom prst="rect">
              <a:avLst/>
            </a:prstGeom>
          </p:spPr>
        </p:pic>
      </p:grpSp>
      <p:sp>
        <p:nvSpPr>
          <p:cNvPr id="11" name="object 11"/>
          <p:cNvSpPr/>
          <p:nvPr/>
        </p:nvSpPr>
        <p:spPr>
          <a:xfrm>
            <a:off x="6371844" y="2505964"/>
            <a:ext cx="1202055" cy="50800"/>
          </a:xfrm>
          <a:custGeom>
            <a:avLst/>
            <a:gdLst/>
            <a:ahLst/>
            <a:cxnLst/>
            <a:rect l="l" t="t" r="r" b="b"/>
            <a:pathLst>
              <a:path w="1202054" h="50800">
                <a:moveTo>
                  <a:pt x="1151127" y="25400"/>
                </a:moveTo>
                <a:lnTo>
                  <a:pt x="1125727" y="50800"/>
                </a:lnTo>
                <a:lnTo>
                  <a:pt x="1182877" y="31750"/>
                </a:lnTo>
                <a:lnTo>
                  <a:pt x="1151127" y="31750"/>
                </a:lnTo>
                <a:lnTo>
                  <a:pt x="1151127" y="25400"/>
                </a:lnTo>
                <a:close/>
              </a:path>
              <a:path w="1202054" h="50800">
                <a:moveTo>
                  <a:pt x="1144777" y="19050"/>
                </a:moveTo>
                <a:lnTo>
                  <a:pt x="0" y="19050"/>
                </a:lnTo>
                <a:lnTo>
                  <a:pt x="0" y="31750"/>
                </a:lnTo>
                <a:lnTo>
                  <a:pt x="1144777" y="31750"/>
                </a:lnTo>
                <a:lnTo>
                  <a:pt x="1151127" y="25400"/>
                </a:lnTo>
                <a:lnTo>
                  <a:pt x="1144777" y="19050"/>
                </a:lnTo>
                <a:close/>
              </a:path>
              <a:path w="1202054" h="50800">
                <a:moveTo>
                  <a:pt x="1182877" y="19050"/>
                </a:moveTo>
                <a:lnTo>
                  <a:pt x="1151127" y="19050"/>
                </a:lnTo>
                <a:lnTo>
                  <a:pt x="1151127" y="31750"/>
                </a:lnTo>
                <a:lnTo>
                  <a:pt x="1182877" y="31750"/>
                </a:lnTo>
                <a:lnTo>
                  <a:pt x="1201927" y="25400"/>
                </a:lnTo>
                <a:lnTo>
                  <a:pt x="1182877" y="19050"/>
                </a:lnTo>
                <a:close/>
              </a:path>
              <a:path w="1202054" h="50800">
                <a:moveTo>
                  <a:pt x="1125727" y="0"/>
                </a:moveTo>
                <a:lnTo>
                  <a:pt x="1151127" y="25400"/>
                </a:lnTo>
                <a:lnTo>
                  <a:pt x="1151127" y="19050"/>
                </a:lnTo>
                <a:lnTo>
                  <a:pt x="1182877" y="19050"/>
                </a:lnTo>
                <a:lnTo>
                  <a:pt x="1125727" y="0"/>
                </a:lnTo>
                <a:close/>
              </a:path>
            </a:pathLst>
          </a:custGeom>
          <a:solidFill>
            <a:srgbClr val="FF0000"/>
          </a:solidFill>
        </p:spPr>
        <p:txBody>
          <a:bodyPr wrap="square" lIns="0" tIns="0" rIns="0" bIns="0" rtlCol="0"/>
          <a:lstStyle/>
          <a:p>
            <a:endParaRPr/>
          </a:p>
        </p:txBody>
      </p:sp>
      <p:pic>
        <p:nvPicPr>
          <p:cNvPr id="12" name="object 12"/>
          <p:cNvPicPr/>
          <p:nvPr/>
        </p:nvPicPr>
        <p:blipFill>
          <a:blip r:embed="rId8" cstate="print"/>
          <a:stretch>
            <a:fillRect/>
          </a:stretch>
        </p:blipFill>
        <p:spPr>
          <a:xfrm>
            <a:off x="938783" y="2165604"/>
            <a:ext cx="732281" cy="150113"/>
          </a:xfrm>
          <a:prstGeom prst="rect">
            <a:avLst/>
          </a:prstGeom>
        </p:spPr>
      </p:pic>
      <p:pic>
        <p:nvPicPr>
          <p:cNvPr id="13" name="object 13"/>
          <p:cNvPicPr/>
          <p:nvPr/>
        </p:nvPicPr>
        <p:blipFill>
          <a:blip r:embed="rId9" cstate="print"/>
          <a:stretch>
            <a:fillRect/>
          </a:stretch>
        </p:blipFill>
        <p:spPr>
          <a:xfrm>
            <a:off x="5757671" y="2165604"/>
            <a:ext cx="2285237" cy="162305"/>
          </a:xfrm>
          <a:prstGeom prst="rect">
            <a:avLst/>
          </a:prstGeom>
        </p:spPr>
      </p:pic>
      <p:pic>
        <p:nvPicPr>
          <p:cNvPr id="14" name="object 14"/>
          <p:cNvPicPr/>
          <p:nvPr/>
        </p:nvPicPr>
        <p:blipFill>
          <a:blip r:embed="rId10" cstate="print"/>
          <a:stretch>
            <a:fillRect/>
          </a:stretch>
        </p:blipFill>
        <p:spPr>
          <a:xfrm>
            <a:off x="902208" y="2499360"/>
            <a:ext cx="3956304" cy="2225040"/>
          </a:xfrm>
          <a:prstGeom prst="rect">
            <a:avLst/>
          </a:prstGeom>
        </p:spPr>
      </p:pic>
      <p:sp>
        <p:nvSpPr>
          <p:cNvPr id="15" name="object 15"/>
          <p:cNvSpPr txBox="1"/>
          <p:nvPr/>
        </p:nvSpPr>
        <p:spPr>
          <a:xfrm>
            <a:off x="437489" y="431419"/>
            <a:ext cx="481139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2.1.</a:t>
            </a:r>
            <a:r>
              <a:rPr sz="1800" spc="-10" dirty="0">
                <a:solidFill>
                  <a:srgbClr val="FFFFFF"/>
                </a:solidFill>
                <a:latin typeface="Ebrima"/>
                <a:cs typeface="Ebrima"/>
              </a:rPr>
              <a:t> </a:t>
            </a:r>
            <a:r>
              <a:rPr sz="1800" spc="-5" dirty="0">
                <a:solidFill>
                  <a:srgbClr val="FFFFFF"/>
                </a:solidFill>
                <a:latin typeface="Ebrima"/>
                <a:cs typeface="Ebrima"/>
              </a:rPr>
              <a:t>About</a:t>
            </a:r>
            <a:r>
              <a:rPr sz="1800" spc="-15" dirty="0">
                <a:solidFill>
                  <a:srgbClr val="FFFFFF"/>
                </a:solidFill>
                <a:latin typeface="Ebrima"/>
                <a:cs typeface="Ebrima"/>
              </a:rPr>
              <a:t> </a:t>
            </a:r>
            <a:r>
              <a:rPr sz="1800" dirty="0">
                <a:solidFill>
                  <a:srgbClr val="FFFFFF"/>
                </a:solidFill>
                <a:latin typeface="Ebrima"/>
                <a:cs typeface="Ebrima"/>
              </a:rPr>
              <a:t>the</a:t>
            </a:r>
            <a:r>
              <a:rPr sz="1800" spc="-25" dirty="0">
                <a:solidFill>
                  <a:srgbClr val="FFFFFF"/>
                </a:solidFill>
                <a:latin typeface="Ebrima"/>
                <a:cs typeface="Ebrima"/>
              </a:rPr>
              <a:t> </a:t>
            </a:r>
            <a:r>
              <a:rPr sz="1800" spc="-5" dirty="0">
                <a:solidFill>
                  <a:srgbClr val="FFFFFF"/>
                </a:solidFill>
                <a:latin typeface="Ebrima"/>
                <a:cs typeface="Ebrima"/>
              </a:rPr>
              <a:t>Recurrent</a:t>
            </a:r>
            <a:r>
              <a:rPr sz="1800" spc="-20" dirty="0">
                <a:solidFill>
                  <a:srgbClr val="FFFFFF"/>
                </a:solidFill>
                <a:latin typeface="Ebrima"/>
                <a:cs typeface="Ebrima"/>
              </a:rPr>
              <a:t> </a:t>
            </a:r>
            <a:r>
              <a:rPr sz="1800" spc="-5" dirty="0">
                <a:solidFill>
                  <a:srgbClr val="FFFFFF"/>
                </a:solidFill>
                <a:latin typeface="Ebrima"/>
                <a:cs typeface="Ebrima"/>
              </a:rPr>
              <a:t>Neural Network (RNN)</a:t>
            </a:r>
            <a:endParaRPr sz="1800">
              <a:latin typeface="Ebrima"/>
              <a:cs typeface="Ebrima"/>
            </a:endParaRPr>
          </a:p>
        </p:txBody>
      </p:sp>
      <p:sp>
        <p:nvSpPr>
          <p:cNvPr id="16" name="object 1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02</a:t>
            </a:r>
            <a:endParaRPr sz="1600">
              <a:latin typeface="Ebrima"/>
              <a:cs typeface="Ebrim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91205" y="6524434"/>
            <a:ext cx="53784"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3231" y="1463039"/>
            <a:ext cx="2393442" cy="160782"/>
          </a:xfrm>
          <a:prstGeom prst="rect">
            <a:avLst/>
          </a:prstGeom>
        </p:spPr>
      </p:pic>
      <p:sp>
        <p:nvSpPr>
          <p:cNvPr id="7" name="object 7"/>
          <p:cNvSpPr txBox="1"/>
          <p:nvPr/>
        </p:nvSpPr>
        <p:spPr>
          <a:xfrm>
            <a:off x="437489" y="431419"/>
            <a:ext cx="481139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Ebrima"/>
                <a:cs typeface="Ebrima"/>
              </a:rPr>
              <a:t>2.1.</a:t>
            </a:r>
            <a:r>
              <a:rPr sz="1800" spc="-10" dirty="0">
                <a:solidFill>
                  <a:srgbClr val="FFFFFF"/>
                </a:solidFill>
                <a:latin typeface="Ebrima"/>
                <a:cs typeface="Ebrima"/>
              </a:rPr>
              <a:t> </a:t>
            </a:r>
            <a:r>
              <a:rPr sz="1800" spc="-5" dirty="0">
                <a:solidFill>
                  <a:srgbClr val="FFFFFF"/>
                </a:solidFill>
                <a:latin typeface="Ebrima"/>
                <a:cs typeface="Ebrima"/>
              </a:rPr>
              <a:t>About</a:t>
            </a:r>
            <a:r>
              <a:rPr sz="1800" spc="-15" dirty="0">
                <a:solidFill>
                  <a:srgbClr val="FFFFFF"/>
                </a:solidFill>
                <a:latin typeface="Ebrima"/>
                <a:cs typeface="Ebrima"/>
              </a:rPr>
              <a:t> </a:t>
            </a:r>
            <a:r>
              <a:rPr sz="1800" dirty="0">
                <a:solidFill>
                  <a:srgbClr val="FFFFFF"/>
                </a:solidFill>
                <a:latin typeface="Ebrima"/>
                <a:cs typeface="Ebrima"/>
              </a:rPr>
              <a:t>the</a:t>
            </a:r>
            <a:r>
              <a:rPr sz="1800" spc="-25" dirty="0">
                <a:solidFill>
                  <a:srgbClr val="FFFFFF"/>
                </a:solidFill>
                <a:latin typeface="Ebrima"/>
                <a:cs typeface="Ebrima"/>
              </a:rPr>
              <a:t> </a:t>
            </a:r>
            <a:r>
              <a:rPr sz="1800" spc="-5" dirty="0">
                <a:solidFill>
                  <a:srgbClr val="FFFFFF"/>
                </a:solidFill>
                <a:latin typeface="Ebrima"/>
                <a:cs typeface="Ebrima"/>
              </a:rPr>
              <a:t>Recurrent</a:t>
            </a:r>
            <a:r>
              <a:rPr sz="1800" spc="-20" dirty="0">
                <a:solidFill>
                  <a:srgbClr val="FFFFFF"/>
                </a:solidFill>
                <a:latin typeface="Ebrima"/>
                <a:cs typeface="Ebrima"/>
              </a:rPr>
              <a:t> </a:t>
            </a:r>
            <a:r>
              <a:rPr sz="1800" spc="-5" dirty="0">
                <a:solidFill>
                  <a:srgbClr val="FFFFFF"/>
                </a:solidFill>
                <a:latin typeface="Ebrima"/>
                <a:cs typeface="Ebrima"/>
              </a:rPr>
              <a:t>Neural Network (RNN)</a:t>
            </a:r>
            <a:endParaRPr sz="1800">
              <a:latin typeface="Ebrima"/>
              <a:cs typeface="Ebrima"/>
            </a:endParaRP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02</a:t>
            </a:r>
            <a:endParaRPr sz="1600">
              <a:latin typeface="Ebrima"/>
              <a:cs typeface="Ebrima"/>
            </a:endParaRPr>
          </a:p>
        </p:txBody>
      </p:sp>
      <p:grpSp>
        <p:nvGrpSpPr>
          <p:cNvPr id="9" name="object 9"/>
          <p:cNvGrpSpPr/>
          <p:nvPr/>
        </p:nvGrpSpPr>
        <p:grpSpPr>
          <a:xfrm>
            <a:off x="2372867" y="2178557"/>
            <a:ext cx="5365115" cy="1827530"/>
            <a:chOff x="2372867" y="2178557"/>
            <a:chExt cx="5365115" cy="1827530"/>
          </a:xfrm>
        </p:grpSpPr>
        <p:sp>
          <p:nvSpPr>
            <p:cNvPr id="10" name="object 10"/>
            <p:cNvSpPr/>
            <p:nvPr/>
          </p:nvSpPr>
          <p:spPr>
            <a:xfrm>
              <a:off x="3489197" y="2788157"/>
              <a:ext cx="611505" cy="611505"/>
            </a:xfrm>
            <a:custGeom>
              <a:avLst/>
              <a:gdLst/>
              <a:ahLst/>
              <a:cxnLst/>
              <a:rect l="l" t="t" r="r" b="b"/>
              <a:pathLst>
                <a:path w="611504" h="611504">
                  <a:moveTo>
                    <a:pt x="305562" y="0"/>
                  </a:moveTo>
                  <a:lnTo>
                    <a:pt x="255991" y="3998"/>
                  </a:lnTo>
                  <a:lnTo>
                    <a:pt x="208970" y="15575"/>
                  </a:lnTo>
                  <a:lnTo>
                    <a:pt x="165127" y="34101"/>
                  </a:lnTo>
                  <a:lnTo>
                    <a:pt x="125089" y="58948"/>
                  </a:lnTo>
                  <a:lnTo>
                    <a:pt x="89487" y="89487"/>
                  </a:lnTo>
                  <a:lnTo>
                    <a:pt x="58948" y="125089"/>
                  </a:lnTo>
                  <a:lnTo>
                    <a:pt x="34101" y="165127"/>
                  </a:lnTo>
                  <a:lnTo>
                    <a:pt x="15575" y="208970"/>
                  </a:lnTo>
                  <a:lnTo>
                    <a:pt x="3998" y="255991"/>
                  </a:lnTo>
                  <a:lnTo>
                    <a:pt x="0" y="305562"/>
                  </a:lnTo>
                  <a:lnTo>
                    <a:pt x="3998" y="355132"/>
                  </a:lnTo>
                  <a:lnTo>
                    <a:pt x="15575" y="402153"/>
                  </a:lnTo>
                  <a:lnTo>
                    <a:pt x="34101" y="445996"/>
                  </a:lnTo>
                  <a:lnTo>
                    <a:pt x="58948" y="486034"/>
                  </a:lnTo>
                  <a:lnTo>
                    <a:pt x="89487" y="521636"/>
                  </a:lnTo>
                  <a:lnTo>
                    <a:pt x="125089" y="552175"/>
                  </a:lnTo>
                  <a:lnTo>
                    <a:pt x="165127" y="577022"/>
                  </a:lnTo>
                  <a:lnTo>
                    <a:pt x="208970" y="595548"/>
                  </a:lnTo>
                  <a:lnTo>
                    <a:pt x="255991" y="607125"/>
                  </a:lnTo>
                  <a:lnTo>
                    <a:pt x="305562" y="611124"/>
                  </a:lnTo>
                  <a:lnTo>
                    <a:pt x="355132" y="607125"/>
                  </a:lnTo>
                  <a:lnTo>
                    <a:pt x="402153" y="595548"/>
                  </a:lnTo>
                  <a:lnTo>
                    <a:pt x="445996" y="577022"/>
                  </a:lnTo>
                  <a:lnTo>
                    <a:pt x="486034" y="552175"/>
                  </a:lnTo>
                  <a:lnTo>
                    <a:pt x="521636" y="521636"/>
                  </a:lnTo>
                  <a:lnTo>
                    <a:pt x="552175" y="486034"/>
                  </a:lnTo>
                  <a:lnTo>
                    <a:pt x="577022" y="445996"/>
                  </a:lnTo>
                  <a:lnTo>
                    <a:pt x="595548" y="402153"/>
                  </a:lnTo>
                  <a:lnTo>
                    <a:pt x="607125" y="355132"/>
                  </a:lnTo>
                  <a:lnTo>
                    <a:pt x="611124" y="305562"/>
                  </a:lnTo>
                  <a:lnTo>
                    <a:pt x="607125" y="255991"/>
                  </a:lnTo>
                  <a:lnTo>
                    <a:pt x="595548" y="208970"/>
                  </a:lnTo>
                  <a:lnTo>
                    <a:pt x="577022" y="165127"/>
                  </a:lnTo>
                  <a:lnTo>
                    <a:pt x="552175" y="125089"/>
                  </a:lnTo>
                  <a:lnTo>
                    <a:pt x="521636" y="89487"/>
                  </a:lnTo>
                  <a:lnTo>
                    <a:pt x="486034" y="58948"/>
                  </a:lnTo>
                  <a:lnTo>
                    <a:pt x="445996" y="34101"/>
                  </a:lnTo>
                  <a:lnTo>
                    <a:pt x="402153" y="15575"/>
                  </a:lnTo>
                  <a:lnTo>
                    <a:pt x="355132" y="3998"/>
                  </a:lnTo>
                  <a:lnTo>
                    <a:pt x="305562" y="0"/>
                  </a:lnTo>
                  <a:close/>
                </a:path>
              </a:pathLst>
            </a:custGeom>
            <a:solidFill>
              <a:srgbClr val="183DAF">
                <a:alpha val="19999"/>
              </a:srgbClr>
            </a:solidFill>
          </p:spPr>
          <p:txBody>
            <a:bodyPr wrap="square" lIns="0" tIns="0" rIns="0" bIns="0" rtlCol="0"/>
            <a:lstStyle/>
            <a:p>
              <a:endParaRPr/>
            </a:p>
          </p:txBody>
        </p:sp>
        <p:sp>
          <p:nvSpPr>
            <p:cNvPr id="11" name="object 11"/>
            <p:cNvSpPr/>
            <p:nvPr/>
          </p:nvSpPr>
          <p:spPr>
            <a:xfrm>
              <a:off x="3489197" y="2788157"/>
              <a:ext cx="611505" cy="611505"/>
            </a:xfrm>
            <a:custGeom>
              <a:avLst/>
              <a:gdLst/>
              <a:ahLst/>
              <a:cxnLst/>
              <a:rect l="l" t="t" r="r" b="b"/>
              <a:pathLst>
                <a:path w="611504" h="611504">
                  <a:moveTo>
                    <a:pt x="0" y="305562"/>
                  </a:moveTo>
                  <a:lnTo>
                    <a:pt x="3998" y="255991"/>
                  </a:lnTo>
                  <a:lnTo>
                    <a:pt x="15575" y="208970"/>
                  </a:lnTo>
                  <a:lnTo>
                    <a:pt x="34101" y="165127"/>
                  </a:lnTo>
                  <a:lnTo>
                    <a:pt x="58948" y="125089"/>
                  </a:lnTo>
                  <a:lnTo>
                    <a:pt x="89487" y="89487"/>
                  </a:lnTo>
                  <a:lnTo>
                    <a:pt x="125089" y="58948"/>
                  </a:lnTo>
                  <a:lnTo>
                    <a:pt x="165127" y="34101"/>
                  </a:lnTo>
                  <a:lnTo>
                    <a:pt x="208970" y="15575"/>
                  </a:lnTo>
                  <a:lnTo>
                    <a:pt x="255991" y="3998"/>
                  </a:lnTo>
                  <a:lnTo>
                    <a:pt x="305562" y="0"/>
                  </a:lnTo>
                  <a:lnTo>
                    <a:pt x="355132" y="3998"/>
                  </a:lnTo>
                  <a:lnTo>
                    <a:pt x="402153" y="15575"/>
                  </a:lnTo>
                  <a:lnTo>
                    <a:pt x="445996" y="34101"/>
                  </a:lnTo>
                  <a:lnTo>
                    <a:pt x="486034" y="58948"/>
                  </a:lnTo>
                  <a:lnTo>
                    <a:pt x="521636" y="89487"/>
                  </a:lnTo>
                  <a:lnTo>
                    <a:pt x="552175" y="125089"/>
                  </a:lnTo>
                  <a:lnTo>
                    <a:pt x="577022" y="165127"/>
                  </a:lnTo>
                  <a:lnTo>
                    <a:pt x="595548" y="208970"/>
                  </a:lnTo>
                  <a:lnTo>
                    <a:pt x="607125" y="255991"/>
                  </a:lnTo>
                  <a:lnTo>
                    <a:pt x="611124" y="305562"/>
                  </a:lnTo>
                  <a:lnTo>
                    <a:pt x="607125" y="355132"/>
                  </a:lnTo>
                  <a:lnTo>
                    <a:pt x="595548" y="402153"/>
                  </a:lnTo>
                  <a:lnTo>
                    <a:pt x="577022" y="445996"/>
                  </a:lnTo>
                  <a:lnTo>
                    <a:pt x="552175" y="486034"/>
                  </a:lnTo>
                  <a:lnTo>
                    <a:pt x="521636" y="521636"/>
                  </a:lnTo>
                  <a:lnTo>
                    <a:pt x="486034" y="552175"/>
                  </a:lnTo>
                  <a:lnTo>
                    <a:pt x="445996" y="577022"/>
                  </a:lnTo>
                  <a:lnTo>
                    <a:pt x="402153" y="595548"/>
                  </a:lnTo>
                  <a:lnTo>
                    <a:pt x="355132" y="607125"/>
                  </a:lnTo>
                  <a:lnTo>
                    <a:pt x="305562" y="611124"/>
                  </a:lnTo>
                  <a:lnTo>
                    <a:pt x="255991" y="607125"/>
                  </a:lnTo>
                  <a:lnTo>
                    <a:pt x="208970" y="595548"/>
                  </a:lnTo>
                  <a:lnTo>
                    <a:pt x="165127" y="577022"/>
                  </a:lnTo>
                  <a:lnTo>
                    <a:pt x="125089" y="552175"/>
                  </a:lnTo>
                  <a:lnTo>
                    <a:pt x="89487" y="521636"/>
                  </a:lnTo>
                  <a:lnTo>
                    <a:pt x="58948" y="486034"/>
                  </a:lnTo>
                  <a:lnTo>
                    <a:pt x="34101" y="445996"/>
                  </a:lnTo>
                  <a:lnTo>
                    <a:pt x="15575" y="402153"/>
                  </a:lnTo>
                  <a:lnTo>
                    <a:pt x="3998" y="355132"/>
                  </a:lnTo>
                  <a:lnTo>
                    <a:pt x="0" y="305562"/>
                  </a:lnTo>
                  <a:close/>
                </a:path>
              </a:pathLst>
            </a:custGeom>
            <a:ln w="19812">
              <a:solidFill>
                <a:srgbClr val="183DAF"/>
              </a:solidFill>
            </a:ln>
          </p:spPr>
          <p:txBody>
            <a:bodyPr wrap="square" lIns="0" tIns="0" rIns="0" bIns="0" rtlCol="0"/>
            <a:lstStyle/>
            <a:p>
              <a:endParaRPr/>
            </a:p>
          </p:txBody>
        </p:sp>
        <p:sp>
          <p:nvSpPr>
            <p:cNvPr id="12" name="object 12"/>
            <p:cNvSpPr/>
            <p:nvPr/>
          </p:nvSpPr>
          <p:spPr>
            <a:xfrm>
              <a:off x="3752850" y="2178557"/>
              <a:ext cx="1193165" cy="1826895"/>
            </a:xfrm>
            <a:custGeom>
              <a:avLst/>
              <a:gdLst/>
              <a:ahLst/>
              <a:cxnLst/>
              <a:rect l="l" t="t" r="r" b="b"/>
              <a:pathLst>
                <a:path w="1193164" h="1826895">
                  <a:moveTo>
                    <a:pt x="76200" y="1296924"/>
                  </a:moveTo>
                  <a:lnTo>
                    <a:pt x="69850" y="1284224"/>
                  </a:lnTo>
                  <a:lnTo>
                    <a:pt x="38100" y="1220724"/>
                  </a:lnTo>
                  <a:lnTo>
                    <a:pt x="0" y="1296924"/>
                  </a:lnTo>
                  <a:lnTo>
                    <a:pt x="28194" y="1296924"/>
                  </a:lnTo>
                  <a:lnTo>
                    <a:pt x="28194" y="1826514"/>
                  </a:lnTo>
                  <a:lnTo>
                    <a:pt x="48006" y="1826514"/>
                  </a:lnTo>
                  <a:lnTo>
                    <a:pt x="48006" y="1296924"/>
                  </a:lnTo>
                  <a:lnTo>
                    <a:pt x="76200" y="1296924"/>
                  </a:lnTo>
                  <a:close/>
                </a:path>
                <a:path w="1193164" h="1826895">
                  <a:moveTo>
                    <a:pt x="1192657" y="1161923"/>
                  </a:moveTo>
                  <a:lnTo>
                    <a:pt x="1188046" y="1136142"/>
                  </a:lnTo>
                  <a:lnTo>
                    <a:pt x="1177671" y="1078103"/>
                  </a:lnTo>
                  <a:lnTo>
                    <a:pt x="1119505" y="1140333"/>
                  </a:lnTo>
                  <a:lnTo>
                    <a:pt x="1147876" y="1148715"/>
                  </a:lnTo>
                  <a:lnTo>
                    <a:pt x="1140942" y="1162862"/>
                  </a:lnTo>
                  <a:lnTo>
                    <a:pt x="1129157" y="1177798"/>
                  </a:lnTo>
                  <a:lnTo>
                    <a:pt x="1099566" y="1206373"/>
                  </a:lnTo>
                  <a:lnTo>
                    <a:pt x="1064387" y="1230757"/>
                  </a:lnTo>
                  <a:lnTo>
                    <a:pt x="1025271" y="1249426"/>
                  </a:lnTo>
                  <a:lnTo>
                    <a:pt x="983361" y="1261491"/>
                  </a:lnTo>
                  <a:lnTo>
                    <a:pt x="940308" y="1265809"/>
                  </a:lnTo>
                  <a:lnTo>
                    <a:pt x="929767" y="1265174"/>
                  </a:lnTo>
                  <a:lnTo>
                    <a:pt x="887857" y="1251839"/>
                  </a:lnTo>
                  <a:lnTo>
                    <a:pt x="846836" y="1221613"/>
                  </a:lnTo>
                  <a:lnTo>
                    <a:pt x="817499" y="1189228"/>
                  </a:lnTo>
                  <a:lnTo>
                    <a:pt x="790575" y="1149731"/>
                  </a:lnTo>
                  <a:lnTo>
                    <a:pt x="766318" y="1104392"/>
                  </a:lnTo>
                  <a:lnTo>
                    <a:pt x="739521" y="1036066"/>
                  </a:lnTo>
                  <a:lnTo>
                    <a:pt x="728853" y="999490"/>
                  </a:lnTo>
                  <a:lnTo>
                    <a:pt x="720090" y="961517"/>
                  </a:lnTo>
                  <a:lnTo>
                    <a:pt x="713867" y="922782"/>
                  </a:lnTo>
                  <a:lnTo>
                    <a:pt x="709803" y="883285"/>
                  </a:lnTo>
                  <a:lnTo>
                    <a:pt x="708533" y="843280"/>
                  </a:lnTo>
                  <a:lnTo>
                    <a:pt x="708025" y="822833"/>
                  </a:lnTo>
                  <a:lnTo>
                    <a:pt x="704215" y="782320"/>
                  </a:lnTo>
                  <a:lnTo>
                    <a:pt x="696849" y="742315"/>
                  </a:lnTo>
                  <a:lnTo>
                    <a:pt x="686181" y="702945"/>
                  </a:lnTo>
                  <a:lnTo>
                    <a:pt x="672465" y="664972"/>
                  </a:lnTo>
                  <a:lnTo>
                    <a:pt x="655955" y="628142"/>
                  </a:lnTo>
                  <a:lnTo>
                    <a:pt x="636651" y="593344"/>
                  </a:lnTo>
                  <a:lnTo>
                    <a:pt x="615315" y="560324"/>
                  </a:lnTo>
                  <a:lnTo>
                    <a:pt x="591693" y="529717"/>
                  </a:lnTo>
                  <a:lnTo>
                    <a:pt x="552958" y="489204"/>
                  </a:lnTo>
                  <a:lnTo>
                    <a:pt x="510667" y="455549"/>
                  </a:lnTo>
                  <a:lnTo>
                    <a:pt x="465709" y="430149"/>
                  </a:lnTo>
                  <a:lnTo>
                    <a:pt x="442899" y="421132"/>
                  </a:lnTo>
                  <a:lnTo>
                    <a:pt x="434721" y="418338"/>
                  </a:lnTo>
                  <a:lnTo>
                    <a:pt x="418846" y="414020"/>
                  </a:lnTo>
                  <a:lnTo>
                    <a:pt x="402971" y="410972"/>
                  </a:lnTo>
                  <a:lnTo>
                    <a:pt x="387096" y="409194"/>
                  </a:lnTo>
                  <a:lnTo>
                    <a:pt x="371094" y="408432"/>
                  </a:lnTo>
                  <a:lnTo>
                    <a:pt x="339598" y="409702"/>
                  </a:lnTo>
                  <a:lnTo>
                    <a:pt x="277749" y="418211"/>
                  </a:lnTo>
                  <a:lnTo>
                    <a:pt x="218948" y="434340"/>
                  </a:lnTo>
                  <a:lnTo>
                    <a:pt x="164973" y="456819"/>
                  </a:lnTo>
                  <a:lnTo>
                    <a:pt x="117856" y="484505"/>
                  </a:lnTo>
                  <a:lnTo>
                    <a:pt x="87884" y="508127"/>
                  </a:lnTo>
                  <a:lnTo>
                    <a:pt x="57023" y="542798"/>
                  </a:lnTo>
                  <a:lnTo>
                    <a:pt x="48006" y="557618"/>
                  </a:lnTo>
                  <a:lnTo>
                    <a:pt x="48006" y="76200"/>
                  </a:lnTo>
                  <a:lnTo>
                    <a:pt x="76200" y="76200"/>
                  </a:lnTo>
                  <a:lnTo>
                    <a:pt x="69850" y="63500"/>
                  </a:lnTo>
                  <a:lnTo>
                    <a:pt x="38100" y="0"/>
                  </a:lnTo>
                  <a:lnTo>
                    <a:pt x="0" y="76200"/>
                  </a:lnTo>
                  <a:lnTo>
                    <a:pt x="28194" y="76200"/>
                  </a:lnTo>
                  <a:lnTo>
                    <a:pt x="28194" y="609981"/>
                  </a:lnTo>
                  <a:lnTo>
                    <a:pt x="48006" y="609981"/>
                  </a:lnTo>
                  <a:lnTo>
                    <a:pt x="48006" y="594969"/>
                  </a:lnTo>
                  <a:lnTo>
                    <a:pt x="48514" y="591566"/>
                  </a:lnTo>
                  <a:lnTo>
                    <a:pt x="67691" y="549529"/>
                  </a:lnTo>
                  <a:lnTo>
                    <a:pt x="96647" y="517271"/>
                  </a:lnTo>
                  <a:lnTo>
                    <a:pt x="147193" y="480822"/>
                  </a:lnTo>
                  <a:lnTo>
                    <a:pt x="196469" y="456438"/>
                  </a:lnTo>
                  <a:lnTo>
                    <a:pt x="251587" y="437515"/>
                  </a:lnTo>
                  <a:lnTo>
                    <a:pt x="310642" y="425450"/>
                  </a:lnTo>
                  <a:lnTo>
                    <a:pt x="371475" y="421132"/>
                  </a:lnTo>
                  <a:lnTo>
                    <a:pt x="386588" y="421767"/>
                  </a:lnTo>
                  <a:lnTo>
                    <a:pt x="431292" y="430530"/>
                  </a:lnTo>
                  <a:lnTo>
                    <a:pt x="475361" y="448945"/>
                  </a:lnTo>
                  <a:lnTo>
                    <a:pt x="517525" y="476250"/>
                  </a:lnTo>
                  <a:lnTo>
                    <a:pt x="557403" y="511175"/>
                  </a:lnTo>
                  <a:lnTo>
                    <a:pt x="593725" y="552704"/>
                  </a:lnTo>
                  <a:lnTo>
                    <a:pt x="626046" y="600075"/>
                  </a:lnTo>
                  <a:lnTo>
                    <a:pt x="644652" y="634111"/>
                  </a:lnTo>
                  <a:lnTo>
                    <a:pt x="660654" y="669925"/>
                  </a:lnTo>
                  <a:lnTo>
                    <a:pt x="674116" y="707136"/>
                  </a:lnTo>
                  <a:lnTo>
                    <a:pt x="684530" y="745363"/>
                  </a:lnTo>
                  <a:lnTo>
                    <a:pt x="691642" y="784352"/>
                  </a:lnTo>
                  <a:lnTo>
                    <a:pt x="695325" y="823849"/>
                  </a:lnTo>
                  <a:lnTo>
                    <a:pt x="696214" y="863600"/>
                  </a:lnTo>
                  <a:lnTo>
                    <a:pt x="697230" y="883920"/>
                  </a:lnTo>
                  <a:lnTo>
                    <a:pt x="701167" y="924179"/>
                  </a:lnTo>
                  <a:lnTo>
                    <a:pt x="707644" y="963676"/>
                  </a:lnTo>
                  <a:lnTo>
                    <a:pt x="716534" y="1002284"/>
                  </a:lnTo>
                  <a:lnTo>
                    <a:pt x="727329" y="1039622"/>
                  </a:lnTo>
                  <a:lnTo>
                    <a:pt x="754634" y="1109345"/>
                  </a:lnTo>
                  <a:lnTo>
                    <a:pt x="779526" y="1156081"/>
                  </a:lnTo>
                  <a:lnTo>
                    <a:pt x="807339" y="1196848"/>
                  </a:lnTo>
                  <a:lnTo>
                    <a:pt x="837819" y="1230503"/>
                  </a:lnTo>
                  <a:lnTo>
                    <a:pt x="870204" y="1256157"/>
                  </a:lnTo>
                  <a:lnTo>
                    <a:pt x="915924" y="1275842"/>
                  </a:lnTo>
                  <a:lnTo>
                    <a:pt x="939546" y="1278509"/>
                  </a:lnTo>
                  <a:lnTo>
                    <a:pt x="962533" y="1277366"/>
                  </a:lnTo>
                  <a:lnTo>
                    <a:pt x="985266" y="1274064"/>
                  </a:lnTo>
                  <a:lnTo>
                    <a:pt x="1007491" y="1268730"/>
                  </a:lnTo>
                  <a:lnTo>
                    <a:pt x="1016254" y="1265809"/>
                  </a:lnTo>
                  <a:lnTo>
                    <a:pt x="1029208" y="1261491"/>
                  </a:lnTo>
                  <a:lnTo>
                    <a:pt x="1070356" y="1241933"/>
                  </a:lnTo>
                  <a:lnTo>
                    <a:pt x="1107186" y="1216533"/>
                  </a:lnTo>
                  <a:lnTo>
                    <a:pt x="1138428" y="1186561"/>
                  </a:lnTo>
                  <a:lnTo>
                    <a:pt x="1151382" y="1169924"/>
                  </a:lnTo>
                  <a:lnTo>
                    <a:pt x="1151636" y="1169670"/>
                  </a:lnTo>
                  <a:lnTo>
                    <a:pt x="1151890" y="1169289"/>
                  </a:lnTo>
                  <a:lnTo>
                    <a:pt x="1154798" y="1163320"/>
                  </a:lnTo>
                  <a:lnTo>
                    <a:pt x="1155357" y="1162177"/>
                  </a:lnTo>
                  <a:lnTo>
                    <a:pt x="1160170" y="1152347"/>
                  </a:lnTo>
                  <a:lnTo>
                    <a:pt x="1192657" y="1161923"/>
                  </a:lnTo>
                  <a:close/>
                </a:path>
              </a:pathLst>
            </a:custGeom>
            <a:solidFill>
              <a:srgbClr val="404040"/>
            </a:solidFill>
          </p:spPr>
          <p:txBody>
            <a:bodyPr wrap="square" lIns="0" tIns="0" rIns="0" bIns="0" rtlCol="0"/>
            <a:lstStyle/>
            <a:p>
              <a:endParaRPr/>
            </a:p>
          </p:txBody>
        </p:sp>
        <p:sp>
          <p:nvSpPr>
            <p:cNvPr id="13" name="object 13"/>
            <p:cNvSpPr/>
            <p:nvPr/>
          </p:nvSpPr>
          <p:spPr>
            <a:xfrm>
              <a:off x="4883657" y="2789681"/>
              <a:ext cx="611505" cy="611505"/>
            </a:xfrm>
            <a:custGeom>
              <a:avLst/>
              <a:gdLst/>
              <a:ahLst/>
              <a:cxnLst/>
              <a:rect l="l" t="t" r="r" b="b"/>
              <a:pathLst>
                <a:path w="611504" h="611504">
                  <a:moveTo>
                    <a:pt x="305562" y="0"/>
                  </a:moveTo>
                  <a:lnTo>
                    <a:pt x="255991" y="3998"/>
                  </a:lnTo>
                  <a:lnTo>
                    <a:pt x="208970" y="15575"/>
                  </a:lnTo>
                  <a:lnTo>
                    <a:pt x="165127" y="34101"/>
                  </a:lnTo>
                  <a:lnTo>
                    <a:pt x="125089" y="58948"/>
                  </a:lnTo>
                  <a:lnTo>
                    <a:pt x="89487" y="89487"/>
                  </a:lnTo>
                  <a:lnTo>
                    <a:pt x="58948" y="125089"/>
                  </a:lnTo>
                  <a:lnTo>
                    <a:pt x="34101" y="165127"/>
                  </a:lnTo>
                  <a:lnTo>
                    <a:pt x="15575" y="208970"/>
                  </a:lnTo>
                  <a:lnTo>
                    <a:pt x="3998" y="255991"/>
                  </a:lnTo>
                  <a:lnTo>
                    <a:pt x="0" y="305562"/>
                  </a:lnTo>
                  <a:lnTo>
                    <a:pt x="3998" y="355132"/>
                  </a:lnTo>
                  <a:lnTo>
                    <a:pt x="15575" y="402153"/>
                  </a:lnTo>
                  <a:lnTo>
                    <a:pt x="34101" y="445996"/>
                  </a:lnTo>
                  <a:lnTo>
                    <a:pt x="58948" y="486034"/>
                  </a:lnTo>
                  <a:lnTo>
                    <a:pt x="89487" y="521636"/>
                  </a:lnTo>
                  <a:lnTo>
                    <a:pt x="125089" y="552175"/>
                  </a:lnTo>
                  <a:lnTo>
                    <a:pt x="165127" y="577022"/>
                  </a:lnTo>
                  <a:lnTo>
                    <a:pt x="208970" y="595548"/>
                  </a:lnTo>
                  <a:lnTo>
                    <a:pt x="255991" y="607125"/>
                  </a:lnTo>
                  <a:lnTo>
                    <a:pt x="305562" y="611123"/>
                  </a:lnTo>
                  <a:lnTo>
                    <a:pt x="355132" y="607125"/>
                  </a:lnTo>
                  <a:lnTo>
                    <a:pt x="402153" y="595548"/>
                  </a:lnTo>
                  <a:lnTo>
                    <a:pt x="445996" y="577022"/>
                  </a:lnTo>
                  <a:lnTo>
                    <a:pt x="486034" y="552175"/>
                  </a:lnTo>
                  <a:lnTo>
                    <a:pt x="521636" y="521636"/>
                  </a:lnTo>
                  <a:lnTo>
                    <a:pt x="552175" y="486034"/>
                  </a:lnTo>
                  <a:lnTo>
                    <a:pt x="577022" y="445996"/>
                  </a:lnTo>
                  <a:lnTo>
                    <a:pt x="595548" y="402153"/>
                  </a:lnTo>
                  <a:lnTo>
                    <a:pt x="607125" y="355132"/>
                  </a:lnTo>
                  <a:lnTo>
                    <a:pt x="611124" y="305562"/>
                  </a:lnTo>
                  <a:lnTo>
                    <a:pt x="607125" y="255991"/>
                  </a:lnTo>
                  <a:lnTo>
                    <a:pt x="595548" y="208970"/>
                  </a:lnTo>
                  <a:lnTo>
                    <a:pt x="577022" y="165127"/>
                  </a:lnTo>
                  <a:lnTo>
                    <a:pt x="552175" y="125089"/>
                  </a:lnTo>
                  <a:lnTo>
                    <a:pt x="521636" y="89487"/>
                  </a:lnTo>
                  <a:lnTo>
                    <a:pt x="486034" y="58948"/>
                  </a:lnTo>
                  <a:lnTo>
                    <a:pt x="445996" y="34101"/>
                  </a:lnTo>
                  <a:lnTo>
                    <a:pt x="402153" y="15575"/>
                  </a:lnTo>
                  <a:lnTo>
                    <a:pt x="355132" y="3998"/>
                  </a:lnTo>
                  <a:lnTo>
                    <a:pt x="305562" y="0"/>
                  </a:lnTo>
                  <a:close/>
                </a:path>
              </a:pathLst>
            </a:custGeom>
            <a:solidFill>
              <a:srgbClr val="183DAF">
                <a:alpha val="19999"/>
              </a:srgbClr>
            </a:solidFill>
          </p:spPr>
          <p:txBody>
            <a:bodyPr wrap="square" lIns="0" tIns="0" rIns="0" bIns="0" rtlCol="0"/>
            <a:lstStyle/>
            <a:p>
              <a:endParaRPr/>
            </a:p>
          </p:txBody>
        </p:sp>
        <p:sp>
          <p:nvSpPr>
            <p:cNvPr id="14" name="object 14"/>
            <p:cNvSpPr/>
            <p:nvPr/>
          </p:nvSpPr>
          <p:spPr>
            <a:xfrm>
              <a:off x="4883657" y="2789681"/>
              <a:ext cx="611505" cy="611505"/>
            </a:xfrm>
            <a:custGeom>
              <a:avLst/>
              <a:gdLst/>
              <a:ahLst/>
              <a:cxnLst/>
              <a:rect l="l" t="t" r="r" b="b"/>
              <a:pathLst>
                <a:path w="611504" h="611504">
                  <a:moveTo>
                    <a:pt x="0" y="305562"/>
                  </a:moveTo>
                  <a:lnTo>
                    <a:pt x="3998" y="255991"/>
                  </a:lnTo>
                  <a:lnTo>
                    <a:pt x="15575" y="208970"/>
                  </a:lnTo>
                  <a:lnTo>
                    <a:pt x="34101" y="165127"/>
                  </a:lnTo>
                  <a:lnTo>
                    <a:pt x="58948" y="125089"/>
                  </a:lnTo>
                  <a:lnTo>
                    <a:pt x="89487" y="89487"/>
                  </a:lnTo>
                  <a:lnTo>
                    <a:pt x="125089" y="58948"/>
                  </a:lnTo>
                  <a:lnTo>
                    <a:pt x="165127" y="34101"/>
                  </a:lnTo>
                  <a:lnTo>
                    <a:pt x="208970" y="15575"/>
                  </a:lnTo>
                  <a:lnTo>
                    <a:pt x="255991" y="3998"/>
                  </a:lnTo>
                  <a:lnTo>
                    <a:pt x="305562" y="0"/>
                  </a:lnTo>
                  <a:lnTo>
                    <a:pt x="355132" y="3998"/>
                  </a:lnTo>
                  <a:lnTo>
                    <a:pt x="402153" y="15575"/>
                  </a:lnTo>
                  <a:lnTo>
                    <a:pt x="445996" y="34101"/>
                  </a:lnTo>
                  <a:lnTo>
                    <a:pt x="486034" y="58948"/>
                  </a:lnTo>
                  <a:lnTo>
                    <a:pt x="521636" y="89487"/>
                  </a:lnTo>
                  <a:lnTo>
                    <a:pt x="552175" y="125089"/>
                  </a:lnTo>
                  <a:lnTo>
                    <a:pt x="577022" y="165127"/>
                  </a:lnTo>
                  <a:lnTo>
                    <a:pt x="595548" y="208970"/>
                  </a:lnTo>
                  <a:lnTo>
                    <a:pt x="607125" y="255991"/>
                  </a:lnTo>
                  <a:lnTo>
                    <a:pt x="611124" y="305562"/>
                  </a:lnTo>
                  <a:lnTo>
                    <a:pt x="607125" y="355132"/>
                  </a:lnTo>
                  <a:lnTo>
                    <a:pt x="595548" y="402153"/>
                  </a:lnTo>
                  <a:lnTo>
                    <a:pt x="577022" y="445996"/>
                  </a:lnTo>
                  <a:lnTo>
                    <a:pt x="552175" y="486034"/>
                  </a:lnTo>
                  <a:lnTo>
                    <a:pt x="521636" y="521636"/>
                  </a:lnTo>
                  <a:lnTo>
                    <a:pt x="486034" y="552175"/>
                  </a:lnTo>
                  <a:lnTo>
                    <a:pt x="445996" y="577022"/>
                  </a:lnTo>
                  <a:lnTo>
                    <a:pt x="402153" y="595548"/>
                  </a:lnTo>
                  <a:lnTo>
                    <a:pt x="355132" y="607125"/>
                  </a:lnTo>
                  <a:lnTo>
                    <a:pt x="305562" y="611123"/>
                  </a:lnTo>
                  <a:lnTo>
                    <a:pt x="255991" y="607125"/>
                  </a:lnTo>
                  <a:lnTo>
                    <a:pt x="208970" y="595548"/>
                  </a:lnTo>
                  <a:lnTo>
                    <a:pt x="165127" y="577022"/>
                  </a:lnTo>
                  <a:lnTo>
                    <a:pt x="125089" y="552175"/>
                  </a:lnTo>
                  <a:lnTo>
                    <a:pt x="89487" y="521636"/>
                  </a:lnTo>
                  <a:lnTo>
                    <a:pt x="58948" y="486034"/>
                  </a:lnTo>
                  <a:lnTo>
                    <a:pt x="34101" y="445996"/>
                  </a:lnTo>
                  <a:lnTo>
                    <a:pt x="15575" y="402153"/>
                  </a:lnTo>
                  <a:lnTo>
                    <a:pt x="3998" y="355132"/>
                  </a:lnTo>
                  <a:lnTo>
                    <a:pt x="0" y="305562"/>
                  </a:lnTo>
                  <a:close/>
                </a:path>
              </a:pathLst>
            </a:custGeom>
            <a:ln w="19812">
              <a:solidFill>
                <a:srgbClr val="183DAF"/>
              </a:solidFill>
            </a:ln>
          </p:spPr>
          <p:txBody>
            <a:bodyPr wrap="square" lIns="0" tIns="0" rIns="0" bIns="0" rtlCol="0"/>
            <a:lstStyle/>
            <a:p>
              <a:endParaRPr/>
            </a:p>
          </p:txBody>
        </p:sp>
        <p:sp>
          <p:nvSpPr>
            <p:cNvPr id="15" name="object 15"/>
            <p:cNvSpPr/>
            <p:nvPr/>
          </p:nvSpPr>
          <p:spPr>
            <a:xfrm>
              <a:off x="5147310" y="2178557"/>
              <a:ext cx="1193165" cy="1827530"/>
            </a:xfrm>
            <a:custGeom>
              <a:avLst/>
              <a:gdLst/>
              <a:ahLst/>
              <a:cxnLst/>
              <a:rect l="l" t="t" r="r" b="b"/>
              <a:pathLst>
                <a:path w="1193164" h="1827529">
                  <a:moveTo>
                    <a:pt x="76200" y="1298448"/>
                  </a:moveTo>
                  <a:lnTo>
                    <a:pt x="69850" y="1285748"/>
                  </a:lnTo>
                  <a:lnTo>
                    <a:pt x="38100" y="1222248"/>
                  </a:lnTo>
                  <a:lnTo>
                    <a:pt x="0" y="1298448"/>
                  </a:lnTo>
                  <a:lnTo>
                    <a:pt x="28194" y="1298448"/>
                  </a:lnTo>
                  <a:lnTo>
                    <a:pt x="28194" y="1827530"/>
                  </a:lnTo>
                  <a:lnTo>
                    <a:pt x="48006" y="1827530"/>
                  </a:lnTo>
                  <a:lnTo>
                    <a:pt x="48006" y="1298448"/>
                  </a:lnTo>
                  <a:lnTo>
                    <a:pt x="76200" y="1298448"/>
                  </a:lnTo>
                  <a:close/>
                </a:path>
                <a:path w="1193164" h="1827529">
                  <a:moveTo>
                    <a:pt x="1192657" y="1163447"/>
                  </a:moveTo>
                  <a:lnTo>
                    <a:pt x="1188046" y="1137666"/>
                  </a:lnTo>
                  <a:lnTo>
                    <a:pt x="1177671" y="1079627"/>
                  </a:lnTo>
                  <a:lnTo>
                    <a:pt x="1119505" y="1141857"/>
                  </a:lnTo>
                  <a:lnTo>
                    <a:pt x="1147876" y="1150239"/>
                  </a:lnTo>
                  <a:lnTo>
                    <a:pt x="1140942" y="1164386"/>
                  </a:lnTo>
                  <a:lnTo>
                    <a:pt x="1129157" y="1179322"/>
                  </a:lnTo>
                  <a:lnTo>
                    <a:pt x="1099566" y="1207897"/>
                  </a:lnTo>
                  <a:lnTo>
                    <a:pt x="1064387" y="1232281"/>
                  </a:lnTo>
                  <a:lnTo>
                    <a:pt x="1025271" y="1250950"/>
                  </a:lnTo>
                  <a:lnTo>
                    <a:pt x="983361" y="1263015"/>
                  </a:lnTo>
                  <a:lnTo>
                    <a:pt x="940308" y="1267333"/>
                  </a:lnTo>
                  <a:lnTo>
                    <a:pt x="929767" y="1266698"/>
                  </a:lnTo>
                  <a:lnTo>
                    <a:pt x="887857" y="1253363"/>
                  </a:lnTo>
                  <a:lnTo>
                    <a:pt x="846836" y="1223137"/>
                  </a:lnTo>
                  <a:lnTo>
                    <a:pt x="817499" y="1190752"/>
                  </a:lnTo>
                  <a:lnTo>
                    <a:pt x="790575" y="1151255"/>
                  </a:lnTo>
                  <a:lnTo>
                    <a:pt x="766318" y="1105916"/>
                  </a:lnTo>
                  <a:lnTo>
                    <a:pt x="739521" y="1037590"/>
                  </a:lnTo>
                  <a:lnTo>
                    <a:pt x="728853" y="1001014"/>
                  </a:lnTo>
                  <a:lnTo>
                    <a:pt x="720090" y="963041"/>
                  </a:lnTo>
                  <a:lnTo>
                    <a:pt x="713867" y="924306"/>
                  </a:lnTo>
                  <a:lnTo>
                    <a:pt x="709803" y="884809"/>
                  </a:lnTo>
                  <a:lnTo>
                    <a:pt x="708533" y="844804"/>
                  </a:lnTo>
                  <a:lnTo>
                    <a:pt x="708025" y="824357"/>
                  </a:lnTo>
                  <a:lnTo>
                    <a:pt x="704215" y="783844"/>
                  </a:lnTo>
                  <a:lnTo>
                    <a:pt x="696849" y="743839"/>
                  </a:lnTo>
                  <a:lnTo>
                    <a:pt x="686181" y="704469"/>
                  </a:lnTo>
                  <a:lnTo>
                    <a:pt x="672465" y="666496"/>
                  </a:lnTo>
                  <a:lnTo>
                    <a:pt x="655955" y="629666"/>
                  </a:lnTo>
                  <a:lnTo>
                    <a:pt x="636651" y="594868"/>
                  </a:lnTo>
                  <a:lnTo>
                    <a:pt x="615315" y="561848"/>
                  </a:lnTo>
                  <a:lnTo>
                    <a:pt x="591693" y="531241"/>
                  </a:lnTo>
                  <a:lnTo>
                    <a:pt x="552958" y="490728"/>
                  </a:lnTo>
                  <a:lnTo>
                    <a:pt x="510667" y="457073"/>
                  </a:lnTo>
                  <a:lnTo>
                    <a:pt x="465709" y="431673"/>
                  </a:lnTo>
                  <a:lnTo>
                    <a:pt x="442899" y="422656"/>
                  </a:lnTo>
                  <a:lnTo>
                    <a:pt x="434721" y="419862"/>
                  </a:lnTo>
                  <a:lnTo>
                    <a:pt x="418846" y="415544"/>
                  </a:lnTo>
                  <a:lnTo>
                    <a:pt x="402971" y="412496"/>
                  </a:lnTo>
                  <a:lnTo>
                    <a:pt x="387096" y="410718"/>
                  </a:lnTo>
                  <a:lnTo>
                    <a:pt x="371094" y="409956"/>
                  </a:lnTo>
                  <a:lnTo>
                    <a:pt x="339598" y="411226"/>
                  </a:lnTo>
                  <a:lnTo>
                    <a:pt x="277749" y="419735"/>
                  </a:lnTo>
                  <a:lnTo>
                    <a:pt x="218948" y="435864"/>
                  </a:lnTo>
                  <a:lnTo>
                    <a:pt x="164973" y="458343"/>
                  </a:lnTo>
                  <a:lnTo>
                    <a:pt x="117856" y="486029"/>
                  </a:lnTo>
                  <a:lnTo>
                    <a:pt x="87884" y="509651"/>
                  </a:lnTo>
                  <a:lnTo>
                    <a:pt x="57023" y="544322"/>
                  </a:lnTo>
                  <a:lnTo>
                    <a:pt x="48006" y="559142"/>
                  </a:lnTo>
                  <a:lnTo>
                    <a:pt x="48006" y="76200"/>
                  </a:lnTo>
                  <a:lnTo>
                    <a:pt x="76200" y="76200"/>
                  </a:lnTo>
                  <a:lnTo>
                    <a:pt x="69850" y="63500"/>
                  </a:lnTo>
                  <a:lnTo>
                    <a:pt x="38100" y="0"/>
                  </a:lnTo>
                  <a:lnTo>
                    <a:pt x="0" y="76200"/>
                  </a:lnTo>
                  <a:lnTo>
                    <a:pt x="28194" y="76200"/>
                  </a:lnTo>
                  <a:lnTo>
                    <a:pt x="28194" y="609981"/>
                  </a:lnTo>
                  <a:lnTo>
                    <a:pt x="34036" y="609981"/>
                  </a:lnTo>
                  <a:lnTo>
                    <a:pt x="46736" y="610743"/>
                  </a:lnTo>
                  <a:lnTo>
                    <a:pt x="46774" y="609981"/>
                  </a:lnTo>
                  <a:lnTo>
                    <a:pt x="48006" y="609981"/>
                  </a:lnTo>
                  <a:lnTo>
                    <a:pt x="48006" y="596493"/>
                  </a:lnTo>
                  <a:lnTo>
                    <a:pt x="48514" y="593090"/>
                  </a:lnTo>
                  <a:lnTo>
                    <a:pt x="67691" y="551053"/>
                  </a:lnTo>
                  <a:lnTo>
                    <a:pt x="96647" y="518795"/>
                  </a:lnTo>
                  <a:lnTo>
                    <a:pt x="147193" y="482346"/>
                  </a:lnTo>
                  <a:lnTo>
                    <a:pt x="196469" y="457962"/>
                  </a:lnTo>
                  <a:lnTo>
                    <a:pt x="251587" y="439039"/>
                  </a:lnTo>
                  <a:lnTo>
                    <a:pt x="310642" y="426974"/>
                  </a:lnTo>
                  <a:lnTo>
                    <a:pt x="371475" y="422656"/>
                  </a:lnTo>
                  <a:lnTo>
                    <a:pt x="386588" y="423291"/>
                  </a:lnTo>
                  <a:lnTo>
                    <a:pt x="431292" y="432054"/>
                  </a:lnTo>
                  <a:lnTo>
                    <a:pt x="475361" y="450469"/>
                  </a:lnTo>
                  <a:lnTo>
                    <a:pt x="517525" y="477774"/>
                  </a:lnTo>
                  <a:lnTo>
                    <a:pt x="557403" y="512699"/>
                  </a:lnTo>
                  <a:lnTo>
                    <a:pt x="593725" y="554228"/>
                  </a:lnTo>
                  <a:lnTo>
                    <a:pt x="626046" y="601599"/>
                  </a:lnTo>
                  <a:lnTo>
                    <a:pt x="644652" y="635635"/>
                  </a:lnTo>
                  <a:lnTo>
                    <a:pt x="660654" y="671449"/>
                  </a:lnTo>
                  <a:lnTo>
                    <a:pt x="674116" y="708660"/>
                  </a:lnTo>
                  <a:lnTo>
                    <a:pt x="684530" y="746887"/>
                  </a:lnTo>
                  <a:lnTo>
                    <a:pt x="691642" y="785876"/>
                  </a:lnTo>
                  <a:lnTo>
                    <a:pt x="695325" y="825373"/>
                  </a:lnTo>
                  <a:lnTo>
                    <a:pt x="696214" y="865124"/>
                  </a:lnTo>
                  <a:lnTo>
                    <a:pt x="697230" y="885444"/>
                  </a:lnTo>
                  <a:lnTo>
                    <a:pt x="701167" y="925703"/>
                  </a:lnTo>
                  <a:lnTo>
                    <a:pt x="707644" y="965200"/>
                  </a:lnTo>
                  <a:lnTo>
                    <a:pt x="716534" y="1003808"/>
                  </a:lnTo>
                  <a:lnTo>
                    <a:pt x="727329" y="1041146"/>
                  </a:lnTo>
                  <a:lnTo>
                    <a:pt x="754634" y="1110869"/>
                  </a:lnTo>
                  <a:lnTo>
                    <a:pt x="779526" y="1157605"/>
                  </a:lnTo>
                  <a:lnTo>
                    <a:pt x="807339" y="1198372"/>
                  </a:lnTo>
                  <a:lnTo>
                    <a:pt x="837819" y="1232027"/>
                  </a:lnTo>
                  <a:lnTo>
                    <a:pt x="870204" y="1257681"/>
                  </a:lnTo>
                  <a:lnTo>
                    <a:pt x="915924" y="1277366"/>
                  </a:lnTo>
                  <a:lnTo>
                    <a:pt x="939546" y="1280033"/>
                  </a:lnTo>
                  <a:lnTo>
                    <a:pt x="962533" y="1278890"/>
                  </a:lnTo>
                  <a:lnTo>
                    <a:pt x="985266" y="1275588"/>
                  </a:lnTo>
                  <a:lnTo>
                    <a:pt x="1007491" y="1270254"/>
                  </a:lnTo>
                  <a:lnTo>
                    <a:pt x="1016254" y="1267333"/>
                  </a:lnTo>
                  <a:lnTo>
                    <a:pt x="1029208" y="1263015"/>
                  </a:lnTo>
                  <a:lnTo>
                    <a:pt x="1070356" y="1243457"/>
                  </a:lnTo>
                  <a:lnTo>
                    <a:pt x="1107186" y="1218057"/>
                  </a:lnTo>
                  <a:lnTo>
                    <a:pt x="1138428" y="1188085"/>
                  </a:lnTo>
                  <a:lnTo>
                    <a:pt x="1151382" y="1171448"/>
                  </a:lnTo>
                  <a:lnTo>
                    <a:pt x="1151636" y="1171194"/>
                  </a:lnTo>
                  <a:lnTo>
                    <a:pt x="1151890" y="1170813"/>
                  </a:lnTo>
                  <a:lnTo>
                    <a:pt x="1154798" y="1164844"/>
                  </a:lnTo>
                  <a:lnTo>
                    <a:pt x="1155357" y="1163701"/>
                  </a:lnTo>
                  <a:lnTo>
                    <a:pt x="1160170" y="1153871"/>
                  </a:lnTo>
                  <a:lnTo>
                    <a:pt x="1192657" y="1163447"/>
                  </a:lnTo>
                  <a:close/>
                </a:path>
              </a:pathLst>
            </a:custGeom>
            <a:solidFill>
              <a:srgbClr val="404040"/>
            </a:solidFill>
          </p:spPr>
          <p:txBody>
            <a:bodyPr wrap="square" lIns="0" tIns="0" rIns="0" bIns="0" rtlCol="0"/>
            <a:lstStyle/>
            <a:p>
              <a:endParaRPr/>
            </a:p>
          </p:txBody>
        </p:sp>
        <p:sp>
          <p:nvSpPr>
            <p:cNvPr id="16" name="object 16"/>
            <p:cNvSpPr/>
            <p:nvPr/>
          </p:nvSpPr>
          <p:spPr>
            <a:xfrm>
              <a:off x="6284214" y="2788157"/>
              <a:ext cx="611505" cy="611505"/>
            </a:xfrm>
            <a:custGeom>
              <a:avLst/>
              <a:gdLst/>
              <a:ahLst/>
              <a:cxnLst/>
              <a:rect l="l" t="t" r="r" b="b"/>
              <a:pathLst>
                <a:path w="611504" h="611504">
                  <a:moveTo>
                    <a:pt x="305562" y="0"/>
                  </a:moveTo>
                  <a:lnTo>
                    <a:pt x="255991" y="3998"/>
                  </a:lnTo>
                  <a:lnTo>
                    <a:pt x="208970" y="15575"/>
                  </a:lnTo>
                  <a:lnTo>
                    <a:pt x="165127" y="34101"/>
                  </a:lnTo>
                  <a:lnTo>
                    <a:pt x="125089" y="58948"/>
                  </a:lnTo>
                  <a:lnTo>
                    <a:pt x="89487" y="89487"/>
                  </a:lnTo>
                  <a:lnTo>
                    <a:pt x="58948" y="125089"/>
                  </a:lnTo>
                  <a:lnTo>
                    <a:pt x="34101" y="165127"/>
                  </a:lnTo>
                  <a:lnTo>
                    <a:pt x="15575" y="208970"/>
                  </a:lnTo>
                  <a:lnTo>
                    <a:pt x="3998" y="255991"/>
                  </a:lnTo>
                  <a:lnTo>
                    <a:pt x="0" y="305562"/>
                  </a:lnTo>
                  <a:lnTo>
                    <a:pt x="3998" y="355132"/>
                  </a:lnTo>
                  <a:lnTo>
                    <a:pt x="15575" y="402153"/>
                  </a:lnTo>
                  <a:lnTo>
                    <a:pt x="34101" y="445996"/>
                  </a:lnTo>
                  <a:lnTo>
                    <a:pt x="58948" y="486034"/>
                  </a:lnTo>
                  <a:lnTo>
                    <a:pt x="89487" y="521636"/>
                  </a:lnTo>
                  <a:lnTo>
                    <a:pt x="125089" y="552175"/>
                  </a:lnTo>
                  <a:lnTo>
                    <a:pt x="165127" y="577022"/>
                  </a:lnTo>
                  <a:lnTo>
                    <a:pt x="208970" y="595548"/>
                  </a:lnTo>
                  <a:lnTo>
                    <a:pt x="255991" y="607125"/>
                  </a:lnTo>
                  <a:lnTo>
                    <a:pt x="305562" y="611124"/>
                  </a:lnTo>
                  <a:lnTo>
                    <a:pt x="355132" y="607125"/>
                  </a:lnTo>
                  <a:lnTo>
                    <a:pt x="402153" y="595548"/>
                  </a:lnTo>
                  <a:lnTo>
                    <a:pt x="445996" y="577022"/>
                  </a:lnTo>
                  <a:lnTo>
                    <a:pt x="486034" y="552175"/>
                  </a:lnTo>
                  <a:lnTo>
                    <a:pt x="521636" y="521636"/>
                  </a:lnTo>
                  <a:lnTo>
                    <a:pt x="552175" y="486034"/>
                  </a:lnTo>
                  <a:lnTo>
                    <a:pt x="577022" y="445996"/>
                  </a:lnTo>
                  <a:lnTo>
                    <a:pt x="595548" y="402153"/>
                  </a:lnTo>
                  <a:lnTo>
                    <a:pt x="607125" y="355132"/>
                  </a:lnTo>
                  <a:lnTo>
                    <a:pt x="611124" y="305562"/>
                  </a:lnTo>
                  <a:lnTo>
                    <a:pt x="607125" y="255991"/>
                  </a:lnTo>
                  <a:lnTo>
                    <a:pt x="595548" y="208970"/>
                  </a:lnTo>
                  <a:lnTo>
                    <a:pt x="577022" y="165127"/>
                  </a:lnTo>
                  <a:lnTo>
                    <a:pt x="552175" y="125089"/>
                  </a:lnTo>
                  <a:lnTo>
                    <a:pt x="521636" y="89487"/>
                  </a:lnTo>
                  <a:lnTo>
                    <a:pt x="486034" y="58948"/>
                  </a:lnTo>
                  <a:lnTo>
                    <a:pt x="445996" y="34101"/>
                  </a:lnTo>
                  <a:lnTo>
                    <a:pt x="402153" y="15575"/>
                  </a:lnTo>
                  <a:lnTo>
                    <a:pt x="355132" y="3998"/>
                  </a:lnTo>
                  <a:lnTo>
                    <a:pt x="305562" y="0"/>
                  </a:lnTo>
                  <a:close/>
                </a:path>
              </a:pathLst>
            </a:custGeom>
            <a:solidFill>
              <a:srgbClr val="183DAF">
                <a:alpha val="19999"/>
              </a:srgbClr>
            </a:solidFill>
          </p:spPr>
          <p:txBody>
            <a:bodyPr wrap="square" lIns="0" tIns="0" rIns="0" bIns="0" rtlCol="0"/>
            <a:lstStyle/>
            <a:p>
              <a:endParaRPr/>
            </a:p>
          </p:txBody>
        </p:sp>
        <p:sp>
          <p:nvSpPr>
            <p:cNvPr id="17" name="object 17"/>
            <p:cNvSpPr/>
            <p:nvPr/>
          </p:nvSpPr>
          <p:spPr>
            <a:xfrm>
              <a:off x="6284214" y="2788157"/>
              <a:ext cx="611505" cy="611505"/>
            </a:xfrm>
            <a:custGeom>
              <a:avLst/>
              <a:gdLst/>
              <a:ahLst/>
              <a:cxnLst/>
              <a:rect l="l" t="t" r="r" b="b"/>
              <a:pathLst>
                <a:path w="611504" h="611504">
                  <a:moveTo>
                    <a:pt x="0" y="305562"/>
                  </a:moveTo>
                  <a:lnTo>
                    <a:pt x="3998" y="255991"/>
                  </a:lnTo>
                  <a:lnTo>
                    <a:pt x="15575" y="208970"/>
                  </a:lnTo>
                  <a:lnTo>
                    <a:pt x="34101" y="165127"/>
                  </a:lnTo>
                  <a:lnTo>
                    <a:pt x="58948" y="125089"/>
                  </a:lnTo>
                  <a:lnTo>
                    <a:pt x="89487" y="89487"/>
                  </a:lnTo>
                  <a:lnTo>
                    <a:pt x="125089" y="58948"/>
                  </a:lnTo>
                  <a:lnTo>
                    <a:pt x="165127" y="34101"/>
                  </a:lnTo>
                  <a:lnTo>
                    <a:pt x="208970" y="15575"/>
                  </a:lnTo>
                  <a:lnTo>
                    <a:pt x="255991" y="3998"/>
                  </a:lnTo>
                  <a:lnTo>
                    <a:pt x="305562" y="0"/>
                  </a:lnTo>
                  <a:lnTo>
                    <a:pt x="355132" y="3998"/>
                  </a:lnTo>
                  <a:lnTo>
                    <a:pt x="402153" y="15575"/>
                  </a:lnTo>
                  <a:lnTo>
                    <a:pt x="445996" y="34101"/>
                  </a:lnTo>
                  <a:lnTo>
                    <a:pt x="486034" y="58948"/>
                  </a:lnTo>
                  <a:lnTo>
                    <a:pt x="521636" y="89487"/>
                  </a:lnTo>
                  <a:lnTo>
                    <a:pt x="552175" y="125089"/>
                  </a:lnTo>
                  <a:lnTo>
                    <a:pt x="577022" y="165127"/>
                  </a:lnTo>
                  <a:lnTo>
                    <a:pt x="595548" y="208970"/>
                  </a:lnTo>
                  <a:lnTo>
                    <a:pt x="607125" y="255991"/>
                  </a:lnTo>
                  <a:lnTo>
                    <a:pt x="611124" y="305562"/>
                  </a:lnTo>
                  <a:lnTo>
                    <a:pt x="607125" y="355132"/>
                  </a:lnTo>
                  <a:lnTo>
                    <a:pt x="595548" y="402153"/>
                  </a:lnTo>
                  <a:lnTo>
                    <a:pt x="577022" y="445996"/>
                  </a:lnTo>
                  <a:lnTo>
                    <a:pt x="552175" y="486034"/>
                  </a:lnTo>
                  <a:lnTo>
                    <a:pt x="521636" y="521636"/>
                  </a:lnTo>
                  <a:lnTo>
                    <a:pt x="486034" y="552175"/>
                  </a:lnTo>
                  <a:lnTo>
                    <a:pt x="445996" y="577022"/>
                  </a:lnTo>
                  <a:lnTo>
                    <a:pt x="402153" y="595548"/>
                  </a:lnTo>
                  <a:lnTo>
                    <a:pt x="355132" y="607125"/>
                  </a:lnTo>
                  <a:lnTo>
                    <a:pt x="305562" y="611124"/>
                  </a:lnTo>
                  <a:lnTo>
                    <a:pt x="255991" y="607125"/>
                  </a:lnTo>
                  <a:lnTo>
                    <a:pt x="208970" y="595548"/>
                  </a:lnTo>
                  <a:lnTo>
                    <a:pt x="165127" y="577022"/>
                  </a:lnTo>
                  <a:lnTo>
                    <a:pt x="125089" y="552175"/>
                  </a:lnTo>
                  <a:lnTo>
                    <a:pt x="89487" y="521636"/>
                  </a:lnTo>
                  <a:lnTo>
                    <a:pt x="58948" y="486034"/>
                  </a:lnTo>
                  <a:lnTo>
                    <a:pt x="34101" y="445996"/>
                  </a:lnTo>
                  <a:lnTo>
                    <a:pt x="15575" y="402153"/>
                  </a:lnTo>
                  <a:lnTo>
                    <a:pt x="3998" y="355132"/>
                  </a:lnTo>
                  <a:lnTo>
                    <a:pt x="0" y="305562"/>
                  </a:lnTo>
                  <a:close/>
                </a:path>
              </a:pathLst>
            </a:custGeom>
            <a:ln w="19812">
              <a:solidFill>
                <a:srgbClr val="183DAF"/>
              </a:solidFill>
            </a:ln>
          </p:spPr>
          <p:txBody>
            <a:bodyPr wrap="square" lIns="0" tIns="0" rIns="0" bIns="0" rtlCol="0"/>
            <a:lstStyle/>
            <a:p>
              <a:endParaRPr/>
            </a:p>
          </p:txBody>
        </p:sp>
        <p:sp>
          <p:nvSpPr>
            <p:cNvPr id="18" name="object 18"/>
            <p:cNvSpPr/>
            <p:nvPr/>
          </p:nvSpPr>
          <p:spPr>
            <a:xfrm>
              <a:off x="6547865" y="2178557"/>
              <a:ext cx="76200" cy="610235"/>
            </a:xfrm>
            <a:custGeom>
              <a:avLst/>
              <a:gdLst/>
              <a:ahLst/>
              <a:cxnLst/>
              <a:rect l="l" t="t" r="r" b="b"/>
              <a:pathLst>
                <a:path w="76200" h="610235">
                  <a:moveTo>
                    <a:pt x="48005" y="63500"/>
                  </a:moveTo>
                  <a:lnTo>
                    <a:pt x="28193" y="63500"/>
                  </a:lnTo>
                  <a:lnTo>
                    <a:pt x="28193" y="609980"/>
                  </a:lnTo>
                  <a:lnTo>
                    <a:pt x="48005" y="609980"/>
                  </a:lnTo>
                  <a:lnTo>
                    <a:pt x="48005" y="63500"/>
                  </a:lnTo>
                  <a:close/>
                </a:path>
                <a:path w="76200" h="610235">
                  <a:moveTo>
                    <a:pt x="38100" y="0"/>
                  </a:moveTo>
                  <a:lnTo>
                    <a:pt x="0" y="76200"/>
                  </a:lnTo>
                  <a:lnTo>
                    <a:pt x="28193" y="76200"/>
                  </a:lnTo>
                  <a:lnTo>
                    <a:pt x="28193" y="63500"/>
                  </a:lnTo>
                  <a:lnTo>
                    <a:pt x="69850" y="63500"/>
                  </a:lnTo>
                  <a:lnTo>
                    <a:pt x="38100" y="0"/>
                  </a:lnTo>
                  <a:close/>
                </a:path>
                <a:path w="76200" h="610235">
                  <a:moveTo>
                    <a:pt x="69850" y="63500"/>
                  </a:moveTo>
                  <a:lnTo>
                    <a:pt x="48005" y="63500"/>
                  </a:lnTo>
                  <a:lnTo>
                    <a:pt x="48005" y="76200"/>
                  </a:lnTo>
                  <a:lnTo>
                    <a:pt x="76200" y="76200"/>
                  </a:lnTo>
                  <a:lnTo>
                    <a:pt x="69850" y="63500"/>
                  </a:lnTo>
                  <a:close/>
                </a:path>
              </a:pathLst>
            </a:custGeom>
            <a:solidFill>
              <a:srgbClr val="404040"/>
            </a:solidFill>
          </p:spPr>
          <p:txBody>
            <a:bodyPr wrap="square" lIns="0" tIns="0" rIns="0" bIns="0" rtlCol="0"/>
            <a:lstStyle/>
            <a:p>
              <a:endParaRPr/>
            </a:p>
          </p:txBody>
        </p:sp>
        <p:sp>
          <p:nvSpPr>
            <p:cNvPr id="19" name="object 19"/>
            <p:cNvSpPr/>
            <p:nvPr/>
          </p:nvSpPr>
          <p:spPr>
            <a:xfrm>
              <a:off x="6547865" y="3399281"/>
              <a:ext cx="76200" cy="605790"/>
            </a:xfrm>
            <a:custGeom>
              <a:avLst/>
              <a:gdLst/>
              <a:ahLst/>
              <a:cxnLst/>
              <a:rect l="l" t="t" r="r" b="b"/>
              <a:pathLst>
                <a:path w="76200" h="605789">
                  <a:moveTo>
                    <a:pt x="48005" y="63500"/>
                  </a:moveTo>
                  <a:lnTo>
                    <a:pt x="28193" y="63500"/>
                  </a:lnTo>
                  <a:lnTo>
                    <a:pt x="28193" y="605789"/>
                  </a:lnTo>
                  <a:lnTo>
                    <a:pt x="48005" y="605789"/>
                  </a:lnTo>
                  <a:lnTo>
                    <a:pt x="48005" y="63500"/>
                  </a:lnTo>
                  <a:close/>
                </a:path>
                <a:path w="76200" h="605789">
                  <a:moveTo>
                    <a:pt x="38100" y="0"/>
                  </a:moveTo>
                  <a:lnTo>
                    <a:pt x="0" y="76200"/>
                  </a:lnTo>
                  <a:lnTo>
                    <a:pt x="28193" y="76200"/>
                  </a:lnTo>
                  <a:lnTo>
                    <a:pt x="28193" y="63500"/>
                  </a:lnTo>
                  <a:lnTo>
                    <a:pt x="69850" y="63500"/>
                  </a:lnTo>
                  <a:lnTo>
                    <a:pt x="38100" y="0"/>
                  </a:lnTo>
                  <a:close/>
                </a:path>
                <a:path w="76200" h="605789">
                  <a:moveTo>
                    <a:pt x="69850" y="63500"/>
                  </a:moveTo>
                  <a:lnTo>
                    <a:pt x="48005" y="63500"/>
                  </a:lnTo>
                  <a:lnTo>
                    <a:pt x="48005" y="76200"/>
                  </a:lnTo>
                  <a:lnTo>
                    <a:pt x="76200" y="76200"/>
                  </a:lnTo>
                  <a:lnTo>
                    <a:pt x="69850" y="63500"/>
                  </a:lnTo>
                  <a:close/>
                </a:path>
              </a:pathLst>
            </a:custGeom>
            <a:solidFill>
              <a:srgbClr val="000000"/>
            </a:solidFill>
          </p:spPr>
          <p:txBody>
            <a:bodyPr wrap="square" lIns="0" tIns="0" rIns="0" bIns="0" rtlCol="0"/>
            <a:lstStyle/>
            <a:p>
              <a:endParaRPr/>
            </a:p>
          </p:txBody>
        </p:sp>
        <p:sp>
          <p:nvSpPr>
            <p:cNvPr id="20" name="object 20"/>
            <p:cNvSpPr/>
            <p:nvPr/>
          </p:nvSpPr>
          <p:spPr>
            <a:xfrm>
              <a:off x="2372868" y="2561335"/>
              <a:ext cx="5365115" cy="903605"/>
            </a:xfrm>
            <a:custGeom>
              <a:avLst/>
              <a:gdLst/>
              <a:ahLst/>
              <a:cxnLst/>
              <a:rect l="l" t="t" r="r" b="b"/>
              <a:pathLst>
                <a:path w="5365115" h="903604">
                  <a:moveTo>
                    <a:pt x="1164971" y="781685"/>
                  </a:moveTo>
                  <a:lnTo>
                    <a:pt x="1159916" y="752348"/>
                  </a:lnTo>
                  <a:lnTo>
                    <a:pt x="1150239" y="696087"/>
                  </a:lnTo>
                  <a:lnTo>
                    <a:pt x="1090549" y="759206"/>
                  </a:lnTo>
                  <a:lnTo>
                    <a:pt x="1113256" y="766076"/>
                  </a:lnTo>
                  <a:lnTo>
                    <a:pt x="1107897" y="777176"/>
                  </a:lnTo>
                  <a:lnTo>
                    <a:pt x="1096899" y="791210"/>
                  </a:lnTo>
                  <a:lnTo>
                    <a:pt x="1068197" y="819150"/>
                  </a:lnTo>
                  <a:lnTo>
                    <a:pt x="1033907" y="842899"/>
                  </a:lnTo>
                  <a:lnTo>
                    <a:pt x="995807" y="861187"/>
                  </a:lnTo>
                  <a:lnTo>
                    <a:pt x="955040" y="872998"/>
                  </a:lnTo>
                  <a:lnTo>
                    <a:pt x="913257" y="877189"/>
                  </a:lnTo>
                  <a:lnTo>
                    <a:pt x="903478" y="876681"/>
                  </a:lnTo>
                  <a:lnTo>
                    <a:pt x="863854" y="864108"/>
                  </a:lnTo>
                  <a:lnTo>
                    <a:pt x="823976" y="834898"/>
                  </a:lnTo>
                  <a:lnTo>
                    <a:pt x="795401" y="803275"/>
                  </a:lnTo>
                  <a:lnTo>
                    <a:pt x="768858" y="764413"/>
                  </a:lnTo>
                  <a:lnTo>
                    <a:pt x="744982" y="719836"/>
                  </a:lnTo>
                  <a:lnTo>
                    <a:pt x="718439" y="652145"/>
                  </a:lnTo>
                  <a:lnTo>
                    <a:pt x="699262" y="578358"/>
                  </a:lnTo>
                  <a:lnTo>
                    <a:pt x="692912" y="540004"/>
                  </a:lnTo>
                  <a:lnTo>
                    <a:pt x="688975" y="501015"/>
                  </a:lnTo>
                  <a:lnTo>
                    <a:pt x="687705" y="461137"/>
                  </a:lnTo>
                  <a:lnTo>
                    <a:pt x="687197" y="440436"/>
                  </a:lnTo>
                  <a:lnTo>
                    <a:pt x="683260" y="399288"/>
                  </a:lnTo>
                  <a:lnTo>
                    <a:pt x="675767" y="358648"/>
                  </a:lnTo>
                  <a:lnTo>
                    <a:pt x="664972" y="318897"/>
                  </a:lnTo>
                  <a:lnTo>
                    <a:pt x="651002" y="280289"/>
                  </a:lnTo>
                  <a:lnTo>
                    <a:pt x="634365" y="243078"/>
                  </a:lnTo>
                  <a:lnTo>
                    <a:pt x="614934" y="207772"/>
                  </a:lnTo>
                  <a:lnTo>
                    <a:pt x="593090" y="174498"/>
                  </a:lnTo>
                  <a:lnTo>
                    <a:pt x="569214" y="143383"/>
                  </a:lnTo>
                  <a:lnTo>
                    <a:pt x="543306" y="115189"/>
                  </a:lnTo>
                  <a:lnTo>
                    <a:pt x="501523" y="78613"/>
                  </a:lnTo>
                  <a:lnTo>
                    <a:pt x="456438" y="49657"/>
                  </a:lnTo>
                  <a:lnTo>
                    <a:pt x="448360" y="45720"/>
                  </a:lnTo>
                  <a:lnTo>
                    <a:pt x="440817" y="42037"/>
                  </a:lnTo>
                  <a:lnTo>
                    <a:pt x="392684" y="25527"/>
                  </a:lnTo>
                  <a:lnTo>
                    <a:pt x="343408" y="19812"/>
                  </a:lnTo>
                  <a:lnTo>
                    <a:pt x="311404" y="21082"/>
                  </a:lnTo>
                  <a:lnTo>
                    <a:pt x="248793" y="29845"/>
                  </a:lnTo>
                  <a:lnTo>
                    <a:pt x="189103" y="46101"/>
                  </a:lnTo>
                  <a:lnTo>
                    <a:pt x="134493" y="68961"/>
                  </a:lnTo>
                  <a:lnTo>
                    <a:pt x="86487" y="97155"/>
                  </a:lnTo>
                  <a:lnTo>
                    <a:pt x="55880" y="121285"/>
                  </a:lnTo>
                  <a:lnTo>
                    <a:pt x="24003" y="157099"/>
                  </a:lnTo>
                  <a:lnTo>
                    <a:pt x="4572" y="196469"/>
                  </a:lnTo>
                  <a:lnTo>
                    <a:pt x="0" y="226187"/>
                  </a:lnTo>
                  <a:lnTo>
                    <a:pt x="25908" y="227457"/>
                  </a:lnTo>
                  <a:lnTo>
                    <a:pt x="26416" y="218440"/>
                  </a:lnTo>
                  <a:lnTo>
                    <a:pt x="27686" y="210566"/>
                  </a:lnTo>
                  <a:lnTo>
                    <a:pt x="45847" y="171196"/>
                  </a:lnTo>
                  <a:lnTo>
                    <a:pt x="73787" y="140081"/>
                  </a:lnTo>
                  <a:lnTo>
                    <a:pt x="123317" y="104394"/>
                  </a:lnTo>
                  <a:lnTo>
                    <a:pt x="171831" y="80391"/>
                  </a:lnTo>
                  <a:lnTo>
                    <a:pt x="226060" y="61849"/>
                  </a:lnTo>
                  <a:lnTo>
                    <a:pt x="284353" y="49911"/>
                  </a:lnTo>
                  <a:lnTo>
                    <a:pt x="344297" y="45720"/>
                  </a:lnTo>
                  <a:lnTo>
                    <a:pt x="358775" y="46355"/>
                  </a:lnTo>
                  <a:lnTo>
                    <a:pt x="402209" y="54864"/>
                  </a:lnTo>
                  <a:lnTo>
                    <a:pt x="445008" y="72898"/>
                  </a:lnTo>
                  <a:lnTo>
                    <a:pt x="486283" y="99568"/>
                  </a:lnTo>
                  <a:lnTo>
                    <a:pt x="525399" y="133858"/>
                  </a:lnTo>
                  <a:lnTo>
                    <a:pt x="561213" y="174752"/>
                  </a:lnTo>
                  <a:lnTo>
                    <a:pt x="592836" y="221488"/>
                  </a:lnTo>
                  <a:lnTo>
                    <a:pt x="611378" y="255143"/>
                  </a:lnTo>
                  <a:lnTo>
                    <a:pt x="627253" y="290449"/>
                  </a:lnTo>
                  <a:lnTo>
                    <a:pt x="640461" y="327152"/>
                  </a:lnTo>
                  <a:lnTo>
                    <a:pt x="650621" y="364871"/>
                  </a:lnTo>
                  <a:lnTo>
                    <a:pt x="657733" y="403352"/>
                  </a:lnTo>
                  <a:lnTo>
                    <a:pt x="661416" y="442214"/>
                  </a:lnTo>
                  <a:lnTo>
                    <a:pt x="662178" y="481711"/>
                  </a:lnTo>
                  <a:lnTo>
                    <a:pt x="663194" y="502285"/>
                  </a:lnTo>
                  <a:lnTo>
                    <a:pt x="667258" y="542925"/>
                  </a:lnTo>
                  <a:lnTo>
                    <a:pt x="673735" y="582803"/>
                  </a:lnTo>
                  <a:lnTo>
                    <a:pt x="682625" y="621792"/>
                  </a:lnTo>
                  <a:lnTo>
                    <a:pt x="693547" y="659511"/>
                  </a:lnTo>
                  <a:lnTo>
                    <a:pt x="706501" y="695579"/>
                  </a:lnTo>
                  <a:lnTo>
                    <a:pt x="729234" y="746506"/>
                  </a:lnTo>
                  <a:lnTo>
                    <a:pt x="755523" y="791845"/>
                  </a:lnTo>
                  <a:lnTo>
                    <a:pt x="784733" y="831088"/>
                  </a:lnTo>
                  <a:lnTo>
                    <a:pt x="816610" y="862965"/>
                  </a:lnTo>
                  <a:lnTo>
                    <a:pt x="850646" y="886460"/>
                  </a:lnTo>
                  <a:lnTo>
                    <a:pt x="886714" y="900176"/>
                  </a:lnTo>
                  <a:lnTo>
                    <a:pt x="911733" y="903097"/>
                  </a:lnTo>
                  <a:lnTo>
                    <a:pt x="935482" y="901954"/>
                  </a:lnTo>
                  <a:lnTo>
                    <a:pt x="958723" y="898525"/>
                  </a:lnTo>
                  <a:lnTo>
                    <a:pt x="981583" y="893064"/>
                  </a:lnTo>
                  <a:lnTo>
                    <a:pt x="1003935" y="885825"/>
                  </a:lnTo>
                  <a:lnTo>
                    <a:pt x="1024204" y="877189"/>
                  </a:lnTo>
                  <a:lnTo>
                    <a:pt x="1025398" y="876681"/>
                  </a:lnTo>
                  <a:lnTo>
                    <a:pt x="1065403" y="853440"/>
                  </a:lnTo>
                  <a:lnTo>
                    <a:pt x="1100582" y="824992"/>
                  </a:lnTo>
                  <a:lnTo>
                    <a:pt x="1129157" y="792099"/>
                  </a:lnTo>
                  <a:lnTo>
                    <a:pt x="1129792" y="791337"/>
                  </a:lnTo>
                  <a:lnTo>
                    <a:pt x="1130300" y="790448"/>
                  </a:lnTo>
                  <a:lnTo>
                    <a:pt x="1136129" y="778383"/>
                  </a:lnTo>
                  <a:lnTo>
                    <a:pt x="1137297" y="775970"/>
                  </a:lnTo>
                  <a:lnTo>
                    <a:pt x="1138402" y="773671"/>
                  </a:lnTo>
                  <a:lnTo>
                    <a:pt x="1164971" y="781685"/>
                  </a:lnTo>
                  <a:close/>
                </a:path>
                <a:path w="5365115" h="903604">
                  <a:moveTo>
                    <a:pt x="5365115" y="761873"/>
                  </a:moveTo>
                  <a:lnTo>
                    <a:pt x="5360073" y="732536"/>
                  </a:lnTo>
                  <a:lnTo>
                    <a:pt x="5350383" y="676148"/>
                  </a:lnTo>
                  <a:lnTo>
                    <a:pt x="5290693" y="739394"/>
                  </a:lnTo>
                  <a:lnTo>
                    <a:pt x="5313400" y="746264"/>
                  </a:lnTo>
                  <a:lnTo>
                    <a:pt x="5308041" y="757364"/>
                  </a:lnTo>
                  <a:lnTo>
                    <a:pt x="5297043" y="771398"/>
                  </a:lnTo>
                  <a:lnTo>
                    <a:pt x="5268341" y="799338"/>
                  </a:lnTo>
                  <a:lnTo>
                    <a:pt x="5234051" y="823087"/>
                  </a:lnTo>
                  <a:lnTo>
                    <a:pt x="5195951" y="841375"/>
                  </a:lnTo>
                  <a:lnTo>
                    <a:pt x="5155184" y="853186"/>
                  </a:lnTo>
                  <a:lnTo>
                    <a:pt x="5113401" y="857377"/>
                  </a:lnTo>
                  <a:lnTo>
                    <a:pt x="5103622" y="856869"/>
                  </a:lnTo>
                  <a:lnTo>
                    <a:pt x="5063998" y="844296"/>
                  </a:lnTo>
                  <a:lnTo>
                    <a:pt x="5024120" y="815086"/>
                  </a:lnTo>
                  <a:lnTo>
                    <a:pt x="4995545" y="783463"/>
                  </a:lnTo>
                  <a:lnTo>
                    <a:pt x="4969002" y="744601"/>
                  </a:lnTo>
                  <a:lnTo>
                    <a:pt x="4945126" y="700024"/>
                  </a:lnTo>
                  <a:lnTo>
                    <a:pt x="4918583" y="632333"/>
                  </a:lnTo>
                  <a:lnTo>
                    <a:pt x="4899406" y="558546"/>
                  </a:lnTo>
                  <a:lnTo>
                    <a:pt x="4893056" y="520192"/>
                  </a:lnTo>
                  <a:lnTo>
                    <a:pt x="4889119" y="481203"/>
                  </a:lnTo>
                  <a:lnTo>
                    <a:pt x="4887849" y="441325"/>
                  </a:lnTo>
                  <a:lnTo>
                    <a:pt x="4887341" y="420624"/>
                  </a:lnTo>
                  <a:lnTo>
                    <a:pt x="4883404" y="379476"/>
                  </a:lnTo>
                  <a:lnTo>
                    <a:pt x="4875911" y="338836"/>
                  </a:lnTo>
                  <a:lnTo>
                    <a:pt x="4865116" y="299085"/>
                  </a:lnTo>
                  <a:lnTo>
                    <a:pt x="4851146" y="260477"/>
                  </a:lnTo>
                  <a:lnTo>
                    <a:pt x="4834509" y="223266"/>
                  </a:lnTo>
                  <a:lnTo>
                    <a:pt x="4815078" y="187960"/>
                  </a:lnTo>
                  <a:lnTo>
                    <a:pt x="4793234" y="154686"/>
                  </a:lnTo>
                  <a:lnTo>
                    <a:pt x="4769358" y="123571"/>
                  </a:lnTo>
                  <a:lnTo>
                    <a:pt x="4743450" y="95377"/>
                  </a:lnTo>
                  <a:lnTo>
                    <a:pt x="4701667" y="58801"/>
                  </a:lnTo>
                  <a:lnTo>
                    <a:pt x="4656582" y="29845"/>
                  </a:lnTo>
                  <a:lnTo>
                    <a:pt x="4648505" y="25908"/>
                  </a:lnTo>
                  <a:lnTo>
                    <a:pt x="4640961" y="22225"/>
                  </a:lnTo>
                  <a:lnTo>
                    <a:pt x="4592828" y="5715"/>
                  </a:lnTo>
                  <a:lnTo>
                    <a:pt x="4543552" y="0"/>
                  </a:lnTo>
                  <a:lnTo>
                    <a:pt x="4511548" y="1270"/>
                  </a:lnTo>
                  <a:lnTo>
                    <a:pt x="4448937" y="10033"/>
                  </a:lnTo>
                  <a:lnTo>
                    <a:pt x="4389247" y="26289"/>
                  </a:lnTo>
                  <a:lnTo>
                    <a:pt x="4334637" y="49149"/>
                  </a:lnTo>
                  <a:lnTo>
                    <a:pt x="4286631" y="77343"/>
                  </a:lnTo>
                  <a:lnTo>
                    <a:pt x="4256024" y="101473"/>
                  </a:lnTo>
                  <a:lnTo>
                    <a:pt x="4224147" y="137287"/>
                  </a:lnTo>
                  <a:lnTo>
                    <a:pt x="4204703" y="176657"/>
                  </a:lnTo>
                  <a:lnTo>
                    <a:pt x="4200131" y="206375"/>
                  </a:lnTo>
                  <a:lnTo>
                    <a:pt x="4226052" y="207645"/>
                  </a:lnTo>
                  <a:lnTo>
                    <a:pt x="4226560" y="198628"/>
                  </a:lnTo>
                  <a:lnTo>
                    <a:pt x="4227830" y="190754"/>
                  </a:lnTo>
                  <a:lnTo>
                    <a:pt x="4245978" y="151384"/>
                  </a:lnTo>
                  <a:lnTo>
                    <a:pt x="4273931" y="120269"/>
                  </a:lnTo>
                  <a:lnTo>
                    <a:pt x="4323461" y="84582"/>
                  </a:lnTo>
                  <a:lnTo>
                    <a:pt x="4371975" y="60579"/>
                  </a:lnTo>
                  <a:lnTo>
                    <a:pt x="4426204" y="42037"/>
                  </a:lnTo>
                  <a:lnTo>
                    <a:pt x="4484497" y="30099"/>
                  </a:lnTo>
                  <a:lnTo>
                    <a:pt x="4544441" y="25908"/>
                  </a:lnTo>
                  <a:lnTo>
                    <a:pt x="4558919" y="26543"/>
                  </a:lnTo>
                  <a:lnTo>
                    <a:pt x="4602353" y="35052"/>
                  </a:lnTo>
                  <a:lnTo>
                    <a:pt x="4645152" y="53086"/>
                  </a:lnTo>
                  <a:lnTo>
                    <a:pt x="4686427" y="79756"/>
                  </a:lnTo>
                  <a:lnTo>
                    <a:pt x="4725543" y="114046"/>
                  </a:lnTo>
                  <a:lnTo>
                    <a:pt x="4761357" y="154940"/>
                  </a:lnTo>
                  <a:lnTo>
                    <a:pt x="4792980" y="201676"/>
                  </a:lnTo>
                  <a:lnTo>
                    <a:pt x="4811522" y="235331"/>
                  </a:lnTo>
                  <a:lnTo>
                    <a:pt x="4827397" y="270637"/>
                  </a:lnTo>
                  <a:lnTo>
                    <a:pt x="4840605" y="307340"/>
                  </a:lnTo>
                  <a:lnTo>
                    <a:pt x="4850765" y="345059"/>
                  </a:lnTo>
                  <a:lnTo>
                    <a:pt x="4857877" y="383540"/>
                  </a:lnTo>
                  <a:lnTo>
                    <a:pt x="4861560" y="422402"/>
                  </a:lnTo>
                  <a:lnTo>
                    <a:pt x="4862322" y="461899"/>
                  </a:lnTo>
                  <a:lnTo>
                    <a:pt x="4863338" y="482473"/>
                  </a:lnTo>
                  <a:lnTo>
                    <a:pt x="4867402" y="523113"/>
                  </a:lnTo>
                  <a:lnTo>
                    <a:pt x="4873879" y="562991"/>
                  </a:lnTo>
                  <a:lnTo>
                    <a:pt x="4882769" y="601980"/>
                  </a:lnTo>
                  <a:lnTo>
                    <a:pt x="4893691" y="639699"/>
                  </a:lnTo>
                  <a:lnTo>
                    <a:pt x="4906645" y="675767"/>
                  </a:lnTo>
                  <a:lnTo>
                    <a:pt x="4929378" y="726694"/>
                  </a:lnTo>
                  <a:lnTo>
                    <a:pt x="4955667" y="772033"/>
                  </a:lnTo>
                  <a:lnTo>
                    <a:pt x="4984877" y="811276"/>
                  </a:lnTo>
                  <a:lnTo>
                    <a:pt x="5016754" y="843153"/>
                  </a:lnTo>
                  <a:lnTo>
                    <a:pt x="5050790" y="866648"/>
                  </a:lnTo>
                  <a:lnTo>
                    <a:pt x="5086858" y="880364"/>
                  </a:lnTo>
                  <a:lnTo>
                    <a:pt x="5111877" y="883285"/>
                  </a:lnTo>
                  <a:lnTo>
                    <a:pt x="5135626" y="882142"/>
                  </a:lnTo>
                  <a:lnTo>
                    <a:pt x="5158867" y="878713"/>
                  </a:lnTo>
                  <a:lnTo>
                    <a:pt x="5181727" y="873252"/>
                  </a:lnTo>
                  <a:lnTo>
                    <a:pt x="5204079" y="866013"/>
                  </a:lnTo>
                  <a:lnTo>
                    <a:pt x="5224348" y="857377"/>
                  </a:lnTo>
                  <a:lnTo>
                    <a:pt x="5225542" y="856869"/>
                  </a:lnTo>
                  <a:lnTo>
                    <a:pt x="5265547" y="833628"/>
                  </a:lnTo>
                  <a:lnTo>
                    <a:pt x="5300726" y="805180"/>
                  </a:lnTo>
                  <a:lnTo>
                    <a:pt x="5329301" y="772287"/>
                  </a:lnTo>
                  <a:lnTo>
                    <a:pt x="5329936" y="771525"/>
                  </a:lnTo>
                  <a:lnTo>
                    <a:pt x="5330444" y="770636"/>
                  </a:lnTo>
                  <a:lnTo>
                    <a:pt x="5336273" y="758571"/>
                  </a:lnTo>
                  <a:lnTo>
                    <a:pt x="5337441" y="756158"/>
                  </a:lnTo>
                  <a:lnTo>
                    <a:pt x="5338546" y="753859"/>
                  </a:lnTo>
                  <a:lnTo>
                    <a:pt x="5365115" y="761873"/>
                  </a:lnTo>
                  <a:close/>
                </a:path>
              </a:pathLst>
            </a:custGeom>
            <a:solidFill>
              <a:srgbClr val="000000">
                <a:alpha val="19999"/>
              </a:srgbClr>
            </a:solidFill>
          </p:spPr>
          <p:txBody>
            <a:bodyPr wrap="square" lIns="0" tIns="0" rIns="0" bIns="0" rtlCol="0"/>
            <a:lstStyle/>
            <a:p>
              <a:endParaRPr/>
            </a:p>
          </p:txBody>
        </p:sp>
        <p:pic>
          <p:nvPicPr>
            <p:cNvPr id="21" name="object 21"/>
            <p:cNvPicPr/>
            <p:nvPr/>
          </p:nvPicPr>
          <p:blipFill>
            <a:blip r:embed="rId6" cstate="print"/>
            <a:stretch>
              <a:fillRect/>
            </a:stretch>
          </p:blipFill>
          <p:spPr>
            <a:xfrm>
              <a:off x="4279391" y="2439923"/>
              <a:ext cx="316229" cy="169925"/>
            </a:xfrm>
            <a:prstGeom prst="rect">
              <a:avLst/>
            </a:prstGeom>
          </p:spPr>
        </p:pic>
        <p:pic>
          <p:nvPicPr>
            <p:cNvPr id="22" name="object 22"/>
            <p:cNvPicPr/>
            <p:nvPr/>
          </p:nvPicPr>
          <p:blipFill>
            <a:blip r:embed="rId7" cstate="print"/>
            <a:stretch>
              <a:fillRect/>
            </a:stretch>
          </p:blipFill>
          <p:spPr>
            <a:xfrm>
              <a:off x="5670803" y="2441447"/>
              <a:ext cx="153162" cy="168401"/>
            </a:xfrm>
            <a:prstGeom prst="rect">
              <a:avLst/>
            </a:prstGeom>
          </p:spPr>
        </p:pic>
        <p:pic>
          <p:nvPicPr>
            <p:cNvPr id="23" name="object 23"/>
            <p:cNvPicPr/>
            <p:nvPr/>
          </p:nvPicPr>
          <p:blipFill>
            <a:blip r:embed="rId8" cstate="print"/>
            <a:stretch>
              <a:fillRect/>
            </a:stretch>
          </p:blipFill>
          <p:spPr>
            <a:xfrm>
              <a:off x="7098791" y="2441447"/>
              <a:ext cx="317753" cy="168401"/>
            </a:xfrm>
            <a:prstGeom prst="rect">
              <a:avLst/>
            </a:prstGeom>
          </p:spPr>
        </p:pic>
        <p:pic>
          <p:nvPicPr>
            <p:cNvPr id="24" name="object 24"/>
            <p:cNvPicPr/>
            <p:nvPr/>
          </p:nvPicPr>
          <p:blipFill>
            <a:blip r:embed="rId9" cstate="print"/>
            <a:stretch>
              <a:fillRect/>
            </a:stretch>
          </p:blipFill>
          <p:spPr>
            <a:xfrm>
              <a:off x="2869691" y="2439923"/>
              <a:ext cx="316230" cy="169925"/>
            </a:xfrm>
            <a:prstGeom prst="rect">
              <a:avLst/>
            </a:prstGeom>
          </p:spPr>
        </p:pic>
      </p:grpSp>
      <p:pic>
        <p:nvPicPr>
          <p:cNvPr id="25" name="object 25"/>
          <p:cNvPicPr/>
          <p:nvPr/>
        </p:nvPicPr>
        <p:blipFill>
          <a:blip r:embed="rId10" cstate="print"/>
          <a:stretch>
            <a:fillRect/>
          </a:stretch>
        </p:blipFill>
        <p:spPr>
          <a:xfrm>
            <a:off x="3618007" y="4096577"/>
            <a:ext cx="331438" cy="157668"/>
          </a:xfrm>
          <a:prstGeom prst="rect">
            <a:avLst/>
          </a:prstGeom>
        </p:spPr>
      </p:pic>
      <p:pic>
        <p:nvPicPr>
          <p:cNvPr id="26" name="object 26"/>
          <p:cNvPicPr/>
          <p:nvPr/>
        </p:nvPicPr>
        <p:blipFill>
          <a:blip r:embed="rId11" cstate="print"/>
          <a:stretch>
            <a:fillRect/>
          </a:stretch>
        </p:blipFill>
        <p:spPr>
          <a:xfrm>
            <a:off x="3622583" y="1955400"/>
            <a:ext cx="290286" cy="159149"/>
          </a:xfrm>
          <a:prstGeom prst="rect">
            <a:avLst/>
          </a:prstGeom>
        </p:spPr>
      </p:pic>
      <p:pic>
        <p:nvPicPr>
          <p:cNvPr id="27" name="object 27"/>
          <p:cNvPicPr/>
          <p:nvPr/>
        </p:nvPicPr>
        <p:blipFill>
          <a:blip r:embed="rId12" cstate="print"/>
          <a:stretch>
            <a:fillRect/>
          </a:stretch>
        </p:blipFill>
        <p:spPr>
          <a:xfrm>
            <a:off x="1847147" y="4645293"/>
            <a:ext cx="291786" cy="122540"/>
          </a:xfrm>
          <a:prstGeom prst="rect">
            <a:avLst/>
          </a:prstGeom>
        </p:spPr>
      </p:pic>
      <p:pic>
        <p:nvPicPr>
          <p:cNvPr id="28" name="object 28"/>
          <p:cNvPicPr/>
          <p:nvPr/>
        </p:nvPicPr>
        <p:blipFill>
          <a:blip r:embed="rId13" cstate="print"/>
          <a:stretch>
            <a:fillRect/>
          </a:stretch>
        </p:blipFill>
        <p:spPr>
          <a:xfrm>
            <a:off x="5074940" y="4096577"/>
            <a:ext cx="165333" cy="157668"/>
          </a:xfrm>
          <a:prstGeom prst="rect">
            <a:avLst/>
          </a:prstGeom>
        </p:spPr>
      </p:pic>
      <p:pic>
        <p:nvPicPr>
          <p:cNvPr id="29" name="object 29"/>
          <p:cNvPicPr/>
          <p:nvPr/>
        </p:nvPicPr>
        <p:blipFill>
          <a:blip r:embed="rId14" cstate="print"/>
          <a:stretch>
            <a:fillRect/>
          </a:stretch>
        </p:blipFill>
        <p:spPr>
          <a:xfrm>
            <a:off x="5100964" y="1955400"/>
            <a:ext cx="127117" cy="159149"/>
          </a:xfrm>
          <a:prstGeom prst="rect">
            <a:avLst/>
          </a:prstGeom>
        </p:spPr>
      </p:pic>
      <p:pic>
        <p:nvPicPr>
          <p:cNvPr id="30" name="object 30"/>
          <p:cNvPicPr/>
          <p:nvPr/>
        </p:nvPicPr>
        <p:blipFill>
          <a:blip r:embed="rId15" cstate="print"/>
          <a:stretch>
            <a:fillRect/>
          </a:stretch>
        </p:blipFill>
        <p:spPr>
          <a:xfrm>
            <a:off x="6391687" y="4096577"/>
            <a:ext cx="331438" cy="157668"/>
          </a:xfrm>
          <a:prstGeom prst="rect">
            <a:avLst/>
          </a:prstGeom>
        </p:spPr>
      </p:pic>
      <p:pic>
        <p:nvPicPr>
          <p:cNvPr id="31" name="object 31"/>
          <p:cNvPicPr/>
          <p:nvPr/>
        </p:nvPicPr>
        <p:blipFill>
          <a:blip r:embed="rId16" cstate="print"/>
          <a:stretch>
            <a:fillRect/>
          </a:stretch>
        </p:blipFill>
        <p:spPr>
          <a:xfrm>
            <a:off x="6417599" y="1955400"/>
            <a:ext cx="290286" cy="159149"/>
          </a:xfrm>
          <a:prstGeom prst="rect">
            <a:avLst/>
          </a:prstGeom>
        </p:spPr>
      </p:pic>
      <p:sp>
        <p:nvSpPr>
          <p:cNvPr id="32" name="object 32"/>
          <p:cNvSpPr/>
          <p:nvPr/>
        </p:nvSpPr>
        <p:spPr>
          <a:xfrm>
            <a:off x="7840980" y="4110228"/>
            <a:ext cx="458470" cy="76200"/>
          </a:xfrm>
          <a:custGeom>
            <a:avLst/>
            <a:gdLst/>
            <a:ahLst/>
            <a:cxnLst/>
            <a:rect l="l" t="t" r="r" b="b"/>
            <a:pathLst>
              <a:path w="458470" h="76200">
                <a:moveTo>
                  <a:pt x="76200" y="0"/>
                </a:moveTo>
                <a:lnTo>
                  <a:pt x="0" y="38100"/>
                </a:lnTo>
                <a:lnTo>
                  <a:pt x="76200" y="76200"/>
                </a:lnTo>
                <a:lnTo>
                  <a:pt x="76200" y="44450"/>
                </a:lnTo>
                <a:lnTo>
                  <a:pt x="63500" y="44450"/>
                </a:lnTo>
                <a:lnTo>
                  <a:pt x="63500" y="31750"/>
                </a:lnTo>
                <a:lnTo>
                  <a:pt x="76200" y="31750"/>
                </a:lnTo>
                <a:lnTo>
                  <a:pt x="76200" y="0"/>
                </a:lnTo>
                <a:close/>
              </a:path>
              <a:path w="458470" h="76200">
                <a:moveTo>
                  <a:pt x="76200" y="31750"/>
                </a:moveTo>
                <a:lnTo>
                  <a:pt x="63500" y="31750"/>
                </a:lnTo>
                <a:lnTo>
                  <a:pt x="63500" y="44450"/>
                </a:lnTo>
                <a:lnTo>
                  <a:pt x="76200" y="44450"/>
                </a:lnTo>
                <a:lnTo>
                  <a:pt x="76200" y="31750"/>
                </a:lnTo>
                <a:close/>
              </a:path>
              <a:path w="458470" h="76200">
                <a:moveTo>
                  <a:pt x="458470" y="31750"/>
                </a:moveTo>
                <a:lnTo>
                  <a:pt x="76200" y="31750"/>
                </a:lnTo>
                <a:lnTo>
                  <a:pt x="76200" y="44450"/>
                </a:lnTo>
                <a:lnTo>
                  <a:pt x="458470" y="44450"/>
                </a:lnTo>
                <a:lnTo>
                  <a:pt x="458470" y="31750"/>
                </a:lnTo>
                <a:close/>
              </a:path>
            </a:pathLst>
          </a:custGeom>
          <a:solidFill>
            <a:srgbClr val="006FC0"/>
          </a:solidFill>
        </p:spPr>
        <p:txBody>
          <a:bodyPr wrap="square" lIns="0" tIns="0" rIns="0" bIns="0" rtlCol="0"/>
          <a:lstStyle/>
          <a:p>
            <a:endParaRPr/>
          </a:p>
        </p:txBody>
      </p:sp>
      <p:pic>
        <p:nvPicPr>
          <p:cNvPr id="33" name="object 33"/>
          <p:cNvPicPr/>
          <p:nvPr/>
        </p:nvPicPr>
        <p:blipFill>
          <a:blip r:embed="rId17" cstate="print"/>
          <a:stretch>
            <a:fillRect/>
          </a:stretch>
        </p:blipFill>
        <p:spPr>
          <a:xfrm>
            <a:off x="8464346" y="4107202"/>
            <a:ext cx="342087" cy="151615"/>
          </a:xfrm>
          <a:prstGeom prst="rect">
            <a:avLst/>
          </a:prstGeom>
        </p:spPr>
      </p:pic>
      <p:sp>
        <p:nvSpPr>
          <p:cNvPr id="34" name="object 34"/>
          <p:cNvSpPr/>
          <p:nvPr/>
        </p:nvSpPr>
        <p:spPr>
          <a:xfrm>
            <a:off x="7840980" y="1999488"/>
            <a:ext cx="458470" cy="76200"/>
          </a:xfrm>
          <a:custGeom>
            <a:avLst/>
            <a:gdLst/>
            <a:ahLst/>
            <a:cxnLst/>
            <a:rect l="l" t="t" r="r" b="b"/>
            <a:pathLst>
              <a:path w="458470" h="76200">
                <a:moveTo>
                  <a:pt x="76200" y="0"/>
                </a:moveTo>
                <a:lnTo>
                  <a:pt x="0" y="38100"/>
                </a:lnTo>
                <a:lnTo>
                  <a:pt x="76200" y="76200"/>
                </a:lnTo>
                <a:lnTo>
                  <a:pt x="76200" y="44450"/>
                </a:lnTo>
                <a:lnTo>
                  <a:pt x="63500" y="44450"/>
                </a:lnTo>
                <a:lnTo>
                  <a:pt x="63500" y="31750"/>
                </a:lnTo>
                <a:lnTo>
                  <a:pt x="76200" y="31750"/>
                </a:lnTo>
                <a:lnTo>
                  <a:pt x="76200" y="0"/>
                </a:lnTo>
                <a:close/>
              </a:path>
              <a:path w="458470" h="76200">
                <a:moveTo>
                  <a:pt x="76200" y="31750"/>
                </a:moveTo>
                <a:lnTo>
                  <a:pt x="63500" y="31750"/>
                </a:lnTo>
                <a:lnTo>
                  <a:pt x="63500" y="44450"/>
                </a:lnTo>
                <a:lnTo>
                  <a:pt x="76200" y="44450"/>
                </a:lnTo>
                <a:lnTo>
                  <a:pt x="76200" y="31750"/>
                </a:lnTo>
                <a:close/>
              </a:path>
              <a:path w="458470" h="76200">
                <a:moveTo>
                  <a:pt x="458470" y="31750"/>
                </a:moveTo>
                <a:lnTo>
                  <a:pt x="76200" y="31750"/>
                </a:lnTo>
                <a:lnTo>
                  <a:pt x="76200" y="44450"/>
                </a:lnTo>
                <a:lnTo>
                  <a:pt x="458470" y="44450"/>
                </a:lnTo>
                <a:lnTo>
                  <a:pt x="458470" y="31750"/>
                </a:lnTo>
                <a:close/>
              </a:path>
            </a:pathLst>
          </a:custGeom>
          <a:solidFill>
            <a:srgbClr val="FF0000"/>
          </a:solidFill>
        </p:spPr>
        <p:txBody>
          <a:bodyPr wrap="square" lIns="0" tIns="0" rIns="0" bIns="0" rtlCol="0"/>
          <a:lstStyle/>
          <a:p>
            <a:endParaRPr/>
          </a:p>
        </p:txBody>
      </p:sp>
      <p:pic>
        <p:nvPicPr>
          <p:cNvPr id="35" name="object 35"/>
          <p:cNvPicPr/>
          <p:nvPr/>
        </p:nvPicPr>
        <p:blipFill>
          <a:blip r:embed="rId18" cstate="print"/>
          <a:stretch>
            <a:fillRect/>
          </a:stretch>
        </p:blipFill>
        <p:spPr>
          <a:xfrm>
            <a:off x="8447555" y="1984360"/>
            <a:ext cx="445746" cy="154573"/>
          </a:xfrm>
          <a:prstGeom prst="rect">
            <a:avLst/>
          </a:prstGeom>
        </p:spPr>
      </p:pic>
      <p:sp>
        <p:nvSpPr>
          <p:cNvPr id="36" name="object 36"/>
          <p:cNvSpPr/>
          <p:nvPr/>
        </p:nvSpPr>
        <p:spPr>
          <a:xfrm>
            <a:off x="1598675" y="3063239"/>
            <a:ext cx="458470" cy="76200"/>
          </a:xfrm>
          <a:custGeom>
            <a:avLst/>
            <a:gdLst/>
            <a:ahLst/>
            <a:cxnLst/>
            <a:rect l="l" t="t" r="r" b="b"/>
            <a:pathLst>
              <a:path w="458469" h="76200">
                <a:moveTo>
                  <a:pt x="382269" y="0"/>
                </a:moveTo>
                <a:lnTo>
                  <a:pt x="382269" y="76200"/>
                </a:lnTo>
                <a:lnTo>
                  <a:pt x="445769" y="44450"/>
                </a:lnTo>
                <a:lnTo>
                  <a:pt x="394969" y="44450"/>
                </a:lnTo>
                <a:lnTo>
                  <a:pt x="394969" y="31750"/>
                </a:lnTo>
                <a:lnTo>
                  <a:pt x="445769" y="31750"/>
                </a:lnTo>
                <a:lnTo>
                  <a:pt x="382269" y="0"/>
                </a:lnTo>
                <a:close/>
              </a:path>
              <a:path w="458469" h="76200">
                <a:moveTo>
                  <a:pt x="382269" y="31750"/>
                </a:moveTo>
                <a:lnTo>
                  <a:pt x="0" y="31750"/>
                </a:lnTo>
                <a:lnTo>
                  <a:pt x="0" y="44450"/>
                </a:lnTo>
                <a:lnTo>
                  <a:pt x="382269" y="44450"/>
                </a:lnTo>
                <a:lnTo>
                  <a:pt x="382269" y="31750"/>
                </a:lnTo>
                <a:close/>
              </a:path>
              <a:path w="458469" h="76200">
                <a:moveTo>
                  <a:pt x="445769" y="31750"/>
                </a:moveTo>
                <a:lnTo>
                  <a:pt x="394969" y="31750"/>
                </a:lnTo>
                <a:lnTo>
                  <a:pt x="394969" y="44450"/>
                </a:lnTo>
                <a:lnTo>
                  <a:pt x="445769" y="44450"/>
                </a:lnTo>
                <a:lnTo>
                  <a:pt x="458469" y="38100"/>
                </a:lnTo>
                <a:lnTo>
                  <a:pt x="445769" y="31750"/>
                </a:lnTo>
                <a:close/>
              </a:path>
            </a:pathLst>
          </a:custGeom>
          <a:solidFill>
            <a:srgbClr val="6F2F9F"/>
          </a:solidFill>
        </p:spPr>
        <p:txBody>
          <a:bodyPr wrap="square" lIns="0" tIns="0" rIns="0" bIns="0" rtlCol="0"/>
          <a:lstStyle/>
          <a:p>
            <a:endParaRPr/>
          </a:p>
        </p:txBody>
      </p:sp>
      <p:pic>
        <p:nvPicPr>
          <p:cNvPr id="37" name="object 37"/>
          <p:cNvPicPr/>
          <p:nvPr/>
        </p:nvPicPr>
        <p:blipFill>
          <a:blip r:embed="rId19" cstate="print"/>
          <a:stretch>
            <a:fillRect/>
          </a:stretch>
        </p:blipFill>
        <p:spPr>
          <a:xfrm>
            <a:off x="1011958" y="3045088"/>
            <a:ext cx="454891" cy="127117"/>
          </a:xfrm>
          <a:prstGeom prst="rect">
            <a:avLst/>
          </a:prstGeom>
        </p:spPr>
      </p:pic>
      <p:pic>
        <p:nvPicPr>
          <p:cNvPr id="38" name="object 38"/>
          <p:cNvPicPr/>
          <p:nvPr/>
        </p:nvPicPr>
        <p:blipFill>
          <a:blip r:embed="rId20" cstate="print"/>
          <a:stretch>
            <a:fillRect/>
          </a:stretch>
        </p:blipFill>
        <p:spPr>
          <a:xfrm>
            <a:off x="2328672" y="4576571"/>
            <a:ext cx="5195316" cy="286511"/>
          </a:xfrm>
          <a:prstGeom prst="rect">
            <a:avLst/>
          </a:prstGeom>
        </p:spPr>
      </p:pic>
      <p:sp>
        <p:nvSpPr>
          <p:cNvPr id="39" name="object 39"/>
          <p:cNvSpPr/>
          <p:nvPr/>
        </p:nvSpPr>
        <p:spPr>
          <a:xfrm>
            <a:off x="560831" y="5169408"/>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40" name="object 40"/>
          <p:cNvPicPr/>
          <p:nvPr/>
        </p:nvPicPr>
        <p:blipFill>
          <a:blip r:embed="rId21" cstate="print"/>
          <a:stretch>
            <a:fillRect/>
          </a:stretch>
        </p:blipFill>
        <p:spPr>
          <a:xfrm>
            <a:off x="714755" y="5192267"/>
            <a:ext cx="5238750" cy="176022"/>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3498" y="6524434"/>
            <a:ext cx="78443"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3231" y="1463039"/>
            <a:ext cx="2393442" cy="160782"/>
          </a:xfrm>
          <a:prstGeom prst="rect">
            <a:avLst/>
          </a:prstGeom>
        </p:spPr>
      </p:pic>
      <p:sp>
        <p:nvSpPr>
          <p:cNvPr id="7" name="object 7"/>
          <p:cNvSpPr txBox="1"/>
          <p:nvPr/>
        </p:nvSpPr>
        <p:spPr>
          <a:xfrm>
            <a:off x="437489" y="431419"/>
            <a:ext cx="48113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2.1.</a:t>
            </a:r>
            <a:r>
              <a:rPr sz="1800" spc="-20" dirty="0">
                <a:solidFill>
                  <a:srgbClr val="FFFFFF"/>
                </a:solidFill>
                <a:latin typeface="Ebrima"/>
                <a:cs typeface="Ebrima"/>
              </a:rPr>
              <a:t> </a:t>
            </a:r>
            <a:r>
              <a:rPr sz="1800" spc="-5" dirty="0">
                <a:solidFill>
                  <a:srgbClr val="FFFFFF"/>
                </a:solidFill>
                <a:latin typeface="Ebrima"/>
                <a:cs typeface="Ebrima"/>
              </a:rPr>
              <a:t>About</a:t>
            </a:r>
            <a:r>
              <a:rPr sz="1800" spc="-15" dirty="0">
                <a:solidFill>
                  <a:srgbClr val="FFFFFF"/>
                </a:solidFill>
                <a:latin typeface="Ebrima"/>
                <a:cs typeface="Ebrima"/>
              </a:rPr>
              <a:t> </a:t>
            </a:r>
            <a:r>
              <a:rPr sz="1800" dirty="0">
                <a:solidFill>
                  <a:srgbClr val="FFFFFF"/>
                </a:solidFill>
                <a:latin typeface="Ebrima"/>
                <a:cs typeface="Ebrima"/>
              </a:rPr>
              <a:t>the</a:t>
            </a:r>
            <a:r>
              <a:rPr sz="1800" spc="-25" dirty="0">
                <a:solidFill>
                  <a:srgbClr val="FFFFFF"/>
                </a:solidFill>
                <a:latin typeface="Ebrima"/>
                <a:cs typeface="Ebrima"/>
              </a:rPr>
              <a:t> </a:t>
            </a:r>
            <a:r>
              <a:rPr sz="1800" spc="-5" dirty="0">
                <a:solidFill>
                  <a:srgbClr val="FFFFFF"/>
                </a:solidFill>
                <a:latin typeface="Ebrima"/>
                <a:cs typeface="Ebrima"/>
              </a:rPr>
              <a:t>Recurrent</a:t>
            </a:r>
            <a:r>
              <a:rPr sz="1800" spc="-20" dirty="0">
                <a:solidFill>
                  <a:srgbClr val="FFFFFF"/>
                </a:solidFill>
                <a:latin typeface="Ebrima"/>
                <a:cs typeface="Ebrima"/>
              </a:rPr>
              <a:t> </a:t>
            </a:r>
            <a:r>
              <a:rPr sz="1800" spc="-5" dirty="0">
                <a:solidFill>
                  <a:srgbClr val="FFFFFF"/>
                </a:solidFill>
                <a:latin typeface="Ebrima"/>
                <a:cs typeface="Ebrima"/>
              </a:rPr>
              <a:t>Neural</a:t>
            </a:r>
            <a:r>
              <a:rPr sz="1800" spc="-15" dirty="0">
                <a:solidFill>
                  <a:srgbClr val="FFFFFF"/>
                </a:solidFill>
                <a:latin typeface="Ebrima"/>
                <a:cs typeface="Ebrima"/>
              </a:rPr>
              <a:t> </a:t>
            </a:r>
            <a:r>
              <a:rPr sz="1800" spc="-5" dirty="0">
                <a:solidFill>
                  <a:srgbClr val="FFFFFF"/>
                </a:solidFill>
                <a:latin typeface="Ebrima"/>
                <a:cs typeface="Ebrima"/>
              </a:rPr>
              <a:t>Network (RNN)</a:t>
            </a:r>
            <a:endParaRPr sz="1800">
              <a:latin typeface="Ebrima"/>
              <a:cs typeface="Ebrima"/>
            </a:endParaRP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02</a:t>
            </a:r>
            <a:endParaRPr sz="1600">
              <a:latin typeface="Ebrima"/>
              <a:cs typeface="Ebrima"/>
            </a:endParaRPr>
          </a:p>
        </p:txBody>
      </p:sp>
      <p:sp>
        <p:nvSpPr>
          <p:cNvPr id="9" name="object 9"/>
          <p:cNvSpPr/>
          <p:nvPr/>
        </p:nvSpPr>
        <p:spPr>
          <a:xfrm>
            <a:off x="560831" y="5169408"/>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0" name="object 10"/>
          <p:cNvPicPr/>
          <p:nvPr/>
        </p:nvPicPr>
        <p:blipFill>
          <a:blip r:embed="rId6" cstate="print"/>
          <a:stretch>
            <a:fillRect/>
          </a:stretch>
        </p:blipFill>
        <p:spPr>
          <a:xfrm>
            <a:off x="714755" y="5192267"/>
            <a:ext cx="3259074" cy="176022"/>
          </a:xfrm>
          <a:prstGeom prst="rect">
            <a:avLst/>
          </a:prstGeom>
        </p:spPr>
      </p:pic>
      <p:grpSp>
        <p:nvGrpSpPr>
          <p:cNvPr id="11" name="object 11"/>
          <p:cNvGrpSpPr/>
          <p:nvPr/>
        </p:nvGrpSpPr>
        <p:grpSpPr>
          <a:xfrm>
            <a:off x="2443607" y="2178557"/>
            <a:ext cx="5393055" cy="1827530"/>
            <a:chOff x="2443607" y="2178557"/>
            <a:chExt cx="5393055" cy="1827530"/>
          </a:xfrm>
        </p:grpSpPr>
        <p:sp>
          <p:nvSpPr>
            <p:cNvPr id="12" name="object 12"/>
            <p:cNvSpPr/>
            <p:nvPr/>
          </p:nvSpPr>
          <p:spPr>
            <a:xfrm>
              <a:off x="3783203" y="2400045"/>
              <a:ext cx="1247775" cy="1536700"/>
            </a:xfrm>
            <a:custGeom>
              <a:avLst/>
              <a:gdLst/>
              <a:ahLst/>
              <a:cxnLst/>
              <a:rect l="l" t="t" r="r" b="b"/>
              <a:pathLst>
                <a:path w="1247775" h="1536700">
                  <a:moveTo>
                    <a:pt x="1010920" y="1523999"/>
                  </a:moveTo>
                  <a:lnTo>
                    <a:pt x="962533" y="1523999"/>
                  </a:lnTo>
                  <a:lnTo>
                    <a:pt x="968629" y="1536699"/>
                  </a:lnTo>
                  <a:lnTo>
                    <a:pt x="1009523" y="1536699"/>
                  </a:lnTo>
                  <a:lnTo>
                    <a:pt x="1010920" y="1523999"/>
                  </a:lnTo>
                  <a:close/>
                </a:path>
                <a:path w="1247775" h="1536700">
                  <a:moveTo>
                    <a:pt x="1204103" y="1160813"/>
                  </a:moveTo>
                  <a:lnTo>
                    <a:pt x="1195197" y="1193800"/>
                  </a:lnTo>
                  <a:lnTo>
                    <a:pt x="1178941" y="1244599"/>
                  </a:lnTo>
                  <a:lnTo>
                    <a:pt x="1162431" y="1295399"/>
                  </a:lnTo>
                  <a:lnTo>
                    <a:pt x="1154049" y="1320799"/>
                  </a:lnTo>
                  <a:lnTo>
                    <a:pt x="1145667" y="1333499"/>
                  </a:lnTo>
                  <a:lnTo>
                    <a:pt x="1137158" y="1358899"/>
                  </a:lnTo>
                  <a:lnTo>
                    <a:pt x="1128649" y="1384299"/>
                  </a:lnTo>
                  <a:lnTo>
                    <a:pt x="1120013" y="1396999"/>
                  </a:lnTo>
                  <a:lnTo>
                    <a:pt x="1111250" y="1422399"/>
                  </a:lnTo>
                  <a:lnTo>
                    <a:pt x="1102360" y="1435099"/>
                  </a:lnTo>
                  <a:lnTo>
                    <a:pt x="1093470" y="1460499"/>
                  </a:lnTo>
                  <a:lnTo>
                    <a:pt x="1084326" y="1473199"/>
                  </a:lnTo>
                  <a:lnTo>
                    <a:pt x="1084580" y="1473199"/>
                  </a:lnTo>
                  <a:lnTo>
                    <a:pt x="1075182" y="1485899"/>
                  </a:lnTo>
                  <a:lnTo>
                    <a:pt x="1075436" y="1485899"/>
                  </a:lnTo>
                  <a:lnTo>
                    <a:pt x="1066038" y="1498599"/>
                  </a:lnTo>
                  <a:lnTo>
                    <a:pt x="1066292" y="1498599"/>
                  </a:lnTo>
                  <a:lnTo>
                    <a:pt x="1056639" y="1511299"/>
                  </a:lnTo>
                  <a:lnTo>
                    <a:pt x="1047876" y="1511299"/>
                  </a:lnTo>
                  <a:lnTo>
                    <a:pt x="1037844" y="1523999"/>
                  </a:lnTo>
                  <a:lnTo>
                    <a:pt x="1020191" y="1523999"/>
                  </a:lnTo>
                  <a:lnTo>
                    <a:pt x="1009523" y="1536699"/>
                  </a:lnTo>
                  <a:lnTo>
                    <a:pt x="1044956" y="1536699"/>
                  </a:lnTo>
                  <a:lnTo>
                    <a:pt x="1075944" y="1498599"/>
                  </a:lnTo>
                  <a:lnTo>
                    <a:pt x="1104519" y="1460499"/>
                  </a:lnTo>
                  <a:lnTo>
                    <a:pt x="1122807" y="1422399"/>
                  </a:lnTo>
                  <a:lnTo>
                    <a:pt x="1131570" y="1409699"/>
                  </a:lnTo>
                  <a:lnTo>
                    <a:pt x="1140333" y="1384299"/>
                  </a:lnTo>
                  <a:lnTo>
                    <a:pt x="1148969" y="1371599"/>
                  </a:lnTo>
                  <a:lnTo>
                    <a:pt x="1174496" y="1295399"/>
                  </a:lnTo>
                  <a:lnTo>
                    <a:pt x="1191006" y="1244599"/>
                  </a:lnTo>
                  <a:lnTo>
                    <a:pt x="1207262" y="1193800"/>
                  </a:lnTo>
                  <a:lnTo>
                    <a:pt x="1218249" y="1163278"/>
                  </a:lnTo>
                  <a:lnTo>
                    <a:pt x="1204103" y="1160813"/>
                  </a:lnTo>
                  <a:close/>
                </a:path>
                <a:path w="1247775" h="1536700">
                  <a:moveTo>
                    <a:pt x="969772" y="1511299"/>
                  </a:moveTo>
                  <a:lnTo>
                    <a:pt x="950341" y="1511299"/>
                  </a:lnTo>
                  <a:lnTo>
                    <a:pt x="956437" y="1523999"/>
                  </a:lnTo>
                  <a:lnTo>
                    <a:pt x="975487" y="1523999"/>
                  </a:lnTo>
                  <a:lnTo>
                    <a:pt x="969772" y="1511299"/>
                  </a:lnTo>
                  <a:close/>
                </a:path>
                <a:path w="1247775" h="1536700">
                  <a:moveTo>
                    <a:pt x="953008" y="1498599"/>
                  </a:moveTo>
                  <a:lnTo>
                    <a:pt x="938022" y="1498599"/>
                  </a:lnTo>
                  <a:lnTo>
                    <a:pt x="944118" y="1511299"/>
                  </a:lnTo>
                  <a:lnTo>
                    <a:pt x="958976" y="1511299"/>
                  </a:lnTo>
                  <a:lnTo>
                    <a:pt x="953008" y="1498599"/>
                  </a:lnTo>
                  <a:close/>
                </a:path>
                <a:path w="1247775" h="1536700">
                  <a:moveTo>
                    <a:pt x="1057148" y="1498599"/>
                  </a:moveTo>
                  <a:lnTo>
                    <a:pt x="1047242" y="1511299"/>
                  </a:lnTo>
                  <a:lnTo>
                    <a:pt x="1056639" y="1511299"/>
                  </a:lnTo>
                  <a:lnTo>
                    <a:pt x="1057148" y="1498599"/>
                  </a:lnTo>
                  <a:close/>
                </a:path>
                <a:path w="1247775" h="1536700">
                  <a:moveTo>
                    <a:pt x="941451" y="1485899"/>
                  </a:moveTo>
                  <a:lnTo>
                    <a:pt x="925322" y="1485899"/>
                  </a:lnTo>
                  <a:lnTo>
                    <a:pt x="931799" y="1498599"/>
                  </a:lnTo>
                  <a:lnTo>
                    <a:pt x="947547" y="1498599"/>
                  </a:lnTo>
                  <a:lnTo>
                    <a:pt x="941451" y="1485899"/>
                  </a:lnTo>
                  <a:close/>
                </a:path>
                <a:path w="1247775" h="1536700">
                  <a:moveTo>
                    <a:pt x="467233" y="76200"/>
                  </a:moveTo>
                  <a:lnTo>
                    <a:pt x="449452" y="76200"/>
                  </a:lnTo>
                  <a:lnTo>
                    <a:pt x="456819" y="88900"/>
                  </a:lnTo>
                  <a:lnTo>
                    <a:pt x="456564" y="88900"/>
                  </a:lnTo>
                  <a:lnTo>
                    <a:pt x="463931" y="101600"/>
                  </a:lnTo>
                  <a:lnTo>
                    <a:pt x="471297" y="114300"/>
                  </a:lnTo>
                  <a:lnTo>
                    <a:pt x="486156" y="139700"/>
                  </a:lnTo>
                  <a:lnTo>
                    <a:pt x="493649" y="152400"/>
                  </a:lnTo>
                  <a:lnTo>
                    <a:pt x="501269" y="177800"/>
                  </a:lnTo>
                  <a:lnTo>
                    <a:pt x="508888" y="190500"/>
                  </a:lnTo>
                  <a:lnTo>
                    <a:pt x="516636" y="215900"/>
                  </a:lnTo>
                  <a:lnTo>
                    <a:pt x="524256" y="228600"/>
                  </a:lnTo>
                  <a:lnTo>
                    <a:pt x="532002" y="254000"/>
                  </a:lnTo>
                  <a:lnTo>
                    <a:pt x="539876" y="279400"/>
                  </a:lnTo>
                  <a:lnTo>
                    <a:pt x="547751" y="292100"/>
                  </a:lnTo>
                  <a:lnTo>
                    <a:pt x="579247" y="393700"/>
                  </a:lnTo>
                  <a:lnTo>
                    <a:pt x="611251" y="495300"/>
                  </a:lnTo>
                  <a:lnTo>
                    <a:pt x="627380" y="546100"/>
                  </a:lnTo>
                  <a:lnTo>
                    <a:pt x="643382" y="609600"/>
                  </a:lnTo>
                  <a:lnTo>
                    <a:pt x="659384" y="660400"/>
                  </a:lnTo>
                  <a:lnTo>
                    <a:pt x="675513" y="723900"/>
                  </a:lnTo>
                  <a:lnTo>
                    <a:pt x="691514" y="787400"/>
                  </a:lnTo>
                  <a:lnTo>
                    <a:pt x="707389" y="838200"/>
                  </a:lnTo>
                  <a:lnTo>
                    <a:pt x="739013" y="952500"/>
                  </a:lnTo>
                  <a:lnTo>
                    <a:pt x="754634" y="1016000"/>
                  </a:lnTo>
                  <a:lnTo>
                    <a:pt x="785368" y="1117600"/>
                  </a:lnTo>
                  <a:lnTo>
                    <a:pt x="815339" y="1219199"/>
                  </a:lnTo>
                  <a:lnTo>
                    <a:pt x="822706" y="1244599"/>
                  </a:lnTo>
                  <a:lnTo>
                    <a:pt x="829945" y="1269999"/>
                  </a:lnTo>
                  <a:lnTo>
                    <a:pt x="844423" y="1308099"/>
                  </a:lnTo>
                  <a:lnTo>
                    <a:pt x="851535" y="1333499"/>
                  </a:lnTo>
                  <a:lnTo>
                    <a:pt x="858647" y="1346199"/>
                  </a:lnTo>
                  <a:lnTo>
                    <a:pt x="865632" y="1371599"/>
                  </a:lnTo>
                  <a:lnTo>
                    <a:pt x="879348" y="1396999"/>
                  </a:lnTo>
                  <a:lnTo>
                    <a:pt x="886206" y="1422399"/>
                  </a:lnTo>
                  <a:lnTo>
                    <a:pt x="906018" y="1460499"/>
                  </a:lnTo>
                  <a:lnTo>
                    <a:pt x="918972" y="1485899"/>
                  </a:lnTo>
                  <a:lnTo>
                    <a:pt x="935609" y="1485899"/>
                  </a:lnTo>
                  <a:lnTo>
                    <a:pt x="929386" y="1473199"/>
                  </a:lnTo>
                  <a:lnTo>
                    <a:pt x="929639" y="1473199"/>
                  </a:lnTo>
                  <a:lnTo>
                    <a:pt x="923289" y="1460499"/>
                  </a:lnTo>
                  <a:lnTo>
                    <a:pt x="923417" y="1460499"/>
                  </a:lnTo>
                  <a:lnTo>
                    <a:pt x="917067" y="1447799"/>
                  </a:lnTo>
                  <a:lnTo>
                    <a:pt x="910717" y="1435099"/>
                  </a:lnTo>
                  <a:lnTo>
                    <a:pt x="904367" y="1422399"/>
                  </a:lnTo>
                  <a:lnTo>
                    <a:pt x="897763" y="1409699"/>
                  </a:lnTo>
                  <a:lnTo>
                    <a:pt x="884301" y="1384299"/>
                  </a:lnTo>
                  <a:lnTo>
                    <a:pt x="877443" y="1358899"/>
                  </a:lnTo>
                  <a:lnTo>
                    <a:pt x="870585" y="1346199"/>
                  </a:lnTo>
                  <a:lnTo>
                    <a:pt x="863600" y="1320799"/>
                  </a:lnTo>
                  <a:lnTo>
                    <a:pt x="856361" y="1308099"/>
                  </a:lnTo>
                  <a:lnTo>
                    <a:pt x="842010" y="1257299"/>
                  </a:lnTo>
                  <a:lnTo>
                    <a:pt x="834771" y="1244599"/>
                  </a:lnTo>
                  <a:lnTo>
                    <a:pt x="820038" y="1193800"/>
                  </a:lnTo>
                  <a:lnTo>
                    <a:pt x="797560" y="1117600"/>
                  </a:lnTo>
                  <a:lnTo>
                    <a:pt x="782193" y="1066800"/>
                  </a:lnTo>
                  <a:lnTo>
                    <a:pt x="766826" y="1003300"/>
                  </a:lnTo>
                  <a:lnTo>
                    <a:pt x="751205" y="952500"/>
                  </a:lnTo>
                  <a:lnTo>
                    <a:pt x="735457" y="889000"/>
                  </a:lnTo>
                  <a:lnTo>
                    <a:pt x="719709" y="838200"/>
                  </a:lnTo>
                  <a:lnTo>
                    <a:pt x="687705" y="723900"/>
                  </a:lnTo>
                  <a:lnTo>
                    <a:pt x="671702" y="660400"/>
                  </a:lnTo>
                  <a:lnTo>
                    <a:pt x="655701" y="609600"/>
                  </a:lnTo>
                  <a:lnTo>
                    <a:pt x="639572" y="546100"/>
                  </a:lnTo>
                  <a:lnTo>
                    <a:pt x="623443" y="495300"/>
                  </a:lnTo>
                  <a:lnTo>
                    <a:pt x="583438" y="368300"/>
                  </a:lnTo>
                  <a:lnTo>
                    <a:pt x="575563" y="342900"/>
                  </a:lnTo>
                  <a:lnTo>
                    <a:pt x="567563" y="317500"/>
                  </a:lnTo>
                  <a:lnTo>
                    <a:pt x="551814" y="266700"/>
                  </a:lnTo>
                  <a:lnTo>
                    <a:pt x="543941" y="254000"/>
                  </a:lnTo>
                  <a:lnTo>
                    <a:pt x="536067" y="228600"/>
                  </a:lnTo>
                  <a:lnTo>
                    <a:pt x="528320" y="203200"/>
                  </a:lnTo>
                  <a:lnTo>
                    <a:pt x="520573" y="190500"/>
                  </a:lnTo>
                  <a:lnTo>
                    <a:pt x="512825" y="165100"/>
                  </a:lnTo>
                  <a:lnTo>
                    <a:pt x="505206" y="152400"/>
                  </a:lnTo>
                  <a:lnTo>
                    <a:pt x="497459" y="139700"/>
                  </a:lnTo>
                  <a:lnTo>
                    <a:pt x="489966" y="127000"/>
                  </a:lnTo>
                  <a:lnTo>
                    <a:pt x="482346" y="101600"/>
                  </a:lnTo>
                  <a:lnTo>
                    <a:pt x="474725" y="88900"/>
                  </a:lnTo>
                  <a:lnTo>
                    <a:pt x="467233" y="76200"/>
                  </a:lnTo>
                  <a:close/>
                </a:path>
                <a:path w="1247775" h="1536700">
                  <a:moveTo>
                    <a:pt x="1242949" y="1143000"/>
                  </a:moveTo>
                  <a:lnTo>
                    <a:pt x="1208913" y="1143000"/>
                  </a:lnTo>
                  <a:lnTo>
                    <a:pt x="1220977" y="1155700"/>
                  </a:lnTo>
                  <a:lnTo>
                    <a:pt x="1218249" y="1163278"/>
                  </a:lnTo>
                  <a:lnTo>
                    <a:pt x="1247648" y="1168400"/>
                  </a:lnTo>
                  <a:lnTo>
                    <a:pt x="1242949" y="1143000"/>
                  </a:lnTo>
                  <a:close/>
                </a:path>
                <a:path w="1247775" h="1536700">
                  <a:moveTo>
                    <a:pt x="1208913" y="1143000"/>
                  </a:moveTo>
                  <a:lnTo>
                    <a:pt x="1204103" y="1160813"/>
                  </a:lnTo>
                  <a:lnTo>
                    <a:pt x="1218249" y="1163278"/>
                  </a:lnTo>
                  <a:lnTo>
                    <a:pt x="1220977" y="1155700"/>
                  </a:lnTo>
                  <a:lnTo>
                    <a:pt x="1208913" y="1143000"/>
                  </a:lnTo>
                  <a:close/>
                </a:path>
                <a:path w="1247775" h="1536700">
                  <a:moveTo>
                    <a:pt x="1233551" y="1092200"/>
                  </a:moveTo>
                  <a:lnTo>
                    <a:pt x="1174750" y="1155700"/>
                  </a:lnTo>
                  <a:lnTo>
                    <a:pt x="1204103" y="1160813"/>
                  </a:lnTo>
                  <a:lnTo>
                    <a:pt x="1208913" y="1143000"/>
                  </a:lnTo>
                  <a:lnTo>
                    <a:pt x="1242949" y="1143000"/>
                  </a:lnTo>
                  <a:lnTo>
                    <a:pt x="1233551" y="1092200"/>
                  </a:lnTo>
                  <a:close/>
                </a:path>
                <a:path w="1247775" h="1536700">
                  <a:moveTo>
                    <a:pt x="307848" y="12700"/>
                  </a:moveTo>
                  <a:lnTo>
                    <a:pt x="274700" y="12700"/>
                  </a:lnTo>
                  <a:lnTo>
                    <a:pt x="246125" y="38100"/>
                  </a:lnTo>
                  <a:lnTo>
                    <a:pt x="218059" y="63500"/>
                  </a:lnTo>
                  <a:lnTo>
                    <a:pt x="176530" y="101600"/>
                  </a:lnTo>
                  <a:lnTo>
                    <a:pt x="162813" y="127000"/>
                  </a:lnTo>
                  <a:lnTo>
                    <a:pt x="149098" y="139700"/>
                  </a:lnTo>
                  <a:lnTo>
                    <a:pt x="135509" y="165100"/>
                  </a:lnTo>
                  <a:lnTo>
                    <a:pt x="121793" y="177800"/>
                  </a:lnTo>
                  <a:lnTo>
                    <a:pt x="94614" y="228600"/>
                  </a:lnTo>
                  <a:lnTo>
                    <a:pt x="81025" y="241300"/>
                  </a:lnTo>
                  <a:lnTo>
                    <a:pt x="26924" y="342900"/>
                  </a:lnTo>
                  <a:lnTo>
                    <a:pt x="0" y="381000"/>
                  </a:lnTo>
                  <a:lnTo>
                    <a:pt x="10922" y="393700"/>
                  </a:lnTo>
                  <a:lnTo>
                    <a:pt x="65024" y="292100"/>
                  </a:lnTo>
                  <a:lnTo>
                    <a:pt x="91948" y="254000"/>
                  </a:lnTo>
                  <a:lnTo>
                    <a:pt x="105410" y="228600"/>
                  </a:lnTo>
                  <a:lnTo>
                    <a:pt x="118999" y="203200"/>
                  </a:lnTo>
                  <a:lnTo>
                    <a:pt x="132461" y="190500"/>
                  </a:lnTo>
                  <a:lnTo>
                    <a:pt x="145923" y="165100"/>
                  </a:lnTo>
                  <a:lnTo>
                    <a:pt x="159385" y="152400"/>
                  </a:lnTo>
                  <a:lnTo>
                    <a:pt x="172974" y="127000"/>
                  </a:lnTo>
                  <a:lnTo>
                    <a:pt x="186436" y="114300"/>
                  </a:lnTo>
                  <a:lnTo>
                    <a:pt x="200025" y="101600"/>
                  </a:lnTo>
                  <a:lnTo>
                    <a:pt x="213613" y="76200"/>
                  </a:lnTo>
                  <a:lnTo>
                    <a:pt x="227075" y="63500"/>
                  </a:lnTo>
                  <a:lnTo>
                    <a:pt x="226822" y="63500"/>
                  </a:lnTo>
                  <a:lnTo>
                    <a:pt x="240664" y="50800"/>
                  </a:lnTo>
                  <a:lnTo>
                    <a:pt x="253746" y="50800"/>
                  </a:lnTo>
                  <a:lnTo>
                    <a:pt x="267588" y="38100"/>
                  </a:lnTo>
                  <a:lnTo>
                    <a:pt x="267208" y="38100"/>
                  </a:lnTo>
                  <a:lnTo>
                    <a:pt x="281050" y="25400"/>
                  </a:lnTo>
                  <a:lnTo>
                    <a:pt x="293877" y="25400"/>
                  </a:lnTo>
                  <a:lnTo>
                    <a:pt x="307848" y="12700"/>
                  </a:lnTo>
                  <a:close/>
                </a:path>
                <a:path w="1247775" h="1536700">
                  <a:moveTo>
                    <a:pt x="444881" y="50800"/>
                  </a:moveTo>
                  <a:lnTo>
                    <a:pt x="428371" y="50800"/>
                  </a:lnTo>
                  <a:lnTo>
                    <a:pt x="435610" y="63500"/>
                  </a:lnTo>
                  <a:lnTo>
                    <a:pt x="435356" y="63500"/>
                  </a:lnTo>
                  <a:lnTo>
                    <a:pt x="442595" y="76200"/>
                  </a:lnTo>
                  <a:lnTo>
                    <a:pt x="459739" y="76200"/>
                  </a:lnTo>
                  <a:lnTo>
                    <a:pt x="452374" y="63500"/>
                  </a:lnTo>
                  <a:lnTo>
                    <a:pt x="444881" y="50800"/>
                  </a:lnTo>
                  <a:close/>
                </a:path>
                <a:path w="1247775" h="1536700">
                  <a:moveTo>
                    <a:pt x="430149" y="38100"/>
                  </a:moveTo>
                  <a:lnTo>
                    <a:pt x="414400" y="38100"/>
                  </a:lnTo>
                  <a:lnTo>
                    <a:pt x="421513" y="50800"/>
                  </a:lnTo>
                  <a:lnTo>
                    <a:pt x="437514" y="50800"/>
                  </a:lnTo>
                  <a:lnTo>
                    <a:pt x="430149" y="38100"/>
                  </a:lnTo>
                  <a:close/>
                </a:path>
                <a:path w="1247775" h="1536700">
                  <a:moveTo>
                    <a:pt x="415289" y="25400"/>
                  </a:moveTo>
                  <a:lnTo>
                    <a:pt x="400558" y="25400"/>
                  </a:lnTo>
                  <a:lnTo>
                    <a:pt x="407670" y="38100"/>
                  </a:lnTo>
                  <a:lnTo>
                    <a:pt x="422783" y="38100"/>
                  </a:lnTo>
                  <a:lnTo>
                    <a:pt x="415289" y="25400"/>
                  </a:lnTo>
                  <a:close/>
                </a:path>
                <a:path w="1247775" h="1536700">
                  <a:moveTo>
                    <a:pt x="400558" y="12700"/>
                  </a:moveTo>
                  <a:lnTo>
                    <a:pt x="373252" y="12700"/>
                  </a:lnTo>
                  <a:lnTo>
                    <a:pt x="387476" y="25400"/>
                  </a:lnTo>
                  <a:lnTo>
                    <a:pt x="407924" y="25400"/>
                  </a:lnTo>
                  <a:lnTo>
                    <a:pt x="400558" y="12700"/>
                  </a:lnTo>
                  <a:close/>
                </a:path>
                <a:path w="1247775" h="1536700">
                  <a:moveTo>
                    <a:pt x="378079" y="0"/>
                  </a:moveTo>
                  <a:lnTo>
                    <a:pt x="303657" y="0"/>
                  </a:lnTo>
                  <a:lnTo>
                    <a:pt x="289179" y="12700"/>
                  </a:lnTo>
                  <a:lnTo>
                    <a:pt x="392938" y="12700"/>
                  </a:lnTo>
                  <a:lnTo>
                    <a:pt x="378079" y="0"/>
                  </a:lnTo>
                  <a:close/>
                </a:path>
              </a:pathLst>
            </a:custGeom>
            <a:solidFill>
              <a:srgbClr val="000000"/>
            </a:solidFill>
          </p:spPr>
          <p:txBody>
            <a:bodyPr wrap="square" lIns="0" tIns="0" rIns="0" bIns="0" rtlCol="0"/>
            <a:lstStyle/>
            <a:p>
              <a:endParaRPr/>
            </a:p>
          </p:txBody>
        </p:sp>
        <p:sp>
          <p:nvSpPr>
            <p:cNvPr id="13" name="object 13"/>
            <p:cNvSpPr/>
            <p:nvPr/>
          </p:nvSpPr>
          <p:spPr>
            <a:xfrm>
              <a:off x="3752850" y="2178557"/>
              <a:ext cx="76200" cy="1826895"/>
            </a:xfrm>
            <a:custGeom>
              <a:avLst/>
              <a:gdLst/>
              <a:ahLst/>
              <a:cxnLst/>
              <a:rect l="l" t="t" r="r" b="b"/>
              <a:pathLst>
                <a:path w="76200" h="1826895">
                  <a:moveTo>
                    <a:pt x="76200" y="1296924"/>
                  </a:moveTo>
                  <a:lnTo>
                    <a:pt x="69850" y="1284224"/>
                  </a:lnTo>
                  <a:lnTo>
                    <a:pt x="38100" y="1220724"/>
                  </a:lnTo>
                  <a:lnTo>
                    <a:pt x="0" y="1296924"/>
                  </a:lnTo>
                  <a:lnTo>
                    <a:pt x="28194" y="1296924"/>
                  </a:lnTo>
                  <a:lnTo>
                    <a:pt x="28194" y="1826514"/>
                  </a:lnTo>
                  <a:lnTo>
                    <a:pt x="48006" y="1826514"/>
                  </a:lnTo>
                  <a:lnTo>
                    <a:pt x="48006" y="1296924"/>
                  </a:lnTo>
                  <a:lnTo>
                    <a:pt x="76200" y="1296924"/>
                  </a:lnTo>
                  <a:close/>
                </a:path>
                <a:path w="76200" h="1826895">
                  <a:moveTo>
                    <a:pt x="76200" y="76200"/>
                  </a:moveTo>
                  <a:lnTo>
                    <a:pt x="69850" y="63500"/>
                  </a:lnTo>
                  <a:lnTo>
                    <a:pt x="38100" y="0"/>
                  </a:lnTo>
                  <a:lnTo>
                    <a:pt x="0" y="76200"/>
                  </a:lnTo>
                  <a:lnTo>
                    <a:pt x="28194" y="76200"/>
                  </a:lnTo>
                  <a:lnTo>
                    <a:pt x="28194" y="609981"/>
                  </a:lnTo>
                  <a:lnTo>
                    <a:pt x="48006" y="609981"/>
                  </a:lnTo>
                  <a:lnTo>
                    <a:pt x="48006" y="76200"/>
                  </a:lnTo>
                  <a:lnTo>
                    <a:pt x="76200" y="76200"/>
                  </a:lnTo>
                  <a:close/>
                </a:path>
              </a:pathLst>
            </a:custGeom>
            <a:solidFill>
              <a:srgbClr val="404040"/>
            </a:solidFill>
          </p:spPr>
          <p:txBody>
            <a:bodyPr wrap="square" lIns="0" tIns="0" rIns="0" bIns="0" rtlCol="0"/>
            <a:lstStyle/>
            <a:p>
              <a:endParaRPr/>
            </a:p>
          </p:txBody>
        </p:sp>
        <p:pic>
          <p:nvPicPr>
            <p:cNvPr id="14" name="object 14"/>
            <p:cNvPicPr/>
            <p:nvPr/>
          </p:nvPicPr>
          <p:blipFill>
            <a:blip r:embed="rId7" cstate="print"/>
            <a:stretch>
              <a:fillRect/>
            </a:stretch>
          </p:blipFill>
          <p:spPr>
            <a:xfrm>
              <a:off x="4332732" y="2439923"/>
              <a:ext cx="316229" cy="169925"/>
            </a:xfrm>
            <a:prstGeom prst="rect">
              <a:avLst/>
            </a:prstGeom>
          </p:spPr>
        </p:pic>
        <p:sp>
          <p:nvSpPr>
            <p:cNvPr id="15" name="object 15"/>
            <p:cNvSpPr/>
            <p:nvPr/>
          </p:nvSpPr>
          <p:spPr>
            <a:xfrm>
              <a:off x="2443607" y="2395473"/>
              <a:ext cx="1247775" cy="1536700"/>
            </a:xfrm>
            <a:custGeom>
              <a:avLst/>
              <a:gdLst/>
              <a:ahLst/>
              <a:cxnLst/>
              <a:rect l="l" t="t" r="r" b="b"/>
              <a:pathLst>
                <a:path w="1247775" h="1536700">
                  <a:moveTo>
                    <a:pt x="1010919" y="1524000"/>
                  </a:moveTo>
                  <a:lnTo>
                    <a:pt x="962532" y="1524000"/>
                  </a:lnTo>
                  <a:lnTo>
                    <a:pt x="968629" y="1536700"/>
                  </a:lnTo>
                  <a:lnTo>
                    <a:pt x="1009522" y="1536700"/>
                  </a:lnTo>
                  <a:lnTo>
                    <a:pt x="1010919" y="1524000"/>
                  </a:lnTo>
                  <a:close/>
                </a:path>
                <a:path w="1247775" h="1536700">
                  <a:moveTo>
                    <a:pt x="1204103" y="1160813"/>
                  </a:moveTo>
                  <a:lnTo>
                    <a:pt x="1195196" y="1193800"/>
                  </a:lnTo>
                  <a:lnTo>
                    <a:pt x="1178941" y="1244600"/>
                  </a:lnTo>
                  <a:lnTo>
                    <a:pt x="1162431" y="1295400"/>
                  </a:lnTo>
                  <a:lnTo>
                    <a:pt x="1154048" y="1320800"/>
                  </a:lnTo>
                  <a:lnTo>
                    <a:pt x="1154176" y="1320800"/>
                  </a:lnTo>
                  <a:lnTo>
                    <a:pt x="1145667" y="1333500"/>
                  </a:lnTo>
                  <a:lnTo>
                    <a:pt x="1137158" y="1358900"/>
                  </a:lnTo>
                  <a:lnTo>
                    <a:pt x="1128648" y="1384300"/>
                  </a:lnTo>
                  <a:lnTo>
                    <a:pt x="1120013" y="1397000"/>
                  </a:lnTo>
                  <a:lnTo>
                    <a:pt x="1111250" y="1422400"/>
                  </a:lnTo>
                  <a:lnTo>
                    <a:pt x="1102359" y="1435100"/>
                  </a:lnTo>
                  <a:lnTo>
                    <a:pt x="1102487" y="1435100"/>
                  </a:lnTo>
                  <a:lnTo>
                    <a:pt x="1093470" y="1460500"/>
                  </a:lnTo>
                  <a:lnTo>
                    <a:pt x="1084326" y="1473200"/>
                  </a:lnTo>
                  <a:lnTo>
                    <a:pt x="1084580" y="1473200"/>
                  </a:lnTo>
                  <a:lnTo>
                    <a:pt x="1075182" y="1485900"/>
                  </a:lnTo>
                  <a:lnTo>
                    <a:pt x="1075435" y="1485900"/>
                  </a:lnTo>
                  <a:lnTo>
                    <a:pt x="1066038" y="1498600"/>
                  </a:lnTo>
                  <a:lnTo>
                    <a:pt x="1066292" y="1498600"/>
                  </a:lnTo>
                  <a:lnTo>
                    <a:pt x="1056640" y="1511300"/>
                  </a:lnTo>
                  <a:lnTo>
                    <a:pt x="1047877" y="1511300"/>
                  </a:lnTo>
                  <a:lnTo>
                    <a:pt x="1037844" y="1524000"/>
                  </a:lnTo>
                  <a:lnTo>
                    <a:pt x="1020191" y="1524000"/>
                  </a:lnTo>
                  <a:lnTo>
                    <a:pt x="1009522" y="1536700"/>
                  </a:lnTo>
                  <a:lnTo>
                    <a:pt x="1044956" y="1536700"/>
                  </a:lnTo>
                  <a:lnTo>
                    <a:pt x="1075944" y="1498600"/>
                  </a:lnTo>
                  <a:lnTo>
                    <a:pt x="1104519" y="1460500"/>
                  </a:lnTo>
                  <a:lnTo>
                    <a:pt x="1122807" y="1422400"/>
                  </a:lnTo>
                  <a:lnTo>
                    <a:pt x="1131570" y="1409700"/>
                  </a:lnTo>
                  <a:lnTo>
                    <a:pt x="1140333" y="1384300"/>
                  </a:lnTo>
                  <a:lnTo>
                    <a:pt x="1148969" y="1371600"/>
                  </a:lnTo>
                  <a:lnTo>
                    <a:pt x="1174495" y="1295400"/>
                  </a:lnTo>
                  <a:lnTo>
                    <a:pt x="1191006" y="1244600"/>
                  </a:lnTo>
                  <a:lnTo>
                    <a:pt x="1207262" y="1193800"/>
                  </a:lnTo>
                  <a:lnTo>
                    <a:pt x="1218249" y="1163278"/>
                  </a:lnTo>
                  <a:lnTo>
                    <a:pt x="1204103" y="1160813"/>
                  </a:lnTo>
                  <a:close/>
                </a:path>
                <a:path w="1247775" h="1536700">
                  <a:moveTo>
                    <a:pt x="969771" y="1511300"/>
                  </a:moveTo>
                  <a:lnTo>
                    <a:pt x="950341" y="1511300"/>
                  </a:lnTo>
                  <a:lnTo>
                    <a:pt x="956437" y="1524000"/>
                  </a:lnTo>
                  <a:lnTo>
                    <a:pt x="975487" y="1524000"/>
                  </a:lnTo>
                  <a:lnTo>
                    <a:pt x="969771" y="1511300"/>
                  </a:lnTo>
                  <a:close/>
                </a:path>
                <a:path w="1247775" h="1536700">
                  <a:moveTo>
                    <a:pt x="953007" y="1498600"/>
                  </a:moveTo>
                  <a:lnTo>
                    <a:pt x="938021" y="1498600"/>
                  </a:lnTo>
                  <a:lnTo>
                    <a:pt x="944118" y="1511300"/>
                  </a:lnTo>
                  <a:lnTo>
                    <a:pt x="958977" y="1511300"/>
                  </a:lnTo>
                  <a:lnTo>
                    <a:pt x="953007" y="1498600"/>
                  </a:lnTo>
                  <a:close/>
                </a:path>
                <a:path w="1247775" h="1536700">
                  <a:moveTo>
                    <a:pt x="1057147" y="1498600"/>
                  </a:moveTo>
                  <a:lnTo>
                    <a:pt x="1047242" y="1511300"/>
                  </a:lnTo>
                  <a:lnTo>
                    <a:pt x="1056640" y="1511300"/>
                  </a:lnTo>
                  <a:lnTo>
                    <a:pt x="1057147" y="1498600"/>
                  </a:lnTo>
                  <a:close/>
                </a:path>
                <a:path w="1247775" h="1536700">
                  <a:moveTo>
                    <a:pt x="941451" y="1485900"/>
                  </a:moveTo>
                  <a:lnTo>
                    <a:pt x="925321" y="1485900"/>
                  </a:lnTo>
                  <a:lnTo>
                    <a:pt x="931798" y="1498600"/>
                  </a:lnTo>
                  <a:lnTo>
                    <a:pt x="947546" y="1498600"/>
                  </a:lnTo>
                  <a:lnTo>
                    <a:pt x="941451" y="1485900"/>
                  </a:lnTo>
                  <a:close/>
                </a:path>
                <a:path w="1247775" h="1536700">
                  <a:moveTo>
                    <a:pt x="467232" y="76200"/>
                  </a:moveTo>
                  <a:lnTo>
                    <a:pt x="449453" y="76200"/>
                  </a:lnTo>
                  <a:lnTo>
                    <a:pt x="456819" y="88900"/>
                  </a:lnTo>
                  <a:lnTo>
                    <a:pt x="456565" y="88900"/>
                  </a:lnTo>
                  <a:lnTo>
                    <a:pt x="463931" y="101600"/>
                  </a:lnTo>
                  <a:lnTo>
                    <a:pt x="471297" y="114300"/>
                  </a:lnTo>
                  <a:lnTo>
                    <a:pt x="471169" y="114300"/>
                  </a:lnTo>
                  <a:lnTo>
                    <a:pt x="486156" y="139700"/>
                  </a:lnTo>
                  <a:lnTo>
                    <a:pt x="493649" y="152400"/>
                  </a:lnTo>
                  <a:lnTo>
                    <a:pt x="501269" y="177800"/>
                  </a:lnTo>
                  <a:lnTo>
                    <a:pt x="508888" y="190500"/>
                  </a:lnTo>
                  <a:lnTo>
                    <a:pt x="516636" y="215900"/>
                  </a:lnTo>
                  <a:lnTo>
                    <a:pt x="524256" y="228600"/>
                  </a:lnTo>
                  <a:lnTo>
                    <a:pt x="532003" y="254000"/>
                  </a:lnTo>
                  <a:lnTo>
                    <a:pt x="539876" y="279400"/>
                  </a:lnTo>
                  <a:lnTo>
                    <a:pt x="547751" y="292100"/>
                  </a:lnTo>
                  <a:lnTo>
                    <a:pt x="579247" y="393700"/>
                  </a:lnTo>
                  <a:lnTo>
                    <a:pt x="611251" y="495300"/>
                  </a:lnTo>
                  <a:lnTo>
                    <a:pt x="627380" y="546100"/>
                  </a:lnTo>
                  <a:lnTo>
                    <a:pt x="643382" y="609600"/>
                  </a:lnTo>
                  <a:lnTo>
                    <a:pt x="659384" y="660400"/>
                  </a:lnTo>
                  <a:lnTo>
                    <a:pt x="675513" y="723900"/>
                  </a:lnTo>
                  <a:lnTo>
                    <a:pt x="691515" y="787400"/>
                  </a:lnTo>
                  <a:lnTo>
                    <a:pt x="707390" y="838200"/>
                  </a:lnTo>
                  <a:lnTo>
                    <a:pt x="739013" y="952500"/>
                  </a:lnTo>
                  <a:lnTo>
                    <a:pt x="754634" y="1016000"/>
                  </a:lnTo>
                  <a:lnTo>
                    <a:pt x="785368" y="1117600"/>
                  </a:lnTo>
                  <a:lnTo>
                    <a:pt x="815340" y="1219200"/>
                  </a:lnTo>
                  <a:lnTo>
                    <a:pt x="822706" y="1244600"/>
                  </a:lnTo>
                  <a:lnTo>
                    <a:pt x="829944" y="1270000"/>
                  </a:lnTo>
                  <a:lnTo>
                    <a:pt x="844422" y="1308100"/>
                  </a:lnTo>
                  <a:lnTo>
                    <a:pt x="851534" y="1333500"/>
                  </a:lnTo>
                  <a:lnTo>
                    <a:pt x="858646" y="1346200"/>
                  </a:lnTo>
                  <a:lnTo>
                    <a:pt x="865632" y="1371600"/>
                  </a:lnTo>
                  <a:lnTo>
                    <a:pt x="879347" y="1397000"/>
                  </a:lnTo>
                  <a:lnTo>
                    <a:pt x="886206" y="1422400"/>
                  </a:lnTo>
                  <a:lnTo>
                    <a:pt x="906018" y="1460500"/>
                  </a:lnTo>
                  <a:lnTo>
                    <a:pt x="918971" y="1485900"/>
                  </a:lnTo>
                  <a:lnTo>
                    <a:pt x="935608" y="1485900"/>
                  </a:lnTo>
                  <a:lnTo>
                    <a:pt x="929385" y="1473200"/>
                  </a:lnTo>
                  <a:lnTo>
                    <a:pt x="929640" y="1473200"/>
                  </a:lnTo>
                  <a:lnTo>
                    <a:pt x="923290" y="1460500"/>
                  </a:lnTo>
                  <a:lnTo>
                    <a:pt x="917067" y="1447800"/>
                  </a:lnTo>
                  <a:lnTo>
                    <a:pt x="910717" y="1435100"/>
                  </a:lnTo>
                  <a:lnTo>
                    <a:pt x="904367" y="1422400"/>
                  </a:lnTo>
                  <a:lnTo>
                    <a:pt x="897763" y="1409700"/>
                  </a:lnTo>
                  <a:lnTo>
                    <a:pt x="884301" y="1384300"/>
                  </a:lnTo>
                  <a:lnTo>
                    <a:pt x="877443" y="1358900"/>
                  </a:lnTo>
                  <a:lnTo>
                    <a:pt x="870584" y="1346200"/>
                  </a:lnTo>
                  <a:lnTo>
                    <a:pt x="863600" y="1320800"/>
                  </a:lnTo>
                  <a:lnTo>
                    <a:pt x="856360" y="1308100"/>
                  </a:lnTo>
                  <a:lnTo>
                    <a:pt x="856488" y="1308100"/>
                  </a:lnTo>
                  <a:lnTo>
                    <a:pt x="842009" y="1257300"/>
                  </a:lnTo>
                  <a:lnTo>
                    <a:pt x="842137" y="1257300"/>
                  </a:lnTo>
                  <a:lnTo>
                    <a:pt x="834770" y="1244600"/>
                  </a:lnTo>
                  <a:lnTo>
                    <a:pt x="820039" y="1193800"/>
                  </a:lnTo>
                  <a:lnTo>
                    <a:pt x="797560" y="1117600"/>
                  </a:lnTo>
                  <a:lnTo>
                    <a:pt x="782193" y="1066800"/>
                  </a:lnTo>
                  <a:lnTo>
                    <a:pt x="766826" y="1003300"/>
                  </a:lnTo>
                  <a:lnTo>
                    <a:pt x="751205" y="952500"/>
                  </a:lnTo>
                  <a:lnTo>
                    <a:pt x="735457" y="889000"/>
                  </a:lnTo>
                  <a:lnTo>
                    <a:pt x="719709" y="838200"/>
                  </a:lnTo>
                  <a:lnTo>
                    <a:pt x="687705" y="723900"/>
                  </a:lnTo>
                  <a:lnTo>
                    <a:pt x="671703" y="660400"/>
                  </a:lnTo>
                  <a:lnTo>
                    <a:pt x="655701" y="609600"/>
                  </a:lnTo>
                  <a:lnTo>
                    <a:pt x="639572" y="546100"/>
                  </a:lnTo>
                  <a:lnTo>
                    <a:pt x="623443" y="495300"/>
                  </a:lnTo>
                  <a:lnTo>
                    <a:pt x="583438" y="368300"/>
                  </a:lnTo>
                  <a:lnTo>
                    <a:pt x="575563" y="342900"/>
                  </a:lnTo>
                  <a:lnTo>
                    <a:pt x="567563" y="317500"/>
                  </a:lnTo>
                  <a:lnTo>
                    <a:pt x="551815" y="266700"/>
                  </a:lnTo>
                  <a:lnTo>
                    <a:pt x="543941" y="254000"/>
                  </a:lnTo>
                  <a:lnTo>
                    <a:pt x="536067" y="228600"/>
                  </a:lnTo>
                  <a:lnTo>
                    <a:pt x="528319" y="203200"/>
                  </a:lnTo>
                  <a:lnTo>
                    <a:pt x="520573" y="190500"/>
                  </a:lnTo>
                  <a:lnTo>
                    <a:pt x="512825" y="165100"/>
                  </a:lnTo>
                  <a:lnTo>
                    <a:pt x="505206" y="152400"/>
                  </a:lnTo>
                  <a:lnTo>
                    <a:pt x="497459" y="139700"/>
                  </a:lnTo>
                  <a:lnTo>
                    <a:pt x="489966" y="127000"/>
                  </a:lnTo>
                  <a:lnTo>
                    <a:pt x="482345" y="101600"/>
                  </a:lnTo>
                  <a:lnTo>
                    <a:pt x="474725" y="88900"/>
                  </a:lnTo>
                  <a:lnTo>
                    <a:pt x="467232" y="76200"/>
                  </a:lnTo>
                  <a:close/>
                </a:path>
                <a:path w="1247775" h="1536700">
                  <a:moveTo>
                    <a:pt x="1242948" y="1143000"/>
                  </a:moveTo>
                  <a:lnTo>
                    <a:pt x="1208913" y="1143000"/>
                  </a:lnTo>
                  <a:lnTo>
                    <a:pt x="1220978" y="1155700"/>
                  </a:lnTo>
                  <a:lnTo>
                    <a:pt x="1218249" y="1163278"/>
                  </a:lnTo>
                  <a:lnTo>
                    <a:pt x="1247647" y="1168400"/>
                  </a:lnTo>
                  <a:lnTo>
                    <a:pt x="1242948" y="1143000"/>
                  </a:lnTo>
                  <a:close/>
                </a:path>
                <a:path w="1247775" h="1536700">
                  <a:moveTo>
                    <a:pt x="1208913" y="1143000"/>
                  </a:moveTo>
                  <a:lnTo>
                    <a:pt x="1204103" y="1160813"/>
                  </a:lnTo>
                  <a:lnTo>
                    <a:pt x="1218249" y="1163278"/>
                  </a:lnTo>
                  <a:lnTo>
                    <a:pt x="1220978" y="1155700"/>
                  </a:lnTo>
                  <a:lnTo>
                    <a:pt x="1208913" y="1143000"/>
                  </a:lnTo>
                  <a:close/>
                </a:path>
                <a:path w="1247775" h="1536700">
                  <a:moveTo>
                    <a:pt x="1233551" y="1092200"/>
                  </a:moveTo>
                  <a:lnTo>
                    <a:pt x="1174750" y="1155700"/>
                  </a:lnTo>
                  <a:lnTo>
                    <a:pt x="1204103" y="1160813"/>
                  </a:lnTo>
                  <a:lnTo>
                    <a:pt x="1208913" y="1143000"/>
                  </a:lnTo>
                  <a:lnTo>
                    <a:pt x="1242948" y="1143000"/>
                  </a:lnTo>
                  <a:lnTo>
                    <a:pt x="1233551" y="1092200"/>
                  </a:lnTo>
                  <a:close/>
                </a:path>
                <a:path w="1247775" h="1536700">
                  <a:moveTo>
                    <a:pt x="307848" y="12700"/>
                  </a:moveTo>
                  <a:lnTo>
                    <a:pt x="274700" y="12700"/>
                  </a:lnTo>
                  <a:lnTo>
                    <a:pt x="246125" y="38100"/>
                  </a:lnTo>
                  <a:lnTo>
                    <a:pt x="218059" y="63500"/>
                  </a:lnTo>
                  <a:lnTo>
                    <a:pt x="176530" y="101600"/>
                  </a:lnTo>
                  <a:lnTo>
                    <a:pt x="162813" y="127000"/>
                  </a:lnTo>
                  <a:lnTo>
                    <a:pt x="149098" y="139700"/>
                  </a:lnTo>
                  <a:lnTo>
                    <a:pt x="135509" y="165100"/>
                  </a:lnTo>
                  <a:lnTo>
                    <a:pt x="121793" y="177800"/>
                  </a:lnTo>
                  <a:lnTo>
                    <a:pt x="94615" y="228600"/>
                  </a:lnTo>
                  <a:lnTo>
                    <a:pt x="81025" y="241300"/>
                  </a:lnTo>
                  <a:lnTo>
                    <a:pt x="26924" y="342900"/>
                  </a:lnTo>
                  <a:lnTo>
                    <a:pt x="0" y="381000"/>
                  </a:lnTo>
                  <a:lnTo>
                    <a:pt x="10922" y="393700"/>
                  </a:lnTo>
                  <a:lnTo>
                    <a:pt x="65024" y="292100"/>
                  </a:lnTo>
                  <a:lnTo>
                    <a:pt x="91948" y="254000"/>
                  </a:lnTo>
                  <a:lnTo>
                    <a:pt x="105410" y="228600"/>
                  </a:lnTo>
                  <a:lnTo>
                    <a:pt x="118999" y="203200"/>
                  </a:lnTo>
                  <a:lnTo>
                    <a:pt x="132461" y="190500"/>
                  </a:lnTo>
                  <a:lnTo>
                    <a:pt x="145923" y="165100"/>
                  </a:lnTo>
                  <a:lnTo>
                    <a:pt x="159385" y="152400"/>
                  </a:lnTo>
                  <a:lnTo>
                    <a:pt x="172974" y="127000"/>
                  </a:lnTo>
                  <a:lnTo>
                    <a:pt x="186436" y="114300"/>
                  </a:lnTo>
                  <a:lnTo>
                    <a:pt x="200025" y="101600"/>
                  </a:lnTo>
                  <a:lnTo>
                    <a:pt x="213613" y="76200"/>
                  </a:lnTo>
                  <a:lnTo>
                    <a:pt x="227075" y="63500"/>
                  </a:lnTo>
                  <a:lnTo>
                    <a:pt x="226822" y="63500"/>
                  </a:lnTo>
                  <a:lnTo>
                    <a:pt x="240665" y="50800"/>
                  </a:lnTo>
                  <a:lnTo>
                    <a:pt x="253745" y="50800"/>
                  </a:lnTo>
                  <a:lnTo>
                    <a:pt x="267588" y="38100"/>
                  </a:lnTo>
                  <a:lnTo>
                    <a:pt x="267207" y="38100"/>
                  </a:lnTo>
                  <a:lnTo>
                    <a:pt x="281050" y="25400"/>
                  </a:lnTo>
                  <a:lnTo>
                    <a:pt x="293878" y="25400"/>
                  </a:lnTo>
                  <a:lnTo>
                    <a:pt x="307848" y="12700"/>
                  </a:lnTo>
                  <a:close/>
                </a:path>
                <a:path w="1247775" h="1536700">
                  <a:moveTo>
                    <a:pt x="442468" y="63500"/>
                  </a:moveTo>
                  <a:lnTo>
                    <a:pt x="435356" y="63500"/>
                  </a:lnTo>
                  <a:lnTo>
                    <a:pt x="442594" y="76200"/>
                  </a:lnTo>
                  <a:lnTo>
                    <a:pt x="442468" y="63500"/>
                  </a:lnTo>
                  <a:close/>
                </a:path>
                <a:path w="1247775" h="1536700">
                  <a:moveTo>
                    <a:pt x="444881" y="50800"/>
                  </a:moveTo>
                  <a:lnTo>
                    <a:pt x="428370" y="50800"/>
                  </a:lnTo>
                  <a:lnTo>
                    <a:pt x="435610" y="63500"/>
                  </a:lnTo>
                  <a:lnTo>
                    <a:pt x="442468" y="63500"/>
                  </a:lnTo>
                  <a:lnTo>
                    <a:pt x="449706" y="76200"/>
                  </a:lnTo>
                  <a:lnTo>
                    <a:pt x="459740" y="76200"/>
                  </a:lnTo>
                  <a:lnTo>
                    <a:pt x="452374" y="63500"/>
                  </a:lnTo>
                  <a:lnTo>
                    <a:pt x="444881" y="50800"/>
                  </a:lnTo>
                  <a:close/>
                </a:path>
                <a:path w="1247775" h="1536700">
                  <a:moveTo>
                    <a:pt x="430149" y="38100"/>
                  </a:moveTo>
                  <a:lnTo>
                    <a:pt x="414400" y="38100"/>
                  </a:lnTo>
                  <a:lnTo>
                    <a:pt x="421513" y="50800"/>
                  </a:lnTo>
                  <a:lnTo>
                    <a:pt x="437515" y="50800"/>
                  </a:lnTo>
                  <a:lnTo>
                    <a:pt x="430149" y="38100"/>
                  </a:lnTo>
                  <a:close/>
                </a:path>
                <a:path w="1247775" h="1536700">
                  <a:moveTo>
                    <a:pt x="415290" y="25400"/>
                  </a:moveTo>
                  <a:lnTo>
                    <a:pt x="400557" y="25400"/>
                  </a:lnTo>
                  <a:lnTo>
                    <a:pt x="407669" y="38100"/>
                  </a:lnTo>
                  <a:lnTo>
                    <a:pt x="422782" y="38100"/>
                  </a:lnTo>
                  <a:lnTo>
                    <a:pt x="415290" y="25400"/>
                  </a:lnTo>
                  <a:close/>
                </a:path>
                <a:path w="1247775" h="1536700">
                  <a:moveTo>
                    <a:pt x="400557" y="12700"/>
                  </a:moveTo>
                  <a:lnTo>
                    <a:pt x="373253" y="12700"/>
                  </a:lnTo>
                  <a:lnTo>
                    <a:pt x="387476" y="25400"/>
                  </a:lnTo>
                  <a:lnTo>
                    <a:pt x="407924" y="25400"/>
                  </a:lnTo>
                  <a:lnTo>
                    <a:pt x="400557" y="12700"/>
                  </a:lnTo>
                  <a:close/>
                </a:path>
                <a:path w="1247775" h="1536700">
                  <a:moveTo>
                    <a:pt x="378079" y="0"/>
                  </a:moveTo>
                  <a:lnTo>
                    <a:pt x="303656" y="0"/>
                  </a:lnTo>
                  <a:lnTo>
                    <a:pt x="289179" y="12700"/>
                  </a:lnTo>
                  <a:lnTo>
                    <a:pt x="392938" y="12700"/>
                  </a:lnTo>
                  <a:lnTo>
                    <a:pt x="378079" y="0"/>
                  </a:lnTo>
                  <a:close/>
                </a:path>
              </a:pathLst>
            </a:custGeom>
            <a:solidFill>
              <a:srgbClr val="000000">
                <a:alpha val="19999"/>
              </a:srgbClr>
            </a:solidFill>
          </p:spPr>
          <p:txBody>
            <a:bodyPr wrap="square" lIns="0" tIns="0" rIns="0" bIns="0" rtlCol="0"/>
            <a:lstStyle/>
            <a:p>
              <a:endParaRPr/>
            </a:p>
          </p:txBody>
        </p:sp>
        <p:pic>
          <p:nvPicPr>
            <p:cNvPr id="16" name="object 16"/>
            <p:cNvPicPr/>
            <p:nvPr/>
          </p:nvPicPr>
          <p:blipFill>
            <a:blip r:embed="rId8" cstate="print"/>
            <a:stretch>
              <a:fillRect/>
            </a:stretch>
          </p:blipFill>
          <p:spPr>
            <a:xfrm>
              <a:off x="3089148" y="2439923"/>
              <a:ext cx="314705" cy="169925"/>
            </a:xfrm>
            <a:prstGeom prst="rect">
              <a:avLst/>
            </a:prstGeom>
          </p:spPr>
        </p:pic>
        <p:pic>
          <p:nvPicPr>
            <p:cNvPr id="17" name="object 17"/>
            <p:cNvPicPr/>
            <p:nvPr/>
          </p:nvPicPr>
          <p:blipFill>
            <a:blip r:embed="rId9" cstate="print"/>
            <a:stretch>
              <a:fillRect/>
            </a:stretch>
          </p:blipFill>
          <p:spPr>
            <a:xfrm>
              <a:off x="3368040" y="2990087"/>
              <a:ext cx="208788" cy="208787"/>
            </a:xfrm>
            <a:prstGeom prst="rect">
              <a:avLst/>
            </a:prstGeom>
          </p:spPr>
        </p:pic>
        <p:pic>
          <p:nvPicPr>
            <p:cNvPr id="18" name="object 18"/>
            <p:cNvPicPr/>
            <p:nvPr/>
          </p:nvPicPr>
          <p:blipFill>
            <a:blip r:embed="rId10" cstate="print"/>
            <a:stretch>
              <a:fillRect/>
            </a:stretch>
          </p:blipFill>
          <p:spPr>
            <a:xfrm>
              <a:off x="3694176" y="2983991"/>
              <a:ext cx="208787" cy="210312"/>
            </a:xfrm>
            <a:prstGeom prst="rect">
              <a:avLst/>
            </a:prstGeom>
          </p:spPr>
        </p:pic>
        <p:pic>
          <p:nvPicPr>
            <p:cNvPr id="19" name="object 19"/>
            <p:cNvPicPr/>
            <p:nvPr/>
          </p:nvPicPr>
          <p:blipFill>
            <a:blip r:embed="rId11" cstate="print"/>
            <a:stretch>
              <a:fillRect/>
            </a:stretch>
          </p:blipFill>
          <p:spPr>
            <a:xfrm>
              <a:off x="4015740" y="2983991"/>
              <a:ext cx="210312" cy="210312"/>
            </a:xfrm>
            <a:prstGeom prst="rect">
              <a:avLst/>
            </a:prstGeom>
          </p:spPr>
        </p:pic>
        <p:sp>
          <p:nvSpPr>
            <p:cNvPr id="20" name="object 20"/>
            <p:cNvSpPr/>
            <p:nvPr/>
          </p:nvSpPr>
          <p:spPr>
            <a:xfrm>
              <a:off x="3302508" y="2784347"/>
              <a:ext cx="986155" cy="603885"/>
            </a:xfrm>
            <a:custGeom>
              <a:avLst/>
              <a:gdLst/>
              <a:ahLst/>
              <a:cxnLst/>
              <a:rect l="l" t="t" r="r" b="b"/>
              <a:pathLst>
                <a:path w="986154" h="603885">
                  <a:moveTo>
                    <a:pt x="986027" y="0"/>
                  </a:moveTo>
                  <a:lnTo>
                    <a:pt x="0" y="0"/>
                  </a:lnTo>
                  <a:lnTo>
                    <a:pt x="0" y="603503"/>
                  </a:lnTo>
                  <a:lnTo>
                    <a:pt x="986027" y="603503"/>
                  </a:lnTo>
                  <a:lnTo>
                    <a:pt x="986027" y="0"/>
                  </a:lnTo>
                  <a:close/>
                </a:path>
              </a:pathLst>
            </a:custGeom>
            <a:solidFill>
              <a:srgbClr val="5B9BD4">
                <a:alpha val="19999"/>
              </a:srgbClr>
            </a:solidFill>
          </p:spPr>
          <p:txBody>
            <a:bodyPr wrap="square" lIns="0" tIns="0" rIns="0" bIns="0" rtlCol="0"/>
            <a:lstStyle/>
            <a:p>
              <a:endParaRPr/>
            </a:p>
          </p:txBody>
        </p:sp>
        <p:sp>
          <p:nvSpPr>
            <p:cNvPr id="21" name="object 21"/>
            <p:cNvSpPr/>
            <p:nvPr/>
          </p:nvSpPr>
          <p:spPr>
            <a:xfrm>
              <a:off x="3302508" y="2784347"/>
              <a:ext cx="986155" cy="603885"/>
            </a:xfrm>
            <a:custGeom>
              <a:avLst/>
              <a:gdLst/>
              <a:ahLst/>
              <a:cxnLst/>
              <a:rect l="l" t="t" r="r" b="b"/>
              <a:pathLst>
                <a:path w="986154" h="603885">
                  <a:moveTo>
                    <a:pt x="0" y="603503"/>
                  </a:moveTo>
                  <a:lnTo>
                    <a:pt x="986027" y="603503"/>
                  </a:lnTo>
                  <a:lnTo>
                    <a:pt x="986027" y="0"/>
                  </a:lnTo>
                  <a:lnTo>
                    <a:pt x="0" y="0"/>
                  </a:lnTo>
                  <a:lnTo>
                    <a:pt x="0" y="603503"/>
                  </a:lnTo>
                  <a:close/>
                </a:path>
              </a:pathLst>
            </a:custGeom>
            <a:ln w="12192">
              <a:solidFill>
                <a:srgbClr val="6F2F9F"/>
              </a:solidFill>
            </a:ln>
          </p:spPr>
          <p:txBody>
            <a:bodyPr wrap="square" lIns="0" tIns="0" rIns="0" bIns="0" rtlCol="0"/>
            <a:lstStyle/>
            <a:p>
              <a:endParaRPr/>
            </a:p>
          </p:txBody>
        </p:sp>
        <p:pic>
          <p:nvPicPr>
            <p:cNvPr id="22" name="object 22"/>
            <p:cNvPicPr/>
            <p:nvPr/>
          </p:nvPicPr>
          <p:blipFill>
            <a:blip r:embed="rId12" cstate="print"/>
            <a:stretch>
              <a:fillRect/>
            </a:stretch>
          </p:blipFill>
          <p:spPr>
            <a:xfrm>
              <a:off x="4751832" y="2990087"/>
              <a:ext cx="210312" cy="208787"/>
            </a:xfrm>
            <a:prstGeom prst="rect">
              <a:avLst/>
            </a:prstGeom>
          </p:spPr>
        </p:pic>
        <p:sp>
          <p:nvSpPr>
            <p:cNvPr id="23" name="object 23"/>
            <p:cNvSpPr/>
            <p:nvPr/>
          </p:nvSpPr>
          <p:spPr>
            <a:xfrm>
              <a:off x="5166995" y="2400045"/>
              <a:ext cx="1247775" cy="1536700"/>
            </a:xfrm>
            <a:custGeom>
              <a:avLst/>
              <a:gdLst/>
              <a:ahLst/>
              <a:cxnLst/>
              <a:rect l="l" t="t" r="r" b="b"/>
              <a:pathLst>
                <a:path w="1247775" h="1536700">
                  <a:moveTo>
                    <a:pt x="1010919" y="1523999"/>
                  </a:moveTo>
                  <a:lnTo>
                    <a:pt x="962532" y="1523999"/>
                  </a:lnTo>
                  <a:lnTo>
                    <a:pt x="968628" y="1536699"/>
                  </a:lnTo>
                  <a:lnTo>
                    <a:pt x="1009522" y="1536699"/>
                  </a:lnTo>
                  <a:lnTo>
                    <a:pt x="1010919" y="1523999"/>
                  </a:lnTo>
                  <a:close/>
                </a:path>
                <a:path w="1247775" h="1536700">
                  <a:moveTo>
                    <a:pt x="1204103" y="1160813"/>
                  </a:moveTo>
                  <a:lnTo>
                    <a:pt x="1195196" y="1193800"/>
                  </a:lnTo>
                  <a:lnTo>
                    <a:pt x="1178940" y="1244599"/>
                  </a:lnTo>
                  <a:lnTo>
                    <a:pt x="1162430" y="1295399"/>
                  </a:lnTo>
                  <a:lnTo>
                    <a:pt x="1154049" y="1320799"/>
                  </a:lnTo>
                  <a:lnTo>
                    <a:pt x="1145666" y="1333499"/>
                  </a:lnTo>
                  <a:lnTo>
                    <a:pt x="1137157" y="1358899"/>
                  </a:lnTo>
                  <a:lnTo>
                    <a:pt x="1128649" y="1384299"/>
                  </a:lnTo>
                  <a:lnTo>
                    <a:pt x="1120013" y="1396999"/>
                  </a:lnTo>
                  <a:lnTo>
                    <a:pt x="1111250" y="1422399"/>
                  </a:lnTo>
                  <a:lnTo>
                    <a:pt x="1102359" y="1435099"/>
                  </a:lnTo>
                  <a:lnTo>
                    <a:pt x="1102487" y="1435099"/>
                  </a:lnTo>
                  <a:lnTo>
                    <a:pt x="1093469" y="1460499"/>
                  </a:lnTo>
                  <a:lnTo>
                    <a:pt x="1084326" y="1473199"/>
                  </a:lnTo>
                  <a:lnTo>
                    <a:pt x="1084579" y="1473199"/>
                  </a:lnTo>
                  <a:lnTo>
                    <a:pt x="1075181" y="1485899"/>
                  </a:lnTo>
                  <a:lnTo>
                    <a:pt x="1075435" y="1485899"/>
                  </a:lnTo>
                  <a:lnTo>
                    <a:pt x="1066038" y="1498599"/>
                  </a:lnTo>
                  <a:lnTo>
                    <a:pt x="1066291" y="1498599"/>
                  </a:lnTo>
                  <a:lnTo>
                    <a:pt x="1056639" y="1511299"/>
                  </a:lnTo>
                  <a:lnTo>
                    <a:pt x="1047876" y="1511299"/>
                  </a:lnTo>
                  <a:lnTo>
                    <a:pt x="1037843" y="1523999"/>
                  </a:lnTo>
                  <a:lnTo>
                    <a:pt x="1020190" y="1523999"/>
                  </a:lnTo>
                  <a:lnTo>
                    <a:pt x="1009522" y="1536699"/>
                  </a:lnTo>
                  <a:lnTo>
                    <a:pt x="1044955" y="1536699"/>
                  </a:lnTo>
                  <a:lnTo>
                    <a:pt x="1075943" y="1498599"/>
                  </a:lnTo>
                  <a:lnTo>
                    <a:pt x="1104518" y="1460499"/>
                  </a:lnTo>
                  <a:lnTo>
                    <a:pt x="1122806" y="1422399"/>
                  </a:lnTo>
                  <a:lnTo>
                    <a:pt x="1131569" y="1409699"/>
                  </a:lnTo>
                  <a:lnTo>
                    <a:pt x="1140332" y="1384299"/>
                  </a:lnTo>
                  <a:lnTo>
                    <a:pt x="1148968" y="1371599"/>
                  </a:lnTo>
                  <a:lnTo>
                    <a:pt x="1174495" y="1295399"/>
                  </a:lnTo>
                  <a:lnTo>
                    <a:pt x="1191005" y="1244599"/>
                  </a:lnTo>
                  <a:lnTo>
                    <a:pt x="1207262" y="1193800"/>
                  </a:lnTo>
                  <a:lnTo>
                    <a:pt x="1218249" y="1163278"/>
                  </a:lnTo>
                  <a:lnTo>
                    <a:pt x="1204103" y="1160813"/>
                  </a:lnTo>
                  <a:close/>
                </a:path>
                <a:path w="1247775" h="1536700">
                  <a:moveTo>
                    <a:pt x="969771" y="1511299"/>
                  </a:moveTo>
                  <a:lnTo>
                    <a:pt x="950340" y="1511299"/>
                  </a:lnTo>
                  <a:lnTo>
                    <a:pt x="956437" y="1523999"/>
                  </a:lnTo>
                  <a:lnTo>
                    <a:pt x="975487" y="1523999"/>
                  </a:lnTo>
                  <a:lnTo>
                    <a:pt x="969771" y="1511299"/>
                  </a:lnTo>
                  <a:close/>
                </a:path>
                <a:path w="1247775" h="1536700">
                  <a:moveTo>
                    <a:pt x="953007" y="1498599"/>
                  </a:moveTo>
                  <a:lnTo>
                    <a:pt x="938021" y="1498599"/>
                  </a:lnTo>
                  <a:lnTo>
                    <a:pt x="944117" y="1511299"/>
                  </a:lnTo>
                  <a:lnTo>
                    <a:pt x="958976" y="1511299"/>
                  </a:lnTo>
                  <a:lnTo>
                    <a:pt x="953007" y="1498599"/>
                  </a:lnTo>
                  <a:close/>
                </a:path>
                <a:path w="1247775" h="1536700">
                  <a:moveTo>
                    <a:pt x="1057147" y="1498599"/>
                  </a:moveTo>
                  <a:lnTo>
                    <a:pt x="1047241" y="1511299"/>
                  </a:lnTo>
                  <a:lnTo>
                    <a:pt x="1056639" y="1511299"/>
                  </a:lnTo>
                  <a:lnTo>
                    <a:pt x="1057147" y="1498599"/>
                  </a:lnTo>
                  <a:close/>
                </a:path>
                <a:path w="1247775" h="1536700">
                  <a:moveTo>
                    <a:pt x="941451" y="1485899"/>
                  </a:moveTo>
                  <a:lnTo>
                    <a:pt x="925321" y="1485899"/>
                  </a:lnTo>
                  <a:lnTo>
                    <a:pt x="931799" y="1498599"/>
                  </a:lnTo>
                  <a:lnTo>
                    <a:pt x="947546" y="1498599"/>
                  </a:lnTo>
                  <a:lnTo>
                    <a:pt x="941451" y="1485899"/>
                  </a:lnTo>
                  <a:close/>
                </a:path>
                <a:path w="1247775" h="1536700">
                  <a:moveTo>
                    <a:pt x="467232" y="76200"/>
                  </a:moveTo>
                  <a:lnTo>
                    <a:pt x="449452" y="76200"/>
                  </a:lnTo>
                  <a:lnTo>
                    <a:pt x="456818" y="88900"/>
                  </a:lnTo>
                  <a:lnTo>
                    <a:pt x="456564" y="88900"/>
                  </a:lnTo>
                  <a:lnTo>
                    <a:pt x="463930" y="101600"/>
                  </a:lnTo>
                  <a:lnTo>
                    <a:pt x="471296" y="114300"/>
                  </a:lnTo>
                  <a:lnTo>
                    <a:pt x="486155" y="139700"/>
                  </a:lnTo>
                  <a:lnTo>
                    <a:pt x="493649" y="152400"/>
                  </a:lnTo>
                  <a:lnTo>
                    <a:pt x="501268" y="177800"/>
                  </a:lnTo>
                  <a:lnTo>
                    <a:pt x="508888" y="190500"/>
                  </a:lnTo>
                  <a:lnTo>
                    <a:pt x="516635" y="215900"/>
                  </a:lnTo>
                  <a:lnTo>
                    <a:pt x="524255" y="228600"/>
                  </a:lnTo>
                  <a:lnTo>
                    <a:pt x="532002" y="254000"/>
                  </a:lnTo>
                  <a:lnTo>
                    <a:pt x="539876" y="279400"/>
                  </a:lnTo>
                  <a:lnTo>
                    <a:pt x="547751" y="292100"/>
                  </a:lnTo>
                  <a:lnTo>
                    <a:pt x="579246" y="393700"/>
                  </a:lnTo>
                  <a:lnTo>
                    <a:pt x="611251" y="495300"/>
                  </a:lnTo>
                  <a:lnTo>
                    <a:pt x="627379" y="546100"/>
                  </a:lnTo>
                  <a:lnTo>
                    <a:pt x="643381" y="609600"/>
                  </a:lnTo>
                  <a:lnTo>
                    <a:pt x="659383" y="660400"/>
                  </a:lnTo>
                  <a:lnTo>
                    <a:pt x="675513" y="723900"/>
                  </a:lnTo>
                  <a:lnTo>
                    <a:pt x="691514" y="787400"/>
                  </a:lnTo>
                  <a:lnTo>
                    <a:pt x="707389" y="838200"/>
                  </a:lnTo>
                  <a:lnTo>
                    <a:pt x="739013" y="952500"/>
                  </a:lnTo>
                  <a:lnTo>
                    <a:pt x="754633" y="1016000"/>
                  </a:lnTo>
                  <a:lnTo>
                    <a:pt x="785367" y="1117600"/>
                  </a:lnTo>
                  <a:lnTo>
                    <a:pt x="815339" y="1219199"/>
                  </a:lnTo>
                  <a:lnTo>
                    <a:pt x="822705" y="1244599"/>
                  </a:lnTo>
                  <a:lnTo>
                    <a:pt x="829944" y="1269999"/>
                  </a:lnTo>
                  <a:lnTo>
                    <a:pt x="844422" y="1308099"/>
                  </a:lnTo>
                  <a:lnTo>
                    <a:pt x="851534" y="1333499"/>
                  </a:lnTo>
                  <a:lnTo>
                    <a:pt x="858646" y="1346199"/>
                  </a:lnTo>
                  <a:lnTo>
                    <a:pt x="865631" y="1371599"/>
                  </a:lnTo>
                  <a:lnTo>
                    <a:pt x="879347" y="1396999"/>
                  </a:lnTo>
                  <a:lnTo>
                    <a:pt x="886205" y="1422399"/>
                  </a:lnTo>
                  <a:lnTo>
                    <a:pt x="906017" y="1460499"/>
                  </a:lnTo>
                  <a:lnTo>
                    <a:pt x="918971" y="1485899"/>
                  </a:lnTo>
                  <a:lnTo>
                    <a:pt x="935608" y="1485899"/>
                  </a:lnTo>
                  <a:lnTo>
                    <a:pt x="929385" y="1473199"/>
                  </a:lnTo>
                  <a:lnTo>
                    <a:pt x="929639" y="1473199"/>
                  </a:lnTo>
                  <a:lnTo>
                    <a:pt x="923289" y="1460499"/>
                  </a:lnTo>
                  <a:lnTo>
                    <a:pt x="917066" y="1447799"/>
                  </a:lnTo>
                  <a:lnTo>
                    <a:pt x="910716" y="1435099"/>
                  </a:lnTo>
                  <a:lnTo>
                    <a:pt x="904366" y="1422399"/>
                  </a:lnTo>
                  <a:lnTo>
                    <a:pt x="897763" y="1409699"/>
                  </a:lnTo>
                  <a:lnTo>
                    <a:pt x="884301" y="1384299"/>
                  </a:lnTo>
                  <a:lnTo>
                    <a:pt x="877442" y="1358899"/>
                  </a:lnTo>
                  <a:lnTo>
                    <a:pt x="870584" y="1346199"/>
                  </a:lnTo>
                  <a:lnTo>
                    <a:pt x="863600" y="1320799"/>
                  </a:lnTo>
                  <a:lnTo>
                    <a:pt x="856360" y="1308099"/>
                  </a:lnTo>
                  <a:lnTo>
                    <a:pt x="856488" y="1308099"/>
                  </a:lnTo>
                  <a:lnTo>
                    <a:pt x="842009" y="1257299"/>
                  </a:lnTo>
                  <a:lnTo>
                    <a:pt x="842137" y="1257299"/>
                  </a:lnTo>
                  <a:lnTo>
                    <a:pt x="834770" y="1244599"/>
                  </a:lnTo>
                  <a:lnTo>
                    <a:pt x="820038" y="1193800"/>
                  </a:lnTo>
                  <a:lnTo>
                    <a:pt x="797559" y="1117600"/>
                  </a:lnTo>
                  <a:lnTo>
                    <a:pt x="782192" y="1066800"/>
                  </a:lnTo>
                  <a:lnTo>
                    <a:pt x="766826" y="1003300"/>
                  </a:lnTo>
                  <a:lnTo>
                    <a:pt x="751204" y="952500"/>
                  </a:lnTo>
                  <a:lnTo>
                    <a:pt x="735456" y="889000"/>
                  </a:lnTo>
                  <a:lnTo>
                    <a:pt x="719708" y="838200"/>
                  </a:lnTo>
                  <a:lnTo>
                    <a:pt x="687704" y="723900"/>
                  </a:lnTo>
                  <a:lnTo>
                    <a:pt x="671702" y="660400"/>
                  </a:lnTo>
                  <a:lnTo>
                    <a:pt x="655701" y="609600"/>
                  </a:lnTo>
                  <a:lnTo>
                    <a:pt x="639571" y="546100"/>
                  </a:lnTo>
                  <a:lnTo>
                    <a:pt x="623442" y="495300"/>
                  </a:lnTo>
                  <a:lnTo>
                    <a:pt x="583438" y="368300"/>
                  </a:lnTo>
                  <a:lnTo>
                    <a:pt x="575563" y="342900"/>
                  </a:lnTo>
                  <a:lnTo>
                    <a:pt x="567563" y="317500"/>
                  </a:lnTo>
                  <a:lnTo>
                    <a:pt x="551814" y="266700"/>
                  </a:lnTo>
                  <a:lnTo>
                    <a:pt x="543940" y="254000"/>
                  </a:lnTo>
                  <a:lnTo>
                    <a:pt x="536066" y="228600"/>
                  </a:lnTo>
                  <a:lnTo>
                    <a:pt x="528319" y="203200"/>
                  </a:lnTo>
                  <a:lnTo>
                    <a:pt x="520572" y="190500"/>
                  </a:lnTo>
                  <a:lnTo>
                    <a:pt x="512825" y="165100"/>
                  </a:lnTo>
                  <a:lnTo>
                    <a:pt x="505205" y="152400"/>
                  </a:lnTo>
                  <a:lnTo>
                    <a:pt x="497458" y="139700"/>
                  </a:lnTo>
                  <a:lnTo>
                    <a:pt x="489965" y="127000"/>
                  </a:lnTo>
                  <a:lnTo>
                    <a:pt x="482345" y="101600"/>
                  </a:lnTo>
                  <a:lnTo>
                    <a:pt x="474725" y="88900"/>
                  </a:lnTo>
                  <a:lnTo>
                    <a:pt x="467232" y="76200"/>
                  </a:lnTo>
                  <a:close/>
                </a:path>
                <a:path w="1247775" h="1536700">
                  <a:moveTo>
                    <a:pt x="1242948" y="1143000"/>
                  </a:moveTo>
                  <a:lnTo>
                    <a:pt x="1208913" y="1143000"/>
                  </a:lnTo>
                  <a:lnTo>
                    <a:pt x="1220977" y="1155700"/>
                  </a:lnTo>
                  <a:lnTo>
                    <a:pt x="1218249" y="1163278"/>
                  </a:lnTo>
                  <a:lnTo>
                    <a:pt x="1247647" y="1168400"/>
                  </a:lnTo>
                  <a:lnTo>
                    <a:pt x="1242948" y="1143000"/>
                  </a:lnTo>
                  <a:close/>
                </a:path>
                <a:path w="1247775" h="1536700">
                  <a:moveTo>
                    <a:pt x="1208913" y="1143000"/>
                  </a:moveTo>
                  <a:lnTo>
                    <a:pt x="1204103" y="1160813"/>
                  </a:lnTo>
                  <a:lnTo>
                    <a:pt x="1218249" y="1163278"/>
                  </a:lnTo>
                  <a:lnTo>
                    <a:pt x="1220977" y="1155700"/>
                  </a:lnTo>
                  <a:lnTo>
                    <a:pt x="1208913" y="1143000"/>
                  </a:lnTo>
                  <a:close/>
                </a:path>
                <a:path w="1247775" h="1536700">
                  <a:moveTo>
                    <a:pt x="1233551" y="1092200"/>
                  </a:moveTo>
                  <a:lnTo>
                    <a:pt x="1174750" y="1155700"/>
                  </a:lnTo>
                  <a:lnTo>
                    <a:pt x="1204103" y="1160813"/>
                  </a:lnTo>
                  <a:lnTo>
                    <a:pt x="1208913" y="1143000"/>
                  </a:lnTo>
                  <a:lnTo>
                    <a:pt x="1242948" y="1143000"/>
                  </a:lnTo>
                  <a:lnTo>
                    <a:pt x="1233551" y="1092200"/>
                  </a:lnTo>
                  <a:close/>
                </a:path>
                <a:path w="1247775" h="1536700">
                  <a:moveTo>
                    <a:pt x="307847" y="12700"/>
                  </a:moveTo>
                  <a:lnTo>
                    <a:pt x="274700" y="12700"/>
                  </a:lnTo>
                  <a:lnTo>
                    <a:pt x="246125" y="38100"/>
                  </a:lnTo>
                  <a:lnTo>
                    <a:pt x="218058" y="63500"/>
                  </a:lnTo>
                  <a:lnTo>
                    <a:pt x="176529" y="101600"/>
                  </a:lnTo>
                  <a:lnTo>
                    <a:pt x="162813" y="127000"/>
                  </a:lnTo>
                  <a:lnTo>
                    <a:pt x="149097" y="139700"/>
                  </a:lnTo>
                  <a:lnTo>
                    <a:pt x="135508" y="165100"/>
                  </a:lnTo>
                  <a:lnTo>
                    <a:pt x="121792" y="177800"/>
                  </a:lnTo>
                  <a:lnTo>
                    <a:pt x="94614" y="228600"/>
                  </a:lnTo>
                  <a:lnTo>
                    <a:pt x="81025" y="241300"/>
                  </a:lnTo>
                  <a:lnTo>
                    <a:pt x="26924" y="342900"/>
                  </a:lnTo>
                  <a:lnTo>
                    <a:pt x="0" y="381000"/>
                  </a:lnTo>
                  <a:lnTo>
                    <a:pt x="10921" y="393700"/>
                  </a:lnTo>
                  <a:lnTo>
                    <a:pt x="65024" y="292100"/>
                  </a:lnTo>
                  <a:lnTo>
                    <a:pt x="64896" y="292100"/>
                  </a:lnTo>
                  <a:lnTo>
                    <a:pt x="91947" y="254000"/>
                  </a:lnTo>
                  <a:lnTo>
                    <a:pt x="105409" y="228600"/>
                  </a:lnTo>
                  <a:lnTo>
                    <a:pt x="118999" y="203200"/>
                  </a:lnTo>
                  <a:lnTo>
                    <a:pt x="118871" y="203200"/>
                  </a:lnTo>
                  <a:lnTo>
                    <a:pt x="132460" y="190500"/>
                  </a:lnTo>
                  <a:lnTo>
                    <a:pt x="145922" y="165100"/>
                  </a:lnTo>
                  <a:lnTo>
                    <a:pt x="159384" y="152400"/>
                  </a:lnTo>
                  <a:lnTo>
                    <a:pt x="172974" y="127000"/>
                  </a:lnTo>
                  <a:lnTo>
                    <a:pt x="172846" y="127000"/>
                  </a:lnTo>
                  <a:lnTo>
                    <a:pt x="186435" y="114300"/>
                  </a:lnTo>
                  <a:lnTo>
                    <a:pt x="200025" y="101600"/>
                  </a:lnTo>
                  <a:lnTo>
                    <a:pt x="199897" y="101600"/>
                  </a:lnTo>
                  <a:lnTo>
                    <a:pt x="213613" y="76200"/>
                  </a:lnTo>
                  <a:lnTo>
                    <a:pt x="227075" y="63500"/>
                  </a:lnTo>
                  <a:lnTo>
                    <a:pt x="226821" y="63500"/>
                  </a:lnTo>
                  <a:lnTo>
                    <a:pt x="240664" y="50800"/>
                  </a:lnTo>
                  <a:lnTo>
                    <a:pt x="253745" y="50800"/>
                  </a:lnTo>
                  <a:lnTo>
                    <a:pt x="267588" y="38100"/>
                  </a:lnTo>
                  <a:lnTo>
                    <a:pt x="267207" y="38100"/>
                  </a:lnTo>
                  <a:lnTo>
                    <a:pt x="281050" y="25400"/>
                  </a:lnTo>
                  <a:lnTo>
                    <a:pt x="293877" y="25400"/>
                  </a:lnTo>
                  <a:lnTo>
                    <a:pt x="307847" y="12700"/>
                  </a:lnTo>
                  <a:close/>
                </a:path>
                <a:path w="1247775" h="1536700">
                  <a:moveTo>
                    <a:pt x="444880" y="50800"/>
                  </a:moveTo>
                  <a:lnTo>
                    <a:pt x="428370" y="50800"/>
                  </a:lnTo>
                  <a:lnTo>
                    <a:pt x="435609" y="63500"/>
                  </a:lnTo>
                  <a:lnTo>
                    <a:pt x="435355" y="63500"/>
                  </a:lnTo>
                  <a:lnTo>
                    <a:pt x="442594" y="76200"/>
                  </a:lnTo>
                  <a:lnTo>
                    <a:pt x="459739" y="76200"/>
                  </a:lnTo>
                  <a:lnTo>
                    <a:pt x="452374" y="63500"/>
                  </a:lnTo>
                  <a:lnTo>
                    <a:pt x="444880" y="50800"/>
                  </a:lnTo>
                  <a:close/>
                </a:path>
                <a:path w="1247775" h="1536700">
                  <a:moveTo>
                    <a:pt x="430149" y="38100"/>
                  </a:moveTo>
                  <a:lnTo>
                    <a:pt x="414400" y="38100"/>
                  </a:lnTo>
                  <a:lnTo>
                    <a:pt x="421513" y="50800"/>
                  </a:lnTo>
                  <a:lnTo>
                    <a:pt x="437514" y="50800"/>
                  </a:lnTo>
                  <a:lnTo>
                    <a:pt x="430149" y="38100"/>
                  </a:lnTo>
                  <a:close/>
                </a:path>
                <a:path w="1247775" h="1536700">
                  <a:moveTo>
                    <a:pt x="415289" y="25400"/>
                  </a:moveTo>
                  <a:lnTo>
                    <a:pt x="400557" y="25400"/>
                  </a:lnTo>
                  <a:lnTo>
                    <a:pt x="407669" y="38100"/>
                  </a:lnTo>
                  <a:lnTo>
                    <a:pt x="422782" y="38100"/>
                  </a:lnTo>
                  <a:lnTo>
                    <a:pt x="415289" y="25400"/>
                  </a:lnTo>
                  <a:close/>
                </a:path>
                <a:path w="1247775" h="1536700">
                  <a:moveTo>
                    <a:pt x="400557" y="12700"/>
                  </a:moveTo>
                  <a:lnTo>
                    <a:pt x="373252" y="12700"/>
                  </a:lnTo>
                  <a:lnTo>
                    <a:pt x="387476" y="25400"/>
                  </a:lnTo>
                  <a:lnTo>
                    <a:pt x="407924" y="25400"/>
                  </a:lnTo>
                  <a:lnTo>
                    <a:pt x="400557" y="12700"/>
                  </a:lnTo>
                  <a:close/>
                </a:path>
                <a:path w="1247775" h="1536700">
                  <a:moveTo>
                    <a:pt x="378078" y="0"/>
                  </a:moveTo>
                  <a:lnTo>
                    <a:pt x="303656" y="0"/>
                  </a:lnTo>
                  <a:lnTo>
                    <a:pt x="289178" y="12700"/>
                  </a:lnTo>
                  <a:lnTo>
                    <a:pt x="392938" y="12700"/>
                  </a:lnTo>
                  <a:lnTo>
                    <a:pt x="378078" y="0"/>
                  </a:lnTo>
                  <a:close/>
                </a:path>
              </a:pathLst>
            </a:custGeom>
            <a:solidFill>
              <a:srgbClr val="000000"/>
            </a:solidFill>
          </p:spPr>
          <p:txBody>
            <a:bodyPr wrap="square" lIns="0" tIns="0" rIns="0" bIns="0" rtlCol="0"/>
            <a:lstStyle/>
            <a:p>
              <a:endParaRPr/>
            </a:p>
          </p:txBody>
        </p:sp>
        <p:sp>
          <p:nvSpPr>
            <p:cNvPr id="24" name="object 24"/>
            <p:cNvSpPr/>
            <p:nvPr/>
          </p:nvSpPr>
          <p:spPr>
            <a:xfrm>
              <a:off x="5147310" y="2178557"/>
              <a:ext cx="76200" cy="1827530"/>
            </a:xfrm>
            <a:custGeom>
              <a:avLst/>
              <a:gdLst/>
              <a:ahLst/>
              <a:cxnLst/>
              <a:rect l="l" t="t" r="r" b="b"/>
              <a:pathLst>
                <a:path w="76200" h="1827529">
                  <a:moveTo>
                    <a:pt x="76200" y="1298448"/>
                  </a:moveTo>
                  <a:lnTo>
                    <a:pt x="69850" y="1285748"/>
                  </a:lnTo>
                  <a:lnTo>
                    <a:pt x="38100" y="1222248"/>
                  </a:lnTo>
                  <a:lnTo>
                    <a:pt x="0" y="1298448"/>
                  </a:lnTo>
                  <a:lnTo>
                    <a:pt x="28194" y="1298448"/>
                  </a:lnTo>
                  <a:lnTo>
                    <a:pt x="28194" y="1827530"/>
                  </a:lnTo>
                  <a:lnTo>
                    <a:pt x="48006" y="1827530"/>
                  </a:lnTo>
                  <a:lnTo>
                    <a:pt x="48006" y="1298448"/>
                  </a:lnTo>
                  <a:lnTo>
                    <a:pt x="76200" y="1298448"/>
                  </a:lnTo>
                  <a:close/>
                </a:path>
                <a:path w="76200" h="1827529">
                  <a:moveTo>
                    <a:pt x="76200" y="76200"/>
                  </a:moveTo>
                  <a:lnTo>
                    <a:pt x="69850" y="63500"/>
                  </a:lnTo>
                  <a:lnTo>
                    <a:pt x="38100" y="0"/>
                  </a:lnTo>
                  <a:lnTo>
                    <a:pt x="0" y="76200"/>
                  </a:lnTo>
                  <a:lnTo>
                    <a:pt x="28194" y="76200"/>
                  </a:lnTo>
                  <a:lnTo>
                    <a:pt x="28194" y="609981"/>
                  </a:lnTo>
                  <a:lnTo>
                    <a:pt x="48006" y="609981"/>
                  </a:lnTo>
                  <a:lnTo>
                    <a:pt x="48006" y="76200"/>
                  </a:lnTo>
                  <a:lnTo>
                    <a:pt x="76200" y="76200"/>
                  </a:lnTo>
                  <a:close/>
                </a:path>
              </a:pathLst>
            </a:custGeom>
            <a:solidFill>
              <a:srgbClr val="404040"/>
            </a:solidFill>
          </p:spPr>
          <p:txBody>
            <a:bodyPr wrap="square" lIns="0" tIns="0" rIns="0" bIns="0" rtlCol="0"/>
            <a:lstStyle/>
            <a:p>
              <a:endParaRPr/>
            </a:p>
          </p:txBody>
        </p:sp>
        <p:pic>
          <p:nvPicPr>
            <p:cNvPr id="25" name="object 25"/>
            <p:cNvPicPr/>
            <p:nvPr/>
          </p:nvPicPr>
          <p:blipFill>
            <a:blip r:embed="rId13" cstate="print"/>
            <a:stretch>
              <a:fillRect/>
            </a:stretch>
          </p:blipFill>
          <p:spPr>
            <a:xfrm>
              <a:off x="5724144" y="2441447"/>
              <a:ext cx="153162" cy="168401"/>
            </a:xfrm>
            <a:prstGeom prst="rect">
              <a:avLst/>
            </a:prstGeom>
          </p:spPr>
        </p:pic>
        <p:pic>
          <p:nvPicPr>
            <p:cNvPr id="26" name="object 26"/>
            <p:cNvPicPr/>
            <p:nvPr/>
          </p:nvPicPr>
          <p:blipFill>
            <a:blip r:embed="rId11" cstate="print"/>
            <a:stretch>
              <a:fillRect/>
            </a:stretch>
          </p:blipFill>
          <p:spPr>
            <a:xfrm>
              <a:off x="5077967" y="2983991"/>
              <a:ext cx="210312" cy="210312"/>
            </a:xfrm>
            <a:prstGeom prst="rect">
              <a:avLst/>
            </a:prstGeom>
          </p:spPr>
        </p:pic>
        <p:pic>
          <p:nvPicPr>
            <p:cNvPr id="27" name="object 27"/>
            <p:cNvPicPr/>
            <p:nvPr/>
          </p:nvPicPr>
          <p:blipFill>
            <a:blip r:embed="rId10" cstate="print"/>
            <a:stretch>
              <a:fillRect/>
            </a:stretch>
          </p:blipFill>
          <p:spPr>
            <a:xfrm>
              <a:off x="5401055" y="2983991"/>
              <a:ext cx="208788" cy="210312"/>
            </a:xfrm>
            <a:prstGeom prst="rect">
              <a:avLst/>
            </a:prstGeom>
          </p:spPr>
        </p:pic>
        <p:sp>
          <p:nvSpPr>
            <p:cNvPr id="28" name="object 28"/>
            <p:cNvSpPr/>
            <p:nvPr/>
          </p:nvSpPr>
          <p:spPr>
            <a:xfrm>
              <a:off x="4686300" y="2784347"/>
              <a:ext cx="988060" cy="603885"/>
            </a:xfrm>
            <a:custGeom>
              <a:avLst/>
              <a:gdLst/>
              <a:ahLst/>
              <a:cxnLst/>
              <a:rect l="l" t="t" r="r" b="b"/>
              <a:pathLst>
                <a:path w="988060" h="603885">
                  <a:moveTo>
                    <a:pt x="987551" y="0"/>
                  </a:moveTo>
                  <a:lnTo>
                    <a:pt x="0" y="0"/>
                  </a:lnTo>
                  <a:lnTo>
                    <a:pt x="0" y="603503"/>
                  </a:lnTo>
                  <a:lnTo>
                    <a:pt x="987551" y="603503"/>
                  </a:lnTo>
                  <a:lnTo>
                    <a:pt x="987551" y="0"/>
                  </a:lnTo>
                  <a:close/>
                </a:path>
              </a:pathLst>
            </a:custGeom>
            <a:solidFill>
              <a:srgbClr val="5B9BD4">
                <a:alpha val="19999"/>
              </a:srgbClr>
            </a:solidFill>
          </p:spPr>
          <p:txBody>
            <a:bodyPr wrap="square" lIns="0" tIns="0" rIns="0" bIns="0" rtlCol="0"/>
            <a:lstStyle/>
            <a:p>
              <a:endParaRPr/>
            </a:p>
          </p:txBody>
        </p:sp>
        <p:sp>
          <p:nvSpPr>
            <p:cNvPr id="29" name="object 29"/>
            <p:cNvSpPr/>
            <p:nvPr/>
          </p:nvSpPr>
          <p:spPr>
            <a:xfrm>
              <a:off x="4686300" y="2784347"/>
              <a:ext cx="988060" cy="603885"/>
            </a:xfrm>
            <a:custGeom>
              <a:avLst/>
              <a:gdLst/>
              <a:ahLst/>
              <a:cxnLst/>
              <a:rect l="l" t="t" r="r" b="b"/>
              <a:pathLst>
                <a:path w="988060" h="603885">
                  <a:moveTo>
                    <a:pt x="0" y="603503"/>
                  </a:moveTo>
                  <a:lnTo>
                    <a:pt x="987551" y="603503"/>
                  </a:lnTo>
                  <a:lnTo>
                    <a:pt x="987551" y="0"/>
                  </a:lnTo>
                  <a:lnTo>
                    <a:pt x="0" y="0"/>
                  </a:lnTo>
                  <a:lnTo>
                    <a:pt x="0" y="603503"/>
                  </a:lnTo>
                  <a:close/>
                </a:path>
              </a:pathLst>
            </a:custGeom>
            <a:ln w="12192">
              <a:solidFill>
                <a:srgbClr val="6F2F9F"/>
              </a:solidFill>
            </a:ln>
          </p:spPr>
          <p:txBody>
            <a:bodyPr wrap="square" lIns="0" tIns="0" rIns="0" bIns="0" rtlCol="0"/>
            <a:lstStyle/>
            <a:p>
              <a:endParaRPr/>
            </a:p>
          </p:txBody>
        </p:sp>
        <p:pic>
          <p:nvPicPr>
            <p:cNvPr id="30" name="object 30"/>
            <p:cNvPicPr/>
            <p:nvPr/>
          </p:nvPicPr>
          <p:blipFill>
            <a:blip r:embed="rId12" cstate="print"/>
            <a:stretch>
              <a:fillRect/>
            </a:stretch>
          </p:blipFill>
          <p:spPr>
            <a:xfrm>
              <a:off x="6137147" y="2990087"/>
              <a:ext cx="210312" cy="208787"/>
            </a:xfrm>
            <a:prstGeom prst="rect">
              <a:avLst/>
            </a:prstGeom>
          </p:spPr>
        </p:pic>
        <p:sp>
          <p:nvSpPr>
            <p:cNvPr id="31" name="object 31"/>
            <p:cNvSpPr/>
            <p:nvPr/>
          </p:nvSpPr>
          <p:spPr>
            <a:xfrm>
              <a:off x="6590410" y="2401569"/>
              <a:ext cx="1246505" cy="1536700"/>
            </a:xfrm>
            <a:custGeom>
              <a:avLst/>
              <a:gdLst/>
              <a:ahLst/>
              <a:cxnLst/>
              <a:rect l="l" t="t" r="r" b="b"/>
              <a:pathLst>
                <a:path w="1246504" h="1536700">
                  <a:moveTo>
                    <a:pt x="1009650" y="1523999"/>
                  </a:moveTo>
                  <a:lnTo>
                    <a:pt x="961263" y="1523999"/>
                  </a:lnTo>
                  <a:lnTo>
                    <a:pt x="967486" y="1536699"/>
                  </a:lnTo>
                  <a:lnTo>
                    <a:pt x="1008380" y="1536699"/>
                  </a:lnTo>
                  <a:lnTo>
                    <a:pt x="1009650" y="1523999"/>
                  </a:lnTo>
                  <a:close/>
                </a:path>
                <a:path w="1246504" h="1536700">
                  <a:moveTo>
                    <a:pt x="1202663" y="1160806"/>
                  </a:moveTo>
                  <a:lnTo>
                    <a:pt x="1193673" y="1193800"/>
                  </a:lnTo>
                  <a:lnTo>
                    <a:pt x="1177417" y="1244599"/>
                  </a:lnTo>
                  <a:lnTo>
                    <a:pt x="1161034" y="1295399"/>
                  </a:lnTo>
                  <a:lnTo>
                    <a:pt x="1152652" y="1320799"/>
                  </a:lnTo>
                  <a:lnTo>
                    <a:pt x="1144270" y="1333499"/>
                  </a:lnTo>
                  <a:lnTo>
                    <a:pt x="1135761" y="1358899"/>
                  </a:lnTo>
                  <a:lnTo>
                    <a:pt x="1127252" y="1384299"/>
                  </a:lnTo>
                  <a:lnTo>
                    <a:pt x="1118616" y="1396999"/>
                  </a:lnTo>
                  <a:lnTo>
                    <a:pt x="1109853" y="1422399"/>
                  </a:lnTo>
                  <a:lnTo>
                    <a:pt x="1100963" y="1435099"/>
                  </a:lnTo>
                  <a:lnTo>
                    <a:pt x="1092073" y="1460499"/>
                  </a:lnTo>
                  <a:lnTo>
                    <a:pt x="1083056" y="1473199"/>
                  </a:lnTo>
                  <a:lnTo>
                    <a:pt x="1073912" y="1485899"/>
                  </a:lnTo>
                  <a:lnTo>
                    <a:pt x="1064641" y="1498599"/>
                  </a:lnTo>
                  <a:lnTo>
                    <a:pt x="1065022" y="1498599"/>
                  </a:lnTo>
                  <a:lnTo>
                    <a:pt x="1055370" y="1511299"/>
                  </a:lnTo>
                  <a:lnTo>
                    <a:pt x="1046480" y="1511299"/>
                  </a:lnTo>
                  <a:lnTo>
                    <a:pt x="1036447" y="1523999"/>
                  </a:lnTo>
                  <a:lnTo>
                    <a:pt x="1018921" y="1523999"/>
                  </a:lnTo>
                  <a:lnTo>
                    <a:pt x="1008380" y="1536699"/>
                  </a:lnTo>
                  <a:lnTo>
                    <a:pt x="1043686" y="1536699"/>
                  </a:lnTo>
                  <a:lnTo>
                    <a:pt x="1074547" y="1498599"/>
                  </a:lnTo>
                  <a:lnTo>
                    <a:pt x="1103122" y="1460499"/>
                  </a:lnTo>
                  <a:lnTo>
                    <a:pt x="1121283" y="1422399"/>
                  </a:lnTo>
                  <a:lnTo>
                    <a:pt x="1130300" y="1409699"/>
                  </a:lnTo>
                  <a:lnTo>
                    <a:pt x="1138936" y="1384299"/>
                  </a:lnTo>
                  <a:lnTo>
                    <a:pt x="1147572" y="1371599"/>
                  </a:lnTo>
                  <a:lnTo>
                    <a:pt x="1156208" y="1346199"/>
                  </a:lnTo>
                  <a:lnTo>
                    <a:pt x="1181354" y="1269999"/>
                  </a:lnTo>
                  <a:lnTo>
                    <a:pt x="1189609" y="1244599"/>
                  </a:lnTo>
                  <a:lnTo>
                    <a:pt x="1205865" y="1193800"/>
                  </a:lnTo>
                  <a:lnTo>
                    <a:pt x="1216852" y="1163278"/>
                  </a:lnTo>
                  <a:lnTo>
                    <a:pt x="1202663" y="1160806"/>
                  </a:lnTo>
                  <a:close/>
                </a:path>
                <a:path w="1246504" h="1536700">
                  <a:moveTo>
                    <a:pt x="968502" y="1511299"/>
                  </a:moveTo>
                  <a:lnTo>
                    <a:pt x="949071" y="1511299"/>
                  </a:lnTo>
                  <a:lnTo>
                    <a:pt x="955294" y="1523999"/>
                  </a:lnTo>
                  <a:lnTo>
                    <a:pt x="974344" y="1523999"/>
                  </a:lnTo>
                  <a:lnTo>
                    <a:pt x="968502" y="1511299"/>
                  </a:lnTo>
                  <a:close/>
                </a:path>
                <a:path w="1246504" h="1536700">
                  <a:moveTo>
                    <a:pt x="951865" y="1498599"/>
                  </a:moveTo>
                  <a:lnTo>
                    <a:pt x="936752" y="1498599"/>
                  </a:lnTo>
                  <a:lnTo>
                    <a:pt x="942975" y="1511299"/>
                  </a:lnTo>
                  <a:lnTo>
                    <a:pt x="957834" y="1511299"/>
                  </a:lnTo>
                  <a:lnTo>
                    <a:pt x="951865" y="1498599"/>
                  </a:lnTo>
                  <a:close/>
                </a:path>
                <a:path w="1246504" h="1536700">
                  <a:moveTo>
                    <a:pt x="1055751" y="1498599"/>
                  </a:moveTo>
                  <a:lnTo>
                    <a:pt x="1045972" y="1511299"/>
                  </a:lnTo>
                  <a:lnTo>
                    <a:pt x="1055370" y="1511299"/>
                  </a:lnTo>
                  <a:lnTo>
                    <a:pt x="1055751" y="1498599"/>
                  </a:lnTo>
                  <a:close/>
                </a:path>
                <a:path w="1246504" h="1536700">
                  <a:moveTo>
                    <a:pt x="940308" y="1485899"/>
                  </a:moveTo>
                  <a:lnTo>
                    <a:pt x="924179" y="1485899"/>
                  </a:lnTo>
                  <a:lnTo>
                    <a:pt x="930529" y="1498599"/>
                  </a:lnTo>
                  <a:lnTo>
                    <a:pt x="946277" y="1498599"/>
                  </a:lnTo>
                  <a:lnTo>
                    <a:pt x="940308" y="1485899"/>
                  </a:lnTo>
                  <a:close/>
                </a:path>
                <a:path w="1246504" h="1536700">
                  <a:moveTo>
                    <a:pt x="466725" y="76200"/>
                  </a:moveTo>
                  <a:lnTo>
                    <a:pt x="448945" y="76200"/>
                  </a:lnTo>
                  <a:lnTo>
                    <a:pt x="456184" y="88900"/>
                  </a:lnTo>
                  <a:lnTo>
                    <a:pt x="463423" y="101600"/>
                  </a:lnTo>
                  <a:lnTo>
                    <a:pt x="470662" y="114300"/>
                  </a:lnTo>
                  <a:lnTo>
                    <a:pt x="478155" y="127000"/>
                  </a:lnTo>
                  <a:lnTo>
                    <a:pt x="493014" y="152400"/>
                  </a:lnTo>
                  <a:lnTo>
                    <a:pt x="500634" y="177800"/>
                  </a:lnTo>
                  <a:lnTo>
                    <a:pt x="508254" y="190500"/>
                  </a:lnTo>
                  <a:lnTo>
                    <a:pt x="515874" y="215900"/>
                  </a:lnTo>
                  <a:lnTo>
                    <a:pt x="523621" y="228600"/>
                  </a:lnTo>
                  <a:lnTo>
                    <a:pt x="531368" y="254000"/>
                  </a:lnTo>
                  <a:lnTo>
                    <a:pt x="547116" y="292100"/>
                  </a:lnTo>
                  <a:lnTo>
                    <a:pt x="562737" y="342900"/>
                  </a:lnTo>
                  <a:lnTo>
                    <a:pt x="570738" y="368300"/>
                  </a:lnTo>
                  <a:lnTo>
                    <a:pt x="578612" y="393700"/>
                  </a:lnTo>
                  <a:lnTo>
                    <a:pt x="626618" y="546100"/>
                  </a:lnTo>
                  <a:lnTo>
                    <a:pt x="642620" y="609600"/>
                  </a:lnTo>
                  <a:lnTo>
                    <a:pt x="658622" y="660400"/>
                  </a:lnTo>
                  <a:lnTo>
                    <a:pt x="690626" y="787400"/>
                  </a:lnTo>
                  <a:lnTo>
                    <a:pt x="722249" y="901700"/>
                  </a:lnTo>
                  <a:lnTo>
                    <a:pt x="737997" y="952500"/>
                  </a:lnTo>
                  <a:lnTo>
                    <a:pt x="753618" y="1016000"/>
                  </a:lnTo>
                  <a:lnTo>
                    <a:pt x="769112" y="1066800"/>
                  </a:lnTo>
                  <a:lnTo>
                    <a:pt x="784352" y="1117600"/>
                  </a:lnTo>
                  <a:lnTo>
                    <a:pt x="806831" y="1193800"/>
                  </a:lnTo>
                  <a:lnTo>
                    <a:pt x="828929" y="1269999"/>
                  </a:lnTo>
                  <a:lnTo>
                    <a:pt x="836168" y="1282699"/>
                  </a:lnTo>
                  <a:lnTo>
                    <a:pt x="850392" y="1333499"/>
                  </a:lnTo>
                  <a:lnTo>
                    <a:pt x="857504" y="1346199"/>
                  </a:lnTo>
                  <a:lnTo>
                    <a:pt x="864489" y="1371599"/>
                  </a:lnTo>
                  <a:lnTo>
                    <a:pt x="878205" y="1396999"/>
                  </a:lnTo>
                  <a:lnTo>
                    <a:pt x="884936" y="1422399"/>
                  </a:lnTo>
                  <a:lnTo>
                    <a:pt x="891667" y="1435099"/>
                  </a:lnTo>
                  <a:lnTo>
                    <a:pt x="904875" y="1460499"/>
                  </a:lnTo>
                  <a:lnTo>
                    <a:pt x="917829" y="1485899"/>
                  </a:lnTo>
                  <a:lnTo>
                    <a:pt x="934466" y="1485899"/>
                  </a:lnTo>
                  <a:lnTo>
                    <a:pt x="928243" y="1473199"/>
                  </a:lnTo>
                  <a:lnTo>
                    <a:pt x="928497" y="1473199"/>
                  </a:lnTo>
                  <a:lnTo>
                    <a:pt x="922147" y="1460499"/>
                  </a:lnTo>
                  <a:lnTo>
                    <a:pt x="915924" y="1447799"/>
                  </a:lnTo>
                  <a:lnTo>
                    <a:pt x="909574" y="1435099"/>
                  </a:lnTo>
                  <a:lnTo>
                    <a:pt x="903097" y="1422399"/>
                  </a:lnTo>
                  <a:lnTo>
                    <a:pt x="896620" y="1409699"/>
                  </a:lnTo>
                  <a:lnTo>
                    <a:pt x="883158" y="1384299"/>
                  </a:lnTo>
                  <a:lnTo>
                    <a:pt x="876300" y="1358899"/>
                  </a:lnTo>
                  <a:lnTo>
                    <a:pt x="876427" y="1358899"/>
                  </a:lnTo>
                  <a:lnTo>
                    <a:pt x="869442" y="1346199"/>
                  </a:lnTo>
                  <a:lnTo>
                    <a:pt x="862457" y="1320799"/>
                  </a:lnTo>
                  <a:lnTo>
                    <a:pt x="855345" y="1308099"/>
                  </a:lnTo>
                  <a:lnTo>
                    <a:pt x="848233" y="1282699"/>
                  </a:lnTo>
                  <a:lnTo>
                    <a:pt x="840994" y="1257299"/>
                  </a:lnTo>
                  <a:lnTo>
                    <a:pt x="833755" y="1244599"/>
                  </a:lnTo>
                  <a:lnTo>
                    <a:pt x="819023" y="1193800"/>
                  </a:lnTo>
                  <a:lnTo>
                    <a:pt x="796544" y="1117600"/>
                  </a:lnTo>
                  <a:lnTo>
                    <a:pt x="781304" y="1066800"/>
                  </a:lnTo>
                  <a:lnTo>
                    <a:pt x="765810" y="1003300"/>
                  </a:lnTo>
                  <a:lnTo>
                    <a:pt x="750189" y="952500"/>
                  </a:lnTo>
                  <a:lnTo>
                    <a:pt x="734568" y="889000"/>
                  </a:lnTo>
                  <a:lnTo>
                    <a:pt x="718693" y="838200"/>
                  </a:lnTo>
                  <a:lnTo>
                    <a:pt x="702945" y="774700"/>
                  </a:lnTo>
                  <a:lnTo>
                    <a:pt x="686943" y="723900"/>
                  </a:lnTo>
                  <a:lnTo>
                    <a:pt x="670941" y="660400"/>
                  </a:lnTo>
                  <a:lnTo>
                    <a:pt x="654812" y="609600"/>
                  </a:lnTo>
                  <a:lnTo>
                    <a:pt x="638810" y="546100"/>
                  </a:lnTo>
                  <a:lnTo>
                    <a:pt x="606806" y="444500"/>
                  </a:lnTo>
                  <a:lnTo>
                    <a:pt x="590677" y="393700"/>
                  </a:lnTo>
                  <a:lnTo>
                    <a:pt x="582803" y="368300"/>
                  </a:lnTo>
                  <a:lnTo>
                    <a:pt x="574802" y="342900"/>
                  </a:lnTo>
                  <a:lnTo>
                    <a:pt x="551180" y="266700"/>
                  </a:lnTo>
                  <a:lnTo>
                    <a:pt x="543306" y="254000"/>
                  </a:lnTo>
                  <a:lnTo>
                    <a:pt x="535432" y="228600"/>
                  </a:lnTo>
                  <a:lnTo>
                    <a:pt x="527685" y="203200"/>
                  </a:lnTo>
                  <a:lnTo>
                    <a:pt x="519938" y="190500"/>
                  </a:lnTo>
                  <a:lnTo>
                    <a:pt x="512318" y="165100"/>
                  </a:lnTo>
                  <a:lnTo>
                    <a:pt x="504571" y="152400"/>
                  </a:lnTo>
                  <a:lnTo>
                    <a:pt x="489331" y="127000"/>
                  </a:lnTo>
                  <a:lnTo>
                    <a:pt x="481711" y="101600"/>
                  </a:lnTo>
                  <a:lnTo>
                    <a:pt x="466725" y="76200"/>
                  </a:lnTo>
                  <a:close/>
                </a:path>
                <a:path w="1246504" h="1536700">
                  <a:moveTo>
                    <a:pt x="1241509" y="1143000"/>
                  </a:moveTo>
                  <a:lnTo>
                    <a:pt x="1207516" y="1143000"/>
                  </a:lnTo>
                  <a:lnTo>
                    <a:pt x="1219581" y="1155700"/>
                  </a:lnTo>
                  <a:lnTo>
                    <a:pt x="1216852" y="1163278"/>
                  </a:lnTo>
                  <a:lnTo>
                    <a:pt x="1246251" y="1168400"/>
                  </a:lnTo>
                  <a:lnTo>
                    <a:pt x="1241509" y="1143000"/>
                  </a:lnTo>
                  <a:close/>
                </a:path>
                <a:path w="1246504" h="1536700">
                  <a:moveTo>
                    <a:pt x="1207516" y="1143000"/>
                  </a:moveTo>
                  <a:lnTo>
                    <a:pt x="1202663" y="1160806"/>
                  </a:lnTo>
                  <a:lnTo>
                    <a:pt x="1216852" y="1163278"/>
                  </a:lnTo>
                  <a:lnTo>
                    <a:pt x="1219581" y="1155700"/>
                  </a:lnTo>
                  <a:lnTo>
                    <a:pt x="1207516" y="1143000"/>
                  </a:lnTo>
                  <a:close/>
                </a:path>
                <a:path w="1246504" h="1536700">
                  <a:moveTo>
                    <a:pt x="1232027" y="1092200"/>
                  </a:moveTo>
                  <a:lnTo>
                    <a:pt x="1173353" y="1155700"/>
                  </a:lnTo>
                  <a:lnTo>
                    <a:pt x="1202663" y="1160806"/>
                  </a:lnTo>
                  <a:lnTo>
                    <a:pt x="1207516" y="1143000"/>
                  </a:lnTo>
                  <a:lnTo>
                    <a:pt x="1241509" y="1143000"/>
                  </a:lnTo>
                  <a:lnTo>
                    <a:pt x="1232027" y="1092200"/>
                  </a:lnTo>
                  <a:close/>
                </a:path>
                <a:path w="1246504" h="1536700">
                  <a:moveTo>
                    <a:pt x="307467" y="12700"/>
                  </a:moveTo>
                  <a:lnTo>
                    <a:pt x="274320" y="12700"/>
                  </a:lnTo>
                  <a:lnTo>
                    <a:pt x="245872" y="38100"/>
                  </a:lnTo>
                  <a:lnTo>
                    <a:pt x="203962" y="76200"/>
                  </a:lnTo>
                  <a:lnTo>
                    <a:pt x="176403" y="101600"/>
                  </a:lnTo>
                  <a:lnTo>
                    <a:pt x="162560" y="127000"/>
                  </a:lnTo>
                  <a:lnTo>
                    <a:pt x="148971" y="139700"/>
                  </a:lnTo>
                  <a:lnTo>
                    <a:pt x="135255" y="165100"/>
                  </a:lnTo>
                  <a:lnTo>
                    <a:pt x="121666" y="177800"/>
                  </a:lnTo>
                  <a:lnTo>
                    <a:pt x="94488" y="228600"/>
                  </a:lnTo>
                  <a:lnTo>
                    <a:pt x="81025" y="241300"/>
                  </a:lnTo>
                  <a:lnTo>
                    <a:pt x="53848" y="292100"/>
                  </a:lnTo>
                  <a:lnTo>
                    <a:pt x="26924" y="342900"/>
                  </a:lnTo>
                  <a:lnTo>
                    <a:pt x="0" y="381000"/>
                  </a:lnTo>
                  <a:lnTo>
                    <a:pt x="10922" y="393700"/>
                  </a:lnTo>
                  <a:lnTo>
                    <a:pt x="64897" y="292100"/>
                  </a:lnTo>
                  <a:lnTo>
                    <a:pt x="91821" y="254000"/>
                  </a:lnTo>
                  <a:lnTo>
                    <a:pt x="118745" y="203200"/>
                  </a:lnTo>
                  <a:lnTo>
                    <a:pt x="132334" y="190500"/>
                  </a:lnTo>
                  <a:lnTo>
                    <a:pt x="145796" y="165100"/>
                  </a:lnTo>
                  <a:lnTo>
                    <a:pt x="159385" y="152400"/>
                  </a:lnTo>
                  <a:lnTo>
                    <a:pt x="172847" y="127000"/>
                  </a:lnTo>
                  <a:lnTo>
                    <a:pt x="186309" y="114300"/>
                  </a:lnTo>
                  <a:lnTo>
                    <a:pt x="199898" y="101600"/>
                  </a:lnTo>
                  <a:lnTo>
                    <a:pt x="213360" y="76200"/>
                  </a:lnTo>
                  <a:lnTo>
                    <a:pt x="226949" y="63500"/>
                  </a:lnTo>
                  <a:lnTo>
                    <a:pt x="226695" y="63500"/>
                  </a:lnTo>
                  <a:lnTo>
                    <a:pt x="240411" y="50800"/>
                  </a:lnTo>
                  <a:lnTo>
                    <a:pt x="253492" y="50800"/>
                  </a:lnTo>
                  <a:lnTo>
                    <a:pt x="267335" y="38100"/>
                  </a:lnTo>
                  <a:lnTo>
                    <a:pt x="266954" y="38100"/>
                  </a:lnTo>
                  <a:lnTo>
                    <a:pt x="280797" y="25400"/>
                  </a:lnTo>
                  <a:lnTo>
                    <a:pt x="293497" y="25400"/>
                  </a:lnTo>
                  <a:lnTo>
                    <a:pt x="307467" y="12700"/>
                  </a:lnTo>
                  <a:close/>
                </a:path>
                <a:path w="1246504" h="1536700">
                  <a:moveTo>
                    <a:pt x="444373" y="50800"/>
                  </a:moveTo>
                  <a:lnTo>
                    <a:pt x="427863" y="50800"/>
                  </a:lnTo>
                  <a:lnTo>
                    <a:pt x="434975" y="63500"/>
                  </a:lnTo>
                  <a:lnTo>
                    <a:pt x="442087" y="76200"/>
                  </a:lnTo>
                  <a:lnTo>
                    <a:pt x="459232" y="76200"/>
                  </a:lnTo>
                  <a:lnTo>
                    <a:pt x="451739" y="63500"/>
                  </a:lnTo>
                  <a:lnTo>
                    <a:pt x="444373" y="50800"/>
                  </a:lnTo>
                  <a:close/>
                </a:path>
                <a:path w="1246504" h="1536700">
                  <a:moveTo>
                    <a:pt x="429514" y="38100"/>
                  </a:moveTo>
                  <a:lnTo>
                    <a:pt x="413893" y="38100"/>
                  </a:lnTo>
                  <a:lnTo>
                    <a:pt x="421005" y="50800"/>
                  </a:lnTo>
                  <a:lnTo>
                    <a:pt x="437007" y="50800"/>
                  </a:lnTo>
                  <a:lnTo>
                    <a:pt x="429514" y="38100"/>
                  </a:lnTo>
                  <a:close/>
                </a:path>
                <a:path w="1246504" h="1536700">
                  <a:moveTo>
                    <a:pt x="414782" y="25400"/>
                  </a:moveTo>
                  <a:lnTo>
                    <a:pt x="400050" y="25400"/>
                  </a:lnTo>
                  <a:lnTo>
                    <a:pt x="407162" y="38100"/>
                  </a:lnTo>
                  <a:lnTo>
                    <a:pt x="422148" y="38100"/>
                  </a:lnTo>
                  <a:lnTo>
                    <a:pt x="414782" y="25400"/>
                  </a:lnTo>
                  <a:close/>
                </a:path>
                <a:path w="1246504" h="1536700">
                  <a:moveTo>
                    <a:pt x="399923" y="12700"/>
                  </a:moveTo>
                  <a:lnTo>
                    <a:pt x="372745" y="12700"/>
                  </a:lnTo>
                  <a:lnTo>
                    <a:pt x="386969" y="25400"/>
                  </a:lnTo>
                  <a:lnTo>
                    <a:pt x="407416" y="25400"/>
                  </a:lnTo>
                  <a:lnTo>
                    <a:pt x="399923" y="12700"/>
                  </a:lnTo>
                  <a:close/>
                </a:path>
                <a:path w="1246504" h="1536700">
                  <a:moveTo>
                    <a:pt x="377698" y="0"/>
                  </a:moveTo>
                  <a:lnTo>
                    <a:pt x="303275" y="0"/>
                  </a:lnTo>
                  <a:lnTo>
                    <a:pt x="288798" y="12700"/>
                  </a:lnTo>
                  <a:lnTo>
                    <a:pt x="392557" y="12700"/>
                  </a:lnTo>
                  <a:lnTo>
                    <a:pt x="377698" y="0"/>
                  </a:lnTo>
                  <a:close/>
                </a:path>
              </a:pathLst>
            </a:custGeom>
            <a:solidFill>
              <a:srgbClr val="000000">
                <a:alpha val="19999"/>
              </a:srgbClr>
            </a:solidFill>
          </p:spPr>
          <p:txBody>
            <a:bodyPr wrap="square" lIns="0" tIns="0" rIns="0" bIns="0" rtlCol="0"/>
            <a:lstStyle/>
            <a:p>
              <a:endParaRPr/>
            </a:p>
          </p:txBody>
        </p:sp>
        <p:sp>
          <p:nvSpPr>
            <p:cNvPr id="32" name="object 32"/>
            <p:cNvSpPr/>
            <p:nvPr/>
          </p:nvSpPr>
          <p:spPr>
            <a:xfrm>
              <a:off x="6547866" y="2178557"/>
              <a:ext cx="76200" cy="1826895"/>
            </a:xfrm>
            <a:custGeom>
              <a:avLst/>
              <a:gdLst/>
              <a:ahLst/>
              <a:cxnLst/>
              <a:rect l="l" t="t" r="r" b="b"/>
              <a:pathLst>
                <a:path w="76200" h="1826895">
                  <a:moveTo>
                    <a:pt x="76200" y="1296924"/>
                  </a:moveTo>
                  <a:lnTo>
                    <a:pt x="69850" y="1284224"/>
                  </a:lnTo>
                  <a:lnTo>
                    <a:pt x="38100" y="1220724"/>
                  </a:lnTo>
                  <a:lnTo>
                    <a:pt x="0" y="1296924"/>
                  </a:lnTo>
                  <a:lnTo>
                    <a:pt x="28181" y="1296924"/>
                  </a:lnTo>
                  <a:lnTo>
                    <a:pt x="28181" y="1826514"/>
                  </a:lnTo>
                  <a:lnTo>
                    <a:pt x="48006" y="1826514"/>
                  </a:lnTo>
                  <a:lnTo>
                    <a:pt x="48006" y="1296924"/>
                  </a:lnTo>
                  <a:lnTo>
                    <a:pt x="76200" y="1296924"/>
                  </a:lnTo>
                  <a:close/>
                </a:path>
                <a:path w="76200" h="1826895">
                  <a:moveTo>
                    <a:pt x="76200" y="76200"/>
                  </a:moveTo>
                  <a:lnTo>
                    <a:pt x="69850" y="63500"/>
                  </a:lnTo>
                  <a:lnTo>
                    <a:pt x="38100" y="0"/>
                  </a:lnTo>
                  <a:lnTo>
                    <a:pt x="0" y="76200"/>
                  </a:lnTo>
                  <a:lnTo>
                    <a:pt x="28181" y="76200"/>
                  </a:lnTo>
                  <a:lnTo>
                    <a:pt x="28181" y="609981"/>
                  </a:lnTo>
                  <a:lnTo>
                    <a:pt x="48006" y="609981"/>
                  </a:lnTo>
                  <a:lnTo>
                    <a:pt x="48006" y="76200"/>
                  </a:lnTo>
                  <a:lnTo>
                    <a:pt x="76200" y="76200"/>
                  </a:lnTo>
                  <a:close/>
                </a:path>
              </a:pathLst>
            </a:custGeom>
            <a:solidFill>
              <a:srgbClr val="404040"/>
            </a:solidFill>
          </p:spPr>
          <p:txBody>
            <a:bodyPr wrap="square" lIns="0" tIns="0" rIns="0" bIns="0" rtlCol="0"/>
            <a:lstStyle/>
            <a:p>
              <a:endParaRPr/>
            </a:p>
          </p:txBody>
        </p:sp>
        <p:pic>
          <p:nvPicPr>
            <p:cNvPr id="33" name="object 33"/>
            <p:cNvPicPr/>
            <p:nvPr/>
          </p:nvPicPr>
          <p:blipFill>
            <a:blip r:embed="rId14" cstate="print"/>
            <a:stretch>
              <a:fillRect/>
            </a:stretch>
          </p:blipFill>
          <p:spPr>
            <a:xfrm>
              <a:off x="7152132" y="2441447"/>
              <a:ext cx="317753" cy="168401"/>
            </a:xfrm>
            <a:prstGeom prst="rect">
              <a:avLst/>
            </a:prstGeom>
          </p:spPr>
        </p:pic>
        <p:pic>
          <p:nvPicPr>
            <p:cNvPr id="34" name="object 34"/>
            <p:cNvPicPr/>
            <p:nvPr/>
          </p:nvPicPr>
          <p:blipFill>
            <a:blip r:embed="rId10" cstate="print"/>
            <a:stretch>
              <a:fillRect/>
            </a:stretch>
          </p:blipFill>
          <p:spPr>
            <a:xfrm>
              <a:off x="6463284" y="2983991"/>
              <a:ext cx="208788" cy="210312"/>
            </a:xfrm>
            <a:prstGeom prst="rect">
              <a:avLst/>
            </a:prstGeom>
          </p:spPr>
        </p:pic>
        <p:pic>
          <p:nvPicPr>
            <p:cNvPr id="35" name="object 35"/>
            <p:cNvPicPr/>
            <p:nvPr/>
          </p:nvPicPr>
          <p:blipFill>
            <a:blip r:embed="rId10" cstate="print"/>
            <a:stretch>
              <a:fillRect/>
            </a:stretch>
          </p:blipFill>
          <p:spPr>
            <a:xfrm>
              <a:off x="6786372" y="2983991"/>
              <a:ext cx="208788" cy="210312"/>
            </a:xfrm>
            <a:prstGeom prst="rect">
              <a:avLst/>
            </a:prstGeom>
          </p:spPr>
        </p:pic>
        <p:sp>
          <p:nvSpPr>
            <p:cNvPr id="36" name="object 36"/>
            <p:cNvSpPr/>
            <p:nvPr/>
          </p:nvSpPr>
          <p:spPr>
            <a:xfrm>
              <a:off x="6071616" y="2784347"/>
              <a:ext cx="986155" cy="603885"/>
            </a:xfrm>
            <a:custGeom>
              <a:avLst/>
              <a:gdLst/>
              <a:ahLst/>
              <a:cxnLst/>
              <a:rect l="l" t="t" r="r" b="b"/>
              <a:pathLst>
                <a:path w="986154" h="603885">
                  <a:moveTo>
                    <a:pt x="986028" y="0"/>
                  </a:moveTo>
                  <a:lnTo>
                    <a:pt x="0" y="0"/>
                  </a:lnTo>
                  <a:lnTo>
                    <a:pt x="0" y="603503"/>
                  </a:lnTo>
                  <a:lnTo>
                    <a:pt x="986028" y="603503"/>
                  </a:lnTo>
                  <a:lnTo>
                    <a:pt x="986028" y="0"/>
                  </a:lnTo>
                  <a:close/>
                </a:path>
              </a:pathLst>
            </a:custGeom>
            <a:solidFill>
              <a:srgbClr val="5B9BD4">
                <a:alpha val="19999"/>
              </a:srgbClr>
            </a:solidFill>
          </p:spPr>
          <p:txBody>
            <a:bodyPr wrap="square" lIns="0" tIns="0" rIns="0" bIns="0" rtlCol="0"/>
            <a:lstStyle/>
            <a:p>
              <a:endParaRPr/>
            </a:p>
          </p:txBody>
        </p:sp>
        <p:sp>
          <p:nvSpPr>
            <p:cNvPr id="37" name="object 37"/>
            <p:cNvSpPr/>
            <p:nvPr/>
          </p:nvSpPr>
          <p:spPr>
            <a:xfrm>
              <a:off x="6071616" y="2784347"/>
              <a:ext cx="986155" cy="603885"/>
            </a:xfrm>
            <a:custGeom>
              <a:avLst/>
              <a:gdLst/>
              <a:ahLst/>
              <a:cxnLst/>
              <a:rect l="l" t="t" r="r" b="b"/>
              <a:pathLst>
                <a:path w="986154" h="603885">
                  <a:moveTo>
                    <a:pt x="0" y="603503"/>
                  </a:moveTo>
                  <a:lnTo>
                    <a:pt x="986028" y="603503"/>
                  </a:lnTo>
                  <a:lnTo>
                    <a:pt x="986028" y="0"/>
                  </a:lnTo>
                  <a:lnTo>
                    <a:pt x="0" y="0"/>
                  </a:lnTo>
                  <a:lnTo>
                    <a:pt x="0" y="603503"/>
                  </a:lnTo>
                  <a:close/>
                </a:path>
              </a:pathLst>
            </a:custGeom>
            <a:ln w="12192">
              <a:solidFill>
                <a:srgbClr val="6F2F9F"/>
              </a:solidFill>
            </a:ln>
          </p:spPr>
          <p:txBody>
            <a:bodyPr wrap="square" lIns="0" tIns="0" rIns="0" bIns="0" rtlCol="0"/>
            <a:lstStyle/>
            <a:p>
              <a:endParaRPr/>
            </a:p>
          </p:txBody>
        </p:sp>
      </p:grpSp>
      <p:pic>
        <p:nvPicPr>
          <p:cNvPr id="38" name="object 38"/>
          <p:cNvPicPr/>
          <p:nvPr/>
        </p:nvPicPr>
        <p:blipFill>
          <a:blip r:embed="rId15" cstate="print"/>
          <a:stretch>
            <a:fillRect/>
          </a:stretch>
        </p:blipFill>
        <p:spPr>
          <a:xfrm>
            <a:off x="3618007" y="4096577"/>
            <a:ext cx="331438" cy="157668"/>
          </a:xfrm>
          <a:prstGeom prst="rect">
            <a:avLst/>
          </a:prstGeom>
        </p:spPr>
      </p:pic>
      <p:pic>
        <p:nvPicPr>
          <p:cNvPr id="39" name="object 39"/>
          <p:cNvPicPr/>
          <p:nvPr/>
        </p:nvPicPr>
        <p:blipFill>
          <a:blip r:embed="rId16" cstate="print"/>
          <a:stretch>
            <a:fillRect/>
          </a:stretch>
        </p:blipFill>
        <p:spPr>
          <a:xfrm>
            <a:off x="3622583" y="1955400"/>
            <a:ext cx="290286" cy="159149"/>
          </a:xfrm>
          <a:prstGeom prst="rect">
            <a:avLst/>
          </a:prstGeom>
        </p:spPr>
      </p:pic>
      <p:pic>
        <p:nvPicPr>
          <p:cNvPr id="40" name="object 40"/>
          <p:cNvPicPr/>
          <p:nvPr/>
        </p:nvPicPr>
        <p:blipFill>
          <a:blip r:embed="rId17" cstate="print"/>
          <a:stretch>
            <a:fillRect/>
          </a:stretch>
        </p:blipFill>
        <p:spPr>
          <a:xfrm>
            <a:off x="1847147" y="4645293"/>
            <a:ext cx="291786" cy="122540"/>
          </a:xfrm>
          <a:prstGeom prst="rect">
            <a:avLst/>
          </a:prstGeom>
        </p:spPr>
      </p:pic>
      <p:pic>
        <p:nvPicPr>
          <p:cNvPr id="41" name="object 41"/>
          <p:cNvPicPr/>
          <p:nvPr/>
        </p:nvPicPr>
        <p:blipFill>
          <a:blip r:embed="rId18" cstate="print"/>
          <a:stretch>
            <a:fillRect/>
          </a:stretch>
        </p:blipFill>
        <p:spPr>
          <a:xfrm>
            <a:off x="5074940" y="4096577"/>
            <a:ext cx="165333" cy="157668"/>
          </a:xfrm>
          <a:prstGeom prst="rect">
            <a:avLst/>
          </a:prstGeom>
        </p:spPr>
      </p:pic>
      <p:pic>
        <p:nvPicPr>
          <p:cNvPr id="42" name="object 42"/>
          <p:cNvPicPr/>
          <p:nvPr/>
        </p:nvPicPr>
        <p:blipFill>
          <a:blip r:embed="rId19" cstate="print"/>
          <a:stretch>
            <a:fillRect/>
          </a:stretch>
        </p:blipFill>
        <p:spPr>
          <a:xfrm>
            <a:off x="5100964" y="1955400"/>
            <a:ext cx="127117" cy="159149"/>
          </a:xfrm>
          <a:prstGeom prst="rect">
            <a:avLst/>
          </a:prstGeom>
        </p:spPr>
      </p:pic>
      <p:pic>
        <p:nvPicPr>
          <p:cNvPr id="43" name="object 43"/>
          <p:cNvPicPr/>
          <p:nvPr/>
        </p:nvPicPr>
        <p:blipFill>
          <a:blip r:embed="rId20" cstate="print"/>
          <a:stretch>
            <a:fillRect/>
          </a:stretch>
        </p:blipFill>
        <p:spPr>
          <a:xfrm>
            <a:off x="6391687" y="4096577"/>
            <a:ext cx="331438" cy="157668"/>
          </a:xfrm>
          <a:prstGeom prst="rect">
            <a:avLst/>
          </a:prstGeom>
        </p:spPr>
      </p:pic>
      <p:sp>
        <p:nvSpPr>
          <p:cNvPr id="44" name="object 44"/>
          <p:cNvSpPr/>
          <p:nvPr/>
        </p:nvSpPr>
        <p:spPr>
          <a:xfrm>
            <a:off x="7840980" y="4110228"/>
            <a:ext cx="458470" cy="76200"/>
          </a:xfrm>
          <a:custGeom>
            <a:avLst/>
            <a:gdLst/>
            <a:ahLst/>
            <a:cxnLst/>
            <a:rect l="l" t="t" r="r" b="b"/>
            <a:pathLst>
              <a:path w="458470" h="76200">
                <a:moveTo>
                  <a:pt x="76200" y="0"/>
                </a:moveTo>
                <a:lnTo>
                  <a:pt x="0" y="38100"/>
                </a:lnTo>
                <a:lnTo>
                  <a:pt x="76200" y="76200"/>
                </a:lnTo>
                <a:lnTo>
                  <a:pt x="76200" y="44450"/>
                </a:lnTo>
                <a:lnTo>
                  <a:pt x="63500" y="44450"/>
                </a:lnTo>
                <a:lnTo>
                  <a:pt x="63500" y="31750"/>
                </a:lnTo>
                <a:lnTo>
                  <a:pt x="76200" y="31750"/>
                </a:lnTo>
                <a:lnTo>
                  <a:pt x="76200" y="0"/>
                </a:lnTo>
                <a:close/>
              </a:path>
              <a:path w="458470" h="76200">
                <a:moveTo>
                  <a:pt x="76200" y="31750"/>
                </a:moveTo>
                <a:lnTo>
                  <a:pt x="63500" y="31750"/>
                </a:lnTo>
                <a:lnTo>
                  <a:pt x="63500" y="44450"/>
                </a:lnTo>
                <a:lnTo>
                  <a:pt x="76200" y="44450"/>
                </a:lnTo>
                <a:lnTo>
                  <a:pt x="76200" y="31750"/>
                </a:lnTo>
                <a:close/>
              </a:path>
              <a:path w="458470" h="76200">
                <a:moveTo>
                  <a:pt x="458470" y="31750"/>
                </a:moveTo>
                <a:lnTo>
                  <a:pt x="76200" y="31750"/>
                </a:lnTo>
                <a:lnTo>
                  <a:pt x="76200" y="44450"/>
                </a:lnTo>
                <a:lnTo>
                  <a:pt x="458470" y="44450"/>
                </a:lnTo>
                <a:lnTo>
                  <a:pt x="458470" y="31750"/>
                </a:lnTo>
                <a:close/>
              </a:path>
            </a:pathLst>
          </a:custGeom>
          <a:solidFill>
            <a:srgbClr val="006FC0"/>
          </a:solidFill>
        </p:spPr>
        <p:txBody>
          <a:bodyPr wrap="square" lIns="0" tIns="0" rIns="0" bIns="0" rtlCol="0"/>
          <a:lstStyle/>
          <a:p>
            <a:endParaRPr/>
          </a:p>
        </p:txBody>
      </p:sp>
      <p:pic>
        <p:nvPicPr>
          <p:cNvPr id="45" name="object 45"/>
          <p:cNvPicPr/>
          <p:nvPr/>
        </p:nvPicPr>
        <p:blipFill>
          <a:blip r:embed="rId21" cstate="print"/>
          <a:stretch>
            <a:fillRect/>
          </a:stretch>
        </p:blipFill>
        <p:spPr>
          <a:xfrm>
            <a:off x="8464346" y="4107202"/>
            <a:ext cx="342087" cy="151615"/>
          </a:xfrm>
          <a:prstGeom prst="rect">
            <a:avLst/>
          </a:prstGeom>
        </p:spPr>
      </p:pic>
      <p:sp>
        <p:nvSpPr>
          <p:cNvPr id="46" name="object 46"/>
          <p:cNvSpPr/>
          <p:nvPr/>
        </p:nvSpPr>
        <p:spPr>
          <a:xfrm>
            <a:off x="7840980" y="1999488"/>
            <a:ext cx="458470" cy="76200"/>
          </a:xfrm>
          <a:custGeom>
            <a:avLst/>
            <a:gdLst/>
            <a:ahLst/>
            <a:cxnLst/>
            <a:rect l="l" t="t" r="r" b="b"/>
            <a:pathLst>
              <a:path w="458470" h="76200">
                <a:moveTo>
                  <a:pt x="76200" y="0"/>
                </a:moveTo>
                <a:lnTo>
                  <a:pt x="0" y="38100"/>
                </a:lnTo>
                <a:lnTo>
                  <a:pt x="76200" y="76200"/>
                </a:lnTo>
                <a:lnTo>
                  <a:pt x="76200" y="44450"/>
                </a:lnTo>
                <a:lnTo>
                  <a:pt x="63500" y="44450"/>
                </a:lnTo>
                <a:lnTo>
                  <a:pt x="63500" y="31750"/>
                </a:lnTo>
                <a:lnTo>
                  <a:pt x="76200" y="31750"/>
                </a:lnTo>
                <a:lnTo>
                  <a:pt x="76200" y="0"/>
                </a:lnTo>
                <a:close/>
              </a:path>
              <a:path w="458470" h="76200">
                <a:moveTo>
                  <a:pt x="76200" y="31750"/>
                </a:moveTo>
                <a:lnTo>
                  <a:pt x="63500" y="31750"/>
                </a:lnTo>
                <a:lnTo>
                  <a:pt x="63500" y="44450"/>
                </a:lnTo>
                <a:lnTo>
                  <a:pt x="76200" y="44450"/>
                </a:lnTo>
                <a:lnTo>
                  <a:pt x="76200" y="31750"/>
                </a:lnTo>
                <a:close/>
              </a:path>
              <a:path w="458470" h="76200">
                <a:moveTo>
                  <a:pt x="458470" y="31750"/>
                </a:moveTo>
                <a:lnTo>
                  <a:pt x="76200" y="31750"/>
                </a:lnTo>
                <a:lnTo>
                  <a:pt x="76200" y="44450"/>
                </a:lnTo>
                <a:lnTo>
                  <a:pt x="458470" y="44450"/>
                </a:lnTo>
                <a:lnTo>
                  <a:pt x="458470" y="31750"/>
                </a:lnTo>
                <a:close/>
              </a:path>
            </a:pathLst>
          </a:custGeom>
          <a:solidFill>
            <a:srgbClr val="FF0000"/>
          </a:solidFill>
        </p:spPr>
        <p:txBody>
          <a:bodyPr wrap="square" lIns="0" tIns="0" rIns="0" bIns="0" rtlCol="0"/>
          <a:lstStyle/>
          <a:p>
            <a:endParaRPr/>
          </a:p>
        </p:txBody>
      </p:sp>
      <p:pic>
        <p:nvPicPr>
          <p:cNvPr id="47" name="object 47"/>
          <p:cNvPicPr/>
          <p:nvPr/>
        </p:nvPicPr>
        <p:blipFill>
          <a:blip r:embed="rId22" cstate="print"/>
          <a:stretch>
            <a:fillRect/>
          </a:stretch>
        </p:blipFill>
        <p:spPr>
          <a:xfrm>
            <a:off x="8447555" y="1984360"/>
            <a:ext cx="445746" cy="154573"/>
          </a:xfrm>
          <a:prstGeom prst="rect">
            <a:avLst/>
          </a:prstGeom>
        </p:spPr>
      </p:pic>
      <p:sp>
        <p:nvSpPr>
          <p:cNvPr id="48" name="object 48"/>
          <p:cNvSpPr/>
          <p:nvPr/>
        </p:nvSpPr>
        <p:spPr>
          <a:xfrm>
            <a:off x="1598675" y="3063239"/>
            <a:ext cx="458470" cy="76200"/>
          </a:xfrm>
          <a:custGeom>
            <a:avLst/>
            <a:gdLst/>
            <a:ahLst/>
            <a:cxnLst/>
            <a:rect l="l" t="t" r="r" b="b"/>
            <a:pathLst>
              <a:path w="458469" h="76200">
                <a:moveTo>
                  <a:pt x="382269" y="0"/>
                </a:moveTo>
                <a:lnTo>
                  <a:pt x="382269" y="76200"/>
                </a:lnTo>
                <a:lnTo>
                  <a:pt x="445769" y="44450"/>
                </a:lnTo>
                <a:lnTo>
                  <a:pt x="394969" y="44450"/>
                </a:lnTo>
                <a:lnTo>
                  <a:pt x="394969" y="31750"/>
                </a:lnTo>
                <a:lnTo>
                  <a:pt x="445769" y="31750"/>
                </a:lnTo>
                <a:lnTo>
                  <a:pt x="382269" y="0"/>
                </a:lnTo>
                <a:close/>
              </a:path>
              <a:path w="458469" h="76200">
                <a:moveTo>
                  <a:pt x="382269" y="31750"/>
                </a:moveTo>
                <a:lnTo>
                  <a:pt x="0" y="31750"/>
                </a:lnTo>
                <a:lnTo>
                  <a:pt x="0" y="44450"/>
                </a:lnTo>
                <a:lnTo>
                  <a:pt x="382269" y="44450"/>
                </a:lnTo>
                <a:lnTo>
                  <a:pt x="382269" y="31750"/>
                </a:lnTo>
                <a:close/>
              </a:path>
              <a:path w="458469" h="76200">
                <a:moveTo>
                  <a:pt x="445769" y="31750"/>
                </a:moveTo>
                <a:lnTo>
                  <a:pt x="394969" y="31750"/>
                </a:lnTo>
                <a:lnTo>
                  <a:pt x="394969" y="44450"/>
                </a:lnTo>
                <a:lnTo>
                  <a:pt x="445769" y="44450"/>
                </a:lnTo>
                <a:lnTo>
                  <a:pt x="458469" y="38100"/>
                </a:lnTo>
                <a:lnTo>
                  <a:pt x="445769" y="31750"/>
                </a:lnTo>
                <a:close/>
              </a:path>
            </a:pathLst>
          </a:custGeom>
          <a:solidFill>
            <a:srgbClr val="6F2F9F"/>
          </a:solidFill>
        </p:spPr>
        <p:txBody>
          <a:bodyPr wrap="square" lIns="0" tIns="0" rIns="0" bIns="0" rtlCol="0"/>
          <a:lstStyle/>
          <a:p>
            <a:endParaRPr/>
          </a:p>
        </p:txBody>
      </p:sp>
      <p:pic>
        <p:nvPicPr>
          <p:cNvPr id="49" name="object 49"/>
          <p:cNvPicPr/>
          <p:nvPr/>
        </p:nvPicPr>
        <p:blipFill>
          <a:blip r:embed="rId23" cstate="print"/>
          <a:stretch>
            <a:fillRect/>
          </a:stretch>
        </p:blipFill>
        <p:spPr>
          <a:xfrm>
            <a:off x="1011958" y="3045088"/>
            <a:ext cx="454891" cy="127117"/>
          </a:xfrm>
          <a:prstGeom prst="rect">
            <a:avLst/>
          </a:prstGeom>
        </p:spPr>
      </p:pic>
      <p:pic>
        <p:nvPicPr>
          <p:cNvPr id="50" name="object 50"/>
          <p:cNvPicPr/>
          <p:nvPr/>
        </p:nvPicPr>
        <p:blipFill>
          <a:blip r:embed="rId24" cstate="print"/>
          <a:stretch>
            <a:fillRect/>
          </a:stretch>
        </p:blipFill>
        <p:spPr>
          <a:xfrm>
            <a:off x="6417599" y="1955400"/>
            <a:ext cx="290286" cy="159149"/>
          </a:xfrm>
          <a:prstGeom prst="rect">
            <a:avLst/>
          </a:prstGeom>
        </p:spPr>
      </p:pic>
      <p:pic>
        <p:nvPicPr>
          <p:cNvPr id="51" name="object 51"/>
          <p:cNvPicPr/>
          <p:nvPr/>
        </p:nvPicPr>
        <p:blipFill>
          <a:blip r:embed="rId25" cstate="print"/>
          <a:stretch>
            <a:fillRect/>
          </a:stretch>
        </p:blipFill>
        <p:spPr>
          <a:xfrm>
            <a:off x="2328672" y="4576571"/>
            <a:ext cx="5195316" cy="286511"/>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3582" y="6524434"/>
            <a:ext cx="7988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1690877" cy="174498"/>
          </a:xfrm>
          <a:prstGeom prst="rect">
            <a:avLst/>
          </a:prstGeom>
        </p:spPr>
      </p:pic>
      <p:sp>
        <p:nvSpPr>
          <p:cNvPr id="7" name="object 7"/>
          <p:cNvSpPr txBox="1"/>
          <p:nvPr/>
        </p:nvSpPr>
        <p:spPr>
          <a:xfrm>
            <a:off x="437489" y="431419"/>
            <a:ext cx="48113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2.1.</a:t>
            </a:r>
            <a:r>
              <a:rPr sz="1800" spc="-20" dirty="0">
                <a:solidFill>
                  <a:srgbClr val="FFFFFF"/>
                </a:solidFill>
                <a:latin typeface="Ebrima"/>
                <a:cs typeface="Ebrima"/>
              </a:rPr>
              <a:t> </a:t>
            </a:r>
            <a:r>
              <a:rPr sz="1800" spc="-5" dirty="0">
                <a:solidFill>
                  <a:srgbClr val="FFFFFF"/>
                </a:solidFill>
                <a:latin typeface="Ebrima"/>
                <a:cs typeface="Ebrima"/>
              </a:rPr>
              <a:t>About</a:t>
            </a:r>
            <a:r>
              <a:rPr sz="1800" spc="-15" dirty="0">
                <a:solidFill>
                  <a:srgbClr val="FFFFFF"/>
                </a:solidFill>
                <a:latin typeface="Ebrima"/>
                <a:cs typeface="Ebrima"/>
              </a:rPr>
              <a:t> </a:t>
            </a:r>
            <a:r>
              <a:rPr sz="1800" dirty="0">
                <a:solidFill>
                  <a:srgbClr val="FFFFFF"/>
                </a:solidFill>
                <a:latin typeface="Ebrima"/>
                <a:cs typeface="Ebrima"/>
              </a:rPr>
              <a:t>the</a:t>
            </a:r>
            <a:r>
              <a:rPr sz="1800" spc="-25" dirty="0">
                <a:solidFill>
                  <a:srgbClr val="FFFFFF"/>
                </a:solidFill>
                <a:latin typeface="Ebrima"/>
                <a:cs typeface="Ebrima"/>
              </a:rPr>
              <a:t> </a:t>
            </a:r>
            <a:r>
              <a:rPr sz="1800" spc="-5" dirty="0">
                <a:solidFill>
                  <a:srgbClr val="FFFFFF"/>
                </a:solidFill>
                <a:latin typeface="Ebrima"/>
                <a:cs typeface="Ebrima"/>
              </a:rPr>
              <a:t>Recurrent</a:t>
            </a:r>
            <a:r>
              <a:rPr sz="1800" spc="-20" dirty="0">
                <a:solidFill>
                  <a:srgbClr val="FFFFFF"/>
                </a:solidFill>
                <a:latin typeface="Ebrima"/>
                <a:cs typeface="Ebrima"/>
              </a:rPr>
              <a:t> </a:t>
            </a:r>
            <a:r>
              <a:rPr sz="1800" spc="-5" dirty="0">
                <a:solidFill>
                  <a:srgbClr val="FFFFFF"/>
                </a:solidFill>
                <a:latin typeface="Ebrima"/>
                <a:cs typeface="Ebrima"/>
              </a:rPr>
              <a:t>Neural</a:t>
            </a:r>
            <a:r>
              <a:rPr sz="1800" spc="-15" dirty="0">
                <a:solidFill>
                  <a:srgbClr val="FFFFFF"/>
                </a:solidFill>
                <a:latin typeface="Ebrima"/>
                <a:cs typeface="Ebrima"/>
              </a:rPr>
              <a:t> </a:t>
            </a:r>
            <a:r>
              <a:rPr sz="1800" spc="-5" dirty="0">
                <a:solidFill>
                  <a:srgbClr val="FFFFFF"/>
                </a:solidFill>
                <a:latin typeface="Ebrima"/>
                <a:cs typeface="Ebrima"/>
              </a:rPr>
              <a:t>Network (RNN)</a:t>
            </a:r>
            <a:endParaRPr sz="1800">
              <a:latin typeface="Ebrima"/>
              <a:cs typeface="Ebrima"/>
            </a:endParaRP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02</a:t>
            </a:r>
            <a:endParaRPr sz="1600">
              <a:latin typeface="Ebrima"/>
              <a:cs typeface="Ebrima"/>
            </a:endParaRPr>
          </a:p>
        </p:txBody>
      </p:sp>
      <p:pic>
        <p:nvPicPr>
          <p:cNvPr id="9" name="object 9"/>
          <p:cNvPicPr/>
          <p:nvPr/>
        </p:nvPicPr>
        <p:blipFill>
          <a:blip r:embed="rId6" cstate="print"/>
          <a:stretch>
            <a:fillRect/>
          </a:stretch>
        </p:blipFill>
        <p:spPr>
          <a:xfrm>
            <a:off x="710183" y="1805939"/>
            <a:ext cx="3573017" cy="162305"/>
          </a:xfrm>
          <a:prstGeom prst="rect">
            <a:avLst/>
          </a:prstGeom>
        </p:spPr>
      </p:pic>
      <p:grpSp>
        <p:nvGrpSpPr>
          <p:cNvPr id="10" name="object 10"/>
          <p:cNvGrpSpPr/>
          <p:nvPr/>
        </p:nvGrpSpPr>
        <p:grpSpPr>
          <a:xfrm>
            <a:off x="1766316" y="2680716"/>
            <a:ext cx="6377940" cy="2252345"/>
            <a:chOff x="1766316" y="2680716"/>
            <a:chExt cx="6377940" cy="2252345"/>
          </a:xfrm>
        </p:grpSpPr>
        <p:sp>
          <p:nvSpPr>
            <p:cNvPr id="11" name="object 11"/>
            <p:cNvSpPr/>
            <p:nvPr/>
          </p:nvSpPr>
          <p:spPr>
            <a:xfrm>
              <a:off x="2108454" y="2680715"/>
              <a:ext cx="1229360" cy="2252345"/>
            </a:xfrm>
            <a:custGeom>
              <a:avLst/>
              <a:gdLst/>
              <a:ahLst/>
              <a:cxnLst/>
              <a:rect l="l" t="t" r="r" b="b"/>
              <a:pathLst>
                <a:path w="1229360" h="2252345">
                  <a:moveTo>
                    <a:pt x="76200" y="1608582"/>
                  </a:moveTo>
                  <a:lnTo>
                    <a:pt x="69850" y="1595882"/>
                  </a:lnTo>
                  <a:lnTo>
                    <a:pt x="38100" y="1532382"/>
                  </a:lnTo>
                  <a:lnTo>
                    <a:pt x="0" y="1608582"/>
                  </a:lnTo>
                  <a:lnTo>
                    <a:pt x="28194" y="1608582"/>
                  </a:lnTo>
                  <a:lnTo>
                    <a:pt x="28194" y="2252345"/>
                  </a:lnTo>
                  <a:lnTo>
                    <a:pt x="48006" y="2252345"/>
                  </a:lnTo>
                  <a:lnTo>
                    <a:pt x="48006" y="1608582"/>
                  </a:lnTo>
                  <a:lnTo>
                    <a:pt x="76200" y="1608582"/>
                  </a:lnTo>
                  <a:close/>
                </a:path>
                <a:path w="1229360" h="2252345">
                  <a:moveTo>
                    <a:pt x="86106" y="76200"/>
                  </a:moveTo>
                  <a:lnTo>
                    <a:pt x="79756" y="63500"/>
                  </a:lnTo>
                  <a:lnTo>
                    <a:pt x="48006" y="0"/>
                  </a:lnTo>
                  <a:lnTo>
                    <a:pt x="9906" y="76200"/>
                  </a:lnTo>
                  <a:lnTo>
                    <a:pt x="40386" y="76200"/>
                  </a:lnTo>
                  <a:lnTo>
                    <a:pt x="40386" y="761365"/>
                  </a:lnTo>
                  <a:lnTo>
                    <a:pt x="55626" y="761365"/>
                  </a:lnTo>
                  <a:lnTo>
                    <a:pt x="55626" y="76200"/>
                  </a:lnTo>
                  <a:lnTo>
                    <a:pt x="86106" y="76200"/>
                  </a:lnTo>
                  <a:close/>
                </a:path>
                <a:path w="1229360" h="2252345">
                  <a:moveTo>
                    <a:pt x="1229106" y="1472438"/>
                  </a:moveTo>
                  <a:lnTo>
                    <a:pt x="1158621" y="1523238"/>
                  </a:lnTo>
                  <a:lnTo>
                    <a:pt x="1187348" y="1534210"/>
                  </a:lnTo>
                  <a:lnTo>
                    <a:pt x="1180719" y="1548638"/>
                  </a:lnTo>
                  <a:lnTo>
                    <a:pt x="1168514" y="1574038"/>
                  </a:lnTo>
                  <a:lnTo>
                    <a:pt x="1155446" y="1599438"/>
                  </a:lnTo>
                  <a:lnTo>
                    <a:pt x="1155573" y="1599438"/>
                  </a:lnTo>
                  <a:lnTo>
                    <a:pt x="1141603" y="1637538"/>
                  </a:lnTo>
                  <a:lnTo>
                    <a:pt x="1141730" y="1624838"/>
                  </a:lnTo>
                  <a:lnTo>
                    <a:pt x="1134491" y="1650238"/>
                  </a:lnTo>
                  <a:lnTo>
                    <a:pt x="1126998" y="1662938"/>
                  </a:lnTo>
                  <a:lnTo>
                    <a:pt x="1127125" y="1662938"/>
                  </a:lnTo>
                  <a:lnTo>
                    <a:pt x="1119251" y="1675638"/>
                  </a:lnTo>
                  <a:lnTo>
                    <a:pt x="1119505" y="1675638"/>
                  </a:lnTo>
                  <a:lnTo>
                    <a:pt x="1111250" y="1688338"/>
                  </a:lnTo>
                  <a:lnTo>
                    <a:pt x="1103249" y="1688338"/>
                  </a:lnTo>
                  <a:lnTo>
                    <a:pt x="1094613" y="1701038"/>
                  </a:lnTo>
                  <a:lnTo>
                    <a:pt x="1094994" y="1701038"/>
                  </a:lnTo>
                  <a:lnTo>
                    <a:pt x="1085977" y="1713738"/>
                  </a:lnTo>
                  <a:lnTo>
                    <a:pt x="1077595" y="1713738"/>
                  </a:lnTo>
                  <a:lnTo>
                    <a:pt x="1068070" y="1726438"/>
                  </a:lnTo>
                  <a:lnTo>
                    <a:pt x="1009269" y="1726438"/>
                  </a:lnTo>
                  <a:lnTo>
                    <a:pt x="1003173" y="1713738"/>
                  </a:lnTo>
                  <a:lnTo>
                    <a:pt x="991616" y="1713738"/>
                  </a:lnTo>
                  <a:lnTo>
                    <a:pt x="985266" y="1701038"/>
                  </a:lnTo>
                  <a:lnTo>
                    <a:pt x="978916" y="1701038"/>
                  </a:lnTo>
                  <a:lnTo>
                    <a:pt x="972058" y="1688338"/>
                  </a:lnTo>
                  <a:lnTo>
                    <a:pt x="965708" y="1688338"/>
                  </a:lnTo>
                  <a:lnTo>
                    <a:pt x="958723" y="1675638"/>
                  </a:lnTo>
                  <a:lnTo>
                    <a:pt x="958850" y="1675638"/>
                  </a:lnTo>
                  <a:lnTo>
                    <a:pt x="951611" y="1662938"/>
                  </a:lnTo>
                  <a:lnTo>
                    <a:pt x="951738" y="1662938"/>
                  </a:lnTo>
                  <a:lnTo>
                    <a:pt x="944372" y="1650238"/>
                  </a:lnTo>
                  <a:lnTo>
                    <a:pt x="936752" y="1637538"/>
                  </a:lnTo>
                  <a:lnTo>
                    <a:pt x="936879" y="1637538"/>
                  </a:lnTo>
                  <a:lnTo>
                    <a:pt x="929005" y="1624838"/>
                  </a:lnTo>
                  <a:lnTo>
                    <a:pt x="929132" y="1624838"/>
                  </a:lnTo>
                  <a:lnTo>
                    <a:pt x="921131" y="1612138"/>
                  </a:lnTo>
                  <a:lnTo>
                    <a:pt x="913003" y="1599438"/>
                  </a:lnTo>
                  <a:lnTo>
                    <a:pt x="896239" y="1574038"/>
                  </a:lnTo>
                  <a:lnTo>
                    <a:pt x="891857" y="1561338"/>
                  </a:lnTo>
                  <a:lnTo>
                    <a:pt x="887476" y="1548638"/>
                  </a:lnTo>
                  <a:lnTo>
                    <a:pt x="887476" y="1561338"/>
                  </a:lnTo>
                  <a:lnTo>
                    <a:pt x="869696" y="1523238"/>
                  </a:lnTo>
                  <a:lnTo>
                    <a:pt x="860552" y="1497838"/>
                  </a:lnTo>
                  <a:lnTo>
                    <a:pt x="851408" y="1485138"/>
                  </a:lnTo>
                  <a:lnTo>
                    <a:pt x="841883" y="1459738"/>
                  </a:lnTo>
                  <a:lnTo>
                    <a:pt x="842010" y="1459738"/>
                  </a:lnTo>
                  <a:lnTo>
                    <a:pt x="822960" y="1421638"/>
                  </a:lnTo>
                  <a:lnTo>
                    <a:pt x="803275" y="1383538"/>
                  </a:lnTo>
                  <a:lnTo>
                    <a:pt x="783463" y="1332738"/>
                  </a:lnTo>
                  <a:lnTo>
                    <a:pt x="763270" y="1294638"/>
                  </a:lnTo>
                  <a:lnTo>
                    <a:pt x="742823" y="1243838"/>
                  </a:lnTo>
                  <a:lnTo>
                    <a:pt x="722122" y="1193038"/>
                  </a:lnTo>
                  <a:lnTo>
                    <a:pt x="680466" y="1104138"/>
                  </a:lnTo>
                  <a:lnTo>
                    <a:pt x="617855" y="951738"/>
                  </a:lnTo>
                  <a:lnTo>
                    <a:pt x="597154" y="913638"/>
                  </a:lnTo>
                  <a:lnTo>
                    <a:pt x="576834" y="862838"/>
                  </a:lnTo>
                  <a:lnTo>
                    <a:pt x="556641" y="824738"/>
                  </a:lnTo>
                  <a:lnTo>
                    <a:pt x="536702" y="773938"/>
                  </a:lnTo>
                  <a:lnTo>
                    <a:pt x="517271" y="735838"/>
                  </a:lnTo>
                  <a:lnTo>
                    <a:pt x="507619" y="710438"/>
                  </a:lnTo>
                  <a:lnTo>
                    <a:pt x="498094" y="697738"/>
                  </a:lnTo>
                  <a:lnTo>
                    <a:pt x="488696" y="672338"/>
                  </a:lnTo>
                  <a:lnTo>
                    <a:pt x="479425" y="659638"/>
                  </a:lnTo>
                  <a:lnTo>
                    <a:pt x="470281" y="646938"/>
                  </a:lnTo>
                  <a:lnTo>
                    <a:pt x="461391" y="621538"/>
                  </a:lnTo>
                  <a:lnTo>
                    <a:pt x="452501" y="608838"/>
                  </a:lnTo>
                  <a:lnTo>
                    <a:pt x="443865" y="596138"/>
                  </a:lnTo>
                  <a:lnTo>
                    <a:pt x="426847" y="570738"/>
                  </a:lnTo>
                  <a:lnTo>
                    <a:pt x="410591" y="545338"/>
                  </a:lnTo>
                  <a:lnTo>
                    <a:pt x="402844" y="532638"/>
                  </a:lnTo>
                  <a:lnTo>
                    <a:pt x="394970" y="519938"/>
                  </a:lnTo>
                  <a:lnTo>
                    <a:pt x="387604" y="507238"/>
                  </a:lnTo>
                  <a:lnTo>
                    <a:pt x="380238" y="507238"/>
                  </a:lnTo>
                  <a:lnTo>
                    <a:pt x="366014" y="494538"/>
                  </a:lnTo>
                  <a:lnTo>
                    <a:pt x="338709" y="469138"/>
                  </a:lnTo>
                  <a:lnTo>
                    <a:pt x="325628" y="456438"/>
                  </a:lnTo>
                  <a:lnTo>
                    <a:pt x="312674" y="456438"/>
                  </a:lnTo>
                  <a:lnTo>
                    <a:pt x="299974" y="443738"/>
                  </a:lnTo>
                  <a:lnTo>
                    <a:pt x="240538" y="443738"/>
                  </a:lnTo>
                  <a:lnTo>
                    <a:pt x="229616" y="456438"/>
                  </a:lnTo>
                  <a:lnTo>
                    <a:pt x="219202" y="456438"/>
                  </a:lnTo>
                  <a:lnTo>
                    <a:pt x="209042" y="469138"/>
                  </a:lnTo>
                  <a:lnTo>
                    <a:pt x="199263" y="469138"/>
                  </a:lnTo>
                  <a:lnTo>
                    <a:pt x="189738" y="481838"/>
                  </a:lnTo>
                  <a:lnTo>
                    <a:pt x="162687" y="519938"/>
                  </a:lnTo>
                  <a:lnTo>
                    <a:pt x="137414" y="558038"/>
                  </a:lnTo>
                  <a:lnTo>
                    <a:pt x="129286" y="583438"/>
                  </a:lnTo>
                  <a:lnTo>
                    <a:pt x="121285" y="596138"/>
                  </a:lnTo>
                  <a:lnTo>
                    <a:pt x="105664" y="621538"/>
                  </a:lnTo>
                  <a:lnTo>
                    <a:pt x="90424" y="659638"/>
                  </a:lnTo>
                  <a:lnTo>
                    <a:pt x="60452" y="735838"/>
                  </a:lnTo>
                  <a:lnTo>
                    <a:pt x="72136" y="735838"/>
                  </a:lnTo>
                  <a:lnTo>
                    <a:pt x="87122" y="697738"/>
                  </a:lnTo>
                  <a:lnTo>
                    <a:pt x="102108" y="672338"/>
                  </a:lnTo>
                  <a:lnTo>
                    <a:pt x="117221" y="634238"/>
                  </a:lnTo>
                  <a:lnTo>
                    <a:pt x="132842" y="596138"/>
                  </a:lnTo>
                  <a:lnTo>
                    <a:pt x="132715" y="596138"/>
                  </a:lnTo>
                  <a:lnTo>
                    <a:pt x="140716" y="583438"/>
                  </a:lnTo>
                  <a:lnTo>
                    <a:pt x="140589" y="583438"/>
                  </a:lnTo>
                  <a:lnTo>
                    <a:pt x="148590" y="570738"/>
                  </a:lnTo>
                  <a:lnTo>
                    <a:pt x="148463" y="570738"/>
                  </a:lnTo>
                  <a:lnTo>
                    <a:pt x="156718" y="558038"/>
                  </a:lnTo>
                  <a:lnTo>
                    <a:pt x="156591" y="558038"/>
                  </a:lnTo>
                  <a:lnTo>
                    <a:pt x="164973" y="545338"/>
                  </a:lnTo>
                  <a:lnTo>
                    <a:pt x="164846" y="545338"/>
                  </a:lnTo>
                  <a:lnTo>
                    <a:pt x="173228" y="532638"/>
                  </a:lnTo>
                  <a:lnTo>
                    <a:pt x="173101" y="532638"/>
                  </a:lnTo>
                  <a:lnTo>
                    <a:pt x="181737" y="519938"/>
                  </a:lnTo>
                  <a:lnTo>
                    <a:pt x="181610" y="519938"/>
                  </a:lnTo>
                  <a:lnTo>
                    <a:pt x="190373" y="507238"/>
                  </a:lnTo>
                  <a:lnTo>
                    <a:pt x="190119" y="507238"/>
                  </a:lnTo>
                  <a:lnTo>
                    <a:pt x="199263" y="494538"/>
                  </a:lnTo>
                  <a:lnTo>
                    <a:pt x="198882" y="494538"/>
                  </a:lnTo>
                  <a:lnTo>
                    <a:pt x="208153" y="481838"/>
                  </a:lnTo>
                  <a:lnTo>
                    <a:pt x="216916" y="481838"/>
                  </a:lnTo>
                  <a:lnTo>
                    <a:pt x="226441" y="469138"/>
                  </a:lnTo>
                  <a:lnTo>
                    <a:pt x="235204" y="469138"/>
                  </a:lnTo>
                  <a:lnTo>
                    <a:pt x="245491" y="456438"/>
                  </a:lnTo>
                  <a:lnTo>
                    <a:pt x="295783" y="456438"/>
                  </a:lnTo>
                  <a:lnTo>
                    <a:pt x="307721" y="469138"/>
                  </a:lnTo>
                  <a:lnTo>
                    <a:pt x="307213" y="456438"/>
                  </a:lnTo>
                  <a:lnTo>
                    <a:pt x="319532" y="469138"/>
                  </a:lnTo>
                  <a:lnTo>
                    <a:pt x="319024" y="469138"/>
                  </a:lnTo>
                  <a:lnTo>
                    <a:pt x="331724" y="481838"/>
                  </a:lnTo>
                  <a:lnTo>
                    <a:pt x="344043" y="481838"/>
                  </a:lnTo>
                  <a:lnTo>
                    <a:pt x="357378" y="494538"/>
                  </a:lnTo>
                  <a:lnTo>
                    <a:pt x="357124" y="494538"/>
                  </a:lnTo>
                  <a:lnTo>
                    <a:pt x="371094" y="507238"/>
                  </a:lnTo>
                  <a:lnTo>
                    <a:pt x="370840" y="507238"/>
                  </a:lnTo>
                  <a:lnTo>
                    <a:pt x="377952" y="519938"/>
                  </a:lnTo>
                  <a:lnTo>
                    <a:pt x="377825" y="519938"/>
                  </a:lnTo>
                  <a:lnTo>
                    <a:pt x="385064" y="532638"/>
                  </a:lnTo>
                  <a:lnTo>
                    <a:pt x="392430" y="532638"/>
                  </a:lnTo>
                  <a:lnTo>
                    <a:pt x="400177" y="545338"/>
                  </a:lnTo>
                  <a:lnTo>
                    <a:pt x="408178" y="558038"/>
                  </a:lnTo>
                  <a:lnTo>
                    <a:pt x="408051" y="558038"/>
                  </a:lnTo>
                  <a:lnTo>
                    <a:pt x="416179" y="570738"/>
                  </a:lnTo>
                  <a:lnTo>
                    <a:pt x="416052" y="570738"/>
                  </a:lnTo>
                  <a:lnTo>
                    <a:pt x="432816" y="596138"/>
                  </a:lnTo>
                  <a:lnTo>
                    <a:pt x="441325" y="621538"/>
                  </a:lnTo>
                  <a:lnTo>
                    <a:pt x="459105" y="646938"/>
                  </a:lnTo>
                  <a:lnTo>
                    <a:pt x="477393" y="685038"/>
                  </a:lnTo>
                  <a:lnTo>
                    <a:pt x="486791" y="697738"/>
                  </a:lnTo>
                  <a:lnTo>
                    <a:pt x="496189" y="723138"/>
                  </a:lnTo>
                  <a:lnTo>
                    <a:pt x="505841" y="735838"/>
                  </a:lnTo>
                  <a:lnTo>
                    <a:pt x="505714" y="735838"/>
                  </a:lnTo>
                  <a:lnTo>
                    <a:pt x="525145" y="786638"/>
                  </a:lnTo>
                  <a:lnTo>
                    <a:pt x="545084" y="824738"/>
                  </a:lnTo>
                  <a:lnTo>
                    <a:pt x="565277" y="862838"/>
                  </a:lnTo>
                  <a:lnTo>
                    <a:pt x="585597" y="913638"/>
                  </a:lnTo>
                  <a:lnTo>
                    <a:pt x="606298" y="964438"/>
                  </a:lnTo>
                  <a:lnTo>
                    <a:pt x="626999" y="1002538"/>
                  </a:lnTo>
                  <a:lnTo>
                    <a:pt x="710438" y="1205738"/>
                  </a:lnTo>
                  <a:lnTo>
                    <a:pt x="751586" y="1294638"/>
                  </a:lnTo>
                  <a:lnTo>
                    <a:pt x="771779" y="1345438"/>
                  </a:lnTo>
                  <a:lnTo>
                    <a:pt x="791718" y="1383538"/>
                  </a:lnTo>
                  <a:lnTo>
                    <a:pt x="811403" y="1421638"/>
                  </a:lnTo>
                  <a:lnTo>
                    <a:pt x="830453" y="1472438"/>
                  </a:lnTo>
                  <a:lnTo>
                    <a:pt x="839851" y="1485138"/>
                  </a:lnTo>
                  <a:lnTo>
                    <a:pt x="849122" y="1510538"/>
                  </a:lnTo>
                  <a:lnTo>
                    <a:pt x="867410" y="1548638"/>
                  </a:lnTo>
                  <a:lnTo>
                    <a:pt x="884936" y="1574038"/>
                  </a:lnTo>
                  <a:lnTo>
                    <a:pt x="893445" y="1599438"/>
                  </a:lnTo>
                  <a:lnTo>
                    <a:pt x="918210" y="1637538"/>
                  </a:lnTo>
                  <a:lnTo>
                    <a:pt x="941324" y="1675638"/>
                  </a:lnTo>
                  <a:lnTo>
                    <a:pt x="948690" y="1688338"/>
                  </a:lnTo>
                  <a:lnTo>
                    <a:pt x="955675" y="1688338"/>
                  </a:lnTo>
                  <a:lnTo>
                    <a:pt x="969899" y="1713738"/>
                  </a:lnTo>
                  <a:lnTo>
                    <a:pt x="976630" y="1713738"/>
                  </a:lnTo>
                  <a:lnTo>
                    <a:pt x="983234" y="1726438"/>
                  </a:lnTo>
                  <a:lnTo>
                    <a:pt x="996315" y="1726438"/>
                  </a:lnTo>
                  <a:lnTo>
                    <a:pt x="1002792" y="1739138"/>
                  </a:lnTo>
                  <a:lnTo>
                    <a:pt x="1074547" y="1739138"/>
                  </a:lnTo>
                  <a:lnTo>
                    <a:pt x="1084834" y="1726438"/>
                  </a:lnTo>
                  <a:lnTo>
                    <a:pt x="1094740" y="1726438"/>
                  </a:lnTo>
                  <a:lnTo>
                    <a:pt x="1104138" y="1713738"/>
                  </a:lnTo>
                  <a:lnTo>
                    <a:pt x="1130046" y="1675638"/>
                  </a:lnTo>
                  <a:lnTo>
                    <a:pt x="1153033" y="1637538"/>
                  </a:lnTo>
                  <a:lnTo>
                    <a:pt x="1180084" y="1574038"/>
                  </a:lnTo>
                  <a:lnTo>
                    <a:pt x="1192403" y="1548638"/>
                  </a:lnTo>
                  <a:lnTo>
                    <a:pt x="1192263" y="1548638"/>
                  </a:lnTo>
                  <a:lnTo>
                    <a:pt x="1197140" y="1537944"/>
                  </a:lnTo>
                  <a:lnTo>
                    <a:pt x="1225169" y="1548638"/>
                  </a:lnTo>
                  <a:lnTo>
                    <a:pt x="1226477" y="1523238"/>
                  </a:lnTo>
                  <a:lnTo>
                    <a:pt x="1229106" y="1472438"/>
                  </a:lnTo>
                  <a:close/>
                </a:path>
              </a:pathLst>
            </a:custGeom>
            <a:solidFill>
              <a:srgbClr val="000000"/>
            </a:solidFill>
          </p:spPr>
          <p:txBody>
            <a:bodyPr wrap="square" lIns="0" tIns="0" rIns="0" bIns="0" rtlCol="0"/>
            <a:lstStyle/>
            <a:p>
              <a:endParaRPr/>
            </a:p>
          </p:txBody>
        </p:sp>
        <p:sp>
          <p:nvSpPr>
            <p:cNvPr id="12" name="object 12"/>
            <p:cNvSpPr/>
            <p:nvPr/>
          </p:nvSpPr>
          <p:spPr>
            <a:xfrm>
              <a:off x="1776222" y="3438906"/>
              <a:ext cx="751840" cy="749935"/>
            </a:xfrm>
            <a:custGeom>
              <a:avLst/>
              <a:gdLst/>
              <a:ahLst/>
              <a:cxnLst/>
              <a:rect l="l" t="t" r="r" b="b"/>
              <a:pathLst>
                <a:path w="751839" h="749935">
                  <a:moveTo>
                    <a:pt x="375665" y="0"/>
                  </a:moveTo>
                  <a:lnTo>
                    <a:pt x="328534" y="2921"/>
                  </a:lnTo>
                  <a:lnTo>
                    <a:pt x="283152" y="11452"/>
                  </a:lnTo>
                  <a:lnTo>
                    <a:pt x="239872" y="25240"/>
                  </a:lnTo>
                  <a:lnTo>
                    <a:pt x="199044" y="43934"/>
                  </a:lnTo>
                  <a:lnTo>
                    <a:pt x="161020" y="67182"/>
                  </a:lnTo>
                  <a:lnTo>
                    <a:pt x="126153" y="94632"/>
                  </a:lnTo>
                  <a:lnTo>
                    <a:pt x="94794" y="125932"/>
                  </a:lnTo>
                  <a:lnTo>
                    <a:pt x="67294" y="160732"/>
                  </a:lnTo>
                  <a:lnTo>
                    <a:pt x="44006" y="198679"/>
                  </a:lnTo>
                  <a:lnTo>
                    <a:pt x="25281" y="239421"/>
                  </a:lnTo>
                  <a:lnTo>
                    <a:pt x="11470" y="282607"/>
                  </a:lnTo>
                  <a:lnTo>
                    <a:pt x="2926" y="327885"/>
                  </a:lnTo>
                  <a:lnTo>
                    <a:pt x="0" y="374904"/>
                  </a:lnTo>
                  <a:lnTo>
                    <a:pt x="2926" y="421922"/>
                  </a:lnTo>
                  <a:lnTo>
                    <a:pt x="11470" y="467200"/>
                  </a:lnTo>
                  <a:lnTo>
                    <a:pt x="25281" y="510386"/>
                  </a:lnTo>
                  <a:lnTo>
                    <a:pt x="44006" y="551128"/>
                  </a:lnTo>
                  <a:lnTo>
                    <a:pt x="67294" y="589075"/>
                  </a:lnTo>
                  <a:lnTo>
                    <a:pt x="94794" y="623875"/>
                  </a:lnTo>
                  <a:lnTo>
                    <a:pt x="126153" y="655175"/>
                  </a:lnTo>
                  <a:lnTo>
                    <a:pt x="161020" y="682625"/>
                  </a:lnTo>
                  <a:lnTo>
                    <a:pt x="199044" y="705873"/>
                  </a:lnTo>
                  <a:lnTo>
                    <a:pt x="239872" y="724567"/>
                  </a:lnTo>
                  <a:lnTo>
                    <a:pt x="283152" y="738355"/>
                  </a:lnTo>
                  <a:lnTo>
                    <a:pt x="328534" y="746886"/>
                  </a:lnTo>
                  <a:lnTo>
                    <a:pt x="375665" y="749808"/>
                  </a:lnTo>
                  <a:lnTo>
                    <a:pt x="422797" y="746886"/>
                  </a:lnTo>
                  <a:lnTo>
                    <a:pt x="468179" y="738355"/>
                  </a:lnTo>
                  <a:lnTo>
                    <a:pt x="511459" y="724567"/>
                  </a:lnTo>
                  <a:lnTo>
                    <a:pt x="552287" y="705873"/>
                  </a:lnTo>
                  <a:lnTo>
                    <a:pt x="590311" y="682625"/>
                  </a:lnTo>
                  <a:lnTo>
                    <a:pt x="625178" y="655175"/>
                  </a:lnTo>
                  <a:lnTo>
                    <a:pt x="656537" y="623875"/>
                  </a:lnTo>
                  <a:lnTo>
                    <a:pt x="684037" y="589075"/>
                  </a:lnTo>
                  <a:lnTo>
                    <a:pt x="707325" y="551128"/>
                  </a:lnTo>
                  <a:lnTo>
                    <a:pt x="726050" y="510386"/>
                  </a:lnTo>
                  <a:lnTo>
                    <a:pt x="739861" y="467200"/>
                  </a:lnTo>
                  <a:lnTo>
                    <a:pt x="748405" y="421922"/>
                  </a:lnTo>
                  <a:lnTo>
                    <a:pt x="751332" y="374904"/>
                  </a:lnTo>
                  <a:lnTo>
                    <a:pt x="748405" y="327885"/>
                  </a:lnTo>
                  <a:lnTo>
                    <a:pt x="739861" y="282607"/>
                  </a:lnTo>
                  <a:lnTo>
                    <a:pt x="726050" y="239421"/>
                  </a:lnTo>
                  <a:lnTo>
                    <a:pt x="707325" y="198679"/>
                  </a:lnTo>
                  <a:lnTo>
                    <a:pt x="684037" y="160732"/>
                  </a:lnTo>
                  <a:lnTo>
                    <a:pt x="656537" y="125932"/>
                  </a:lnTo>
                  <a:lnTo>
                    <a:pt x="625178" y="94632"/>
                  </a:lnTo>
                  <a:lnTo>
                    <a:pt x="590311" y="67182"/>
                  </a:lnTo>
                  <a:lnTo>
                    <a:pt x="552287" y="43934"/>
                  </a:lnTo>
                  <a:lnTo>
                    <a:pt x="511459" y="25240"/>
                  </a:lnTo>
                  <a:lnTo>
                    <a:pt x="468179" y="11452"/>
                  </a:lnTo>
                  <a:lnTo>
                    <a:pt x="422797" y="2921"/>
                  </a:lnTo>
                  <a:lnTo>
                    <a:pt x="375665" y="0"/>
                  </a:lnTo>
                  <a:close/>
                </a:path>
              </a:pathLst>
            </a:custGeom>
            <a:solidFill>
              <a:srgbClr val="183DAF">
                <a:alpha val="19999"/>
              </a:srgbClr>
            </a:solidFill>
          </p:spPr>
          <p:txBody>
            <a:bodyPr wrap="square" lIns="0" tIns="0" rIns="0" bIns="0" rtlCol="0"/>
            <a:lstStyle/>
            <a:p>
              <a:endParaRPr/>
            </a:p>
          </p:txBody>
        </p:sp>
        <p:sp>
          <p:nvSpPr>
            <p:cNvPr id="13" name="object 13"/>
            <p:cNvSpPr/>
            <p:nvPr/>
          </p:nvSpPr>
          <p:spPr>
            <a:xfrm>
              <a:off x="1776222" y="3438906"/>
              <a:ext cx="751840" cy="749935"/>
            </a:xfrm>
            <a:custGeom>
              <a:avLst/>
              <a:gdLst/>
              <a:ahLst/>
              <a:cxnLst/>
              <a:rect l="l" t="t" r="r" b="b"/>
              <a:pathLst>
                <a:path w="751839" h="749935">
                  <a:moveTo>
                    <a:pt x="0" y="374904"/>
                  </a:moveTo>
                  <a:lnTo>
                    <a:pt x="2926" y="327885"/>
                  </a:lnTo>
                  <a:lnTo>
                    <a:pt x="11470" y="282607"/>
                  </a:lnTo>
                  <a:lnTo>
                    <a:pt x="25281" y="239421"/>
                  </a:lnTo>
                  <a:lnTo>
                    <a:pt x="44006" y="198679"/>
                  </a:lnTo>
                  <a:lnTo>
                    <a:pt x="67294" y="160732"/>
                  </a:lnTo>
                  <a:lnTo>
                    <a:pt x="94794" y="125932"/>
                  </a:lnTo>
                  <a:lnTo>
                    <a:pt x="126153" y="94632"/>
                  </a:lnTo>
                  <a:lnTo>
                    <a:pt x="161020" y="67182"/>
                  </a:lnTo>
                  <a:lnTo>
                    <a:pt x="199044" y="43934"/>
                  </a:lnTo>
                  <a:lnTo>
                    <a:pt x="239872" y="25240"/>
                  </a:lnTo>
                  <a:lnTo>
                    <a:pt x="283152" y="11452"/>
                  </a:lnTo>
                  <a:lnTo>
                    <a:pt x="328534" y="2921"/>
                  </a:lnTo>
                  <a:lnTo>
                    <a:pt x="375665" y="0"/>
                  </a:lnTo>
                  <a:lnTo>
                    <a:pt x="422797" y="2921"/>
                  </a:lnTo>
                  <a:lnTo>
                    <a:pt x="468179" y="11452"/>
                  </a:lnTo>
                  <a:lnTo>
                    <a:pt x="511459" y="25240"/>
                  </a:lnTo>
                  <a:lnTo>
                    <a:pt x="552287" y="43934"/>
                  </a:lnTo>
                  <a:lnTo>
                    <a:pt x="590311" y="67182"/>
                  </a:lnTo>
                  <a:lnTo>
                    <a:pt x="625178" y="94632"/>
                  </a:lnTo>
                  <a:lnTo>
                    <a:pt x="656537" y="125932"/>
                  </a:lnTo>
                  <a:lnTo>
                    <a:pt x="684037" y="160732"/>
                  </a:lnTo>
                  <a:lnTo>
                    <a:pt x="707325" y="198679"/>
                  </a:lnTo>
                  <a:lnTo>
                    <a:pt x="726050" y="239421"/>
                  </a:lnTo>
                  <a:lnTo>
                    <a:pt x="739861" y="282607"/>
                  </a:lnTo>
                  <a:lnTo>
                    <a:pt x="748405" y="327885"/>
                  </a:lnTo>
                  <a:lnTo>
                    <a:pt x="751332" y="374904"/>
                  </a:lnTo>
                  <a:lnTo>
                    <a:pt x="748405" y="421922"/>
                  </a:lnTo>
                  <a:lnTo>
                    <a:pt x="739861" y="467200"/>
                  </a:lnTo>
                  <a:lnTo>
                    <a:pt x="726050" y="510386"/>
                  </a:lnTo>
                  <a:lnTo>
                    <a:pt x="707325" y="551128"/>
                  </a:lnTo>
                  <a:lnTo>
                    <a:pt x="684037" y="589075"/>
                  </a:lnTo>
                  <a:lnTo>
                    <a:pt x="656537" y="623875"/>
                  </a:lnTo>
                  <a:lnTo>
                    <a:pt x="625178" y="655175"/>
                  </a:lnTo>
                  <a:lnTo>
                    <a:pt x="590311" y="682625"/>
                  </a:lnTo>
                  <a:lnTo>
                    <a:pt x="552287" y="705873"/>
                  </a:lnTo>
                  <a:lnTo>
                    <a:pt x="511459" y="724567"/>
                  </a:lnTo>
                  <a:lnTo>
                    <a:pt x="468179" y="738355"/>
                  </a:lnTo>
                  <a:lnTo>
                    <a:pt x="422797" y="746886"/>
                  </a:lnTo>
                  <a:lnTo>
                    <a:pt x="375665" y="749808"/>
                  </a:lnTo>
                  <a:lnTo>
                    <a:pt x="328534" y="746886"/>
                  </a:lnTo>
                  <a:lnTo>
                    <a:pt x="283152" y="738355"/>
                  </a:lnTo>
                  <a:lnTo>
                    <a:pt x="239872" y="724567"/>
                  </a:lnTo>
                  <a:lnTo>
                    <a:pt x="199044" y="705873"/>
                  </a:lnTo>
                  <a:lnTo>
                    <a:pt x="161020" y="682625"/>
                  </a:lnTo>
                  <a:lnTo>
                    <a:pt x="126153" y="655175"/>
                  </a:lnTo>
                  <a:lnTo>
                    <a:pt x="94794" y="623875"/>
                  </a:lnTo>
                  <a:lnTo>
                    <a:pt x="67294" y="589075"/>
                  </a:lnTo>
                  <a:lnTo>
                    <a:pt x="44006" y="551128"/>
                  </a:lnTo>
                  <a:lnTo>
                    <a:pt x="25281" y="510386"/>
                  </a:lnTo>
                  <a:lnTo>
                    <a:pt x="11470" y="467200"/>
                  </a:lnTo>
                  <a:lnTo>
                    <a:pt x="2926" y="421922"/>
                  </a:lnTo>
                  <a:lnTo>
                    <a:pt x="0" y="374904"/>
                  </a:lnTo>
                  <a:close/>
                </a:path>
              </a:pathLst>
            </a:custGeom>
            <a:ln w="19812">
              <a:solidFill>
                <a:srgbClr val="183DAF"/>
              </a:solidFill>
            </a:ln>
          </p:spPr>
          <p:txBody>
            <a:bodyPr wrap="square" lIns="0" tIns="0" rIns="0" bIns="0" rtlCol="0"/>
            <a:lstStyle/>
            <a:p>
              <a:endParaRPr/>
            </a:p>
          </p:txBody>
        </p:sp>
        <p:sp>
          <p:nvSpPr>
            <p:cNvPr id="14" name="object 14"/>
            <p:cNvSpPr/>
            <p:nvPr/>
          </p:nvSpPr>
          <p:spPr>
            <a:xfrm>
              <a:off x="3510534" y="2680715"/>
              <a:ext cx="1238250" cy="2252345"/>
            </a:xfrm>
            <a:custGeom>
              <a:avLst/>
              <a:gdLst/>
              <a:ahLst/>
              <a:cxnLst/>
              <a:rect l="l" t="t" r="r" b="b"/>
              <a:pathLst>
                <a:path w="1238250" h="2252345">
                  <a:moveTo>
                    <a:pt x="76200" y="1608582"/>
                  </a:moveTo>
                  <a:lnTo>
                    <a:pt x="69850" y="1595882"/>
                  </a:lnTo>
                  <a:lnTo>
                    <a:pt x="38100" y="1532382"/>
                  </a:lnTo>
                  <a:lnTo>
                    <a:pt x="0" y="1608582"/>
                  </a:lnTo>
                  <a:lnTo>
                    <a:pt x="28194" y="1608582"/>
                  </a:lnTo>
                  <a:lnTo>
                    <a:pt x="28194" y="2252345"/>
                  </a:lnTo>
                  <a:lnTo>
                    <a:pt x="48006" y="2252345"/>
                  </a:lnTo>
                  <a:lnTo>
                    <a:pt x="48006" y="1608582"/>
                  </a:lnTo>
                  <a:lnTo>
                    <a:pt x="76200" y="1608582"/>
                  </a:lnTo>
                  <a:close/>
                </a:path>
                <a:path w="1238250" h="2252345">
                  <a:moveTo>
                    <a:pt x="86106" y="76200"/>
                  </a:moveTo>
                  <a:lnTo>
                    <a:pt x="79756" y="63500"/>
                  </a:lnTo>
                  <a:lnTo>
                    <a:pt x="48006" y="0"/>
                  </a:lnTo>
                  <a:lnTo>
                    <a:pt x="9906" y="76200"/>
                  </a:lnTo>
                  <a:lnTo>
                    <a:pt x="40386" y="76200"/>
                  </a:lnTo>
                  <a:lnTo>
                    <a:pt x="40386" y="761365"/>
                  </a:lnTo>
                  <a:lnTo>
                    <a:pt x="55626" y="761365"/>
                  </a:lnTo>
                  <a:lnTo>
                    <a:pt x="55626" y="76200"/>
                  </a:lnTo>
                  <a:lnTo>
                    <a:pt x="86106" y="76200"/>
                  </a:lnTo>
                  <a:close/>
                </a:path>
                <a:path w="1238250" h="2252345">
                  <a:moveTo>
                    <a:pt x="1238250" y="1472438"/>
                  </a:moveTo>
                  <a:lnTo>
                    <a:pt x="1167765" y="1523238"/>
                  </a:lnTo>
                  <a:lnTo>
                    <a:pt x="1196492" y="1534210"/>
                  </a:lnTo>
                  <a:lnTo>
                    <a:pt x="1189863" y="1548638"/>
                  </a:lnTo>
                  <a:lnTo>
                    <a:pt x="1177671" y="1574038"/>
                  </a:lnTo>
                  <a:lnTo>
                    <a:pt x="1164590" y="1599438"/>
                  </a:lnTo>
                  <a:lnTo>
                    <a:pt x="1164717" y="1599438"/>
                  </a:lnTo>
                  <a:lnTo>
                    <a:pt x="1150747" y="1637538"/>
                  </a:lnTo>
                  <a:lnTo>
                    <a:pt x="1150874" y="1624838"/>
                  </a:lnTo>
                  <a:lnTo>
                    <a:pt x="1143635" y="1650238"/>
                  </a:lnTo>
                  <a:lnTo>
                    <a:pt x="1136142" y="1662938"/>
                  </a:lnTo>
                  <a:lnTo>
                    <a:pt x="1136269" y="1662938"/>
                  </a:lnTo>
                  <a:lnTo>
                    <a:pt x="1128395" y="1675638"/>
                  </a:lnTo>
                  <a:lnTo>
                    <a:pt x="1128649" y="1675638"/>
                  </a:lnTo>
                  <a:lnTo>
                    <a:pt x="1120394" y="1688338"/>
                  </a:lnTo>
                  <a:lnTo>
                    <a:pt x="1112393" y="1688338"/>
                  </a:lnTo>
                  <a:lnTo>
                    <a:pt x="1103757" y="1701038"/>
                  </a:lnTo>
                  <a:lnTo>
                    <a:pt x="1104138" y="1701038"/>
                  </a:lnTo>
                  <a:lnTo>
                    <a:pt x="1095121" y="1713738"/>
                  </a:lnTo>
                  <a:lnTo>
                    <a:pt x="1086739" y="1713738"/>
                  </a:lnTo>
                  <a:lnTo>
                    <a:pt x="1077214" y="1726438"/>
                  </a:lnTo>
                  <a:lnTo>
                    <a:pt x="1018413" y="1726438"/>
                  </a:lnTo>
                  <a:lnTo>
                    <a:pt x="1012317" y="1713738"/>
                  </a:lnTo>
                  <a:lnTo>
                    <a:pt x="1000760" y="1713738"/>
                  </a:lnTo>
                  <a:lnTo>
                    <a:pt x="994410" y="1701038"/>
                  </a:lnTo>
                  <a:lnTo>
                    <a:pt x="988060" y="1701038"/>
                  </a:lnTo>
                  <a:lnTo>
                    <a:pt x="981202" y="1688338"/>
                  </a:lnTo>
                  <a:lnTo>
                    <a:pt x="974852" y="1688338"/>
                  </a:lnTo>
                  <a:lnTo>
                    <a:pt x="967867" y="1675638"/>
                  </a:lnTo>
                  <a:lnTo>
                    <a:pt x="967994" y="1675638"/>
                  </a:lnTo>
                  <a:lnTo>
                    <a:pt x="960755" y="1662938"/>
                  </a:lnTo>
                  <a:lnTo>
                    <a:pt x="960882" y="1662938"/>
                  </a:lnTo>
                  <a:lnTo>
                    <a:pt x="953516" y="1650238"/>
                  </a:lnTo>
                  <a:lnTo>
                    <a:pt x="945896" y="1637538"/>
                  </a:lnTo>
                  <a:lnTo>
                    <a:pt x="946023" y="1637538"/>
                  </a:lnTo>
                  <a:lnTo>
                    <a:pt x="938149" y="1624838"/>
                  </a:lnTo>
                  <a:lnTo>
                    <a:pt x="938276" y="1624838"/>
                  </a:lnTo>
                  <a:lnTo>
                    <a:pt x="930275" y="1612138"/>
                  </a:lnTo>
                  <a:lnTo>
                    <a:pt x="922147" y="1599438"/>
                  </a:lnTo>
                  <a:lnTo>
                    <a:pt x="905383" y="1574038"/>
                  </a:lnTo>
                  <a:lnTo>
                    <a:pt x="901001" y="1561338"/>
                  </a:lnTo>
                  <a:lnTo>
                    <a:pt x="896620" y="1548638"/>
                  </a:lnTo>
                  <a:lnTo>
                    <a:pt x="896620" y="1561338"/>
                  </a:lnTo>
                  <a:lnTo>
                    <a:pt x="878840" y="1523238"/>
                  </a:lnTo>
                  <a:lnTo>
                    <a:pt x="869696" y="1497838"/>
                  </a:lnTo>
                  <a:lnTo>
                    <a:pt x="860552" y="1485138"/>
                  </a:lnTo>
                  <a:lnTo>
                    <a:pt x="851027" y="1459738"/>
                  </a:lnTo>
                  <a:lnTo>
                    <a:pt x="851154" y="1459738"/>
                  </a:lnTo>
                  <a:lnTo>
                    <a:pt x="832104" y="1421638"/>
                  </a:lnTo>
                  <a:lnTo>
                    <a:pt x="812419" y="1383538"/>
                  </a:lnTo>
                  <a:lnTo>
                    <a:pt x="792607" y="1332738"/>
                  </a:lnTo>
                  <a:lnTo>
                    <a:pt x="772414" y="1294638"/>
                  </a:lnTo>
                  <a:lnTo>
                    <a:pt x="751967" y="1243838"/>
                  </a:lnTo>
                  <a:lnTo>
                    <a:pt x="731266" y="1193038"/>
                  </a:lnTo>
                  <a:lnTo>
                    <a:pt x="689610" y="1104138"/>
                  </a:lnTo>
                  <a:lnTo>
                    <a:pt x="626999" y="951738"/>
                  </a:lnTo>
                  <a:lnTo>
                    <a:pt x="606298" y="913638"/>
                  </a:lnTo>
                  <a:lnTo>
                    <a:pt x="585978" y="862838"/>
                  </a:lnTo>
                  <a:lnTo>
                    <a:pt x="565785" y="824738"/>
                  </a:lnTo>
                  <a:lnTo>
                    <a:pt x="545846" y="773938"/>
                  </a:lnTo>
                  <a:lnTo>
                    <a:pt x="526415" y="735838"/>
                  </a:lnTo>
                  <a:lnTo>
                    <a:pt x="516763" y="710438"/>
                  </a:lnTo>
                  <a:lnTo>
                    <a:pt x="507238" y="697738"/>
                  </a:lnTo>
                  <a:lnTo>
                    <a:pt x="497840" y="672338"/>
                  </a:lnTo>
                  <a:lnTo>
                    <a:pt x="488569" y="659638"/>
                  </a:lnTo>
                  <a:lnTo>
                    <a:pt x="479425" y="646938"/>
                  </a:lnTo>
                  <a:lnTo>
                    <a:pt x="470535" y="621538"/>
                  </a:lnTo>
                  <a:lnTo>
                    <a:pt x="461645" y="608838"/>
                  </a:lnTo>
                  <a:lnTo>
                    <a:pt x="453009" y="596138"/>
                  </a:lnTo>
                  <a:lnTo>
                    <a:pt x="435991" y="570738"/>
                  </a:lnTo>
                  <a:lnTo>
                    <a:pt x="419735" y="545338"/>
                  </a:lnTo>
                  <a:lnTo>
                    <a:pt x="411988" y="532638"/>
                  </a:lnTo>
                  <a:lnTo>
                    <a:pt x="404114" y="519938"/>
                  </a:lnTo>
                  <a:lnTo>
                    <a:pt x="396748" y="507238"/>
                  </a:lnTo>
                  <a:lnTo>
                    <a:pt x="389382" y="507238"/>
                  </a:lnTo>
                  <a:lnTo>
                    <a:pt x="375158" y="494538"/>
                  </a:lnTo>
                  <a:lnTo>
                    <a:pt x="347853" y="469138"/>
                  </a:lnTo>
                  <a:lnTo>
                    <a:pt x="334772" y="456438"/>
                  </a:lnTo>
                  <a:lnTo>
                    <a:pt x="321818" y="456438"/>
                  </a:lnTo>
                  <a:lnTo>
                    <a:pt x="309118" y="443738"/>
                  </a:lnTo>
                  <a:lnTo>
                    <a:pt x="249682" y="443738"/>
                  </a:lnTo>
                  <a:lnTo>
                    <a:pt x="238760" y="456438"/>
                  </a:lnTo>
                  <a:lnTo>
                    <a:pt x="228346" y="456438"/>
                  </a:lnTo>
                  <a:lnTo>
                    <a:pt x="218186" y="469138"/>
                  </a:lnTo>
                  <a:lnTo>
                    <a:pt x="208407" y="469138"/>
                  </a:lnTo>
                  <a:lnTo>
                    <a:pt x="198882" y="481838"/>
                  </a:lnTo>
                  <a:lnTo>
                    <a:pt x="171831" y="519938"/>
                  </a:lnTo>
                  <a:lnTo>
                    <a:pt x="146558" y="558038"/>
                  </a:lnTo>
                  <a:lnTo>
                    <a:pt x="138430" y="583438"/>
                  </a:lnTo>
                  <a:lnTo>
                    <a:pt x="130429" y="596138"/>
                  </a:lnTo>
                  <a:lnTo>
                    <a:pt x="114808" y="621538"/>
                  </a:lnTo>
                  <a:lnTo>
                    <a:pt x="99568" y="659638"/>
                  </a:lnTo>
                  <a:lnTo>
                    <a:pt x="69596" y="735838"/>
                  </a:lnTo>
                  <a:lnTo>
                    <a:pt x="81280" y="735838"/>
                  </a:lnTo>
                  <a:lnTo>
                    <a:pt x="96266" y="697738"/>
                  </a:lnTo>
                  <a:lnTo>
                    <a:pt x="111252" y="672338"/>
                  </a:lnTo>
                  <a:lnTo>
                    <a:pt x="126365" y="634238"/>
                  </a:lnTo>
                  <a:lnTo>
                    <a:pt x="141986" y="596138"/>
                  </a:lnTo>
                  <a:lnTo>
                    <a:pt x="141859" y="596138"/>
                  </a:lnTo>
                  <a:lnTo>
                    <a:pt x="149860" y="583438"/>
                  </a:lnTo>
                  <a:lnTo>
                    <a:pt x="149733" y="583438"/>
                  </a:lnTo>
                  <a:lnTo>
                    <a:pt x="157734" y="570738"/>
                  </a:lnTo>
                  <a:lnTo>
                    <a:pt x="157607" y="570738"/>
                  </a:lnTo>
                  <a:lnTo>
                    <a:pt x="165862" y="558038"/>
                  </a:lnTo>
                  <a:lnTo>
                    <a:pt x="165735" y="558038"/>
                  </a:lnTo>
                  <a:lnTo>
                    <a:pt x="174117" y="545338"/>
                  </a:lnTo>
                  <a:lnTo>
                    <a:pt x="173990" y="545338"/>
                  </a:lnTo>
                  <a:lnTo>
                    <a:pt x="182372" y="532638"/>
                  </a:lnTo>
                  <a:lnTo>
                    <a:pt x="182245" y="532638"/>
                  </a:lnTo>
                  <a:lnTo>
                    <a:pt x="190881" y="519938"/>
                  </a:lnTo>
                  <a:lnTo>
                    <a:pt x="190754" y="519938"/>
                  </a:lnTo>
                  <a:lnTo>
                    <a:pt x="199517" y="507238"/>
                  </a:lnTo>
                  <a:lnTo>
                    <a:pt x="199263" y="507238"/>
                  </a:lnTo>
                  <a:lnTo>
                    <a:pt x="208407" y="494538"/>
                  </a:lnTo>
                  <a:lnTo>
                    <a:pt x="208026" y="494538"/>
                  </a:lnTo>
                  <a:lnTo>
                    <a:pt x="217297" y="481838"/>
                  </a:lnTo>
                  <a:lnTo>
                    <a:pt x="226060" y="481838"/>
                  </a:lnTo>
                  <a:lnTo>
                    <a:pt x="235585" y="469138"/>
                  </a:lnTo>
                  <a:lnTo>
                    <a:pt x="244348" y="469138"/>
                  </a:lnTo>
                  <a:lnTo>
                    <a:pt x="254635" y="456438"/>
                  </a:lnTo>
                  <a:lnTo>
                    <a:pt x="304927" y="456438"/>
                  </a:lnTo>
                  <a:lnTo>
                    <a:pt x="316865" y="469138"/>
                  </a:lnTo>
                  <a:lnTo>
                    <a:pt x="316357" y="456438"/>
                  </a:lnTo>
                  <a:lnTo>
                    <a:pt x="328676" y="469138"/>
                  </a:lnTo>
                  <a:lnTo>
                    <a:pt x="328168" y="469138"/>
                  </a:lnTo>
                  <a:lnTo>
                    <a:pt x="340868" y="481838"/>
                  </a:lnTo>
                  <a:lnTo>
                    <a:pt x="353187" y="481838"/>
                  </a:lnTo>
                  <a:lnTo>
                    <a:pt x="366522" y="494538"/>
                  </a:lnTo>
                  <a:lnTo>
                    <a:pt x="366268" y="494538"/>
                  </a:lnTo>
                  <a:lnTo>
                    <a:pt x="380238" y="507238"/>
                  </a:lnTo>
                  <a:lnTo>
                    <a:pt x="379984" y="507238"/>
                  </a:lnTo>
                  <a:lnTo>
                    <a:pt x="387096" y="519938"/>
                  </a:lnTo>
                  <a:lnTo>
                    <a:pt x="386969" y="519938"/>
                  </a:lnTo>
                  <a:lnTo>
                    <a:pt x="394208" y="532638"/>
                  </a:lnTo>
                  <a:lnTo>
                    <a:pt x="401574" y="532638"/>
                  </a:lnTo>
                  <a:lnTo>
                    <a:pt x="409321" y="545338"/>
                  </a:lnTo>
                  <a:lnTo>
                    <a:pt x="417322" y="558038"/>
                  </a:lnTo>
                  <a:lnTo>
                    <a:pt x="417195" y="558038"/>
                  </a:lnTo>
                  <a:lnTo>
                    <a:pt x="425323" y="570738"/>
                  </a:lnTo>
                  <a:lnTo>
                    <a:pt x="425196" y="570738"/>
                  </a:lnTo>
                  <a:lnTo>
                    <a:pt x="441960" y="596138"/>
                  </a:lnTo>
                  <a:lnTo>
                    <a:pt x="450469" y="621538"/>
                  </a:lnTo>
                  <a:lnTo>
                    <a:pt x="468249" y="646938"/>
                  </a:lnTo>
                  <a:lnTo>
                    <a:pt x="486537" y="685038"/>
                  </a:lnTo>
                  <a:lnTo>
                    <a:pt x="495935" y="697738"/>
                  </a:lnTo>
                  <a:lnTo>
                    <a:pt x="505333" y="723138"/>
                  </a:lnTo>
                  <a:lnTo>
                    <a:pt x="514985" y="735838"/>
                  </a:lnTo>
                  <a:lnTo>
                    <a:pt x="514858" y="735838"/>
                  </a:lnTo>
                  <a:lnTo>
                    <a:pt x="534289" y="786638"/>
                  </a:lnTo>
                  <a:lnTo>
                    <a:pt x="554228" y="824738"/>
                  </a:lnTo>
                  <a:lnTo>
                    <a:pt x="574421" y="862838"/>
                  </a:lnTo>
                  <a:lnTo>
                    <a:pt x="594741" y="913638"/>
                  </a:lnTo>
                  <a:lnTo>
                    <a:pt x="615442" y="964438"/>
                  </a:lnTo>
                  <a:lnTo>
                    <a:pt x="636143" y="1002538"/>
                  </a:lnTo>
                  <a:lnTo>
                    <a:pt x="719582" y="1205738"/>
                  </a:lnTo>
                  <a:lnTo>
                    <a:pt x="760730" y="1294638"/>
                  </a:lnTo>
                  <a:lnTo>
                    <a:pt x="780923" y="1345438"/>
                  </a:lnTo>
                  <a:lnTo>
                    <a:pt x="800862" y="1383538"/>
                  </a:lnTo>
                  <a:lnTo>
                    <a:pt x="820547" y="1421638"/>
                  </a:lnTo>
                  <a:lnTo>
                    <a:pt x="839597" y="1472438"/>
                  </a:lnTo>
                  <a:lnTo>
                    <a:pt x="848995" y="1485138"/>
                  </a:lnTo>
                  <a:lnTo>
                    <a:pt x="858266" y="1510538"/>
                  </a:lnTo>
                  <a:lnTo>
                    <a:pt x="876554" y="1548638"/>
                  </a:lnTo>
                  <a:lnTo>
                    <a:pt x="894080" y="1574038"/>
                  </a:lnTo>
                  <a:lnTo>
                    <a:pt x="902589" y="1599438"/>
                  </a:lnTo>
                  <a:lnTo>
                    <a:pt x="927354" y="1637538"/>
                  </a:lnTo>
                  <a:lnTo>
                    <a:pt x="950468" y="1675638"/>
                  </a:lnTo>
                  <a:lnTo>
                    <a:pt x="957834" y="1688338"/>
                  </a:lnTo>
                  <a:lnTo>
                    <a:pt x="964819" y="1688338"/>
                  </a:lnTo>
                  <a:lnTo>
                    <a:pt x="979043" y="1713738"/>
                  </a:lnTo>
                  <a:lnTo>
                    <a:pt x="985774" y="1713738"/>
                  </a:lnTo>
                  <a:lnTo>
                    <a:pt x="992378" y="1726438"/>
                  </a:lnTo>
                  <a:lnTo>
                    <a:pt x="1005459" y="1726438"/>
                  </a:lnTo>
                  <a:lnTo>
                    <a:pt x="1011936" y="1739138"/>
                  </a:lnTo>
                  <a:lnTo>
                    <a:pt x="1083691" y="1739138"/>
                  </a:lnTo>
                  <a:lnTo>
                    <a:pt x="1093978" y="1726438"/>
                  </a:lnTo>
                  <a:lnTo>
                    <a:pt x="1103884" y="1726438"/>
                  </a:lnTo>
                  <a:lnTo>
                    <a:pt x="1113282" y="1713738"/>
                  </a:lnTo>
                  <a:lnTo>
                    <a:pt x="1139190" y="1675638"/>
                  </a:lnTo>
                  <a:lnTo>
                    <a:pt x="1162177" y="1637538"/>
                  </a:lnTo>
                  <a:lnTo>
                    <a:pt x="1189228" y="1574038"/>
                  </a:lnTo>
                  <a:lnTo>
                    <a:pt x="1201547" y="1548638"/>
                  </a:lnTo>
                  <a:lnTo>
                    <a:pt x="1201420" y="1548638"/>
                  </a:lnTo>
                  <a:lnTo>
                    <a:pt x="1206284" y="1537944"/>
                  </a:lnTo>
                  <a:lnTo>
                    <a:pt x="1234313" y="1548638"/>
                  </a:lnTo>
                  <a:lnTo>
                    <a:pt x="1235621" y="1523238"/>
                  </a:lnTo>
                  <a:lnTo>
                    <a:pt x="1238250" y="1472438"/>
                  </a:lnTo>
                  <a:close/>
                </a:path>
              </a:pathLst>
            </a:custGeom>
            <a:solidFill>
              <a:srgbClr val="000000"/>
            </a:solidFill>
          </p:spPr>
          <p:txBody>
            <a:bodyPr wrap="square" lIns="0" tIns="0" rIns="0" bIns="0" rtlCol="0"/>
            <a:lstStyle/>
            <a:p>
              <a:endParaRPr/>
            </a:p>
          </p:txBody>
        </p:sp>
        <p:sp>
          <p:nvSpPr>
            <p:cNvPr id="15" name="object 15"/>
            <p:cNvSpPr/>
            <p:nvPr/>
          </p:nvSpPr>
          <p:spPr>
            <a:xfrm>
              <a:off x="3178302" y="3438906"/>
              <a:ext cx="749935" cy="749935"/>
            </a:xfrm>
            <a:custGeom>
              <a:avLst/>
              <a:gdLst/>
              <a:ahLst/>
              <a:cxnLst/>
              <a:rect l="l" t="t" r="r" b="b"/>
              <a:pathLst>
                <a:path w="749935" h="749935">
                  <a:moveTo>
                    <a:pt x="374903" y="0"/>
                  </a:moveTo>
                  <a:lnTo>
                    <a:pt x="327885" y="2921"/>
                  </a:lnTo>
                  <a:lnTo>
                    <a:pt x="282607" y="11452"/>
                  </a:lnTo>
                  <a:lnTo>
                    <a:pt x="239421" y="25240"/>
                  </a:lnTo>
                  <a:lnTo>
                    <a:pt x="198679" y="43934"/>
                  </a:lnTo>
                  <a:lnTo>
                    <a:pt x="160732" y="67182"/>
                  </a:lnTo>
                  <a:lnTo>
                    <a:pt x="125932" y="94632"/>
                  </a:lnTo>
                  <a:lnTo>
                    <a:pt x="94632" y="125932"/>
                  </a:lnTo>
                  <a:lnTo>
                    <a:pt x="67182" y="160732"/>
                  </a:lnTo>
                  <a:lnTo>
                    <a:pt x="43934" y="198679"/>
                  </a:lnTo>
                  <a:lnTo>
                    <a:pt x="25240" y="239421"/>
                  </a:lnTo>
                  <a:lnTo>
                    <a:pt x="11452" y="282607"/>
                  </a:lnTo>
                  <a:lnTo>
                    <a:pt x="2921" y="327885"/>
                  </a:lnTo>
                  <a:lnTo>
                    <a:pt x="0" y="374904"/>
                  </a:lnTo>
                  <a:lnTo>
                    <a:pt x="2921" y="421922"/>
                  </a:lnTo>
                  <a:lnTo>
                    <a:pt x="11452" y="467200"/>
                  </a:lnTo>
                  <a:lnTo>
                    <a:pt x="25240" y="510386"/>
                  </a:lnTo>
                  <a:lnTo>
                    <a:pt x="43934" y="551128"/>
                  </a:lnTo>
                  <a:lnTo>
                    <a:pt x="67182" y="589075"/>
                  </a:lnTo>
                  <a:lnTo>
                    <a:pt x="94632" y="623875"/>
                  </a:lnTo>
                  <a:lnTo>
                    <a:pt x="125932" y="655175"/>
                  </a:lnTo>
                  <a:lnTo>
                    <a:pt x="160732" y="682625"/>
                  </a:lnTo>
                  <a:lnTo>
                    <a:pt x="198679" y="705873"/>
                  </a:lnTo>
                  <a:lnTo>
                    <a:pt x="239421" y="724567"/>
                  </a:lnTo>
                  <a:lnTo>
                    <a:pt x="282607" y="738355"/>
                  </a:lnTo>
                  <a:lnTo>
                    <a:pt x="327885" y="746886"/>
                  </a:lnTo>
                  <a:lnTo>
                    <a:pt x="374903" y="749808"/>
                  </a:lnTo>
                  <a:lnTo>
                    <a:pt x="421922" y="746886"/>
                  </a:lnTo>
                  <a:lnTo>
                    <a:pt x="467200" y="738355"/>
                  </a:lnTo>
                  <a:lnTo>
                    <a:pt x="510386" y="724567"/>
                  </a:lnTo>
                  <a:lnTo>
                    <a:pt x="551128" y="705873"/>
                  </a:lnTo>
                  <a:lnTo>
                    <a:pt x="589075" y="682625"/>
                  </a:lnTo>
                  <a:lnTo>
                    <a:pt x="623875" y="655175"/>
                  </a:lnTo>
                  <a:lnTo>
                    <a:pt x="655175" y="623875"/>
                  </a:lnTo>
                  <a:lnTo>
                    <a:pt x="682625" y="589075"/>
                  </a:lnTo>
                  <a:lnTo>
                    <a:pt x="705873" y="551128"/>
                  </a:lnTo>
                  <a:lnTo>
                    <a:pt x="724567" y="510386"/>
                  </a:lnTo>
                  <a:lnTo>
                    <a:pt x="738355" y="467200"/>
                  </a:lnTo>
                  <a:lnTo>
                    <a:pt x="746886" y="421922"/>
                  </a:lnTo>
                  <a:lnTo>
                    <a:pt x="749808" y="374904"/>
                  </a:lnTo>
                  <a:lnTo>
                    <a:pt x="746886" y="327885"/>
                  </a:lnTo>
                  <a:lnTo>
                    <a:pt x="738355" y="282607"/>
                  </a:lnTo>
                  <a:lnTo>
                    <a:pt x="724567" y="239421"/>
                  </a:lnTo>
                  <a:lnTo>
                    <a:pt x="705873" y="198679"/>
                  </a:lnTo>
                  <a:lnTo>
                    <a:pt x="682625" y="160732"/>
                  </a:lnTo>
                  <a:lnTo>
                    <a:pt x="655175" y="125932"/>
                  </a:lnTo>
                  <a:lnTo>
                    <a:pt x="623875" y="94632"/>
                  </a:lnTo>
                  <a:lnTo>
                    <a:pt x="589075" y="67182"/>
                  </a:lnTo>
                  <a:lnTo>
                    <a:pt x="551128" y="43934"/>
                  </a:lnTo>
                  <a:lnTo>
                    <a:pt x="510386" y="25240"/>
                  </a:lnTo>
                  <a:lnTo>
                    <a:pt x="467200" y="11452"/>
                  </a:lnTo>
                  <a:lnTo>
                    <a:pt x="421922" y="2921"/>
                  </a:lnTo>
                  <a:lnTo>
                    <a:pt x="374903" y="0"/>
                  </a:lnTo>
                  <a:close/>
                </a:path>
              </a:pathLst>
            </a:custGeom>
            <a:solidFill>
              <a:srgbClr val="183DAF">
                <a:alpha val="19999"/>
              </a:srgbClr>
            </a:solidFill>
          </p:spPr>
          <p:txBody>
            <a:bodyPr wrap="square" lIns="0" tIns="0" rIns="0" bIns="0" rtlCol="0"/>
            <a:lstStyle/>
            <a:p>
              <a:endParaRPr/>
            </a:p>
          </p:txBody>
        </p:sp>
        <p:sp>
          <p:nvSpPr>
            <p:cNvPr id="16" name="object 16"/>
            <p:cNvSpPr/>
            <p:nvPr/>
          </p:nvSpPr>
          <p:spPr>
            <a:xfrm>
              <a:off x="3178302" y="3438906"/>
              <a:ext cx="749935" cy="749935"/>
            </a:xfrm>
            <a:custGeom>
              <a:avLst/>
              <a:gdLst/>
              <a:ahLst/>
              <a:cxnLst/>
              <a:rect l="l" t="t" r="r" b="b"/>
              <a:pathLst>
                <a:path w="749935" h="749935">
                  <a:moveTo>
                    <a:pt x="0" y="374904"/>
                  </a:moveTo>
                  <a:lnTo>
                    <a:pt x="2921" y="327885"/>
                  </a:lnTo>
                  <a:lnTo>
                    <a:pt x="11452" y="282607"/>
                  </a:lnTo>
                  <a:lnTo>
                    <a:pt x="25240" y="239421"/>
                  </a:lnTo>
                  <a:lnTo>
                    <a:pt x="43934" y="198679"/>
                  </a:lnTo>
                  <a:lnTo>
                    <a:pt x="67182" y="160732"/>
                  </a:lnTo>
                  <a:lnTo>
                    <a:pt x="94632" y="125932"/>
                  </a:lnTo>
                  <a:lnTo>
                    <a:pt x="125932" y="94632"/>
                  </a:lnTo>
                  <a:lnTo>
                    <a:pt x="160732" y="67182"/>
                  </a:lnTo>
                  <a:lnTo>
                    <a:pt x="198679" y="43934"/>
                  </a:lnTo>
                  <a:lnTo>
                    <a:pt x="239421" y="25240"/>
                  </a:lnTo>
                  <a:lnTo>
                    <a:pt x="282607" y="11452"/>
                  </a:lnTo>
                  <a:lnTo>
                    <a:pt x="327885" y="2921"/>
                  </a:lnTo>
                  <a:lnTo>
                    <a:pt x="374903" y="0"/>
                  </a:lnTo>
                  <a:lnTo>
                    <a:pt x="421922" y="2921"/>
                  </a:lnTo>
                  <a:lnTo>
                    <a:pt x="467200" y="11452"/>
                  </a:lnTo>
                  <a:lnTo>
                    <a:pt x="510386" y="25240"/>
                  </a:lnTo>
                  <a:lnTo>
                    <a:pt x="551128" y="43934"/>
                  </a:lnTo>
                  <a:lnTo>
                    <a:pt x="589075" y="67182"/>
                  </a:lnTo>
                  <a:lnTo>
                    <a:pt x="623875" y="94632"/>
                  </a:lnTo>
                  <a:lnTo>
                    <a:pt x="655175" y="125932"/>
                  </a:lnTo>
                  <a:lnTo>
                    <a:pt x="682625" y="160732"/>
                  </a:lnTo>
                  <a:lnTo>
                    <a:pt x="705873" y="198679"/>
                  </a:lnTo>
                  <a:lnTo>
                    <a:pt x="724567" y="239421"/>
                  </a:lnTo>
                  <a:lnTo>
                    <a:pt x="738355" y="282607"/>
                  </a:lnTo>
                  <a:lnTo>
                    <a:pt x="746886" y="327885"/>
                  </a:lnTo>
                  <a:lnTo>
                    <a:pt x="749808" y="374904"/>
                  </a:lnTo>
                  <a:lnTo>
                    <a:pt x="746886" y="421922"/>
                  </a:lnTo>
                  <a:lnTo>
                    <a:pt x="738355" y="467200"/>
                  </a:lnTo>
                  <a:lnTo>
                    <a:pt x="724567" y="510386"/>
                  </a:lnTo>
                  <a:lnTo>
                    <a:pt x="705873" y="551128"/>
                  </a:lnTo>
                  <a:lnTo>
                    <a:pt x="682625" y="589075"/>
                  </a:lnTo>
                  <a:lnTo>
                    <a:pt x="655175" y="623875"/>
                  </a:lnTo>
                  <a:lnTo>
                    <a:pt x="623875" y="655175"/>
                  </a:lnTo>
                  <a:lnTo>
                    <a:pt x="589075" y="682625"/>
                  </a:lnTo>
                  <a:lnTo>
                    <a:pt x="551128" y="705873"/>
                  </a:lnTo>
                  <a:lnTo>
                    <a:pt x="510386" y="724567"/>
                  </a:lnTo>
                  <a:lnTo>
                    <a:pt x="467200" y="738355"/>
                  </a:lnTo>
                  <a:lnTo>
                    <a:pt x="421922" y="746886"/>
                  </a:lnTo>
                  <a:lnTo>
                    <a:pt x="374903" y="749808"/>
                  </a:lnTo>
                  <a:lnTo>
                    <a:pt x="327885" y="746886"/>
                  </a:lnTo>
                  <a:lnTo>
                    <a:pt x="282607" y="738355"/>
                  </a:lnTo>
                  <a:lnTo>
                    <a:pt x="239421" y="724567"/>
                  </a:lnTo>
                  <a:lnTo>
                    <a:pt x="198679" y="705873"/>
                  </a:lnTo>
                  <a:lnTo>
                    <a:pt x="160732" y="682625"/>
                  </a:lnTo>
                  <a:lnTo>
                    <a:pt x="125932" y="655175"/>
                  </a:lnTo>
                  <a:lnTo>
                    <a:pt x="94632" y="623875"/>
                  </a:lnTo>
                  <a:lnTo>
                    <a:pt x="67182" y="589075"/>
                  </a:lnTo>
                  <a:lnTo>
                    <a:pt x="43934" y="551128"/>
                  </a:lnTo>
                  <a:lnTo>
                    <a:pt x="25240" y="510386"/>
                  </a:lnTo>
                  <a:lnTo>
                    <a:pt x="11452" y="467200"/>
                  </a:lnTo>
                  <a:lnTo>
                    <a:pt x="2921" y="421922"/>
                  </a:lnTo>
                  <a:lnTo>
                    <a:pt x="0" y="374904"/>
                  </a:lnTo>
                  <a:close/>
                </a:path>
              </a:pathLst>
            </a:custGeom>
            <a:ln w="19812">
              <a:solidFill>
                <a:srgbClr val="183DAF"/>
              </a:solidFill>
            </a:ln>
          </p:spPr>
          <p:txBody>
            <a:bodyPr wrap="square" lIns="0" tIns="0" rIns="0" bIns="0" rtlCol="0"/>
            <a:lstStyle/>
            <a:p>
              <a:endParaRPr/>
            </a:p>
          </p:txBody>
        </p:sp>
        <p:sp>
          <p:nvSpPr>
            <p:cNvPr id="17" name="object 17"/>
            <p:cNvSpPr/>
            <p:nvPr/>
          </p:nvSpPr>
          <p:spPr>
            <a:xfrm>
              <a:off x="4912614" y="2680715"/>
              <a:ext cx="1238250" cy="2252345"/>
            </a:xfrm>
            <a:custGeom>
              <a:avLst/>
              <a:gdLst/>
              <a:ahLst/>
              <a:cxnLst/>
              <a:rect l="l" t="t" r="r" b="b"/>
              <a:pathLst>
                <a:path w="1238250" h="2252345">
                  <a:moveTo>
                    <a:pt x="76200" y="1608582"/>
                  </a:moveTo>
                  <a:lnTo>
                    <a:pt x="69850" y="1595882"/>
                  </a:lnTo>
                  <a:lnTo>
                    <a:pt x="38100" y="1532382"/>
                  </a:lnTo>
                  <a:lnTo>
                    <a:pt x="0" y="1608582"/>
                  </a:lnTo>
                  <a:lnTo>
                    <a:pt x="28194" y="1608582"/>
                  </a:lnTo>
                  <a:lnTo>
                    <a:pt x="28194" y="2252345"/>
                  </a:lnTo>
                  <a:lnTo>
                    <a:pt x="48006" y="2252345"/>
                  </a:lnTo>
                  <a:lnTo>
                    <a:pt x="48006" y="1608582"/>
                  </a:lnTo>
                  <a:lnTo>
                    <a:pt x="76200" y="1608582"/>
                  </a:lnTo>
                  <a:close/>
                </a:path>
                <a:path w="1238250" h="2252345">
                  <a:moveTo>
                    <a:pt x="84582" y="76200"/>
                  </a:moveTo>
                  <a:lnTo>
                    <a:pt x="78232" y="63500"/>
                  </a:lnTo>
                  <a:lnTo>
                    <a:pt x="46482" y="0"/>
                  </a:lnTo>
                  <a:lnTo>
                    <a:pt x="8382" y="76200"/>
                  </a:lnTo>
                  <a:lnTo>
                    <a:pt x="38862" y="76200"/>
                  </a:lnTo>
                  <a:lnTo>
                    <a:pt x="38862" y="761365"/>
                  </a:lnTo>
                  <a:lnTo>
                    <a:pt x="54102" y="761365"/>
                  </a:lnTo>
                  <a:lnTo>
                    <a:pt x="54102" y="76200"/>
                  </a:lnTo>
                  <a:lnTo>
                    <a:pt x="84582" y="76200"/>
                  </a:lnTo>
                  <a:close/>
                </a:path>
                <a:path w="1238250" h="2252345">
                  <a:moveTo>
                    <a:pt x="1238250" y="1472438"/>
                  </a:moveTo>
                  <a:lnTo>
                    <a:pt x="1167765" y="1523238"/>
                  </a:lnTo>
                  <a:lnTo>
                    <a:pt x="1196492" y="1534210"/>
                  </a:lnTo>
                  <a:lnTo>
                    <a:pt x="1189863" y="1548638"/>
                  </a:lnTo>
                  <a:lnTo>
                    <a:pt x="1177671" y="1574038"/>
                  </a:lnTo>
                  <a:lnTo>
                    <a:pt x="1164590" y="1599438"/>
                  </a:lnTo>
                  <a:lnTo>
                    <a:pt x="1164717" y="1599438"/>
                  </a:lnTo>
                  <a:lnTo>
                    <a:pt x="1150747" y="1637538"/>
                  </a:lnTo>
                  <a:lnTo>
                    <a:pt x="1150874" y="1624838"/>
                  </a:lnTo>
                  <a:lnTo>
                    <a:pt x="1143635" y="1650238"/>
                  </a:lnTo>
                  <a:lnTo>
                    <a:pt x="1136142" y="1662938"/>
                  </a:lnTo>
                  <a:lnTo>
                    <a:pt x="1136269" y="1662938"/>
                  </a:lnTo>
                  <a:lnTo>
                    <a:pt x="1128395" y="1675638"/>
                  </a:lnTo>
                  <a:lnTo>
                    <a:pt x="1128649" y="1675638"/>
                  </a:lnTo>
                  <a:lnTo>
                    <a:pt x="1120394" y="1688338"/>
                  </a:lnTo>
                  <a:lnTo>
                    <a:pt x="1112393" y="1688338"/>
                  </a:lnTo>
                  <a:lnTo>
                    <a:pt x="1103757" y="1701038"/>
                  </a:lnTo>
                  <a:lnTo>
                    <a:pt x="1104138" y="1701038"/>
                  </a:lnTo>
                  <a:lnTo>
                    <a:pt x="1095121" y="1713738"/>
                  </a:lnTo>
                  <a:lnTo>
                    <a:pt x="1086739" y="1713738"/>
                  </a:lnTo>
                  <a:lnTo>
                    <a:pt x="1077214" y="1726438"/>
                  </a:lnTo>
                  <a:lnTo>
                    <a:pt x="1018413" y="1726438"/>
                  </a:lnTo>
                  <a:lnTo>
                    <a:pt x="1012317" y="1713738"/>
                  </a:lnTo>
                  <a:lnTo>
                    <a:pt x="1000760" y="1713738"/>
                  </a:lnTo>
                  <a:lnTo>
                    <a:pt x="994410" y="1701038"/>
                  </a:lnTo>
                  <a:lnTo>
                    <a:pt x="988060" y="1701038"/>
                  </a:lnTo>
                  <a:lnTo>
                    <a:pt x="981202" y="1688338"/>
                  </a:lnTo>
                  <a:lnTo>
                    <a:pt x="974852" y="1688338"/>
                  </a:lnTo>
                  <a:lnTo>
                    <a:pt x="967867" y="1675638"/>
                  </a:lnTo>
                  <a:lnTo>
                    <a:pt x="967994" y="1675638"/>
                  </a:lnTo>
                  <a:lnTo>
                    <a:pt x="960755" y="1662938"/>
                  </a:lnTo>
                  <a:lnTo>
                    <a:pt x="960882" y="1662938"/>
                  </a:lnTo>
                  <a:lnTo>
                    <a:pt x="953516" y="1650238"/>
                  </a:lnTo>
                  <a:lnTo>
                    <a:pt x="945896" y="1637538"/>
                  </a:lnTo>
                  <a:lnTo>
                    <a:pt x="946023" y="1637538"/>
                  </a:lnTo>
                  <a:lnTo>
                    <a:pt x="938149" y="1624838"/>
                  </a:lnTo>
                  <a:lnTo>
                    <a:pt x="938276" y="1624838"/>
                  </a:lnTo>
                  <a:lnTo>
                    <a:pt x="930275" y="1612138"/>
                  </a:lnTo>
                  <a:lnTo>
                    <a:pt x="922147" y="1599438"/>
                  </a:lnTo>
                  <a:lnTo>
                    <a:pt x="905383" y="1574038"/>
                  </a:lnTo>
                  <a:lnTo>
                    <a:pt x="901001" y="1561338"/>
                  </a:lnTo>
                  <a:lnTo>
                    <a:pt x="896620" y="1548638"/>
                  </a:lnTo>
                  <a:lnTo>
                    <a:pt x="896620" y="1561338"/>
                  </a:lnTo>
                  <a:lnTo>
                    <a:pt x="878840" y="1523238"/>
                  </a:lnTo>
                  <a:lnTo>
                    <a:pt x="869696" y="1497838"/>
                  </a:lnTo>
                  <a:lnTo>
                    <a:pt x="860552" y="1485138"/>
                  </a:lnTo>
                  <a:lnTo>
                    <a:pt x="851027" y="1459738"/>
                  </a:lnTo>
                  <a:lnTo>
                    <a:pt x="851154" y="1459738"/>
                  </a:lnTo>
                  <a:lnTo>
                    <a:pt x="832104" y="1421638"/>
                  </a:lnTo>
                  <a:lnTo>
                    <a:pt x="812419" y="1383538"/>
                  </a:lnTo>
                  <a:lnTo>
                    <a:pt x="792607" y="1332738"/>
                  </a:lnTo>
                  <a:lnTo>
                    <a:pt x="772414" y="1294638"/>
                  </a:lnTo>
                  <a:lnTo>
                    <a:pt x="751967" y="1243838"/>
                  </a:lnTo>
                  <a:lnTo>
                    <a:pt x="731266" y="1193038"/>
                  </a:lnTo>
                  <a:lnTo>
                    <a:pt x="689610" y="1104138"/>
                  </a:lnTo>
                  <a:lnTo>
                    <a:pt x="626999" y="951738"/>
                  </a:lnTo>
                  <a:lnTo>
                    <a:pt x="606298" y="913638"/>
                  </a:lnTo>
                  <a:lnTo>
                    <a:pt x="585978" y="862838"/>
                  </a:lnTo>
                  <a:lnTo>
                    <a:pt x="565785" y="824738"/>
                  </a:lnTo>
                  <a:lnTo>
                    <a:pt x="545846" y="773938"/>
                  </a:lnTo>
                  <a:lnTo>
                    <a:pt x="526415" y="735838"/>
                  </a:lnTo>
                  <a:lnTo>
                    <a:pt x="516763" y="710438"/>
                  </a:lnTo>
                  <a:lnTo>
                    <a:pt x="507238" y="697738"/>
                  </a:lnTo>
                  <a:lnTo>
                    <a:pt x="497840" y="672338"/>
                  </a:lnTo>
                  <a:lnTo>
                    <a:pt x="488569" y="659638"/>
                  </a:lnTo>
                  <a:lnTo>
                    <a:pt x="479425" y="646938"/>
                  </a:lnTo>
                  <a:lnTo>
                    <a:pt x="470535" y="621538"/>
                  </a:lnTo>
                  <a:lnTo>
                    <a:pt x="461645" y="608838"/>
                  </a:lnTo>
                  <a:lnTo>
                    <a:pt x="453009" y="596138"/>
                  </a:lnTo>
                  <a:lnTo>
                    <a:pt x="435991" y="570738"/>
                  </a:lnTo>
                  <a:lnTo>
                    <a:pt x="419735" y="545338"/>
                  </a:lnTo>
                  <a:lnTo>
                    <a:pt x="411988" y="532638"/>
                  </a:lnTo>
                  <a:lnTo>
                    <a:pt x="404114" y="519938"/>
                  </a:lnTo>
                  <a:lnTo>
                    <a:pt x="396748" y="507238"/>
                  </a:lnTo>
                  <a:lnTo>
                    <a:pt x="389382" y="507238"/>
                  </a:lnTo>
                  <a:lnTo>
                    <a:pt x="375158" y="494538"/>
                  </a:lnTo>
                  <a:lnTo>
                    <a:pt x="347853" y="469138"/>
                  </a:lnTo>
                  <a:lnTo>
                    <a:pt x="334772" y="456438"/>
                  </a:lnTo>
                  <a:lnTo>
                    <a:pt x="321818" y="456438"/>
                  </a:lnTo>
                  <a:lnTo>
                    <a:pt x="309118" y="443738"/>
                  </a:lnTo>
                  <a:lnTo>
                    <a:pt x="249682" y="443738"/>
                  </a:lnTo>
                  <a:lnTo>
                    <a:pt x="238760" y="456438"/>
                  </a:lnTo>
                  <a:lnTo>
                    <a:pt x="228346" y="456438"/>
                  </a:lnTo>
                  <a:lnTo>
                    <a:pt x="218186" y="469138"/>
                  </a:lnTo>
                  <a:lnTo>
                    <a:pt x="208407" y="469138"/>
                  </a:lnTo>
                  <a:lnTo>
                    <a:pt x="198882" y="481838"/>
                  </a:lnTo>
                  <a:lnTo>
                    <a:pt x="171831" y="519938"/>
                  </a:lnTo>
                  <a:lnTo>
                    <a:pt x="146558" y="558038"/>
                  </a:lnTo>
                  <a:lnTo>
                    <a:pt x="138430" y="583438"/>
                  </a:lnTo>
                  <a:lnTo>
                    <a:pt x="130429" y="596138"/>
                  </a:lnTo>
                  <a:lnTo>
                    <a:pt x="114808" y="621538"/>
                  </a:lnTo>
                  <a:lnTo>
                    <a:pt x="99568" y="659638"/>
                  </a:lnTo>
                  <a:lnTo>
                    <a:pt x="69596" y="735838"/>
                  </a:lnTo>
                  <a:lnTo>
                    <a:pt x="81280" y="735838"/>
                  </a:lnTo>
                  <a:lnTo>
                    <a:pt x="96266" y="697738"/>
                  </a:lnTo>
                  <a:lnTo>
                    <a:pt x="111252" y="672338"/>
                  </a:lnTo>
                  <a:lnTo>
                    <a:pt x="126365" y="634238"/>
                  </a:lnTo>
                  <a:lnTo>
                    <a:pt x="141986" y="596138"/>
                  </a:lnTo>
                  <a:lnTo>
                    <a:pt x="141859" y="596138"/>
                  </a:lnTo>
                  <a:lnTo>
                    <a:pt x="149860" y="583438"/>
                  </a:lnTo>
                  <a:lnTo>
                    <a:pt x="149733" y="583438"/>
                  </a:lnTo>
                  <a:lnTo>
                    <a:pt x="157734" y="570738"/>
                  </a:lnTo>
                  <a:lnTo>
                    <a:pt x="157607" y="570738"/>
                  </a:lnTo>
                  <a:lnTo>
                    <a:pt x="165862" y="558038"/>
                  </a:lnTo>
                  <a:lnTo>
                    <a:pt x="165735" y="558038"/>
                  </a:lnTo>
                  <a:lnTo>
                    <a:pt x="174117" y="545338"/>
                  </a:lnTo>
                  <a:lnTo>
                    <a:pt x="173990" y="545338"/>
                  </a:lnTo>
                  <a:lnTo>
                    <a:pt x="182372" y="532638"/>
                  </a:lnTo>
                  <a:lnTo>
                    <a:pt x="182245" y="532638"/>
                  </a:lnTo>
                  <a:lnTo>
                    <a:pt x="190881" y="519938"/>
                  </a:lnTo>
                  <a:lnTo>
                    <a:pt x="190754" y="519938"/>
                  </a:lnTo>
                  <a:lnTo>
                    <a:pt x="199517" y="507238"/>
                  </a:lnTo>
                  <a:lnTo>
                    <a:pt x="199263" y="507238"/>
                  </a:lnTo>
                  <a:lnTo>
                    <a:pt x="208407" y="494538"/>
                  </a:lnTo>
                  <a:lnTo>
                    <a:pt x="208026" y="494538"/>
                  </a:lnTo>
                  <a:lnTo>
                    <a:pt x="217297" y="481838"/>
                  </a:lnTo>
                  <a:lnTo>
                    <a:pt x="226060" y="481838"/>
                  </a:lnTo>
                  <a:lnTo>
                    <a:pt x="235585" y="469138"/>
                  </a:lnTo>
                  <a:lnTo>
                    <a:pt x="244348" y="469138"/>
                  </a:lnTo>
                  <a:lnTo>
                    <a:pt x="254635" y="456438"/>
                  </a:lnTo>
                  <a:lnTo>
                    <a:pt x="304927" y="456438"/>
                  </a:lnTo>
                  <a:lnTo>
                    <a:pt x="316865" y="469138"/>
                  </a:lnTo>
                  <a:lnTo>
                    <a:pt x="316357" y="456438"/>
                  </a:lnTo>
                  <a:lnTo>
                    <a:pt x="328676" y="469138"/>
                  </a:lnTo>
                  <a:lnTo>
                    <a:pt x="328168" y="469138"/>
                  </a:lnTo>
                  <a:lnTo>
                    <a:pt x="340868" y="481838"/>
                  </a:lnTo>
                  <a:lnTo>
                    <a:pt x="353187" y="481838"/>
                  </a:lnTo>
                  <a:lnTo>
                    <a:pt x="366522" y="494538"/>
                  </a:lnTo>
                  <a:lnTo>
                    <a:pt x="366268" y="494538"/>
                  </a:lnTo>
                  <a:lnTo>
                    <a:pt x="380238" y="507238"/>
                  </a:lnTo>
                  <a:lnTo>
                    <a:pt x="379984" y="507238"/>
                  </a:lnTo>
                  <a:lnTo>
                    <a:pt x="387096" y="519938"/>
                  </a:lnTo>
                  <a:lnTo>
                    <a:pt x="386969" y="519938"/>
                  </a:lnTo>
                  <a:lnTo>
                    <a:pt x="394208" y="532638"/>
                  </a:lnTo>
                  <a:lnTo>
                    <a:pt x="401574" y="532638"/>
                  </a:lnTo>
                  <a:lnTo>
                    <a:pt x="409321" y="545338"/>
                  </a:lnTo>
                  <a:lnTo>
                    <a:pt x="417322" y="558038"/>
                  </a:lnTo>
                  <a:lnTo>
                    <a:pt x="417195" y="558038"/>
                  </a:lnTo>
                  <a:lnTo>
                    <a:pt x="425323" y="570738"/>
                  </a:lnTo>
                  <a:lnTo>
                    <a:pt x="425196" y="570738"/>
                  </a:lnTo>
                  <a:lnTo>
                    <a:pt x="441960" y="596138"/>
                  </a:lnTo>
                  <a:lnTo>
                    <a:pt x="450469" y="621538"/>
                  </a:lnTo>
                  <a:lnTo>
                    <a:pt x="468249" y="646938"/>
                  </a:lnTo>
                  <a:lnTo>
                    <a:pt x="486537" y="685038"/>
                  </a:lnTo>
                  <a:lnTo>
                    <a:pt x="495935" y="697738"/>
                  </a:lnTo>
                  <a:lnTo>
                    <a:pt x="505333" y="723138"/>
                  </a:lnTo>
                  <a:lnTo>
                    <a:pt x="514985" y="735838"/>
                  </a:lnTo>
                  <a:lnTo>
                    <a:pt x="514858" y="735838"/>
                  </a:lnTo>
                  <a:lnTo>
                    <a:pt x="534289" y="786638"/>
                  </a:lnTo>
                  <a:lnTo>
                    <a:pt x="554228" y="824738"/>
                  </a:lnTo>
                  <a:lnTo>
                    <a:pt x="574421" y="862838"/>
                  </a:lnTo>
                  <a:lnTo>
                    <a:pt x="594741" y="913638"/>
                  </a:lnTo>
                  <a:lnTo>
                    <a:pt x="615442" y="964438"/>
                  </a:lnTo>
                  <a:lnTo>
                    <a:pt x="636143" y="1002538"/>
                  </a:lnTo>
                  <a:lnTo>
                    <a:pt x="719582" y="1205738"/>
                  </a:lnTo>
                  <a:lnTo>
                    <a:pt x="760730" y="1294638"/>
                  </a:lnTo>
                  <a:lnTo>
                    <a:pt x="780923" y="1345438"/>
                  </a:lnTo>
                  <a:lnTo>
                    <a:pt x="800862" y="1383538"/>
                  </a:lnTo>
                  <a:lnTo>
                    <a:pt x="820547" y="1421638"/>
                  </a:lnTo>
                  <a:lnTo>
                    <a:pt x="839597" y="1472438"/>
                  </a:lnTo>
                  <a:lnTo>
                    <a:pt x="848995" y="1485138"/>
                  </a:lnTo>
                  <a:lnTo>
                    <a:pt x="858266" y="1510538"/>
                  </a:lnTo>
                  <a:lnTo>
                    <a:pt x="876554" y="1548638"/>
                  </a:lnTo>
                  <a:lnTo>
                    <a:pt x="894080" y="1574038"/>
                  </a:lnTo>
                  <a:lnTo>
                    <a:pt x="902589" y="1599438"/>
                  </a:lnTo>
                  <a:lnTo>
                    <a:pt x="927354" y="1637538"/>
                  </a:lnTo>
                  <a:lnTo>
                    <a:pt x="950468" y="1675638"/>
                  </a:lnTo>
                  <a:lnTo>
                    <a:pt x="957834" y="1688338"/>
                  </a:lnTo>
                  <a:lnTo>
                    <a:pt x="964819" y="1688338"/>
                  </a:lnTo>
                  <a:lnTo>
                    <a:pt x="979043" y="1713738"/>
                  </a:lnTo>
                  <a:lnTo>
                    <a:pt x="985774" y="1713738"/>
                  </a:lnTo>
                  <a:lnTo>
                    <a:pt x="992378" y="1726438"/>
                  </a:lnTo>
                  <a:lnTo>
                    <a:pt x="1005459" y="1726438"/>
                  </a:lnTo>
                  <a:lnTo>
                    <a:pt x="1011936" y="1739138"/>
                  </a:lnTo>
                  <a:lnTo>
                    <a:pt x="1083691" y="1739138"/>
                  </a:lnTo>
                  <a:lnTo>
                    <a:pt x="1093978" y="1726438"/>
                  </a:lnTo>
                  <a:lnTo>
                    <a:pt x="1103884" y="1726438"/>
                  </a:lnTo>
                  <a:lnTo>
                    <a:pt x="1113282" y="1713738"/>
                  </a:lnTo>
                  <a:lnTo>
                    <a:pt x="1139190" y="1675638"/>
                  </a:lnTo>
                  <a:lnTo>
                    <a:pt x="1162177" y="1637538"/>
                  </a:lnTo>
                  <a:lnTo>
                    <a:pt x="1189228" y="1574038"/>
                  </a:lnTo>
                  <a:lnTo>
                    <a:pt x="1201547" y="1548638"/>
                  </a:lnTo>
                  <a:lnTo>
                    <a:pt x="1201420" y="1548638"/>
                  </a:lnTo>
                  <a:lnTo>
                    <a:pt x="1206284" y="1537944"/>
                  </a:lnTo>
                  <a:lnTo>
                    <a:pt x="1234313" y="1548638"/>
                  </a:lnTo>
                  <a:lnTo>
                    <a:pt x="1235621" y="1523238"/>
                  </a:lnTo>
                  <a:lnTo>
                    <a:pt x="1238250" y="1472438"/>
                  </a:lnTo>
                  <a:close/>
                </a:path>
              </a:pathLst>
            </a:custGeom>
            <a:solidFill>
              <a:srgbClr val="000000"/>
            </a:solidFill>
          </p:spPr>
          <p:txBody>
            <a:bodyPr wrap="square" lIns="0" tIns="0" rIns="0" bIns="0" rtlCol="0"/>
            <a:lstStyle/>
            <a:p>
              <a:endParaRPr/>
            </a:p>
          </p:txBody>
        </p:sp>
        <p:sp>
          <p:nvSpPr>
            <p:cNvPr id="18" name="object 18"/>
            <p:cNvSpPr/>
            <p:nvPr/>
          </p:nvSpPr>
          <p:spPr>
            <a:xfrm>
              <a:off x="4580382" y="3438906"/>
              <a:ext cx="749935" cy="749935"/>
            </a:xfrm>
            <a:custGeom>
              <a:avLst/>
              <a:gdLst/>
              <a:ahLst/>
              <a:cxnLst/>
              <a:rect l="l" t="t" r="r" b="b"/>
              <a:pathLst>
                <a:path w="749935" h="749935">
                  <a:moveTo>
                    <a:pt x="374903" y="0"/>
                  </a:moveTo>
                  <a:lnTo>
                    <a:pt x="327885" y="2921"/>
                  </a:lnTo>
                  <a:lnTo>
                    <a:pt x="282607" y="11452"/>
                  </a:lnTo>
                  <a:lnTo>
                    <a:pt x="239421" y="25240"/>
                  </a:lnTo>
                  <a:lnTo>
                    <a:pt x="198679" y="43934"/>
                  </a:lnTo>
                  <a:lnTo>
                    <a:pt x="160732" y="67182"/>
                  </a:lnTo>
                  <a:lnTo>
                    <a:pt x="125932" y="94632"/>
                  </a:lnTo>
                  <a:lnTo>
                    <a:pt x="94632" y="125932"/>
                  </a:lnTo>
                  <a:lnTo>
                    <a:pt x="67182" y="160732"/>
                  </a:lnTo>
                  <a:lnTo>
                    <a:pt x="43934" y="198679"/>
                  </a:lnTo>
                  <a:lnTo>
                    <a:pt x="25240" y="239421"/>
                  </a:lnTo>
                  <a:lnTo>
                    <a:pt x="11452" y="282607"/>
                  </a:lnTo>
                  <a:lnTo>
                    <a:pt x="2921" y="327885"/>
                  </a:lnTo>
                  <a:lnTo>
                    <a:pt x="0" y="374904"/>
                  </a:lnTo>
                  <a:lnTo>
                    <a:pt x="2921" y="421922"/>
                  </a:lnTo>
                  <a:lnTo>
                    <a:pt x="11452" y="467200"/>
                  </a:lnTo>
                  <a:lnTo>
                    <a:pt x="25240" y="510386"/>
                  </a:lnTo>
                  <a:lnTo>
                    <a:pt x="43934" y="551128"/>
                  </a:lnTo>
                  <a:lnTo>
                    <a:pt x="67182" y="589075"/>
                  </a:lnTo>
                  <a:lnTo>
                    <a:pt x="94632" y="623875"/>
                  </a:lnTo>
                  <a:lnTo>
                    <a:pt x="125932" y="655175"/>
                  </a:lnTo>
                  <a:lnTo>
                    <a:pt x="160732" y="682625"/>
                  </a:lnTo>
                  <a:lnTo>
                    <a:pt x="198679" y="705873"/>
                  </a:lnTo>
                  <a:lnTo>
                    <a:pt x="239421" y="724567"/>
                  </a:lnTo>
                  <a:lnTo>
                    <a:pt x="282607" y="738355"/>
                  </a:lnTo>
                  <a:lnTo>
                    <a:pt x="327885" y="746886"/>
                  </a:lnTo>
                  <a:lnTo>
                    <a:pt x="374903" y="749808"/>
                  </a:lnTo>
                  <a:lnTo>
                    <a:pt x="421922" y="746886"/>
                  </a:lnTo>
                  <a:lnTo>
                    <a:pt x="467200" y="738355"/>
                  </a:lnTo>
                  <a:lnTo>
                    <a:pt x="510386" y="724567"/>
                  </a:lnTo>
                  <a:lnTo>
                    <a:pt x="551128" y="705873"/>
                  </a:lnTo>
                  <a:lnTo>
                    <a:pt x="589075" y="682625"/>
                  </a:lnTo>
                  <a:lnTo>
                    <a:pt x="623875" y="655175"/>
                  </a:lnTo>
                  <a:lnTo>
                    <a:pt x="655175" y="623875"/>
                  </a:lnTo>
                  <a:lnTo>
                    <a:pt x="682625" y="589075"/>
                  </a:lnTo>
                  <a:lnTo>
                    <a:pt x="705873" y="551128"/>
                  </a:lnTo>
                  <a:lnTo>
                    <a:pt x="724567" y="510386"/>
                  </a:lnTo>
                  <a:lnTo>
                    <a:pt x="738355" y="467200"/>
                  </a:lnTo>
                  <a:lnTo>
                    <a:pt x="746886" y="421922"/>
                  </a:lnTo>
                  <a:lnTo>
                    <a:pt x="749807" y="374904"/>
                  </a:lnTo>
                  <a:lnTo>
                    <a:pt x="746886" y="327885"/>
                  </a:lnTo>
                  <a:lnTo>
                    <a:pt x="738355" y="282607"/>
                  </a:lnTo>
                  <a:lnTo>
                    <a:pt x="724567" y="239421"/>
                  </a:lnTo>
                  <a:lnTo>
                    <a:pt x="705873" y="198679"/>
                  </a:lnTo>
                  <a:lnTo>
                    <a:pt x="682625" y="160732"/>
                  </a:lnTo>
                  <a:lnTo>
                    <a:pt x="655175" y="125932"/>
                  </a:lnTo>
                  <a:lnTo>
                    <a:pt x="623875" y="94632"/>
                  </a:lnTo>
                  <a:lnTo>
                    <a:pt x="589075" y="67182"/>
                  </a:lnTo>
                  <a:lnTo>
                    <a:pt x="551128" y="43934"/>
                  </a:lnTo>
                  <a:lnTo>
                    <a:pt x="510386" y="25240"/>
                  </a:lnTo>
                  <a:lnTo>
                    <a:pt x="467200" y="11452"/>
                  </a:lnTo>
                  <a:lnTo>
                    <a:pt x="421922" y="2921"/>
                  </a:lnTo>
                  <a:lnTo>
                    <a:pt x="374903" y="0"/>
                  </a:lnTo>
                  <a:close/>
                </a:path>
              </a:pathLst>
            </a:custGeom>
            <a:solidFill>
              <a:srgbClr val="183DAF">
                <a:alpha val="19999"/>
              </a:srgbClr>
            </a:solidFill>
          </p:spPr>
          <p:txBody>
            <a:bodyPr wrap="square" lIns="0" tIns="0" rIns="0" bIns="0" rtlCol="0"/>
            <a:lstStyle/>
            <a:p>
              <a:endParaRPr/>
            </a:p>
          </p:txBody>
        </p:sp>
        <p:sp>
          <p:nvSpPr>
            <p:cNvPr id="19" name="object 19"/>
            <p:cNvSpPr/>
            <p:nvPr/>
          </p:nvSpPr>
          <p:spPr>
            <a:xfrm>
              <a:off x="4580382" y="3438906"/>
              <a:ext cx="749935" cy="749935"/>
            </a:xfrm>
            <a:custGeom>
              <a:avLst/>
              <a:gdLst/>
              <a:ahLst/>
              <a:cxnLst/>
              <a:rect l="l" t="t" r="r" b="b"/>
              <a:pathLst>
                <a:path w="749935" h="749935">
                  <a:moveTo>
                    <a:pt x="0" y="374904"/>
                  </a:moveTo>
                  <a:lnTo>
                    <a:pt x="2921" y="327885"/>
                  </a:lnTo>
                  <a:lnTo>
                    <a:pt x="11452" y="282607"/>
                  </a:lnTo>
                  <a:lnTo>
                    <a:pt x="25240" y="239421"/>
                  </a:lnTo>
                  <a:lnTo>
                    <a:pt x="43934" y="198679"/>
                  </a:lnTo>
                  <a:lnTo>
                    <a:pt x="67182" y="160732"/>
                  </a:lnTo>
                  <a:lnTo>
                    <a:pt x="94632" y="125932"/>
                  </a:lnTo>
                  <a:lnTo>
                    <a:pt x="125932" y="94632"/>
                  </a:lnTo>
                  <a:lnTo>
                    <a:pt x="160732" y="67182"/>
                  </a:lnTo>
                  <a:lnTo>
                    <a:pt x="198679" y="43934"/>
                  </a:lnTo>
                  <a:lnTo>
                    <a:pt x="239421" y="25240"/>
                  </a:lnTo>
                  <a:lnTo>
                    <a:pt x="282607" y="11452"/>
                  </a:lnTo>
                  <a:lnTo>
                    <a:pt x="327885" y="2921"/>
                  </a:lnTo>
                  <a:lnTo>
                    <a:pt x="374903" y="0"/>
                  </a:lnTo>
                  <a:lnTo>
                    <a:pt x="421922" y="2921"/>
                  </a:lnTo>
                  <a:lnTo>
                    <a:pt x="467200" y="11452"/>
                  </a:lnTo>
                  <a:lnTo>
                    <a:pt x="510386" y="25240"/>
                  </a:lnTo>
                  <a:lnTo>
                    <a:pt x="551128" y="43934"/>
                  </a:lnTo>
                  <a:lnTo>
                    <a:pt x="589075" y="67182"/>
                  </a:lnTo>
                  <a:lnTo>
                    <a:pt x="623875" y="94632"/>
                  </a:lnTo>
                  <a:lnTo>
                    <a:pt x="655175" y="125932"/>
                  </a:lnTo>
                  <a:lnTo>
                    <a:pt x="682625" y="160732"/>
                  </a:lnTo>
                  <a:lnTo>
                    <a:pt x="705873" y="198679"/>
                  </a:lnTo>
                  <a:lnTo>
                    <a:pt x="724567" y="239421"/>
                  </a:lnTo>
                  <a:lnTo>
                    <a:pt x="738355" y="282607"/>
                  </a:lnTo>
                  <a:lnTo>
                    <a:pt x="746886" y="327885"/>
                  </a:lnTo>
                  <a:lnTo>
                    <a:pt x="749807" y="374904"/>
                  </a:lnTo>
                  <a:lnTo>
                    <a:pt x="746886" y="421922"/>
                  </a:lnTo>
                  <a:lnTo>
                    <a:pt x="738355" y="467200"/>
                  </a:lnTo>
                  <a:lnTo>
                    <a:pt x="724567" y="510386"/>
                  </a:lnTo>
                  <a:lnTo>
                    <a:pt x="705873" y="551128"/>
                  </a:lnTo>
                  <a:lnTo>
                    <a:pt x="682625" y="589075"/>
                  </a:lnTo>
                  <a:lnTo>
                    <a:pt x="655175" y="623875"/>
                  </a:lnTo>
                  <a:lnTo>
                    <a:pt x="623875" y="655175"/>
                  </a:lnTo>
                  <a:lnTo>
                    <a:pt x="589075" y="682625"/>
                  </a:lnTo>
                  <a:lnTo>
                    <a:pt x="551128" y="705873"/>
                  </a:lnTo>
                  <a:lnTo>
                    <a:pt x="510386" y="724567"/>
                  </a:lnTo>
                  <a:lnTo>
                    <a:pt x="467200" y="738355"/>
                  </a:lnTo>
                  <a:lnTo>
                    <a:pt x="421922" y="746886"/>
                  </a:lnTo>
                  <a:lnTo>
                    <a:pt x="374903" y="749808"/>
                  </a:lnTo>
                  <a:lnTo>
                    <a:pt x="327885" y="746886"/>
                  </a:lnTo>
                  <a:lnTo>
                    <a:pt x="282607" y="738355"/>
                  </a:lnTo>
                  <a:lnTo>
                    <a:pt x="239421" y="724567"/>
                  </a:lnTo>
                  <a:lnTo>
                    <a:pt x="198679" y="705873"/>
                  </a:lnTo>
                  <a:lnTo>
                    <a:pt x="160732" y="682625"/>
                  </a:lnTo>
                  <a:lnTo>
                    <a:pt x="125932" y="655175"/>
                  </a:lnTo>
                  <a:lnTo>
                    <a:pt x="94632" y="623875"/>
                  </a:lnTo>
                  <a:lnTo>
                    <a:pt x="67182" y="589075"/>
                  </a:lnTo>
                  <a:lnTo>
                    <a:pt x="43934" y="551128"/>
                  </a:lnTo>
                  <a:lnTo>
                    <a:pt x="25240" y="510386"/>
                  </a:lnTo>
                  <a:lnTo>
                    <a:pt x="11452" y="467200"/>
                  </a:lnTo>
                  <a:lnTo>
                    <a:pt x="2921" y="421922"/>
                  </a:lnTo>
                  <a:lnTo>
                    <a:pt x="0" y="374904"/>
                  </a:lnTo>
                  <a:close/>
                </a:path>
              </a:pathLst>
            </a:custGeom>
            <a:ln w="19812">
              <a:solidFill>
                <a:srgbClr val="183DAF"/>
              </a:solidFill>
            </a:ln>
          </p:spPr>
          <p:txBody>
            <a:bodyPr wrap="square" lIns="0" tIns="0" rIns="0" bIns="0" rtlCol="0"/>
            <a:lstStyle/>
            <a:p>
              <a:endParaRPr/>
            </a:p>
          </p:txBody>
        </p:sp>
        <p:sp>
          <p:nvSpPr>
            <p:cNvPr id="20" name="object 20"/>
            <p:cNvSpPr/>
            <p:nvPr/>
          </p:nvSpPr>
          <p:spPr>
            <a:xfrm>
              <a:off x="6319266" y="2680715"/>
              <a:ext cx="1228090" cy="2252345"/>
            </a:xfrm>
            <a:custGeom>
              <a:avLst/>
              <a:gdLst/>
              <a:ahLst/>
              <a:cxnLst/>
              <a:rect l="l" t="t" r="r" b="b"/>
              <a:pathLst>
                <a:path w="1228090" h="2252345">
                  <a:moveTo>
                    <a:pt x="76200" y="1608582"/>
                  </a:moveTo>
                  <a:lnTo>
                    <a:pt x="69850" y="1595882"/>
                  </a:lnTo>
                  <a:lnTo>
                    <a:pt x="38100" y="1532382"/>
                  </a:lnTo>
                  <a:lnTo>
                    <a:pt x="0" y="1608582"/>
                  </a:lnTo>
                  <a:lnTo>
                    <a:pt x="28194" y="1608582"/>
                  </a:lnTo>
                  <a:lnTo>
                    <a:pt x="28194" y="2252345"/>
                  </a:lnTo>
                  <a:lnTo>
                    <a:pt x="48006" y="2252345"/>
                  </a:lnTo>
                  <a:lnTo>
                    <a:pt x="48006" y="1608582"/>
                  </a:lnTo>
                  <a:lnTo>
                    <a:pt x="76200" y="1608582"/>
                  </a:lnTo>
                  <a:close/>
                </a:path>
                <a:path w="1228090" h="2252345">
                  <a:moveTo>
                    <a:pt x="80010" y="76200"/>
                  </a:moveTo>
                  <a:lnTo>
                    <a:pt x="73660" y="63500"/>
                  </a:lnTo>
                  <a:lnTo>
                    <a:pt x="41910" y="0"/>
                  </a:lnTo>
                  <a:lnTo>
                    <a:pt x="3810" y="76200"/>
                  </a:lnTo>
                  <a:lnTo>
                    <a:pt x="34290" y="76200"/>
                  </a:lnTo>
                  <a:lnTo>
                    <a:pt x="34290" y="761365"/>
                  </a:lnTo>
                  <a:lnTo>
                    <a:pt x="49530" y="761365"/>
                  </a:lnTo>
                  <a:lnTo>
                    <a:pt x="49530" y="76200"/>
                  </a:lnTo>
                  <a:lnTo>
                    <a:pt x="80010" y="76200"/>
                  </a:lnTo>
                  <a:close/>
                </a:path>
                <a:path w="1228090" h="2252345">
                  <a:moveTo>
                    <a:pt x="1227582" y="1472438"/>
                  </a:moveTo>
                  <a:lnTo>
                    <a:pt x="1157097" y="1523238"/>
                  </a:lnTo>
                  <a:lnTo>
                    <a:pt x="1185824" y="1534210"/>
                  </a:lnTo>
                  <a:lnTo>
                    <a:pt x="1179195" y="1548638"/>
                  </a:lnTo>
                  <a:lnTo>
                    <a:pt x="1167003" y="1574038"/>
                  </a:lnTo>
                  <a:lnTo>
                    <a:pt x="1153922" y="1599438"/>
                  </a:lnTo>
                  <a:lnTo>
                    <a:pt x="1154049" y="1599438"/>
                  </a:lnTo>
                  <a:lnTo>
                    <a:pt x="1140079" y="1637538"/>
                  </a:lnTo>
                  <a:lnTo>
                    <a:pt x="1140206" y="1624838"/>
                  </a:lnTo>
                  <a:lnTo>
                    <a:pt x="1132967" y="1650238"/>
                  </a:lnTo>
                  <a:lnTo>
                    <a:pt x="1125474" y="1662938"/>
                  </a:lnTo>
                  <a:lnTo>
                    <a:pt x="1125601" y="1662938"/>
                  </a:lnTo>
                  <a:lnTo>
                    <a:pt x="1117727" y="1675638"/>
                  </a:lnTo>
                  <a:lnTo>
                    <a:pt x="1117981" y="1675638"/>
                  </a:lnTo>
                  <a:lnTo>
                    <a:pt x="1109726" y="1688338"/>
                  </a:lnTo>
                  <a:lnTo>
                    <a:pt x="1101725" y="1688338"/>
                  </a:lnTo>
                  <a:lnTo>
                    <a:pt x="1093089" y="1701038"/>
                  </a:lnTo>
                  <a:lnTo>
                    <a:pt x="1093470" y="1701038"/>
                  </a:lnTo>
                  <a:lnTo>
                    <a:pt x="1084453" y="1713738"/>
                  </a:lnTo>
                  <a:lnTo>
                    <a:pt x="1076071" y="1713738"/>
                  </a:lnTo>
                  <a:lnTo>
                    <a:pt x="1066546" y="1726438"/>
                  </a:lnTo>
                  <a:lnTo>
                    <a:pt x="1007745" y="1726438"/>
                  </a:lnTo>
                  <a:lnTo>
                    <a:pt x="1001649" y="1713738"/>
                  </a:lnTo>
                  <a:lnTo>
                    <a:pt x="990092" y="1713738"/>
                  </a:lnTo>
                  <a:lnTo>
                    <a:pt x="983742" y="1701038"/>
                  </a:lnTo>
                  <a:lnTo>
                    <a:pt x="977392" y="1701038"/>
                  </a:lnTo>
                  <a:lnTo>
                    <a:pt x="970534" y="1688338"/>
                  </a:lnTo>
                  <a:lnTo>
                    <a:pt x="964184" y="1688338"/>
                  </a:lnTo>
                  <a:lnTo>
                    <a:pt x="957199" y="1675638"/>
                  </a:lnTo>
                  <a:lnTo>
                    <a:pt x="957326" y="1675638"/>
                  </a:lnTo>
                  <a:lnTo>
                    <a:pt x="950087" y="1662938"/>
                  </a:lnTo>
                  <a:lnTo>
                    <a:pt x="950214" y="1662938"/>
                  </a:lnTo>
                  <a:lnTo>
                    <a:pt x="942848" y="1650238"/>
                  </a:lnTo>
                  <a:lnTo>
                    <a:pt x="935228" y="1637538"/>
                  </a:lnTo>
                  <a:lnTo>
                    <a:pt x="935355" y="1637538"/>
                  </a:lnTo>
                  <a:lnTo>
                    <a:pt x="927481" y="1624838"/>
                  </a:lnTo>
                  <a:lnTo>
                    <a:pt x="927608" y="1624838"/>
                  </a:lnTo>
                  <a:lnTo>
                    <a:pt x="919607" y="1612138"/>
                  </a:lnTo>
                  <a:lnTo>
                    <a:pt x="911479" y="1599438"/>
                  </a:lnTo>
                  <a:lnTo>
                    <a:pt x="894715" y="1574038"/>
                  </a:lnTo>
                  <a:lnTo>
                    <a:pt x="890333" y="1561338"/>
                  </a:lnTo>
                  <a:lnTo>
                    <a:pt x="885952" y="1548638"/>
                  </a:lnTo>
                  <a:lnTo>
                    <a:pt x="885952" y="1561338"/>
                  </a:lnTo>
                  <a:lnTo>
                    <a:pt x="868172" y="1523238"/>
                  </a:lnTo>
                  <a:lnTo>
                    <a:pt x="859028" y="1497838"/>
                  </a:lnTo>
                  <a:lnTo>
                    <a:pt x="849884" y="1485138"/>
                  </a:lnTo>
                  <a:lnTo>
                    <a:pt x="840359" y="1459738"/>
                  </a:lnTo>
                  <a:lnTo>
                    <a:pt x="840486" y="1459738"/>
                  </a:lnTo>
                  <a:lnTo>
                    <a:pt x="821436" y="1421638"/>
                  </a:lnTo>
                  <a:lnTo>
                    <a:pt x="801751" y="1383538"/>
                  </a:lnTo>
                  <a:lnTo>
                    <a:pt x="781939" y="1332738"/>
                  </a:lnTo>
                  <a:lnTo>
                    <a:pt x="761746" y="1294638"/>
                  </a:lnTo>
                  <a:lnTo>
                    <a:pt x="741299" y="1243838"/>
                  </a:lnTo>
                  <a:lnTo>
                    <a:pt x="720598" y="1193038"/>
                  </a:lnTo>
                  <a:lnTo>
                    <a:pt x="678942" y="1104138"/>
                  </a:lnTo>
                  <a:lnTo>
                    <a:pt x="616331" y="951738"/>
                  </a:lnTo>
                  <a:lnTo>
                    <a:pt x="595630" y="913638"/>
                  </a:lnTo>
                  <a:lnTo>
                    <a:pt x="575310" y="862838"/>
                  </a:lnTo>
                  <a:lnTo>
                    <a:pt x="555117" y="824738"/>
                  </a:lnTo>
                  <a:lnTo>
                    <a:pt x="535178" y="773938"/>
                  </a:lnTo>
                  <a:lnTo>
                    <a:pt x="515747" y="735838"/>
                  </a:lnTo>
                  <a:lnTo>
                    <a:pt x="506095" y="710438"/>
                  </a:lnTo>
                  <a:lnTo>
                    <a:pt x="496570" y="697738"/>
                  </a:lnTo>
                  <a:lnTo>
                    <a:pt x="487172" y="672338"/>
                  </a:lnTo>
                  <a:lnTo>
                    <a:pt x="477901" y="659638"/>
                  </a:lnTo>
                  <a:lnTo>
                    <a:pt x="468757" y="646938"/>
                  </a:lnTo>
                  <a:lnTo>
                    <a:pt x="459867" y="621538"/>
                  </a:lnTo>
                  <a:lnTo>
                    <a:pt x="450977" y="608838"/>
                  </a:lnTo>
                  <a:lnTo>
                    <a:pt x="442341" y="596138"/>
                  </a:lnTo>
                  <a:lnTo>
                    <a:pt x="425323" y="570738"/>
                  </a:lnTo>
                  <a:lnTo>
                    <a:pt x="409067" y="545338"/>
                  </a:lnTo>
                  <a:lnTo>
                    <a:pt x="401320" y="532638"/>
                  </a:lnTo>
                  <a:lnTo>
                    <a:pt x="393446" y="519938"/>
                  </a:lnTo>
                  <a:lnTo>
                    <a:pt x="386080" y="507238"/>
                  </a:lnTo>
                  <a:lnTo>
                    <a:pt x="378714" y="507238"/>
                  </a:lnTo>
                  <a:lnTo>
                    <a:pt x="364490" y="494538"/>
                  </a:lnTo>
                  <a:lnTo>
                    <a:pt x="337185" y="469138"/>
                  </a:lnTo>
                  <a:lnTo>
                    <a:pt x="324104" y="456438"/>
                  </a:lnTo>
                  <a:lnTo>
                    <a:pt x="311150" y="456438"/>
                  </a:lnTo>
                  <a:lnTo>
                    <a:pt x="298450" y="443738"/>
                  </a:lnTo>
                  <a:lnTo>
                    <a:pt x="239014" y="443738"/>
                  </a:lnTo>
                  <a:lnTo>
                    <a:pt x="228079" y="456438"/>
                  </a:lnTo>
                  <a:lnTo>
                    <a:pt x="217678" y="456438"/>
                  </a:lnTo>
                  <a:lnTo>
                    <a:pt x="207505" y="469138"/>
                  </a:lnTo>
                  <a:lnTo>
                    <a:pt x="197739" y="469138"/>
                  </a:lnTo>
                  <a:lnTo>
                    <a:pt x="188214" y="481838"/>
                  </a:lnTo>
                  <a:lnTo>
                    <a:pt x="161163" y="519938"/>
                  </a:lnTo>
                  <a:lnTo>
                    <a:pt x="135890" y="558038"/>
                  </a:lnTo>
                  <a:lnTo>
                    <a:pt x="127762" y="583438"/>
                  </a:lnTo>
                  <a:lnTo>
                    <a:pt x="119761" y="596138"/>
                  </a:lnTo>
                  <a:lnTo>
                    <a:pt x="104140" y="621538"/>
                  </a:lnTo>
                  <a:lnTo>
                    <a:pt x="88900" y="659638"/>
                  </a:lnTo>
                  <a:lnTo>
                    <a:pt x="58928" y="735838"/>
                  </a:lnTo>
                  <a:lnTo>
                    <a:pt x="70612" y="735838"/>
                  </a:lnTo>
                  <a:lnTo>
                    <a:pt x="85598" y="697738"/>
                  </a:lnTo>
                  <a:lnTo>
                    <a:pt x="100584" y="672338"/>
                  </a:lnTo>
                  <a:lnTo>
                    <a:pt x="115697" y="634238"/>
                  </a:lnTo>
                  <a:lnTo>
                    <a:pt x="131318" y="596138"/>
                  </a:lnTo>
                  <a:lnTo>
                    <a:pt x="131191" y="596138"/>
                  </a:lnTo>
                  <a:lnTo>
                    <a:pt x="139192" y="583438"/>
                  </a:lnTo>
                  <a:lnTo>
                    <a:pt x="139065" y="583438"/>
                  </a:lnTo>
                  <a:lnTo>
                    <a:pt x="147066" y="570738"/>
                  </a:lnTo>
                  <a:lnTo>
                    <a:pt x="146939" y="570738"/>
                  </a:lnTo>
                  <a:lnTo>
                    <a:pt x="155194" y="558038"/>
                  </a:lnTo>
                  <a:lnTo>
                    <a:pt x="155067" y="558038"/>
                  </a:lnTo>
                  <a:lnTo>
                    <a:pt x="163449" y="545338"/>
                  </a:lnTo>
                  <a:lnTo>
                    <a:pt x="163322" y="545338"/>
                  </a:lnTo>
                  <a:lnTo>
                    <a:pt x="171704" y="532638"/>
                  </a:lnTo>
                  <a:lnTo>
                    <a:pt x="171577" y="532638"/>
                  </a:lnTo>
                  <a:lnTo>
                    <a:pt x="180213" y="519938"/>
                  </a:lnTo>
                  <a:lnTo>
                    <a:pt x="180086" y="519938"/>
                  </a:lnTo>
                  <a:lnTo>
                    <a:pt x="188849" y="507238"/>
                  </a:lnTo>
                  <a:lnTo>
                    <a:pt x="188582" y="507238"/>
                  </a:lnTo>
                  <a:lnTo>
                    <a:pt x="197739" y="494538"/>
                  </a:lnTo>
                  <a:lnTo>
                    <a:pt x="197358" y="494538"/>
                  </a:lnTo>
                  <a:lnTo>
                    <a:pt x="206629" y="481838"/>
                  </a:lnTo>
                  <a:lnTo>
                    <a:pt x="215379" y="481838"/>
                  </a:lnTo>
                  <a:lnTo>
                    <a:pt x="224904" y="469138"/>
                  </a:lnTo>
                  <a:lnTo>
                    <a:pt x="233680" y="469138"/>
                  </a:lnTo>
                  <a:lnTo>
                    <a:pt x="243954" y="456438"/>
                  </a:lnTo>
                  <a:lnTo>
                    <a:pt x="294259" y="456438"/>
                  </a:lnTo>
                  <a:lnTo>
                    <a:pt x="306197" y="469138"/>
                  </a:lnTo>
                  <a:lnTo>
                    <a:pt x="305689" y="456438"/>
                  </a:lnTo>
                  <a:lnTo>
                    <a:pt x="318008" y="469138"/>
                  </a:lnTo>
                  <a:lnTo>
                    <a:pt x="317500" y="469138"/>
                  </a:lnTo>
                  <a:lnTo>
                    <a:pt x="330200" y="481838"/>
                  </a:lnTo>
                  <a:lnTo>
                    <a:pt x="342519" y="481838"/>
                  </a:lnTo>
                  <a:lnTo>
                    <a:pt x="355854" y="494538"/>
                  </a:lnTo>
                  <a:lnTo>
                    <a:pt x="355600" y="494538"/>
                  </a:lnTo>
                  <a:lnTo>
                    <a:pt x="369570" y="507238"/>
                  </a:lnTo>
                  <a:lnTo>
                    <a:pt x="369316" y="507238"/>
                  </a:lnTo>
                  <a:lnTo>
                    <a:pt x="376428" y="519938"/>
                  </a:lnTo>
                  <a:lnTo>
                    <a:pt x="376301" y="519938"/>
                  </a:lnTo>
                  <a:lnTo>
                    <a:pt x="383540" y="532638"/>
                  </a:lnTo>
                  <a:lnTo>
                    <a:pt x="390906" y="532638"/>
                  </a:lnTo>
                  <a:lnTo>
                    <a:pt x="398653" y="545338"/>
                  </a:lnTo>
                  <a:lnTo>
                    <a:pt x="406654" y="558038"/>
                  </a:lnTo>
                  <a:lnTo>
                    <a:pt x="406527" y="558038"/>
                  </a:lnTo>
                  <a:lnTo>
                    <a:pt x="414655" y="570738"/>
                  </a:lnTo>
                  <a:lnTo>
                    <a:pt x="414528" y="570738"/>
                  </a:lnTo>
                  <a:lnTo>
                    <a:pt x="431292" y="596138"/>
                  </a:lnTo>
                  <a:lnTo>
                    <a:pt x="439801" y="621538"/>
                  </a:lnTo>
                  <a:lnTo>
                    <a:pt x="457581" y="646938"/>
                  </a:lnTo>
                  <a:lnTo>
                    <a:pt x="475869" y="685038"/>
                  </a:lnTo>
                  <a:lnTo>
                    <a:pt x="485267" y="697738"/>
                  </a:lnTo>
                  <a:lnTo>
                    <a:pt x="494665" y="723138"/>
                  </a:lnTo>
                  <a:lnTo>
                    <a:pt x="504317" y="735838"/>
                  </a:lnTo>
                  <a:lnTo>
                    <a:pt x="504190" y="735838"/>
                  </a:lnTo>
                  <a:lnTo>
                    <a:pt x="523621" y="786638"/>
                  </a:lnTo>
                  <a:lnTo>
                    <a:pt x="543560" y="824738"/>
                  </a:lnTo>
                  <a:lnTo>
                    <a:pt x="563753" y="862838"/>
                  </a:lnTo>
                  <a:lnTo>
                    <a:pt x="584073" y="913638"/>
                  </a:lnTo>
                  <a:lnTo>
                    <a:pt x="604774" y="964438"/>
                  </a:lnTo>
                  <a:lnTo>
                    <a:pt x="625475" y="1002538"/>
                  </a:lnTo>
                  <a:lnTo>
                    <a:pt x="708914" y="1205738"/>
                  </a:lnTo>
                  <a:lnTo>
                    <a:pt x="750062" y="1294638"/>
                  </a:lnTo>
                  <a:lnTo>
                    <a:pt x="770255" y="1345438"/>
                  </a:lnTo>
                  <a:lnTo>
                    <a:pt x="790194" y="1383538"/>
                  </a:lnTo>
                  <a:lnTo>
                    <a:pt x="809879" y="1421638"/>
                  </a:lnTo>
                  <a:lnTo>
                    <a:pt x="828929" y="1472438"/>
                  </a:lnTo>
                  <a:lnTo>
                    <a:pt x="838327" y="1485138"/>
                  </a:lnTo>
                  <a:lnTo>
                    <a:pt x="847598" y="1510538"/>
                  </a:lnTo>
                  <a:lnTo>
                    <a:pt x="856742" y="1523238"/>
                  </a:lnTo>
                  <a:lnTo>
                    <a:pt x="874649" y="1561338"/>
                  </a:lnTo>
                  <a:lnTo>
                    <a:pt x="883412" y="1574038"/>
                  </a:lnTo>
                  <a:lnTo>
                    <a:pt x="891921" y="1599438"/>
                  </a:lnTo>
                  <a:lnTo>
                    <a:pt x="900430" y="1612138"/>
                  </a:lnTo>
                  <a:lnTo>
                    <a:pt x="924560" y="1650238"/>
                  </a:lnTo>
                  <a:lnTo>
                    <a:pt x="947166" y="1688338"/>
                  </a:lnTo>
                  <a:lnTo>
                    <a:pt x="954151" y="1688338"/>
                  </a:lnTo>
                  <a:lnTo>
                    <a:pt x="968375" y="1713738"/>
                  </a:lnTo>
                  <a:lnTo>
                    <a:pt x="975106" y="1713738"/>
                  </a:lnTo>
                  <a:lnTo>
                    <a:pt x="981710" y="1726438"/>
                  </a:lnTo>
                  <a:lnTo>
                    <a:pt x="994791" y="1726438"/>
                  </a:lnTo>
                  <a:lnTo>
                    <a:pt x="1001268" y="1739138"/>
                  </a:lnTo>
                  <a:lnTo>
                    <a:pt x="1073023" y="1739138"/>
                  </a:lnTo>
                  <a:lnTo>
                    <a:pt x="1083310" y="1726438"/>
                  </a:lnTo>
                  <a:lnTo>
                    <a:pt x="1093216" y="1726438"/>
                  </a:lnTo>
                  <a:lnTo>
                    <a:pt x="1102614" y="1713738"/>
                  </a:lnTo>
                  <a:lnTo>
                    <a:pt x="1128522" y="1675638"/>
                  </a:lnTo>
                  <a:lnTo>
                    <a:pt x="1151509" y="1637538"/>
                  </a:lnTo>
                  <a:lnTo>
                    <a:pt x="1178560" y="1574038"/>
                  </a:lnTo>
                  <a:lnTo>
                    <a:pt x="1190879" y="1548638"/>
                  </a:lnTo>
                  <a:lnTo>
                    <a:pt x="1190752" y="1548638"/>
                  </a:lnTo>
                  <a:lnTo>
                    <a:pt x="1195616" y="1537944"/>
                  </a:lnTo>
                  <a:lnTo>
                    <a:pt x="1223645" y="1548638"/>
                  </a:lnTo>
                  <a:lnTo>
                    <a:pt x="1224953" y="1523238"/>
                  </a:lnTo>
                  <a:lnTo>
                    <a:pt x="1227582" y="1472438"/>
                  </a:lnTo>
                  <a:close/>
                </a:path>
              </a:pathLst>
            </a:custGeom>
            <a:solidFill>
              <a:srgbClr val="000000"/>
            </a:solidFill>
          </p:spPr>
          <p:txBody>
            <a:bodyPr wrap="square" lIns="0" tIns="0" rIns="0" bIns="0" rtlCol="0"/>
            <a:lstStyle/>
            <a:p>
              <a:endParaRPr/>
            </a:p>
          </p:txBody>
        </p:sp>
        <p:sp>
          <p:nvSpPr>
            <p:cNvPr id="21" name="object 21"/>
            <p:cNvSpPr/>
            <p:nvPr/>
          </p:nvSpPr>
          <p:spPr>
            <a:xfrm>
              <a:off x="5980937" y="3438906"/>
              <a:ext cx="751840" cy="749935"/>
            </a:xfrm>
            <a:custGeom>
              <a:avLst/>
              <a:gdLst/>
              <a:ahLst/>
              <a:cxnLst/>
              <a:rect l="l" t="t" r="r" b="b"/>
              <a:pathLst>
                <a:path w="751840" h="749935">
                  <a:moveTo>
                    <a:pt x="375665" y="0"/>
                  </a:moveTo>
                  <a:lnTo>
                    <a:pt x="328534" y="2921"/>
                  </a:lnTo>
                  <a:lnTo>
                    <a:pt x="283152" y="11452"/>
                  </a:lnTo>
                  <a:lnTo>
                    <a:pt x="239872" y="25240"/>
                  </a:lnTo>
                  <a:lnTo>
                    <a:pt x="199044" y="43934"/>
                  </a:lnTo>
                  <a:lnTo>
                    <a:pt x="161020" y="67182"/>
                  </a:lnTo>
                  <a:lnTo>
                    <a:pt x="126153" y="94632"/>
                  </a:lnTo>
                  <a:lnTo>
                    <a:pt x="94794" y="125932"/>
                  </a:lnTo>
                  <a:lnTo>
                    <a:pt x="67294" y="160732"/>
                  </a:lnTo>
                  <a:lnTo>
                    <a:pt x="44006" y="198679"/>
                  </a:lnTo>
                  <a:lnTo>
                    <a:pt x="25281" y="239421"/>
                  </a:lnTo>
                  <a:lnTo>
                    <a:pt x="11470" y="282607"/>
                  </a:lnTo>
                  <a:lnTo>
                    <a:pt x="2926" y="327885"/>
                  </a:lnTo>
                  <a:lnTo>
                    <a:pt x="0" y="374904"/>
                  </a:lnTo>
                  <a:lnTo>
                    <a:pt x="2926" y="421922"/>
                  </a:lnTo>
                  <a:lnTo>
                    <a:pt x="11470" y="467200"/>
                  </a:lnTo>
                  <a:lnTo>
                    <a:pt x="25281" y="510386"/>
                  </a:lnTo>
                  <a:lnTo>
                    <a:pt x="44006" y="551128"/>
                  </a:lnTo>
                  <a:lnTo>
                    <a:pt x="67294" y="589075"/>
                  </a:lnTo>
                  <a:lnTo>
                    <a:pt x="94794" y="623875"/>
                  </a:lnTo>
                  <a:lnTo>
                    <a:pt x="126153" y="655175"/>
                  </a:lnTo>
                  <a:lnTo>
                    <a:pt x="161020" y="682625"/>
                  </a:lnTo>
                  <a:lnTo>
                    <a:pt x="199044" y="705873"/>
                  </a:lnTo>
                  <a:lnTo>
                    <a:pt x="239872" y="724567"/>
                  </a:lnTo>
                  <a:lnTo>
                    <a:pt x="283152" y="738355"/>
                  </a:lnTo>
                  <a:lnTo>
                    <a:pt x="328534" y="746886"/>
                  </a:lnTo>
                  <a:lnTo>
                    <a:pt x="375665" y="749808"/>
                  </a:lnTo>
                  <a:lnTo>
                    <a:pt x="422797" y="746886"/>
                  </a:lnTo>
                  <a:lnTo>
                    <a:pt x="468179" y="738355"/>
                  </a:lnTo>
                  <a:lnTo>
                    <a:pt x="511459" y="724567"/>
                  </a:lnTo>
                  <a:lnTo>
                    <a:pt x="552287" y="705873"/>
                  </a:lnTo>
                  <a:lnTo>
                    <a:pt x="590311" y="682625"/>
                  </a:lnTo>
                  <a:lnTo>
                    <a:pt x="625178" y="655175"/>
                  </a:lnTo>
                  <a:lnTo>
                    <a:pt x="656537" y="623875"/>
                  </a:lnTo>
                  <a:lnTo>
                    <a:pt x="684037" y="589075"/>
                  </a:lnTo>
                  <a:lnTo>
                    <a:pt x="707325" y="551128"/>
                  </a:lnTo>
                  <a:lnTo>
                    <a:pt x="726050" y="510386"/>
                  </a:lnTo>
                  <a:lnTo>
                    <a:pt x="739861" y="467200"/>
                  </a:lnTo>
                  <a:lnTo>
                    <a:pt x="748405" y="421922"/>
                  </a:lnTo>
                  <a:lnTo>
                    <a:pt x="751332" y="374904"/>
                  </a:lnTo>
                  <a:lnTo>
                    <a:pt x="748405" y="327885"/>
                  </a:lnTo>
                  <a:lnTo>
                    <a:pt x="739861" y="282607"/>
                  </a:lnTo>
                  <a:lnTo>
                    <a:pt x="726050" y="239421"/>
                  </a:lnTo>
                  <a:lnTo>
                    <a:pt x="707325" y="198679"/>
                  </a:lnTo>
                  <a:lnTo>
                    <a:pt x="684037" y="160732"/>
                  </a:lnTo>
                  <a:lnTo>
                    <a:pt x="656537" y="125932"/>
                  </a:lnTo>
                  <a:lnTo>
                    <a:pt x="625178" y="94632"/>
                  </a:lnTo>
                  <a:lnTo>
                    <a:pt x="590311" y="67182"/>
                  </a:lnTo>
                  <a:lnTo>
                    <a:pt x="552287" y="43934"/>
                  </a:lnTo>
                  <a:lnTo>
                    <a:pt x="511459" y="25240"/>
                  </a:lnTo>
                  <a:lnTo>
                    <a:pt x="468179" y="11452"/>
                  </a:lnTo>
                  <a:lnTo>
                    <a:pt x="422797" y="2921"/>
                  </a:lnTo>
                  <a:lnTo>
                    <a:pt x="375665" y="0"/>
                  </a:lnTo>
                  <a:close/>
                </a:path>
              </a:pathLst>
            </a:custGeom>
            <a:solidFill>
              <a:srgbClr val="183DAF">
                <a:alpha val="19999"/>
              </a:srgbClr>
            </a:solidFill>
          </p:spPr>
          <p:txBody>
            <a:bodyPr wrap="square" lIns="0" tIns="0" rIns="0" bIns="0" rtlCol="0"/>
            <a:lstStyle/>
            <a:p>
              <a:endParaRPr/>
            </a:p>
          </p:txBody>
        </p:sp>
        <p:sp>
          <p:nvSpPr>
            <p:cNvPr id="22" name="object 22"/>
            <p:cNvSpPr/>
            <p:nvPr/>
          </p:nvSpPr>
          <p:spPr>
            <a:xfrm>
              <a:off x="5980937" y="3438906"/>
              <a:ext cx="751840" cy="749935"/>
            </a:xfrm>
            <a:custGeom>
              <a:avLst/>
              <a:gdLst/>
              <a:ahLst/>
              <a:cxnLst/>
              <a:rect l="l" t="t" r="r" b="b"/>
              <a:pathLst>
                <a:path w="751840" h="749935">
                  <a:moveTo>
                    <a:pt x="0" y="374904"/>
                  </a:moveTo>
                  <a:lnTo>
                    <a:pt x="2926" y="327885"/>
                  </a:lnTo>
                  <a:lnTo>
                    <a:pt x="11470" y="282607"/>
                  </a:lnTo>
                  <a:lnTo>
                    <a:pt x="25281" y="239421"/>
                  </a:lnTo>
                  <a:lnTo>
                    <a:pt x="44006" y="198679"/>
                  </a:lnTo>
                  <a:lnTo>
                    <a:pt x="67294" y="160732"/>
                  </a:lnTo>
                  <a:lnTo>
                    <a:pt x="94794" y="125932"/>
                  </a:lnTo>
                  <a:lnTo>
                    <a:pt x="126153" y="94632"/>
                  </a:lnTo>
                  <a:lnTo>
                    <a:pt x="161020" y="67182"/>
                  </a:lnTo>
                  <a:lnTo>
                    <a:pt x="199044" y="43934"/>
                  </a:lnTo>
                  <a:lnTo>
                    <a:pt x="239872" y="25240"/>
                  </a:lnTo>
                  <a:lnTo>
                    <a:pt x="283152" y="11452"/>
                  </a:lnTo>
                  <a:lnTo>
                    <a:pt x="328534" y="2921"/>
                  </a:lnTo>
                  <a:lnTo>
                    <a:pt x="375665" y="0"/>
                  </a:lnTo>
                  <a:lnTo>
                    <a:pt x="422797" y="2921"/>
                  </a:lnTo>
                  <a:lnTo>
                    <a:pt x="468179" y="11452"/>
                  </a:lnTo>
                  <a:lnTo>
                    <a:pt x="511459" y="25240"/>
                  </a:lnTo>
                  <a:lnTo>
                    <a:pt x="552287" y="43934"/>
                  </a:lnTo>
                  <a:lnTo>
                    <a:pt x="590311" y="67182"/>
                  </a:lnTo>
                  <a:lnTo>
                    <a:pt x="625178" y="94632"/>
                  </a:lnTo>
                  <a:lnTo>
                    <a:pt x="656537" y="125932"/>
                  </a:lnTo>
                  <a:lnTo>
                    <a:pt x="684037" y="160732"/>
                  </a:lnTo>
                  <a:lnTo>
                    <a:pt x="707325" y="198679"/>
                  </a:lnTo>
                  <a:lnTo>
                    <a:pt x="726050" y="239421"/>
                  </a:lnTo>
                  <a:lnTo>
                    <a:pt x="739861" y="282607"/>
                  </a:lnTo>
                  <a:lnTo>
                    <a:pt x="748405" y="327885"/>
                  </a:lnTo>
                  <a:lnTo>
                    <a:pt x="751332" y="374904"/>
                  </a:lnTo>
                  <a:lnTo>
                    <a:pt x="748405" y="421922"/>
                  </a:lnTo>
                  <a:lnTo>
                    <a:pt x="739861" y="467200"/>
                  </a:lnTo>
                  <a:lnTo>
                    <a:pt x="726050" y="510386"/>
                  </a:lnTo>
                  <a:lnTo>
                    <a:pt x="707325" y="551128"/>
                  </a:lnTo>
                  <a:lnTo>
                    <a:pt x="684037" y="589075"/>
                  </a:lnTo>
                  <a:lnTo>
                    <a:pt x="656537" y="623875"/>
                  </a:lnTo>
                  <a:lnTo>
                    <a:pt x="625178" y="655175"/>
                  </a:lnTo>
                  <a:lnTo>
                    <a:pt x="590311" y="682625"/>
                  </a:lnTo>
                  <a:lnTo>
                    <a:pt x="552287" y="705873"/>
                  </a:lnTo>
                  <a:lnTo>
                    <a:pt x="511459" y="724567"/>
                  </a:lnTo>
                  <a:lnTo>
                    <a:pt x="468179" y="738355"/>
                  </a:lnTo>
                  <a:lnTo>
                    <a:pt x="422797" y="746886"/>
                  </a:lnTo>
                  <a:lnTo>
                    <a:pt x="375665" y="749808"/>
                  </a:lnTo>
                  <a:lnTo>
                    <a:pt x="328534" y="746886"/>
                  </a:lnTo>
                  <a:lnTo>
                    <a:pt x="283152" y="738355"/>
                  </a:lnTo>
                  <a:lnTo>
                    <a:pt x="239872" y="724567"/>
                  </a:lnTo>
                  <a:lnTo>
                    <a:pt x="199044" y="705873"/>
                  </a:lnTo>
                  <a:lnTo>
                    <a:pt x="161020" y="682625"/>
                  </a:lnTo>
                  <a:lnTo>
                    <a:pt x="126153" y="655175"/>
                  </a:lnTo>
                  <a:lnTo>
                    <a:pt x="94794" y="623875"/>
                  </a:lnTo>
                  <a:lnTo>
                    <a:pt x="67294" y="589075"/>
                  </a:lnTo>
                  <a:lnTo>
                    <a:pt x="44006" y="551128"/>
                  </a:lnTo>
                  <a:lnTo>
                    <a:pt x="25281" y="510386"/>
                  </a:lnTo>
                  <a:lnTo>
                    <a:pt x="11470" y="467200"/>
                  </a:lnTo>
                  <a:lnTo>
                    <a:pt x="2926" y="421922"/>
                  </a:lnTo>
                  <a:lnTo>
                    <a:pt x="0" y="374904"/>
                  </a:lnTo>
                  <a:close/>
                </a:path>
              </a:pathLst>
            </a:custGeom>
            <a:ln w="19812">
              <a:solidFill>
                <a:srgbClr val="183DAF"/>
              </a:solidFill>
            </a:ln>
          </p:spPr>
          <p:txBody>
            <a:bodyPr wrap="square" lIns="0" tIns="0" rIns="0" bIns="0" rtlCol="0"/>
            <a:lstStyle/>
            <a:p>
              <a:endParaRPr/>
            </a:p>
          </p:txBody>
        </p:sp>
        <p:sp>
          <p:nvSpPr>
            <p:cNvPr id="23" name="object 23"/>
            <p:cNvSpPr/>
            <p:nvPr/>
          </p:nvSpPr>
          <p:spPr>
            <a:xfrm>
              <a:off x="7725156" y="2680715"/>
              <a:ext cx="77470" cy="2252345"/>
            </a:xfrm>
            <a:custGeom>
              <a:avLst/>
              <a:gdLst/>
              <a:ahLst/>
              <a:cxnLst/>
              <a:rect l="l" t="t" r="r" b="b"/>
              <a:pathLst>
                <a:path w="77470" h="2252345">
                  <a:moveTo>
                    <a:pt x="76200" y="76200"/>
                  </a:moveTo>
                  <a:lnTo>
                    <a:pt x="69850" y="63500"/>
                  </a:lnTo>
                  <a:lnTo>
                    <a:pt x="38100" y="0"/>
                  </a:lnTo>
                  <a:lnTo>
                    <a:pt x="0" y="76200"/>
                  </a:lnTo>
                  <a:lnTo>
                    <a:pt x="30480" y="76200"/>
                  </a:lnTo>
                  <a:lnTo>
                    <a:pt x="30480" y="761365"/>
                  </a:lnTo>
                  <a:lnTo>
                    <a:pt x="45720" y="761365"/>
                  </a:lnTo>
                  <a:lnTo>
                    <a:pt x="45720" y="76200"/>
                  </a:lnTo>
                  <a:lnTo>
                    <a:pt x="76200" y="76200"/>
                  </a:lnTo>
                  <a:close/>
                </a:path>
                <a:path w="77470" h="2252345">
                  <a:moveTo>
                    <a:pt x="76962" y="1608582"/>
                  </a:moveTo>
                  <a:lnTo>
                    <a:pt x="70612" y="1595882"/>
                  </a:lnTo>
                  <a:lnTo>
                    <a:pt x="38862" y="1532382"/>
                  </a:lnTo>
                  <a:lnTo>
                    <a:pt x="762" y="1608582"/>
                  </a:lnTo>
                  <a:lnTo>
                    <a:pt x="28956" y="1608582"/>
                  </a:lnTo>
                  <a:lnTo>
                    <a:pt x="28956" y="2252345"/>
                  </a:lnTo>
                  <a:lnTo>
                    <a:pt x="48768" y="2252345"/>
                  </a:lnTo>
                  <a:lnTo>
                    <a:pt x="48768" y="1608582"/>
                  </a:lnTo>
                  <a:lnTo>
                    <a:pt x="76962" y="1608582"/>
                  </a:lnTo>
                  <a:close/>
                </a:path>
              </a:pathLst>
            </a:custGeom>
            <a:solidFill>
              <a:srgbClr val="000000"/>
            </a:solidFill>
          </p:spPr>
          <p:txBody>
            <a:bodyPr wrap="square" lIns="0" tIns="0" rIns="0" bIns="0" rtlCol="0"/>
            <a:lstStyle/>
            <a:p>
              <a:endParaRPr/>
            </a:p>
          </p:txBody>
        </p:sp>
        <p:sp>
          <p:nvSpPr>
            <p:cNvPr id="24" name="object 24"/>
            <p:cNvSpPr/>
            <p:nvPr/>
          </p:nvSpPr>
          <p:spPr>
            <a:xfrm>
              <a:off x="7383018" y="3438906"/>
              <a:ext cx="751840" cy="749935"/>
            </a:xfrm>
            <a:custGeom>
              <a:avLst/>
              <a:gdLst/>
              <a:ahLst/>
              <a:cxnLst/>
              <a:rect l="l" t="t" r="r" b="b"/>
              <a:pathLst>
                <a:path w="751840" h="749935">
                  <a:moveTo>
                    <a:pt x="375665" y="0"/>
                  </a:moveTo>
                  <a:lnTo>
                    <a:pt x="328534" y="2921"/>
                  </a:lnTo>
                  <a:lnTo>
                    <a:pt x="283152" y="11452"/>
                  </a:lnTo>
                  <a:lnTo>
                    <a:pt x="239872" y="25240"/>
                  </a:lnTo>
                  <a:lnTo>
                    <a:pt x="199044" y="43934"/>
                  </a:lnTo>
                  <a:lnTo>
                    <a:pt x="161020" y="67182"/>
                  </a:lnTo>
                  <a:lnTo>
                    <a:pt x="126153" y="94632"/>
                  </a:lnTo>
                  <a:lnTo>
                    <a:pt x="94794" y="125932"/>
                  </a:lnTo>
                  <a:lnTo>
                    <a:pt x="67294" y="160732"/>
                  </a:lnTo>
                  <a:lnTo>
                    <a:pt x="44006" y="198679"/>
                  </a:lnTo>
                  <a:lnTo>
                    <a:pt x="25281" y="239421"/>
                  </a:lnTo>
                  <a:lnTo>
                    <a:pt x="11470" y="282607"/>
                  </a:lnTo>
                  <a:lnTo>
                    <a:pt x="2926" y="327885"/>
                  </a:lnTo>
                  <a:lnTo>
                    <a:pt x="0" y="374904"/>
                  </a:lnTo>
                  <a:lnTo>
                    <a:pt x="2926" y="421922"/>
                  </a:lnTo>
                  <a:lnTo>
                    <a:pt x="11470" y="467200"/>
                  </a:lnTo>
                  <a:lnTo>
                    <a:pt x="25281" y="510386"/>
                  </a:lnTo>
                  <a:lnTo>
                    <a:pt x="44006" y="551128"/>
                  </a:lnTo>
                  <a:lnTo>
                    <a:pt x="67294" y="589075"/>
                  </a:lnTo>
                  <a:lnTo>
                    <a:pt x="94794" y="623875"/>
                  </a:lnTo>
                  <a:lnTo>
                    <a:pt x="126153" y="655175"/>
                  </a:lnTo>
                  <a:lnTo>
                    <a:pt x="161020" y="682625"/>
                  </a:lnTo>
                  <a:lnTo>
                    <a:pt x="199044" y="705873"/>
                  </a:lnTo>
                  <a:lnTo>
                    <a:pt x="239872" y="724567"/>
                  </a:lnTo>
                  <a:lnTo>
                    <a:pt x="283152" y="738355"/>
                  </a:lnTo>
                  <a:lnTo>
                    <a:pt x="328534" y="746886"/>
                  </a:lnTo>
                  <a:lnTo>
                    <a:pt x="375665" y="749808"/>
                  </a:lnTo>
                  <a:lnTo>
                    <a:pt x="422797" y="746886"/>
                  </a:lnTo>
                  <a:lnTo>
                    <a:pt x="468179" y="738355"/>
                  </a:lnTo>
                  <a:lnTo>
                    <a:pt x="511459" y="724567"/>
                  </a:lnTo>
                  <a:lnTo>
                    <a:pt x="552287" y="705873"/>
                  </a:lnTo>
                  <a:lnTo>
                    <a:pt x="590311" y="682625"/>
                  </a:lnTo>
                  <a:lnTo>
                    <a:pt x="625178" y="655175"/>
                  </a:lnTo>
                  <a:lnTo>
                    <a:pt x="656537" y="623875"/>
                  </a:lnTo>
                  <a:lnTo>
                    <a:pt x="684037" y="589075"/>
                  </a:lnTo>
                  <a:lnTo>
                    <a:pt x="707325" y="551128"/>
                  </a:lnTo>
                  <a:lnTo>
                    <a:pt x="726050" y="510386"/>
                  </a:lnTo>
                  <a:lnTo>
                    <a:pt x="739861" y="467200"/>
                  </a:lnTo>
                  <a:lnTo>
                    <a:pt x="748405" y="421922"/>
                  </a:lnTo>
                  <a:lnTo>
                    <a:pt x="751331" y="374904"/>
                  </a:lnTo>
                  <a:lnTo>
                    <a:pt x="748405" y="327885"/>
                  </a:lnTo>
                  <a:lnTo>
                    <a:pt x="739861" y="282607"/>
                  </a:lnTo>
                  <a:lnTo>
                    <a:pt x="726050" y="239421"/>
                  </a:lnTo>
                  <a:lnTo>
                    <a:pt x="707325" y="198679"/>
                  </a:lnTo>
                  <a:lnTo>
                    <a:pt x="684037" y="160732"/>
                  </a:lnTo>
                  <a:lnTo>
                    <a:pt x="656537" y="125932"/>
                  </a:lnTo>
                  <a:lnTo>
                    <a:pt x="625178" y="94632"/>
                  </a:lnTo>
                  <a:lnTo>
                    <a:pt x="590311" y="67182"/>
                  </a:lnTo>
                  <a:lnTo>
                    <a:pt x="552287" y="43934"/>
                  </a:lnTo>
                  <a:lnTo>
                    <a:pt x="511459" y="25240"/>
                  </a:lnTo>
                  <a:lnTo>
                    <a:pt x="468179" y="11452"/>
                  </a:lnTo>
                  <a:lnTo>
                    <a:pt x="422797" y="2921"/>
                  </a:lnTo>
                  <a:lnTo>
                    <a:pt x="375665" y="0"/>
                  </a:lnTo>
                  <a:close/>
                </a:path>
              </a:pathLst>
            </a:custGeom>
            <a:solidFill>
              <a:srgbClr val="183DAF">
                <a:alpha val="19999"/>
              </a:srgbClr>
            </a:solidFill>
          </p:spPr>
          <p:txBody>
            <a:bodyPr wrap="square" lIns="0" tIns="0" rIns="0" bIns="0" rtlCol="0"/>
            <a:lstStyle/>
            <a:p>
              <a:endParaRPr/>
            </a:p>
          </p:txBody>
        </p:sp>
        <p:sp>
          <p:nvSpPr>
            <p:cNvPr id="25" name="object 25"/>
            <p:cNvSpPr/>
            <p:nvPr/>
          </p:nvSpPr>
          <p:spPr>
            <a:xfrm>
              <a:off x="7383018" y="3438906"/>
              <a:ext cx="751840" cy="749935"/>
            </a:xfrm>
            <a:custGeom>
              <a:avLst/>
              <a:gdLst/>
              <a:ahLst/>
              <a:cxnLst/>
              <a:rect l="l" t="t" r="r" b="b"/>
              <a:pathLst>
                <a:path w="751840" h="749935">
                  <a:moveTo>
                    <a:pt x="0" y="374904"/>
                  </a:moveTo>
                  <a:lnTo>
                    <a:pt x="2926" y="327885"/>
                  </a:lnTo>
                  <a:lnTo>
                    <a:pt x="11470" y="282607"/>
                  </a:lnTo>
                  <a:lnTo>
                    <a:pt x="25281" y="239421"/>
                  </a:lnTo>
                  <a:lnTo>
                    <a:pt x="44006" y="198679"/>
                  </a:lnTo>
                  <a:lnTo>
                    <a:pt x="67294" y="160732"/>
                  </a:lnTo>
                  <a:lnTo>
                    <a:pt x="94794" y="125932"/>
                  </a:lnTo>
                  <a:lnTo>
                    <a:pt x="126153" y="94632"/>
                  </a:lnTo>
                  <a:lnTo>
                    <a:pt x="161020" y="67182"/>
                  </a:lnTo>
                  <a:lnTo>
                    <a:pt x="199044" y="43934"/>
                  </a:lnTo>
                  <a:lnTo>
                    <a:pt x="239872" y="25240"/>
                  </a:lnTo>
                  <a:lnTo>
                    <a:pt x="283152" y="11452"/>
                  </a:lnTo>
                  <a:lnTo>
                    <a:pt x="328534" y="2921"/>
                  </a:lnTo>
                  <a:lnTo>
                    <a:pt x="375665" y="0"/>
                  </a:lnTo>
                  <a:lnTo>
                    <a:pt x="422797" y="2921"/>
                  </a:lnTo>
                  <a:lnTo>
                    <a:pt x="468179" y="11452"/>
                  </a:lnTo>
                  <a:lnTo>
                    <a:pt x="511459" y="25240"/>
                  </a:lnTo>
                  <a:lnTo>
                    <a:pt x="552287" y="43934"/>
                  </a:lnTo>
                  <a:lnTo>
                    <a:pt x="590311" y="67182"/>
                  </a:lnTo>
                  <a:lnTo>
                    <a:pt x="625178" y="94632"/>
                  </a:lnTo>
                  <a:lnTo>
                    <a:pt x="656537" y="125932"/>
                  </a:lnTo>
                  <a:lnTo>
                    <a:pt x="684037" y="160732"/>
                  </a:lnTo>
                  <a:lnTo>
                    <a:pt x="707325" y="198679"/>
                  </a:lnTo>
                  <a:lnTo>
                    <a:pt x="726050" y="239421"/>
                  </a:lnTo>
                  <a:lnTo>
                    <a:pt x="739861" y="282607"/>
                  </a:lnTo>
                  <a:lnTo>
                    <a:pt x="748405" y="327885"/>
                  </a:lnTo>
                  <a:lnTo>
                    <a:pt x="751331" y="374904"/>
                  </a:lnTo>
                  <a:lnTo>
                    <a:pt x="748405" y="421922"/>
                  </a:lnTo>
                  <a:lnTo>
                    <a:pt x="739861" y="467200"/>
                  </a:lnTo>
                  <a:lnTo>
                    <a:pt x="726050" y="510386"/>
                  </a:lnTo>
                  <a:lnTo>
                    <a:pt x="707325" y="551128"/>
                  </a:lnTo>
                  <a:lnTo>
                    <a:pt x="684037" y="589075"/>
                  </a:lnTo>
                  <a:lnTo>
                    <a:pt x="656537" y="623875"/>
                  </a:lnTo>
                  <a:lnTo>
                    <a:pt x="625178" y="655175"/>
                  </a:lnTo>
                  <a:lnTo>
                    <a:pt x="590311" y="682625"/>
                  </a:lnTo>
                  <a:lnTo>
                    <a:pt x="552287" y="705873"/>
                  </a:lnTo>
                  <a:lnTo>
                    <a:pt x="511459" y="724567"/>
                  </a:lnTo>
                  <a:lnTo>
                    <a:pt x="468179" y="738355"/>
                  </a:lnTo>
                  <a:lnTo>
                    <a:pt x="422797" y="746886"/>
                  </a:lnTo>
                  <a:lnTo>
                    <a:pt x="375665" y="749808"/>
                  </a:lnTo>
                  <a:lnTo>
                    <a:pt x="328534" y="746886"/>
                  </a:lnTo>
                  <a:lnTo>
                    <a:pt x="283152" y="738355"/>
                  </a:lnTo>
                  <a:lnTo>
                    <a:pt x="239872" y="724567"/>
                  </a:lnTo>
                  <a:lnTo>
                    <a:pt x="199044" y="705873"/>
                  </a:lnTo>
                  <a:lnTo>
                    <a:pt x="161020" y="682625"/>
                  </a:lnTo>
                  <a:lnTo>
                    <a:pt x="126153" y="655175"/>
                  </a:lnTo>
                  <a:lnTo>
                    <a:pt x="94794" y="623875"/>
                  </a:lnTo>
                  <a:lnTo>
                    <a:pt x="67294" y="589075"/>
                  </a:lnTo>
                  <a:lnTo>
                    <a:pt x="44006" y="551128"/>
                  </a:lnTo>
                  <a:lnTo>
                    <a:pt x="25281" y="510386"/>
                  </a:lnTo>
                  <a:lnTo>
                    <a:pt x="11470" y="467200"/>
                  </a:lnTo>
                  <a:lnTo>
                    <a:pt x="2926" y="421922"/>
                  </a:lnTo>
                  <a:lnTo>
                    <a:pt x="0" y="374904"/>
                  </a:lnTo>
                  <a:close/>
                </a:path>
              </a:pathLst>
            </a:custGeom>
            <a:ln w="19812">
              <a:solidFill>
                <a:srgbClr val="183DAF"/>
              </a:solidFill>
            </a:ln>
          </p:spPr>
          <p:txBody>
            <a:bodyPr wrap="square" lIns="0" tIns="0" rIns="0" bIns="0" rtlCol="0"/>
            <a:lstStyle/>
            <a:p>
              <a:endParaRPr/>
            </a:p>
          </p:txBody>
        </p:sp>
      </p:grpSp>
      <p:pic>
        <p:nvPicPr>
          <p:cNvPr id="26" name="object 26"/>
          <p:cNvPicPr/>
          <p:nvPr/>
        </p:nvPicPr>
        <p:blipFill>
          <a:blip r:embed="rId7" cstate="print"/>
          <a:stretch>
            <a:fillRect/>
          </a:stretch>
        </p:blipFill>
        <p:spPr>
          <a:xfrm>
            <a:off x="2055934" y="5097845"/>
            <a:ext cx="175963" cy="157668"/>
          </a:xfrm>
          <a:prstGeom prst="rect">
            <a:avLst/>
          </a:prstGeom>
        </p:spPr>
      </p:pic>
      <p:pic>
        <p:nvPicPr>
          <p:cNvPr id="27" name="object 27"/>
          <p:cNvPicPr/>
          <p:nvPr/>
        </p:nvPicPr>
        <p:blipFill>
          <a:blip r:embed="rId8" cstate="print"/>
          <a:stretch>
            <a:fillRect/>
          </a:stretch>
        </p:blipFill>
        <p:spPr>
          <a:xfrm>
            <a:off x="3465636" y="5097801"/>
            <a:ext cx="171389" cy="156188"/>
          </a:xfrm>
          <a:prstGeom prst="rect">
            <a:avLst/>
          </a:prstGeom>
        </p:spPr>
      </p:pic>
      <p:pic>
        <p:nvPicPr>
          <p:cNvPr id="28" name="object 28"/>
          <p:cNvPicPr/>
          <p:nvPr/>
        </p:nvPicPr>
        <p:blipFill>
          <a:blip r:embed="rId9" cstate="print"/>
          <a:stretch>
            <a:fillRect/>
          </a:stretch>
        </p:blipFill>
        <p:spPr>
          <a:xfrm>
            <a:off x="4855483" y="5097801"/>
            <a:ext cx="174478" cy="156188"/>
          </a:xfrm>
          <a:prstGeom prst="rect">
            <a:avLst/>
          </a:prstGeom>
        </p:spPr>
      </p:pic>
      <p:pic>
        <p:nvPicPr>
          <p:cNvPr id="29" name="object 29"/>
          <p:cNvPicPr/>
          <p:nvPr/>
        </p:nvPicPr>
        <p:blipFill>
          <a:blip r:embed="rId10" cstate="print"/>
          <a:stretch>
            <a:fillRect/>
          </a:stretch>
        </p:blipFill>
        <p:spPr>
          <a:xfrm>
            <a:off x="6288124" y="5097845"/>
            <a:ext cx="172873" cy="157668"/>
          </a:xfrm>
          <a:prstGeom prst="rect">
            <a:avLst/>
          </a:prstGeom>
        </p:spPr>
      </p:pic>
      <p:pic>
        <p:nvPicPr>
          <p:cNvPr id="30" name="object 30"/>
          <p:cNvPicPr/>
          <p:nvPr/>
        </p:nvPicPr>
        <p:blipFill>
          <a:blip r:embed="rId11" cstate="print"/>
          <a:stretch>
            <a:fillRect/>
          </a:stretch>
        </p:blipFill>
        <p:spPr>
          <a:xfrm>
            <a:off x="7661205" y="5097801"/>
            <a:ext cx="180536" cy="156188"/>
          </a:xfrm>
          <a:prstGeom prst="rect">
            <a:avLst/>
          </a:prstGeom>
        </p:spPr>
      </p:pic>
      <p:pic>
        <p:nvPicPr>
          <p:cNvPr id="31" name="object 31"/>
          <p:cNvPicPr/>
          <p:nvPr/>
        </p:nvPicPr>
        <p:blipFill>
          <a:blip r:embed="rId12" cstate="print"/>
          <a:stretch>
            <a:fillRect/>
          </a:stretch>
        </p:blipFill>
        <p:spPr>
          <a:xfrm>
            <a:off x="2052901" y="2354645"/>
            <a:ext cx="139372" cy="157668"/>
          </a:xfrm>
          <a:prstGeom prst="rect">
            <a:avLst/>
          </a:prstGeom>
        </p:spPr>
      </p:pic>
      <p:pic>
        <p:nvPicPr>
          <p:cNvPr id="32" name="object 32"/>
          <p:cNvPicPr/>
          <p:nvPr/>
        </p:nvPicPr>
        <p:blipFill>
          <a:blip r:embed="rId13" cstate="print"/>
          <a:stretch>
            <a:fillRect/>
          </a:stretch>
        </p:blipFill>
        <p:spPr>
          <a:xfrm>
            <a:off x="3459505" y="2350073"/>
            <a:ext cx="133324" cy="157668"/>
          </a:xfrm>
          <a:prstGeom prst="rect">
            <a:avLst/>
          </a:prstGeom>
        </p:spPr>
      </p:pic>
      <p:pic>
        <p:nvPicPr>
          <p:cNvPr id="33" name="object 33"/>
          <p:cNvPicPr/>
          <p:nvPr/>
        </p:nvPicPr>
        <p:blipFill>
          <a:blip r:embed="rId14" cstate="print"/>
          <a:stretch>
            <a:fillRect/>
          </a:stretch>
        </p:blipFill>
        <p:spPr>
          <a:xfrm>
            <a:off x="4858588" y="2353121"/>
            <a:ext cx="134797" cy="157668"/>
          </a:xfrm>
          <a:prstGeom prst="rect">
            <a:avLst/>
          </a:prstGeom>
        </p:spPr>
      </p:pic>
      <p:pic>
        <p:nvPicPr>
          <p:cNvPr id="34" name="object 34"/>
          <p:cNvPicPr/>
          <p:nvPr/>
        </p:nvPicPr>
        <p:blipFill>
          <a:blip r:embed="rId15" cstate="print"/>
          <a:stretch>
            <a:fillRect/>
          </a:stretch>
        </p:blipFill>
        <p:spPr>
          <a:xfrm>
            <a:off x="6260668" y="2353121"/>
            <a:ext cx="134797" cy="157668"/>
          </a:xfrm>
          <a:prstGeom prst="rect">
            <a:avLst/>
          </a:prstGeom>
        </p:spPr>
      </p:pic>
      <p:pic>
        <p:nvPicPr>
          <p:cNvPr id="35" name="object 35"/>
          <p:cNvPicPr/>
          <p:nvPr/>
        </p:nvPicPr>
        <p:blipFill>
          <a:blip r:embed="rId16" cstate="print"/>
          <a:stretch>
            <a:fillRect/>
          </a:stretch>
        </p:blipFill>
        <p:spPr>
          <a:xfrm>
            <a:off x="7665842" y="2343977"/>
            <a:ext cx="140847" cy="157668"/>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9679" y="6524434"/>
            <a:ext cx="7988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1521713" cy="174498"/>
          </a:xfrm>
          <a:prstGeom prst="rect">
            <a:avLst/>
          </a:prstGeom>
        </p:spPr>
      </p:pic>
      <p:sp>
        <p:nvSpPr>
          <p:cNvPr id="7" name="object 7"/>
          <p:cNvSpPr txBox="1"/>
          <p:nvPr/>
        </p:nvSpPr>
        <p:spPr>
          <a:xfrm>
            <a:off x="437489" y="431419"/>
            <a:ext cx="48113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2.1.</a:t>
            </a:r>
            <a:r>
              <a:rPr sz="1800" spc="-20" dirty="0">
                <a:solidFill>
                  <a:srgbClr val="FFFFFF"/>
                </a:solidFill>
                <a:latin typeface="Ebrima"/>
                <a:cs typeface="Ebrima"/>
              </a:rPr>
              <a:t> </a:t>
            </a:r>
            <a:r>
              <a:rPr sz="1800" spc="-5" dirty="0">
                <a:solidFill>
                  <a:srgbClr val="FFFFFF"/>
                </a:solidFill>
                <a:latin typeface="Ebrima"/>
                <a:cs typeface="Ebrima"/>
              </a:rPr>
              <a:t>About</a:t>
            </a:r>
            <a:r>
              <a:rPr sz="1800" spc="-15" dirty="0">
                <a:solidFill>
                  <a:srgbClr val="FFFFFF"/>
                </a:solidFill>
                <a:latin typeface="Ebrima"/>
                <a:cs typeface="Ebrima"/>
              </a:rPr>
              <a:t> </a:t>
            </a:r>
            <a:r>
              <a:rPr sz="1800" dirty="0">
                <a:solidFill>
                  <a:srgbClr val="FFFFFF"/>
                </a:solidFill>
                <a:latin typeface="Ebrima"/>
                <a:cs typeface="Ebrima"/>
              </a:rPr>
              <a:t>the</a:t>
            </a:r>
            <a:r>
              <a:rPr sz="1800" spc="-25" dirty="0">
                <a:solidFill>
                  <a:srgbClr val="FFFFFF"/>
                </a:solidFill>
                <a:latin typeface="Ebrima"/>
                <a:cs typeface="Ebrima"/>
              </a:rPr>
              <a:t> </a:t>
            </a:r>
            <a:r>
              <a:rPr sz="1800" spc="-5" dirty="0">
                <a:solidFill>
                  <a:srgbClr val="FFFFFF"/>
                </a:solidFill>
                <a:latin typeface="Ebrima"/>
                <a:cs typeface="Ebrima"/>
              </a:rPr>
              <a:t>Recurrent</a:t>
            </a:r>
            <a:r>
              <a:rPr sz="1800" spc="-20" dirty="0">
                <a:solidFill>
                  <a:srgbClr val="FFFFFF"/>
                </a:solidFill>
                <a:latin typeface="Ebrima"/>
                <a:cs typeface="Ebrima"/>
              </a:rPr>
              <a:t> </a:t>
            </a:r>
            <a:r>
              <a:rPr sz="1800" spc="-5" dirty="0">
                <a:solidFill>
                  <a:srgbClr val="FFFFFF"/>
                </a:solidFill>
                <a:latin typeface="Ebrima"/>
                <a:cs typeface="Ebrima"/>
              </a:rPr>
              <a:t>Neural</a:t>
            </a:r>
            <a:r>
              <a:rPr sz="1800" spc="-15" dirty="0">
                <a:solidFill>
                  <a:srgbClr val="FFFFFF"/>
                </a:solidFill>
                <a:latin typeface="Ebrima"/>
                <a:cs typeface="Ebrima"/>
              </a:rPr>
              <a:t> </a:t>
            </a:r>
            <a:r>
              <a:rPr sz="1800" spc="-5" dirty="0">
                <a:solidFill>
                  <a:srgbClr val="FFFFFF"/>
                </a:solidFill>
                <a:latin typeface="Ebrima"/>
                <a:cs typeface="Ebrima"/>
              </a:rPr>
              <a:t>Network (RNN)</a:t>
            </a:r>
            <a:endParaRPr sz="1800">
              <a:latin typeface="Ebrima"/>
              <a:cs typeface="Ebrima"/>
            </a:endParaRP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02</a:t>
            </a:r>
            <a:endParaRPr sz="1600">
              <a:latin typeface="Ebrima"/>
              <a:cs typeface="Ebrima"/>
            </a:endParaRPr>
          </a:p>
        </p:txBody>
      </p:sp>
      <p:pic>
        <p:nvPicPr>
          <p:cNvPr id="9" name="object 9"/>
          <p:cNvPicPr/>
          <p:nvPr/>
        </p:nvPicPr>
        <p:blipFill>
          <a:blip r:embed="rId6" cstate="print"/>
          <a:stretch>
            <a:fillRect/>
          </a:stretch>
        </p:blipFill>
        <p:spPr>
          <a:xfrm>
            <a:off x="710183" y="1805939"/>
            <a:ext cx="3284982" cy="162305"/>
          </a:xfrm>
          <a:prstGeom prst="rect">
            <a:avLst/>
          </a:prstGeom>
        </p:spPr>
      </p:pic>
      <p:grpSp>
        <p:nvGrpSpPr>
          <p:cNvPr id="10" name="object 10"/>
          <p:cNvGrpSpPr/>
          <p:nvPr/>
        </p:nvGrpSpPr>
        <p:grpSpPr>
          <a:xfrm>
            <a:off x="1766316" y="2680716"/>
            <a:ext cx="6377940" cy="2252345"/>
            <a:chOff x="1766316" y="2680716"/>
            <a:chExt cx="6377940" cy="2252345"/>
          </a:xfrm>
        </p:grpSpPr>
        <p:sp>
          <p:nvSpPr>
            <p:cNvPr id="11" name="object 11"/>
            <p:cNvSpPr/>
            <p:nvPr/>
          </p:nvSpPr>
          <p:spPr>
            <a:xfrm>
              <a:off x="2108454" y="2680715"/>
              <a:ext cx="5693410" cy="2252345"/>
            </a:xfrm>
            <a:custGeom>
              <a:avLst/>
              <a:gdLst/>
              <a:ahLst/>
              <a:cxnLst/>
              <a:rect l="l" t="t" r="r" b="b"/>
              <a:pathLst>
                <a:path w="5693409" h="2252345">
                  <a:moveTo>
                    <a:pt x="76200" y="1608582"/>
                  </a:moveTo>
                  <a:lnTo>
                    <a:pt x="69850" y="1595882"/>
                  </a:lnTo>
                  <a:lnTo>
                    <a:pt x="38100" y="1532382"/>
                  </a:lnTo>
                  <a:lnTo>
                    <a:pt x="0" y="1608582"/>
                  </a:lnTo>
                  <a:lnTo>
                    <a:pt x="28194" y="1608582"/>
                  </a:lnTo>
                  <a:lnTo>
                    <a:pt x="28194" y="2252345"/>
                  </a:lnTo>
                  <a:lnTo>
                    <a:pt x="48006" y="2252345"/>
                  </a:lnTo>
                  <a:lnTo>
                    <a:pt x="48006" y="1608582"/>
                  </a:lnTo>
                  <a:lnTo>
                    <a:pt x="76200" y="1608582"/>
                  </a:lnTo>
                  <a:close/>
                </a:path>
                <a:path w="5693409" h="2252345">
                  <a:moveTo>
                    <a:pt x="1229106" y="1472438"/>
                  </a:moveTo>
                  <a:lnTo>
                    <a:pt x="1158621" y="1523238"/>
                  </a:lnTo>
                  <a:lnTo>
                    <a:pt x="1187348" y="1534210"/>
                  </a:lnTo>
                  <a:lnTo>
                    <a:pt x="1180719" y="1548638"/>
                  </a:lnTo>
                  <a:lnTo>
                    <a:pt x="1168514" y="1574038"/>
                  </a:lnTo>
                  <a:lnTo>
                    <a:pt x="1155446" y="1599438"/>
                  </a:lnTo>
                  <a:lnTo>
                    <a:pt x="1155573" y="1599438"/>
                  </a:lnTo>
                  <a:lnTo>
                    <a:pt x="1141603" y="1637538"/>
                  </a:lnTo>
                  <a:lnTo>
                    <a:pt x="1141730" y="1624838"/>
                  </a:lnTo>
                  <a:lnTo>
                    <a:pt x="1134491" y="1650238"/>
                  </a:lnTo>
                  <a:lnTo>
                    <a:pt x="1126998" y="1662938"/>
                  </a:lnTo>
                  <a:lnTo>
                    <a:pt x="1127125" y="1662938"/>
                  </a:lnTo>
                  <a:lnTo>
                    <a:pt x="1119251" y="1675638"/>
                  </a:lnTo>
                  <a:lnTo>
                    <a:pt x="1119505" y="1675638"/>
                  </a:lnTo>
                  <a:lnTo>
                    <a:pt x="1111250" y="1688338"/>
                  </a:lnTo>
                  <a:lnTo>
                    <a:pt x="1103249" y="1688338"/>
                  </a:lnTo>
                  <a:lnTo>
                    <a:pt x="1094613" y="1701038"/>
                  </a:lnTo>
                  <a:lnTo>
                    <a:pt x="1094994" y="1701038"/>
                  </a:lnTo>
                  <a:lnTo>
                    <a:pt x="1085977" y="1713738"/>
                  </a:lnTo>
                  <a:lnTo>
                    <a:pt x="1077595" y="1713738"/>
                  </a:lnTo>
                  <a:lnTo>
                    <a:pt x="1068070" y="1726438"/>
                  </a:lnTo>
                  <a:lnTo>
                    <a:pt x="1009269" y="1726438"/>
                  </a:lnTo>
                  <a:lnTo>
                    <a:pt x="1003173" y="1713738"/>
                  </a:lnTo>
                  <a:lnTo>
                    <a:pt x="991616" y="1713738"/>
                  </a:lnTo>
                  <a:lnTo>
                    <a:pt x="985266" y="1701038"/>
                  </a:lnTo>
                  <a:lnTo>
                    <a:pt x="978916" y="1701038"/>
                  </a:lnTo>
                  <a:lnTo>
                    <a:pt x="972058" y="1688338"/>
                  </a:lnTo>
                  <a:lnTo>
                    <a:pt x="965708" y="1688338"/>
                  </a:lnTo>
                  <a:lnTo>
                    <a:pt x="958723" y="1675638"/>
                  </a:lnTo>
                  <a:lnTo>
                    <a:pt x="958850" y="1675638"/>
                  </a:lnTo>
                  <a:lnTo>
                    <a:pt x="951611" y="1662938"/>
                  </a:lnTo>
                  <a:lnTo>
                    <a:pt x="951738" y="1662938"/>
                  </a:lnTo>
                  <a:lnTo>
                    <a:pt x="944372" y="1650238"/>
                  </a:lnTo>
                  <a:lnTo>
                    <a:pt x="936752" y="1637538"/>
                  </a:lnTo>
                  <a:lnTo>
                    <a:pt x="936879" y="1637538"/>
                  </a:lnTo>
                  <a:lnTo>
                    <a:pt x="929005" y="1624838"/>
                  </a:lnTo>
                  <a:lnTo>
                    <a:pt x="929132" y="1624838"/>
                  </a:lnTo>
                  <a:lnTo>
                    <a:pt x="921131" y="1612138"/>
                  </a:lnTo>
                  <a:lnTo>
                    <a:pt x="913003" y="1599438"/>
                  </a:lnTo>
                  <a:lnTo>
                    <a:pt x="896239" y="1574038"/>
                  </a:lnTo>
                  <a:lnTo>
                    <a:pt x="891857" y="1561338"/>
                  </a:lnTo>
                  <a:lnTo>
                    <a:pt x="887476" y="1548638"/>
                  </a:lnTo>
                  <a:lnTo>
                    <a:pt x="887476" y="1561338"/>
                  </a:lnTo>
                  <a:lnTo>
                    <a:pt x="869696" y="1523238"/>
                  </a:lnTo>
                  <a:lnTo>
                    <a:pt x="860552" y="1497838"/>
                  </a:lnTo>
                  <a:lnTo>
                    <a:pt x="851408" y="1485138"/>
                  </a:lnTo>
                  <a:lnTo>
                    <a:pt x="841883" y="1459738"/>
                  </a:lnTo>
                  <a:lnTo>
                    <a:pt x="842010" y="1459738"/>
                  </a:lnTo>
                  <a:lnTo>
                    <a:pt x="822960" y="1421638"/>
                  </a:lnTo>
                  <a:lnTo>
                    <a:pt x="803275" y="1383538"/>
                  </a:lnTo>
                  <a:lnTo>
                    <a:pt x="783463" y="1332738"/>
                  </a:lnTo>
                  <a:lnTo>
                    <a:pt x="763270" y="1294638"/>
                  </a:lnTo>
                  <a:lnTo>
                    <a:pt x="742823" y="1243838"/>
                  </a:lnTo>
                  <a:lnTo>
                    <a:pt x="722122" y="1193038"/>
                  </a:lnTo>
                  <a:lnTo>
                    <a:pt x="680466" y="1104138"/>
                  </a:lnTo>
                  <a:lnTo>
                    <a:pt x="617855" y="951738"/>
                  </a:lnTo>
                  <a:lnTo>
                    <a:pt x="597154" y="913638"/>
                  </a:lnTo>
                  <a:lnTo>
                    <a:pt x="576834" y="862838"/>
                  </a:lnTo>
                  <a:lnTo>
                    <a:pt x="556641" y="824738"/>
                  </a:lnTo>
                  <a:lnTo>
                    <a:pt x="536702" y="773938"/>
                  </a:lnTo>
                  <a:lnTo>
                    <a:pt x="517271" y="735838"/>
                  </a:lnTo>
                  <a:lnTo>
                    <a:pt x="507619" y="710438"/>
                  </a:lnTo>
                  <a:lnTo>
                    <a:pt x="498094" y="697738"/>
                  </a:lnTo>
                  <a:lnTo>
                    <a:pt x="488696" y="672338"/>
                  </a:lnTo>
                  <a:lnTo>
                    <a:pt x="479425" y="659638"/>
                  </a:lnTo>
                  <a:lnTo>
                    <a:pt x="470281" y="646938"/>
                  </a:lnTo>
                  <a:lnTo>
                    <a:pt x="461391" y="621538"/>
                  </a:lnTo>
                  <a:lnTo>
                    <a:pt x="452501" y="608838"/>
                  </a:lnTo>
                  <a:lnTo>
                    <a:pt x="443865" y="596138"/>
                  </a:lnTo>
                  <a:lnTo>
                    <a:pt x="426847" y="570738"/>
                  </a:lnTo>
                  <a:lnTo>
                    <a:pt x="410591" y="545338"/>
                  </a:lnTo>
                  <a:lnTo>
                    <a:pt x="402844" y="532638"/>
                  </a:lnTo>
                  <a:lnTo>
                    <a:pt x="394970" y="519938"/>
                  </a:lnTo>
                  <a:lnTo>
                    <a:pt x="387604" y="507238"/>
                  </a:lnTo>
                  <a:lnTo>
                    <a:pt x="380238" y="507238"/>
                  </a:lnTo>
                  <a:lnTo>
                    <a:pt x="366014" y="494538"/>
                  </a:lnTo>
                  <a:lnTo>
                    <a:pt x="338709" y="469138"/>
                  </a:lnTo>
                  <a:lnTo>
                    <a:pt x="325628" y="456438"/>
                  </a:lnTo>
                  <a:lnTo>
                    <a:pt x="312674" y="456438"/>
                  </a:lnTo>
                  <a:lnTo>
                    <a:pt x="299974" y="443738"/>
                  </a:lnTo>
                  <a:lnTo>
                    <a:pt x="240538" y="443738"/>
                  </a:lnTo>
                  <a:lnTo>
                    <a:pt x="229616" y="456438"/>
                  </a:lnTo>
                  <a:lnTo>
                    <a:pt x="219202" y="456438"/>
                  </a:lnTo>
                  <a:lnTo>
                    <a:pt x="209042" y="469138"/>
                  </a:lnTo>
                  <a:lnTo>
                    <a:pt x="199263" y="469138"/>
                  </a:lnTo>
                  <a:lnTo>
                    <a:pt x="189738" y="481838"/>
                  </a:lnTo>
                  <a:lnTo>
                    <a:pt x="162687" y="519938"/>
                  </a:lnTo>
                  <a:lnTo>
                    <a:pt x="137414" y="558038"/>
                  </a:lnTo>
                  <a:lnTo>
                    <a:pt x="129286" y="583438"/>
                  </a:lnTo>
                  <a:lnTo>
                    <a:pt x="121285" y="596138"/>
                  </a:lnTo>
                  <a:lnTo>
                    <a:pt x="105664" y="621538"/>
                  </a:lnTo>
                  <a:lnTo>
                    <a:pt x="90424" y="659638"/>
                  </a:lnTo>
                  <a:lnTo>
                    <a:pt x="60452" y="735838"/>
                  </a:lnTo>
                  <a:lnTo>
                    <a:pt x="72136" y="735838"/>
                  </a:lnTo>
                  <a:lnTo>
                    <a:pt x="87122" y="697738"/>
                  </a:lnTo>
                  <a:lnTo>
                    <a:pt x="102108" y="672338"/>
                  </a:lnTo>
                  <a:lnTo>
                    <a:pt x="117221" y="634238"/>
                  </a:lnTo>
                  <a:lnTo>
                    <a:pt x="132842" y="596138"/>
                  </a:lnTo>
                  <a:lnTo>
                    <a:pt x="132715" y="596138"/>
                  </a:lnTo>
                  <a:lnTo>
                    <a:pt x="140716" y="583438"/>
                  </a:lnTo>
                  <a:lnTo>
                    <a:pt x="140589" y="583438"/>
                  </a:lnTo>
                  <a:lnTo>
                    <a:pt x="148590" y="570738"/>
                  </a:lnTo>
                  <a:lnTo>
                    <a:pt x="148463" y="570738"/>
                  </a:lnTo>
                  <a:lnTo>
                    <a:pt x="156718" y="558038"/>
                  </a:lnTo>
                  <a:lnTo>
                    <a:pt x="156591" y="558038"/>
                  </a:lnTo>
                  <a:lnTo>
                    <a:pt x="164973" y="545338"/>
                  </a:lnTo>
                  <a:lnTo>
                    <a:pt x="164846" y="545338"/>
                  </a:lnTo>
                  <a:lnTo>
                    <a:pt x="173228" y="532638"/>
                  </a:lnTo>
                  <a:lnTo>
                    <a:pt x="173101" y="532638"/>
                  </a:lnTo>
                  <a:lnTo>
                    <a:pt x="181737" y="519938"/>
                  </a:lnTo>
                  <a:lnTo>
                    <a:pt x="181610" y="519938"/>
                  </a:lnTo>
                  <a:lnTo>
                    <a:pt x="190373" y="507238"/>
                  </a:lnTo>
                  <a:lnTo>
                    <a:pt x="190119" y="507238"/>
                  </a:lnTo>
                  <a:lnTo>
                    <a:pt x="199263" y="494538"/>
                  </a:lnTo>
                  <a:lnTo>
                    <a:pt x="198882" y="494538"/>
                  </a:lnTo>
                  <a:lnTo>
                    <a:pt x="208153" y="481838"/>
                  </a:lnTo>
                  <a:lnTo>
                    <a:pt x="216916" y="481838"/>
                  </a:lnTo>
                  <a:lnTo>
                    <a:pt x="226441" y="469138"/>
                  </a:lnTo>
                  <a:lnTo>
                    <a:pt x="235204" y="469138"/>
                  </a:lnTo>
                  <a:lnTo>
                    <a:pt x="245491" y="456438"/>
                  </a:lnTo>
                  <a:lnTo>
                    <a:pt x="295783" y="456438"/>
                  </a:lnTo>
                  <a:lnTo>
                    <a:pt x="307721" y="469138"/>
                  </a:lnTo>
                  <a:lnTo>
                    <a:pt x="307213" y="456438"/>
                  </a:lnTo>
                  <a:lnTo>
                    <a:pt x="319532" y="469138"/>
                  </a:lnTo>
                  <a:lnTo>
                    <a:pt x="319024" y="469138"/>
                  </a:lnTo>
                  <a:lnTo>
                    <a:pt x="331724" y="481838"/>
                  </a:lnTo>
                  <a:lnTo>
                    <a:pt x="344043" y="481838"/>
                  </a:lnTo>
                  <a:lnTo>
                    <a:pt x="357378" y="494538"/>
                  </a:lnTo>
                  <a:lnTo>
                    <a:pt x="357124" y="494538"/>
                  </a:lnTo>
                  <a:lnTo>
                    <a:pt x="371094" y="507238"/>
                  </a:lnTo>
                  <a:lnTo>
                    <a:pt x="370840" y="507238"/>
                  </a:lnTo>
                  <a:lnTo>
                    <a:pt x="377952" y="519938"/>
                  </a:lnTo>
                  <a:lnTo>
                    <a:pt x="377825" y="519938"/>
                  </a:lnTo>
                  <a:lnTo>
                    <a:pt x="385064" y="532638"/>
                  </a:lnTo>
                  <a:lnTo>
                    <a:pt x="392430" y="532638"/>
                  </a:lnTo>
                  <a:lnTo>
                    <a:pt x="400177" y="545338"/>
                  </a:lnTo>
                  <a:lnTo>
                    <a:pt x="408178" y="558038"/>
                  </a:lnTo>
                  <a:lnTo>
                    <a:pt x="408051" y="558038"/>
                  </a:lnTo>
                  <a:lnTo>
                    <a:pt x="416179" y="570738"/>
                  </a:lnTo>
                  <a:lnTo>
                    <a:pt x="416052" y="570738"/>
                  </a:lnTo>
                  <a:lnTo>
                    <a:pt x="432816" y="596138"/>
                  </a:lnTo>
                  <a:lnTo>
                    <a:pt x="441325" y="621538"/>
                  </a:lnTo>
                  <a:lnTo>
                    <a:pt x="459105" y="646938"/>
                  </a:lnTo>
                  <a:lnTo>
                    <a:pt x="477393" y="685038"/>
                  </a:lnTo>
                  <a:lnTo>
                    <a:pt x="486791" y="697738"/>
                  </a:lnTo>
                  <a:lnTo>
                    <a:pt x="496189" y="723138"/>
                  </a:lnTo>
                  <a:lnTo>
                    <a:pt x="505841" y="735838"/>
                  </a:lnTo>
                  <a:lnTo>
                    <a:pt x="505714" y="735838"/>
                  </a:lnTo>
                  <a:lnTo>
                    <a:pt x="525145" y="786638"/>
                  </a:lnTo>
                  <a:lnTo>
                    <a:pt x="545084" y="824738"/>
                  </a:lnTo>
                  <a:lnTo>
                    <a:pt x="565277" y="862838"/>
                  </a:lnTo>
                  <a:lnTo>
                    <a:pt x="585597" y="913638"/>
                  </a:lnTo>
                  <a:lnTo>
                    <a:pt x="606298" y="964438"/>
                  </a:lnTo>
                  <a:lnTo>
                    <a:pt x="626999" y="1002538"/>
                  </a:lnTo>
                  <a:lnTo>
                    <a:pt x="710438" y="1205738"/>
                  </a:lnTo>
                  <a:lnTo>
                    <a:pt x="751586" y="1294638"/>
                  </a:lnTo>
                  <a:lnTo>
                    <a:pt x="771779" y="1345438"/>
                  </a:lnTo>
                  <a:lnTo>
                    <a:pt x="791718" y="1383538"/>
                  </a:lnTo>
                  <a:lnTo>
                    <a:pt x="811403" y="1421638"/>
                  </a:lnTo>
                  <a:lnTo>
                    <a:pt x="830453" y="1472438"/>
                  </a:lnTo>
                  <a:lnTo>
                    <a:pt x="839851" y="1485138"/>
                  </a:lnTo>
                  <a:lnTo>
                    <a:pt x="849122" y="1510538"/>
                  </a:lnTo>
                  <a:lnTo>
                    <a:pt x="867410" y="1548638"/>
                  </a:lnTo>
                  <a:lnTo>
                    <a:pt x="884936" y="1574038"/>
                  </a:lnTo>
                  <a:lnTo>
                    <a:pt x="893445" y="1599438"/>
                  </a:lnTo>
                  <a:lnTo>
                    <a:pt x="918210" y="1637538"/>
                  </a:lnTo>
                  <a:lnTo>
                    <a:pt x="941324" y="1675638"/>
                  </a:lnTo>
                  <a:lnTo>
                    <a:pt x="948690" y="1688338"/>
                  </a:lnTo>
                  <a:lnTo>
                    <a:pt x="955675" y="1688338"/>
                  </a:lnTo>
                  <a:lnTo>
                    <a:pt x="969899" y="1713738"/>
                  </a:lnTo>
                  <a:lnTo>
                    <a:pt x="976630" y="1713738"/>
                  </a:lnTo>
                  <a:lnTo>
                    <a:pt x="983234" y="1726438"/>
                  </a:lnTo>
                  <a:lnTo>
                    <a:pt x="996315" y="1726438"/>
                  </a:lnTo>
                  <a:lnTo>
                    <a:pt x="1002792" y="1739138"/>
                  </a:lnTo>
                  <a:lnTo>
                    <a:pt x="1074547" y="1739138"/>
                  </a:lnTo>
                  <a:lnTo>
                    <a:pt x="1084834" y="1726438"/>
                  </a:lnTo>
                  <a:lnTo>
                    <a:pt x="1094740" y="1726438"/>
                  </a:lnTo>
                  <a:lnTo>
                    <a:pt x="1104138" y="1713738"/>
                  </a:lnTo>
                  <a:lnTo>
                    <a:pt x="1130046" y="1675638"/>
                  </a:lnTo>
                  <a:lnTo>
                    <a:pt x="1153033" y="1637538"/>
                  </a:lnTo>
                  <a:lnTo>
                    <a:pt x="1180084" y="1574038"/>
                  </a:lnTo>
                  <a:lnTo>
                    <a:pt x="1192403" y="1548638"/>
                  </a:lnTo>
                  <a:lnTo>
                    <a:pt x="1192263" y="1548638"/>
                  </a:lnTo>
                  <a:lnTo>
                    <a:pt x="1197140" y="1537944"/>
                  </a:lnTo>
                  <a:lnTo>
                    <a:pt x="1225169" y="1548638"/>
                  </a:lnTo>
                  <a:lnTo>
                    <a:pt x="1226477" y="1523238"/>
                  </a:lnTo>
                  <a:lnTo>
                    <a:pt x="1229106" y="1472438"/>
                  </a:lnTo>
                  <a:close/>
                </a:path>
                <a:path w="5693409" h="2252345">
                  <a:moveTo>
                    <a:pt x="5692902" y="76200"/>
                  </a:moveTo>
                  <a:lnTo>
                    <a:pt x="5686552" y="63500"/>
                  </a:lnTo>
                  <a:lnTo>
                    <a:pt x="5654802" y="0"/>
                  </a:lnTo>
                  <a:lnTo>
                    <a:pt x="5616702" y="76200"/>
                  </a:lnTo>
                  <a:lnTo>
                    <a:pt x="5647182" y="76200"/>
                  </a:lnTo>
                  <a:lnTo>
                    <a:pt x="5647182" y="761365"/>
                  </a:lnTo>
                  <a:lnTo>
                    <a:pt x="5662422" y="761365"/>
                  </a:lnTo>
                  <a:lnTo>
                    <a:pt x="5662422" y="76200"/>
                  </a:lnTo>
                  <a:lnTo>
                    <a:pt x="5692902" y="76200"/>
                  </a:lnTo>
                  <a:close/>
                </a:path>
              </a:pathLst>
            </a:custGeom>
            <a:solidFill>
              <a:srgbClr val="000000"/>
            </a:solidFill>
          </p:spPr>
          <p:txBody>
            <a:bodyPr wrap="square" lIns="0" tIns="0" rIns="0" bIns="0" rtlCol="0"/>
            <a:lstStyle/>
            <a:p>
              <a:endParaRPr/>
            </a:p>
          </p:txBody>
        </p:sp>
        <p:sp>
          <p:nvSpPr>
            <p:cNvPr id="12" name="object 12"/>
            <p:cNvSpPr/>
            <p:nvPr/>
          </p:nvSpPr>
          <p:spPr>
            <a:xfrm>
              <a:off x="1776222" y="3438906"/>
              <a:ext cx="751840" cy="749935"/>
            </a:xfrm>
            <a:custGeom>
              <a:avLst/>
              <a:gdLst/>
              <a:ahLst/>
              <a:cxnLst/>
              <a:rect l="l" t="t" r="r" b="b"/>
              <a:pathLst>
                <a:path w="751839" h="749935">
                  <a:moveTo>
                    <a:pt x="375665" y="0"/>
                  </a:moveTo>
                  <a:lnTo>
                    <a:pt x="328534" y="2921"/>
                  </a:lnTo>
                  <a:lnTo>
                    <a:pt x="283152" y="11452"/>
                  </a:lnTo>
                  <a:lnTo>
                    <a:pt x="239872" y="25240"/>
                  </a:lnTo>
                  <a:lnTo>
                    <a:pt x="199044" y="43934"/>
                  </a:lnTo>
                  <a:lnTo>
                    <a:pt x="161020" y="67182"/>
                  </a:lnTo>
                  <a:lnTo>
                    <a:pt x="126153" y="94632"/>
                  </a:lnTo>
                  <a:lnTo>
                    <a:pt x="94794" y="125932"/>
                  </a:lnTo>
                  <a:lnTo>
                    <a:pt x="67294" y="160732"/>
                  </a:lnTo>
                  <a:lnTo>
                    <a:pt x="44006" y="198679"/>
                  </a:lnTo>
                  <a:lnTo>
                    <a:pt x="25281" y="239421"/>
                  </a:lnTo>
                  <a:lnTo>
                    <a:pt x="11470" y="282607"/>
                  </a:lnTo>
                  <a:lnTo>
                    <a:pt x="2926" y="327885"/>
                  </a:lnTo>
                  <a:lnTo>
                    <a:pt x="0" y="374904"/>
                  </a:lnTo>
                  <a:lnTo>
                    <a:pt x="2926" y="421922"/>
                  </a:lnTo>
                  <a:lnTo>
                    <a:pt x="11470" y="467200"/>
                  </a:lnTo>
                  <a:lnTo>
                    <a:pt x="25281" y="510386"/>
                  </a:lnTo>
                  <a:lnTo>
                    <a:pt x="44006" y="551128"/>
                  </a:lnTo>
                  <a:lnTo>
                    <a:pt x="67294" y="589075"/>
                  </a:lnTo>
                  <a:lnTo>
                    <a:pt x="94794" y="623875"/>
                  </a:lnTo>
                  <a:lnTo>
                    <a:pt x="126153" y="655175"/>
                  </a:lnTo>
                  <a:lnTo>
                    <a:pt x="161020" y="682625"/>
                  </a:lnTo>
                  <a:lnTo>
                    <a:pt x="199044" y="705873"/>
                  </a:lnTo>
                  <a:lnTo>
                    <a:pt x="239872" y="724567"/>
                  </a:lnTo>
                  <a:lnTo>
                    <a:pt x="283152" y="738355"/>
                  </a:lnTo>
                  <a:lnTo>
                    <a:pt x="328534" y="746886"/>
                  </a:lnTo>
                  <a:lnTo>
                    <a:pt x="375665" y="749808"/>
                  </a:lnTo>
                  <a:lnTo>
                    <a:pt x="422797" y="746886"/>
                  </a:lnTo>
                  <a:lnTo>
                    <a:pt x="468179" y="738355"/>
                  </a:lnTo>
                  <a:lnTo>
                    <a:pt x="511459" y="724567"/>
                  </a:lnTo>
                  <a:lnTo>
                    <a:pt x="552287" y="705873"/>
                  </a:lnTo>
                  <a:lnTo>
                    <a:pt x="590311" y="682625"/>
                  </a:lnTo>
                  <a:lnTo>
                    <a:pt x="625178" y="655175"/>
                  </a:lnTo>
                  <a:lnTo>
                    <a:pt x="656537" y="623875"/>
                  </a:lnTo>
                  <a:lnTo>
                    <a:pt x="684037" y="589075"/>
                  </a:lnTo>
                  <a:lnTo>
                    <a:pt x="707325" y="551128"/>
                  </a:lnTo>
                  <a:lnTo>
                    <a:pt x="726050" y="510386"/>
                  </a:lnTo>
                  <a:lnTo>
                    <a:pt x="739861" y="467200"/>
                  </a:lnTo>
                  <a:lnTo>
                    <a:pt x="748405" y="421922"/>
                  </a:lnTo>
                  <a:lnTo>
                    <a:pt x="751332" y="374904"/>
                  </a:lnTo>
                  <a:lnTo>
                    <a:pt x="748405" y="327885"/>
                  </a:lnTo>
                  <a:lnTo>
                    <a:pt x="739861" y="282607"/>
                  </a:lnTo>
                  <a:lnTo>
                    <a:pt x="726050" y="239421"/>
                  </a:lnTo>
                  <a:lnTo>
                    <a:pt x="707325" y="198679"/>
                  </a:lnTo>
                  <a:lnTo>
                    <a:pt x="684037" y="160732"/>
                  </a:lnTo>
                  <a:lnTo>
                    <a:pt x="656537" y="125932"/>
                  </a:lnTo>
                  <a:lnTo>
                    <a:pt x="625178" y="94632"/>
                  </a:lnTo>
                  <a:lnTo>
                    <a:pt x="590311" y="67182"/>
                  </a:lnTo>
                  <a:lnTo>
                    <a:pt x="552287" y="43934"/>
                  </a:lnTo>
                  <a:lnTo>
                    <a:pt x="511459" y="25240"/>
                  </a:lnTo>
                  <a:lnTo>
                    <a:pt x="468179" y="11452"/>
                  </a:lnTo>
                  <a:lnTo>
                    <a:pt x="422797" y="2921"/>
                  </a:lnTo>
                  <a:lnTo>
                    <a:pt x="375665" y="0"/>
                  </a:lnTo>
                  <a:close/>
                </a:path>
              </a:pathLst>
            </a:custGeom>
            <a:solidFill>
              <a:srgbClr val="183DAF">
                <a:alpha val="19999"/>
              </a:srgbClr>
            </a:solidFill>
          </p:spPr>
          <p:txBody>
            <a:bodyPr wrap="square" lIns="0" tIns="0" rIns="0" bIns="0" rtlCol="0"/>
            <a:lstStyle/>
            <a:p>
              <a:endParaRPr/>
            </a:p>
          </p:txBody>
        </p:sp>
        <p:sp>
          <p:nvSpPr>
            <p:cNvPr id="13" name="object 13"/>
            <p:cNvSpPr/>
            <p:nvPr/>
          </p:nvSpPr>
          <p:spPr>
            <a:xfrm>
              <a:off x="1776222" y="3438906"/>
              <a:ext cx="751840" cy="749935"/>
            </a:xfrm>
            <a:custGeom>
              <a:avLst/>
              <a:gdLst/>
              <a:ahLst/>
              <a:cxnLst/>
              <a:rect l="l" t="t" r="r" b="b"/>
              <a:pathLst>
                <a:path w="751839" h="749935">
                  <a:moveTo>
                    <a:pt x="0" y="374904"/>
                  </a:moveTo>
                  <a:lnTo>
                    <a:pt x="2926" y="327885"/>
                  </a:lnTo>
                  <a:lnTo>
                    <a:pt x="11470" y="282607"/>
                  </a:lnTo>
                  <a:lnTo>
                    <a:pt x="25281" y="239421"/>
                  </a:lnTo>
                  <a:lnTo>
                    <a:pt x="44006" y="198679"/>
                  </a:lnTo>
                  <a:lnTo>
                    <a:pt x="67294" y="160732"/>
                  </a:lnTo>
                  <a:lnTo>
                    <a:pt x="94794" y="125932"/>
                  </a:lnTo>
                  <a:lnTo>
                    <a:pt x="126153" y="94632"/>
                  </a:lnTo>
                  <a:lnTo>
                    <a:pt x="161020" y="67182"/>
                  </a:lnTo>
                  <a:lnTo>
                    <a:pt x="199044" y="43934"/>
                  </a:lnTo>
                  <a:lnTo>
                    <a:pt x="239872" y="25240"/>
                  </a:lnTo>
                  <a:lnTo>
                    <a:pt x="283152" y="11452"/>
                  </a:lnTo>
                  <a:lnTo>
                    <a:pt x="328534" y="2921"/>
                  </a:lnTo>
                  <a:lnTo>
                    <a:pt x="375665" y="0"/>
                  </a:lnTo>
                  <a:lnTo>
                    <a:pt x="422797" y="2921"/>
                  </a:lnTo>
                  <a:lnTo>
                    <a:pt x="468179" y="11452"/>
                  </a:lnTo>
                  <a:lnTo>
                    <a:pt x="511459" y="25240"/>
                  </a:lnTo>
                  <a:lnTo>
                    <a:pt x="552287" y="43934"/>
                  </a:lnTo>
                  <a:lnTo>
                    <a:pt x="590311" y="67182"/>
                  </a:lnTo>
                  <a:lnTo>
                    <a:pt x="625178" y="94632"/>
                  </a:lnTo>
                  <a:lnTo>
                    <a:pt x="656537" y="125932"/>
                  </a:lnTo>
                  <a:lnTo>
                    <a:pt x="684037" y="160732"/>
                  </a:lnTo>
                  <a:lnTo>
                    <a:pt x="707325" y="198679"/>
                  </a:lnTo>
                  <a:lnTo>
                    <a:pt x="726050" y="239421"/>
                  </a:lnTo>
                  <a:lnTo>
                    <a:pt x="739861" y="282607"/>
                  </a:lnTo>
                  <a:lnTo>
                    <a:pt x="748405" y="327885"/>
                  </a:lnTo>
                  <a:lnTo>
                    <a:pt x="751332" y="374904"/>
                  </a:lnTo>
                  <a:lnTo>
                    <a:pt x="748405" y="421922"/>
                  </a:lnTo>
                  <a:lnTo>
                    <a:pt x="739861" y="467200"/>
                  </a:lnTo>
                  <a:lnTo>
                    <a:pt x="726050" y="510386"/>
                  </a:lnTo>
                  <a:lnTo>
                    <a:pt x="707325" y="551128"/>
                  </a:lnTo>
                  <a:lnTo>
                    <a:pt x="684037" y="589075"/>
                  </a:lnTo>
                  <a:lnTo>
                    <a:pt x="656537" y="623875"/>
                  </a:lnTo>
                  <a:lnTo>
                    <a:pt x="625178" y="655175"/>
                  </a:lnTo>
                  <a:lnTo>
                    <a:pt x="590311" y="682625"/>
                  </a:lnTo>
                  <a:lnTo>
                    <a:pt x="552287" y="705873"/>
                  </a:lnTo>
                  <a:lnTo>
                    <a:pt x="511459" y="724567"/>
                  </a:lnTo>
                  <a:lnTo>
                    <a:pt x="468179" y="738355"/>
                  </a:lnTo>
                  <a:lnTo>
                    <a:pt x="422797" y="746886"/>
                  </a:lnTo>
                  <a:lnTo>
                    <a:pt x="375665" y="749808"/>
                  </a:lnTo>
                  <a:lnTo>
                    <a:pt x="328534" y="746886"/>
                  </a:lnTo>
                  <a:lnTo>
                    <a:pt x="283152" y="738355"/>
                  </a:lnTo>
                  <a:lnTo>
                    <a:pt x="239872" y="724567"/>
                  </a:lnTo>
                  <a:lnTo>
                    <a:pt x="199044" y="705873"/>
                  </a:lnTo>
                  <a:lnTo>
                    <a:pt x="161020" y="682625"/>
                  </a:lnTo>
                  <a:lnTo>
                    <a:pt x="126153" y="655175"/>
                  </a:lnTo>
                  <a:lnTo>
                    <a:pt x="94794" y="623875"/>
                  </a:lnTo>
                  <a:lnTo>
                    <a:pt x="67294" y="589075"/>
                  </a:lnTo>
                  <a:lnTo>
                    <a:pt x="44006" y="551128"/>
                  </a:lnTo>
                  <a:lnTo>
                    <a:pt x="25281" y="510386"/>
                  </a:lnTo>
                  <a:lnTo>
                    <a:pt x="11470" y="467200"/>
                  </a:lnTo>
                  <a:lnTo>
                    <a:pt x="2926" y="421922"/>
                  </a:lnTo>
                  <a:lnTo>
                    <a:pt x="0" y="374904"/>
                  </a:lnTo>
                  <a:close/>
                </a:path>
              </a:pathLst>
            </a:custGeom>
            <a:ln w="19812">
              <a:solidFill>
                <a:srgbClr val="183DAF"/>
              </a:solidFill>
            </a:ln>
          </p:spPr>
          <p:txBody>
            <a:bodyPr wrap="square" lIns="0" tIns="0" rIns="0" bIns="0" rtlCol="0"/>
            <a:lstStyle/>
            <a:p>
              <a:endParaRPr/>
            </a:p>
          </p:txBody>
        </p:sp>
        <p:sp>
          <p:nvSpPr>
            <p:cNvPr id="14" name="object 14"/>
            <p:cNvSpPr/>
            <p:nvPr/>
          </p:nvSpPr>
          <p:spPr>
            <a:xfrm>
              <a:off x="3510534" y="3124453"/>
              <a:ext cx="1238250" cy="1809114"/>
            </a:xfrm>
            <a:custGeom>
              <a:avLst/>
              <a:gdLst/>
              <a:ahLst/>
              <a:cxnLst/>
              <a:rect l="l" t="t" r="r" b="b"/>
              <a:pathLst>
                <a:path w="1238250" h="1809114">
                  <a:moveTo>
                    <a:pt x="76200" y="1164844"/>
                  </a:moveTo>
                  <a:lnTo>
                    <a:pt x="69850" y="1152144"/>
                  </a:lnTo>
                  <a:lnTo>
                    <a:pt x="38100" y="1088644"/>
                  </a:lnTo>
                  <a:lnTo>
                    <a:pt x="0" y="1164844"/>
                  </a:lnTo>
                  <a:lnTo>
                    <a:pt x="28194" y="1164844"/>
                  </a:lnTo>
                  <a:lnTo>
                    <a:pt x="28194" y="1808607"/>
                  </a:lnTo>
                  <a:lnTo>
                    <a:pt x="48006" y="1808607"/>
                  </a:lnTo>
                  <a:lnTo>
                    <a:pt x="48006" y="1164844"/>
                  </a:lnTo>
                  <a:lnTo>
                    <a:pt x="76200" y="1164844"/>
                  </a:lnTo>
                  <a:close/>
                </a:path>
                <a:path w="1238250" h="1809114">
                  <a:moveTo>
                    <a:pt x="1238250" y="1028700"/>
                  </a:moveTo>
                  <a:lnTo>
                    <a:pt x="1167765" y="1079500"/>
                  </a:lnTo>
                  <a:lnTo>
                    <a:pt x="1196492" y="1090472"/>
                  </a:lnTo>
                  <a:lnTo>
                    <a:pt x="1189863" y="1104900"/>
                  </a:lnTo>
                  <a:lnTo>
                    <a:pt x="1177671" y="1130300"/>
                  </a:lnTo>
                  <a:lnTo>
                    <a:pt x="1164590" y="1155700"/>
                  </a:lnTo>
                  <a:lnTo>
                    <a:pt x="1164717" y="1155700"/>
                  </a:lnTo>
                  <a:lnTo>
                    <a:pt x="1150747" y="1193800"/>
                  </a:lnTo>
                  <a:lnTo>
                    <a:pt x="1150874" y="1181100"/>
                  </a:lnTo>
                  <a:lnTo>
                    <a:pt x="1143635" y="1206500"/>
                  </a:lnTo>
                  <a:lnTo>
                    <a:pt x="1136142" y="1219200"/>
                  </a:lnTo>
                  <a:lnTo>
                    <a:pt x="1136269" y="1219200"/>
                  </a:lnTo>
                  <a:lnTo>
                    <a:pt x="1128395" y="1231900"/>
                  </a:lnTo>
                  <a:lnTo>
                    <a:pt x="1128649" y="1231900"/>
                  </a:lnTo>
                  <a:lnTo>
                    <a:pt x="1120394" y="1244600"/>
                  </a:lnTo>
                  <a:lnTo>
                    <a:pt x="1112393" y="1244600"/>
                  </a:lnTo>
                  <a:lnTo>
                    <a:pt x="1103757" y="1257300"/>
                  </a:lnTo>
                  <a:lnTo>
                    <a:pt x="1104138" y="1257300"/>
                  </a:lnTo>
                  <a:lnTo>
                    <a:pt x="1095121" y="1270000"/>
                  </a:lnTo>
                  <a:lnTo>
                    <a:pt x="1086739" y="1270000"/>
                  </a:lnTo>
                  <a:lnTo>
                    <a:pt x="1077214" y="1282700"/>
                  </a:lnTo>
                  <a:lnTo>
                    <a:pt x="1018413" y="1282700"/>
                  </a:lnTo>
                  <a:lnTo>
                    <a:pt x="1012317" y="1270000"/>
                  </a:lnTo>
                  <a:lnTo>
                    <a:pt x="1000760" y="1270000"/>
                  </a:lnTo>
                  <a:lnTo>
                    <a:pt x="994410" y="1257300"/>
                  </a:lnTo>
                  <a:lnTo>
                    <a:pt x="988060" y="1257300"/>
                  </a:lnTo>
                  <a:lnTo>
                    <a:pt x="981202" y="1244600"/>
                  </a:lnTo>
                  <a:lnTo>
                    <a:pt x="974852" y="1244600"/>
                  </a:lnTo>
                  <a:lnTo>
                    <a:pt x="967867" y="1231900"/>
                  </a:lnTo>
                  <a:lnTo>
                    <a:pt x="967994" y="1231900"/>
                  </a:lnTo>
                  <a:lnTo>
                    <a:pt x="960755" y="1219200"/>
                  </a:lnTo>
                  <a:lnTo>
                    <a:pt x="960882" y="1219200"/>
                  </a:lnTo>
                  <a:lnTo>
                    <a:pt x="953516" y="1206500"/>
                  </a:lnTo>
                  <a:lnTo>
                    <a:pt x="945896" y="1193800"/>
                  </a:lnTo>
                  <a:lnTo>
                    <a:pt x="946023" y="1193800"/>
                  </a:lnTo>
                  <a:lnTo>
                    <a:pt x="938149" y="1181100"/>
                  </a:lnTo>
                  <a:lnTo>
                    <a:pt x="938276" y="1181100"/>
                  </a:lnTo>
                  <a:lnTo>
                    <a:pt x="930275" y="1168400"/>
                  </a:lnTo>
                  <a:lnTo>
                    <a:pt x="922147" y="1155700"/>
                  </a:lnTo>
                  <a:lnTo>
                    <a:pt x="905383" y="1130300"/>
                  </a:lnTo>
                  <a:lnTo>
                    <a:pt x="901001" y="1117600"/>
                  </a:lnTo>
                  <a:lnTo>
                    <a:pt x="896620" y="1104900"/>
                  </a:lnTo>
                  <a:lnTo>
                    <a:pt x="896620" y="1117600"/>
                  </a:lnTo>
                  <a:lnTo>
                    <a:pt x="878840" y="1079500"/>
                  </a:lnTo>
                  <a:lnTo>
                    <a:pt x="869696" y="1054100"/>
                  </a:lnTo>
                  <a:lnTo>
                    <a:pt x="860552" y="1041400"/>
                  </a:lnTo>
                  <a:lnTo>
                    <a:pt x="851027" y="1016000"/>
                  </a:lnTo>
                  <a:lnTo>
                    <a:pt x="851154" y="1016000"/>
                  </a:lnTo>
                  <a:lnTo>
                    <a:pt x="832104" y="977900"/>
                  </a:lnTo>
                  <a:lnTo>
                    <a:pt x="812419" y="939800"/>
                  </a:lnTo>
                  <a:lnTo>
                    <a:pt x="792607" y="889000"/>
                  </a:lnTo>
                  <a:lnTo>
                    <a:pt x="772414" y="850900"/>
                  </a:lnTo>
                  <a:lnTo>
                    <a:pt x="751967" y="800100"/>
                  </a:lnTo>
                  <a:lnTo>
                    <a:pt x="731266" y="749300"/>
                  </a:lnTo>
                  <a:lnTo>
                    <a:pt x="689610" y="660400"/>
                  </a:lnTo>
                  <a:lnTo>
                    <a:pt x="626999" y="508000"/>
                  </a:lnTo>
                  <a:lnTo>
                    <a:pt x="606298" y="469900"/>
                  </a:lnTo>
                  <a:lnTo>
                    <a:pt x="585978" y="419100"/>
                  </a:lnTo>
                  <a:lnTo>
                    <a:pt x="565785" y="381000"/>
                  </a:lnTo>
                  <a:lnTo>
                    <a:pt x="545846" y="330200"/>
                  </a:lnTo>
                  <a:lnTo>
                    <a:pt x="526415" y="292100"/>
                  </a:lnTo>
                  <a:lnTo>
                    <a:pt x="516763" y="266700"/>
                  </a:lnTo>
                  <a:lnTo>
                    <a:pt x="507238" y="254000"/>
                  </a:lnTo>
                  <a:lnTo>
                    <a:pt x="497840" y="228600"/>
                  </a:lnTo>
                  <a:lnTo>
                    <a:pt x="488569" y="215900"/>
                  </a:lnTo>
                  <a:lnTo>
                    <a:pt x="479425" y="203200"/>
                  </a:lnTo>
                  <a:lnTo>
                    <a:pt x="470535" y="177800"/>
                  </a:lnTo>
                  <a:lnTo>
                    <a:pt x="461645" y="165100"/>
                  </a:lnTo>
                  <a:lnTo>
                    <a:pt x="453009" y="152400"/>
                  </a:lnTo>
                  <a:lnTo>
                    <a:pt x="435991" y="127000"/>
                  </a:lnTo>
                  <a:lnTo>
                    <a:pt x="419735" y="101600"/>
                  </a:lnTo>
                  <a:lnTo>
                    <a:pt x="411988" y="88900"/>
                  </a:lnTo>
                  <a:lnTo>
                    <a:pt x="404114" y="76200"/>
                  </a:lnTo>
                  <a:lnTo>
                    <a:pt x="396748" y="63500"/>
                  </a:lnTo>
                  <a:lnTo>
                    <a:pt x="389382" y="63500"/>
                  </a:lnTo>
                  <a:lnTo>
                    <a:pt x="375158" y="50800"/>
                  </a:lnTo>
                  <a:lnTo>
                    <a:pt x="347853" y="25400"/>
                  </a:lnTo>
                  <a:lnTo>
                    <a:pt x="334772" y="12700"/>
                  </a:lnTo>
                  <a:lnTo>
                    <a:pt x="321818" y="12700"/>
                  </a:lnTo>
                  <a:lnTo>
                    <a:pt x="309118" y="0"/>
                  </a:lnTo>
                  <a:lnTo>
                    <a:pt x="249682" y="0"/>
                  </a:lnTo>
                  <a:lnTo>
                    <a:pt x="238760" y="12700"/>
                  </a:lnTo>
                  <a:lnTo>
                    <a:pt x="228346" y="12700"/>
                  </a:lnTo>
                  <a:lnTo>
                    <a:pt x="218186" y="25400"/>
                  </a:lnTo>
                  <a:lnTo>
                    <a:pt x="208407" y="25400"/>
                  </a:lnTo>
                  <a:lnTo>
                    <a:pt x="198882" y="38100"/>
                  </a:lnTo>
                  <a:lnTo>
                    <a:pt x="171831" y="76200"/>
                  </a:lnTo>
                  <a:lnTo>
                    <a:pt x="146558" y="114300"/>
                  </a:lnTo>
                  <a:lnTo>
                    <a:pt x="138430" y="139700"/>
                  </a:lnTo>
                  <a:lnTo>
                    <a:pt x="130429" y="152400"/>
                  </a:lnTo>
                  <a:lnTo>
                    <a:pt x="114808" y="177800"/>
                  </a:lnTo>
                  <a:lnTo>
                    <a:pt x="99568" y="215900"/>
                  </a:lnTo>
                  <a:lnTo>
                    <a:pt x="69596" y="292100"/>
                  </a:lnTo>
                  <a:lnTo>
                    <a:pt x="81280" y="292100"/>
                  </a:lnTo>
                  <a:lnTo>
                    <a:pt x="96266" y="254000"/>
                  </a:lnTo>
                  <a:lnTo>
                    <a:pt x="111252" y="228600"/>
                  </a:lnTo>
                  <a:lnTo>
                    <a:pt x="126365" y="190500"/>
                  </a:lnTo>
                  <a:lnTo>
                    <a:pt x="141986" y="152400"/>
                  </a:lnTo>
                  <a:lnTo>
                    <a:pt x="141859" y="152400"/>
                  </a:lnTo>
                  <a:lnTo>
                    <a:pt x="149860" y="139700"/>
                  </a:lnTo>
                  <a:lnTo>
                    <a:pt x="149733" y="139700"/>
                  </a:lnTo>
                  <a:lnTo>
                    <a:pt x="157734" y="127000"/>
                  </a:lnTo>
                  <a:lnTo>
                    <a:pt x="157607" y="127000"/>
                  </a:lnTo>
                  <a:lnTo>
                    <a:pt x="165862" y="114300"/>
                  </a:lnTo>
                  <a:lnTo>
                    <a:pt x="165735" y="114300"/>
                  </a:lnTo>
                  <a:lnTo>
                    <a:pt x="174117" y="101600"/>
                  </a:lnTo>
                  <a:lnTo>
                    <a:pt x="173990" y="101600"/>
                  </a:lnTo>
                  <a:lnTo>
                    <a:pt x="182372" y="88900"/>
                  </a:lnTo>
                  <a:lnTo>
                    <a:pt x="182245" y="88900"/>
                  </a:lnTo>
                  <a:lnTo>
                    <a:pt x="190881" y="76200"/>
                  </a:lnTo>
                  <a:lnTo>
                    <a:pt x="190754" y="76200"/>
                  </a:lnTo>
                  <a:lnTo>
                    <a:pt x="199517" y="63500"/>
                  </a:lnTo>
                  <a:lnTo>
                    <a:pt x="199263" y="63500"/>
                  </a:lnTo>
                  <a:lnTo>
                    <a:pt x="208407" y="50800"/>
                  </a:lnTo>
                  <a:lnTo>
                    <a:pt x="208026" y="50800"/>
                  </a:lnTo>
                  <a:lnTo>
                    <a:pt x="217297" y="38100"/>
                  </a:lnTo>
                  <a:lnTo>
                    <a:pt x="226060" y="38100"/>
                  </a:lnTo>
                  <a:lnTo>
                    <a:pt x="235585" y="25400"/>
                  </a:lnTo>
                  <a:lnTo>
                    <a:pt x="244348" y="25400"/>
                  </a:lnTo>
                  <a:lnTo>
                    <a:pt x="254635" y="12700"/>
                  </a:lnTo>
                  <a:lnTo>
                    <a:pt x="304927" y="12700"/>
                  </a:lnTo>
                  <a:lnTo>
                    <a:pt x="316865" y="25400"/>
                  </a:lnTo>
                  <a:lnTo>
                    <a:pt x="316357" y="12700"/>
                  </a:lnTo>
                  <a:lnTo>
                    <a:pt x="328676" y="25400"/>
                  </a:lnTo>
                  <a:lnTo>
                    <a:pt x="328168" y="25400"/>
                  </a:lnTo>
                  <a:lnTo>
                    <a:pt x="340868" y="38100"/>
                  </a:lnTo>
                  <a:lnTo>
                    <a:pt x="353187" y="38100"/>
                  </a:lnTo>
                  <a:lnTo>
                    <a:pt x="366522" y="50800"/>
                  </a:lnTo>
                  <a:lnTo>
                    <a:pt x="366268" y="50800"/>
                  </a:lnTo>
                  <a:lnTo>
                    <a:pt x="380238" y="63500"/>
                  </a:lnTo>
                  <a:lnTo>
                    <a:pt x="379984" y="63500"/>
                  </a:lnTo>
                  <a:lnTo>
                    <a:pt x="387096" y="76200"/>
                  </a:lnTo>
                  <a:lnTo>
                    <a:pt x="386969" y="76200"/>
                  </a:lnTo>
                  <a:lnTo>
                    <a:pt x="394208" y="88900"/>
                  </a:lnTo>
                  <a:lnTo>
                    <a:pt x="401574" y="88900"/>
                  </a:lnTo>
                  <a:lnTo>
                    <a:pt x="409321" y="101600"/>
                  </a:lnTo>
                  <a:lnTo>
                    <a:pt x="417322" y="114300"/>
                  </a:lnTo>
                  <a:lnTo>
                    <a:pt x="417195" y="114300"/>
                  </a:lnTo>
                  <a:lnTo>
                    <a:pt x="425323" y="127000"/>
                  </a:lnTo>
                  <a:lnTo>
                    <a:pt x="425196" y="127000"/>
                  </a:lnTo>
                  <a:lnTo>
                    <a:pt x="441960" y="152400"/>
                  </a:lnTo>
                  <a:lnTo>
                    <a:pt x="450469" y="177800"/>
                  </a:lnTo>
                  <a:lnTo>
                    <a:pt x="468249" y="203200"/>
                  </a:lnTo>
                  <a:lnTo>
                    <a:pt x="486537" y="241300"/>
                  </a:lnTo>
                  <a:lnTo>
                    <a:pt x="495935" y="254000"/>
                  </a:lnTo>
                  <a:lnTo>
                    <a:pt x="505333" y="279400"/>
                  </a:lnTo>
                  <a:lnTo>
                    <a:pt x="514985" y="292100"/>
                  </a:lnTo>
                  <a:lnTo>
                    <a:pt x="514858" y="292100"/>
                  </a:lnTo>
                  <a:lnTo>
                    <a:pt x="534289" y="342900"/>
                  </a:lnTo>
                  <a:lnTo>
                    <a:pt x="554228" y="381000"/>
                  </a:lnTo>
                  <a:lnTo>
                    <a:pt x="574421" y="419100"/>
                  </a:lnTo>
                  <a:lnTo>
                    <a:pt x="594741" y="469900"/>
                  </a:lnTo>
                  <a:lnTo>
                    <a:pt x="615442" y="520700"/>
                  </a:lnTo>
                  <a:lnTo>
                    <a:pt x="636143" y="558800"/>
                  </a:lnTo>
                  <a:lnTo>
                    <a:pt x="719582" y="762000"/>
                  </a:lnTo>
                  <a:lnTo>
                    <a:pt x="760730" y="850900"/>
                  </a:lnTo>
                  <a:lnTo>
                    <a:pt x="780923" y="901700"/>
                  </a:lnTo>
                  <a:lnTo>
                    <a:pt x="800862" y="939800"/>
                  </a:lnTo>
                  <a:lnTo>
                    <a:pt x="820547" y="977900"/>
                  </a:lnTo>
                  <a:lnTo>
                    <a:pt x="839597" y="1028700"/>
                  </a:lnTo>
                  <a:lnTo>
                    <a:pt x="848995" y="1041400"/>
                  </a:lnTo>
                  <a:lnTo>
                    <a:pt x="858266" y="1066800"/>
                  </a:lnTo>
                  <a:lnTo>
                    <a:pt x="876554" y="1104900"/>
                  </a:lnTo>
                  <a:lnTo>
                    <a:pt x="894080" y="1130300"/>
                  </a:lnTo>
                  <a:lnTo>
                    <a:pt x="902589" y="1155700"/>
                  </a:lnTo>
                  <a:lnTo>
                    <a:pt x="927354" y="1193800"/>
                  </a:lnTo>
                  <a:lnTo>
                    <a:pt x="950468" y="1231900"/>
                  </a:lnTo>
                  <a:lnTo>
                    <a:pt x="957834" y="1244600"/>
                  </a:lnTo>
                  <a:lnTo>
                    <a:pt x="964819" y="1244600"/>
                  </a:lnTo>
                  <a:lnTo>
                    <a:pt x="979043" y="1270000"/>
                  </a:lnTo>
                  <a:lnTo>
                    <a:pt x="985774" y="1270000"/>
                  </a:lnTo>
                  <a:lnTo>
                    <a:pt x="992378" y="1282700"/>
                  </a:lnTo>
                  <a:lnTo>
                    <a:pt x="1005459" y="1282700"/>
                  </a:lnTo>
                  <a:lnTo>
                    <a:pt x="1011936" y="1295400"/>
                  </a:lnTo>
                  <a:lnTo>
                    <a:pt x="1083691" y="1295400"/>
                  </a:lnTo>
                  <a:lnTo>
                    <a:pt x="1093978" y="1282700"/>
                  </a:lnTo>
                  <a:lnTo>
                    <a:pt x="1103884" y="1282700"/>
                  </a:lnTo>
                  <a:lnTo>
                    <a:pt x="1113282" y="1270000"/>
                  </a:lnTo>
                  <a:lnTo>
                    <a:pt x="1139190" y="1231900"/>
                  </a:lnTo>
                  <a:lnTo>
                    <a:pt x="1162177" y="1193800"/>
                  </a:lnTo>
                  <a:lnTo>
                    <a:pt x="1189228" y="1130300"/>
                  </a:lnTo>
                  <a:lnTo>
                    <a:pt x="1201547" y="1104900"/>
                  </a:lnTo>
                  <a:lnTo>
                    <a:pt x="1201420" y="1104900"/>
                  </a:lnTo>
                  <a:lnTo>
                    <a:pt x="1206284" y="1094206"/>
                  </a:lnTo>
                  <a:lnTo>
                    <a:pt x="1234313" y="1104900"/>
                  </a:lnTo>
                  <a:lnTo>
                    <a:pt x="1235621" y="1079500"/>
                  </a:lnTo>
                  <a:lnTo>
                    <a:pt x="1238250" y="1028700"/>
                  </a:lnTo>
                  <a:close/>
                </a:path>
              </a:pathLst>
            </a:custGeom>
            <a:solidFill>
              <a:srgbClr val="000000"/>
            </a:solidFill>
          </p:spPr>
          <p:txBody>
            <a:bodyPr wrap="square" lIns="0" tIns="0" rIns="0" bIns="0" rtlCol="0"/>
            <a:lstStyle/>
            <a:p>
              <a:endParaRPr/>
            </a:p>
          </p:txBody>
        </p:sp>
        <p:sp>
          <p:nvSpPr>
            <p:cNvPr id="15" name="object 15"/>
            <p:cNvSpPr/>
            <p:nvPr/>
          </p:nvSpPr>
          <p:spPr>
            <a:xfrm>
              <a:off x="3178302" y="3438906"/>
              <a:ext cx="749935" cy="749935"/>
            </a:xfrm>
            <a:custGeom>
              <a:avLst/>
              <a:gdLst/>
              <a:ahLst/>
              <a:cxnLst/>
              <a:rect l="l" t="t" r="r" b="b"/>
              <a:pathLst>
                <a:path w="749935" h="749935">
                  <a:moveTo>
                    <a:pt x="374903" y="0"/>
                  </a:moveTo>
                  <a:lnTo>
                    <a:pt x="327885" y="2921"/>
                  </a:lnTo>
                  <a:lnTo>
                    <a:pt x="282607" y="11452"/>
                  </a:lnTo>
                  <a:lnTo>
                    <a:pt x="239421" y="25240"/>
                  </a:lnTo>
                  <a:lnTo>
                    <a:pt x="198679" y="43934"/>
                  </a:lnTo>
                  <a:lnTo>
                    <a:pt x="160732" y="67182"/>
                  </a:lnTo>
                  <a:lnTo>
                    <a:pt x="125932" y="94632"/>
                  </a:lnTo>
                  <a:lnTo>
                    <a:pt x="94632" y="125932"/>
                  </a:lnTo>
                  <a:lnTo>
                    <a:pt x="67182" y="160732"/>
                  </a:lnTo>
                  <a:lnTo>
                    <a:pt x="43934" y="198679"/>
                  </a:lnTo>
                  <a:lnTo>
                    <a:pt x="25240" y="239421"/>
                  </a:lnTo>
                  <a:lnTo>
                    <a:pt x="11452" y="282607"/>
                  </a:lnTo>
                  <a:lnTo>
                    <a:pt x="2921" y="327885"/>
                  </a:lnTo>
                  <a:lnTo>
                    <a:pt x="0" y="374904"/>
                  </a:lnTo>
                  <a:lnTo>
                    <a:pt x="2921" y="421922"/>
                  </a:lnTo>
                  <a:lnTo>
                    <a:pt x="11452" y="467200"/>
                  </a:lnTo>
                  <a:lnTo>
                    <a:pt x="25240" y="510386"/>
                  </a:lnTo>
                  <a:lnTo>
                    <a:pt x="43934" y="551128"/>
                  </a:lnTo>
                  <a:lnTo>
                    <a:pt x="67182" y="589075"/>
                  </a:lnTo>
                  <a:lnTo>
                    <a:pt x="94632" y="623875"/>
                  </a:lnTo>
                  <a:lnTo>
                    <a:pt x="125932" y="655175"/>
                  </a:lnTo>
                  <a:lnTo>
                    <a:pt x="160732" y="682625"/>
                  </a:lnTo>
                  <a:lnTo>
                    <a:pt x="198679" y="705873"/>
                  </a:lnTo>
                  <a:lnTo>
                    <a:pt x="239421" y="724567"/>
                  </a:lnTo>
                  <a:lnTo>
                    <a:pt x="282607" y="738355"/>
                  </a:lnTo>
                  <a:lnTo>
                    <a:pt x="327885" y="746886"/>
                  </a:lnTo>
                  <a:lnTo>
                    <a:pt x="374903" y="749808"/>
                  </a:lnTo>
                  <a:lnTo>
                    <a:pt x="421922" y="746886"/>
                  </a:lnTo>
                  <a:lnTo>
                    <a:pt x="467200" y="738355"/>
                  </a:lnTo>
                  <a:lnTo>
                    <a:pt x="510386" y="724567"/>
                  </a:lnTo>
                  <a:lnTo>
                    <a:pt x="551128" y="705873"/>
                  </a:lnTo>
                  <a:lnTo>
                    <a:pt x="589075" y="682625"/>
                  </a:lnTo>
                  <a:lnTo>
                    <a:pt x="623875" y="655175"/>
                  </a:lnTo>
                  <a:lnTo>
                    <a:pt x="655175" y="623875"/>
                  </a:lnTo>
                  <a:lnTo>
                    <a:pt x="682625" y="589075"/>
                  </a:lnTo>
                  <a:lnTo>
                    <a:pt x="705873" y="551128"/>
                  </a:lnTo>
                  <a:lnTo>
                    <a:pt x="724567" y="510386"/>
                  </a:lnTo>
                  <a:lnTo>
                    <a:pt x="738355" y="467200"/>
                  </a:lnTo>
                  <a:lnTo>
                    <a:pt x="746886" y="421922"/>
                  </a:lnTo>
                  <a:lnTo>
                    <a:pt x="749808" y="374904"/>
                  </a:lnTo>
                  <a:lnTo>
                    <a:pt x="746886" y="327885"/>
                  </a:lnTo>
                  <a:lnTo>
                    <a:pt x="738355" y="282607"/>
                  </a:lnTo>
                  <a:lnTo>
                    <a:pt x="724567" y="239421"/>
                  </a:lnTo>
                  <a:lnTo>
                    <a:pt x="705873" y="198679"/>
                  </a:lnTo>
                  <a:lnTo>
                    <a:pt x="682625" y="160732"/>
                  </a:lnTo>
                  <a:lnTo>
                    <a:pt x="655175" y="125932"/>
                  </a:lnTo>
                  <a:lnTo>
                    <a:pt x="623875" y="94632"/>
                  </a:lnTo>
                  <a:lnTo>
                    <a:pt x="589075" y="67182"/>
                  </a:lnTo>
                  <a:lnTo>
                    <a:pt x="551128" y="43934"/>
                  </a:lnTo>
                  <a:lnTo>
                    <a:pt x="510386" y="25240"/>
                  </a:lnTo>
                  <a:lnTo>
                    <a:pt x="467200" y="11452"/>
                  </a:lnTo>
                  <a:lnTo>
                    <a:pt x="421922" y="2921"/>
                  </a:lnTo>
                  <a:lnTo>
                    <a:pt x="374903" y="0"/>
                  </a:lnTo>
                  <a:close/>
                </a:path>
              </a:pathLst>
            </a:custGeom>
            <a:solidFill>
              <a:srgbClr val="183DAF">
                <a:alpha val="19999"/>
              </a:srgbClr>
            </a:solidFill>
          </p:spPr>
          <p:txBody>
            <a:bodyPr wrap="square" lIns="0" tIns="0" rIns="0" bIns="0" rtlCol="0"/>
            <a:lstStyle/>
            <a:p>
              <a:endParaRPr/>
            </a:p>
          </p:txBody>
        </p:sp>
        <p:sp>
          <p:nvSpPr>
            <p:cNvPr id="16" name="object 16"/>
            <p:cNvSpPr/>
            <p:nvPr/>
          </p:nvSpPr>
          <p:spPr>
            <a:xfrm>
              <a:off x="3178302" y="3438906"/>
              <a:ext cx="749935" cy="749935"/>
            </a:xfrm>
            <a:custGeom>
              <a:avLst/>
              <a:gdLst/>
              <a:ahLst/>
              <a:cxnLst/>
              <a:rect l="l" t="t" r="r" b="b"/>
              <a:pathLst>
                <a:path w="749935" h="749935">
                  <a:moveTo>
                    <a:pt x="0" y="374904"/>
                  </a:moveTo>
                  <a:lnTo>
                    <a:pt x="2921" y="327885"/>
                  </a:lnTo>
                  <a:lnTo>
                    <a:pt x="11452" y="282607"/>
                  </a:lnTo>
                  <a:lnTo>
                    <a:pt x="25240" y="239421"/>
                  </a:lnTo>
                  <a:lnTo>
                    <a:pt x="43934" y="198679"/>
                  </a:lnTo>
                  <a:lnTo>
                    <a:pt x="67182" y="160732"/>
                  </a:lnTo>
                  <a:lnTo>
                    <a:pt x="94632" y="125932"/>
                  </a:lnTo>
                  <a:lnTo>
                    <a:pt x="125932" y="94632"/>
                  </a:lnTo>
                  <a:lnTo>
                    <a:pt x="160732" y="67182"/>
                  </a:lnTo>
                  <a:lnTo>
                    <a:pt x="198679" y="43934"/>
                  </a:lnTo>
                  <a:lnTo>
                    <a:pt x="239421" y="25240"/>
                  </a:lnTo>
                  <a:lnTo>
                    <a:pt x="282607" y="11452"/>
                  </a:lnTo>
                  <a:lnTo>
                    <a:pt x="327885" y="2921"/>
                  </a:lnTo>
                  <a:lnTo>
                    <a:pt x="374903" y="0"/>
                  </a:lnTo>
                  <a:lnTo>
                    <a:pt x="421922" y="2921"/>
                  </a:lnTo>
                  <a:lnTo>
                    <a:pt x="467200" y="11452"/>
                  </a:lnTo>
                  <a:lnTo>
                    <a:pt x="510386" y="25240"/>
                  </a:lnTo>
                  <a:lnTo>
                    <a:pt x="551128" y="43934"/>
                  </a:lnTo>
                  <a:lnTo>
                    <a:pt x="589075" y="67182"/>
                  </a:lnTo>
                  <a:lnTo>
                    <a:pt x="623875" y="94632"/>
                  </a:lnTo>
                  <a:lnTo>
                    <a:pt x="655175" y="125932"/>
                  </a:lnTo>
                  <a:lnTo>
                    <a:pt x="682625" y="160732"/>
                  </a:lnTo>
                  <a:lnTo>
                    <a:pt x="705873" y="198679"/>
                  </a:lnTo>
                  <a:lnTo>
                    <a:pt x="724567" y="239421"/>
                  </a:lnTo>
                  <a:lnTo>
                    <a:pt x="738355" y="282607"/>
                  </a:lnTo>
                  <a:lnTo>
                    <a:pt x="746886" y="327885"/>
                  </a:lnTo>
                  <a:lnTo>
                    <a:pt x="749808" y="374904"/>
                  </a:lnTo>
                  <a:lnTo>
                    <a:pt x="746886" y="421922"/>
                  </a:lnTo>
                  <a:lnTo>
                    <a:pt x="738355" y="467200"/>
                  </a:lnTo>
                  <a:lnTo>
                    <a:pt x="724567" y="510386"/>
                  </a:lnTo>
                  <a:lnTo>
                    <a:pt x="705873" y="551128"/>
                  </a:lnTo>
                  <a:lnTo>
                    <a:pt x="682625" y="589075"/>
                  </a:lnTo>
                  <a:lnTo>
                    <a:pt x="655175" y="623875"/>
                  </a:lnTo>
                  <a:lnTo>
                    <a:pt x="623875" y="655175"/>
                  </a:lnTo>
                  <a:lnTo>
                    <a:pt x="589075" y="682625"/>
                  </a:lnTo>
                  <a:lnTo>
                    <a:pt x="551128" y="705873"/>
                  </a:lnTo>
                  <a:lnTo>
                    <a:pt x="510386" y="724567"/>
                  </a:lnTo>
                  <a:lnTo>
                    <a:pt x="467200" y="738355"/>
                  </a:lnTo>
                  <a:lnTo>
                    <a:pt x="421922" y="746886"/>
                  </a:lnTo>
                  <a:lnTo>
                    <a:pt x="374903" y="749808"/>
                  </a:lnTo>
                  <a:lnTo>
                    <a:pt x="327885" y="746886"/>
                  </a:lnTo>
                  <a:lnTo>
                    <a:pt x="282607" y="738355"/>
                  </a:lnTo>
                  <a:lnTo>
                    <a:pt x="239421" y="724567"/>
                  </a:lnTo>
                  <a:lnTo>
                    <a:pt x="198679" y="705873"/>
                  </a:lnTo>
                  <a:lnTo>
                    <a:pt x="160732" y="682625"/>
                  </a:lnTo>
                  <a:lnTo>
                    <a:pt x="125932" y="655175"/>
                  </a:lnTo>
                  <a:lnTo>
                    <a:pt x="94632" y="623875"/>
                  </a:lnTo>
                  <a:lnTo>
                    <a:pt x="67182" y="589075"/>
                  </a:lnTo>
                  <a:lnTo>
                    <a:pt x="43934" y="551128"/>
                  </a:lnTo>
                  <a:lnTo>
                    <a:pt x="25240" y="510386"/>
                  </a:lnTo>
                  <a:lnTo>
                    <a:pt x="11452" y="467200"/>
                  </a:lnTo>
                  <a:lnTo>
                    <a:pt x="2921" y="421922"/>
                  </a:lnTo>
                  <a:lnTo>
                    <a:pt x="0" y="374904"/>
                  </a:lnTo>
                  <a:close/>
                </a:path>
              </a:pathLst>
            </a:custGeom>
            <a:ln w="19812">
              <a:solidFill>
                <a:srgbClr val="183DAF"/>
              </a:solidFill>
            </a:ln>
          </p:spPr>
          <p:txBody>
            <a:bodyPr wrap="square" lIns="0" tIns="0" rIns="0" bIns="0" rtlCol="0"/>
            <a:lstStyle/>
            <a:p>
              <a:endParaRPr/>
            </a:p>
          </p:txBody>
        </p:sp>
        <p:sp>
          <p:nvSpPr>
            <p:cNvPr id="17" name="object 17"/>
            <p:cNvSpPr/>
            <p:nvPr/>
          </p:nvSpPr>
          <p:spPr>
            <a:xfrm>
              <a:off x="4912614" y="3124453"/>
              <a:ext cx="1238250" cy="1809114"/>
            </a:xfrm>
            <a:custGeom>
              <a:avLst/>
              <a:gdLst/>
              <a:ahLst/>
              <a:cxnLst/>
              <a:rect l="l" t="t" r="r" b="b"/>
              <a:pathLst>
                <a:path w="1238250" h="1809114">
                  <a:moveTo>
                    <a:pt x="76200" y="1164844"/>
                  </a:moveTo>
                  <a:lnTo>
                    <a:pt x="69850" y="1152144"/>
                  </a:lnTo>
                  <a:lnTo>
                    <a:pt x="38100" y="1088644"/>
                  </a:lnTo>
                  <a:lnTo>
                    <a:pt x="0" y="1164844"/>
                  </a:lnTo>
                  <a:lnTo>
                    <a:pt x="28194" y="1164844"/>
                  </a:lnTo>
                  <a:lnTo>
                    <a:pt x="28194" y="1808607"/>
                  </a:lnTo>
                  <a:lnTo>
                    <a:pt x="48006" y="1808607"/>
                  </a:lnTo>
                  <a:lnTo>
                    <a:pt x="48006" y="1164844"/>
                  </a:lnTo>
                  <a:lnTo>
                    <a:pt x="76200" y="1164844"/>
                  </a:lnTo>
                  <a:close/>
                </a:path>
                <a:path w="1238250" h="1809114">
                  <a:moveTo>
                    <a:pt x="1238250" y="1028700"/>
                  </a:moveTo>
                  <a:lnTo>
                    <a:pt x="1167765" y="1079500"/>
                  </a:lnTo>
                  <a:lnTo>
                    <a:pt x="1196492" y="1090472"/>
                  </a:lnTo>
                  <a:lnTo>
                    <a:pt x="1189863" y="1104900"/>
                  </a:lnTo>
                  <a:lnTo>
                    <a:pt x="1177671" y="1130300"/>
                  </a:lnTo>
                  <a:lnTo>
                    <a:pt x="1164590" y="1155700"/>
                  </a:lnTo>
                  <a:lnTo>
                    <a:pt x="1164717" y="1155700"/>
                  </a:lnTo>
                  <a:lnTo>
                    <a:pt x="1150747" y="1193800"/>
                  </a:lnTo>
                  <a:lnTo>
                    <a:pt x="1150874" y="1181100"/>
                  </a:lnTo>
                  <a:lnTo>
                    <a:pt x="1143635" y="1206500"/>
                  </a:lnTo>
                  <a:lnTo>
                    <a:pt x="1136142" y="1219200"/>
                  </a:lnTo>
                  <a:lnTo>
                    <a:pt x="1136269" y="1219200"/>
                  </a:lnTo>
                  <a:lnTo>
                    <a:pt x="1128395" y="1231900"/>
                  </a:lnTo>
                  <a:lnTo>
                    <a:pt x="1128649" y="1231900"/>
                  </a:lnTo>
                  <a:lnTo>
                    <a:pt x="1120394" y="1244600"/>
                  </a:lnTo>
                  <a:lnTo>
                    <a:pt x="1112393" y="1244600"/>
                  </a:lnTo>
                  <a:lnTo>
                    <a:pt x="1103757" y="1257300"/>
                  </a:lnTo>
                  <a:lnTo>
                    <a:pt x="1104138" y="1257300"/>
                  </a:lnTo>
                  <a:lnTo>
                    <a:pt x="1095121" y="1270000"/>
                  </a:lnTo>
                  <a:lnTo>
                    <a:pt x="1086739" y="1270000"/>
                  </a:lnTo>
                  <a:lnTo>
                    <a:pt x="1077214" y="1282700"/>
                  </a:lnTo>
                  <a:lnTo>
                    <a:pt x="1018413" y="1282700"/>
                  </a:lnTo>
                  <a:lnTo>
                    <a:pt x="1012317" y="1270000"/>
                  </a:lnTo>
                  <a:lnTo>
                    <a:pt x="1000760" y="1270000"/>
                  </a:lnTo>
                  <a:lnTo>
                    <a:pt x="994410" y="1257300"/>
                  </a:lnTo>
                  <a:lnTo>
                    <a:pt x="988060" y="1257300"/>
                  </a:lnTo>
                  <a:lnTo>
                    <a:pt x="981202" y="1244600"/>
                  </a:lnTo>
                  <a:lnTo>
                    <a:pt x="974852" y="1244600"/>
                  </a:lnTo>
                  <a:lnTo>
                    <a:pt x="967867" y="1231900"/>
                  </a:lnTo>
                  <a:lnTo>
                    <a:pt x="967994" y="1231900"/>
                  </a:lnTo>
                  <a:lnTo>
                    <a:pt x="960755" y="1219200"/>
                  </a:lnTo>
                  <a:lnTo>
                    <a:pt x="960882" y="1219200"/>
                  </a:lnTo>
                  <a:lnTo>
                    <a:pt x="953516" y="1206500"/>
                  </a:lnTo>
                  <a:lnTo>
                    <a:pt x="945896" y="1193800"/>
                  </a:lnTo>
                  <a:lnTo>
                    <a:pt x="946023" y="1193800"/>
                  </a:lnTo>
                  <a:lnTo>
                    <a:pt x="938149" y="1181100"/>
                  </a:lnTo>
                  <a:lnTo>
                    <a:pt x="938276" y="1181100"/>
                  </a:lnTo>
                  <a:lnTo>
                    <a:pt x="930275" y="1168400"/>
                  </a:lnTo>
                  <a:lnTo>
                    <a:pt x="922147" y="1155700"/>
                  </a:lnTo>
                  <a:lnTo>
                    <a:pt x="905383" y="1130300"/>
                  </a:lnTo>
                  <a:lnTo>
                    <a:pt x="901001" y="1117600"/>
                  </a:lnTo>
                  <a:lnTo>
                    <a:pt x="896620" y="1104900"/>
                  </a:lnTo>
                  <a:lnTo>
                    <a:pt x="896620" y="1117600"/>
                  </a:lnTo>
                  <a:lnTo>
                    <a:pt x="878840" y="1079500"/>
                  </a:lnTo>
                  <a:lnTo>
                    <a:pt x="869696" y="1054100"/>
                  </a:lnTo>
                  <a:lnTo>
                    <a:pt x="860552" y="1041400"/>
                  </a:lnTo>
                  <a:lnTo>
                    <a:pt x="851027" y="1016000"/>
                  </a:lnTo>
                  <a:lnTo>
                    <a:pt x="851154" y="1016000"/>
                  </a:lnTo>
                  <a:lnTo>
                    <a:pt x="832104" y="977900"/>
                  </a:lnTo>
                  <a:lnTo>
                    <a:pt x="812419" y="939800"/>
                  </a:lnTo>
                  <a:lnTo>
                    <a:pt x="792607" y="889000"/>
                  </a:lnTo>
                  <a:lnTo>
                    <a:pt x="772414" y="850900"/>
                  </a:lnTo>
                  <a:lnTo>
                    <a:pt x="751967" y="800100"/>
                  </a:lnTo>
                  <a:lnTo>
                    <a:pt x="731266" y="749300"/>
                  </a:lnTo>
                  <a:lnTo>
                    <a:pt x="689610" y="660400"/>
                  </a:lnTo>
                  <a:lnTo>
                    <a:pt x="626999" y="508000"/>
                  </a:lnTo>
                  <a:lnTo>
                    <a:pt x="606298" y="469900"/>
                  </a:lnTo>
                  <a:lnTo>
                    <a:pt x="585978" y="419100"/>
                  </a:lnTo>
                  <a:lnTo>
                    <a:pt x="565785" y="381000"/>
                  </a:lnTo>
                  <a:lnTo>
                    <a:pt x="545846" y="330200"/>
                  </a:lnTo>
                  <a:lnTo>
                    <a:pt x="526415" y="292100"/>
                  </a:lnTo>
                  <a:lnTo>
                    <a:pt x="516763" y="266700"/>
                  </a:lnTo>
                  <a:lnTo>
                    <a:pt x="507238" y="254000"/>
                  </a:lnTo>
                  <a:lnTo>
                    <a:pt x="497840" y="228600"/>
                  </a:lnTo>
                  <a:lnTo>
                    <a:pt x="488569" y="215900"/>
                  </a:lnTo>
                  <a:lnTo>
                    <a:pt x="479425" y="203200"/>
                  </a:lnTo>
                  <a:lnTo>
                    <a:pt x="470535" y="177800"/>
                  </a:lnTo>
                  <a:lnTo>
                    <a:pt x="461645" y="165100"/>
                  </a:lnTo>
                  <a:lnTo>
                    <a:pt x="453009" y="152400"/>
                  </a:lnTo>
                  <a:lnTo>
                    <a:pt x="435991" y="127000"/>
                  </a:lnTo>
                  <a:lnTo>
                    <a:pt x="419735" y="101600"/>
                  </a:lnTo>
                  <a:lnTo>
                    <a:pt x="411988" y="88900"/>
                  </a:lnTo>
                  <a:lnTo>
                    <a:pt x="404114" y="76200"/>
                  </a:lnTo>
                  <a:lnTo>
                    <a:pt x="396748" y="63500"/>
                  </a:lnTo>
                  <a:lnTo>
                    <a:pt x="389382" y="63500"/>
                  </a:lnTo>
                  <a:lnTo>
                    <a:pt x="375158" y="50800"/>
                  </a:lnTo>
                  <a:lnTo>
                    <a:pt x="347853" y="25400"/>
                  </a:lnTo>
                  <a:lnTo>
                    <a:pt x="334772" y="12700"/>
                  </a:lnTo>
                  <a:lnTo>
                    <a:pt x="321818" y="12700"/>
                  </a:lnTo>
                  <a:lnTo>
                    <a:pt x="309118" y="0"/>
                  </a:lnTo>
                  <a:lnTo>
                    <a:pt x="249682" y="0"/>
                  </a:lnTo>
                  <a:lnTo>
                    <a:pt x="238760" y="12700"/>
                  </a:lnTo>
                  <a:lnTo>
                    <a:pt x="228346" y="12700"/>
                  </a:lnTo>
                  <a:lnTo>
                    <a:pt x="218186" y="25400"/>
                  </a:lnTo>
                  <a:lnTo>
                    <a:pt x="208407" y="25400"/>
                  </a:lnTo>
                  <a:lnTo>
                    <a:pt x="198882" y="38100"/>
                  </a:lnTo>
                  <a:lnTo>
                    <a:pt x="171831" y="76200"/>
                  </a:lnTo>
                  <a:lnTo>
                    <a:pt x="146558" y="114300"/>
                  </a:lnTo>
                  <a:lnTo>
                    <a:pt x="138430" y="139700"/>
                  </a:lnTo>
                  <a:lnTo>
                    <a:pt x="130429" y="152400"/>
                  </a:lnTo>
                  <a:lnTo>
                    <a:pt x="114808" y="177800"/>
                  </a:lnTo>
                  <a:lnTo>
                    <a:pt x="99568" y="215900"/>
                  </a:lnTo>
                  <a:lnTo>
                    <a:pt x="69596" y="292100"/>
                  </a:lnTo>
                  <a:lnTo>
                    <a:pt x="81280" y="292100"/>
                  </a:lnTo>
                  <a:lnTo>
                    <a:pt x="96266" y="254000"/>
                  </a:lnTo>
                  <a:lnTo>
                    <a:pt x="111252" y="228600"/>
                  </a:lnTo>
                  <a:lnTo>
                    <a:pt x="126365" y="190500"/>
                  </a:lnTo>
                  <a:lnTo>
                    <a:pt x="141986" y="152400"/>
                  </a:lnTo>
                  <a:lnTo>
                    <a:pt x="141859" y="152400"/>
                  </a:lnTo>
                  <a:lnTo>
                    <a:pt x="149860" y="139700"/>
                  </a:lnTo>
                  <a:lnTo>
                    <a:pt x="149733" y="139700"/>
                  </a:lnTo>
                  <a:lnTo>
                    <a:pt x="157734" y="127000"/>
                  </a:lnTo>
                  <a:lnTo>
                    <a:pt x="157607" y="127000"/>
                  </a:lnTo>
                  <a:lnTo>
                    <a:pt x="165862" y="114300"/>
                  </a:lnTo>
                  <a:lnTo>
                    <a:pt x="165735" y="114300"/>
                  </a:lnTo>
                  <a:lnTo>
                    <a:pt x="174117" y="101600"/>
                  </a:lnTo>
                  <a:lnTo>
                    <a:pt x="173990" y="101600"/>
                  </a:lnTo>
                  <a:lnTo>
                    <a:pt x="182372" y="88900"/>
                  </a:lnTo>
                  <a:lnTo>
                    <a:pt x="182245" y="88900"/>
                  </a:lnTo>
                  <a:lnTo>
                    <a:pt x="190881" y="76200"/>
                  </a:lnTo>
                  <a:lnTo>
                    <a:pt x="190754" y="76200"/>
                  </a:lnTo>
                  <a:lnTo>
                    <a:pt x="199517" y="63500"/>
                  </a:lnTo>
                  <a:lnTo>
                    <a:pt x="199263" y="63500"/>
                  </a:lnTo>
                  <a:lnTo>
                    <a:pt x="208407" y="50800"/>
                  </a:lnTo>
                  <a:lnTo>
                    <a:pt x="208026" y="50800"/>
                  </a:lnTo>
                  <a:lnTo>
                    <a:pt x="217297" y="38100"/>
                  </a:lnTo>
                  <a:lnTo>
                    <a:pt x="226060" y="38100"/>
                  </a:lnTo>
                  <a:lnTo>
                    <a:pt x="235585" y="25400"/>
                  </a:lnTo>
                  <a:lnTo>
                    <a:pt x="244348" y="25400"/>
                  </a:lnTo>
                  <a:lnTo>
                    <a:pt x="254635" y="12700"/>
                  </a:lnTo>
                  <a:lnTo>
                    <a:pt x="304927" y="12700"/>
                  </a:lnTo>
                  <a:lnTo>
                    <a:pt x="316865" y="25400"/>
                  </a:lnTo>
                  <a:lnTo>
                    <a:pt x="316357" y="12700"/>
                  </a:lnTo>
                  <a:lnTo>
                    <a:pt x="328676" y="25400"/>
                  </a:lnTo>
                  <a:lnTo>
                    <a:pt x="328168" y="25400"/>
                  </a:lnTo>
                  <a:lnTo>
                    <a:pt x="340868" y="38100"/>
                  </a:lnTo>
                  <a:lnTo>
                    <a:pt x="353187" y="38100"/>
                  </a:lnTo>
                  <a:lnTo>
                    <a:pt x="366522" y="50800"/>
                  </a:lnTo>
                  <a:lnTo>
                    <a:pt x="366268" y="50800"/>
                  </a:lnTo>
                  <a:lnTo>
                    <a:pt x="380238" y="63500"/>
                  </a:lnTo>
                  <a:lnTo>
                    <a:pt x="379984" y="63500"/>
                  </a:lnTo>
                  <a:lnTo>
                    <a:pt x="387096" y="76200"/>
                  </a:lnTo>
                  <a:lnTo>
                    <a:pt x="386969" y="76200"/>
                  </a:lnTo>
                  <a:lnTo>
                    <a:pt x="394208" y="88900"/>
                  </a:lnTo>
                  <a:lnTo>
                    <a:pt x="401574" y="88900"/>
                  </a:lnTo>
                  <a:lnTo>
                    <a:pt x="409321" y="101600"/>
                  </a:lnTo>
                  <a:lnTo>
                    <a:pt x="417322" y="114300"/>
                  </a:lnTo>
                  <a:lnTo>
                    <a:pt x="417195" y="114300"/>
                  </a:lnTo>
                  <a:lnTo>
                    <a:pt x="425323" y="127000"/>
                  </a:lnTo>
                  <a:lnTo>
                    <a:pt x="425196" y="127000"/>
                  </a:lnTo>
                  <a:lnTo>
                    <a:pt x="441960" y="152400"/>
                  </a:lnTo>
                  <a:lnTo>
                    <a:pt x="450469" y="177800"/>
                  </a:lnTo>
                  <a:lnTo>
                    <a:pt x="468249" y="203200"/>
                  </a:lnTo>
                  <a:lnTo>
                    <a:pt x="486537" y="241300"/>
                  </a:lnTo>
                  <a:lnTo>
                    <a:pt x="495935" y="254000"/>
                  </a:lnTo>
                  <a:lnTo>
                    <a:pt x="505333" y="279400"/>
                  </a:lnTo>
                  <a:lnTo>
                    <a:pt x="514985" y="292100"/>
                  </a:lnTo>
                  <a:lnTo>
                    <a:pt x="514858" y="292100"/>
                  </a:lnTo>
                  <a:lnTo>
                    <a:pt x="534289" y="342900"/>
                  </a:lnTo>
                  <a:lnTo>
                    <a:pt x="554228" y="381000"/>
                  </a:lnTo>
                  <a:lnTo>
                    <a:pt x="574421" y="419100"/>
                  </a:lnTo>
                  <a:lnTo>
                    <a:pt x="594741" y="469900"/>
                  </a:lnTo>
                  <a:lnTo>
                    <a:pt x="615442" y="520700"/>
                  </a:lnTo>
                  <a:lnTo>
                    <a:pt x="636143" y="558800"/>
                  </a:lnTo>
                  <a:lnTo>
                    <a:pt x="719582" y="762000"/>
                  </a:lnTo>
                  <a:lnTo>
                    <a:pt x="760730" y="850900"/>
                  </a:lnTo>
                  <a:lnTo>
                    <a:pt x="780923" y="901700"/>
                  </a:lnTo>
                  <a:lnTo>
                    <a:pt x="800862" y="939800"/>
                  </a:lnTo>
                  <a:lnTo>
                    <a:pt x="820547" y="977900"/>
                  </a:lnTo>
                  <a:lnTo>
                    <a:pt x="839597" y="1028700"/>
                  </a:lnTo>
                  <a:lnTo>
                    <a:pt x="848995" y="1041400"/>
                  </a:lnTo>
                  <a:lnTo>
                    <a:pt x="858266" y="1066800"/>
                  </a:lnTo>
                  <a:lnTo>
                    <a:pt x="876554" y="1104900"/>
                  </a:lnTo>
                  <a:lnTo>
                    <a:pt x="894080" y="1130300"/>
                  </a:lnTo>
                  <a:lnTo>
                    <a:pt x="902589" y="1155700"/>
                  </a:lnTo>
                  <a:lnTo>
                    <a:pt x="927354" y="1193800"/>
                  </a:lnTo>
                  <a:lnTo>
                    <a:pt x="950468" y="1231900"/>
                  </a:lnTo>
                  <a:lnTo>
                    <a:pt x="957834" y="1244600"/>
                  </a:lnTo>
                  <a:lnTo>
                    <a:pt x="964819" y="1244600"/>
                  </a:lnTo>
                  <a:lnTo>
                    <a:pt x="979043" y="1270000"/>
                  </a:lnTo>
                  <a:lnTo>
                    <a:pt x="985774" y="1270000"/>
                  </a:lnTo>
                  <a:lnTo>
                    <a:pt x="992378" y="1282700"/>
                  </a:lnTo>
                  <a:lnTo>
                    <a:pt x="1005459" y="1282700"/>
                  </a:lnTo>
                  <a:lnTo>
                    <a:pt x="1011936" y="1295400"/>
                  </a:lnTo>
                  <a:lnTo>
                    <a:pt x="1083691" y="1295400"/>
                  </a:lnTo>
                  <a:lnTo>
                    <a:pt x="1093978" y="1282700"/>
                  </a:lnTo>
                  <a:lnTo>
                    <a:pt x="1103884" y="1282700"/>
                  </a:lnTo>
                  <a:lnTo>
                    <a:pt x="1113282" y="1270000"/>
                  </a:lnTo>
                  <a:lnTo>
                    <a:pt x="1139190" y="1231900"/>
                  </a:lnTo>
                  <a:lnTo>
                    <a:pt x="1162177" y="1193800"/>
                  </a:lnTo>
                  <a:lnTo>
                    <a:pt x="1189228" y="1130300"/>
                  </a:lnTo>
                  <a:lnTo>
                    <a:pt x="1201547" y="1104900"/>
                  </a:lnTo>
                  <a:lnTo>
                    <a:pt x="1201420" y="1104900"/>
                  </a:lnTo>
                  <a:lnTo>
                    <a:pt x="1206284" y="1094206"/>
                  </a:lnTo>
                  <a:lnTo>
                    <a:pt x="1234313" y="1104900"/>
                  </a:lnTo>
                  <a:lnTo>
                    <a:pt x="1235621" y="1079500"/>
                  </a:lnTo>
                  <a:lnTo>
                    <a:pt x="1238250" y="1028700"/>
                  </a:lnTo>
                  <a:close/>
                </a:path>
              </a:pathLst>
            </a:custGeom>
            <a:solidFill>
              <a:srgbClr val="000000"/>
            </a:solidFill>
          </p:spPr>
          <p:txBody>
            <a:bodyPr wrap="square" lIns="0" tIns="0" rIns="0" bIns="0" rtlCol="0"/>
            <a:lstStyle/>
            <a:p>
              <a:endParaRPr/>
            </a:p>
          </p:txBody>
        </p:sp>
        <p:sp>
          <p:nvSpPr>
            <p:cNvPr id="18" name="object 18"/>
            <p:cNvSpPr/>
            <p:nvPr/>
          </p:nvSpPr>
          <p:spPr>
            <a:xfrm>
              <a:off x="4580382" y="3438906"/>
              <a:ext cx="749935" cy="749935"/>
            </a:xfrm>
            <a:custGeom>
              <a:avLst/>
              <a:gdLst/>
              <a:ahLst/>
              <a:cxnLst/>
              <a:rect l="l" t="t" r="r" b="b"/>
              <a:pathLst>
                <a:path w="749935" h="749935">
                  <a:moveTo>
                    <a:pt x="374903" y="0"/>
                  </a:moveTo>
                  <a:lnTo>
                    <a:pt x="327885" y="2921"/>
                  </a:lnTo>
                  <a:lnTo>
                    <a:pt x="282607" y="11452"/>
                  </a:lnTo>
                  <a:lnTo>
                    <a:pt x="239421" y="25240"/>
                  </a:lnTo>
                  <a:lnTo>
                    <a:pt x="198679" y="43934"/>
                  </a:lnTo>
                  <a:lnTo>
                    <a:pt x="160732" y="67182"/>
                  </a:lnTo>
                  <a:lnTo>
                    <a:pt x="125932" y="94632"/>
                  </a:lnTo>
                  <a:lnTo>
                    <a:pt x="94632" y="125932"/>
                  </a:lnTo>
                  <a:lnTo>
                    <a:pt x="67182" y="160732"/>
                  </a:lnTo>
                  <a:lnTo>
                    <a:pt x="43934" y="198679"/>
                  </a:lnTo>
                  <a:lnTo>
                    <a:pt x="25240" y="239421"/>
                  </a:lnTo>
                  <a:lnTo>
                    <a:pt x="11452" y="282607"/>
                  </a:lnTo>
                  <a:lnTo>
                    <a:pt x="2921" y="327885"/>
                  </a:lnTo>
                  <a:lnTo>
                    <a:pt x="0" y="374904"/>
                  </a:lnTo>
                  <a:lnTo>
                    <a:pt x="2921" y="421922"/>
                  </a:lnTo>
                  <a:lnTo>
                    <a:pt x="11452" y="467200"/>
                  </a:lnTo>
                  <a:lnTo>
                    <a:pt x="25240" y="510386"/>
                  </a:lnTo>
                  <a:lnTo>
                    <a:pt x="43934" y="551128"/>
                  </a:lnTo>
                  <a:lnTo>
                    <a:pt x="67182" y="589075"/>
                  </a:lnTo>
                  <a:lnTo>
                    <a:pt x="94632" y="623875"/>
                  </a:lnTo>
                  <a:lnTo>
                    <a:pt x="125932" y="655175"/>
                  </a:lnTo>
                  <a:lnTo>
                    <a:pt x="160732" y="682625"/>
                  </a:lnTo>
                  <a:lnTo>
                    <a:pt x="198679" y="705873"/>
                  </a:lnTo>
                  <a:lnTo>
                    <a:pt x="239421" y="724567"/>
                  </a:lnTo>
                  <a:lnTo>
                    <a:pt x="282607" y="738355"/>
                  </a:lnTo>
                  <a:lnTo>
                    <a:pt x="327885" y="746886"/>
                  </a:lnTo>
                  <a:lnTo>
                    <a:pt x="374903" y="749808"/>
                  </a:lnTo>
                  <a:lnTo>
                    <a:pt x="421922" y="746886"/>
                  </a:lnTo>
                  <a:lnTo>
                    <a:pt x="467200" y="738355"/>
                  </a:lnTo>
                  <a:lnTo>
                    <a:pt x="510386" y="724567"/>
                  </a:lnTo>
                  <a:lnTo>
                    <a:pt x="551128" y="705873"/>
                  </a:lnTo>
                  <a:lnTo>
                    <a:pt x="589075" y="682625"/>
                  </a:lnTo>
                  <a:lnTo>
                    <a:pt x="623875" y="655175"/>
                  </a:lnTo>
                  <a:lnTo>
                    <a:pt x="655175" y="623875"/>
                  </a:lnTo>
                  <a:lnTo>
                    <a:pt x="682625" y="589075"/>
                  </a:lnTo>
                  <a:lnTo>
                    <a:pt x="705873" y="551128"/>
                  </a:lnTo>
                  <a:lnTo>
                    <a:pt x="724567" y="510386"/>
                  </a:lnTo>
                  <a:lnTo>
                    <a:pt x="738355" y="467200"/>
                  </a:lnTo>
                  <a:lnTo>
                    <a:pt x="746886" y="421922"/>
                  </a:lnTo>
                  <a:lnTo>
                    <a:pt x="749807" y="374904"/>
                  </a:lnTo>
                  <a:lnTo>
                    <a:pt x="746886" y="327885"/>
                  </a:lnTo>
                  <a:lnTo>
                    <a:pt x="738355" y="282607"/>
                  </a:lnTo>
                  <a:lnTo>
                    <a:pt x="724567" y="239421"/>
                  </a:lnTo>
                  <a:lnTo>
                    <a:pt x="705873" y="198679"/>
                  </a:lnTo>
                  <a:lnTo>
                    <a:pt x="682625" y="160732"/>
                  </a:lnTo>
                  <a:lnTo>
                    <a:pt x="655175" y="125932"/>
                  </a:lnTo>
                  <a:lnTo>
                    <a:pt x="623875" y="94632"/>
                  </a:lnTo>
                  <a:lnTo>
                    <a:pt x="589075" y="67182"/>
                  </a:lnTo>
                  <a:lnTo>
                    <a:pt x="551128" y="43934"/>
                  </a:lnTo>
                  <a:lnTo>
                    <a:pt x="510386" y="25240"/>
                  </a:lnTo>
                  <a:lnTo>
                    <a:pt x="467200" y="11452"/>
                  </a:lnTo>
                  <a:lnTo>
                    <a:pt x="421922" y="2921"/>
                  </a:lnTo>
                  <a:lnTo>
                    <a:pt x="374903" y="0"/>
                  </a:lnTo>
                  <a:close/>
                </a:path>
              </a:pathLst>
            </a:custGeom>
            <a:solidFill>
              <a:srgbClr val="183DAF">
                <a:alpha val="19999"/>
              </a:srgbClr>
            </a:solidFill>
          </p:spPr>
          <p:txBody>
            <a:bodyPr wrap="square" lIns="0" tIns="0" rIns="0" bIns="0" rtlCol="0"/>
            <a:lstStyle/>
            <a:p>
              <a:endParaRPr/>
            </a:p>
          </p:txBody>
        </p:sp>
        <p:sp>
          <p:nvSpPr>
            <p:cNvPr id="19" name="object 19"/>
            <p:cNvSpPr/>
            <p:nvPr/>
          </p:nvSpPr>
          <p:spPr>
            <a:xfrm>
              <a:off x="4580382" y="3438906"/>
              <a:ext cx="749935" cy="749935"/>
            </a:xfrm>
            <a:custGeom>
              <a:avLst/>
              <a:gdLst/>
              <a:ahLst/>
              <a:cxnLst/>
              <a:rect l="l" t="t" r="r" b="b"/>
              <a:pathLst>
                <a:path w="749935" h="749935">
                  <a:moveTo>
                    <a:pt x="0" y="374904"/>
                  </a:moveTo>
                  <a:lnTo>
                    <a:pt x="2921" y="327885"/>
                  </a:lnTo>
                  <a:lnTo>
                    <a:pt x="11452" y="282607"/>
                  </a:lnTo>
                  <a:lnTo>
                    <a:pt x="25240" y="239421"/>
                  </a:lnTo>
                  <a:lnTo>
                    <a:pt x="43934" y="198679"/>
                  </a:lnTo>
                  <a:lnTo>
                    <a:pt x="67182" y="160732"/>
                  </a:lnTo>
                  <a:lnTo>
                    <a:pt x="94632" y="125932"/>
                  </a:lnTo>
                  <a:lnTo>
                    <a:pt x="125932" y="94632"/>
                  </a:lnTo>
                  <a:lnTo>
                    <a:pt x="160732" y="67182"/>
                  </a:lnTo>
                  <a:lnTo>
                    <a:pt x="198679" y="43934"/>
                  </a:lnTo>
                  <a:lnTo>
                    <a:pt x="239421" y="25240"/>
                  </a:lnTo>
                  <a:lnTo>
                    <a:pt x="282607" y="11452"/>
                  </a:lnTo>
                  <a:lnTo>
                    <a:pt x="327885" y="2921"/>
                  </a:lnTo>
                  <a:lnTo>
                    <a:pt x="374903" y="0"/>
                  </a:lnTo>
                  <a:lnTo>
                    <a:pt x="421922" y="2921"/>
                  </a:lnTo>
                  <a:lnTo>
                    <a:pt x="467200" y="11452"/>
                  </a:lnTo>
                  <a:lnTo>
                    <a:pt x="510386" y="25240"/>
                  </a:lnTo>
                  <a:lnTo>
                    <a:pt x="551128" y="43934"/>
                  </a:lnTo>
                  <a:lnTo>
                    <a:pt x="589075" y="67182"/>
                  </a:lnTo>
                  <a:lnTo>
                    <a:pt x="623875" y="94632"/>
                  </a:lnTo>
                  <a:lnTo>
                    <a:pt x="655175" y="125932"/>
                  </a:lnTo>
                  <a:lnTo>
                    <a:pt x="682625" y="160732"/>
                  </a:lnTo>
                  <a:lnTo>
                    <a:pt x="705873" y="198679"/>
                  </a:lnTo>
                  <a:lnTo>
                    <a:pt x="724567" y="239421"/>
                  </a:lnTo>
                  <a:lnTo>
                    <a:pt x="738355" y="282607"/>
                  </a:lnTo>
                  <a:lnTo>
                    <a:pt x="746886" y="327885"/>
                  </a:lnTo>
                  <a:lnTo>
                    <a:pt x="749807" y="374904"/>
                  </a:lnTo>
                  <a:lnTo>
                    <a:pt x="746886" y="421922"/>
                  </a:lnTo>
                  <a:lnTo>
                    <a:pt x="738355" y="467200"/>
                  </a:lnTo>
                  <a:lnTo>
                    <a:pt x="724567" y="510386"/>
                  </a:lnTo>
                  <a:lnTo>
                    <a:pt x="705873" y="551128"/>
                  </a:lnTo>
                  <a:lnTo>
                    <a:pt x="682625" y="589075"/>
                  </a:lnTo>
                  <a:lnTo>
                    <a:pt x="655175" y="623875"/>
                  </a:lnTo>
                  <a:lnTo>
                    <a:pt x="623875" y="655175"/>
                  </a:lnTo>
                  <a:lnTo>
                    <a:pt x="589075" y="682625"/>
                  </a:lnTo>
                  <a:lnTo>
                    <a:pt x="551128" y="705873"/>
                  </a:lnTo>
                  <a:lnTo>
                    <a:pt x="510386" y="724567"/>
                  </a:lnTo>
                  <a:lnTo>
                    <a:pt x="467200" y="738355"/>
                  </a:lnTo>
                  <a:lnTo>
                    <a:pt x="421922" y="746886"/>
                  </a:lnTo>
                  <a:lnTo>
                    <a:pt x="374903" y="749808"/>
                  </a:lnTo>
                  <a:lnTo>
                    <a:pt x="327885" y="746886"/>
                  </a:lnTo>
                  <a:lnTo>
                    <a:pt x="282607" y="738355"/>
                  </a:lnTo>
                  <a:lnTo>
                    <a:pt x="239421" y="724567"/>
                  </a:lnTo>
                  <a:lnTo>
                    <a:pt x="198679" y="705873"/>
                  </a:lnTo>
                  <a:lnTo>
                    <a:pt x="160732" y="682625"/>
                  </a:lnTo>
                  <a:lnTo>
                    <a:pt x="125932" y="655175"/>
                  </a:lnTo>
                  <a:lnTo>
                    <a:pt x="94632" y="623875"/>
                  </a:lnTo>
                  <a:lnTo>
                    <a:pt x="67182" y="589075"/>
                  </a:lnTo>
                  <a:lnTo>
                    <a:pt x="43934" y="551128"/>
                  </a:lnTo>
                  <a:lnTo>
                    <a:pt x="25240" y="510386"/>
                  </a:lnTo>
                  <a:lnTo>
                    <a:pt x="11452" y="467200"/>
                  </a:lnTo>
                  <a:lnTo>
                    <a:pt x="2921" y="421922"/>
                  </a:lnTo>
                  <a:lnTo>
                    <a:pt x="0" y="374904"/>
                  </a:lnTo>
                  <a:close/>
                </a:path>
              </a:pathLst>
            </a:custGeom>
            <a:ln w="19812">
              <a:solidFill>
                <a:srgbClr val="183DAF"/>
              </a:solidFill>
            </a:ln>
          </p:spPr>
          <p:txBody>
            <a:bodyPr wrap="square" lIns="0" tIns="0" rIns="0" bIns="0" rtlCol="0"/>
            <a:lstStyle/>
            <a:p>
              <a:endParaRPr/>
            </a:p>
          </p:txBody>
        </p:sp>
        <p:sp>
          <p:nvSpPr>
            <p:cNvPr id="20" name="object 20"/>
            <p:cNvSpPr/>
            <p:nvPr/>
          </p:nvSpPr>
          <p:spPr>
            <a:xfrm>
              <a:off x="6319266" y="3124453"/>
              <a:ext cx="1228090" cy="1809114"/>
            </a:xfrm>
            <a:custGeom>
              <a:avLst/>
              <a:gdLst/>
              <a:ahLst/>
              <a:cxnLst/>
              <a:rect l="l" t="t" r="r" b="b"/>
              <a:pathLst>
                <a:path w="1228090" h="1809114">
                  <a:moveTo>
                    <a:pt x="76200" y="1164844"/>
                  </a:moveTo>
                  <a:lnTo>
                    <a:pt x="69850" y="1152144"/>
                  </a:lnTo>
                  <a:lnTo>
                    <a:pt x="38100" y="1088644"/>
                  </a:lnTo>
                  <a:lnTo>
                    <a:pt x="0" y="1164844"/>
                  </a:lnTo>
                  <a:lnTo>
                    <a:pt x="28194" y="1164844"/>
                  </a:lnTo>
                  <a:lnTo>
                    <a:pt x="28194" y="1808607"/>
                  </a:lnTo>
                  <a:lnTo>
                    <a:pt x="48006" y="1808607"/>
                  </a:lnTo>
                  <a:lnTo>
                    <a:pt x="48006" y="1164844"/>
                  </a:lnTo>
                  <a:lnTo>
                    <a:pt x="76200" y="1164844"/>
                  </a:lnTo>
                  <a:close/>
                </a:path>
                <a:path w="1228090" h="1809114">
                  <a:moveTo>
                    <a:pt x="1227582" y="1028700"/>
                  </a:moveTo>
                  <a:lnTo>
                    <a:pt x="1157097" y="1079500"/>
                  </a:lnTo>
                  <a:lnTo>
                    <a:pt x="1185824" y="1090472"/>
                  </a:lnTo>
                  <a:lnTo>
                    <a:pt x="1179195" y="1104900"/>
                  </a:lnTo>
                  <a:lnTo>
                    <a:pt x="1167003" y="1130300"/>
                  </a:lnTo>
                  <a:lnTo>
                    <a:pt x="1153922" y="1155700"/>
                  </a:lnTo>
                  <a:lnTo>
                    <a:pt x="1154049" y="1155700"/>
                  </a:lnTo>
                  <a:lnTo>
                    <a:pt x="1140079" y="1193800"/>
                  </a:lnTo>
                  <a:lnTo>
                    <a:pt x="1140206" y="1181100"/>
                  </a:lnTo>
                  <a:lnTo>
                    <a:pt x="1132967" y="1206500"/>
                  </a:lnTo>
                  <a:lnTo>
                    <a:pt x="1125474" y="1219200"/>
                  </a:lnTo>
                  <a:lnTo>
                    <a:pt x="1125601" y="1219200"/>
                  </a:lnTo>
                  <a:lnTo>
                    <a:pt x="1117727" y="1231900"/>
                  </a:lnTo>
                  <a:lnTo>
                    <a:pt x="1117981" y="1231900"/>
                  </a:lnTo>
                  <a:lnTo>
                    <a:pt x="1109726" y="1244600"/>
                  </a:lnTo>
                  <a:lnTo>
                    <a:pt x="1101725" y="1244600"/>
                  </a:lnTo>
                  <a:lnTo>
                    <a:pt x="1093089" y="1257300"/>
                  </a:lnTo>
                  <a:lnTo>
                    <a:pt x="1093470" y="1257300"/>
                  </a:lnTo>
                  <a:lnTo>
                    <a:pt x="1084453" y="1270000"/>
                  </a:lnTo>
                  <a:lnTo>
                    <a:pt x="1076071" y="1270000"/>
                  </a:lnTo>
                  <a:lnTo>
                    <a:pt x="1066546" y="1282700"/>
                  </a:lnTo>
                  <a:lnTo>
                    <a:pt x="1007745" y="1282700"/>
                  </a:lnTo>
                  <a:lnTo>
                    <a:pt x="1001649" y="1270000"/>
                  </a:lnTo>
                  <a:lnTo>
                    <a:pt x="990092" y="1270000"/>
                  </a:lnTo>
                  <a:lnTo>
                    <a:pt x="983742" y="1257300"/>
                  </a:lnTo>
                  <a:lnTo>
                    <a:pt x="977392" y="1257300"/>
                  </a:lnTo>
                  <a:lnTo>
                    <a:pt x="970534" y="1244600"/>
                  </a:lnTo>
                  <a:lnTo>
                    <a:pt x="964184" y="1244600"/>
                  </a:lnTo>
                  <a:lnTo>
                    <a:pt x="957199" y="1231900"/>
                  </a:lnTo>
                  <a:lnTo>
                    <a:pt x="957326" y="1231900"/>
                  </a:lnTo>
                  <a:lnTo>
                    <a:pt x="950087" y="1219200"/>
                  </a:lnTo>
                  <a:lnTo>
                    <a:pt x="950214" y="1219200"/>
                  </a:lnTo>
                  <a:lnTo>
                    <a:pt x="942848" y="1206500"/>
                  </a:lnTo>
                  <a:lnTo>
                    <a:pt x="935228" y="1193800"/>
                  </a:lnTo>
                  <a:lnTo>
                    <a:pt x="935355" y="1193800"/>
                  </a:lnTo>
                  <a:lnTo>
                    <a:pt x="927481" y="1181100"/>
                  </a:lnTo>
                  <a:lnTo>
                    <a:pt x="927608" y="1181100"/>
                  </a:lnTo>
                  <a:lnTo>
                    <a:pt x="919607" y="1168400"/>
                  </a:lnTo>
                  <a:lnTo>
                    <a:pt x="911479" y="1155700"/>
                  </a:lnTo>
                  <a:lnTo>
                    <a:pt x="894715" y="1130300"/>
                  </a:lnTo>
                  <a:lnTo>
                    <a:pt x="890333" y="1117600"/>
                  </a:lnTo>
                  <a:lnTo>
                    <a:pt x="885952" y="1104900"/>
                  </a:lnTo>
                  <a:lnTo>
                    <a:pt x="885952" y="1117600"/>
                  </a:lnTo>
                  <a:lnTo>
                    <a:pt x="868172" y="1079500"/>
                  </a:lnTo>
                  <a:lnTo>
                    <a:pt x="859028" y="1054100"/>
                  </a:lnTo>
                  <a:lnTo>
                    <a:pt x="849884" y="1041400"/>
                  </a:lnTo>
                  <a:lnTo>
                    <a:pt x="840359" y="1016000"/>
                  </a:lnTo>
                  <a:lnTo>
                    <a:pt x="840486" y="1016000"/>
                  </a:lnTo>
                  <a:lnTo>
                    <a:pt x="821436" y="977900"/>
                  </a:lnTo>
                  <a:lnTo>
                    <a:pt x="801751" y="939800"/>
                  </a:lnTo>
                  <a:lnTo>
                    <a:pt x="781939" y="889000"/>
                  </a:lnTo>
                  <a:lnTo>
                    <a:pt x="761746" y="850900"/>
                  </a:lnTo>
                  <a:lnTo>
                    <a:pt x="741299" y="800100"/>
                  </a:lnTo>
                  <a:lnTo>
                    <a:pt x="720598" y="749300"/>
                  </a:lnTo>
                  <a:lnTo>
                    <a:pt x="678942" y="660400"/>
                  </a:lnTo>
                  <a:lnTo>
                    <a:pt x="616331" y="508000"/>
                  </a:lnTo>
                  <a:lnTo>
                    <a:pt x="595630" y="469900"/>
                  </a:lnTo>
                  <a:lnTo>
                    <a:pt x="575310" y="419100"/>
                  </a:lnTo>
                  <a:lnTo>
                    <a:pt x="555117" y="381000"/>
                  </a:lnTo>
                  <a:lnTo>
                    <a:pt x="535178" y="330200"/>
                  </a:lnTo>
                  <a:lnTo>
                    <a:pt x="515747" y="292100"/>
                  </a:lnTo>
                  <a:lnTo>
                    <a:pt x="506095" y="266700"/>
                  </a:lnTo>
                  <a:lnTo>
                    <a:pt x="496570" y="254000"/>
                  </a:lnTo>
                  <a:lnTo>
                    <a:pt x="487172" y="228600"/>
                  </a:lnTo>
                  <a:lnTo>
                    <a:pt x="477901" y="215900"/>
                  </a:lnTo>
                  <a:lnTo>
                    <a:pt x="468757" y="203200"/>
                  </a:lnTo>
                  <a:lnTo>
                    <a:pt x="459867" y="177800"/>
                  </a:lnTo>
                  <a:lnTo>
                    <a:pt x="450977" y="165100"/>
                  </a:lnTo>
                  <a:lnTo>
                    <a:pt x="442341" y="152400"/>
                  </a:lnTo>
                  <a:lnTo>
                    <a:pt x="425323" y="127000"/>
                  </a:lnTo>
                  <a:lnTo>
                    <a:pt x="409067" y="101600"/>
                  </a:lnTo>
                  <a:lnTo>
                    <a:pt x="401320" y="88900"/>
                  </a:lnTo>
                  <a:lnTo>
                    <a:pt x="393446" y="76200"/>
                  </a:lnTo>
                  <a:lnTo>
                    <a:pt x="386080" y="63500"/>
                  </a:lnTo>
                  <a:lnTo>
                    <a:pt x="378714" y="63500"/>
                  </a:lnTo>
                  <a:lnTo>
                    <a:pt x="364490" y="50800"/>
                  </a:lnTo>
                  <a:lnTo>
                    <a:pt x="337185" y="25400"/>
                  </a:lnTo>
                  <a:lnTo>
                    <a:pt x="324104" y="12700"/>
                  </a:lnTo>
                  <a:lnTo>
                    <a:pt x="311150" y="12700"/>
                  </a:lnTo>
                  <a:lnTo>
                    <a:pt x="298450" y="0"/>
                  </a:lnTo>
                  <a:lnTo>
                    <a:pt x="239014" y="0"/>
                  </a:lnTo>
                  <a:lnTo>
                    <a:pt x="228079" y="12700"/>
                  </a:lnTo>
                  <a:lnTo>
                    <a:pt x="217678" y="12700"/>
                  </a:lnTo>
                  <a:lnTo>
                    <a:pt x="207505" y="25400"/>
                  </a:lnTo>
                  <a:lnTo>
                    <a:pt x="197739" y="25400"/>
                  </a:lnTo>
                  <a:lnTo>
                    <a:pt x="188214" y="38100"/>
                  </a:lnTo>
                  <a:lnTo>
                    <a:pt x="161163" y="76200"/>
                  </a:lnTo>
                  <a:lnTo>
                    <a:pt x="135890" y="114300"/>
                  </a:lnTo>
                  <a:lnTo>
                    <a:pt x="127762" y="139700"/>
                  </a:lnTo>
                  <a:lnTo>
                    <a:pt x="119761" y="152400"/>
                  </a:lnTo>
                  <a:lnTo>
                    <a:pt x="104140" y="177800"/>
                  </a:lnTo>
                  <a:lnTo>
                    <a:pt x="88900" y="215900"/>
                  </a:lnTo>
                  <a:lnTo>
                    <a:pt x="58928" y="292100"/>
                  </a:lnTo>
                  <a:lnTo>
                    <a:pt x="70612" y="292100"/>
                  </a:lnTo>
                  <a:lnTo>
                    <a:pt x="85598" y="254000"/>
                  </a:lnTo>
                  <a:lnTo>
                    <a:pt x="100584" y="228600"/>
                  </a:lnTo>
                  <a:lnTo>
                    <a:pt x="115697" y="190500"/>
                  </a:lnTo>
                  <a:lnTo>
                    <a:pt x="131318" y="152400"/>
                  </a:lnTo>
                  <a:lnTo>
                    <a:pt x="131191" y="152400"/>
                  </a:lnTo>
                  <a:lnTo>
                    <a:pt x="139192" y="139700"/>
                  </a:lnTo>
                  <a:lnTo>
                    <a:pt x="139065" y="139700"/>
                  </a:lnTo>
                  <a:lnTo>
                    <a:pt x="147066" y="127000"/>
                  </a:lnTo>
                  <a:lnTo>
                    <a:pt x="146939" y="127000"/>
                  </a:lnTo>
                  <a:lnTo>
                    <a:pt x="155194" y="114300"/>
                  </a:lnTo>
                  <a:lnTo>
                    <a:pt x="155067" y="114300"/>
                  </a:lnTo>
                  <a:lnTo>
                    <a:pt x="163449" y="101600"/>
                  </a:lnTo>
                  <a:lnTo>
                    <a:pt x="163322" y="101600"/>
                  </a:lnTo>
                  <a:lnTo>
                    <a:pt x="171704" y="88900"/>
                  </a:lnTo>
                  <a:lnTo>
                    <a:pt x="171577" y="88900"/>
                  </a:lnTo>
                  <a:lnTo>
                    <a:pt x="180213" y="76200"/>
                  </a:lnTo>
                  <a:lnTo>
                    <a:pt x="180086" y="76200"/>
                  </a:lnTo>
                  <a:lnTo>
                    <a:pt x="188849" y="63500"/>
                  </a:lnTo>
                  <a:lnTo>
                    <a:pt x="188582" y="63500"/>
                  </a:lnTo>
                  <a:lnTo>
                    <a:pt x="197739" y="50800"/>
                  </a:lnTo>
                  <a:lnTo>
                    <a:pt x="197358" y="50800"/>
                  </a:lnTo>
                  <a:lnTo>
                    <a:pt x="206629" y="38100"/>
                  </a:lnTo>
                  <a:lnTo>
                    <a:pt x="215379" y="38100"/>
                  </a:lnTo>
                  <a:lnTo>
                    <a:pt x="224904" y="25400"/>
                  </a:lnTo>
                  <a:lnTo>
                    <a:pt x="233680" y="25400"/>
                  </a:lnTo>
                  <a:lnTo>
                    <a:pt x="243954" y="12700"/>
                  </a:lnTo>
                  <a:lnTo>
                    <a:pt x="294259" y="12700"/>
                  </a:lnTo>
                  <a:lnTo>
                    <a:pt x="306197" y="25400"/>
                  </a:lnTo>
                  <a:lnTo>
                    <a:pt x="305689" y="12700"/>
                  </a:lnTo>
                  <a:lnTo>
                    <a:pt x="318008" y="25400"/>
                  </a:lnTo>
                  <a:lnTo>
                    <a:pt x="317500" y="25400"/>
                  </a:lnTo>
                  <a:lnTo>
                    <a:pt x="330200" y="38100"/>
                  </a:lnTo>
                  <a:lnTo>
                    <a:pt x="342519" y="38100"/>
                  </a:lnTo>
                  <a:lnTo>
                    <a:pt x="355854" y="50800"/>
                  </a:lnTo>
                  <a:lnTo>
                    <a:pt x="355600" y="50800"/>
                  </a:lnTo>
                  <a:lnTo>
                    <a:pt x="369570" y="63500"/>
                  </a:lnTo>
                  <a:lnTo>
                    <a:pt x="369316" y="63500"/>
                  </a:lnTo>
                  <a:lnTo>
                    <a:pt x="376428" y="76200"/>
                  </a:lnTo>
                  <a:lnTo>
                    <a:pt x="376301" y="76200"/>
                  </a:lnTo>
                  <a:lnTo>
                    <a:pt x="383540" y="88900"/>
                  </a:lnTo>
                  <a:lnTo>
                    <a:pt x="390906" y="88900"/>
                  </a:lnTo>
                  <a:lnTo>
                    <a:pt x="398653" y="101600"/>
                  </a:lnTo>
                  <a:lnTo>
                    <a:pt x="406654" y="114300"/>
                  </a:lnTo>
                  <a:lnTo>
                    <a:pt x="406527" y="114300"/>
                  </a:lnTo>
                  <a:lnTo>
                    <a:pt x="414655" y="127000"/>
                  </a:lnTo>
                  <a:lnTo>
                    <a:pt x="414528" y="127000"/>
                  </a:lnTo>
                  <a:lnTo>
                    <a:pt x="431292" y="152400"/>
                  </a:lnTo>
                  <a:lnTo>
                    <a:pt x="439801" y="177800"/>
                  </a:lnTo>
                  <a:lnTo>
                    <a:pt x="457581" y="203200"/>
                  </a:lnTo>
                  <a:lnTo>
                    <a:pt x="475869" y="241300"/>
                  </a:lnTo>
                  <a:lnTo>
                    <a:pt x="485267" y="254000"/>
                  </a:lnTo>
                  <a:lnTo>
                    <a:pt x="494665" y="279400"/>
                  </a:lnTo>
                  <a:lnTo>
                    <a:pt x="504317" y="292100"/>
                  </a:lnTo>
                  <a:lnTo>
                    <a:pt x="504190" y="292100"/>
                  </a:lnTo>
                  <a:lnTo>
                    <a:pt x="523621" y="342900"/>
                  </a:lnTo>
                  <a:lnTo>
                    <a:pt x="543560" y="381000"/>
                  </a:lnTo>
                  <a:lnTo>
                    <a:pt x="563753" y="419100"/>
                  </a:lnTo>
                  <a:lnTo>
                    <a:pt x="584073" y="469900"/>
                  </a:lnTo>
                  <a:lnTo>
                    <a:pt x="604774" y="520700"/>
                  </a:lnTo>
                  <a:lnTo>
                    <a:pt x="625475" y="558800"/>
                  </a:lnTo>
                  <a:lnTo>
                    <a:pt x="708914" y="762000"/>
                  </a:lnTo>
                  <a:lnTo>
                    <a:pt x="750062" y="850900"/>
                  </a:lnTo>
                  <a:lnTo>
                    <a:pt x="770255" y="901700"/>
                  </a:lnTo>
                  <a:lnTo>
                    <a:pt x="790194" y="939800"/>
                  </a:lnTo>
                  <a:lnTo>
                    <a:pt x="809879" y="977900"/>
                  </a:lnTo>
                  <a:lnTo>
                    <a:pt x="828929" y="1028700"/>
                  </a:lnTo>
                  <a:lnTo>
                    <a:pt x="838327" y="1041400"/>
                  </a:lnTo>
                  <a:lnTo>
                    <a:pt x="847598" y="1066800"/>
                  </a:lnTo>
                  <a:lnTo>
                    <a:pt x="856742" y="1079500"/>
                  </a:lnTo>
                  <a:lnTo>
                    <a:pt x="874649" y="1117600"/>
                  </a:lnTo>
                  <a:lnTo>
                    <a:pt x="883412" y="1130300"/>
                  </a:lnTo>
                  <a:lnTo>
                    <a:pt x="891921" y="1155700"/>
                  </a:lnTo>
                  <a:lnTo>
                    <a:pt x="900430" y="1168400"/>
                  </a:lnTo>
                  <a:lnTo>
                    <a:pt x="924560" y="1206500"/>
                  </a:lnTo>
                  <a:lnTo>
                    <a:pt x="947166" y="1244600"/>
                  </a:lnTo>
                  <a:lnTo>
                    <a:pt x="954151" y="1244600"/>
                  </a:lnTo>
                  <a:lnTo>
                    <a:pt x="968375" y="1270000"/>
                  </a:lnTo>
                  <a:lnTo>
                    <a:pt x="975106" y="1270000"/>
                  </a:lnTo>
                  <a:lnTo>
                    <a:pt x="981710" y="1282700"/>
                  </a:lnTo>
                  <a:lnTo>
                    <a:pt x="994791" y="1282700"/>
                  </a:lnTo>
                  <a:lnTo>
                    <a:pt x="1001268" y="1295400"/>
                  </a:lnTo>
                  <a:lnTo>
                    <a:pt x="1073023" y="1295400"/>
                  </a:lnTo>
                  <a:lnTo>
                    <a:pt x="1083310" y="1282700"/>
                  </a:lnTo>
                  <a:lnTo>
                    <a:pt x="1093216" y="1282700"/>
                  </a:lnTo>
                  <a:lnTo>
                    <a:pt x="1102614" y="1270000"/>
                  </a:lnTo>
                  <a:lnTo>
                    <a:pt x="1128522" y="1231900"/>
                  </a:lnTo>
                  <a:lnTo>
                    <a:pt x="1151509" y="1193800"/>
                  </a:lnTo>
                  <a:lnTo>
                    <a:pt x="1178560" y="1130300"/>
                  </a:lnTo>
                  <a:lnTo>
                    <a:pt x="1190879" y="1104900"/>
                  </a:lnTo>
                  <a:lnTo>
                    <a:pt x="1190752" y="1104900"/>
                  </a:lnTo>
                  <a:lnTo>
                    <a:pt x="1195616" y="1094206"/>
                  </a:lnTo>
                  <a:lnTo>
                    <a:pt x="1223645" y="1104900"/>
                  </a:lnTo>
                  <a:lnTo>
                    <a:pt x="1224953" y="1079500"/>
                  </a:lnTo>
                  <a:lnTo>
                    <a:pt x="1227582" y="1028700"/>
                  </a:lnTo>
                  <a:close/>
                </a:path>
              </a:pathLst>
            </a:custGeom>
            <a:solidFill>
              <a:srgbClr val="000000"/>
            </a:solidFill>
          </p:spPr>
          <p:txBody>
            <a:bodyPr wrap="square" lIns="0" tIns="0" rIns="0" bIns="0" rtlCol="0"/>
            <a:lstStyle/>
            <a:p>
              <a:endParaRPr/>
            </a:p>
          </p:txBody>
        </p:sp>
        <p:sp>
          <p:nvSpPr>
            <p:cNvPr id="21" name="object 21"/>
            <p:cNvSpPr/>
            <p:nvPr/>
          </p:nvSpPr>
          <p:spPr>
            <a:xfrm>
              <a:off x="5980937" y="3438906"/>
              <a:ext cx="751840" cy="749935"/>
            </a:xfrm>
            <a:custGeom>
              <a:avLst/>
              <a:gdLst/>
              <a:ahLst/>
              <a:cxnLst/>
              <a:rect l="l" t="t" r="r" b="b"/>
              <a:pathLst>
                <a:path w="751840" h="749935">
                  <a:moveTo>
                    <a:pt x="375665" y="0"/>
                  </a:moveTo>
                  <a:lnTo>
                    <a:pt x="328534" y="2921"/>
                  </a:lnTo>
                  <a:lnTo>
                    <a:pt x="283152" y="11452"/>
                  </a:lnTo>
                  <a:lnTo>
                    <a:pt x="239872" y="25240"/>
                  </a:lnTo>
                  <a:lnTo>
                    <a:pt x="199044" y="43934"/>
                  </a:lnTo>
                  <a:lnTo>
                    <a:pt x="161020" y="67182"/>
                  </a:lnTo>
                  <a:lnTo>
                    <a:pt x="126153" y="94632"/>
                  </a:lnTo>
                  <a:lnTo>
                    <a:pt x="94794" y="125932"/>
                  </a:lnTo>
                  <a:lnTo>
                    <a:pt x="67294" y="160732"/>
                  </a:lnTo>
                  <a:lnTo>
                    <a:pt x="44006" y="198679"/>
                  </a:lnTo>
                  <a:lnTo>
                    <a:pt x="25281" y="239421"/>
                  </a:lnTo>
                  <a:lnTo>
                    <a:pt x="11470" y="282607"/>
                  </a:lnTo>
                  <a:lnTo>
                    <a:pt x="2926" y="327885"/>
                  </a:lnTo>
                  <a:lnTo>
                    <a:pt x="0" y="374904"/>
                  </a:lnTo>
                  <a:lnTo>
                    <a:pt x="2926" y="421922"/>
                  </a:lnTo>
                  <a:lnTo>
                    <a:pt x="11470" y="467200"/>
                  </a:lnTo>
                  <a:lnTo>
                    <a:pt x="25281" y="510386"/>
                  </a:lnTo>
                  <a:lnTo>
                    <a:pt x="44006" y="551128"/>
                  </a:lnTo>
                  <a:lnTo>
                    <a:pt x="67294" y="589075"/>
                  </a:lnTo>
                  <a:lnTo>
                    <a:pt x="94794" y="623875"/>
                  </a:lnTo>
                  <a:lnTo>
                    <a:pt x="126153" y="655175"/>
                  </a:lnTo>
                  <a:lnTo>
                    <a:pt x="161020" y="682625"/>
                  </a:lnTo>
                  <a:lnTo>
                    <a:pt x="199044" y="705873"/>
                  </a:lnTo>
                  <a:lnTo>
                    <a:pt x="239872" y="724567"/>
                  </a:lnTo>
                  <a:lnTo>
                    <a:pt x="283152" y="738355"/>
                  </a:lnTo>
                  <a:lnTo>
                    <a:pt x="328534" y="746886"/>
                  </a:lnTo>
                  <a:lnTo>
                    <a:pt x="375665" y="749808"/>
                  </a:lnTo>
                  <a:lnTo>
                    <a:pt x="422797" y="746886"/>
                  </a:lnTo>
                  <a:lnTo>
                    <a:pt x="468179" y="738355"/>
                  </a:lnTo>
                  <a:lnTo>
                    <a:pt x="511459" y="724567"/>
                  </a:lnTo>
                  <a:lnTo>
                    <a:pt x="552287" y="705873"/>
                  </a:lnTo>
                  <a:lnTo>
                    <a:pt x="590311" y="682625"/>
                  </a:lnTo>
                  <a:lnTo>
                    <a:pt x="625178" y="655175"/>
                  </a:lnTo>
                  <a:lnTo>
                    <a:pt x="656537" y="623875"/>
                  </a:lnTo>
                  <a:lnTo>
                    <a:pt x="684037" y="589075"/>
                  </a:lnTo>
                  <a:lnTo>
                    <a:pt x="707325" y="551128"/>
                  </a:lnTo>
                  <a:lnTo>
                    <a:pt x="726050" y="510386"/>
                  </a:lnTo>
                  <a:lnTo>
                    <a:pt x="739861" y="467200"/>
                  </a:lnTo>
                  <a:lnTo>
                    <a:pt x="748405" y="421922"/>
                  </a:lnTo>
                  <a:lnTo>
                    <a:pt x="751332" y="374904"/>
                  </a:lnTo>
                  <a:lnTo>
                    <a:pt x="748405" y="327885"/>
                  </a:lnTo>
                  <a:lnTo>
                    <a:pt x="739861" y="282607"/>
                  </a:lnTo>
                  <a:lnTo>
                    <a:pt x="726050" y="239421"/>
                  </a:lnTo>
                  <a:lnTo>
                    <a:pt x="707325" y="198679"/>
                  </a:lnTo>
                  <a:lnTo>
                    <a:pt x="684037" y="160732"/>
                  </a:lnTo>
                  <a:lnTo>
                    <a:pt x="656537" y="125932"/>
                  </a:lnTo>
                  <a:lnTo>
                    <a:pt x="625178" y="94632"/>
                  </a:lnTo>
                  <a:lnTo>
                    <a:pt x="590311" y="67182"/>
                  </a:lnTo>
                  <a:lnTo>
                    <a:pt x="552287" y="43934"/>
                  </a:lnTo>
                  <a:lnTo>
                    <a:pt x="511459" y="25240"/>
                  </a:lnTo>
                  <a:lnTo>
                    <a:pt x="468179" y="11452"/>
                  </a:lnTo>
                  <a:lnTo>
                    <a:pt x="422797" y="2921"/>
                  </a:lnTo>
                  <a:lnTo>
                    <a:pt x="375665" y="0"/>
                  </a:lnTo>
                  <a:close/>
                </a:path>
              </a:pathLst>
            </a:custGeom>
            <a:solidFill>
              <a:srgbClr val="183DAF">
                <a:alpha val="19999"/>
              </a:srgbClr>
            </a:solidFill>
          </p:spPr>
          <p:txBody>
            <a:bodyPr wrap="square" lIns="0" tIns="0" rIns="0" bIns="0" rtlCol="0"/>
            <a:lstStyle/>
            <a:p>
              <a:endParaRPr/>
            </a:p>
          </p:txBody>
        </p:sp>
        <p:sp>
          <p:nvSpPr>
            <p:cNvPr id="22" name="object 22"/>
            <p:cNvSpPr/>
            <p:nvPr/>
          </p:nvSpPr>
          <p:spPr>
            <a:xfrm>
              <a:off x="5980937" y="3438906"/>
              <a:ext cx="751840" cy="749935"/>
            </a:xfrm>
            <a:custGeom>
              <a:avLst/>
              <a:gdLst/>
              <a:ahLst/>
              <a:cxnLst/>
              <a:rect l="l" t="t" r="r" b="b"/>
              <a:pathLst>
                <a:path w="751840" h="749935">
                  <a:moveTo>
                    <a:pt x="0" y="374904"/>
                  </a:moveTo>
                  <a:lnTo>
                    <a:pt x="2926" y="327885"/>
                  </a:lnTo>
                  <a:lnTo>
                    <a:pt x="11470" y="282607"/>
                  </a:lnTo>
                  <a:lnTo>
                    <a:pt x="25281" y="239421"/>
                  </a:lnTo>
                  <a:lnTo>
                    <a:pt x="44006" y="198679"/>
                  </a:lnTo>
                  <a:lnTo>
                    <a:pt x="67294" y="160732"/>
                  </a:lnTo>
                  <a:lnTo>
                    <a:pt x="94794" y="125932"/>
                  </a:lnTo>
                  <a:lnTo>
                    <a:pt x="126153" y="94632"/>
                  </a:lnTo>
                  <a:lnTo>
                    <a:pt x="161020" y="67182"/>
                  </a:lnTo>
                  <a:lnTo>
                    <a:pt x="199044" y="43934"/>
                  </a:lnTo>
                  <a:lnTo>
                    <a:pt x="239872" y="25240"/>
                  </a:lnTo>
                  <a:lnTo>
                    <a:pt x="283152" y="11452"/>
                  </a:lnTo>
                  <a:lnTo>
                    <a:pt x="328534" y="2921"/>
                  </a:lnTo>
                  <a:lnTo>
                    <a:pt x="375665" y="0"/>
                  </a:lnTo>
                  <a:lnTo>
                    <a:pt x="422797" y="2921"/>
                  </a:lnTo>
                  <a:lnTo>
                    <a:pt x="468179" y="11452"/>
                  </a:lnTo>
                  <a:lnTo>
                    <a:pt x="511459" y="25240"/>
                  </a:lnTo>
                  <a:lnTo>
                    <a:pt x="552287" y="43934"/>
                  </a:lnTo>
                  <a:lnTo>
                    <a:pt x="590311" y="67182"/>
                  </a:lnTo>
                  <a:lnTo>
                    <a:pt x="625178" y="94632"/>
                  </a:lnTo>
                  <a:lnTo>
                    <a:pt x="656537" y="125932"/>
                  </a:lnTo>
                  <a:lnTo>
                    <a:pt x="684037" y="160732"/>
                  </a:lnTo>
                  <a:lnTo>
                    <a:pt x="707325" y="198679"/>
                  </a:lnTo>
                  <a:lnTo>
                    <a:pt x="726050" y="239421"/>
                  </a:lnTo>
                  <a:lnTo>
                    <a:pt x="739861" y="282607"/>
                  </a:lnTo>
                  <a:lnTo>
                    <a:pt x="748405" y="327885"/>
                  </a:lnTo>
                  <a:lnTo>
                    <a:pt x="751332" y="374904"/>
                  </a:lnTo>
                  <a:lnTo>
                    <a:pt x="748405" y="421922"/>
                  </a:lnTo>
                  <a:lnTo>
                    <a:pt x="739861" y="467200"/>
                  </a:lnTo>
                  <a:lnTo>
                    <a:pt x="726050" y="510386"/>
                  </a:lnTo>
                  <a:lnTo>
                    <a:pt x="707325" y="551128"/>
                  </a:lnTo>
                  <a:lnTo>
                    <a:pt x="684037" y="589075"/>
                  </a:lnTo>
                  <a:lnTo>
                    <a:pt x="656537" y="623875"/>
                  </a:lnTo>
                  <a:lnTo>
                    <a:pt x="625178" y="655175"/>
                  </a:lnTo>
                  <a:lnTo>
                    <a:pt x="590311" y="682625"/>
                  </a:lnTo>
                  <a:lnTo>
                    <a:pt x="552287" y="705873"/>
                  </a:lnTo>
                  <a:lnTo>
                    <a:pt x="511459" y="724567"/>
                  </a:lnTo>
                  <a:lnTo>
                    <a:pt x="468179" y="738355"/>
                  </a:lnTo>
                  <a:lnTo>
                    <a:pt x="422797" y="746886"/>
                  </a:lnTo>
                  <a:lnTo>
                    <a:pt x="375665" y="749808"/>
                  </a:lnTo>
                  <a:lnTo>
                    <a:pt x="328534" y="746886"/>
                  </a:lnTo>
                  <a:lnTo>
                    <a:pt x="283152" y="738355"/>
                  </a:lnTo>
                  <a:lnTo>
                    <a:pt x="239872" y="724567"/>
                  </a:lnTo>
                  <a:lnTo>
                    <a:pt x="199044" y="705873"/>
                  </a:lnTo>
                  <a:lnTo>
                    <a:pt x="161020" y="682625"/>
                  </a:lnTo>
                  <a:lnTo>
                    <a:pt x="126153" y="655175"/>
                  </a:lnTo>
                  <a:lnTo>
                    <a:pt x="94794" y="623875"/>
                  </a:lnTo>
                  <a:lnTo>
                    <a:pt x="67294" y="589075"/>
                  </a:lnTo>
                  <a:lnTo>
                    <a:pt x="44006" y="551128"/>
                  </a:lnTo>
                  <a:lnTo>
                    <a:pt x="25281" y="510386"/>
                  </a:lnTo>
                  <a:lnTo>
                    <a:pt x="11470" y="467200"/>
                  </a:lnTo>
                  <a:lnTo>
                    <a:pt x="2926" y="421922"/>
                  </a:lnTo>
                  <a:lnTo>
                    <a:pt x="0" y="374904"/>
                  </a:lnTo>
                  <a:close/>
                </a:path>
              </a:pathLst>
            </a:custGeom>
            <a:ln w="19812">
              <a:solidFill>
                <a:srgbClr val="183DAF"/>
              </a:solidFill>
            </a:ln>
          </p:spPr>
          <p:txBody>
            <a:bodyPr wrap="square" lIns="0" tIns="0" rIns="0" bIns="0" rtlCol="0"/>
            <a:lstStyle/>
            <a:p>
              <a:endParaRPr/>
            </a:p>
          </p:txBody>
        </p:sp>
        <p:sp>
          <p:nvSpPr>
            <p:cNvPr id="23" name="object 23"/>
            <p:cNvSpPr/>
            <p:nvPr/>
          </p:nvSpPr>
          <p:spPr>
            <a:xfrm>
              <a:off x="7725918" y="4213098"/>
              <a:ext cx="76200" cy="720090"/>
            </a:xfrm>
            <a:custGeom>
              <a:avLst/>
              <a:gdLst/>
              <a:ahLst/>
              <a:cxnLst/>
              <a:rect l="l" t="t" r="r" b="b"/>
              <a:pathLst>
                <a:path w="76200" h="720089">
                  <a:moveTo>
                    <a:pt x="48005" y="63500"/>
                  </a:moveTo>
                  <a:lnTo>
                    <a:pt x="28193" y="63500"/>
                  </a:lnTo>
                  <a:lnTo>
                    <a:pt x="28193" y="719963"/>
                  </a:lnTo>
                  <a:lnTo>
                    <a:pt x="48005" y="719963"/>
                  </a:lnTo>
                  <a:lnTo>
                    <a:pt x="48005" y="63500"/>
                  </a:lnTo>
                  <a:close/>
                </a:path>
                <a:path w="76200" h="720089">
                  <a:moveTo>
                    <a:pt x="38100" y="0"/>
                  </a:moveTo>
                  <a:lnTo>
                    <a:pt x="0" y="76200"/>
                  </a:lnTo>
                  <a:lnTo>
                    <a:pt x="28193" y="76200"/>
                  </a:lnTo>
                  <a:lnTo>
                    <a:pt x="28193" y="63500"/>
                  </a:lnTo>
                  <a:lnTo>
                    <a:pt x="69850" y="63500"/>
                  </a:lnTo>
                  <a:lnTo>
                    <a:pt x="38100" y="0"/>
                  </a:lnTo>
                  <a:close/>
                </a:path>
                <a:path w="76200" h="720089">
                  <a:moveTo>
                    <a:pt x="69850" y="63500"/>
                  </a:moveTo>
                  <a:lnTo>
                    <a:pt x="48005" y="63500"/>
                  </a:lnTo>
                  <a:lnTo>
                    <a:pt x="48005" y="76200"/>
                  </a:lnTo>
                  <a:lnTo>
                    <a:pt x="76200" y="76200"/>
                  </a:lnTo>
                  <a:lnTo>
                    <a:pt x="69850" y="63500"/>
                  </a:lnTo>
                  <a:close/>
                </a:path>
              </a:pathLst>
            </a:custGeom>
            <a:solidFill>
              <a:srgbClr val="000000"/>
            </a:solidFill>
          </p:spPr>
          <p:txBody>
            <a:bodyPr wrap="square" lIns="0" tIns="0" rIns="0" bIns="0" rtlCol="0"/>
            <a:lstStyle/>
            <a:p>
              <a:endParaRPr/>
            </a:p>
          </p:txBody>
        </p:sp>
        <p:sp>
          <p:nvSpPr>
            <p:cNvPr id="24" name="object 24"/>
            <p:cNvSpPr/>
            <p:nvPr/>
          </p:nvSpPr>
          <p:spPr>
            <a:xfrm>
              <a:off x="7383018" y="3438906"/>
              <a:ext cx="751840" cy="749935"/>
            </a:xfrm>
            <a:custGeom>
              <a:avLst/>
              <a:gdLst/>
              <a:ahLst/>
              <a:cxnLst/>
              <a:rect l="l" t="t" r="r" b="b"/>
              <a:pathLst>
                <a:path w="751840" h="749935">
                  <a:moveTo>
                    <a:pt x="375665" y="0"/>
                  </a:moveTo>
                  <a:lnTo>
                    <a:pt x="328534" y="2921"/>
                  </a:lnTo>
                  <a:lnTo>
                    <a:pt x="283152" y="11452"/>
                  </a:lnTo>
                  <a:lnTo>
                    <a:pt x="239872" y="25240"/>
                  </a:lnTo>
                  <a:lnTo>
                    <a:pt x="199044" y="43934"/>
                  </a:lnTo>
                  <a:lnTo>
                    <a:pt x="161020" y="67182"/>
                  </a:lnTo>
                  <a:lnTo>
                    <a:pt x="126153" y="94632"/>
                  </a:lnTo>
                  <a:lnTo>
                    <a:pt x="94794" y="125932"/>
                  </a:lnTo>
                  <a:lnTo>
                    <a:pt x="67294" y="160732"/>
                  </a:lnTo>
                  <a:lnTo>
                    <a:pt x="44006" y="198679"/>
                  </a:lnTo>
                  <a:lnTo>
                    <a:pt x="25281" y="239421"/>
                  </a:lnTo>
                  <a:lnTo>
                    <a:pt x="11470" y="282607"/>
                  </a:lnTo>
                  <a:lnTo>
                    <a:pt x="2926" y="327885"/>
                  </a:lnTo>
                  <a:lnTo>
                    <a:pt x="0" y="374904"/>
                  </a:lnTo>
                  <a:lnTo>
                    <a:pt x="2926" y="421922"/>
                  </a:lnTo>
                  <a:lnTo>
                    <a:pt x="11470" y="467200"/>
                  </a:lnTo>
                  <a:lnTo>
                    <a:pt x="25281" y="510386"/>
                  </a:lnTo>
                  <a:lnTo>
                    <a:pt x="44006" y="551128"/>
                  </a:lnTo>
                  <a:lnTo>
                    <a:pt x="67294" y="589075"/>
                  </a:lnTo>
                  <a:lnTo>
                    <a:pt x="94794" y="623875"/>
                  </a:lnTo>
                  <a:lnTo>
                    <a:pt x="126153" y="655175"/>
                  </a:lnTo>
                  <a:lnTo>
                    <a:pt x="161020" y="682625"/>
                  </a:lnTo>
                  <a:lnTo>
                    <a:pt x="199044" y="705873"/>
                  </a:lnTo>
                  <a:lnTo>
                    <a:pt x="239872" y="724567"/>
                  </a:lnTo>
                  <a:lnTo>
                    <a:pt x="283152" y="738355"/>
                  </a:lnTo>
                  <a:lnTo>
                    <a:pt x="328534" y="746886"/>
                  </a:lnTo>
                  <a:lnTo>
                    <a:pt x="375665" y="749808"/>
                  </a:lnTo>
                  <a:lnTo>
                    <a:pt x="422797" y="746886"/>
                  </a:lnTo>
                  <a:lnTo>
                    <a:pt x="468179" y="738355"/>
                  </a:lnTo>
                  <a:lnTo>
                    <a:pt x="511459" y="724567"/>
                  </a:lnTo>
                  <a:lnTo>
                    <a:pt x="552287" y="705873"/>
                  </a:lnTo>
                  <a:lnTo>
                    <a:pt x="590311" y="682625"/>
                  </a:lnTo>
                  <a:lnTo>
                    <a:pt x="625178" y="655175"/>
                  </a:lnTo>
                  <a:lnTo>
                    <a:pt x="656537" y="623875"/>
                  </a:lnTo>
                  <a:lnTo>
                    <a:pt x="684037" y="589075"/>
                  </a:lnTo>
                  <a:lnTo>
                    <a:pt x="707325" y="551128"/>
                  </a:lnTo>
                  <a:lnTo>
                    <a:pt x="726050" y="510386"/>
                  </a:lnTo>
                  <a:lnTo>
                    <a:pt x="739861" y="467200"/>
                  </a:lnTo>
                  <a:lnTo>
                    <a:pt x="748405" y="421922"/>
                  </a:lnTo>
                  <a:lnTo>
                    <a:pt x="751331" y="374904"/>
                  </a:lnTo>
                  <a:lnTo>
                    <a:pt x="748405" y="327885"/>
                  </a:lnTo>
                  <a:lnTo>
                    <a:pt x="739861" y="282607"/>
                  </a:lnTo>
                  <a:lnTo>
                    <a:pt x="726050" y="239421"/>
                  </a:lnTo>
                  <a:lnTo>
                    <a:pt x="707325" y="198679"/>
                  </a:lnTo>
                  <a:lnTo>
                    <a:pt x="684037" y="160732"/>
                  </a:lnTo>
                  <a:lnTo>
                    <a:pt x="656537" y="125932"/>
                  </a:lnTo>
                  <a:lnTo>
                    <a:pt x="625178" y="94632"/>
                  </a:lnTo>
                  <a:lnTo>
                    <a:pt x="590311" y="67182"/>
                  </a:lnTo>
                  <a:lnTo>
                    <a:pt x="552287" y="43934"/>
                  </a:lnTo>
                  <a:lnTo>
                    <a:pt x="511459" y="25240"/>
                  </a:lnTo>
                  <a:lnTo>
                    <a:pt x="468179" y="11452"/>
                  </a:lnTo>
                  <a:lnTo>
                    <a:pt x="422797" y="2921"/>
                  </a:lnTo>
                  <a:lnTo>
                    <a:pt x="375665" y="0"/>
                  </a:lnTo>
                  <a:close/>
                </a:path>
              </a:pathLst>
            </a:custGeom>
            <a:solidFill>
              <a:srgbClr val="183DAF">
                <a:alpha val="19999"/>
              </a:srgbClr>
            </a:solidFill>
          </p:spPr>
          <p:txBody>
            <a:bodyPr wrap="square" lIns="0" tIns="0" rIns="0" bIns="0" rtlCol="0"/>
            <a:lstStyle/>
            <a:p>
              <a:endParaRPr/>
            </a:p>
          </p:txBody>
        </p:sp>
        <p:sp>
          <p:nvSpPr>
            <p:cNvPr id="25" name="object 25"/>
            <p:cNvSpPr/>
            <p:nvPr/>
          </p:nvSpPr>
          <p:spPr>
            <a:xfrm>
              <a:off x="7383018" y="3438906"/>
              <a:ext cx="751840" cy="749935"/>
            </a:xfrm>
            <a:custGeom>
              <a:avLst/>
              <a:gdLst/>
              <a:ahLst/>
              <a:cxnLst/>
              <a:rect l="l" t="t" r="r" b="b"/>
              <a:pathLst>
                <a:path w="751840" h="749935">
                  <a:moveTo>
                    <a:pt x="0" y="374904"/>
                  </a:moveTo>
                  <a:lnTo>
                    <a:pt x="2926" y="327885"/>
                  </a:lnTo>
                  <a:lnTo>
                    <a:pt x="11470" y="282607"/>
                  </a:lnTo>
                  <a:lnTo>
                    <a:pt x="25281" y="239421"/>
                  </a:lnTo>
                  <a:lnTo>
                    <a:pt x="44006" y="198679"/>
                  </a:lnTo>
                  <a:lnTo>
                    <a:pt x="67294" y="160732"/>
                  </a:lnTo>
                  <a:lnTo>
                    <a:pt x="94794" y="125932"/>
                  </a:lnTo>
                  <a:lnTo>
                    <a:pt x="126153" y="94632"/>
                  </a:lnTo>
                  <a:lnTo>
                    <a:pt x="161020" y="67182"/>
                  </a:lnTo>
                  <a:lnTo>
                    <a:pt x="199044" y="43934"/>
                  </a:lnTo>
                  <a:lnTo>
                    <a:pt x="239872" y="25240"/>
                  </a:lnTo>
                  <a:lnTo>
                    <a:pt x="283152" y="11452"/>
                  </a:lnTo>
                  <a:lnTo>
                    <a:pt x="328534" y="2921"/>
                  </a:lnTo>
                  <a:lnTo>
                    <a:pt x="375665" y="0"/>
                  </a:lnTo>
                  <a:lnTo>
                    <a:pt x="422797" y="2921"/>
                  </a:lnTo>
                  <a:lnTo>
                    <a:pt x="468179" y="11452"/>
                  </a:lnTo>
                  <a:lnTo>
                    <a:pt x="511459" y="25240"/>
                  </a:lnTo>
                  <a:lnTo>
                    <a:pt x="552287" y="43934"/>
                  </a:lnTo>
                  <a:lnTo>
                    <a:pt x="590311" y="67182"/>
                  </a:lnTo>
                  <a:lnTo>
                    <a:pt x="625178" y="94632"/>
                  </a:lnTo>
                  <a:lnTo>
                    <a:pt x="656537" y="125932"/>
                  </a:lnTo>
                  <a:lnTo>
                    <a:pt x="684037" y="160732"/>
                  </a:lnTo>
                  <a:lnTo>
                    <a:pt x="707325" y="198679"/>
                  </a:lnTo>
                  <a:lnTo>
                    <a:pt x="726050" y="239421"/>
                  </a:lnTo>
                  <a:lnTo>
                    <a:pt x="739861" y="282607"/>
                  </a:lnTo>
                  <a:lnTo>
                    <a:pt x="748405" y="327885"/>
                  </a:lnTo>
                  <a:lnTo>
                    <a:pt x="751331" y="374904"/>
                  </a:lnTo>
                  <a:lnTo>
                    <a:pt x="748405" y="421922"/>
                  </a:lnTo>
                  <a:lnTo>
                    <a:pt x="739861" y="467200"/>
                  </a:lnTo>
                  <a:lnTo>
                    <a:pt x="726050" y="510386"/>
                  </a:lnTo>
                  <a:lnTo>
                    <a:pt x="707325" y="551128"/>
                  </a:lnTo>
                  <a:lnTo>
                    <a:pt x="684037" y="589075"/>
                  </a:lnTo>
                  <a:lnTo>
                    <a:pt x="656537" y="623875"/>
                  </a:lnTo>
                  <a:lnTo>
                    <a:pt x="625178" y="655175"/>
                  </a:lnTo>
                  <a:lnTo>
                    <a:pt x="590311" y="682625"/>
                  </a:lnTo>
                  <a:lnTo>
                    <a:pt x="552287" y="705873"/>
                  </a:lnTo>
                  <a:lnTo>
                    <a:pt x="511459" y="724567"/>
                  </a:lnTo>
                  <a:lnTo>
                    <a:pt x="468179" y="738355"/>
                  </a:lnTo>
                  <a:lnTo>
                    <a:pt x="422797" y="746886"/>
                  </a:lnTo>
                  <a:lnTo>
                    <a:pt x="375665" y="749808"/>
                  </a:lnTo>
                  <a:lnTo>
                    <a:pt x="328534" y="746886"/>
                  </a:lnTo>
                  <a:lnTo>
                    <a:pt x="283152" y="738355"/>
                  </a:lnTo>
                  <a:lnTo>
                    <a:pt x="239872" y="724567"/>
                  </a:lnTo>
                  <a:lnTo>
                    <a:pt x="199044" y="705873"/>
                  </a:lnTo>
                  <a:lnTo>
                    <a:pt x="161020" y="682625"/>
                  </a:lnTo>
                  <a:lnTo>
                    <a:pt x="126153" y="655175"/>
                  </a:lnTo>
                  <a:lnTo>
                    <a:pt x="94794" y="623875"/>
                  </a:lnTo>
                  <a:lnTo>
                    <a:pt x="67294" y="589075"/>
                  </a:lnTo>
                  <a:lnTo>
                    <a:pt x="44006" y="551128"/>
                  </a:lnTo>
                  <a:lnTo>
                    <a:pt x="25281" y="510386"/>
                  </a:lnTo>
                  <a:lnTo>
                    <a:pt x="11470" y="467200"/>
                  </a:lnTo>
                  <a:lnTo>
                    <a:pt x="2926" y="421922"/>
                  </a:lnTo>
                  <a:lnTo>
                    <a:pt x="0" y="374904"/>
                  </a:lnTo>
                  <a:close/>
                </a:path>
              </a:pathLst>
            </a:custGeom>
            <a:ln w="19812">
              <a:solidFill>
                <a:srgbClr val="183DAF"/>
              </a:solidFill>
            </a:ln>
          </p:spPr>
          <p:txBody>
            <a:bodyPr wrap="square" lIns="0" tIns="0" rIns="0" bIns="0" rtlCol="0"/>
            <a:lstStyle/>
            <a:p>
              <a:endParaRPr/>
            </a:p>
          </p:txBody>
        </p:sp>
      </p:grpSp>
      <p:pic>
        <p:nvPicPr>
          <p:cNvPr id="26" name="object 26"/>
          <p:cNvPicPr/>
          <p:nvPr/>
        </p:nvPicPr>
        <p:blipFill>
          <a:blip r:embed="rId7" cstate="print"/>
          <a:stretch>
            <a:fillRect/>
          </a:stretch>
        </p:blipFill>
        <p:spPr>
          <a:xfrm>
            <a:off x="2055934" y="5097845"/>
            <a:ext cx="175963" cy="157668"/>
          </a:xfrm>
          <a:prstGeom prst="rect">
            <a:avLst/>
          </a:prstGeom>
        </p:spPr>
      </p:pic>
      <p:pic>
        <p:nvPicPr>
          <p:cNvPr id="27" name="object 27"/>
          <p:cNvPicPr/>
          <p:nvPr/>
        </p:nvPicPr>
        <p:blipFill>
          <a:blip r:embed="rId8" cstate="print"/>
          <a:stretch>
            <a:fillRect/>
          </a:stretch>
        </p:blipFill>
        <p:spPr>
          <a:xfrm>
            <a:off x="3465636" y="5097801"/>
            <a:ext cx="171389" cy="156188"/>
          </a:xfrm>
          <a:prstGeom prst="rect">
            <a:avLst/>
          </a:prstGeom>
        </p:spPr>
      </p:pic>
      <p:pic>
        <p:nvPicPr>
          <p:cNvPr id="28" name="object 28"/>
          <p:cNvPicPr/>
          <p:nvPr/>
        </p:nvPicPr>
        <p:blipFill>
          <a:blip r:embed="rId9" cstate="print"/>
          <a:stretch>
            <a:fillRect/>
          </a:stretch>
        </p:blipFill>
        <p:spPr>
          <a:xfrm>
            <a:off x="4855483" y="5097801"/>
            <a:ext cx="174478" cy="156188"/>
          </a:xfrm>
          <a:prstGeom prst="rect">
            <a:avLst/>
          </a:prstGeom>
        </p:spPr>
      </p:pic>
      <p:pic>
        <p:nvPicPr>
          <p:cNvPr id="29" name="object 29"/>
          <p:cNvPicPr/>
          <p:nvPr/>
        </p:nvPicPr>
        <p:blipFill>
          <a:blip r:embed="rId10" cstate="print"/>
          <a:stretch>
            <a:fillRect/>
          </a:stretch>
        </p:blipFill>
        <p:spPr>
          <a:xfrm>
            <a:off x="6288124" y="5097845"/>
            <a:ext cx="172873" cy="157668"/>
          </a:xfrm>
          <a:prstGeom prst="rect">
            <a:avLst/>
          </a:prstGeom>
        </p:spPr>
      </p:pic>
      <p:pic>
        <p:nvPicPr>
          <p:cNvPr id="30" name="object 30"/>
          <p:cNvPicPr/>
          <p:nvPr/>
        </p:nvPicPr>
        <p:blipFill>
          <a:blip r:embed="rId11" cstate="print"/>
          <a:stretch>
            <a:fillRect/>
          </a:stretch>
        </p:blipFill>
        <p:spPr>
          <a:xfrm>
            <a:off x="7661205" y="5097801"/>
            <a:ext cx="180536" cy="156188"/>
          </a:xfrm>
          <a:prstGeom prst="rect">
            <a:avLst/>
          </a:prstGeom>
        </p:spPr>
      </p:pic>
      <p:pic>
        <p:nvPicPr>
          <p:cNvPr id="31" name="object 31"/>
          <p:cNvPicPr/>
          <p:nvPr/>
        </p:nvPicPr>
        <p:blipFill>
          <a:blip r:embed="rId12" cstate="print"/>
          <a:stretch>
            <a:fillRect/>
          </a:stretch>
        </p:blipFill>
        <p:spPr>
          <a:xfrm>
            <a:off x="7665842" y="2343977"/>
            <a:ext cx="140847" cy="157668"/>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3498" y="6524434"/>
            <a:ext cx="78443"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3231" y="1464563"/>
            <a:ext cx="1527809" cy="174498"/>
          </a:xfrm>
          <a:prstGeom prst="rect">
            <a:avLst/>
          </a:prstGeom>
        </p:spPr>
      </p:pic>
      <p:sp>
        <p:nvSpPr>
          <p:cNvPr id="7" name="object 7"/>
          <p:cNvSpPr txBox="1"/>
          <p:nvPr/>
        </p:nvSpPr>
        <p:spPr>
          <a:xfrm>
            <a:off x="437489" y="431419"/>
            <a:ext cx="48113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2.1.</a:t>
            </a:r>
            <a:r>
              <a:rPr sz="1800" spc="-20" dirty="0">
                <a:solidFill>
                  <a:srgbClr val="FFFFFF"/>
                </a:solidFill>
                <a:latin typeface="Ebrima"/>
                <a:cs typeface="Ebrima"/>
              </a:rPr>
              <a:t> </a:t>
            </a:r>
            <a:r>
              <a:rPr sz="1800" spc="-5" dirty="0">
                <a:solidFill>
                  <a:srgbClr val="FFFFFF"/>
                </a:solidFill>
                <a:latin typeface="Ebrima"/>
                <a:cs typeface="Ebrima"/>
              </a:rPr>
              <a:t>About</a:t>
            </a:r>
            <a:r>
              <a:rPr sz="1800" spc="-15" dirty="0">
                <a:solidFill>
                  <a:srgbClr val="FFFFFF"/>
                </a:solidFill>
                <a:latin typeface="Ebrima"/>
                <a:cs typeface="Ebrima"/>
              </a:rPr>
              <a:t> </a:t>
            </a:r>
            <a:r>
              <a:rPr sz="1800" dirty="0">
                <a:solidFill>
                  <a:srgbClr val="FFFFFF"/>
                </a:solidFill>
                <a:latin typeface="Ebrima"/>
                <a:cs typeface="Ebrima"/>
              </a:rPr>
              <a:t>the</a:t>
            </a:r>
            <a:r>
              <a:rPr sz="1800" spc="-25" dirty="0">
                <a:solidFill>
                  <a:srgbClr val="FFFFFF"/>
                </a:solidFill>
                <a:latin typeface="Ebrima"/>
                <a:cs typeface="Ebrima"/>
              </a:rPr>
              <a:t> </a:t>
            </a:r>
            <a:r>
              <a:rPr sz="1800" spc="-5" dirty="0">
                <a:solidFill>
                  <a:srgbClr val="FFFFFF"/>
                </a:solidFill>
                <a:latin typeface="Ebrima"/>
                <a:cs typeface="Ebrima"/>
              </a:rPr>
              <a:t>Recurrent</a:t>
            </a:r>
            <a:r>
              <a:rPr sz="1800" spc="-20" dirty="0">
                <a:solidFill>
                  <a:srgbClr val="FFFFFF"/>
                </a:solidFill>
                <a:latin typeface="Ebrima"/>
                <a:cs typeface="Ebrima"/>
              </a:rPr>
              <a:t> </a:t>
            </a:r>
            <a:r>
              <a:rPr sz="1800" spc="-5" dirty="0">
                <a:solidFill>
                  <a:srgbClr val="FFFFFF"/>
                </a:solidFill>
                <a:latin typeface="Ebrima"/>
                <a:cs typeface="Ebrima"/>
              </a:rPr>
              <a:t>Neural</a:t>
            </a:r>
            <a:r>
              <a:rPr sz="1800" spc="-15" dirty="0">
                <a:solidFill>
                  <a:srgbClr val="FFFFFF"/>
                </a:solidFill>
                <a:latin typeface="Ebrima"/>
                <a:cs typeface="Ebrima"/>
              </a:rPr>
              <a:t> </a:t>
            </a:r>
            <a:r>
              <a:rPr sz="1800" spc="-5" dirty="0">
                <a:solidFill>
                  <a:srgbClr val="FFFFFF"/>
                </a:solidFill>
                <a:latin typeface="Ebrima"/>
                <a:cs typeface="Ebrima"/>
              </a:rPr>
              <a:t>Network (RNN)</a:t>
            </a:r>
            <a:endParaRPr sz="1800">
              <a:latin typeface="Ebrima"/>
              <a:cs typeface="Ebrima"/>
            </a:endParaRPr>
          </a:p>
        </p:txBody>
      </p:sp>
      <p:sp>
        <p:nvSpPr>
          <p:cNvPr id="8" name="object 8"/>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02</a:t>
            </a:r>
            <a:endParaRPr sz="1600">
              <a:latin typeface="Ebrima"/>
              <a:cs typeface="Ebrima"/>
            </a:endParaRPr>
          </a:p>
        </p:txBody>
      </p:sp>
      <p:pic>
        <p:nvPicPr>
          <p:cNvPr id="9" name="object 9"/>
          <p:cNvPicPr/>
          <p:nvPr/>
        </p:nvPicPr>
        <p:blipFill>
          <a:blip r:embed="rId6" cstate="print"/>
          <a:stretch>
            <a:fillRect/>
          </a:stretch>
        </p:blipFill>
        <p:spPr>
          <a:xfrm>
            <a:off x="710183" y="1805939"/>
            <a:ext cx="3539490" cy="162305"/>
          </a:xfrm>
          <a:prstGeom prst="rect">
            <a:avLst/>
          </a:prstGeom>
        </p:spPr>
      </p:pic>
      <p:grpSp>
        <p:nvGrpSpPr>
          <p:cNvPr id="10" name="object 10"/>
          <p:cNvGrpSpPr/>
          <p:nvPr/>
        </p:nvGrpSpPr>
        <p:grpSpPr>
          <a:xfrm>
            <a:off x="1766316" y="2680716"/>
            <a:ext cx="6377940" cy="2252345"/>
            <a:chOff x="1766316" y="2680716"/>
            <a:chExt cx="6377940" cy="2252345"/>
          </a:xfrm>
        </p:grpSpPr>
        <p:sp>
          <p:nvSpPr>
            <p:cNvPr id="11" name="object 11"/>
            <p:cNvSpPr/>
            <p:nvPr/>
          </p:nvSpPr>
          <p:spPr>
            <a:xfrm>
              <a:off x="2108454" y="2680715"/>
              <a:ext cx="1229360" cy="2252345"/>
            </a:xfrm>
            <a:custGeom>
              <a:avLst/>
              <a:gdLst/>
              <a:ahLst/>
              <a:cxnLst/>
              <a:rect l="l" t="t" r="r" b="b"/>
              <a:pathLst>
                <a:path w="1229360" h="2252345">
                  <a:moveTo>
                    <a:pt x="76200" y="1608582"/>
                  </a:moveTo>
                  <a:lnTo>
                    <a:pt x="69850" y="1595882"/>
                  </a:lnTo>
                  <a:lnTo>
                    <a:pt x="38100" y="1532382"/>
                  </a:lnTo>
                  <a:lnTo>
                    <a:pt x="0" y="1608582"/>
                  </a:lnTo>
                  <a:lnTo>
                    <a:pt x="28194" y="1608582"/>
                  </a:lnTo>
                  <a:lnTo>
                    <a:pt x="28194" y="2252345"/>
                  </a:lnTo>
                  <a:lnTo>
                    <a:pt x="48006" y="2252345"/>
                  </a:lnTo>
                  <a:lnTo>
                    <a:pt x="48006" y="1608582"/>
                  </a:lnTo>
                  <a:lnTo>
                    <a:pt x="76200" y="1608582"/>
                  </a:lnTo>
                  <a:close/>
                </a:path>
                <a:path w="1229360" h="2252345">
                  <a:moveTo>
                    <a:pt x="86106" y="76200"/>
                  </a:moveTo>
                  <a:lnTo>
                    <a:pt x="79756" y="63500"/>
                  </a:lnTo>
                  <a:lnTo>
                    <a:pt x="48006" y="0"/>
                  </a:lnTo>
                  <a:lnTo>
                    <a:pt x="9906" y="76200"/>
                  </a:lnTo>
                  <a:lnTo>
                    <a:pt x="40386" y="76200"/>
                  </a:lnTo>
                  <a:lnTo>
                    <a:pt x="40386" y="761365"/>
                  </a:lnTo>
                  <a:lnTo>
                    <a:pt x="55626" y="761365"/>
                  </a:lnTo>
                  <a:lnTo>
                    <a:pt x="55626" y="76200"/>
                  </a:lnTo>
                  <a:lnTo>
                    <a:pt x="86106" y="76200"/>
                  </a:lnTo>
                  <a:close/>
                </a:path>
                <a:path w="1229360" h="2252345">
                  <a:moveTo>
                    <a:pt x="1229106" y="1472438"/>
                  </a:moveTo>
                  <a:lnTo>
                    <a:pt x="1158621" y="1523238"/>
                  </a:lnTo>
                  <a:lnTo>
                    <a:pt x="1187348" y="1534210"/>
                  </a:lnTo>
                  <a:lnTo>
                    <a:pt x="1180719" y="1548638"/>
                  </a:lnTo>
                  <a:lnTo>
                    <a:pt x="1168514" y="1574038"/>
                  </a:lnTo>
                  <a:lnTo>
                    <a:pt x="1155446" y="1599438"/>
                  </a:lnTo>
                  <a:lnTo>
                    <a:pt x="1155573" y="1599438"/>
                  </a:lnTo>
                  <a:lnTo>
                    <a:pt x="1141603" y="1637538"/>
                  </a:lnTo>
                  <a:lnTo>
                    <a:pt x="1141730" y="1624838"/>
                  </a:lnTo>
                  <a:lnTo>
                    <a:pt x="1134491" y="1650238"/>
                  </a:lnTo>
                  <a:lnTo>
                    <a:pt x="1126998" y="1662938"/>
                  </a:lnTo>
                  <a:lnTo>
                    <a:pt x="1127125" y="1662938"/>
                  </a:lnTo>
                  <a:lnTo>
                    <a:pt x="1119251" y="1675638"/>
                  </a:lnTo>
                  <a:lnTo>
                    <a:pt x="1119505" y="1675638"/>
                  </a:lnTo>
                  <a:lnTo>
                    <a:pt x="1111250" y="1688338"/>
                  </a:lnTo>
                  <a:lnTo>
                    <a:pt x="1103249" y="1688338"/>
                  </a:lnTo>
                  <a:lnTo>
                    <a:pt x="1094613" y="1701038"/>
                  </a:lnTo>
                  <a:lnTo>
                    <a:pt x="1094994" y="1701038"/>
                  </a:lnTo>
                  <a:lnTo>
                    <a:pt x="1085977" y="1713738"/>
                  </a:lnTo>
                  <a:lnTo>
                    <a:pt x="1077595" y="1713738"/>
                  </a:lnTo>
                  <a:lnTo>
                    <a:pt x="1068070" y="1726438"/>
                  </a:lnTo>
                  <a:lnTo>
                    <a:pt x="1009269" y="1726438"/>
                  </a:lnTo>
                  <a:lnTo>
                    <a:pt x="1003173" y="1713738"/>
                  </a:lnTo>
                  <a:lnTo>
                    <a:pt x="991616" y="1713738"/>
                  </a:lnTo>
                  <a:lnTo>
                    <a:pt x="985266" y="1701038"/>
                  </a:lnTo>
                  <a:lnTo>
                    <a:pt x="978916" y="1701038"/>
                  </a:lnTo>
                  <a:lnTo>
                    <a:pt x="972058" y="1688338"/>
                  </a:lnTo>
                  <a:lnTo>
                    <a:pt x="965708" y="1688338"/>
                  </a:lnTo>
                  <a:lnTo>
                    <a:pt x="958723" y="1675638"/>
                  </a:lnTo>
                  <a:lnTo>
                    <a:pt x="958850" y="1675638"/>
                  </a:lnTo>
                  <a:lnTo>
                    <a:pt x="951611" y="1662938"/>
                  </a:lnTo>
                  <a:lnTo>
                    <a:pt x="951738" y="1662938"/>
                  </a:lnTo>
                  <a:lnTo>
                    <a:pt x="944372" y="1650238"/>
                  </a:lnTo>
                  <a:lnTo>
                    <a:pt x="936752" y="1637538"/>
                  </a:lnTo>
                  <a:lnTo>
                    <a:pt x="936879" y="1637538"/>
                  </a:lnTo>
                  <a:lnTo>
                    <a:pt x="929005" y="1624838"/>
                  </a:lnTo>
                  <a:lnTo>
                    <a:pt x="929132" y="1624838"/>
                  </a:lnTo>
                  <a:lnTo>
                    <a:pt x="921131" y="1612138"/>
                  </a:lnTo>
                  <a:lnTo>
                    <a:pt x="913003" y="1599438"/>
                  </a:lnTo>
                  <a:lnTo>
                    <a:pt x="896239" y="1574038"/>
                  </a:lnTo>
                  <a:lnTo>
                    <a:pt x="891857" y="1561338"/>
                  </a:lnTo>
                  <a:lnTo>
                    <a:pt x="887476" y="1548638"/>
                  </a:lnTo>
                  <a:lnTo>
                    <a:pt x="887476" y="1561338"/>
                  </a:lnTo>
                  <a:lnTo>
                    <a:pt x="869696" y="1523238"/>
                  </a:lnTo>
                  <a:lnTo>
                    <a:pt x="860552" y="1497838"/>
                  </a:lnTo>
                  <a:lnTo>
                    <a:pt x="851408" y="1485138"/>
                  </a:lnTo>
                  <a:lnTo>
                    <a:pt x="841883" y="1459738"/>
                  </a:lnTo>
                  <a:lnTo>
                    <a:pt x="842010" y="1459738"/>
                  </a:lnTo>
                  <a:lnTo>
                    <a:pt x="822960" y="1421638"/>
                  </a:lnTo>
                  <a:lnTo>
                    <a:pt x="803275" y="1383538"/>
                  </a:lnTo>
                  <a:lnTo>
                    <a:pt x="783463" y="1332738"/>
                  </a:lnTo>
                  <a:lnTo>
                    <a:pt x="763270" y="1294638"/>
                  </a:lnTo>
                  <a:lnTo>
                    <a:pt x="742823" y="1243838"/>
                  </a:lnTo>
                  <a:lnTo>
                    <a:pt x="722122" y="1193038"/>
                  </a:lnTo>
                  <a:lnTo>
                    <a:pt x="680466" y="1104138"/>
                  </a:lnTo>
                  <a:lnTo>
                    <a:pt x="617855" y="951738"/>
                  </a:lnTo>
                  <a:lnTo>
                    <a:pt x="597154" y="913638"/>
                  </a:lnTo>
                  <a:lnTo>
                    <a:pt x="576834" y="862838"/>
                  </a:lnTo>
                  <a:lnTo>
                    <a:pt x="556641" y="824738"/>
                  </a:lnTo>
                  <a:lnTo>
                    <a:pt x="536702" y="773938"/>
                  </a:lnTo>
                  <a:lnTo>
                    <a:pt x="517271" y="735838"/>
                  </a:lnTo>
                  <a:lnTo>
                    <a:pt x="507619" y="710438"/>
                  </a:lnTo>
                  <a:lnTo>
                    <a:pt x="498094" y="697738"/>
                  </a:lnTo>
                  <a:lnTo>
                    <a:pt x="488696" y="672338"/>
                  </a:lnTo>
                  <a:lnTo>
                    <a:pt x="479425" y="659638"/>
                  </a:lnTo>
                  <a:lnTo>
                    <a:pt x="470281" y="646938"/>
                  </a:lnTo>
                  <a:lnTo>
                    <a:pt x="461391" y="621538"/>
                  </a:lnTo>
                  <a:lnTo>
                    <a:pt x="452501" y="608838"/>
                  </a:lnTo>
                  <a:lnTo>
                    <a:pt x="443865" y="596138"/>
                  </a:lnTo>
                  <a:lnTo>
                    <a:pt x="426847" y="570738"/>
                  </a:lnTo>
                  <a:lnTo>
                    <a:pt x="410591" y="545338"/>
                  </a:lnTo>
                  <a:lnTo>
                    <a:pt x="402844" y="532638"/>
                  </a:lnTo>
                  <a:lnTo>
                    <a:pt x="394970" y="519938"/>
                  </a:lnTo>
                  <a:lnTo>
                    <a:pt x="387604" y="507238"/>
                  </a:lnTo>
                  <a:lnTo>
                    <a:pt x="380238" y="507238"/>
                  </a:lnTo>
                  <a:lnTo>
                    <a:pt x="366014" y="494538"/>
                  </a:lnTo>
                  <a:lnTo>
                    <a:pt x="338709" y="469138"/>
                  </a:lnTo>
                  <a:lnTo>
                    <a:pt x="325628" y="456438"/>
                  </a:lnTo>
                  <a:lnTo>
                    <a:pt x="312674" y="456438"/>
                  </a:lnTo>
                  <a:lnTo>
                    <a:pt x="299974" y="443738"/>
                  </a:lnTo>
                  <a:lnTo>
                    <a:pt x="240538" y="443738"/>
                  </a:lnTo>
                  <a:lnTo>
                    <a:pt x="229616" y="456438"/>
                  </a:lnTo>
                  <a:lnTo>
                    <a:pt x="219202" y="456438"/>
                  </a:lnTo>
                  <a:lnTo>
                    <a:pt x="209042" y="469138"/>
                  </a:lnTo>
                  <a:lnTo>
                    <a:pt x="199263" y="469138"/>
                  </a:lnTo>
                  <a:lnTo>
                    <a:pt x="189738" y="481838"/>
                  </a:lnTo>
                  <a:lnTo>
                    <a:pt x="162687" y="519938"/>
                  </a:lnTo>
                  <a:lnTo>
                    <a:pt x="137414" y="558038"/>
                  </a:lnTo>
                  <a:lnTo>
                    <a:pt x="129286" y="583438"/>
                  </a:lnTo>
                  <a:lnTo>
                    <a:pt x="121285" y="596138"/>
                  </a:lnTo>
                  <a:lnTo>
                    <a:pt x="105664" y="621538"/>
                  </a:lnTo>
                  <a:lnTo>
                    <a:pt x="90424" y="659638"/>
                  </a:lnTo>
                  <a:lnTo>
                    <a:pt x="60452" y="735838"/>
                  </a:lnTo>
                  <a:lnTo>
                    <a:pt x="72136" y="735838"/>
                  </a:lnTo>
                  <a:lnTo>
                    <a:pt x="87122" y="697738"/>
                  </a:lnTo>
                  <a:lnTo>
                    <a:pt x="102108" y="672338"/>
                  </a:lnTo>
                  <a:lnTo>
                    <a:pt x="117221" y="634238"/>
                  </a:lnTo>
                  <a:lnTo>
                    <a:pt x="132842" y="596138"/>
                  </a:lnTo>
                  <a:lnTo>
                    <a:pt x="132715" y="596138"/>
                  </a:lnTo>
                  <a:lnTo>
                    <a:pt x="140716" y="583438"/>
                  </a:lnTo>
                  <a:lnTo>
                    <a:pt x="140589" y="583438"/>
                  </a:lnTo>
                  <a:lnTo>
                    <a:pt x="148590" y="570738"/>
                  </a:lnTo>
                  <a:lnTo>
                    <a:pt x="148463" y="570738"/>
                  </a:lnTo>
                  <a:lnTo>
                    <a:pt x="156718" y="558038"/>
                  </a:lnTo>
                  <a:lnTo>
                    <a:pt x="156591" y="558038"/>
                  </a:lnTo>
                  <a:lnTo>
                    <a:pt x="164973" y="545338"/>
                  </a:lnTo>
                  <a:lnTo>
                    <a:pt x="164846" y="545338"/>
                  </a:lnTo>
                  <a:lnTo>
                    <a:pt x="173228" y="532638"/>
                  </a:lnTo>
                  <a:lnTo>
                    <a:pt x="173101" y="532638"/>
                  </a:lnTo>
                  <a:lnTo>
                    <a:pt x="181737" y="519938"/>
                  </a:lnTo>
                  <a:lnTo>
                    <a:pt x="181610" y="519938"/>
                  </a:lnTo>
                  <a:lnTo>
                    <a:pt x="190373" y="507238"/>
                  </a:lnTo>
                  <a:lnTo>
                    <a:pt x="190119" y="507238"/>
                  </a:lnTo>
                  <a:lnTo>
                    <a:pt x="199263" y="494538"/>
                  </a:lnTo>
                  <a:lnTo>
                    <a:pt x="198882" y="494538"/>
                  </a:lnTo>
                  <a:lnTo>
                    <a:pt x="208153" y="481838"/>
                  </a:lnTo>
                  <a:lnTo>
                    <a:pt x="216916" y="481838"/>
                  </a:lnTo>
                  <a:lnTo>
                    <a:pt x="226441" y="469138"/>
                  </a:lnTo>
                  <a:lnTo>
                    <a:pt x="235204" y="469138"/>
                  </a:lnTo>
                  <a:lnTo>
                    <a:pt x="245491" y="456438"/>
                  </a:lnTo>
                  <a:lnTo>
                    <a:pt x="295783" y="456438"/>
                  </a:lnTo>
                  <a:lnTo>
                    <a:pt x="307721" y="469138"/>
                  </a:lnTo>
                  <a:lnTo>
                    <a:pt x="307213" y="456438"/>
                  </a:lnTo>
                  <a:lnTo>
                    <a:pt x="319532" y="469138"/>
                  </a:lnTo>
                  <a:lnTo>
                    <a:pt x="319024" y="469138"/>
                  </a:lnTo>
                  <a:lnTo>
                    <a:pt x="331724" y="481838"/>
                  </a:lnTo>
                  <a:lnTo>
                    <a:pt x="344043" y="481838"/>
                  </a:lnTo>
                  <a:lnTo>
                    <a:pt x="357378" y="494538"/>
                  </a:lnTo>
                  <a:lnTo>
                    <a:pt x="357124" y="494538"/>
                  </a:lnTo>
                  <a:lnTo>
                    <a:pt x="371094" y="507238"/>
                  </a:lnTo>
                  <a:lnTo>
                    <a:pt x="370840" y="507238"/>
                  </a:lnTo>
                  <a:lnTo>
                    <a:pt x="377952" y="519938"/>
                  </a:lnTo>
                  <a:lnTo>
                    <a:pt x="377825" y="519938"/>
                  </a:lnTo>
                  <a:lnTo>
                    <a:pt x="385064" y="532638"/>
                  </a:lnTo>
                  <a:lnTo>
                    <a:pt x="392430" y="532638"/>
                  </a:lnTo>
                  <a:lnTo>
                    <a:pt x="400177" y="545338"/>
                  </a:lnTo>
                  <a:lnTo>
                    <a:pt x="408178" y="558038"/>
                  </a:lnTo>
                  <a:lnTo>
                    <a:pt x="408051" y="558038"/>
                  </a:lnTo>
                  <a:lnTo>
                    <a:pt x="416179" y="570738"/>
                  </a:lnTo>
                  <a:lnTo>
                    <a:pt x="416052" y="570738"/>
                  </a:lnTo>
                  <a:lnTo>
                    <a:pt x="432816" y="596138"/>
                  </a:lnTo>
                  <a:lnTo>
                    <a:pt x="441325" y="621538"/>
                  </a:lnTo>
                  <a:lnTo>
                    <a:pt x="459105" y="646938"/>
                  </a:lnTo>
                  <a:lnTo>
                    <a:pt x="477393" y="685038"/>
                  </a:lnTo>
                  <a:lnTo>
                    <a:pt x="486791" y="697738"/>
                  </a:lnTo>
                  <a:lnTo>
                    <a:pt x="496189" y="723138"/>
                  </a:lnTo>
                  <a:lnTo>
                    <a:pt x="505841" y="735838"/>
                  </a:lnTo>
                  <a:lnTo>
                    <a:pt x="505714" y="735838"/>
                  </a:lnTo>
                  <a:lnTo>
                    <a:pt x="525145" y="786638"/>
                  </a:lnTo>
                  <a:lnTo>
                    <a:pt x="545084" y="824738"/>
                  </a:lnTo>
                  <a:lnTo>
                    <a:pt x="565277" y="862838"/>
                  </a:lnTo>
                  <a:lnTo>
                    <a:pt x="585597" y="913638"/>
                  </a:lnTo>
                  <a:lnTo>
                    <a:pt x="606298" y="964438"/>
                  </a:lnTo>
                  <a:lnTo>
                    <a:pt x="626999" y="1002538"/>
                  </a:lnTo>
                  <a:lnTo>
                    <a:pt x="710438" y="1205738"/>
                  </a:lnTo>
                  <a:lnTo>
                    <a:pt x="751586" y="1294638"/>
                  </a:lnTo>
                  <a:lnTo>
                    <a:pt x="771779" y="1345438"/>
                  </a:lnTo>
                  <a:lnTo>
                    <a:pt x="791718" y="1383538"/>
                  </a:lnTo>
                  <a:lnTo>
                    <a:pt x="811403" y="1421638"/>
                  </a:lnTo>
                  <a:lnTo>
                    <a:pt x="830453" y="1472438"/>
                  </a:lnTo>
                  <a:lnTo>
                    <a:pt x="839851" y="1485138"/>
                  </a:lnTo>
                  <a:lnTo>
                    <a:pt x="849122" y="1510538"/>
                  </a:lnTo>
                  <a:lnTo>
                    <a:pt x="867410" y="1548638"/>
                  </a:lnTo>
                  <a:lnTo>
                    <a:pt x="884936" y="1574038"/>
                  </a:lnTo>
                  <a:lnTo>
                    <a:pt x="893445" y="1599438"/>
                  </a:lnTo>
                  <a:lnTo>
                    <a:pt x="918210" y="1637538"/>
                  </a:lnTo>
                  <a:lnTo>
                    <a:pt x="941324" y="1675638"/>
                  </a:lnTo>
                  <a:lnTo>
                    <a:pt x="948690" y="1688338"/>
                  </a:lnTo>
                  <a:lnTo>
                    <a:pt x="955675" y="1688338"/>
                  </a:lnTo>
                  <a:lnTo>
                    <a:pt x="969899" y="1713738"/>
                  </a:lnTo>
                  <a:lnTo>
                    <a:pt x="976630" y="1713738"/>
                  </a:lnTo>
                  <a:lnTo>
                    <a:pt x="983234" y="1726438"/>
                  </a:lnTo>
                  <a:lnTo>
                    <a:pt x="996315" y="1726438"/>
                  </a:lnTo>
                  <a:lnTo>
                    <a:pt x="1002792" y="1739138"/>
                  </a:lnTo>
                  <a:lnTo>
                    <a:pt x="1074547" y="1739138"/>
                  </a:lnTo>
                  <a:lnTo>
                    <a:pt x="1084834" y="1726438"/>
                  </a:lnTo>
                  <a:lnTo>
                    <a:pt x="1094740" y="1726438"/>
                  </a:lnTo>
                  <a:lnTo>
                    <a:pt x="1104138" y="1713738"/>
                  </a:lnTo>
                  <a:lnTo>
                    <a:pt x="1130046" y="1675638"/>
                  </a:lnTo>
                  <a:lnTo>
                    <a:pt x="1153033" y="1637538"/>
                  </a:lnTo>
                  <a:lnTo>
                    <a:pt x="1180084" y="1574038"/>
                  </a:lnTo>
                  <a:lnTo>
                    <a:pt x="1192403" y="1548638"/>
                  </a:lnTo>
                  <a:lnTo>
                    <a:pt x="1192263" y="1548638"/>
                  </a:lnTo>
                  <a:lnTo>
                    <a:pt x="1197140" y="1537944"/>
                  </a:lnTo>
                  <a:lnTo>
                    <a:pt x="1225169" y="1548638"/>
                  </a:lnTo>
                  <a:lnTo>
                    <a:pt x="1226477" y="1523238"/>
                  </a:lnTo>
                  <a:lnTo>
                    <a:pt x="1229106" y="1472438"/>
                  </a:lnTo>
                  <a:close/>
                </a:path>
              </a:pathLst>
            </a:custGeom>
            <a:solidFill>
              <a:srgbClr val="000000"/>
            </a:solidFill>
          </p:spPr>
          <p:txBody>
            <a:bodyPr wrap="square" lIns="0" tIns="0" rIns="0" bIns="0" rtlCol="0"/>
            <a:lstStyle/>
            <a:p>
              <a:endParaRPr/>
            </a:p>
          </p:txBody>
        </p:sp>
        <p:sp>
          <p:nvSpPr>
            <p:cNvPr id="12" name="object 12"/>
            <p:cNvSpPr/>
            <p:nvPr/>
          </p:nvSpPr>
          <p:spPr>
            <a:xfrm>
              <a:off x="1776222" y="3438906"/>
              <a:ext cx="751840" cy="749935"/>
            </a:xfrm>
            <a:custGeom>
              <a:avLst/>
              <a:gdLst/>
              <a:ahLst/>
              <a:cxnLst/>
              <a:rect l="l" t="t" r="r" b="b"/>
              <a:pathLst>
                <a:path w="751839" h="749935">
                  <a:moveTo>
                    <a:pt x="375665" y="0"/>
                  </a:moveTo>
                  <a:lnTo>
                    <a:pt x="328534" y="2921"/>
                  </a:lnTo>
                  <a:lnTo>
                    <a:pt x="283152" y="11452"/>
                  </a:lnTo>
                  <a:lnTo>
                    <a:pt x="239872" y="25240"/>
                  </a:lnTo>
                  <a:lnTo>
                    <a:pt x="199044" y="43934"/>
                  </a:lnTo>
                  <a:lnTo>
                    <a:pt x="161020" y="67182"/>
                  </a:lnTo>
                  <a:lnTo>
                    <a:pt x="126153" y="94632"/>
                  </a:lnTo>
                  <a:lnTo>
                    <a:pt x="94794" y="125932"/>
                  </a:lnTo>
                  <a:lnTo>
                    <a:pt x="67294" y="160732"/>
                  </a:lnTo>
                  <a:lnTo>
                    <a:pt x="44006" y="198679"/>
                  </a:lnTo>
                  <a:lnTo>
                    <a:pt x="25281" y="239421"/>
                  </a:lnTo>
                  <a:lnTo>
                    <a:pt x="11470" y="282607"/>
                  </a:lnTo>
                  <a:lnTo>
                    <a:pt x="2926" y="327885"/>
                  </a:lnTo>
                  <a:lnTo>
                    <a:pt x="0" y="374904"/>
                  </a:lnTo>
                  <a:lnTo>
                    <a:pt x="2926" y="421922"/>
                  </a:lnTo>
                  <a:lnTo>
                    <a:pt x="11470" y="467200"/>
                  </a:lnTo>
                  <a:lnTo>
                    <a:pt x="25281" y="510386"/>
                  </a:lnTo>
                  <a:lnTo>
                    <a:pt x="44006" y="551128"/>
                  </a:lnTo>
                  <a:lnTo>
                    <a:pt x="67294" y="589075"/>
                  </a:lnTo>
                  <a:lnTo>
                    <a:pt x="94794" y="623875"/>
                  </a:lnTo>
                  <a:lnTo>
                    <a:pt x="126153" y="655175"/>
                  </a:lnTo>
                  <a:lnTo>
                    <a:pt x="161020" y="682625"/>
                  </a:lnTo>
                  <a:lnTo>
                    <a:pt x="199044" y="705873"/>
                  </a:lnTo>
                  <a:lnTo>
                    <a:pt x="239872" y="724567"/>
                  </a:lnTo>
                  <a:lnTo>
                    <a:pt x="283152" y="738355"/>
                  </a:lnTo>
                  <a:lnTo>
                    <a:pt x="328534" y="746886"/>
                  </a:lnTo>
                  <a:lnTo>
                    <a:pt x="375665" y="749808"/>
                  </a:lnTo>
                  <a:lnTo>
                    <a:pt x="422797" y="746886"/>
                  </a:lnTo>
                  <a:lnTo>
                    <a:pt x="468179" y="738355"/>
                  </a:lnTo>
                  <a:lnTo>
                    <a:pt x="511459" y="724567"/>
                  </a:lnTo>
                  <a:lnTo>
                    <a:pt x="552287" y="705873"/>
                  </a:lnTo>
                  <a:lnTo>
                    <a:pt x="590311" y="682625"/>
                  </a:lnTo>
                  <a:lnTo>
                    <a:pt x="625178" y="655175"/>
                  </a:lnTo>
                  <a:lnTo>
                    <a:pt x="656537" y="623875"/>
                  </a:lnTo>
                  <a:lnTo>
                    <a:pt x="684037" y="589075"/>
                  </a:lnTo>
                  <a:lnTo>
                    <a:pt x="707325" y="551128"/>
                  </a:lnTo>
                  <a:lnTo>
                    <a:pt x="726050" y="510386"/>
                  </a:lnTo>
                  <a:lnTo>
                    <a:pt x="739861" y="467200"/>
                  </a:lnTo>
                  <a:lnTo>
                    <a:pt x="748405" y="421922"/>
                  </a:lnTo>
                  <a:lnTo>
                    <a:pt x="751332" y="374904"/>
                  </a:lnTo>
                  <a:lnTo>
                    <a:pt x="748405" y="327885"/>
                  </a:lnTo>
                  <a:lnTo>
                    <a:pt x="739861" y="282607"/>
                  </a:lnTo>
                  <a:lnTo>
                    <a:pt x="726050" y="239421"/>
                  </a:lnTo>
                  <a:lnTo>
                    <a:pt x="707325" y="198679"/>
                  </a:lnTo>
                  <a:lnTo>
                    <a:pt x="684037" y="160732"/>
                  </a:lnTo>
                  <a:lnTo>
                    <a:pt x="656537" y="125932"/>
                  </a:lnTo>
                  <a:lnTo>
                    <a:pt x="625178" y="94632"/>
                  </a:lnTo>
                  <a:lnTo>
                    <a:pt x="590311" y="67182"/>
                  </a:lnTo>
                  <a:lnTo>
                    <a:pt x="552287" y="43934"/>
                  </a:lnTo>
                  <a:lnTo>
                    <a:pt x="511459" y="25240"/>
                  </a:lnTo>
                  <a:lnTo>
                    <a:pt x="468179" y="11452"/>
                  </a:lnTo>
                  <a:lnTo>
                    <a:pt x="422797" y="2921"/>
                  </a:lnTo>
                  <a:lnTo>
                    <a:pt x="375665" y="0"/>
                  </a:lnTo>
                  <a:close/>
                </a:path>
              </a:pathLst>
            </a:custGeom>
            <a:solidFill>
              <a:srgbClr val="183DAF">
                <a:alpha val="19999"/>
              </a:srgbClr>
            </a:solidFill>
          </p:spPr>
          <p:txBody>
            <a:bodyPr wrap="square" lIns="0" tIns="0" rIns="0" bIns="0" rtlCol="0"/>
            <a:lstStyle/>
            <a:p>
              <a:endParaRPr/>
            </a:p>
          </p:txBody>
        </p:sp>
        <p:sp>
          <p:nvSpPr>
            <p:cNvPr id="13" name="object 13"/>
            <p:cNvSpPr/>
            <p:nvPr/>
          </p:nvSpPr>
          <p:spPr>
            <a:xfrm>
              <a:off x="1776222" y="3438906"/>
              <a:ext cx="751840" cy="749935"/>
            </a:xfrm>
            <a:custGeom>
              <a:avLst/>
              <a:gdLst/>
              <a:ahLst/>
              <a:cxnLst/>
              <a:rect l="l" t="t" r="r" b="b"/>
              <a:pathLst>
                <a:path w="751839" h="749935">
                  <a:moveTo>
                    <a:pt x="0" y="374904"/>
                  </a:moveTo>
                  <a:lnTo>
                    <a:pt x="2926" y="327885"/>
                  </a:lnTo>
                  <a:lnTo>
                    <a:pt x="11470" y="282607"/>
                  </a:lnTo>
                  <a:lnTo>
                    <a:pt x="25281" y="239421"/>
                  </a:lnTo>
                  <a:lnTo>
                    <a:pt x="44006" y="198679"/>
                  </a:lnTo>
                  <a:lnTo>
                    <a:pt x="67294" y="160732"/>
                  </a:lnTo>
                  <a:lnTo>
                    <a:pt x="94794" y="125932"/>
                  </a:lnTo>
                  <a:lnTo>
                    <a:pt x="126153" y="94632"/>
                  </a:lnTo>
                  <a:lnTo>
                    <a:pt x="161020" y="67182"/>
                  </a:lnTo>
                  <a:lnTo>
                    <a:pt x="199044" y="43934"/>
                  </a:lnTo>
                  <a:lnTo>
                    <a:pt x="239872" y="25240"/>
                  </a:lnTo>
                  <a:lnTo>
                    <a:pt x="283152" y="11452"/>
                  </a:lnTo>
                  <a:lnTo>
                    <a:pt x="328534" y="2921"/>
                  </a:lnTo>
                  <a:lnTo>
                    <a:pt x="375665" y="0"/>
                  </a:lnTo>
                  <a:lnTo>
                    <a:pt x="422797" y="2921"/>
                  </a:lnTo>
                  <a:lnTo>
                    <a:pt x="468179" y="11452"/>
                  </a:lnTo>
                  <a:lnTo>
                    <a:pt x="511459" y="25240"/>
                  </a:lnTo>
                  <a:lnTo>
                    <a:pt x="552287" y="43934"/>
                  </a:lnTo>
                  <a:lnTo>
                    <a:pt x="590311" y="67182"/>
                  </a:lnTo>
                  <a:lnTo>
                    <a:pt x="625178" y="94632"/>
                  </a:lnTo>
                  <a:lnTo>
                    <a:pt x="656537" y="125932"/>
                  </a:lnTo>
                  <a:lnTo>
                    <a:pt x="684037" y="160732"/>
                  </a:lnTo>
                  <a:lnTo>
                    <a:pt x="707325" y="198679"/>
                  </a:lnTo>
                  <a:lnTo>
                    <a:pt x="726050" y="239421"/>
                  </a:lnTo>
                  <a:lnTo>
                    <a:pt x="739861" y="282607"/>
                  </a:lnTo>
                  <a:lnTo>
                    <a:pt x="748405" y="327885"/>
                  </a:lnTo>
                  <a:lnTo>
                    <a:pt x="751332" y="374904"/>
                  </a:lnTo>
                  <a:lnTo>
                    <a:pt x="748405" y="421922"/>
                  </a:lnTo>
                  <a:lnTo>
                    <a:pt x="739861" y="467200"/>
                  </a:lnTo>
                  <a:lnTo>
                    <a:pt x="726050" y="510386"/>
                  </a:lnTo>
                  <a:lnTo>
                    <a:pt x="707325" y="551128"/>
                  </a:lnTo>
                  <a:lnTo>
                    <a:pt x="684037" y="589075"/>
                  </a:lnTo>
                  <a:lnTo>
                    <a:pt x="656537" y="623875"/>
                  </a:lnTo>
                  <a:lnTo>
                    <a:pt x="625178" y="655175"/>
                  </a:lnTo>
                  <a:lnTo>
                    <a:pt x="590311" y="682625"/>
                  </a:lnTo>
                  <a:lnTo>
                    <a:pt x="552287" y="705873"/>
                  </a:lnTo>
                  <a:lnTo>
                    <a:pt x="511459" y="724567"/>
                  </a:lnTo>
                  <a:lnTo>
                    <a:pt x="468179" y="738355"/>
                  </a:lnTo>
                  <a:lnTo>
                    <a:pt x="422797" y="746886"/>
                  </a:lnTo>
                  <a:lnTo>
                    <a:pt x="375665" y="749808"/>
                  </a:lnTo>
                  <a:lnTo>
                    <a:pt x="328534" y="746886"/>
                  </a:lnTo>
                  <a:lnTo>
                    <a:pt x="283152" y="738355"/>
                  </a:lnTo>
                  <a:lnTo>
                    <a:pt x="239872" y="724567"/>
                  </a:lnTo>
                  <a:lnTo>
                    <a:pt x="199044" y="705873"/>
                  </a:lnTo>
                  <a:lnTo>
                    <a:pt x="161020" y="682625"/>
                  </a:lnTo>
                  <a:lnTo>
                    <a:pt x="126153" y="655175"/>
                  </a:lnTo>
                  <a:lnTo>
                    <a:pt x="94794" y="623875"/>
                  </a:lnTo>
                  <a:lnTo>
                    <a:pt x="67294" y="589075"/>
                  </a:lnTo>
                  <a:lnTo>
                    <a:pt x="44006" y="551128"/>
                  </a:lnTo>
                  <a:lnTo>
                    <a:pt x="25281" y="510386"/>
                  </a:lnTo>
                  <a:lnTo>
                    <a:pt x="11470" y="467200"/>
                  </a:lnTo>
                  <a:lnTo>
                    <a:pt x="2926" y="421922"/>
                  </a:lnTo>
                  <a:lnTo>
                    <a:pt x="0" y="374904"/>
                  </a:lnTo>
                  <a:close/>
                </a:path>
              </a:pathLst>
            </a:custGeom>
            <a:ln w="19812">
              <a:solidFill>
                <a:srgbClr val="183DAF"/>
              </a:solidFill>
            </a:ln>
          </p:spPr>
          <p:txBody>
            <a:bodyPr wrap="square" lIns="0" tIns="0" rIns="0" bIns="0" rtlCol="0"/>
            <a:lstStyle/>
            <a:p>
              <a:endParaRPr/>
            </a:p>
          </p:txBody>
        </p:sp>
        <p:sp>
          <p:nvSpPr>
            <p:cNvPr id="14" name="object 14"/>
            <p:cNvSpPr/>
            <p:nvPr/>
          </p:nvSpPr>
          <p:spPr>
            <a:xfrm>
              <a:off x="3520440" y="2680715"/>
              <a:ext cx="1228725" cy="1739264"/>
            </a:xfrm>
            <a:custGeom>
              <a:avLst/>
              <a:gdLst/>
              <a:ahLst/>
              <a:cxnLst/>
              <a:rect l="l" t="t" r="r" b="b"/>
              <a:pathLst>
                <a:path w="1228725" h="1739264">
                  <a:moveTo>
                    <a:pt x="76200" y="76200"/>
                  </a:moveTo>
                  <a:lnTo>
                    <a:pt x="69850" y="63500"/>
                  </a:lnTo>
                  <a:lnTo>
                    <a:pt x="38100" y="0"/>
                  </a:lnTo>
                  <a:lnTo>
                    <a:pt x="0" y="76200"/>
                  </a:lnTo>
                  <a:lnTo>
                    <a:pt x="30480" y="76200"/>
                  </a:lnTo>
                  <a:lnTo>
                    <a:pt x="30480" y="761365"/>
                  </a:lnTo>
                  <a:lnTo>
                    <a:pt x="45720" y="761365"/>
                  </a:lnTo>
                  <a:lnTo>
                    <a:pt x="45720" y="76200"/>
                  </a:lnTo>
                  <a:lnTo>
                    <a:pt x="76200" y="76200"/>
                  </a:lnTo>
                  <a:close/>
                </a:path>
                <a:path w="1228725" h="1739264">
                  <a:moveTo>
                    <a:pt x="1228344" y="1472438"/>
                  </a:moveTo>
                  <a:lnTo>
                    <a:pt x="1157859" y="1523238"/>
                  </a:lnTo>
                  <a:lnTo>
                    <a:pt x="1186586" y="1534210"/>
                  </a:lnTo>
                  <a:lnTo>
                    <a:pt x="1179957" y="1548638"/>
                  </a:lnTo>
                  <a:lnTo>
                    <a:pt x="1167765" y="1574038"/>
                  </a:lnTo>
                  <a:lnTo>
                    <a:pt x="1154684" y="1599438"/>
                  </a:lnTo>
                  <a:lnTo>
                    <a:pt x="1154811" y="1599438"/>
                  </a:lnTo>
                  <a:lnTo>
                    <a:pt x="1140841" y="1637538"/>
                  </a:lnTo>
                  <a:lnTo>
                    <a:pt x="1140968" y="1624838"/>
                  </a:lnTo>
                  <a:lnTo>
                    <a:pt x="1133729" y="1650238"/>
                  </a:lnTo>
                  <a:lnTo>
                    <a:pt x="1126236" y="1662938"/>
                  </a:lnTo>
                  <a:lnTo>
                    <a:pt x="1126363" y="1662938"/>
                  </a:lnTo>
                  <a:lnTo>
                    <a:pt x="1118489" y="1675638"/>
                  </a:lnTo>
                  <a:lnTo>
                    <a:pt x="1118743" y="1675638"/>
                  </a:lnTo>
                  <a:lnTo>
                    <a:pt x="1110488" y="1688338"/>
                  </a:lnTo>
                  <a:lnTo>
                    <a:pt x="1102487" y="1688338"/>
                  </a:lnTo>
                  <a:lnTo>
                    <a:pt x="1093851" y="1701038"/>
                  </a:lnTo>
                  <a:lnTo>
                    <a:pt x="1094232" y="1701038"/>
                  </a:lnTo>
                  <a:lnTo>
                    <a:pt x="1085215" y="1713738"/>
                  </a:lnTo>
                  <a:lnTo>
                    <a:pt x="1076833" y="1713738"/>
                  </a:lnTo>
                  <a:lnTo>
                    <a:pt x="1067308" y="1726438"/>
                  </a:lnTo>
                  <a:lnTo>
                    <a:pt x="1008507" y="1726438"/>
                  </a:lnTo>
                  <a:lnTo>
                    <a:pt x="1002411" y="1713738"/>
                  </a:lnTo>
                  <a:lnTo>
                    <a:pt x="990854" y="1713738"/>
                  </a:lnTo>
                  <a:lnTo>
                    <a:pt x="984504" y="1701038"/>
                  </a:lnTo>
                  <a:lnTo>
                    <a:pt x="978154" y="1701038"/>
                  </a:lnTo>
                  <a:lnTo>
                    <a:pt x="971296" y="1688338"/>
                  </a:lnTo>
                  <a:lnTo>
                    <a:pt x="964946" y="1688338"/>
                  </a:lnTo>
                  <a:lnTo>
                    <a:pt x="957961" y="1675638"/>
                  </a:lnTo>
                  <a:lnTo>
                    <a:pt x="958088" y="1675638"/>
                  </a:lnTo>
                  <a:lnTo>
                    <a:pt x="950849" y="1662938"/>
                  </a:lnTo>
                  <a:lnTo>
                    <a:pt x="950976" y="1662938"/>
                  </a:lnTo>
                  <a:lnTo>
                    <a:pt x="943610" y="1650238"/>
                  </a:lnTo>
                  <a:lnTo>
                    <a:pt x="935990" y="1637538"/>
                  </a:lnTo>
                  <a:lnTo>
                    <a:pt x="936117" y="1637538"/>
                  </a:lnTo>
                  <a:lnTo>
                    <a:pt x="928243" y="1624838"/>
                  </a:lnTo>
                  <a:lnTo>
                    <a:pt x="928370" y="1624838"/>
                  </a:lnTo>
                  <a:lnTo>
                    <a:pt x="920369" y="1612138"/>
                  </a:lnTo>
                  <a:lnTo>
                    <a:pt x="912241" y="1599438"/>
                  </a:lnTo>
                  <a:lnTo>
                    <a:pt x="895477" y="1574038"/>
                  </a:lnTo>
                  <a:lnTo>
                    <a:pt x="891095" y="1561338"/>
                  </a:lnTo>
                  <a:lnTo>
                    <a:pt x="886714" y="1548638"/>
                  </a:lnTo>
                  <a:lnTo>
                    <a:pt x="886714" y="1561338"/>
                  </a:lnTo>
                  <a:lnTo>
                    <a:pt x="868934" y="1523238"/>
                  </a:lnTo>
                  <a:lnTo>
                    <a:pt x="859790" y="1497838"/>
                  </a:lnTo>
                  <a:lnTo>
                    <a:pt x="850646" y="1485138"/>
                  </a:lnTo>
                  <a:lnTo>
                    <a:pt x="841121" y="1459738"/>
                  </a:lnTo>
                  <a:lnTo>
                    <a:pt x="841248" y="1459738"/>
                  </a:lnTo>
                  <a:lnTo>
                    <a:pt x="822198" y="1421638"/>
                  </a:lnTo>
                  <a:lnTo>
                    <a:pt x="802513" y="1383538"/>
                  </a:lnTo>
                  <a:lnTo>
                    <a:pt x="782701" y="1332738"/>
                  </a:lnTo>
                  <a:lnTo>
                    <a:pt x="762508" y="1294638"/>
                  </a:lnTo>
                  <a:lnTo>
                    <a:pt x="742061" y="1243838"/>
                  </a:lnTo>
                  <a:lnTo>
                    <a:pt x="721360" y="1193038"/>
                  </a:lnTo>
                  <a:lnTo>
                    <a:pt x="679704" y="1104138"/>
                  </a:lnTo>
                  <a:lnTo>
                    <a:pt x="617093" y="951738"/>
                  </a:lnTo>
                  <a:lnTo>
                    <a:pt x="596392" y="913638"/>
                  </a:lnTo>
                  <a:lnTo>
                    <a:pt x="576072" y="862838"/>
                  </a:lnTo>
                  <a:lnTo>
                    <a:pt x="555879" y="824738"/>
                  </a:lnTo>
                  <a:lnTo>
                    <a:pt x="535940" y="773938"/>
                  </a:lnTo>
                  <a:lnTo>
                    <a:pt x="516509" y="735838"/>
                  </a:lnTo>
                  <a:lnTo>
                    <a:pt x="506857" y="710438"/>
                  </a:lnTo>
                  <a:lnTo>
                    <a:pt x="497332" y="697738"/>
                  </a:lnTo>
                  <a:lnTo>
                    <a:pt x="487934" y="672338"/>
                  </a:lnTo>
                  <a:lnTo>
                    <a:pt x="478663" y="659638"/>
                  </a:lnTo>
                  <a:lnTo>
                    <a:pt x="469519" y="646938"/>
                  </a:lnTo>
                  <a:lnTo>
                    <a:pt x="460629" y="621538"/>
                  </a:lnTo>
                  <a:lnTo>
                    <a:pt x="451739" y="608838"/>
                  </a:lnTo>
                  <a:lnTo>
                    <a:pt x="443103" y="596138"/>
                  </a:lnTo>
                  <a:lnTo>
                    <a:pt x="426085" y="570738"/>
                  </a:lnTo>
                  <a:lnTo>
                    <a:pt x="409829" y="545338"/>
                  </a:lnTo>
                  <a:lnTo>
                    <a:pt x="402082" y="532638"/>
                  </a:lnTo>
                  <a:lnTo>
                    <a:pt x="394208" y="519938"/>
                  </a:lnTo>
                  <a:lnTo>
                    <a:pt x="386842" y="507238"/>
                  </a:lnTo>
                  <a:lnTo>
                    <a:pt x="379476" y="507238"/>
                  </a:lnTo>
                  <a:lnTo>
                    <a:pt x="365252" y="494538"/>
                  </a:lnTo>
                  <a:lnTo>
                    <a:pt x="337947" y="469138"/>
                  </a:lnTo>
                  <a:lnTo>
                    <a:pt x="324866" y="456438"/>
                  </a:lnTo>
                  <a:lnTo>
                    <a:pt x="311912" y="456438"/>
                  </a:lnTo>
                  <a:lnTo>
                    <a:pt x="299212" y="443738"/>
                  </a:lnTo>
                  <a:lnTo>
                    <a:pt x="239776" y="443738"/>
                  </a:lnTo>
                  <a:lnTo>
                    <a:pt x="228854" y="456438"/>
                  </a:lnTo>
                  <a:lnTo>
                    <a:pt x="218440" y="456438"/>
                  </a:lnTo>
                  <a:lnTo>
                    <a:pt x="208280" y="469138"/>
                  </a:lnTo>
                  <a:lnTo>
                    <a:pt x="198501" y="469138"/>
                  </a:lnTo>
                  <a:lnTo>
                    <a:pt x="188976" y="481838"/>
                  </a:lnTo>
                  <a:lnTo>
                    <a:pt x="161925" y="519938"/>
                  </a:lnTo>
                  <a:lnTo>
                    <a:pt x="136652" y="558038"/>
                  </a:lnTo>
                  <a:lnTo>
                    <a:pt x="128524" y="583438"/>
                  </a:lnTo>
                  <a:lnTo>
                    <a:pt x="120523" y="596138"/>
                  </a:lnTo>
                  <a:lnTo>
                    <a:pt x="104902" y="621538"/>
                  </a:lnTo>
                  <a:lnTo>
                    <a:pt x="89662" y="659638"/>
                  </a:lnTo>
                  <a:lnTo>
                    <a:pt x="59690" y="735838"/>
                  </a:lnTo>
                  <a:lnTo>
                    <a:pt x="71374" y="735838"/>
                  </a:lnTo>
                  <a:lnTo>
                    <a:pt x="86360" y="697738"/>
                  </a:lnTo>
                  <a:lnTo>
                    <a:pt x="101346" y="672338"/>
                  </a:lnTo>
                  <a:lnTo>
                    <a:pt x="116459" y="634238"/>
                  </a:lnTo>
                  <a:lnTo>
                    <a:pt x="132080" y="596138"/>
                  </a:lnTo>
                  <a:lnTo>
                    <a:pt x="131953" y="596138"/>
                  </a:lnTo>
                  <a:lnTo>
                    <a:pt x="139954" y="583438"/>
                  </a:lnTo>
                  <a:lnTo>
                    <a:pt x="139827" y="583438"/>
                  </a:lnTo>
                  <a:lnTo>
                    <a:pt x="147828" y="570738"/>
                  </a:lnTo>
                  <a:lnTo>
                    <a:pt x="147701" y="570738"/>
                  </a:lnTo>
                  <a:lnTo>
                    <a:pt x="155956" y="558038"/>
                  </a:lnTo>
                  <a:lnTo>
                    <a:pt x="155829" y="558038"/>
                  </a:lnTo>
                  <a:lnTo>
                    <a:pt x="164211" y="545338"/>
                  </a:lnTo>
                  <a:lnTo>
                    <a:pt x="164084" y="545338"/>
                  </a:lnTo>
                  <a:lnTo>
                    <a:pt x="172466" y="532638"/>
                  </a:lnTo>
                  <a:lnTo>
                    <a:pt x="172339" y="532638"/>
                  </a:lnTo>
                  <a:lnTo>
                    <a:pt x="180975" y="519938"/>
                  </a:lnTo>
                  <a:lnTo>
                    <a:pt x="180848" y="519938"/>
                  </a:lnTo>
                  <a:lnTo>
                    <a:pt x="189611" y="507238"/>
                  </a:lnTo>
                  <a:lnTo>
                    <a:pt x="189357" y="507238"/>
                  </a:lnTo>
                  <a:lnTo>
                    <a:pt x="198501" y="494538"/>
                  </a:lnTo>
                  <a:lnTo>
                    <a:pt x="198120" y="494538"/>
                  </a:lnTo>
                  <a:lnTo>
                    <a:pt x="207391" y="481838"/>
                  </a:lnTo>
                  <a:lnTo>
                    <a:pt x="216154" y="481838"/>
                  </a:lnTo>
                  <a:lnTo>
                    <a:pt x="225679" y="469138"/>
                  </a:lnTo>
                  <a:lnTo>
                    <a:pt x="234442" y="469138"/>
                  </a:lnTo>
                  <a:lnTo>
                    <a:pt x="244729" y="456438"/>
                  </a:lnTo>
                  <a:lnTo>
                    <a:pt x="295021" y="456438"/>
                  </a:lnTo>
                  <a:lnTo>
                    <a:pt x="306959" y="469138"/>
                  </a:lnTo>
                  <a:lnTo>
                    <a:pt x="306451" y="456438"/>
                  </a:lnTo>
                  <a:lnTo>
                    <a:pt x="318770" y="469138"/>
                  </a:lnTo>
                  <a:lnTo>
                    <a:pt x="318262" y="469138"/>
                  </a:lnTo>
                  <a:lnTo>
                    <a:pt x="330962" y="481838"/>
                  </a:lnTo>
                  <a:lnTo>
                    <a:pt x="343281" y="481838"/>
                  </a:lnTo>
                  <a:lnTo>
                    <a:pt x="356616" y="494538"/>
                  </a:lnTo>
                  <a:lnTo>
                    <a:pt x="356362" y="494538"/>
                  </a:lnTo>
                  <a:lnTo>
                    <a:pt x="370332" y="507238"/>
                  </a:lnTo>
                  <a:lnTo>
                    <a:pt x="370078" y="507238"/>
                  </a:lnTo>
                  <a:lnTo>
                    <a:pt x="377190" y="519938"/>
                  </a:lnTo>
                  <a:lnTo>
                    <a:pt x="377063" y="519938"/>
                  </a:lnTo>
                  <a:lnTo>
                    <a:pt x="384302" y="532638"/>
                  </a:lnTo>
                  <a:lnTo>
                    <a:pt x="391668" y="532638"/>
                  </a:lnTo>
                  <a:lnTo>
                    <a:pt x="399415" y="545338"/>
                  </a:lnTo>
                  <a:lnTo>
                    <a:pt x="407416" y="558038"/>
                  </a:lnTo>
                  <a:lnTo>
                    <a:pt x="407289" y="558038"/>
                  </a:lnTo>
                  <a:lnTo>
                    <a:pt x="415417" y="570738"/>
                  </a:lnTo>
                  <a:lnTo>
                    <a:pt x="415290" y="570738"/>
                  </a:lnTo>
                  <a:lnTo>
                    <a:pt x="432054" y="596138"/>
                  </a:lnTo>
                  <a:lnTo>
                    <a:pt x="440563" y="621538"/>
                  </a:lnTo>
                  <a:lnTo>
                    <a:pt x="458343" y="646938"/>
                  </a:lnTo>
                  <a:lnTo>
                    <a:pt x="476631" y="685038"/>
                  </a:lnTo>
                  <a:lnTo>
                    <a:pt x="486029" y="697738"/>
                  </a:lnTo>
                  <a:lnTo>
                    <a:pt x="495427" y="723138"/>
                  </a:lnTo>
                  <a:lnTo>
                    <a:pt x="505079" y="735838"/>
                  </a:lnTo>
                  <a:lnTo>
                    <a:pt x="504952" y="735838"/>
                  </a:lnTo>
                  <a:lnTo>
                    <a:pt x="524383" y="786638"/>
                  </a:lnTo>
                  <a:lnTo>
                    <a:pt x="544322" y="824738"/>
                  </a:lnTo>
                  <a:lnTo>
                    <a:pt x="564515" y="862838"/>
                  </a:lnTo>
                  <a:lnTo>
                    <a:pt x="584835" y="913638"/>
                  </a:lnTo>
                  <a:lnTo>
                    <a:pt x="605536" y="964438"/>
                  </a:lnTo>
                  <a:lnTo>
                    <a:pt x="626237" y="1002538"/>
                  </a:lnTo>
                  <a:lnTo>
                    <a:pt x="709676" y="1205738"/>
                  </a:lnTo>
                  <a:lnTo>
                    <a:pt x="750824" y="1294638"/>
                  </a:lnTo>
                  <a:lnTo>
                    <a:pt x="771017" y="1345438"/>
                  </a:lnTo>
                  <a:lnTo>
                    <a:pt x="790956" y="1383538"/>
                  </a:lnTo>
                  <a:lnTo>
                    <a:pt x="810641" y="1421638"/>
                  </a:lnTo>
                  <a:lnTo>
                    <a:pt x="829691" y="1472438"/>
                  </a:lnTo>
                  <a:lnTo>
                    <a:pt x="839089" y="1485138"/>
                  </a:lnTo>
                  <a:lnTo>
                    <a:pt x="848360" y="1510538"/>
                  </a:lnTo>
                  <a:lnTo>
                    <a:pt x="866648" y="1548638"/>
                  </a:lnTo>
                  <a:lnTo>
                    <a:pt x="884174" y="1574038"/>
                  </a:lnTo>
                  <a:lnTo>
                    <a:pt x="892683" y="1599438"/>
                  </a:lnTo>
                  <a:lnTo>
                    <a:pt x="917448" y="1637538"/>
                  </a:lnTo>
                  <a:lnTo>
                    <a:pt x="940562" y="1675638"/>
                  </a:lnTo>
                  <a:lnTo>
                    <a:pt x="947928" y="1688338"/>
                  </a:lnTo>
                  <a:lnTo>
                    <a:pt x="954913" y="1688338"/>
                  </a:lnTo>
                  <a:lnTo>
                    <a:pt x="969137" y="1713738"/>
                  </a:lnTo>
                  <a:lnTo>
                    <a:pt x="975868" y="1713738"/>
                  </a:lnTo>
                  <a:lnTo>
                    <a:pt x="982472" y="1726438"/>
                  </a:lnTo>
                  <a:lnTo>
                    <a:pt x="995553" y="1726438"/>
                  </a:lnTo>
                  <a:lnTo>
                    <a:pt x="1002030" y="1739138"/>
                  </a:lnTo>
                  <a:lnTo>
                    <a:pt x="1073785" y="1739138"/>
                  </a:lnTo>
                  <a:lnTo>
                    <a:pt x="1084072" y="1726438"/>
                  </a:lnTo>
                  <a:lnTo>
                    <a:pt x="1093978" y="1726438"/>
                  </a:lnTo>
                  <a:lnTo>
                    <a:pt x="1103376" y="1713738"/>
                  </a:lnTo>
                  <a:lnTo>
                    <a:pt x="1129284" y="1675638"/>
                  </a:lnTo>
                  <a:lnTo>
                    <a:pt x="1152271" y="1637538"/>
                  </a:lnTo>
                  <a:lnTo>
                    <a:pt x="1179322" y="1574038"/>
                  </a:lnTo>
                  <a:lnTo>
                    <a:pt x="1191641" y="1548638"/>
                  </a:lnTo>
                  <a:lnTo>
                    <a:pt x="1191514" y="1548638"/>
                  </a:lnTo>
                  <a:lnTo>
                    <a:pt x="1196378" y="1537944"/>
                  </a:lnTo>
                  <a:lnTo>
                    <a:pt x="1224407" y="1548638"/>
                  </a:lnTo>
                  <a:lnTo>
                    <a:pt x="1225715" y="1523238"/>
                  </a:lnTo>
                  <a:lnTo>
                    <a:pt x="1228344" y="1472438"/>
                  </a:lnTo>
                  <a:close/>
                </a:path>
              </a:pathLst>
            </a:custGeom>
            <a:solidFill>
              <a:srgbClr val="000000"/>
            </a:solidFill>
          </p:spPr>
          <p:txBody>
            <a:bodyPr wrap="square" lIns="0" tIns="0" rIns="0" bIns="0" rtlCol="0"/>
            <a:lstStyle/>
            <a:p>
              <a:endParaRPr/>
            </a:p>
          </p:txBody>
        </p:sp>
        <p:sp>
          <p:nvSpPr>
            <p:cNvPr id="15" name="object 15"/>
            <p:cNvSpPr/>
            <p:nvPr/>
          </p:nvSpPr>
          <p:spPr>
            <a:xfrm>
              <a:off x="3178302" y="3438906"/>
              <a:ext cx="749935" cy="749935"/>
            </a:xfrm>
            <a:custGeom>
              <a:avLst/>
              <a:gdLst/>
              <a:ahLst/>
              <a:cxnLst/>
              <a:rect l="l" t="t" r="r" b="b"/>
              <a:pathLst>
                <a:path w="749935" h="749935">
                  <a:moveTo>
                    <a:pt x="374903" y="0"/>
                  </a:moveTo>
                  <a:lnTo>
                    <a:pt x="327885" y="2921"/>
                  </a:lnTo>
                  <a:lnTo>
                    <a:pt x="282607" y="11452"/>
                  </a:lnTo>
                  <a:lnTo>
                    <a:pt x="239421" y="25240"/>
                  </a:lnTo>
                  <a:lnTo>
                    <a:pt x="198679" y="43934"/>
                  </a:lnTo>
                  <a:lnTo>
                    <a:pt x="160732" y="67182"/>
                  </a:lnTo>
                  <a:lnTo>
                    <a:pt x="125932" y="94632"/>
                  </a:lnTo>
                  <a:lnTo>
                    <a:pt x="94632" y="125932"/>
                  </a:lnTo>
                  <a:lnTo>
                    <a:pt x="67182" y="160732"/>
                  </a:lnTo>
                  <a:lnTo>
                    <a:pt x="43934" y="198679"/>
                  </a:lnTo>
                  <a:lnTo>
                    <a:pt x="25240" y="239421"/>
                  </a:lnTo>
                  <a:lnTo>
                    <a:pt x="11452" y="282607"/>
                  </a:lnTo>
                  <a:lnTo>
                    <a:pt x="2921" y="327885"/>
                  </a:lnTo>
                  <a:lnTo>
                    <a:pt x="0" y="374904"/>
                  </a:lnTo>
                  <a:lnTo>
                    <a:pt x="2921" y="421922"/>
                  </a:lnTo>
                  <a:lnTo>
                    <a:pt x="11452" y="467200"/>
                  </a:lnTo>
                  <a:lnTo>
                    <a:pt x="25240" y="510386"/>
                  </a:lnTo>
                  <a:lnTo>
                    <a:pt x="43934" y="551128"/>
                  </a:lnTo>
                  <a:lnTo>
                    <a:pt x="67182" y="589075"/>
                  </a:lnTo>
                  <a:lnTo>
                    <a:pt x="94632" y="623875"/>
                  </a:lnTo>
                  <a:lnTo>
                    <a:pt x="125932" y="655175"/>
                  </a:lnTo>
                  <a:lnTo>
                    <a:pt x="160732" y="682625"/>
                  </a:lnTo>
                  <a:lnTo>
                    <a:pt x="198679" y="705873"/>
                  </a:lnTo>
                  <a:lnTo>
                    <a:pt x="239421" y="724567"/>
                  </a:lnTo>
                  <a:lnTo>
                    <a:pt x="282607" y="738355"/>
                  </a:lnTo>
                  <a:lnTo>
                    <a:pt x="327885" y="746886"/>
                  </a:lnTo>
                  <a:lnTo>
                    <a:pt x="374903" y="749808"/>
                  </a:lnTo>
                  <a:lnTo>
                    <a:pt x="421922" y="746886"/>
                  </a:lnTo>
                  <a:lnTo>
                    <a:pt x="467200" y="738355"/>
                  </a:lnTo>
                  <a:lnTo>
                    <a:pt x="510386" y="724567"/>
                  </a:lnTo>
                  <a:lnTo>
                    <a:pt x="551128" y="705873"/>
                  </a:lnTo>
                  <a:lnTo>
                    <a:pt x="589075" y="682625"/>
                  </a:lnTo>
                  <a:lnTo>
                    <a:pt x="623875" y="655175"/>
                  </a:lnTo>
                  <a:lnTo>
                    <a:pt x="655175" y="623875"/>
                  </a:lnTo>
                  <a:lnTo>
                    <a:pt x="682625" y="589075"/>
                  </a:lnTo>
                  <a:lnTo>
                    <a:pt x="705873" y="551128"/>
                  </a:lnTo>
                  <a:lnTo>
                    <a:pt x="724567" y="510386"/>
                  </a:lnTo>
                  <a:lnTo>
                    <a:pt x="738355" y="467200"/>
                  </a:lnTo>
                  <a:lnTo>
                    <a:pt x="746886" y="421922"/>
                  </a:lnTo>
                  <a:lnTo>
                    <a:pt x="749808" y="374904"/>
                  </a:lnTo>
                  <a:lnTo>
                    <a:pt x="746886" y="327885"/>
                  </a:lnTo>
                  <a:lnTo>
                    <a:pt x="738355" y="282607"/>
                  </a:lnTo>
                  <a:lnTo>
                    <a:pt x="724567" y="239421"/>
                  </a:lnTo>
                  <a:lnTo>
                    <a:pt x="705873" y="198679"/>
                  </a:lnTo>
                  <a:lnTo>
                    <a:pt x="682625" y="160732"/>
                  </a:lnTo>
                  <a:lnTo>
                    <a:pt x="655175" y="125932"/>
                  </a:lnTo>
                  <a:lnTo>
                    <a:pt x="623875" y="94632"/>
                  </a:lnTo>
                  <a:lnTo>
                    <a:pt x="589075" y="67182"/>
                  </a:lnTo>
                  <a:lnTo>
                    <a:pt x="551128" y="43934"/>
                  </a:lnTo>
                  <a:lnTo>
                    <a:pt x="510386" y="25240"/>
                  </a:lnTo>
                  <a:lnTo>
                    <a:pt x="467200" y="11452"/>
                  </a:lnTo>
                  <a:lnTo>
                    <a:pt x="421922" y="2921"/>
                  </a:lnTo>
                  <a:lnTo>
                    <a:pt x="374903" y="0"/>
                  </a:lnTo>
                  <a:close/>
                </a:path>
              </a:pathLst>
            </a:custGeom>
            <a:solidFill>
              <a:srgbClr val="183DAF">
                <a:alpha val="19999"/>
              </a:srgbClr>
            </a:solidFill>
          </p:spPr>
          <p:txBody>
            <a:bodyPr wrap="square" lIns="0" tIns="0" rIns="0" bIns="0" rtlCol="0"/>
            <a:lstStyle/>
            <a:p>
              <a:endParaRPr/>
            </a:p>
          </p:txBody>
        </p:sp>
        <p:sp>
          <p:nvSpPr>
            <p:cNvPr id="16" name="object 16"/>
            <p:cNvSpPr/>
            <p:nvPr/>
          </p:nvSpPr>
          <p:spPr>
            <a:xfrm>
              <a:off x="3178302" y="3438906"/>
              <a:ext cx="749935" cy="749935"/>
            </a:xfrm>
            <a:custGeom>
              <a:avLst/>
              <a:gdLst/>
              <a:ahLst/>
              <a:cxnLst/>
              <a:rect l="l" t="t" r="r" b="b"/>
              <a:pathLst>
                <a:path w="749935" h="749935">
                  <a:moveTo>
                    <a:pt x="0" y="374904"/>
                  </a:moveTo>
                  <a:lnTo>
                    <a:pt x="2921" y="327885"/>
                  </a:lnTo>
                  <a:lnTo>
                    <a:pt x="11452" y="282607"/>
                  </a:lnTo>
                  <a:lnTo>
                    <a:pt x="25240" y="239421"/>
                  </a:lnTo>
                  <a:lnTo>
                    <a:pt x="43934" y="198679"/>
                  </a:lnTo>
                  <a:lnTo>
                    <a:pt x="67182" y="160732"/>
                  </a:lnTo>
                  <a:lnTo>
                    <a:pt x="94632" y="125932"/>
                  </a:lnTo>
                  <a:lnTo>
                    <a:pt x="125932" y="94632"/>
                  </a:lnTo>
                  <a:lnTo>
                    <a:pt x="160732" y="67182"/>
                  </a:lnTo>
                  <a:lnTo>
                    <a:pt x="198679" y="43934"/>
                  </a:lnTo>
                  <a:lnTo>
                    <a:pt x="239421" y="25240"/>
                  </a:lnTo>
                  <a:lnTo>
                    <a:pt x="282607" y="11452"/>
                  </a:lnTo>
                  <a:lnTo>
                    <a:pt x="327885" y="2921"/>
                  </a:lnTo>
                  <a:lnTo>
                    <a:pt x="374903" y="0"/>
                  </a:lnTo>
                  <a:lnTo>
                    <a:pt x="421922" y="2921"/>
                  </a:lnTo>
                  <a:lnTo>
                    <a:pt x="467200" y="11452"/>
                  </a:lnTo>
                  <a:lnTo>
                    <a:pt x="510386" y="25240"/>
                  </a:lnTo>
                  <a:lnTo>
                    <a:pt x="551128" y="43934"/>
                  </a:lnTo>
                  <a:lnTo>
                    <a:pt x="589075" y="67182"/>
                  </a:lnTo>
                  <a:lnTo>
                    <a:pt x="623875" y="94632"/>
                  </a:lnTo>
                  <a:lnTo>
                    <a:pt x="655175" y="125932"/>
                  </a:lnTo>
                  <a:lnTo>
                    <a:pt x="682625" y="160732"/>
                  </a:lnTo>
                  <a:lnTo>
                    <a:pt x="705873" y="198679"/>
                  </a:lnTo>
                  <a:lnTo>
                    <a:pt x="724567" y="239421"/>
                  </a:lnTo>
                  <a:lnTo>
                    <a:pt x="738355" y="282607"/>
                  </a:lnTo>
                  <a:lnTo>
                    <a:pt x="746886" y="327885"/>
                  </a:lnTo>
                  <a:lnTo>
                    <a:pt x="749808" y="374904"/>
                  </a:lnTo>
                  <a:lnTo>
                    <a:pt x="746886" y="421922"/>
                  </a:lnTo>
                  <a:lnTo>
                    <a:pt x="738355" y="467200"/>
                  </a:lnTo>
                  <a:lnTo>
                    <a:pt x="724567" y="510386"/>
                  </a:lnTo>
                  <a:lnTo>
                    <a:pt x="705873" y="551128"/>
                  </a:lnTo>
                  <a:lnTo>
                    <a:pt x="682625" y="589075"/>
                  </a:lnTo>
                  <a:lnTo>
                    <a:pt x="655175" y="623875"/>
                  </a:lnTo>
                  <a:lnTo>
                    <a:pt x="623875" y="655175"/>
                  </a:lnTo>
                  <a:lnTo>
                    <a:pt x="589075" y="682625"/>
                  </a:lnTo>
                  <a:lnTo>
                    <a:pt x="551128" y="705873"/>
                  </a:lnTo>
                  <a:lnTo>
                    <a:pt x="510386" y="724567"/>
                  </a:lnTo>
                  <a:lnTo>
                    <a:pt x="467200" y="738355"/>
                  </a:lnTo>
                  <a:lnTo>
                    <a:pt x="421922" y="746886"/>
                  </a:lnTo>
                  <a:lnTo>
                    <a:pt x="374903" y="749808"/>
                  </a:lnTo>
                  <a:lnTo>
                    <a:pt x="327885" y="746886"/>
                  </a:lnTo>
                  <a:lnTo>
                    <a:pt x="282607" y="738355"/>
                  </a:lnTo>
                  <a:lnTo>
                    <a:pt x="239421" y="724567"/>
                  </a:lnTo>
                  <a:lnTo>
                    <a:pt x="198679" y="705873"/>
                  </a:lnTo>
                  <a:lnTo>
                    <a:pt x="160732" y="682625"/>
                  </a:lnTo>
                  <a:lnTo>
                    <a:pt x="125932" y="655175"/>
                  </a:lnTo>
                  <a:lnTo>
                    <a:pt x="94632" y="623875"/>
                  </a:lnTo>
                  <a:lnTo>
                    <a:pt x="67182" y="589075"/>
                  </a:lnTo>
                  <a:lnTo>
                    <a:pt x="43934" y="551128"/>
                  </a:lnTo>
                  <a:lnTo>
                    <a:pt x="25240" y="510386"/>
                  </a:lnTo>
                  <a:lnTo>
                    <a:pt x="11452" y="467200"/>
                  </a:lnTo>
                  <a:lnTo>
                    <a:pt x="2921" y="421922"/>
                  </a:lnTo>
                  <a:lnTo>
                    <a:pt x="0" y="374904"/>
                  </a:lnTo>
                  <a:close/>
                </a:path>
              </a:pathLst>
            </a:custGeom>
            <a:ln w="19812">
              <a:solidFill>
                <a:srgbClr val="183DAF"/>
              </a:solidFill>
            </a:ln>
          </p:spPr>
          <p:txBody>
            <a:bodyPr wrap="square" lIns="0" tIns="0" rIns="0" bIns="0" rtlCol="0"/>
            <a:lstStyle/>
            <a:p>
              <a:endParaRPr/>
            </a:p>
          </p:txBody>
        </p:sp>
        <p:sp>
          <p:nvSpPr>
            <p:cNvPr id="17" name="object 17"/>
            <p:cNvSpPr/>
            <p:nvPr/>
          </p:nvSpPr>
          <p:spPr>
            <a:xfrm>
              <a:off x="4920996" y="2680715"/>
              <a:ext cx="1229995" cy="1739264"/>
            </a:xfrm>
            <a:custGeom>
              <a:avLst/>
              <a:gdLst/>
              <a:ahLst/>
              <a:cxnLst/>
              <a:rect l="l" t="t" r="r" b="b"/>
              <a:pathLst>
                <a:path w="1229995" h="1739264">
                  <a:moveTo>
                    <a:pt x="76200" y="76200"/>
                  </a:moveTo>
                  <a:lnTo>
                    <a:pt x="69850" y="63500"/>
                  </a:lnTo>
                  <a:lnTo>
                    <a:pt x="38100" y="0"/>
                  </a:lnTo>
                  <a:lnTo>
                    <a:pt x="0" y="76200"/>
                  </a:lnTo>
                  <a:lnTo>
                    <a:pt x="30480" y="76200"/>
                  </a:lnTo>
                  <a:lnTo>
                    <a:pt x="30480" y="761365"/>
                  </a:lnTo>
                  <a:lnTo>
                    <a:pt x="45720" y="761365"/>
                  </a:lnTo>
                  <a:lnTo>
                    <a:pt x="45720" y="76200"/>
                  </a:lnTo>
                  <a:lnTo>
                    <a:pt x="76200" y="76200"/>
                  </a:lnTo>
                  <a:close/>
                </a:path>
                <a:path w="1229995" h="1739264">
                  <a:moveTo>
                    <a:pt x="1229868" y="1472438"/>
                  </a:moveTo>
                  <a:lnTo>
                    <a:pt x="1159383" y="1523238"/>
                  </a:lnTo>
                  <a:lnTo>
                    <a:pt x="1188110" y="1534210"/>
                  </a:lnTo>
                  <a:lnTo>
                    <a:pt x="1181481" y="1548638"/>
                  </a:lnTo>
                  <a:lnTo>
                    <a:pt x="1169289" y="1574038"/>
                  </a:lnTo>
                  <a:lnTo>
                    <a:pt x="1156208" y="1599438"/>
                  </a:lnTo>
                  <a:lnTo>
                    <a:pt x="1156335" y="1599438"/>
                  </a:lnTo>
                  <a:lnTo>
                    <a:pt x="1142365" y="1637538"/>
                  </a:lnTo>
                  <a:lnTo>
                    <a:pt x="1142492" y="1624838"/>
                  </a:lnTo>
                  <a:lnTo>
                    <a:pt x="1135253" y="1650238"/>
                  </a:lnTo>
                  <a:lnTo>
                    <a:pt x="1127760" y="1662938"/>
                  </a:lnTo>
                  <a:lnTo>
                    <a:pt x="1127887" y="1662938"/>
                  </a:lnTo>
                  <a:lnTo>
                    <a:pt x="1120013" y="1675638"/>
                  </a:lnTo>
                  <a:lnTo>
                    <a:pt x="1120267" y="1675638"/>
                  </a:lnTo>
                  <a:lnTo>
                    <a:pt x="1112012" y="1688338"/>
                  </a:lnTo>
                  <a:lnTo>
                    <a:pt x="1104011" y="1688338"/>
                  </a:lnTo>
                  <a:lnTo>
                    <a:pt x="1095375" y="1701038"/>
                  </a:lnTo>
                  <a:lnTo>
                    <a:pt x="1095756" y="1701038"/>
                  </a:lnTo>
                  <a:lnTo>
                    <a:pt x="1086739" y="1713738"/>
                  </a:lnTo>
                  <a:lnTo>
                    <a:pt x="1078357" y="1713738"/>
                  </a:lnTo>
                  <a:lnTo>
                    <a:pt x="1068832" y="1726438"/>
                  </a:lnTo>
                  <a:lnTo>
                    <a:pt x="1010031" y="1726438"/>
                  </a:lnTo>
                  <a:lnTo>
                    <a:pt x="1003935" y="1713738"/>
                  </a:lnTo>
                  <a:lnTo>
                    <a:pt x="992378" y="1713738"/>
                  </a:lnTo>
                  <a:lnTo>
                    <a:pt x="986028" y="1701038"/>
                  </a:lnTo>
                  <a:lnTo>
                    <a:pt x="979678" y="1701038"/>
                  </a:lnTo>
                  <a:lnTo>
                    <a:pt x="972820" y="1688338"/>
                  </a:lnTo>
                  <a:lnTo>
                    <a:pt x="966470" y="1688338"/>
                  </a:lnTo>
                  <a:lnTo>
                    <a:pt x="959485" y="1675638"/>
                  </a:lnTo>
                  <a:lnTo>
                    <a:pt x="959612" y="1675638"/>
                  </a:lnTo>
                  <a:lnTo>
                    <a:pt x="952373" y="1662938"/>
                  </a:lnTo>
                  <a:lnTo>
                    <a:pt x="952500" y="1662938"/>
                  </a:lnTo>
                  <a:lnTo>
                    <a:pt x="945134" y="1650238"/>
                  </a:lnTo>
                  <a:lnTo>
                    <a:pt x="937514" y="1637538"/>
                  </a:lnTo>
                  <a:lnTo>
                    <a:pt x="937641" y="1637538"/>
                  </a:lnTo>
                  <a:lnTo>
                    <a:pt x="929767" y="1624838"/>
                  </a:lnTo>
                  <a:lnTo>
                    <a:pt x="929894" y="1624838"/>
                  </a:lnTo>
                  <a:lnTo>
                    <a:pt x="921893" y="1612138"/>
                  </a:lnTo>
                  <a:lnTo>
                    <a:pt x="913765" y="1599438"/>
                  </a:lnTo>
                  <a:lnTo>
                    <a:pt x="897001" y="1574038"/>
                  </a:lnTo>
                  <a:lnTo>
                    <a:pt x="892619" y="1561338"/>
                  </a:lnTo>
                  <a:lnTo>
                    <a:pt x="888238" y="1548638"/>
                  </a:lnTo>
                  <a:lnTo>
                    <a:pt x="888238" y="1561338"/>
                  </a:lnTo>
                  <a:lnTo>
                    <a:pt x="870458" y="1523238"/>
                  </a:lnTo>
                  <a:lnTo>
                    <a:pt x="861314" y="1497838"/>
                  </a:lnTo>
                  <a:lnTo>
                    <a:pt x="852170" y="1485138"/>
                  </a:lnTo>
                  <a:lnTo>
                    <a:pt x="842645" y="1459738"/>
                  </a:lnTo>
                  <a:lnTo>
                    <a:pt x="842772" y="1459738"/>
                  </a:lnTo>
                  <a:lnTo>
                    <a:pt x="823722" y="1421638"/>
                  </a:lnTo>
                  <a:lnTo>
                    <a:pt x="804037" y="1383538"/>
                  </a:lnTo>
                  <a:lnTo>
                    <a:pt x="784225" y="1332738"/>
                  </a:lnTo>
                  <a:lnTo>
                    <a:pt x="764032" y="1294638"/>
                  </a:lnTo>
                  <a:lnTo>
                    <a:pt x="743585" y="1243838"/>
                  </a:lnTo>
                  <a:lnTo>
                    <a:pt x="722884" y="1193038"/>
                  </a:lnTo>
                  <a:lnTo>
                    <a:pt x="681228" y="1104138"/>
                  </a:lnTo>
                  <a:lnTo>
                    <a:pt x="618617" y="951738"/>
                  </a:lnTo>
                  <a:lnTo>
                    <a:pt x="597916" y="913638"/>
                  </a:lnTo>
                  <a:lnTo>
                    <a:pt x="577596" y="862838"/>
                  </a:lnTo>
                  <a:lnTo>
                    <a:pt x="557403" y="824738"/>
                  </a:lnTo>
                  <a:lnTo>
                    <a:pt x="537464" y="773938"/>
                  </a:lnTo>
                  <a:lnTo>
                    <a:pt x="518033" y="735838"/>
                  </a:lnTo>
                  <a:lnTo>
                    <a:pt x="508381" y="710438"/>
                  </a:lnTo>
                  <a:lnTo>
                    <a:pt x="498856" y="697738"/>
                  </a:lnTo>
                  <a:lnTo>
                    <a:pt x="489458" y="672338"/>
                  </a:lnTo>
                  <a:lnTo>
                    <a:pt x="480187" y="659638"/>
                  </a:lnTo>
                  <a:lnTo>
                    <a:pt x="471043" y="646938"/>
                  </a:lnTo>
                  <a:lnTo>
                    <a:pt x="462153" y="621538"/>
                  </a:lnTo>
                  <a:lnTo>
                    <a:pt x="453263" y="608838"/>
                  </a:lnTo>
                  <a:lnTo>
                    <a:pt x="444627" y="596138"/>
                  </a:lnTo>
                  <a:lnTo>
                    <a:pt x="427609" y="570738"/>
                  </a:lnTo>
                  <a:lnTo>
                    <a:pt x="411353" y="545338"/>
                  </a:lnTo>
                  <a:lnTo>
                    <a:pt x="403606" y="532638"/>
                  </a:lnTo>
                  <a:lnTo>
                    <a:pt x="395732" y="519938"/>
                  </a:lnTo>
                  <a:lnTo>
                    <a:pt x="388366" y="507238"/>
                  </a:lnTo>
                  <a:lnTo>
                    <a:pt x="381000" y="507238"/>
                  </a:lnTo>
                  <a:lnTo>
                    <a:pt x="366776" y="494538"/>
                  </a:lnTo>
                  <a:lnTo>
                    <a:pt x="339471" y="469138"/>
                  </a:lnTo>
                  <a:lnTo>
                    <a:pt x="326390" y="456438"/>
                  </a:lnTo>
                  <a:lnTo>
                    <a:pt x="313436" y="456438"/>
                  </a:lnTo>
                  <a:lnTo>
                    <a:pt x="300736" y="443738"/>
                  </a:lnTo>
                  <a:lnTo>
                    <a:pt x="241300" y="443738"/>
                  </a:lnTo>
                  <a:lnTo>
                    <a:pt x="230378" y="456438"/>
                  </a:lnTo>
                  <a:lnTo>
                    <a:pt x="219964" y="456438"/>
                  </a:lnTo>
                  <a:lnTo>
                    <a:pt x="209804" y="469138"/>
                  </a:lnTo>
                  <a:lnTo>
                    <a:pt x="200025" y="469138"/>
                  </a:lnTo>
                  <a:lnTo>
                    <a:pt x="190500" y="481838"/>
                  </a:lnTo>
                  <a:lnTo>
                    <a:pt x="163449" y="519938"/>
                  </a:lnTo>
                  <a:lnTo>
                    <a:pt x="138176" y="558038"/>
                  </a:lnTo>
                  <a:lnTo>
                    <a:pt x="130048" y="583438"/>
                  </a:lnTo>
                  <a:lnTo>
                    <a:pt x="122047" y="596138"/>
                  </a:lnTo>
                  <a:lnTo>
                    <a:pt x="106426" y="621538"/>
                  </a:lnTo>
                  <a:lnTo>
                    <a:pt x="91186" y="659638"/>
                  </a:lnTo>
                  <a:lnTo>
                    <a:pt x="61214" y="735838"/>
                  </a:lnTo>
                  <a:lnTo>
                    <a:pt x="72898" y="735838"/>
                  </a:lnTo>
                  <a:lnTo>
                    <a:pt x="87884" y="697738"/>
                  </a:lnTo>
                  <a:lnTo>
                    <a:pt x="102870" y="672338"/>
                  </a:lnTo>
                  <a:lnTo>
                    <a:pt x="117983" y="634238"/>
                  </a:lnTo>
                  <a:lnTo>
                    <a:pt x="133604" y="596138"/>
                  </a:lnTo>
                  <a:lnTo>
                    <a:pt x="133477" y="596138"/>
                  </a:lnTo>
                  <a:lnTo>
                    <a:pt x="141478" y="583438"/>
                  </a:lnTo>
                  <a:lnTo>
                    <a:pt x="141351" y="583438"/>
                  </a:lnTo>
                  <a:lnTo>
                    <a:pt x="149352" y="570738"/>
                  </a:lnTo>
                  <a:lnTo>
                    <a:pt x="149225" y="570738"/>
                  </a:lnTo>
                  <a:lnTo>
                    <a:pt x="157480" y="558038"/>
                  </a:lnTo>
                  <a:lnTo>
                    <a:pt x="157353" y="558038"/>
                  </a:lnTo>
                  <a:lnTo>
                    <a:pt x="165735" y="545338"/>
                  </a:lnTo>
                  <a:lnTo>
                    <a:pt x="165608" y="545338"/>
                  </a:lnTo>
                  <a:lnTo>
                    <a:pt x="173990" y="532638"/>
                  </a:lnTo>
                  <a:lnTo>
                    <a:pt x="173863" y="532638"/>
                  </a:lnTo>
                  <a:lnTo>
                    <a:pt x="182499" y="519938"/>
                  </a:lnTo>
                  <a:lnTo>
                    <a:pt x="182372" y="519938"/>
                  </a:lnTo>
                  <a:lnTo>
                    <a:pt x="191135" y="507238"/>
                  </a:lnTo>
                  <a:lnTo>
                    <a:pt x="190881" y="507238"/>
                  </a:lnTo>
                  <a:lnTo>
                    <a:pt x="200025" y="494538"/>
                  </a:lnTo>
                  <a:lnTo>
                    <a:pt x="199644" y="494538"/>
                  </a:lnTo>
                  <a:lnTo>
                    <a:pt x="208915" y="481838"/>
                  </a:lnTo>
                  <a:lnTo>
                    <a:pt x="217678" y="481838"/>
                  </a:lnTo>
                  <a:lnTo>
                    <a:pt x="227203" y="469138"/>
                  </a:lnTo>
                  <a:lnTo>
                    <a:pt x="235966" y="469138"/>
                  </a:lnTo>
                  <a:lnTo>
                    <a:pt x="246253" y="456438"/>
                  </a:lnTo>
                  <a:lnTo>
                    <a:pt x="296545" y="456438"/>
                  </a:lnTo>
                  <a:lnTo>
                    <a:pt x="308483" y="469138"/>
                  </a:lnTo>
                  <a:lnTo>
                    <a:pt x="307975" y="456438"/>
                  </a:lnTo>
                  <a:lnTo>
                    <a:pt x="320294" y="469138"/>
                  </a:lnTo>
                  <a:lnTo>
                    <a:pt x="319786" y="469138"/>
                  </a:lnTo>
                  <a:lnTo>
                    <a:pt x="332486" y="481838"/>
                  </a:lnTo>
                  <a:lnTo>
                    <a:pt x="344805" y="481838"/>
                  </a:lnTo>
                  <a:lnTo>
                    <a:pt x="358140" y="494538"/>
                  </a:lnTo>
                  <a:lnTo>
                    <a:pt x="357886" y="494538"/>
                  </a:lnTo>
                  <a:lnTo>
                    <a:pt x="371856" y="507238"/>
                  </a:lnTo>
                  <a:lnTo>
                    <a:pt x="371602" y="507238"/>
                  </a:lnTo>
                  <a:lnTo>
                    <a:pt x="378714" y="519938"/>
                  </a:lnTo>
                  <a:lnTo>
                    <a:pt x="378587" y="519938"/>
                  </a:lnTo>
                  <a:lnTo>
                    <a:pt x="385826" y="532638"/>
                  </a:lnTo>
                  <a:lnTo>
                    <a:pt x="393192" y="532638"/>
                  </a:lnTo>
                  <a:lnTo>
                    <a:pt x="400939" y="545338"/>
                  </a:lnTo>
                  <a:lnTo>
                    <a:pt x="408940" y="558038"/>
                  </a:lnTo>
                  <a:lnTo>
                    <a:pt x="408813" y="558038"/>
                  </a:lnTo>
                  <a:lnTo>
                    <a:pt x="416941" y="570738"/>
                  </a:lnTo>
                  <a:lnTo>
                    <a:pt x="416814" y="570738"/>
                  </a:lnTo>
                  <a:lnTo>
                    <a:pt x="433578" y="596138"/>
                  </a:lnTo>
                  <a:lnTo>
                    <a:pt x="442087" y="621538"/>
                  </a:lnTo>
                  <a:lnTo>
                    <a:pt x="459867" y="646938"/>
                  </a:lnTo>
                  <a:lnTo>
                    <a:pt x="478155" y="685038"/>
                  </a:lnTo>
                  <a:lnTo>
                    <a:pt x="487553" y="697738"/>
                  </a:lnTo>
                  <a:lnTo>
                    <a:pt x="496951" y="723138"/>
                  </a:lnTo>
                  <a:lnTo>
                    <a:pt x="506603" y="735838"/>
                  </a:lnTo>
                  <a:lnTo>
                    <a:pt x="506476" y="735838"/>
                  </a:lnTo>
                  <a:lnTo>
                    <a:pt x="525907" y="786638"/>
                  </a:lnTo>
                  <a:lnTo>
                    <a:pt x="545846" y="824738"/>
                  </a:lnTo>
                  <a:lnTo>
                    <a:pt x="566039" y="862838"/>
                  </a:lnTo>
                  <a:lnTo>
                    <a:pt x="586359" y="913638"/>
                  </a:lnTo>
                  <a:lnTo>
                    <a:pt x="607060" y="964438"/>
                  </a:lnTo>
                  <a:lnTo>
                    <a:pt x="627761" y="1002538"/>
                  </a:lnTo>
                  <a:lnTo>
                    <a:pt x="711200" y="1205738"/>
                  </a:lnTo>
                  <a:lnTo>
                    <a:pt x="752348" y="1294638"/>
                  </a:lnTo>
                  <a:lnTo>
                    <a:pt x="772541" y="1345438"/>
                  </a:lnTo>
                  <a:lnTo>
                    <a:pt x="792480" y="1383538"/>
                  </a:lnTo>
                  <a:lnTo>
                    <a:pt x="812165" y="1421638"/>
                  </a:lnTo>
                  <a:lnTo>
                    <a:pt x="831215" y="1472438"/>
                  </a:lnTo>
                  <a:lnTo>
                    <a:pt x="840613" y="1485138"/>
                  </a:lnTo>
                  <a:lnTo>
                    <a:pt x="849884" y="1510538"/>
                  </a:lnTo>
                  <a:lnTo>
                    <a:pt x="868172" y="1548638"/>
                  </a:lnTo>
                  <a:lnTo>
                    <a:pt x="885698" y="1574038"/>
                  </a:lnTo>
                  <a:lnTo>
                    <a:pt x="894207" y="1599438"/>
                  </a:lnTo>
                  <a:lnTo>
                    <a:pt x="918972" y="1637538"/>
                  </a:lnTo>
                  <a:lnTo>
                    <a:pt x="942086" y="1675638"/>
                  </a:lnTo>
                  <a:lnTo>
                    <a:pt x="949452" y="1688338"/>
                  </a:lnTo>
                  <a:lnTo>
                    <a:pt x="956437" y="1688338"/>
                  </a:lnTo>
                  <a:lnTo>
                    <a:pt x="970661" y="1713738"/>
                  </a:lnTo>
                  <a:lnTo>
                    <a:pt x="977392" y="1713738"/>
                  </a:lnTo>
                  <a:lnTo>
                    <a:pt x="983996" y="1726438"/>
                  </a:lnTo>
                  <a:lnTo>
                    <a:pt x="997077" y="1726438"/>
                  </a:lnTo>
                  <a:lnTo>
                    <a:pt x="1003554" y="1739138"/>
                  </a:lnTo>
                  <a:lnTo>
                    <a:pt x="1075309" y="1739138"/>
                  </a:lnTo>
                  <a:lnTo>
                    <a:pt x="1085596" y="1726438"/>
                  </a:lnTo>
                  <a:lnTo>
                    <a:pt x="1095502" y="1726438"/>
                  </a:lnTo>
                  <a:lnTo>
                    <a:pt x="1104900" y="1713738"/>
                  </a:lnTo>
                  <a:lnTo>
                    <a:pt x="1130808" y="1675638"/>
                  </a:lnTo>
                  <a:lnTo>
                    <a:pt x="1153795" y="1637538"/>
                  </a:lnTo>
                  <a:lnTo>
                    <a:pt x="1180846" y="1574038"/>
                  </a:lnTo>
                  <a:lnTo>
                    <a:pt x="1193165" y="1548638"/>
                  </a:lnTo>
                  <a:lnTo>
                    <a:pt x="1193038" y="1548638"/>
                  </a:lnTo>
                  <a:lnTo>
                    <a:pt x="1197902" y="1537944"/>
                  </a:lnTo>
                  <a:lnTo>
                    <a:pt x="1225931" y="1548638"/>
                  </a:lnTo>
                  <a:lnTo>
                    <a:pt x="1227239" y="1523238"/>
                  </a:lnTo>
                  <a:lnTo>
                    <a:pt x="1229868" y="1472438"/>
                  </a:lnTo>
                  <a:close/>
                </a:path>
              </a:pathLst>
            </a:custGeom>
            <a:solidFill>
              <a:srgbClr val="000000"/>
            </a:solidFill>
          </p:spPr>
          <p:txBody>
            <a:bodyPr wrap="square" lIns="0" tIns="0" rIns="0" bIns="0" rtlCol="0"/>
            <a:lstStyle/>
            <a:p>
              <a:endParaRPr/>
            </a:p>
          </p:txBody>
        </p:sp>
        <p:sp>
          <p:nvSpPr>
            <p:cNvPr id="18" name="object 18"/>
            <p:cNvSpPr/>
            <p:nvPr/>
          </p:nvSpPr>
          <p:spPr>
            <a:xfrm>
              <a:off x="4580382" y="3438906"/>
              <a:ext cx="749935" cy="749935"/>
            </a:xfrm>
            <a:custGeom>
              <a:avLst/>
              <a:gdLst/>
              <a:ahLst/>
              <a:cxnLst/>
              <a:rect l="l" t="t" r="r" b="b"/>
              <a:pathLst>
                <a:path w="749935" h="749935">
                  <a:moveTo>
                    <a:pt x="374903" y="0"/>
                  </a:moveTo>
                  <a:lnTo>
                    <a:pt x="327885" y="2921"/>
                  </a:lnTo>
                  <a:lnTo>
                    <a:pt x="282607" y="11452"/>
                  </a:lnTo>
                  <a:lnTo>
                    <a:pt x="239421" y="25240"/>
                  </a:lnTo>
                  <a:lnTo>
                    <a:pt x="198679" y="43934"/>
                  </a:lnTo>
                  <a:lnTo>
                    <a:pt x="160732" y="67182"/>
                  </a:lnTo>
                  <a:lnTo>
                    <a:pt x="125932" y="94632"/>
                  </a:lnTo>
                  <a:lnTo>
                    <a:pt x="94632" y="125932"/>
                  </a:lnTo>
                  <a:lnTo>
                    <a:pt x="67182" y="160732"/>
                  </a:lnTo>
                  <a:lnTo>
                    <a:pt x="43934" y="198679"/>
                  </a:lnTo>
                  <a:lnTo>
                    <a:pt x="25240" y="239421"/>
                  </a:lnTo>
                  <a:lnTo>
                    <a:pt x="11452" y="282607"/>
                  </a:lnTo>
                  <a:lnTo>
                    <a:pt x="2921" y="327885"/>
                  </a:lnTo>
                  <a:lnTo>
                    <a:pt x="0" y="374904"/>
                  </a:lnTo>
                  <a:lnTo>
                    <a:pt x="2921" y="421922"/>
                  </a:lnTo>
                  <a:lnTo>
                    <a:pt x="11452" y="467200"/>
                  </a:lnTo>
                  <a:lnTo>
                    <a:pt x="25240" y="510386"/>
                  </a:lnTo>
                  <a:lnTo>
                    <a:pt x="43934" y="551128"/>
                  </a:lnTo>
                  <a:lnTo>
                    <a:pt x="67182" y="589075"/>
                  </a:lnTo>
                  <a:lnTo>
                    <a:pt x="94632" y="623875"/>
                  </a:lnTo>
                  <a:lnTo>
                    <a:pt x="125932" y="655175"/>
                  </a:lnTo>
                  <a:lnTo>
                    <a:pt x="160732" y="682625"/>
                  </a:lnTo>
                  <a:lnTo>
                    <a:pt x="198679" y="705873"/>
                  </a:lnTo>
                  <a:lnTo>
                    <a:pt x="239421" y="724567"/>
                  </a:lnTo>
                  <a:lnTo>
                    <a:pt x="282607" y="738355"/>
                  </a:lnTo>
                  <a:lnTo>
                    <a:pt x="327885" y="746886"/>
                  </a:lnTo>
                  <a:lnTo>
                    <a:pt x="374903" y="749808"/>
                  </a:lnTo>
                  <a:lnTo>
                    <a:pt x="421922" y="746886"/>
                  </a:lnTo>
                  <a:lnTo>
                    <a:pt x="467200" y="738355"/>
                  </a:lnTo>
                  <a:lnTo>
                    <a:pt x="510386" y="724567"/>
                  </a:lnTo>
                  <a:lnTo>
                    <a:pt x="551128" y="705873"/>
                  </a:lnTo>
                  <a:lnTo>
                    <a:pt x="589075" y="682625"/>
                  </a:lnTo>
                  <a:lnTo>
                    <a:pt x="623875" y="655175"/>
                  </a:lnTo>
                  <a:lnTo>
                    <a:pt x="655175" y="623875"/>
                  </a:lnTo>
                  <a:lnTo>
                    <a:pt x="682625" y="589075"/>
                  </a:lnTo>
                  <a:lnTo>
                    <a:pt x="705873" y="551128"/>
                  </a:lnTo>
                  <a:lnTo>
                    <a:pt x="724567" y="510386"/>
                  </a:lnTo>
                  <a:lnTo>
                    <a:pt x="738355" y="467200"/>
                  </a:lnTo>
                  <a:lnTo>
                    <a:pt x="746886" y="421922"/>
                  </a:lnTo>
                  <a:lnTo>
                    <a:pt x="749807" y="374904"/>
                  </a:lnTo>
                  <a:lnTo>
                    <a:pt x="746886" y="327885"/>
                  </a:lnTo>
                  <a:lnTo>
                    <a:pt x="738355" y="282607"/>
                  </a:lnTo>
                  <a:lnTo>
                    <a:pt x="724567" y="239421"/>
                  </a:lnTo>
                  <a:lnTo>
                    <a:pt x="705873" y="198679"/>
                  </a:lnTo>
                  <a:lnTo>
                    <a:pt x="682625" y="160732"/>
                  </a:lnTo>
                  <a:lnTo>
                    <a:pt x="655175" y="125932"/>
                  </a:lnTo>
                  <a:lnTo>
                    <a:pt x="623875" y="94632"/>
                  </a:lnTo>
                  <a:lnTo>
                    <a:pt x="589075" y="67182"/>
                  </a:lnTo>
                  <a:lnTo>
                    <a:pt x="551128" y="43934"/>
                  </a:lnTo>
                  <a:lnTo>
                    <a:pt x="510386" y="25240"/>
                  </a:lnTo>
                  <a:lnTo>
                    <a:pt x="467200" y="11452"/>
                  </a:lnTo>
                  <a:lnTo>
                    <a:pt x="421922" y="2921"/>
                  </a:lnTo>
                  <a:lnTo>
                    <a:pt x="374903" y="0"/>
                  </a:lnTo>
                  <a:close/>
                </a:path>
              </a:pathLst>
            </a:custGeom>
            <a:solidFill>
              <a:srgbClr val="183DAF">
                <a:alpha val="19999"/>
              </a:srgbClr>
            </a:solidFill>
          </p:spPr>
          <p:txBody>
            <a:bodyPr wrap="square" lIns="0" tIns="0" rIns="0" bIns="0" rtlCol="0"/>
            <a:lstStyle/>
            <a:p>
              <a:endParaRPr/>
            </a:p>
          </p:txBody>
        </p:sp>
        <p:sp>
          <p:nvSpPr>
            <p:cNvPr id="19" name="object 19"/>
            <p:cNvSpPr/>
            <p:nvPr/>
          </p:nvSpPr>
          <p:spPr>
            <a:xfrm>
              <a:off x="4580382" y="3438906"/>
              <a:ext cx="749935" cy="749935"/>
            </a:xfrm>
            <a:custGeom>
              <a:avLst/>
              <a:gdLst/>
              <a:ahLst/>
              <a:cxnLst/>
              <a:rect l="l" t="t" r="r" b="b"/>
              <a:pathLst>
                <a:path w="749935" h="749935">
                  <a:moveTo>
                    <a:pt x="0" y="374904"/>
                  </a:moveTo>
                  <a:lnTo>
                    <a:pt x="2921" y="327885"/>
                  </a:lnTo>
                  <a:lnTo>
                    <a:pt x="11452" y="282607"/>
                  </a:lnTo>
                  <a:lnTo>
                    <a:pt x="25240" y="239421"/>
                  </a:lnTo>
                  <a:lnTo>
                    <a:pt x="43934" y="198679"/>
                  </a:lnTo>
                  <a:lnTo>
                    <a:pt x="67182" y="160732"/>
                  </a:lnTo>
                  <a:lnTo>
                    <a:pt x="94632" y="125932"/>
                  </a:lnTo>
                  <a:lnTo>
                    <a:pt x="125932" y="94632"/>
                  </a:lnTo>
                  <a:lnTo>
                    <a:pt x="160732" y="67182"/>
                  </a:lnTo>
                  <a:lnTo>
                    <a:pt x="198679" y="43934"/>
                  </a:lnTo>
                  <a:lnTo>
                    <a:pt x="239421" y="25240"/>
                  </a:lnTo>
                  <a:lnTo>
                    <a:pt x="282607" y="11452"/>
                  </a:lnTo>
                  <a:lnTo>
                    <a:pt x="327885" y="2921"/>
                  </a:lnTo>
                  <a:lnTo>
                    <a:pt x="374903" y="0"/>
                  </a:lnTo>
                  <a:lnTo>
                    <a:pt x="421922" y="2921"/>
                  </a:lnTo>
                  <a:lnTo>
                    <a:pt x="467200" y="11452"/>
                  </a:lnTo>
                  <a:lnTo>
                    <a:pt x="510386" y="25240"/>
                  </a:lnTo>
                  <a:lnTo>
                    <a:pt x="551128" y="43934"/>
                  </a:lnTo>
                  <a:lnTo>
                    <a:pt x="589075" y="67182"/>
                  </a:lnTo>
                  <a:lnTo>
                    <a:pt x="623875" y="94632"/>
                  </a:lnTo>
                  <a:lnTo>
                    <a:pt x="655175" y="125932"/>
                  </a:lnTo>
                  <a:lnTo>
                    <a:pt x="682625" y="160732"/>
                  </a:lnTo>
                  <a:lnTo>
                    <a:pt x="705873" y="198679"/>
                  </a:lnTo>
                  <a:lnTo>
                    <a:pt x="724567" y="239421"/>
                  </a:lnTo>
                  <a:lnTo>
                    <a:pt x="738355" y="282607"/>
                  </a:lnTo>
                  <a:lnTo>
                    <a:pt x="746886" y="327885"/>
                  </a:lnTo>
                  <a:lnTo>
                    <a:pt x="749807" y="374904"/>
                  </a:lnTo>
                  <a:lnTo>
                    <a:pt x="746886" y="421922"/>
                  </a:lnTo>
                  <a:lnTo>
                    <a:pt x="738355" y="467200"/>
                  </a:lnTo>
                  <a:lnTo>
                    <a:pt x="724567" y="510386"/>
                  </a:lnTo>
                  <a:lnTo>
                    <a:pt x="705873" y="551128"/>
                  </a:lnTo>
                  <a:lnTo>
                    <a:pt x="682625" y="589075"/>
                  </a:lnTo>
                  <a:lnTo>
                    <a:pt x="655175" y="623875"/>
                  </a:lnTo>
                  <a:lnTo>
                    <a:pt x="623875" y="655175"/>
                  </a:lnTo>
                  <a:lnTo>
                    <a:pt x="589075" y="682625"/>
                  </a:lnTo>
                  <a:lnTo>
                    <a:pt x="551128" y="705873"/>
                  </a:lnTo>
                  <a:lnTo>
                    <a:pt x="510386" y="724567"/>
                  </a:lnTo>
                  <a:lnTo>
                    <a:pt x="467200" y="738355"/>
                  </a:lnTo>
                  <a:lnTo>
                    <a:pt x="421922" y="746886"/>
                  </a:lnTo>
                  <a:lnTo>
                    <a:pt x="374903" y="749808"/>
                  </a:lnTo>
                  <a:lnTo>
                    <a:pt x="327885" y="746886"/>
                  </a:lnTo>
                  <a:lnTo>
                    <a:pt x="282607" y="738355"/>
                  </a:lnTo>
                  <a:lnTo>
                    <a:pt x="239421" y="724567"/>
                  </a:lnTo>
                  <a:lnTo>
                    <a:pt x="198679" y="705873"/>
                  </a:lnTo>
                  <a:lnTo>
                    <a:pt x="160732" y="682625"/>
                  </a:lnTo>
                  <a:lnTo>
                    <a:pt x="125932" y="655175"/>
                  </a:lnTo>
                  <a:lnTo>
                    <a:pt x="94632" y="623875"/>
                  </a:lnTo>
                  <a:lnTo>
                    <a:pt x="67182" y="589075"/>
                  </a:lnTo>
                  <a:lnTo>
                    <a:pt x="43934" y="551128"/>
                  </a:lnTo>
                  <a:lnTo>
                    <a:pt x="25240" y="510386"/>
                  </a:lnTo>
                  <a:lnTo>
                    <a:pt x="11452" y="467200"/>
                  </a:lnTo>
                  <a:lnTo>
                    <a:pt x="2921" y="421922"/>
                  </a:lnTo>
                  <a:lnTo>
                    <a:pt x="0" y="374904"/>
                  </a:lnTo>
                  <a:close/>
                </a:path>
              </a:pathLst>
            </a:custGeom>
            <a:ln w="19812">
              <a:solidFill>
                <a:srgbClr val="183DAF"/>
              </a:solidFill>
            </a:ln>
          </p:spPr>
          <p:txBody>
            <a:bodyPr wrap="square" lIns="0" tIns="0" rIns="0" bIns="0" rtlCol="0"/>
            <a:lstStyle/>
            <a:p>
              <a:endParaRPr/>
            </a:p>
          </p:txBody>
        </p:sp>
        <p:sp>
          <p:nvSpPr>
            <p:cNvPr id="20" name="object 20"/>
            <p:cNvSpPr/>
            <p:nvPr/>
          </p:nvSpPr>
          <p:spPr>
            <a:xfrm>
              <a:off x="6323076" y="2680715"/>
              <a:ext cx="1224280" cy="1739264"/>
            </a:xfrm>
            <a:custGeom>
              <a:avLst/>
              <a:gdLst/>
              <a:ahLst/>
              <a:cxnLst/>
              <a:rect l="l" t="t" r="r" b="b"/>
              <a:pathLst>
                <a:path w="1224279" h="1739264">
                  <a:moveTo>
                    <a:pt x="76200" y="76200"/>
                  </a:moveTo>
                  <a:lnTo>
                    <a:pt x="69850" y="63500"/>
                  </a:lnTo>
                  <a:lnTo>
                    <a:pt x="38100" y="0"/>
                  </a:lnTo>
                  <a:lnTo>
                    <a:pt x="0" y="76200"/>
                  </a:lnTo>
                  <a:lnTo>
                    <a:pt x="30480" y="76200"/>
                  </a:lnTo>
                  <a:lnTo>
                    <a:pt x="30480" y="761365"/>
                  </a:lnTo>
                  <a:lnTo>
                    <a:pt x="45720" y="761365"/>
                  </a:lnTo>
                  <a:lnTo>
                    <a:pt x="45720" y="76200"/>
                  </a:lnTo>
                  <a:lnTo>
                    <a:pt x="76200" y="76200"/>
                  </a:lnTo>
                  <a:close/>
                </a:path>
                <a:path w="1224279" h="1739264">
                  <a:moveTo>
                    <a:pt x="1223772" y="1472438"/>
                  </a:moveTo>
                  <a:lnTo>
                    <a:pt x="1153287" y="1523238"/>
                  </a:lnTo>
                  <a:lnTo>
                    <a:pt x="1182014" y="1534210"/>
                  </a:lnTo>
                  <a:lnTo>
                    <a:pt x="1175385" y="1548638"/>
                  </a:lnTo>
                  <a:lnTo>
                    <a:pt x="1163193" y="1574038"/>
                  </a:lnTo>
                  <a:lnTo>
                    <a:pt x="1150112" y="1599438"/>
                  </a:lnTo>
                  <a:lnTo>
                    <a:pt x="1150239" y="1599438"/>
                  </a:lnTo>
                  <a:lnTo>
                    <a:pt x="1136269" y="1637538"/>
                  </a:lnTo>
                  <a:lnTo>
                    <a:pt x="1136396" y="1624838"/>
                  </a:lnTo>
                  <a:lnTo>
                    <a:pt x="1129157" y="1650238"/>
                  </a:lnTo>
                  <a:lnTo>
                    <a:pt x="1121664" y="1662938"/>
                  </a:lnTo>
                  <a:lnTo>
                    <a:pt x="1121791" y="1662938"/>
                  </a:lnTo>
                  <a:lnTo>
                    <a:pt x="1113917" y="1675638"/>
                  </a:lnTo>
                  <a:lnTo>
                    <a:pt x="1114171" y="1675638"/>
                  </a:lnTo>
                  <a:lnTo>
                    <a:pt x="1105916" y="1688338"/>
                  </a:lnTo>
                  <a:lnTo>
                    <a:pt x="1097915" y="1688338"/>
                  </a:lnTo>
                  <a:lnTo>
                    <a:pt x="1089279" y="1701038"/>
                  </a:lnTo>
                  <a:lnTo>
                    <a:pt x="1089660" y="1701038"/>
                  </a:lnTo>
                  <a:lnTo>
                    <a:pt x="1080643" y="1713738"/>
                  </a:lnTo>
                  <a:lnTo>
                    <a:pt x="1072261" y="1713738"/>
                  </a:lnTo>
                  <a:lnTo>
                    <a:pt x="1062736" y="1726438"/>
                  </a:lnTo>
                  <a:lnTo>
                    <a:pt x="1003935" y="1726438"/>
                  </a:lnTo>
                  <a:lnTo>
                    <a:pt x="997839" y="1713738"/>
                  </a:lnTo>
                  <a:lnTo>
                    <a:pt x="986282" y="1713738"/>
                  </a:lnTo>
                  <a:lnTo>
                    <a:pt x="979932" y="1701038"/>
                  </a:lnTo>
                  <a:lnTo>
                    <a:pt x="973582" y="1701038"/>
                  </a:lnTo>
                  <a:lnTo>
                    <a:pt x="966724" y="1688338"/>
                  </a:lnTo>
                  <a:lnTo>
                    <a:pt x="960374" y="1688338"/>
                  </a:lnTo>
                  <a:lnTo>
                    <a:pt x="953389" y="1675638"/>
                  </a:lnTo>
                  <a:lnTo>
                    <a:pt x="953516" y="1675638"/>
                  </a:lnTo>
                  <a:lnTo>
                    <a:pt x="946277" y="1662938"/>
                  </a:lnTo>
                  <a:lnTo>
                    <a:pt x="946404" y="1662938"/>
                  </a:lnTo>
                  <a:lnTo>
                    <a:pt x="939038" y="1650238"/>
                  </a:lnTo>
                  <a:lnTo>
                    <a:pt x="931418" y="1637538"/>
                  </a:lnTo>
                  <a:lnTo>
                    <a:pt x="931545" y="1637538"/>
                  </a:lnTo>
                  <a:lnTo>
                    <a:pt x="923671" y="1624838"/>
                  </a:lnTo>
                  <a:lnTo>
                    <a:pt x="923798" y="1624838"/>
                  </a:lnTo>
                  <a:lnTo>
                    <a:pt x="915797" y="1612138"/>
                  </a:lnTo>
                  <a:lnTo>
                    <a:pt x="907669" y="1599438"/>
                  </a:lnTo>
                  <a:lnTo>
                    <a:pt x="890905" y="1574038"/>
                  </a:lnTo>
                  <a:lnTo>
                    <a:pt x="886523" y="1561338"/>
                  </a:lnTo>
                  <a:lnTo>
                    <a:pt x="882142" y="1548638"/>
                  </a:lnTo>
                  <a:lnTo>
                    <a:pt x="882142" y="1561338"/>
                  </a:lnTo>
                  <a:lnTo>
                    <a:pt x="864362" y="1523238"/>
                  </a:lnTo>
                  <a:lnTo>
                    <a:pt x="855218" y="1497838"/>
                  </a:lnTo>
                  <a:lnTo>
                    <a:pt x="846074" y="1485138"/>
                  </a:lnTo>
                  <a:lnTo>
                    <a:pt x="836549" y="1459738"/>
                  </a:lnTo>
                  <a:lnTo>
                    <a:pt x="836676" y="1459738"/>
                  </a:lnTo>
                  <a:lnTo>
                    <a:pt x="817626" y="1421638"/>
                  </a:lnTo>
                  <a:lnTo>
                    <a:pt x="797941" y="1383538"/>
                  </a:lnTo>
                  <a:lnTo>
                    <a:pt x="778129" y="1332738"/>
                  </a:lnTo>
                  <a:lnTo>
                    <a:pt x="757936" y="1294638"/>
                  </a:lnTo>
                  <a:lnTo>
                    <a:pt x="737489" y="1243838"/>
                  </a:lnTo>
                  <a:lnTo>
                    <a:pt x="716788" y="1193038"/>
                  </a:lnTo>
                  <a:lnTo>
                    <a:pt x="675132" y="1104138"/>
                  </a:lnTo>
                  <a:lnTo>
                    <a:pt x="612521" y="951738"/>
                  </a:lnTo>
                  <a:lnTo>
                    <a:pt x="591820" y="913638"/>
                  </a:lnTo>
                  <a:lnTo>
                    <a:pt x="571500" y="862838"/>
                  </a:lnTo>
                  <a:lnTo>
                    <a:pt x="551307" y="824738"/>
                  </a:lnTo>
                  <a:lnTo>
                    <a:pt x="531368" y="773938"/>
                  </a:lnTo>
                  <a:lnTo>
                    <a:pt x="511937" y="735838"/>
                  </a:lnTo>
                  <a:lnTo>
                    <a:pt x="502285" y="710438"/>
                  </a:lnTo>
                  <a:lnTo>
                    <a:pt x="492760" y="697738"/>
                  </a:lnTo>
                  <a:lnTo>
                    <a:pt x="483362" y="672338"/>
                  </a:lnTo>
                  <a:lnTo>
                    <a:pt x="474091" y="659638"/>
                  </a:lnTo>
                  <a:lnTo>
                    <a:pt x="464947" y="646938"/>
                  </a:lnTo>
                  <a:lnTo>
                    <a:pt x="456057" y="621538"/>
                  </a:lnTo>
                  <a:lnTo>
                    <a:pt x="447167" y="608838"/>
                  </a:lnTo>
                  <a:lnTo>
                    <a:pt x="438531" y="596138"/>
                  </a:lnTo>
                  <a:lnTo>
                    <a:pt x="421513" y="570738"/>
                  </a:lnTo>
                  <a:lnTo>
                    <a:pt x="405257" y="545338"/>
                  </a:lnTo>
                  <a:lnTo>
                    <a:pt x="397510" y="532638"/>
                  </a:lnTo>
                  <a:lnTo>
                    <a:pt x="389636" y="519938"/>
                  </a:lnTo>
                  <a:lnTo>
                    <a:pt x="382270" y="507238"/>
                  </a:lnTo>
                  <a:lnTo>
                    <a:pt x="374904" y="507238"/>
                  </a:lnTo>
                  <a:lnTo>
                    <a:pt x="360680" y="494538"/>
                  </a:lnTo>
                  <a:lnTo>
                    <a:pt x="333375" y="469138"/>
                  </a:lnTo>
                  <a:lnTo>
                    <a:pt x="320294" y="456438"/>
                  </a:lnTo>
                  <a:lnTo>
                    <a:pt x="307340" y="456438"/>
                  </a:lnTo>
                  <a:lnTo>
                    <a:pt x="294640" y="443738"/>
                  </a:lnTo>
                  <a:lnTo>
                    <a:pt x="235204" y="443738"/>
                  </a:lnTo>
                  <a:lnTo>
                    <a:pt x="224269" y="456438"/>
                  </a:lnTo>
                  <a:lnTo>
                    <a:pt x="213868" y="456438"/>
                  </a:lnTo>
                  <a:lnTo>
                    <a:pt x="203695" y="469138"/>
                  </a:lnTo>
                  <a:lnTo>
                    <a:pt x="193929" y="469138"/>
                  </a:lnTo>
                  <a:lnTo>
                    <a:pt x="184404" y="481838"/>
                  </a:lnTo>
                  <a:lnTo>
                    <a:pt x="157353" y="519938"/>
                  </a:lnTo>
                  <a:lnTo>
                    <a:pt x="132080" y="558038"/>
                  </a:lnTo>
                  <a:lnTo>
                    <a:pt x="123952" y="583438"/>
                  </a:lnTo>
                  <a:lnTo>
                    <a:pt x="115951" y="596138"/>
                  </a:lnTo>
                  <a:lnTo>
                    <a:pt x="100330" y="621538"/>
                  </a:lnTo>
                  <a:lnTo>
                    <a:pt x="85090" y="659638"/>
                  </a:lnTo>
                  <a:lnTo>
                    <a:pt x="55118" y="735838"/>
                  </a:lnTo>
                  <a:lnTo>
                    <a:pt x="66802" y="735838"/>
                  </a:lnTo>
                  <a:lnTo>
                    <a:pt x="81788" y="697738"/>
                  </a:lnTo>
                  <a:lnTo>
                    <a:pt x="96774" y="672338"/>
                  </a:lnTo>
                  <a:lnTo>
                    <a:pt x="111887" y="634238"/>
                  </a:lnTo>
                  <a:lnTo>
                    <a:pt x="127508" y="596138"/>
                  </a:lnTo>
                  <a:lnTo>
                    <a:pt x="127381" y="596138"/>
                  </a:lnTo>
                  <a:lnTo>
                    <a:pt x="135382" y="583438"/>
                  </a:lnTo>
                  <a:lnTo>
                    <a:pt x="135255" y="583438"/>
                  </a:lnTo>
                  <a:lnTo>
                    <a:pt x="143256" y="570738"/>
                  </a:lnTo>
                  <a:lnTo>
                    <a:pt x="143129" y="570738"/>
                  </a:lnTo>
                  <a:lnTo>
                    <a:pt x="151384" y="558038"/>
                  </a:lnTo>
                  <a:lnTo>
                    <a:pt x="151257" y="558038"/>
                  </a:lnTo>
                  <a:lnTo>
                    <a:pt x="159639" y="545338"/>
                  </a:lnTo>
                  <a:lnTo>
                    <a:pt x="159512" y="545338"/>
                  </a:lnTo>
                  <a:lnTo>
                    <a:pt x="167894" y="532638"/>
                  </a:lnTo>
                  <a:lnTo>
                    <a:pt x="167767" y="532638"/>
                  </a:lnTo>
                  <a:lnTo>
                    <a:pt x="176403" y="519938"/>
                  </a:lnTo>
                  <a:lnTo>
                    <a:pt x="176276" y="519938"/>
                  </a:lnTo>
                  <a:lnTo>
                    <a:pt x="185039" y="507238"/>
                  </a:lnTo>
                  <a:lnTo>
                    <a:pt x="184772" y="507238"/>
                  </a:lnTo>
                  <a:lnTo>
                    <a:pt x="193929" y="494538"/>
                  </a:lnTo>
                  <a:lnTo>
                    <a:pt x="193548" y="494538"/>
                  </a:lnTo>
                  <a:lnTo>
                    <a:pt x="202819" y="481838"/>
                  </a:lnTo>
                  <a:lnTo>
                    <a:pt x="211569" y="481838"/>
                  </a:lnTo>
                  <a:lnTo>
                    <a:pt x="221094" y="469138"/>
                  </a:lnTo>
                  <a:lnTo>
                    <a:pt x="229870" y="469138"/>
                  </a:lnTo>
                  <a:lnTo>
                    <a:pt x="240144" y="456438"/>
                  </a:lnTo>
                  <a:lnTo>
                    <a:pt x="290449" y="456438"/>
                  </a:lnTo>
                  <a:lnTo>
                    <a:pt x="302387" y="469138"/>
                  </a:lnTo>
                  <a:lnTo>
                    <a:pt x="301879" y="456438"/>
                  </a:lnTo>
                  <a:lnTo>
                    <a:pt x="314198" y="469138"/>
                  </a:lnTo>
                  <a:lnTo>
                    <a:pt x="313690" y="469138"/>
                  </a:lnTo>
                  <a:lnTo>
                    <a:pt x="326390" y="481838"/>
                  </a:lnTo>
                  <a:lnTo>
                    <a:pt x="338709" y="481838"/>
                  </a:lnTo>
                  <a:lnTo>
                    <a:pt x="352044" y="494538"/>
                  </a:lnTo>
                  <a:lnTo>
                    <a:pt x="351790" y="494538"/>
                  </a:lnTo>
                  <a:lnTo>
                    <a:pt x="365760" y="507238"/>
                  </a:lnTo>
                  <a:lnTo>
                    <a:pt x="365506" y="507238"/>
                  </a:lnTo>
                  <a:lnTo>
                    <a:pt x="372618" y="519938"/>
                  </a:lnTo>
                  <a:lnTo>
                    <a:pt x="372491" y="519938"/>
                  </a:lnTo>
                  <a:lnTo>
                    <a:pt x="379730" y="532638"/>
                  </a:lnTo>
                  <a:lnTo>
                    <a:pt x="387096" y="532638"/>
                  </a:lnTo>
                  <a:lnTo>
                    <a:pt x="394843" y="545338"/>
                  </a:lnTo>
                  <a:lnTo>
                    <a:pt x="402844" y="558038"/>
                  </a:lnTo>
                  <a:lnTo>
                    <a:pt x="402717" y="558038"/>
                  </a:lnTo>
                  <a:lnTo>
                    <a:pt x="410845" y="570738"/>
                  </a:lnTo>
                  <a:lnTo>
                    <a:pt x="410718" y="570738"/>
                  </a:lnTo>
                  <a:lnTo>
                    <a:pt x="427482" y="596138"/>
                  </a:lnTo>
                  <a:lnTo>
                    <a:pt x="435991" y="621538"/>
                  </a:lnTo>
                  <a:lnTo>
                    <a:pt x="453771" y="646938"/>
                  </a:lnTo>
                  <a:lnTo>
                    <a:pt x="472059" y="685038"/>
                  </a:lnTo>
                  <a:lnTo>
                    <a:pt x="481457" y="697738"/>
                  </a:lnTo>
                  <a:lnTo>
                    <a:pt x="490855" y="723138"/>
                  </a:lnTo>
                  <a:lnTo>
                    <a:pt x="500507" y="735838"/>
                  </a:lnTo>
                  <a:lnTo>
                    <a:pt x="500380" y="735838"/>
                  </a:lnTo>
                  <a:lnTo>
                    <a:pt x="519811" y="786638"/>
                  </a:lnTo>
                  <a:lnTo>
                    <a:pt x="539750" y="824738"/>
                  </a:lnTo>
                  <a:lnTo>
                    <a:pt x="559943" y="862838"/>
                  </a:lnTo>
                  <a:lnTo>
                    <a:pt x="580263" y="913638"/>
                  </a:lnTo>
                  <a:lnTo>
                    <a:pt x="600964" y="964438"/>
                  </a:lnTo>
                  <a:lnTo>
                    <a:pt x="621665" y="1002538"/>
                  </a:lnTo>
                  <a:lnTo>
                    <a:pt x="705104" y="1205738"/>
                  </a:lnTo>
                  <a:lnTo>
                    <a:pt x="746252" y="1294638"/>
                  </a:lnTo>
                  <a:lnTo>
                    <a:pt x="766445" y="1345438"/>
                  </a:lnTo>
                  <a:lnTo>
                    <a:pt x="786384" y="1383538"/>
                  </a:lnTo>
                  <a:lnTo>
                    <a:pt x="806069" y="1421638"/>
                  </a:lnTo>
                  <a:lnTo>
                    <a:pt x="825119" y="1472438"/>
                  </a:lnTo>
                  <a:lnTo>
                    <a:pt x="834517" y="1485138"/>
                  </a:lnTo>
                  <a:lnTo>
                    <a:pt x="843788" y="1510538"/>
                  </a:lnTo>
                  <a:lnTo>
                    <a:pt x="852932" y="1523238"/>
                  </a:lnTo>
                  <a:lnTo>
                    <a:pt x="870839" y="1561338"/>
                  </a:lnTo>
                  <a:lnTo>
                    <a:pt x="879602" y="1574038"/>
                  </a:lnTo>
                  <a:lnTo>
                    <a:pt x="888111" y="1599438"/>
                  </a:lnTo>
                  <a:lnTo>
                    <a:pt x="896620" y="1612138"/>
                  </a:lnTo>
                  <a:lnTo>
                    <a:pt x="920750" y="1650238"/>
                  </a:lnTo>
                  <a:lnTo>
                    <a:pt x="943356" y="1688338"/>
                  </a:lnTo>
                  <a:lnTo>
                    <a:pt x="950341" y="1688338"/>
                  </a:lnTo>
                  <a:lnTo>
                    <a:pt x="964565" y="1713738"/>
                  </a:lnTo>
                  <a:lnTo>
                    <a:pt x="971296" y="1713738"/>
                  </a:lnTo>
                  <a:lnTo>
                    <a:pt x="977900" y="1726438"/>
                  </a:lnTo>
                  <a:lnTo>
                    <a:pt x="990981" y="1726438"/>
                  </a:lnTo>
                  <a:lnTo>
                    <a:pt x="997458" y="1739138"/>
                  </a:lnTo>
                  <a:lnTo>
                    <a:pt x="1069213" y="1739138"/>
                  </a:lnTo>
                  <a:lnTo>
                    <a:pt x="1079500" y="1726438"/>
                  </a:lnTo>
                  <a:lnTo>
                    <a:pt x="1089406" y="1726438"/>
                  </a:lnTo>
                  <a:lnTo>
                    <a:pt x="1098804" y="1713738"/>
                  </a:lnTo>
                  <a:lnTo>
                    <a:pt x="1124712" y="1675638"/>
                  </a:lnTo>
                  <a:lnTo>
                    <a:pt x="1147699" y="1637538"/>
                  </a:lnTo>
                  <a:lnTo>
                    <a:pt x="1174750" y="1574038"/>
                  </a:lnTo>
                  <a:lnTo>
                    <a:pt x="1187069" y="1548638"/>
                  </a:lnTo>
                  <a:lnTo>
                    <a:pt x="1186942" y="1548638"/>
                  </a:lnTo>
                  <a:lnTo>
                    <a:pt x="1191806" y="1537944"/>
                  </a:lnTo>
                  <a:lnTo>
                    <a:pt x="1219835" y="1548638"/>
                  </a:lnTo>
                  <a:lnTo>
                    <a:pt x="1221143" y="1523238"/>
                  </a:lnTo>
                  <a:lnTo>
                    <a:pt x="1223772" y="1472438"/>
                  </a:lnTo>
                  <a:close/>
                </a:path>
              </a:pathLst>
            </a:custGeom>
            <a:solidFill>
              <a:srgbClr val="000000"/>
            </a:solidFill>
          </p:spPr>
          <p:txBody>
            <a:bodyPr wrap="square" lIns="0" tIns="0" rIns="0" bIns="0" rtlCol="0"/>
            <a:lstStyle/>
            <a:p>
              <a:endParaRPr/>
            </a:p>
          </p:txBody>
        </p:sp>
        <p:sp>
          <p:nvSpPr>
            <p:cNvPr id="21" name="object 21"/>
            <p:cNvSpPr/>
            <p:nvPr/>
          </p:nvSpPr>
          <p:spPr>
            <a:xfrm>
              <a:off x="5980937" y="3438906"/>
              <a:ext cx="751840" cy="749935"/>
            </a:xfrm>
            <a:custGeom>
              <a:avLst/>
              <a:gdLst/>
              <a:ahLst/>
              <a:cxnLst/>
              <a:rect l="l" t="t" r="r" b="b"/>
              <a:pathLst>
                <a:path w="751840" h="749935">
                  <a:moveTo>
                    <a:pt x="375665" y="0"/>
                  </a:moveTo>
                  <a:lnTo>
                    <a:pt x="328534" y="2921"/>
                  </a:lnTo>
                  <a:lnTo>
                    <a:pt x="283152" y="11452"/>
                  </a:lnTo>
                  <a:lnTo>
                    <a:pt x="239872" y="25240"/>
                  </a:lnTo>
                  <a:lnTo>
                    <a:pt x="199044" y="43934"/>
                  </a:lnTo>
                  <a:lnTo>
                    <a:pt x="161020" y="67182"/>
                  </a:lnTo>
                  <a:lnTo>
                    <a:pt x="126153" y="94632"/>
                  </a:lnTo>
                  <a:lnTo>
                    <a:pt x="94794" y="125932"/>
                  </a:lnTo>
                  <a:lnTo>
                    <a:pt x="67294" y="160732"/>
                  </a:lnTo>
                  <a:lnTo>
                    <a:pt x="44006" y="198679"/>
                  </a:lnTo>
                  <a:lnTo>
                    <a:pt x="25281" y="239421"/>
                  </a:lnTo>
                  <a:lnTo>
                    <a:pt x="11470" y="282607"/>
                  </a:lnTo>
                  <a:lnTo>
                    <a:pt x="2926" y="327885"/>
                  </a:lnTo>
                  <a:lnTo>
                    <a:pt x="0" y="374904"/>
                  </a:lnTo>
                  <a:lnTo>
                    <a:pt x="2926" y="421922"/>
                  </a:lnTo>
                  <a:lnTo>
                    <a:pt x="11470" y="467200"/>
                  </a:lnTo>
                  <a:lnTo>
                    <a:pt x="25281" y="510386"/>
                  </a:lnTo>
                  <a:lnTo>
                    <a:pt x="44006" y="551128"/>
                  </a:lnTo>
                  <a:lnTo>
                    <a:pt x="67294" y="589075"/>
                  </a:lnTo>
                  <a:lnTo>
                    <a:pt x="94794" y="623875"/>
                  </a:lnTo>
                  <a:lnTo>
                    <a:pt x="126153" y="655175"/>
                  </a:lnTo>
                  <a:lnTo>
                    <a:pt x="161020" y="682625"/>
                  </a:lnTo>
                  <a:lnTo>
                    <a:pt x="199044" y="705873"/>
                  </a:lnTo>
                  <a:lnTo>
                    <a:pt x="239872" y="724567"/>
                  </a:lnTo>
                  <a:lnTo>
                    <a:pt x="283152" y="738355"/>
                  </a:lnTo>
                  <a:lnTo>
                    <a:pt x="328534" y="746886"/>
                  </a:lnTo>
                  <a:lnTo>
                    <a:pt x="375665" y="749808"/>
                  </a:lnTo>
                  <a:lnTo>
                    <a:pt x="422797" y="746886"/>
                  </a:lnTo>
                  <a:lnTo>
                    <a:pt x="468179" y="738355"/>
                  </a:lnTo>
                  <a:lnTo>
                    <a:pt x="511459" y="724567"/>
                  </a:lnTo>
                  <a:lnTo>
                    <a:pt x="552287" y="705873"/>
                  </a:lnTo>
                  <a:lnTo>
                    <a:pt x="590311" y="682625"/>
                  </a:lnTo>
                  <a:lnTo>
                    <a:pt x="625178" y="655175"/>
                  </a:lnTo>
                  <a:lnTo>
                    <a:pt x="656537" y="623875"/>
                  </a:lnTo>
                  <a:lnTo>
                    <a:pt x="684037" y="589075"/>
                  </a:lnTo>
                  <a:lnTo>
                    <a:pt x="707325" y="551128"/>
                  </a:lnTo>
                  <a:lnTo>
                    <a:pt x="726050" y="510386"/>
                  </a:lnTo>
                  <a:lnTo>
                    <a:pt x="739861" y="467200"/>
                  </a:lnTo>
                  <a:lnTo>
                    <a:pt x="748405" y="421922"/>
                  </a:lnTo>
                  <a:lnTo>
                    <a:pt x="751332" y="374904"/>
                  </a:lnTo>
                  <a:lnTo>
                    <a:pt x="748405" y="327885"/>
                  </a:lnTo>
                  <a:lnTo>
                    <a:pt x="739861" y="282607"/>
                  </a:lnTo>
                  <a:lnTo>
                    <a:pt x="726050" y="239421"/>
                  </a:lnTo>
                  <a:lnTo>
                    <a:pt x="707325" y="198679"/>
                  </a:lnTo>
                  <a:lnTo>
                    <a:pt x="684037" y="160732"/>
                  </a:lnTo>
                  <a:lnTo>
                    <a:pt x="656537" y="125932"/>
                  </a:lnTo>
                  <a:lnTo>
                    <a:pt x="625178" y="94632"/>
                  </a:lnTo>
                  <a:lnTo>
                    <a:pt x="590311" y="67182"/>
                  </a:lnTo>
                  <a:lnTo>
                    <a:pt x="552287" y="43934"/>
                  </a:lnTo>
                  <a:lnTo>
                    <a:pt x="511459" y="25240"/>
                  </a:lnTo>
                  <a:lnTo>
                    <a:pt x="468179" y="11452"/>
                  </a:lnTo>
                  <a:lnTo>
                    <a:pt x="422797" y="2921"/>
                  </a:lnTo>
                  <a:lnTo>
                    <a:pt x="375665" y="0"/>
                  </a:lnTo>
                  <a:close/>
                </a:path>
              </a:pathLst>
            </a:custGeom>
            <a:solidFill>
              <a:srgbClr val="183DAF">
                <a:alpha val="19999"/>
              </a:srgbClr>
            </a:solidFill>
          </p:spPr>
          <p:txBody>
            <a:bodyPr wrap="square" lIns="0" tIns="0" rIns="0" bIns="0" rtlCol="0"/>
            <a:lstStyle/>
            <a:p>
              <a:endParaRPr/>
            </a:p>
          </p:txBody>
        </p:sp>
        <p:sp>
          <p:nvSpPr>
            <p:cNvPr id="22" name="object 22"/>
            <p:cNvSpPr/>
            <p:nvPr/>
          </p:nvSpPr>
          <p:spPr>
            <a:xfrm>
              <a:off x="5980937" y="3438906"/>
              <a:ext cx="751840" cy="749935"/>
            </a:xfrm>
            <a:custGeom>
              <a:avLst/>
              <a:gdLst/>
              <a:ahLst/>
              <a:cxnLst/>
              <a:rect l="l" t="t" r="r" b="b"/>
              <a:pathLst>
                <a:path w="751840" h="749935">
                  <a:moveTo>
                    <a:pt x="0" y="374904"/>
                  </a:moveTo>
                  <a:lnTo>
                    <a:pt x="2926" y="327885"/>
                  </a:lnTo>
                  <a:lnTo>
                    <a:pt x="11470" y="282607"/>
                  </a:lnTo>
                  <a:lnTo>
                    <a:pt x="25281" y="239421"/>
                  </a:lnTo>
                  <a:lnTo>
                    <a:pt x="44006" y="198679"/>
                  </a:lnTo>
                  <a:lnTo>
                    <a:pt x="67294" y="160732"/>
                  </a:lnTo>
                  <a:lnTo>
                    <a:pt x="94794" y="125932"/>
                  </a:lnTo>
                  <a:lnTo>
                    <a:pt x="126153" y="94632"/>
                  </a:lnTo>
                  <a:lnTo>
                    <a:pt x="161020" y="67182"/>
                  </a:lnTo>
                  <a:lnTo>
                    <a:pt x="199044" y="43934"/>
                  </a:lnTo>
                  <a:lnTo>
                    <a:pt x="239872" y="25240"/>
                  </a:lnTo>
                  <a:lnTo>
                    <a:pt x="283152" y="11452"/>
                  </a:lnTo>
                  <a:lnTo>
                    <a:pt x="328534" y="2921"/>
                  </a:lnTo>
                  <a:lnTo>
                    <a:pt x="375665" y="0"/>
                  </a:lnTo>
                  <a:lnTo>
                    <a:pt x="422797" y="2921"/>
                  </a:lnTo>
                  <a:lnTo>
                    <a:pt x="468179" y="11452"/>
                  </a:lnTo>
                  <a:lnTo>
                    <a:pt x="511459" y="25240"/>
                  </a:lnTo>
                  <a:lnTo>
                    <a:pt x="552287" y="43934"/>
                  </a:lnTo>
                  <a:lnTo>
                    <a:pt x="590311" y="67182"/>
                  </a:lnTo>
                  <a:lnTo>
                    <a:pt x="625178" y="94632"/>
                  </a:lnTo>
                  <a:lnTo>
                    <a:pt x="656537" y="125932"/>
                  </a:lnTo>
                  <a:lnTo>
                    <a:pt x="684037" y="160732"/>
                  </a:lnTo>
                  <a:lnTo>
                    <a:pt x="707325" y="198679"/>
                  </a:lnTo>
                  <a:lnTo>
                    <a:pt x="726050" y="239421"/>
                  </a:lnTo>
                  <a:lnTo>
                    <a:pt x="739861" y="282607"/>
                  </a:lnTo>
                  <a:lnTo>
                    <a:pt x="748405" y="327885"/>
                  </a:lnTo>
                  <a:lnTo>
                    <a:pt x="751332" y="374904"/>
                  </a:lnTo>
                  <a:lnTo>
                    <a:pt x="748405" y="421922"/>
                  </a:lnTo>
                  <a:lnTo>
                    <a:pt x="739861" y="467200"/>
                  </a:lnTo>
                  <a:lnTo>
                    <a:pt x="726050" y="510386"/>
                  </a:lnTo>
                  <a:lnTo>
                    <a:pt x="707325" y="551128"/>
                  </a:lnTo>
                  <a:lnTo>
                    <a:pt x="684037" y="589075"/>
                  </a:lnTo>
                  <a:lnTo>
                    <a:pt x="656537" y="623875"/>
                  </a:lnTo>
                  <a:lnTo>
                    <a:pt x="625178" y="655175"/>
                  </a:lnTo>
                  <a:lnTo>
                    <a:pt x="590311" y="682625"/>
                  </a:lnTo>
                  <a:lnTo>
                    <a:pt x="552287" y="705873"/>
                  </a:lnTo>
                  <a:lnTo>
                    <a:pt x="511459" y="724567"/>
                  </a:lnTo>
                  <a:lnTo>
                    <a:pt x="468179" y="738355"/>
                  </a:lnTo>
                  <a:lnTo>
                    <a:pt x="422797" y="746886"/>
                  </a:lnTo>
                  <a:lnTo>
                    <a:pt x="375665" y="749808"/>
                  </a:lnTo>
                  <a:lnTo>
                    <a:pt x="328534" y="746886"/>
                  </a:lnTo>
                  <a:lnTo>
                    <a:pt x="283152" y="738355"/>
                  </a:lnTo>
                  <a:lnTo>
                    <a:pt x="239872" y="724567"/>
                  </a:lnTo>
                  <a:lnTo>
                    <a:pt x="199044" y="705873"/>
                  </a:lnTo>
                  <a:lnTo>
                    <a:pt x="161020" y="682625"/>
                  </a:lnTo>
                  <a:lnTo>
                    <a:pt x="126153" y="655175"/>
                  </a:lnTo>
                  <a:lnTo>
                    <a:pt x="94794" y="623875"/>
                  </a:lnTo>
                  <a:lnTo>
                    <a:pt x="67294" y="589075"/>
                  </a:lnTo>
                  <a:lnTo>
                    <a:pt x="44006" y="551128"/>
                  </a:lnTo>
                  <a:lnTo>
                    <a:pt x="25281" y="510386"/>
                  </a:lnTo>
                  <a:lnTo>
                    <a:pt x="11470" y="467200"/>
                  </a:lnTo>
                  <a:lnTo>
                    <a:pt x="2926" y="421922"/>
                  </a:lnTo>
                  <a:lnTo>
                    <a:pt x="0" y="374904"/>
                  </a:lnTo>
                  <a:close/>
                </a:path>
              </a:pathLst>
            </a:custGeom>
            <a:ln w="19812">
              <a:solidFill>
                <a:srgbClr val="183DAF"/>
              </a:solidFill>
            </a:ln>
          </p:spPr>
          <p:txBody>
            <a:bodyPr wrap="square" lIns="0" tIns="0" rIns="0" bIns="0" rtlCol="0"/>
            <a:lstStyle/>
            <a:p>
              <a:endParaRPr/>
            </a:p>
          </p:txBody>
        </p:sp>
        <p:sp>
          <p:nvSpPr>
            <p:cNvPr id="23" name="object 23"/>
            <p:cNvSpPr/>
            <p:nvPr/>
          </p:nvSpPr>
          <p:spPr>
            <a:xfrm>
              <a:off x="7725156" y="2680716"/>
              <a:ext cx="76200" cy="761365"/>
            </a:xfrm>
            <a:custGeom>
              <a:avLst/>
              <a:gdLst/>
              <a:ahLst/>
              <a:cxnLst/>
              <a:rect l="l" t="t" r="r" b="b"/>
              <a:pathLst>
                <a:path w="76200" h="761364">
                  <a:moveTo>
                    <a:pt x="45720" y="63500"/>
                  </a:moveTo>
                  <a:lnTo>
                    <a:pt x="30479" y="63500"/>
                  </a:lnTo>
                  <a:lnTo>
                    <a:pt x="30479" y="761364"/>
                  </a:lnTo>
                  <a:lnTo>
                    <a:pt x="45720" y="761364"/>
                  </a:lnTo>
                  <a:lnTo>
                    <a:pt x="45720" y="63500"/>
                  </a:lnTo>
                  <a:close/>
                </a:path>
                <a:path w="76200" h="761364">
                  <a:moveTo>
                    <a:pt x="38100" y="0"/>
                  </a:moveTo>
                  <a:lnTo>
                    <a:pt x="0" y="76200"/>
                  </a:lnTo>
                  <a:lnTo>
                    <a:pt x="30479" y="76200"/>
                  </a:lnTo>
                  <a:lnTo>
                    <a:pt x="30479" y="63500"/>
                  </a:lnTo>
                  <a:lnTo>
                    <a:pt x="69850" y="63500"/>
                  </a:lnTo>
                  <a:lnTo>
                    <a:pt x="38100" y="0"/>
                  </a:lnTo>
                  <a:close/>
                </a:path>
                <a:path w="76200" h="761364">
                  <a:moveTo>
                    <a:pt x="69850" y="63500"/>
                  </a:moveTo>
                  <a:lnTo>
                    <a:pt x="45720" y="63500"/>
                  </a:lnTo>
                  <a:lnTo>
                    <a:pt x="45720" y="76200"/>
                  </a:lnTo>
                  <a:lnTo>
                    <a:pt x="76200" y="76200"/>
                  </a:lnTo>
                  <a:lnTo>
                    <a:pt x="69850" y="63500"/>
                  </a:lnTo>
                  <a:close/>
                </a:path>
              </a:pathLst>
            </a:custGeom>
            <a:solidFill>
              <a:srgbClr val="000000"/>
            </a:solidFill>
          </p:spPr>
          <p:txBody>
            <a:bodyPr wrap="square" lIns="0" tIns="0" rIns="0" bIns="0" rtlCol="0"/>
            <a:lstStyle/>
            <a:p>
              <a:endParaRPr/>
            </a:p>
          </p:txBody>
        </p:sp>
        <p:sp>
          <p:nvSpPr>
            <p:cNvPr id="24" name="object 24"/>
            <p:cNvSpPr/>
            <p:nvPr/>
          </p:nvSpPr>
          <p:spPr>
            <a:xfrm>
              <a:off x="7383018" y="3438906"/>
              <a:ext cx="751840" cy="749935"/>
            </a:xfrm>
            <a:custGeom>
              <a:avLst/>
              <a:gdLst/>
              <a:ahLst/>
              <a:cxnLst/>
              <a:rect l="l" t="t" r="r" b="b"/>
              <a:pathLst>
                <a:path w="751840" h="749935">
                  <a:moveTo>
                    <a:pt x="375665" y="0"/>
                  </a:moveTo>
                  <a:lnTo>
                    <a:pt x="328534" y="2921"/>
                  </a:lnTo>
                  <a:lnTo>
                    <a:pt x="283152" y="11452"/>
                  </a:lnTo>
                  <a:lnTo>
                    <a:pt x="239872" y="25240"/>
                  </a:lnTo>
                  <a:lnTo>
                    <a:pt x="199044" y="43934"/>
                  </a:lnTo>
                  <a:lnTo>
                    <a:pt x="161020" y="67182"/>
                  </a:lnTo>
                  <a:lnTo>
                    <a:pt x="126153" y="94632"/>
                  </a:lnTo>
                  <a:lnTo>
                    <a:pt x="94794" y="125932"/>
                  </a:lnTo>
                  <a:lnTo>
                    <a:pt x="67294" y="160732"/>
                  </a:lnTo>
                  <a:lnTo>
                    <a:pt x="44006" y="198679"/>
                  </a:lnTo>
                  <a:lnTo>
                    <a:pt x="25281" y="239421"/>
                  </a:lnTo>
                  <a:lnTo>
                    <a:pt x="11470" y="282607"/>
                  </a:lnTo>
                  <a:lnTo>
                    <a:pt x="2926" y="327885"/>
                  </a:lnTo>
                  <a:lnTo>
                    <a:pt x="0" y="374904"/>
                  </a:lnTo>
                  <a:lnTo>
                    <a:pt x="2926" y="421922"/>
                  </a:lnTo>
                  <a:lnTo>
                    <a:pt x="11470" y="467200"/>
                  </a:lnTo>
                  <a:lnTo>
                    <a:pt x="25281" y="510386"/>
                  </a:lnTo>
                  <a:lnTo>
                    <a:pt x="44006" y="551128"/>
                  </a:lnTo>
                  <a:lnTo>
                    <a:pt x="67294" y="589075"/>
                  </a:lnTo>
                  <a:lnTo>
                    <a:pt x="94794" y="623875"/>
                  </a:lnTo>
                  <a:lnTo>
                    <a:pt x="126153" y="655175"/>
                  </a:lnTo>
                  <a:lnTo>
                    <a:pt x="161020" y="682625"/>
                  </a:lnTo>
                  <a:lnTo>
                    <a:pt x="199044" y="705873"/>
                  </a:lnTo>
                  <a:lnTo>
                    <a:pt x="239872" y="724567"/>
                  </a:lnTo>
                  <a:lnTo>
                    <a:pt x="283152" y="738355"/>
                  </a:lnTo>
                  <a:lnTo>
                    <a:pt x="328534" y="746886"/>
                  </a:lnTo>
                  <a:lnTo>
                    <a:pt x="375665" y="749808"/>
                  </a:lnTo>
                  <a:lnTo>
                    <a:pt x="422797" y="746886"/>
                  </a:lnTo>
                  <a:lnTo>
                    <a:pt x="468179" y="738355"/>
                  </a:lnTo>
                  <a:lnTo>
                    <a:pt x="511459" y="724567"/>
                  </a:lnTo>
                  <a:lnTo>
                    <a:pt x="552287" y="705873"/>
                  </a:lnTo>
                  <a:lnTo>
                    <a:pt x="590311" y="682625"/>
                  </a:lnTo>
                  <a:lnTo>
                    <a:pt x="625178" y="655175"/>
                  </a:lnTo>
                  <a:lnTo>
                    <a:pt x="656537" y="623875"/>
                  </a:lnTo>
                  <a:lnTo>
                    <a:pt x="684037" y="589075"/>
                  </a:lnTo>
                  <a:lnTo>
                    <a:pt x="707325" y="551128"/>
                  </a:lnTo>
                  <a:lnTo>
                    <a:pt x="726050" y="510386"/>
                  </a:lnTo>
                  <a:lnTo>
                    <a:pt x="739861" y="467200"/>
                  </a:lnTo>
                  <a:lnTo>
                    <a:pt x="748405" y="421922"/>
                  </a:lnTo>
                  <a:lnTo>
                    <a:pt x="751331" y="374904"/>
                  </a:lnTo>
                  <a:lnTo>
                    <a:pt x="748405" y="327885"/>
                  </a:lnTo>
                  <a:lnTo>
                    <a:pt x="739861" y="282607"/>
                  </a:lnTo>
                  <a:lnTo>
                    <a:pt x="726050" y="239421"/>
                  </a:lnTo>
                  <a:lnTo>
                    <a:pt x="707325" y="198679"/>
                  </a:lnTo>
                  <a:lnTo>
                    <a:pt x="684037" y="160732"/>
                  </a:lnTo>
                  <a:lnTo>
                    <a:pt x="656537" y="125932"/>
                  </a:lnTo>
                  <a:lnTo>
                    <a:pt x="625178" y="94632"/>
                  </a:lnTo>
                  <a:lnTo>
                    <a:pt x="590311" y="67182"/>
                  </a:lnTo>
                  <a:lnTo>
                    <a:pt x="552287" y="43934"/>
                  </a:lnTo>
                  <a:lnTo>
                    <a:pt x="511459" y="25240"/>
                  </a:lnTo>
                  <a:lnTo>
                    <a:pt x="468179" y="11452"/>
                  </a:lnTo>
                  <a:lnTo>
                    <a:pt x="422797" y="2921"/>
                  </a:lnTo>
                  <a:lnTo>
                    <a:pt x="375665" y="0"/>
                  </a:lnTo>
                  <a:close/>
                </a:path>
              </a:pathLst>
            </a:custGeom>
            <a:solidFill>
              <a:srgbClr val="183DAF">
                <a:alpha val="19999"/>
              </a:srgbClr>
            </a:solidFill>
          </p:spPr>
          <p:txBody>
            <a:bodyPr wrap="square" lIns="0" tIns="0" rIns="0" bIns="0" rtlCol="0"/>
            <a:lstStyle/>
            <a:p>
              <a:endParaRPr/>
            </a:p>
          </p:txBody>
        </p:sp>
        <p:sp>
          <p:nvSpPr>
            <p:cNvPr id="25" name="object 25"/>
            <p:cNvSpPr/>
            <p:nvPr/>
          </p:nvSpPr>
          <p:spPr>
            <a:xfrm>
              <a:off x="7383018" y="3438906"/>
              <a:ext cx="751840" cy="749935"/>
            </a:xfrm>
            <a:custGeom>
              <a:avLst/>
              <a:gdLst/>
              <a:ahLst/>
              <a:cxnLst/>
              <a:rect l="l" t="t" r="r" b="b"/>
              <a:pathLst>
                <a:path w="751840" h="749935">
                  <a:moveTo>
                    <a:pt x="0" y="374904"/>
                  </a:moveTo>
                  <a:lnTo>
                    <a:pt x="2926" y="327885"/>
                  </a:lnTo>
                  <a:lnTo>
                    <a:pt x="11470" y="282607"/>
                  </a:lnTo>
                  <a:lnTo>
                    <a:pt x="25281" y="239421"/>
                  </a:lnTo>
                  <a:lnTo>
                    <a:pt x="44006" y="198679"/>
                  </a:lnTo>
                  <a:lnTo>
                    <a:pt x="67294" y="160732"/>
                  </a:lnTo>
                  <a:lnTo>
                    <a:pt x="94794" y="125932"/>
                  </a:lnTo>
                  <a:lnTo>
                    <a:pt x="126153" y="94632"/>
                  </a:lnTo>
                  <a:lnTo>
                    <a:pt x="161020" y="67182"/>
                  </a:lnTo>
                  <a:lnTo>
                    <a:pt x="199044" y="43934"/>
                  </a:lnTo>
                  <a:lnTo>
                    <a:pt x="239872" y="25240"/>
                  </a:lnTo>
                  <a:lnTo>
                    <a:pt x="283152" y="11452"/>
                  </a:lnTo>
                  <a:lnTo>
                    <a:pt x="328534" y="2921"/>
                  </a:lnTo>
                  <a:lnTo>
                    <a:pt x="375665" y="0"/>
                  </a:lnTo>
                  <a:lnTo>
                    <a:pt x="422797" y="2921"/>
                  </a:lnTo>
                  <a:lnTo>
                    <a:pt x="468179" y="11452"/>
                  </a:lnTo>
                  <a:lnTo>
                    <a:pt x="511459" y="25240"/>
                  </a:lnTo>
                  <a:lnTo>
                    <a:pt x="552287" y="43934"/>
                  </a:lnTo>
                  <a:lnTo>
                    <a:pt x="590311" y="67182"/>
                  </a:lnTo>
                  <a:lnTo>
                    <a:pt x="625178" y="94632"/>
                  </a:lnTo>
                  <a:lnTo>
                    <a:pt x="656537" y="125932"/>
                  </a:lnTo>
                  <a:lnTo>
                    <a:pt x="684037" y="160732"/>
                  </a:lnTo>
                  <a:lnTo>
                    <a:pt x="707325" y="198679"/>
                  </a:lnTo>
                  <a:lnTo>
                    <a:pt x="726050" y="239421"/>
                  </a:lnTo>
                  <a:lnTo>
                    <a:pt x="739861" y="282607"/>
                  </a:lnTo>
                  <a:lnTo>
                    <a:pt x="748405" y="327885"/>
                  </a:lnTo>
                  <a:lnTo>
                    <a:pt x="751331" y="374904"/>
                  </a:lnTo>
                  <a:lnTo>
                    <a:pt x="748405" y="421922"/>
                  </a:lnTo>
                  <a:lnTo>
                    <a:pt x="739861" y="467200"/>
                  </a:lnTo>
                  <a:lnTo>
                    <a:pt x="726050" y="510386"/>
                  </a:lnTo>
                  <a:lnTo>
                    <a:pt x="707325" y="551128"/>
                  </a:lnTo>
                  <a:lnTo>
                    <a:pt x="684037" y="589075"/>
                  </a:lnTo>
                  <a:lnTo>
                    <a:pt x="656537" y="623875"/>
                  </a:lnTo>
                  <a:lnTo>
                    <a:pt x="625178" y="655175"/>
                  </a:lnTo>
                  <a:lnTo>
                    <a:pt x="590311" y="682625"/>
                  </a:lnTo>
                  <a:lnTo>
                    <a:pt x="552287" y="705873"/>
                  </a:lnTo>
                  <a:lnTo>
                    <a:pt x="511459" y="724567"/>
                  </a:lnTo>
                  <a:lnTo>
                    <a:pt x="468179" y="738355"/>
                  </a:lnTo>
                  <a:lnTo>
                    <a:pt x="422797" y="746886"/>
                  </a:lnTo>
                  <a:lnTo>
                    <a:pt x="375665" y="749808"/>
                  </a:lnTo>
                  <a:lnTo>
                    <a:pt x="328534" y="746886"/>
                  </a:lnTo>
                  <a:lnTo>
                    <a:pt x="283152" y="738355"/>
                  </a:lnTo>
                  <a:lnTo>
                    <a:pt x="239872" y="724567"/>
                  </a:lnTo>
                  <a:lnTo>
                    <a:pt x="199044" y="705873"/>
                  </a:lnTo>
                  <a:lnTo>
                    <a:pt x="161020" y="682625"/>
                  </a:lnTo>
                  <a:lnTo>
                    <a:pt x="126153" y="655175"/>
                  </a:lnTo>
                  <a:lnTo>
                    <a:pt x="94794" y="623875"/>
                  </a:lnTo>
                  <a:lnTo>
                    <a:pt x="67294" y="589075"/>
                  </a:lnTo>
                  <a:lnTo>
                    <a:pt x="44006" y="551128"/>
                  </a:lnTo>
                  <a:lnTo>
                    <a:pt x="25281" y="510386"/>
                  </a:lnTo>
                  <a:lnTo>
                    <a:pt x="11470" y="467200"/>
                  </a:lnTo>
                  <a:lnTo>
                    <a:pt x="2926" y="421922"/>
                  </a:lnTo>
                  <a:lnTo>
                    <a:pt x="0" y="374904"/>
                  </a:lnTo>
                  <a:close/>
                </a:path>
              </a:pathLst>
            </a:custGeom>
            <a:ln w="19812">
              <a:solidFill>
                <a:srgbClr val="183DAF"/>
              </a:solidFill>
            </a:ln>
          </p:spPr>
          <p:txBody>
            <a:bodyPr wrap="square" lIns="0" tIns="0" rIns="0" bIns="0" rtlCol="0"/>
            <a:lstStyle/>
            <a:p>
              <a:endParaRPr/>
            </a:p>
          </p:txBody>
        </p:sp>
      </p:grpSp>
      <p:pic>
        <p:nvPicPr>
          <p:cNvPr id="26" name="object 26"/>
          <p:cNvPicPr/>
          <p:nvPr/>
        </p:nvPicPr>
        <p:blipFill>
          <a:blip r:embed="rId7" cstate="print"/>
          <a:stretch>
            <a:fillRect/>
          </a:stretch>
        </p:blipFill>
        <p:spPr>
          <a:xfrm>
            <a:off x="2055934" y="5097845"/>
            <a:ext cx="175963" cy="157668"/>
          </a:xfrm>
          <a:prstGeom prst="rect">
            <a:avLst/>
          </a:prstGeom>
        </p:spPr>
      </p:pic>
      <p:pic>
        <p:nvPicPr>
          <p:cNvPr id="27" name="object 27"/>
          <p:cNvPicPr/>
          <p:nvPr/>
        </p:nvPicPr>
        <p:blipFill>
          <a:blip r:embed="rId8" cstate="print"/>
          <a:stretch>
            <a:fillRect/>
          </a:stretch>
        </p:blipFill>
        <p:spPr>
          <a:xfrm>
            <a:off x="2052901" y="2354645"/>
            <a:ext cx="139372" cy="157668"/>
          </a:xfrm>
          <a:prstGeom prst="rect">
            <a:avLst/>
          </a:prstGeom>
        </p:spPr>
      </p:pic>
      <p:pic>
        <p:nvPicPr>
          <p:cNvPr id="28" name="object 28"/>
          <p:cNvPicPr/>
          <p:nvPr/>
        </p:nvPicPr>
        <p:blipFill>
          <a:blip r:embed="rId9" cstate="print"/>
          <a:stretch>
            <a:fillRect/>
          </a:stretch>
        </p:blipFill>
        <p:spPr>
          <a:xfrm>
            <a:off x="3459505" y="2350073"/>
            <a:ext cx="133324" cy="157668"/>
          </a:xfrm>
          <a:prstGeom prst="rect">
            <a:avLst/>
          </a:prstGeom>
        </p:spPr>
      </p:pic>
      <p:pic>
        <p:nvPicPr>
          <p:cNvPr id="29" name="object 29"/>
          <p:cNvPicPr/>
          <p:nvPr/>
        </p:nvPicPr>
        <p:blipFill>
          <a:blip r:embed="rId10" cstate="print"/>
          <a:stretch>
            <a:fillRect/>
          </a:stretch>
        </p:blipFill>
        <p:spPr>
          <a:xfrm>
            <a:off x="4858588" y="2353121"/>
            <a:ext cx="134797" cy="157668"/>
          </a:xfrm>
          <a:prstGeom prst="rect">
            <a:avLst/>
          </a:prstGeom>
        </p:spPr>
      </p:pic>
      <p:pic>
        <p:nvPicPr>
          <p:cNvPr id="30" name="object 30"/>
          <p:cNvPicPr/>
          <p:nvPr/>
        </p:nvPicPr>
        <p:blipFill>
          <a:blip r:embed="rId11" cstate="print"/>
          <a:stretch>
            <a:fillRect/>
          </a:stretch>
        </p:blipFill>
        <p:spPr>
          <a:xfrm>
            <a:off x="6260668" y="2353121"/>
            <a:ext cx="134797" cy="157668"/>
          </a:xfrm>
          <a:prstGeom prst="rect">
            <a:avLst/>
          </a:prstGeom>
        </p:spPr>
      </p:pic>
      <p:pic>
        <p:nvPicPr>
          <p:cNvPr id="31" name="object 31"/>
          <p:cNvPicPr/>
          <p:nvPr/>
        </p:nvPicPr>
        <p:blipFill>
          <a:blip r:embed="rId12" cstate="print"/>
          <a:stretch>
            <a:fillRect/>
          </a:stretch>
        </p:blipFill>
        <p:spPr>
          <a:xfrm>
            <a:off x="7665842" y="2343977"/>
            <a:ext cx="140847" cy="157668"/>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2951" cy="2997319"/>
          </a:xfrm>
          <a:prstGeom prst="rect">
            <a:avLst/>
          </a:prstGeom>
        </p:spPr>
      </p:pic>
      <p:sp>
        <p:nvSpPr>
          <p:cNvPr id="3" name="object 3"/>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pic>
        <p:nvPicPr>
          <p:cNvPr id="4" name="object 4"/>
          <p:cNvPicPr/>
          <p:nvPr/>
        </p:nvPicPr>
        <p:blipFill>
          <a:blip r:embed="rId3" cstate="print"/>
          <a:stretch>
            <a:fillRect/>
          </a:stretch>
        </p:blipFill>
        <p:spPr>
          <a:xfrm>
            <a:off x="9363582" y="6524434"/>
            <a:ext cx="79882" cy="90487"/>
          </a:xfrm>
          <a:prstGeom prst="rect">
            <a:avLst/>
          </a:prstGeom>
        </p:spPr>
      </p:pic>
      <p:pic>
        <p:nvPicPr>
          <p:cNvPr id="5" name="object 5"/>
          <p:cNvPicPr/>
          <p:nvPr/>
        </p:nvPicPr>
        <p:blipFill>
          <a:blip r:embed="rId4" cstate="print"/>
          <a:stretch>
            <a:fillRect/>
          </a:stretch>
        </p:blipFill>
        <p:spPr>
          <a:xfrm>
            <a:off x="454151" y="6527292"/>
            <a:ext cx="1794510" cy="142494"/>
          </a:xfrm>
          <a:prstGeom prst="rect">
            <a:avLst/>
          </a:prstGeom>
        </p:spPr>
      </p:pic>
      <p:pic>
        <p:nvPicPr>
          <p:cNvPr id="6" name="object 6"/>
          <p:cNvPicPr/>
          <p:nvPr/>
        </p:nvPicPr>
        <p:blipFill>
          <a:blip r:embed="rId5" cstate="print"/>
          <a:stretch>
            <a:fillRect/>
          </a:stretch>
        </p:blipFill>
        <p:spPr>
          <a:xfrm>
            <a:off x="7147559" y="6521195"/>
            <a:ext cx="2045970" cy="118110"/>
          </a:xfrm>
          <a:prstGeom prst="rect">
            <a:avLst/>
          </a:prstGeom>
        </p:spPr>
      </p:pic>
      <p:pic>
        <p:nvPicPr>
          <p:cNvPr id="7" name="object 7"/>
          <p:cNvPicPr/>
          <p:nvPr/>
        </p:nvPicPr>
        <p:blipFill>
          <a:blip r:embed="rId6" cstate="print"/>
          <a:stretch>
            <a:fillRect/>
          </a:stretch>
        </p:blipFill>
        <p:spPr>
          <a:xfrm>
            <a:off x="996696" y="3224771"/>
            <a:ext cx="5862065" cy="890790"/>
          </a:xfrm>
          <a:prstGeom prst="rect">
            <a:avLst/>
          </a:prstGeom>
        </p:spPr>
      </p:pic>
      <p:pic>
        <p:nvPicPr>
          <p:cNvPr id="8" name="object 8"/>
          <p:cNvPicPr/>
          <p:nvPr/>
        </p:nvPicPr>
        <p:blipFill>
          <a:blip r:embed="rId7" cstate="print"/>
          <a:stretch>
            <a:fillRect/>
          </a:stretch>
        </p:blipFill>
        <p:spPr>
          <a:xfrm>
            <a:off x="1007363" y="2807207"/>
            <a:ext cx="700277" cy="195834"/>
          </a:xfrm>
          <a:prstGeom prst="rect">
            <a:avLst/>
          </a:prstGeom>
        </p:spPr>
      </p:pic>
      <p:pic>
        <p:nvPicPr>
          <p:cNvPr id="9" name="object 9"/>
          <p:cNvPicPr/>
          <p:nvPr/>
        </p:nvPicPr>
        <p:blipFill>
          <a:blip r:embed="rId8" cstate="print"/>
          <a:stretch>
            <a:fillRect/>
          </a:stretch>
        </p:blipFill>
        <p:spPr>
          <a:xfrm>
            <a:off x="1239011" y="4486655"/>
            <a:ext cx="3332226" cy="203454"/>
          </a:xfrm>
          <a:prstGeom prst="rect">
            <a:avLst/>
          </a:prstGeom>
        </p:spPr>
      </p:pic>
      <p:sp>
        <p:nvSpPr>
          <p:cNvPr id="10" name="object 10"/>
          <p:cNvSpPr/>
          <p:nvPr/>
        </p:nvSpPr>
        <p:spPr>
          <a:xfrm>
            <a:off x="1051560" y="4436364"/>
            <a:ext cx="35560" cy="253365"/>
          </a:xfrm>
          <a:custGeom>
            <a:avLst/>
            <a:gdLst/>
            <a:ahLst/>
            <a:cxnLst/>
            <a:rect l="l" t="t" r="r" b="b"/>
            <a:pathLst>
              <a:path w="35559" h="253364">
                <a:moveTo>
                  <a:pt x="35052" y="0"/>
                </a:moveTo>
                <a:lnTo>
                  <a:pt x="0" y="0"/>
                </a:lnTo>
                <a:lnTo>
                  <a:pt x="0" y="252984"/>
                </a:lnTo>
                <a:lnTo>
                  <a:pt x="35052" y="252984"/>
                </a:lnTo>
                <a:lnTo>
                  <a:pt x="35052" y="0"/>
                </a:lnTo>
                <a:close/>
              </a:path>
            </a:pathLst>
          </a:custGeom>
          <a:solidFill>
            <a:srgbClr val="A6A6A6"/>
          </a:solidFill>
        </p:spPr>
        <p:txBody>
          <a:bodyPr wrap="square" lIns="0" tIns="0" rIns="0" bIns="0" rtlCol="0"/>
          <a:lstStyle/>
          <a:p>
            <a:endParaRPr/>
          </a:p>
        </p:txBody>
      </p:sp>
      <p:pic>
        <p:nvPicPr>
          <p:cNvPr id="11" name="object 11"/>
          <p:cNvPicPr/>
          <p:nvPr/>
        </p:nvPicPr>
        <p:blipFill>
          <a:blip r:embed="rId9" cstate="print"/>
          <a:stretch>
            <a:fillRect/>
          </a:stretch>
        </p:blipFill>
        <p:spPr>
          <a:xfrm>
            <a:off x="1239011" y="4928615"/>
            <a:ext cx="2922269" cy="206501"/>
          </a:xfrm>
          <a:prstGeom prst="rect">
            <a:avLst/>
          </a:prstGeom>
        </p:spPr>
      </p:pic>
      <p:sp>
        <p:nvSpPr>
          <p:cNvPr id="12" name="object 12"/>
          <p:cNvSpPr/>
          <p:nvPr/>
        </p:nvSpPr>
        <p:spPr>
          <a:xfrm>
            <a:off x="1051560" y="4866132"/>
            <a:ext cx="35560" cy="253365"/>
          </a:xfrm>
          <a:custGeom>
            <a:avLst/>
            <a:gdLst/>
            <a:ahLst/>
            <a:cxnLst/>
            <a:rect l="l" t="t" r="r" b="b"/>
            <a:pathLst>
              <a:path w="35559" h="253364">
                <a:moveTo>
                  <a:pt x="35052" y="0"/>
                </a:moveTo>
                <a:lnTo>
                  <a:pt x="0" y="0"/>
                </a:lnTo>
                <a:lnTo>
                  <a:pt x="0" y="252983"/>
                </a:lnTo>
                <a:lnTo>
                  <a:pt x="35052" y="252983"/>
                </a:lnTo>
                <a:lnTo>
                  <a:pt x="35052" y="0"/>
                </a:lnTo>
                <a:close/>
              </a:path>
            </a:pathLst>
          </a:custGeom>
          <a:solidFill>
            <a:srgbClr val="13299F"/>
          </a:solidFill>
        </p:spPr>
        <p:txBody>
          <a:bodyPr wrap="square" lIns="0" tIns="0" rIns="0" bIns="0" rtlCol="0"/>
          <a:lstStyle/>
          <a:p>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74347" y="6524434"/>
            <a:ext cx="76737"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3456304"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2.2.</a:t>
            </a:r>
            <a:r>
              <a:rPr sz="1800" spc="-25" dirty="0">
                <a:solidFill>
                  <a:srgbClr val="FFFFFF"/>
                </a:solidFill>
                <a:latin typeface="Ebrima"/>
                <a:cs typeface="Ebrima"/>
              </a:rPr>
              <a:t> </a:t>
            </a:r>
            <a:r>
              <a:rPr sz="1800" dirty="0">
                <a:solidFill>
                  <a:srgbClr val="FFFFFF"/>
                </a:solidFill>
                <a:latin typeface="Ebrima"/>
                <a:cs typeface="Ebrima"/>
              </a:rPr>
              <a:t>Long</a:t>
            </a:r>
            <a:r>
              <a:rPr sz="1800" spc="-35" dirty="0">
                <a:solidFill>
                  <a:srgbClr val="FFFFFF"/>
                </a:solidFill>
                <a:latin typeface="Ebrima"/>
                <a:cs typeface="Ebrima"/>
              </a:rPr>
              <a:t> </a:t>
            </a:r>
            <a:r>
              <a:rPr sz="1800" spc="-5" dirty="0">
                <a:solidFill>
                  <a:srgbClr val="FFFFFF"/>
                </a:solidFill>
                <a:latin typeface="Ebrima"/>
                <a:cs typeface="Ebrima"/>
              </a:rPr>
              <a:t>Short</a:t>
            </a:r>
            <a:r>
              <a:rPr sz="1800" spc="-40" dirty="0">
                <a:solidFill>
                  <a:srgbClr val="FFFFFF"/>
                </a:solidFill>
                <a:latin typeface="Ebrima"/>
                <a:cs typeface="Ebrima"/>
              </a:rPr>
              <a:t> </a:t>
            </a:r>
            <a:r>
              <a:rPr sz="1800" dirty="0">
                <a:solidFill>
                  <a:srgbClr val="FFFFFF"/>
                </a:solidFill>
                <a:latin typeface="Ebrima"/>
                <a:cs typeface="Ebrima"/>
              </a:rPr>
              <a:t>Term</a:t>
            </a:r>
            <a:r>
              <a:rPr sz="1800" spc="-20" dirty="0">
                <a:solidFill>
                  <a:srgbClr val="FFFFFF"/>
                </a:solidFill>
                <a:latin typeface="Ebrima"/>
                <a:cs typeface="Ebrima"/>
              </a:rPr>
              <a:t> </a:t>
            </a:r>
            <a:r>
              <a:rPr sz="1800" dirty="0">
                <a:solidFill>
                  <a:srgbClr val="FFFFFF"/>
                </a:solidFill>
                <a:latin typeface="Ebrima"/>
                <a:cs typeface="Ebrima"/>
              </a:rPr>
              <a:t>Memory</a:t>
            </a:r>
            <a:r>
              <a:rPr sz="1800" spc="-40" dirty="0">
                <a:solidFill>
                  <a:srgbClr val="FFFFFF"/>
                </a:solidFill>
                <a:latin typeface="Ebrima"/>
                <a:cs typeface="Ebrima"/>
              </a:rPr>
              <a:t> </a:t>
            </a:r>
            <a:r>
              <a:rPr sz="1800" spc="-5" dirty="0">
                <a:solidFill>
                  <a:srgbClr val="FFFFFF"/>
                </a:solidFill>
                <a:latin typeface="Ebrima"/>
                <a:cs typeface="Ebrima"/>
              </a:rPr>
              <a:t>Cell</a:t>
            </a:r>
            <a:endParaRPr sz="1800">
              <a:latin typeface="Ebrima"/>
              <a:cs typeface="Ebrima"/>
            </a:endParaRP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02</a:t>
            </a:r>
            <a:endParaRPr sz="1600">
              <a:latin typeface="Ebrima"/>
              <a:cs typeface="Ebrima"/>
            </a:endParaRPr>
          </a:p>
        </p:txBody>
      </p:sp>
      <p:pic>
        <p:nvPicPr>
          <p:cNvPr id="7" name="object 7"/>
          <p:cNvPicPr/>
          <p:nvPr/>
        </p:nvPicPr>
        <p:blipFill>
          <a:blip r:embed="rId5" cstate="print"/>
          <a:stretch>
            <a:fillRect/>
          </a:stretch>
        </p:blipFill>
        <p:spPr>
          <a:xfrm>
            <a:off x="473963" y="1443177"/>
            <a:ext cx="3998214" cy="302564"/>
          </a:xfrm>
          <a:prstGeom prst="rect">
            <a:avLst/>
          </a:prstGeom>
        </p:spPr>
      </p:pic>
      <p:sp>
        <p:nvSpPr>
          <p:cNvPr id="8" name="object 8"/>
          <p:cNvSpPr/>
          <p:nvPr/>
        </p:nvSpPr>
        <p:spPr>
          <a:xfrm>
            <a:off x="559308" y="1914144"/>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9327" y="1937004"/>
            <a:ext cx="2041398" cy="176022"/>
          </a:xfrm>
          <a:prstGeom prst="rect">
            <a:avLst/>
          </a:prstGeom>
        </p:spPr>
      </p:pic>
      <p:pic>
        <p:nvPicPr>
          <p:cNvPr id="10" name="object 10"/>
          <p:cNvPicPr/>
          <p:nvPr/>
        </p:nvPicPr>
        <p:blipFill>
          <a:blip r:embed="rId7" cstate="print"/>
          <a:stretch>
            <a:fillRect/>
          </a:stretch>
        </p:blipFill>
        <p:spPr>
          <a:xfrm>
            <a:off x="710183" y="2350007"/>
            <a:ext cx="4307586" cy="162305"/>
          </a:xfrm>
          <a:prstGeom prst="rect">
            <a:avLst/>
          </a:prstGeom>
        </p:spPr>
      </p:pic>
      <p:grpSp>
        <p:nvGrpSpPr>
          <p:cNvPr id="11" name="object 11"/>
          <p:cNvGrpSpPr/>
          <p:nvPr/>
        </p:nvGrpSpPr>
        <p:grpSpPr>
          <a:xfrm>
            <a:off x="2356866" y="3360229"/>
            <a:ext cx="4670425" cy="2005964"/>
            <a:chOff x="2356866" y="3360229"/>
            <a:chExt cx="4670425" cy="2005964"/>
          </a:xfrm>
        </p:grpSpPr>
        <p:sp>
          <p:nvSpPr>
            <p:cNvPr id="12" name="object 12"/>
            <p:cNvSpPr/>
            <p:nvPr/>
          </p:nvSpPr>
          <p:spPr>
            <a:xfrm>
              <a:off x="2913888" y="3364991"/>
              <a:ext cx="3607435" cy="1996439"/>
            </a:xfrm>
            <a:custGeom>
              <a:avLst/>
              <a:gdLst/>
              <a:ahLst/>
              <a:cxnLst/>
              <a:rect l="l" t="t" r="r" b="b"/>
              <a:pathLst>
                <a:path w="3607434" h="1996439">
                  <a:moveTo>
                    <a:pt x="3503041" y="0"/>
                  </a:moveTo>
                  <a:lnTo>
                    <a:pt x="104267" y="0"/>
                  </a:lnTo>
                  <a:lnTo>
                    <a:pt x="63704" y="8201"/>
                  </a:lnTo>
                  <a:lnTo>
                    <a:pt x="30559" y="30559"/>
                  </a:lnTo>
                  <a:lnTo>
                    <a:pt x="8201" y="63704"/>
                  </a:lnTo>
                  <a:lnTo>
                    <a:pt x="0" y="104267"/>
                  </a:lnTo>
                  <a:lnTo>
                    <a:pt x="0" y="1892173"/>
                  </a:lnTo>
                  <a:lnTo>
                    <a:pt x="8201" y="1932735"/>
                  </a:lnTo>
                  <a:lnTo>
                    <a:pt x="30559" y="1965880"/>
                  </a:lnTo>
                  <a:lnTo>
                    <a:pt x="63704" y="1988238"/>
                  </a:lnTo>
                  <a:lnTo>
                    <a:pt x="104267" y="1996440"/>
                  </a:lnTo>
                  <a:lnTo>
                    <a:pt x="3503041" y="1996440"/>
                  </a:lnTo>
                  <a:lnTo>
                    <a:pt x="3543603" y="1988238"/>
                  </a:lnTo>
                  <a:lnTo>
                    <a:pt x="3576748" y="1965880"/>
                  </a:lnTo>
                  <a:lnTo>
                    <a:pt x="3599106" y="1932735"/>
                  </a:lnTo>
                  <a:lnTo>
                    <a:pt x="3607308" y="1892173"/>
                  </a:lnTo>
                  <a:lnTo>
                    <a:pt x="3607308" y="104267"/>
                  </a:lnTo>
                  <a:lnTo>
                    <a:pt x="3599106" y="63704"/>
                  </a:lnTo>
                  <a:lnTo>
                    <a:pt x="3576748" y="30559"/>
                  </a:lnTo>
                  <a:lnTo>
                    <a:pt x="3543603" y="8201"/>
                  </a:lnTo>
                  <a:lnTo>
                    <a:pt x="3503041" y="0"/>
                  </a:lnTo>
                  <a:close/>
                </a:path>
              </a:pathLst>
            </a:custGeom>
            <a:solidFill>
              <a:srgbClr val="CFE1F3"/>
            </a:solidFill>
          </p:spPr>
          <p:txBody>
            <a:bodyPr wrap="square" lIns="0" tIns="0" rIns="0" bIns="0" rtlCol="0"/>
            <a:lstStyle/>
            <a:p>
              <a:endParaRPr/>
            </a:p>
          </p:txBody>
        </p:sp>
        <p:sp>
          <p:nvSpPr>
            <p:cNvPr id="13" name="object 13"/>
            <p:cNvSpPr/>
            <p:nvPr/>
          </p:nvSpPr>
          <p:spPr>
            <a:xfrm>
              <a:off x="2913888" y="3364991"/>
              <a:ext cx="3607435" cy="1996439"/>
            </a:xfrm>
            <a:custGeom>
              <a:avLst/>
              <a:gdLst/>
              <a:ahLst/>
              <a:cxnLst/>
              <a:rect l="l" t="t" r="r" b="b"/>
              <a:pathLst>
                <a:path w="3607434" h="1996439">
                  <a:moveTo>
                    <a:pt x="0" y="104267"/>
                  </a:moveTo>
                  <a:lnTo>
                    <a:pt x="8201" y="63704"/>
                  </a:lnTo>
                  <a:lnTo>
                    <a:pt x="30559" y="30559"/>
                  </a:lnTo>
                  <a:lnTo>
                    <a:pt x="63704" y="8201"/>
                  </a:lnTo>
                  <a:lnTo>
                    <a:pt x="104267" y="0"/>
                  </a:lnTo>
                  <a:lnTo>
                    <a:pt x="3503041" y="0"/>
                  </a:lnTo>
                  <a:lnTo>
                    <a:pt x="3543603" y="8201"/>
                  </a:lnTo>
                  <a:lnTo>
                    <a:pt x="3576748" y="30559"/>
                  </a:lnTo>
                  <a:lnTo>
                    <a:pt x="3599106" y="63704"/>
                  </a:lnTo>
                  <a:lnTo>
                    <a:pt x="3607308" y="104267"/>
                  </a:lnTo>
                  <a:lnTo>
                    <a:pt x="3607308" y="1892173"/>
                  </a:lnTo>
                  <a:lnTo>
                    <a:pt x="3599106" y="1932735"/>
                  </a:lnTo>
                  <a:lnTo>
                    <a:pt x="3576748" y="1965880"/>
                  </a:lnTo>
                  <a:lnTo>
                    <a:pt x="3543603" y="1988238"/>
                  </a:lnTo>
                  <a:lnTo>
                    <a:pt x="3503041" y="1996440"/>
                  </a:lnTo>
                  <a:lnTo>
                    <a:pt x="104267" y="1996440"/>
                  </a:lnTo>
                  <a:lnTo>
                    <a:pt x="63704" y="1988238"/>
                  </a:lnTo>
                  <a:lnTo>
                    <a:pt x="30559" y="1965880"/>
                  </a:lnTo>
                  <a:lnTo>
                    <a:pt x="8201" y="1932735"/>
                  </a:lnTo>
                  <a:lnTo>
                    <a:pt x="0" y="1892173"/>
                  </a:lnTo>
                  <a:lnTo>
                    <a:pt x="0" y="104267"/>
                  </a:lnTo>
                  <a:close/>
                </a:path>
              </a:pathLst>
            </a:custGeom>
            <a:ln w="9144">
              <a:solidFill>
                <a:srgbClr val="183DAF"/>
              </a:solidFill>
            </a:ln>
          </p:spPr>
          <p:txBody>
            <a:bodyPr wrap="square" lIns="0" tIns="0" rIns="0" bIns="0" rtlCol="0"/>
            <a:lstStyle/>
            <a:p>
              <a:endParaRPr/>
            </a:p>
          </p:txBody>
        </p:sp>
        <p:sp>
          <p:nvSpPr>
            <p:cNvPr id="14" name="object 14"/>
            <p:cNvSpPr/>
            <p:nvPr/>
          </p:nvSpPr>
          <p:spPr>
            <a:xfrm>
              <a:off x="2356866" y="3605021"/>
              <a:ext cx="4670425" cy="1537970"/>
            </a:xfrm>
            <a:custGeom>
              <a:avLst/>
              <a:gdLst/>
              <a:ahLst/>
              <a:cxnLst/>
              <a:rect l="l" t="t" r="r" b="b"/>
              <a:pathLst>
                <a:path w="4670425" h="1537970">
                  <a:moveTo>
                    <a:pt x="549402" y="1499616"/>
                  </a:moveTo>
                  <a:lnTo>
                    <a:pt x="529590" y="1489710"/>
                  </a:lnTo>
                  <a:lnTo>
                    <a:pt x="473202" y="1461516"/>
                  </a:lnTo>
                  <a:lnTo>
                    <a:pt x="473202" y="1489710"/>
                  </a:lnTo>
                  <a:lnTo>
                    <a:pt x="0" y="1489710"/>
                  </a:lnTo>
                  <a:lnTo>
                    <a:pt x="0" y="1509522"/>
                  </a:lnTo>
                  <a:lnTo>
                    <a:pt x="473202" y="1509522"/>
                  </a:lnTo>
                  <a:lnTo>
                    <a:pt x="473202" y="1537716"/>
                  </a:lnTo>
                  <a:lnTo>
                    <a:pt x="529590" y="1509522"/>
                  </a:lnTo>
                  <a:lnTo>
                    <a:pt x="549402" y="1499616"/>
                  </a:lnTo>
                  <a:close/>
                </a:path>
                <a:path w="4670425" h="1537970">
                  <a:moveTo>
                    <a:pt x="549402" y="38100"/>
                  </a:moveTo>
                  <a:lnTo>
                    <a:pt x="529590" y="28194"/>
                  </a:lnTo>
                  <a:lnTo>
                    <a:pt x="473202" y="0"/>
                  </a:lnTo>
                  <a:lnTo>
                    <a:pt x="473202" y="28194"/>
                  </a:lnTo>
                  <a:lnTo>
                    <a:pt x="0" y="28194"/>
                  </a:lnTo>
                  <a:lnTo>
                    <a:pt x="0" y="48006"/>
                  </a:lnTo>
                  <a:lnTo>
                    <a:pt x="473202" y="48006"/>
                  </a:lnTo>
                  <a:lnTo>
                    <a:pt x="473202" y="76200"/>
                  </a:lnTo>
                  <a:lnTo>
                    <a:pt x="529590" y="48006"/>
                  </a:lnTo>
                  <a:lnTo>
                    <a:pt x="549402" y="38100"/>
                  </a:lnTo>
                  <a:close/>
                </a:path>
                <a:path w="4670425" h="1537970">
                  <a:moveTo>
                    <a:pt x="4670044" y="1484376"/>
                  </a:moveTo>
                  <a:lnTo>
                    <a:pt x="4650232" y="1474470"/>
                  </a:lnTo>
                  <a:lnTo>
                    <a:pt x="4593844" y="1446276"/>
                  </a:lnTo>
                  <a:lnTo>
                    <a:pt x="4593844" y="1474470"/>
                  </a:lnTo>
                  <a:lnTo>
                    <a:pt x="3340608" y="1474470"/>
                  </a:lnTo>
                  <a:lnTo>
                    <a:pt x="3340608" y="1494282"/>
                  </a:lnTo>
                  <a:lnTo>
                    <a:pt x="4593844" y="1494282"/>
                  </a:lnTo>
                  <a:lnTo>
                    <a:pt x="4593844" y="1522476"/>
                  </a:lnTo>
                  <a:lnTo>
                    <a:pt x="4650232" y="1494282"/>
                  </a:lnTo>
                  <a:lnTo>
                    <a:pt x="4670044" y="1484376"/>
                  </a:lnTo>
                  <a:close/>
                </a:path>
                <a:path w="4670425" h="1537970">
                  <a:moveTo>
                    <a:pt x="4670171" y="38100"/>
                  </a:moveTo>
                  <a:lnTo>
                    <a:pt x="4650359" y="28194"/>
                  </a:lnTo>
                  <a:lnTo>
                    <a:pt x="4593971" y="0"/>
                  </a:lnTo>
                  <a:lnTo>
                    <a:pt x="4593971" y="28194"/>
                  </a:lnTo>
                  <a:lnTo>
                    <a:pt x="577596" y="28194"/>
                  </a:lnTo>
                  <a:lnTo>
                    <a:pt x="577596" y="48006"/>
                  </a:lnTo>
                  <a:lnTo>
                    <a:pt x="4593971" y="48006"/>
                  </a:lnTo>
                  <a:lnTo>
                    <a:pt x="4593971" y="76200"/>
                  </a:lnTo>
                  <a:lnTo>
                    <a:pt x="4650359" y="48006"/>
                  </a:lnTo>
                  <a:lnTo>
                    <a:pt x="4670171" y="38100"/>
                  </a:lnTo>
                  <a:close/>
                </a:path>
              </a:pathLst>
            </a:custGeom>
            <a:solidFill>
              <a:srgbClr val="000000"/>
            </a:solidFill>
          </p:spPr>
          <p:txBody>
            <a:bodyPr wrap="square" lIns="0" tIns="0" rIns="0" bIns="0" rtlCol="0"/>
            <a:lstStyle/>
            <a:p>
              <a:endParaRPr/>
            </a:p>
          </p:txBody>
        </p:sp>
      </p:grpSp>
      <p:sp>
        <p:nvSpPr>
          <p:cNvPr id="15" name="object 15"/>
          <p:cNvSpPr txBox="1"/>
          <p:nvPr/>
        </p:nvSpPr>
        <p:spPr>
          <a:xfrm>
            <a:off x="3665220" y="4515611"/>
            <a:ext cx="480059" cy="330835"/>
          </a:xfrm>
          <a:prstGeom prst="rect">
            <a:avLst/>
          </a:prstGeom>
          <a:solidFill>
            <a:srgbClr val="5B9BD4"/>
          </a:solidFill>
          <a:ln w="9144">
            <a:solidFill>
              <a:srgbClr val="183DAF"/>
            </a:solidFill>
          </a:ln>
        </p:spPr>
        <p:txBody>
          <a:bodyPr vert="horz" wrap="square" lIns="0" tIns="0" rIns="0" bIns="0" rtlCol="0">
            <a:spAutoFit/>
          </a:bodyPr>
          <a:lstStyle/>
          <a:p>
            <a:pPr marL="1905" algn="ctr">
              <a:lnSpc>
                <a:spcPts val="2475"/>
              </a:lnSpc>
            </a:pPr>
            <a:r>
              <a:rPr sz="2100" spc="-55" dirty="0">
                <a:latin typeface="Cambria Math"/>
                <a:cs typeface="Cambria Math"/>
              </a:rPr>
              <a:t>σ</a:t>
            </a:r>
            <a:endParaRPr sz="2100">
              <a:latin typeface="Cambria Math"/>
              <a:cs typeface="Cambria Math"/>
            </a:endParaRPr>
          </a:p>
        </p:txBody>
      </p:sp>
      <p:sp>
        <p:nvSpPr>
          <p:cNvPr id="16" name="object 16"/>
          <p:cNvSpPr txBox="1"/>
          <p:nvPr/>
        </p:nvSpPr>
        <p:spPr>
          <a:xfrm>
            <a:off x="4939284" y="4515611"/>
            <a:ext cx="480059" cy="330835"/>
          </a:xfrm>
          <a:prstGeom prst="rect">
            <a:avLst/>
          </a:prstGeom>
          <a:solidFill>
            <a:srgbClr val="5B9BD4"/>
          </a:solidFill>
          <a:ln w="9144">
            <a:solidFill>
              <a:srgbClr val="183DAF"/>
            </a:solidFill>
          </a:ln>
        </p:spPr>
        <p:txBody>
          <a:bodyPr vert="horz" wrap="square" lIns="0" tIns="0" rIns="0" bIns="0" rtlCol="0">
            <a:spAutoFit/>
          </a:bodyPr>
          <a:lstStyle/>
          <a:p>
            <a:pPr marL="1905" algn="ctr">
              <a:lnSpc>
                <a:spcPts val="2475"/>
              </a:lnSpc>
            </a:pPr>
            <a:r>
              <a:rPr sz="2100" spc="-55" dirty="0">
                <a:latin typeface="Cambria Math"/>
                <a:cs typeface="Cambria Math"/>
              </a:rPr>
              <a:t>σ</a:t>
            </a:r>
            <a:endParaRPr sz="2100">
              <a:latin typeface="Cambria Math"/>
              <a:cs typeface="Cambria Math"/>
            </a:endParaRPr>
          </a:p>
        </p:txBody>
      </p:sp>
      <p:grpSp>
        <p:nvGrpSpPr>
          <p:cNvPr id="17" name="object 17"/>
          <p:cNvGrpSpPr/>
          <p:nvPr/>
        </p:nvGrpSpPr>
        <p:grpSpPr>
          <a:xfrm>
            <a:off x="3085909" y="3473005"/>
            <a:ext cx="340360" cy="339090"/>
            <a:chOff x="3085909" y="3473005"/>
            <a:chExt cx="340360" cy="339090"/>
          </a:xfrm>
        </p:grpSpPr>
        <p:sp>
          <p:nvSpPr>
            <p:cNvPr id="18" name="object 18"/>
            <p:cNvSpPr/>
            <p:nvPr/>
          </p:nvSpPr>
          <p:spPr>
            <a:xfrm>
              <a:off x="3090672" y="3477767"/>
              <a:ext cx="330835" cy="329565"/>
            </a:xfrm>
            <a:custGeom>
              <a:avLst/>
              <a:gdLst/>
              <a:ahLst/>
              <a:cxnLst/>
              <a:rect l="l" t="t" r="r" b="b"/>
              <a:pathLst>
                <a:path w="330835" h="329564">
                  <a:moveTo>
                    <a:pt x="165353" y="0"/>
                  </a:moveTo>
                  <a:lnTo>
                    <a:pt x="121399" y="5877"/>
                  </a:lnTo>
                  <a:lnTo>
                    <a:pt x="81900" y="22464"/>
                  </a:lnTo>
                  <a:lnTo>
                    <a:pt x="48434" y="48196"/>
                  </a:lnTo>
                  <a:lnTo>
                    <a:pt x="22577" y="81505"/>
                  </a:lnTo>
                  <a:lnTo>
                    <a:pt x="5907" y="120826"/>
                  </a:lnTo>
                  <a:lnTo>
                    <a:pt x="0" y="164592"/>
                  </a:lnTo>
                  <a:lnTo>
                    <a:pt x="5907" y="208357"/>
                  </a:lnTo>
                  <a:lnTo>
                    <a:pt x="22577" y="247678"/>
                  </a:lnTo>
                  <a:lnTo>
                    <a:pt x="48434" y="280987"/>
                  </a:lnTo>
                  <a:lnTo>
                    <a:pt x="81900" y="306719"/>
                  </a:lnTo>
                  <a:lnTo>
                    <a:pt x="121399" y="323306"/>
                  </a:lnTo>
                  <a:lnTo>
                    <a:pt x="165353" y="329184"/>
                  </a:lnTo>
                  <a:lnTo>
                    <a:pt x="209308" y="323306"/>
                  </a:lnTo>
                  <a:lnTo>
                    <a:pt x="248807" y="306719"/>
                  </a:lnTo>
                  <a:lnTo>
                    <a:pt x="282273" y="280987"/>
                  </a:lnTo>
                  <a:lnTo>
                    <a:pt x="308130" y="247678"/>
                  </a:lnTo>
                  <a:lnTo>
                    <a:pt x="324800" y="208357"/>
                  </a:lnTo>
                  <a:lnTo>
                    <a:pt x="330707" y="164592"/>
                  </a:lnTo>
                  <a:lnTo>
                    <a:pt x="324800" y="120826"/>
                  </a:lnTo>
                  <a:lnTo>
                    <a:pt x="308130" y="81505"/>
                  </a:lnTo>
                  <a:lnTo>
                    <a:pt x="282273" y="48196"/>
                  </a:lnTo>
                  <a:lnTo>
                    <a:pt x="248807" y="22464"/>
                  </a:lnTo>
                  <a:lnTo>
                    <a:pt x="209308" y="5877"/>
                  </a:lnTo>
                  <a:lnTo>
                    <a:pt x="165353" y="0"/>
                  </a:lnTo>
                  <a:close/>
                </a:path>
              </a:pathLst>
            </a:custGeom>
            <a:solidFill>
              <a:srgbClr val="FFD1D1"/>
            </a:solidFill>
          </p:spPr>
          <p:txBody>
            <a:bodyPr wrap="square" lIns="0" tIns="0" rIns="0" bIns="0" rtlCol="0"/>
            <a:lstStyle/>
            <a:p>
              <a:endParaRPr/>
            </a:p>
          </p:txBody>
        </p:sp>
        <p:sp>
          <p:nvSpPr>
            <p:cNvPr id="19" name="object 19"/>
            <p:cNvSpPr/>
            <p:nvPr/>
          </p:nvSpPr>
          <p:spPr>
            <a:xfrm>
              <a:off x="3090672" y="3477767"/>
              <a:ext cx="330835" cy="329565"/>
            </a:xfrm>
            <a:custGeom>
              <a:avLst/>
              <a:gdLst/>
              <a:ahLst/>
              <a:cxnLst/>
              <a:rect l="l" t="t" r="r" b="b"/>
              <a:pathLst>
                <a:path w="330835" h="329564">
                  <a:moveTo>
                    <a:pt x="0" y="164592"/>
                  </a:moveTo>
                  <a:lnTo>
                    <a:pt x="5907" y="120826"/>
                  </a:lnTo>
                  <a:lnTo>
                    <a:pt x="22577" y="81505"/>
                  </a:lnTo>
                  <a:lnTo>
                    <a:pt x="48434" y="48196"/>
                  </a:lnTo>
                  <a:lnTo>
                    <a:pt x="81900" y="22464"/>
                  </a:lnTo>
                  <a:lnTo>
                    <a:pt x="121399" y="5877"/>
                  </a:lnTo>
                  <a:lnTo>
                    <a:pt x="165353" y="0"/>
                  </a:lnTo>
                  <a:lnTo>
                    <a:pt x="209308" y="5877"/>
                  </a:lnTo>
                  <a:lnTo>
                    <a:pt x="248807" y="22464"/>
                  </a:lnTo>
                  <a:lnTo>
                    <a:pt x="282273" y="48196"/>
                  </a:lnTo>
                  <a:lnTo>
                    <a:pt x="308130" y="81505"/>
                  </a:lnTo>
                  <a:lnTo>
                    <a:pt x="324800" y="120826"/>
                  </a:lnTo>
                  <a:lnTo>
                    <a:pt x="330707" y="164592"/>
                  </a:lnTo>
                  <a:lnTo>
                    <a:pt x="324800" y="208357"/>
                  </a:lnTo>
                  <a:lnTo>
                    <a:pt x="308130" y="247678"/>
                  </a:lnTo>
                  <a:lnTo>
                    <a:pt x="282273" y="280987"/>
                  </a:lnTo>
                  <a:lnTo>
                    <a:pt x="248807" y="306719"/>
                  </a:lnTo>
                  <a:lnTo>
                    <a:pt x="209308" y="323306"/>
                  </a:lnTo>
                  <a:lnTo>
                    <a:pt x="165353" y="329184"/>
                  </a:lnTo>
                  <a:lnTo>
                    <a:pt x="121399" y="323306"/>
                  </a:lnTo>
                  <a:lnTo>
                    <a:pt x="81900" y="306719"/>
                  </a:lnTo>
                  <a:lnTo>
                    <a:pt x="48434" y="280987"/>
                  </a:lnTo>
                  <a:lnTo>
                    <a:pt x="22577" y="247678"/>
                  </a:lnTo>
                  <a:lnTo>
                    <a:pt x="5907" y="208357"/>
                  </a:lnTo>
                  <a:lnTo>
                    <a:pt x="0" y="164592"/>
                  </a:lnTo>
                  <a:close/>
                </a:path>
              </a:pathLst>
            </a:custGeom>
            <a:ln w="9144">
              <a:solidFill>
                <a:srgbClr val="FF0000"/>
              </a:solidFill>
            </a:ln>
          </p:spPr>
          <p:txBody>
            <a:bodyPr wrap="square" lIns="0" tIns="0" rIns="0" bIns="0" rtlCol="0"/>
            <a:lstStyle/>
            <a:p>
              <a:endParaRPr/>
            </a:p>
          </p:txBody>
        </p:sp>
      </p:grpSp>
      <p:sp>
        <p:nvSpPr>
          <p:cNvPr id="20" name="object 20"/>
          <p:cNvSpPr txBox="1"/>
          <p:nvPr/>
        </p:nvSpPr>
        <p:spPr>
          <a:xfrm>
            <a:off x="3173095" y="3470528"/>
            <a:ext cx="16510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Symbol"/>
                <a:cs typeface="Symbol"/>
              </a:rPr>
              <a:t></a:t>
            </a:r>
            <a:endParaRPr sz="2000">
              <a:latin typeface="Symbol"/>
              <a:cs typeface="Symbol"/>
            </a:endParaRPr>
          </a:p>
        </p:txBody>
      </p:sp>
      <p:grpSp>
        <p:nvGrpSpPr>
          <p:cNvPr id="21" name="object 21"/>
          <p:cNvGrpSpPr/>
          <p:nvPr/>
        </p:nvGrpSpPr>
        <p:grpSpPr>
          <a:xfrm>
            <a:off x="4335589" y="3450145"/>
            <a:ext cx="340360" cy="340360"/>
            <a:chOff x="4335589" y="3450145"/>
            <a:chExt cx="340360" cy="340360"/>
          </a:xfrm>
        </p:grpSpPr>
        <p:sp>
          <p:nvSpPr>
            <p:cNvPr id="22" name="object 22"/>
            <p:cNvSpPr/>
            <p:nvPr/>
          </p:nvSpPr>
          <p:spPr>
            <a:xfrm>
              <a:off x="4340352" y="3454908"/>
              <a:ext cx="330835" cy="330835"/>
            </a:xfrm>
            <a:custGeom>
              <a:avLst/>
              <a:gdLst/>
              <a:ahLst/>
              <a:cxnLst/>
              <a:rect l="l" t="t" r="r" b="b"/>
              <a:pathLst>
                <a:path w="330835" h="330835">
                  <a:moveTo>
                    <a:pt x="165353" y="0"/>
                  </a:moveTo>
                  <a:lnTo>
                    <a:pt x="121399" y="5907"/>
                  </a:lnTo>
                  <a:lnTo>
                    <a:pt x="81900" y="22577"/>
                  </a:lnTo>
                  <a:lnTo>
                    <a:pt x="48434" y="48434"/>
                  </a:lnTo>
                  <a:lnTo>
                    <a:pt x="22577" y="81900"/>
                  </a:lnTo>
                  <a:lnTo>
                    <a:pt x="5907" y="121399"/>
                  </a:lnTo>
                  <a:lnTo>
                    <a:pt x="0" y="165353"/>
                  </a:lnTo>
                  <a:lnTo>
                    <a:pt x="5907" y="209308"/>
                  </a:lnTo>
                  <a:lnTo>
                    <a:pt x="22577" y="248807"/>
                  </a:lnTo>
                  <a:lnTo>
                    <a:pt x="48434" y="282273"/>
                  </a:lnTo>
                  <a:lnTo>
                    <a:pt x="81900" y="308130"/>
                  </a:lnTo>
                  <a:lnTo>
                    <a:pt x="121399" y="324800"/>
                  </a:lnTo>
                  <a:lnTo>
                    <a:pt x="165353" y="330707"/>
                  </a:lnTo>
                  <a:lnTo>
                    <a:pt x="209308" y="324800"/>
                  </a:lnTo>
                  <a:lnTo>
                    <a:pt x="248807" y="308130"/>
                  </a:lnTo>
                  <a:lnTo>
                    <a:pt x="282273" y="282273"/>
                  </a:lnTo>
                  <a:lnTo>
                    <a:pt x="308130" y="248807"/>
                  </a:lnTo>
                  <a:lnTo>
                    <a:pt x="324800" y="209308"/>
                  </a:lnTo>
                  <a:lnTo>
                    <a:pt x="330708" y="165353"/>
                  </a:lnTo>
                  <a:lnTo>
                    <a:pt x="324800" y="121399"/>
                  </a:lnTo>
                  <a:lnTo>
                    <a:pt x="308130" y="81900"/>
                  </a:lnTo>
                  <a:lnTo>
                    <a:pt x="282273" y="48434"/>
                  </a:lnTo>
                  <a:lnTo>
                    <a:pt x="248807" y="22577"/>
                  </a:lnTo>
                  <a:lnTo>
                    <a:pt x="209308" y="5907"/>
                  </a:lnTo>
                  <a:lnTo>
                    <a:pt x="165353" y="0"/>
                  </a:lnTo>
                  <a:close/>
                </a:path>
              </a:pathLst>
            </a:custGeom>
            <a:solidFill>
              <a:srgbClr val="FFD1D1"/>
            </a:solidFill>
          </p:spPr>
          <p:txBody>
            <a:bodyPr wrap="square" lIns="0" tIns="0" rIns="0" bIns="0" rtlCol="0"/>
            <a:lstStyle/>
            <a:p>
              <a:endParaRPr/>
            </a:p>
          </p:txBody>
        </p:sp>
        <p:sp>
          <p:nvSpPr>
            <p:cNvPr id="23" name="object 23"/>
            <p:cNvSpPr/>
            <p:nvPr/>
          </p:nvSpPr>
          <p:spPr>
            <a:xfrm>
              <a:off x="4340352" y="3454908"/>
              <a:ext cx="330835" cy="330835"/>
            </a:xfrm>
            <a:custGeom>
              <a:avLst/>
              <a:gdLst/>
              <a:ahLst/>
              <a:cxnLst/>
              <a:rect l="l" t="t" r="r" b="b"/>
              <a:pathLst>
                <a:path w="330835" h="330835">
                  <a:moveTo>
                    <a:pt x="0" y="165353"/>
                  </a:moveTo>
                  <a:lnTo>
                    <a:pt x="5907" y="121399"/>
                  </a:lnTo>
                  <a:lnTo>
                    <a:pt x="22577" y="81900"/>
                  </a:lnTo>
                  <a:lnTo>
                    <a:pt x="48434" y="48434"/>
                  </a:lnTo>
                  <a:lnTo>
                    <a:pt x="81900" y="22577"/>
                  </a:lnTo>
                  <a:lnTo>
                    <a:pt x="121399" y="5907"/>
                  </a:lnTo>
                  <a:lnTo>
                    <a:pt x="165353" y="0"/>
                  </a:lnTo>
                  <a:lnTo>
                    <a:pt x="209308" y="5907"/>
                  </a:lnTo>
                  <a:lnTo>
                    <a:pt x="248807" y="22577"/>
                  </a:lnTo>
                  <a:lnTo>
                    <a:pt x="282273" y="48434"/>
                  </a:lnTo>
                  <a:lnTo>
                    <a:pt x="308130" y="81900"/>
                  </a:lnTo>
                  <a:lnTo>
                    <a:pt x="324800" y="121399"/>
                  </a:lnTo>
                  <a:lnTo>
                    <a:pt x="330708" y="165353"/>
                  </a:lnTo>
                  <a:lnTo>
                    <a:pt x="324800" y="209308"/>
                  </a:lnTo>
                  <a:lnTo>
                    <a:pt x="308130" y="248807"/>
                  </a:lnTo>
                  <a:lnTo>
                    <a:pt x="282273" y="282273"/>
                  </a:lnTo>
                  <a:lnTo>
                    <a:pt x="248807" y="308130"/>
                  </a:lnTo>
                  <a:lnTo>
                    <a:pt x="209308" y="324800"/>
                  </a:lnTo>
                  <a:lnTo>
                    <a:pt x="165353" y="330707"/>
                  </a:lnTo>
                  <a:lnTo>
                    <a:pt x="121399" y="324800"/>
                  </a:lnTo>
                  <a:lnTo>
                    <a:pt x="81900" y="308130"/>
                  </a:lnTo>
                  <a:lnTo>
                    <a:pt x="48434" y="282273"/>
                  </a:lnTo>
                  <a:lnTo>
                    <a:pt x="22577" y="248807"/>
                  </a:lnTo>
                  <a:lnTo>
                    <a:pt x="5907" y="209308"/>
                  </a:lnTo>
                  <a:lnTo>
                    <a:pt x="0" y="165353"/>
                  </a:lnTo>
                  <a:close/>
                </a:path>
              </a:pathLst>
            </a:custGeom>
            <a:ln w="9144">
              <a:solidFill>
                <a:srgbClr val="FF0000"/>
              </a:solidFill>
            </a:ln>
          </p:spPr>
          <p:txBody>
            <a:bodyPr wrap="square" lIns="0" tIns="0" rIns="0" bIns="0" rtlCol="0"/>
            <a:lstStyle/>
            <a:p>
              <a:endParaRPr/>
            </a:p>
          </p:txBody>
        </p:sp>
      </p:grpSp>
      <p:sp>
        <p:nvSpPr>
          <p:cNvPr id="24" name="object 24"/>
          <p:cNvSpPr txBox="1"/>
          <p:nvPr/>
        </p:nvSpPr>
        <p:spPr>
          <a:xfrm>
            <a:off x="4398645" y="3447999"/>
            <a:ext cx="215900" cy="331470"/>
          </a:xfrm>
          <a:prstGeom prst="rect">
            <a:avLst/>
          </a:prstGeom>
        </p:spPr>
        <p:txBody>
          <a:bodyPr vert="horz" wrap="square" lIns="0" tIns="13335" rIns="0" bIns="0" rtlCol="0">
            <a:spAutoFit/>
          </a:bodyPr>
          <a:lstStyle/>
          <a:p>
            <a:pPr marL="12700">
              <a:lnSpc>
                <a:spcPct val="100000"/>
              </a:lnSpc>
              <a:spcBef>
                <a:spcPts val="105"/>
              </a:spcBef>
            </a:pPr>
            <a:r>
              <a:rPr sz="2000" dirty="0">
                <a:latin typeface="Cambria Math"/>
                <a:cs typeface="Cambria Math"/>
              </a:rPr>
              <a:t>+</a:t>
            </a:r>
            <a:endParaRPr sz="2000">
              <a:latin typeface="Cambria Math"/>
              <a:cs typeface="Cambria Math"/>
            </a:endParaRPr>
          </a:p>
        </p:txBody>
      </p:sp>
      <p:grpSp>
        <p:nvGrpSpPr>
          <p:cNvPr id="25" name="object 25"/>
          <p:cNvGrpSpPr/>
          <p:nvPr/>
        </p:nvGrpSpPr>
        <p:grpSpPr>
          <a:xfrm>
            <a:off x="3219450" y="3807714"/>
            <a:ext cx="1970405" cy="1308735"/>
            <a:chOff x="3219450" y="3807714"/>
            <a:chExt cx="1970405" cy="1308735"/>
          </a:xfrm>
        </p:grpSpPr>
        <p:sp>
          <p:nvSpPr>
            <p:cNvPr id="26" name="object 26"/>
            <p:cNvSpPr/>
            <p:nvPr/>
          </p:nvSpPr>
          <p:spPr>
            <a:xfrm>
              <a:off x="3905250" y="4847082"/>
              <a:ext cx="1274445" cy="259079"/>
            </a:xfrm>
            <a:custGeom>
              <a:avLst/>
              <a:gdLst/>
              <a:ahLst/>
              <a:cxnLst/>
              <a:rect l="l" t="t" r="r" b="b"/>
              <a:pathLst>
                <a:path w="1274445" h="259079">
                  <a:moveTo>
                    <a:pt x="0" y="257556"/>
                  </a:moveTo>
                  <a:lnTo>
                    <a:pt x="0" y="0"/>
                  </a:lnTo>
                </a:path>
                <a:path w="1274445" h="259079">
                  <a:moveTo>
                    <a:pt x="1274064" y="258953"/>
                  </a:moveTo>
                  <a:lnTo>
                    <a:pt x="1274064" y="0"/>
                  </a:lnTo>
                </a:path>
              </a:pathLst>
            </a:custGeom>
            <a:ln w="19812">
              <a:solidFill>
                <a:srgbClr val="000000"/>
              </a:solidFill>
            </a:ln>
          </p:spPr>
          <p:txBody>
            <a:bodyPr wrap="square" lIns="0" tIns="0" rIns="0" bIns="0" rtlCol="0"/>
            <a:lstStyle/>
            <a:p>
              <a:endParaRPr/>
            </a:p>
          </p:txBody>
        </p:sp>
        <p:sp>
          <p:nvSpPr>
            <p:cNvPr id="27" name="object 27"/>
            <p:cNvSpPr/>
            <p:nvPr/>
          </p:nvSpPr>
          <p:spPr>
            <a:xfrm>
              <a:off x="3219450" y="3807714"/>
              <a:ext cx="76200" cy="1291590"/>
            </a:xfrm>
            <a:custGeom>
              <a:avLst/>
              <a:gdLst/>
              <a:ahLst/>
              <a:cxnLst/>
              <a:rect l="l" t="t" r="r" b="b"/>
              <a:pathLst>
                <a:path w="76200" h="1291589">
                  <a:moveTo>
                    <a:pt x="48005" y="63500"/>
                  </a:moveTo>
                  <a:lnTo>
                    <a:pt x="28193" y="63500"/>
                  </a:lnTo>
                  <a:lnTo>
                    <a:pt x="28193" y="1291336"/>
                  </a:lnTo>
                  <a:lnTo>
                    <a:pt x="48005" y="1291336"/>
                  </a:lnTo>
                  <a:lnTo>
                    <a:pt x="48005" y="63500"/>
                  </a:lnTo>
                  <a:close/>
                </a:path>
                <a:path w="76200" h="1291589">
                  <a:moveTo>
                    <a:pt x="38100" y="0"/>
                  </a:moveTo>
                  <a:lnTo>
                    <a:pt x="0" y="76200"/>
                  </a:lnTo>
                  <a:lnTo>
                    <a:pt x="28193" y="76200"/>
                  </a:lnTo>
                  <a:lnTo>
                    <a:pt x="28193" y="63500"/>
                  </a:lnTo>
                  <a:lnTo>
                    <a:pt x="69850" y="63500"/>
                  </a:lnTo>
                  <a:lnTo>
                    <a:pt x="38100" y="0"/>
                  </a:lnTo>
                  <a:close/>
                </a:path>
                <a:path w="76200" h="1291589">
                  <a:moveTo>
                    <a:pt x="69850" y="63500"/>
                  </a:moveTo>
                  <a:lnTo>
                    <a:pt x="48005" y="63500"/>
                  </a:lnTo>
                  <a:lnTo>
                    <a:pt x="48005" y="76200"/>
                  </a:lnTo>
                  <a:lnTo>
                    <a:pt x="76200" y="76200"/>
                  </a:lnTo>
                  <a:lnTo>
                    <a:pt x="69850" y="63500"/>
                  </a:lnTo>
                  <a:close/>
                </a:path>
              </a:pathLst>
            </a:custGeom>
            <a:solidFill>
              <a:srgbClr val="000000"/>
            </a:solidFill>
          </p:spPr>
          <p:txBody>
            <a:bodyPr wrap="square" lIns="0" tIns="0" rIns="0" bIns="0" rtlCol="0"/>
            <a:lstStyle/>
            <a:p>
              <a:endParaRPr/>
            </a:p>
          </p:txBody>
        </p:sp>
      </p:grpSp>
      <p:sp>
        <p:nvSpPr>
          <p:cNvPr id="28" name="object 28"/>
          <p:cNvSpPr txBox="1"/>
          <p:nvPr/>
        </p:nvSpPr>
        <p:spPr>
          <a:xfrm>
            <a:off x="3015995" y="4515611"/>
            <a:ext cx="480059" cy="330835"/>
          </a:xfrm>
          <a:prstGeom prst="rect">
            <a:avLst/>
          </a:prstGeom>
          <a:solidFill>
            <a:srgbClr val="5B9BD4"/>
          </a:solidFill>
          <a:ln w="9144">
            <a:solidFill>
              <a:srgbClr val="183DAF"/>
            </a:solidFill>
          </a:ln>
        </p:spPr>
        <p:txBody>
          <a:bodyPr vert="horz" wrap="square" lIns="0" tIns="0" rIns="0" bIns="0" rtlCol="0">
            <a:spAutoFit/>
          </a:bodyPr>
          <a:lstStyle/>
          <a:p>
            <a:pPr marL="1905" algn="ctr">
              <a:lnSpc>
                <a:spcPts val="2475"/>
              </a:lnSpc>
            </a:pPr>
            <a:r>
              <a:rPr sz="2100" spc="-55" dirty="0">
                <a:latin typeface="Cambria Math"/>
                <a:cs typeface="Cambria Math"/>
              </a:rPr>
              <a:t>σ</a:t>
            </a:r>
            <a:endParaRPr sz="2100">
              <a:latin typeface="Cambria Math"/>
              <a:cs typeface="Cambria Math"/>
            </a:endParaRPr>
          </a:p>
        </p:txBody>
      </p:sp>
      <p:grpSp>
        <p:nvGrpSpPr>
          <p:cNvPr id="29" name="object 29"/>
          <p:cNvGrpSpPr/>
          <p:nvPr/>
        </p:nvGrpSpPr>
        <p:grpSpPr>
          <a:xfrm>
            <a:off x="2926842" y="3074670"/>
            <a:ext cx="3244215" cy="2529205"/>
            <a:chOff x="2926842" y="3074670"/>
            <a:chExt cx="3244215" cy="2529205"/>
          </a:xfrm>
        </p:grpSpPr>
        <p:sp>
          <p:nvSpPr>
            <p:cNvPr id="30" name="object 30"/>
            <p:cNvSpPr/>
            <p:nvPr/>
          </p:nvSpPr>
          <p:spPr>
            <a:xfrm>
              <a:off x="3895344" y="3786377"/>
              <a:ext cx="1648460" cy="1303020"/>
            </a:xfrm>
            <a:custGeom>
              <a:avLst/>
              <a:gdLst/>
              <a:ahLst/>
              <a:cxnLst/>
              <a:rect l="l" t="t" r="r" b="b"/>
              <a:pathLst>
                <a:path w="1648460" h="1303020">
                  <a:moveTo>
                    <a:pt x="445770" y="414528"/>
                  </a:moveTo>
                  <a:lnTo>
                    <a:pt x="434327" y="409956"/>
                  </a:lnTo>
                  <a:lnTo>
                    <a:pt x="366649" y="382905"/>
                  </a:lnTo>
                  <a:lnTo>
                    <a:pt x="369011" y="411302"/>
                  </a:lnTo>
                  <a:lnTo>
                    <a:pt x="321945" y="420624"/>
                  </a:lnTo>
                  <a:lnTo>
                    <a:pt x="282448" y="432308"/>
                  </a:lnTo>
                  <a:lnTo>
                    <a:pt x="244094" y="447040"/>
                  </a:lnTo>
                  <a:lnTo>
                    <a:pt x="207391" y="464185"/>
                  </a:lnTo>
                  <a:lnTo>
                    <a:pt x="172720" y="483743"/>
                  </a:lnTo>
                  <a:lnTo>
                    <a:pt x="140081" y="505460"/>
                  </a:lnTo>
                  <a:lnTo>
                    <a:pt x="110109" y="529209"/>
                  </a:lnTo>
                  <a:lnTo>
                    <a:pt x="70739" y="567817"/>
                  </a:lnTo>
                  <a:lnTo>
                    <a:pt x="38862" y="609600"/>
                  </a:lnTo>
                  <a:lnTo>
                    <a:pt x="15748" y="653923"/>
                  </a:lnTo>
                  <a:lnTo>
                    <a:pt x="2540" y="700024"/>
                  </a:lnTo>
                  <a:lnTo>
                    <a:pt x="0" y="730377"/>
                  </a:lnTo>
                  <a:lnTo>
                    <a:pt x="19812" y="731266"/>
                  </a:lnTo>
                  <a:lnTo>
                    <a:pt x="20447" y="716407"/>
                  </a:lnTo>
                  <a:lnTo>
                    <a:pt x="22225" y="702437"/>
                  </a:lnTo>
                  <a:lnTo>
                    <a:pt x="34290" y="660781"/>
                  </a:lnTo>
                  <a:lnTo>
                    <a:pt x="55880" y="619887"/>
                  </a:lnTo>
                  <a:lnTo>
                    <a:pt x="85852" y="580517"/>
                  </a:lnTo>
                  <a:lnTo>
                    <a:pt x="123444" y="543941"/>
                  </a:lnTo>
                  <a:lnTo>
                    <a:pt x="167386" y="510667"/>
                  </a:lnTo>
                  <a:lnTo>
                    <a:pt x="216789" y="481584"/>
                  </a:lnTo>
                  <a:lnTo>
                    <a:pt x="252095" y="465074"/>
                  </a:lnTo>
                  <a:lnTo>
                    <a:pt x="289052" y="450977"/>
                  </a:lnTo>
                  <a:lnTo>
                    <a:pt x="327279" y="439674"/>
                  </a:lnTo>
                  <a:lnTo>
                    <a:pt x="366268" y="431419"/>
                  </a:lnTo>
                  <a:lnTo>
                    <a:pt x="370662" y="430974"/>
                  </a:lnTo>
                  <a:lnTo>
                    <a:pt x="372999" y="458851"/>
                  </a:lnTo>
                  <a:lnTo>
                    <a:pt x="445770" y="414528"/>
                  </a:lnTo>
                  <a:close/>
                </a:path>
                <a:path w="1648460" h="1303020">
                  <a:moveTo>
                    <a:pt x="649986" y="76200"/>
                  </a:moveTo>
                  <a:lnTo>
                    <a:pt x="643636" y="63500"/>
                  </a:lnTo>
                  <a:lnTo>
                    <a:pt x="611886" y="0"/>
                  </a:lnTo>
                  <a:lnTo>
                    <a:pt x="573786" y="76200"/>
                  </a:lnTo>
                  <a:lnTo>
                    <a:pt x="601980" y="76200"/>
                  </a:lnTo>
                  <a:lnTo>
                    <a:pt x="601980" y="1302766"/>
                  </a:lnTo>
                  <a:lnTo>
                    <a:pt x="621792" y="1302766"/>
                  </a:lnTo>
                  <a:lnTo>
                    <a:pt x="621792" y="76200"/>
                  </a:lnTo>
                  <a:lnTo>
                    <a:pt x="649986" y="76200"/>
                  </a:lnTo>
                  <a:close/>
                </a:path>
                <a:path w="1648460" h="1303020">
                  <a:moveTo>
                    <a:pt x="1647952" y="659892"/>
                  </a:moveTo>
                  <a:lnTo>
                    <a:pt x="1630489" y="651764"/>
                  </a:lnTo>
                  <a:lnTo>
                    <a:pt x="1570736" y="623951"/>
                  </a:lnTo>
                  <a:lnTo>
                    <a:pt x="1571536" y="652360"/>
                  </a:lnTo>
                  <a:lnTo>
                    <a:pt x="1513205" y="656082"/>
                  </a:lnTo>
                  <a:lnTo>
                    <a:pt x="1451356" y="663194"/>
                  </a:lnTo>
                  <a:lnTo>
                    <a:pt x="1395730" y="672338"/>
                  </a:lnTo>
                  <a:lnTo>
                    <a:pt x="1348359" y="683387"/>
                  </a:lnTo>
                  <a:lnTo>
                    <a:pt x="1311148" y="695833"/>
                  </a:lnTo>
                  <a:lnTo>
                    <a:pt x="1294257" y="704265"/>
                  </a:lnTo>
                  <a:lnTo>
                    <a:pt x="1294257" y="729234"/>
                  </a:lnTo>
                  <a:lnTo>
                    <a:pt x="1293914" y="730300"/>
                  </a:lnTo>
                  <a:lnTo>
                    <a:pt x="1294130" y="730046"/>
                  </a:lnTo>
                  <a:lnTo>
                    <a:pt x="1294155" y="729881"/>
                  </a:lnTo>
                  <a:lnTo>
                    <a:pt x="1294053" y="730046"/>
                  </a:lnTo>
                  <a:lnTo>
                    <a:pt x="1294180" y="729716"/>
                  </a:lnTo>
                  <a:lnTo>
                    <a:pt x="1294155" y="729881"/>
                  </a:lnTo>
                  <a:lnTo>
                    <a:pt x="1294231" y="729729"/>
                  </a:lnTo>
                  <a:lnTo>
                    <a:pt x="1294130" y="730046"/>
                  </a:lnTo>
                  <a:lnTo>
                    <a:pt x="1293888" y="730389"/>
                  </a:lnTo>
                  <a:lnTo>
                    <a:pt x="1294257" y="729234"/>
                  </a:lnTo>
                  <a:lnTo>
                    <a:pt x="1294257" y="704265"/>
                  </a:lnTo>
                  <a:lnTo>
                    <a:pt x="1280922" y="714756"/>
                  </a:lnTo>
                  <a:lnTo>
                    <a:pt x="1277747" y="718693"/>
                  </a:lnTo>
                  <a:lnTo>
                    <a:pt x="1277366" y="719328"/>
                  </a:lnTo>
                  <a:lnTo>
                    <a:pt x="1277112" y="720090"/>
                  </a:lnTo>
                  <a:lnTo>
                    <a:pt x="1275588" y="723392"/>
                  </a:lnTo>
                  <a:lnTo>
                    <a:pt x="1275207" y="724154"/>
                  </a:lnTo>
                  <a:lnTo>
                    <a:pt x="1274953" y="725043"/>
                  </a:lnTo>
                  <a:lnTo>
                    <a:pt x="1274191" y="729234"/>
                  </a:lnTo>
                  <a:lnTo>
                    <a:pt x="1293749" y="732536"/>
                  </a:lnTo>
                  <a:lnTo>
                    <a:pt x="1293876" y="731647"/>
                  </a:lnTo>
                  <a:lnTo>
                    <a:pt x="1294079" y="730389"/>
                  </a:lnTo>
                  <a:lnTo>
                    <a:pt x="1294384" y="729716"/>
                  </a:lnTo>
                  <a:lnTo>
                    <a:pt x="1295438" y="728345"/>
                  </a:lnTo>
                  <a:lnTo>
                    <a:pt x="1295628" y="728091"/>
                  </a:lnTo>
                  <a:lnTo>
                    <a:pt x="1335024" y="708025"/>
                  </a:lnTo>
                  <a:lnTo>
                    <a:pt x="1375537" y="696849"/>
                  </a:lnTo>
                  <a:lnTo>
                    <a:pt x="1426083" y="687070"/>
                  </a:lnTo>
                  <a:lnTo>
                    <a:pt x="1484249" y="679069"/>
                  </a:lnTo>
                  <a:lnTo>
                    <a:pt x="1547495" y="673354"/>
                  </a:lnTo>
                  <a:lnTo>
                    <a:pt x="1572094" y="672198"/>
                  </a:lnTo>
                  <a:lnTo>
                    <a:pt x="1572895" y="700024"/>
                  </a:lnTo>
                  <a:lnTo>
                    <a:pt x="1647952" y="659892"/>
                  </a:lnTo>
                  <a:close/>
                </a:path>
              </a:pathLst>
            </a:custGeom>
            <a:solidFill>
              <a:srgbClr val="000000"/>
            </a:solidFill>
          </p:spPr>
          <p:txBody>
            <a:bodyPr wrap="square" lIns="0" tIns="0" rIns="0" bIns="0" rtlCol="0"/>
            <a:lstStyle/>
            <a:p>
              <a:endParaRPr/>
            </a:p>
          </p:txBody>
        </p:sp>
        <p:sp>
          <p:nvSpPr>
            <p:cNvPr id="31" name="object 31"/>
            <p:cNvSpPr/>
            <p:nvPr/>
          </p:nvSpPr>
          <p:spPr>
            <a:xfrm>
              <a:off x="2926842" y="3643122"/>
              <a:ext cx="2780665" cy="1452880"/>
            </a:xfrm>
            <a:custGeom>
              <a:avLst/>
              <a:gdLst/>
              <a:ahLst/>
              <a:cxnLst/>
              <a:rect l="l" t="t" r="r" b="b"/>
              <a:pathLst>
                <a:path w="2780665" h="1452879">
                  <a:moveTo>
                    <a:pt x="2778252" y="1451609"/>
                  </a:moveTo>
                  <a:lnTo>
                    <a:pt x="2780157" y="0"/>
                  </a:lnTo>
                </a:path>
                <a:path w="2780665" h="1452879">
                  <a:moveTo>
                    <a:pt x="0" y="1452371"/>
                  </a:moveTo>
                  <a:lnTo>
                    <a:pt x="2260092" y="1452371"/>
                  </a:lnTo>
                </a:path>
              </a:pathLst>
            </a:custGeom>
            <a:ln w="19812">
              <a:solidFill>
                <a:srgbClr val="000000"/>
              </a:solidFill>
            </a:ln>
          </p:spPr>
          <p:txBody>
            <a:bodyPr wrap="square" lIns="0" tIns="0" rIns="0" bIns="0" rtlCol="0"/>
            <a:lstStyle/>
            <a:p>
              <a:endParaRPr/>
            </a:p>
          </p:txBody>
        </p:sp>
        <p:sp>
          <p:nvSpPr>
            <p:cNvPr id="32" name="object 32"/>
            <p:cNvSpPr/>
            <p:nvPr/>
          </p:nvSpPr>
          <p:spPr>
            <a:xfrm>
              <a:off x="5466588" y="3817620"/>
              <a:ext cx="481965" cy="222885"/>
            </a:xfrm>
            <a:custGeom>
              <a:avLst/>
              <a:gdLst/>
              <a:ahLst/>
              <a:cxnLst/>
              <a:rect l="l" t="t" r="r" b="b"/>
              <a:pathLst>
                <a:path w="481964" h="222885">
                  <a:moveTo>
                    <a:pt x="240791" y="0"/>
                  </a:moveTo>
                  <a:lnTo>
                    <a:pt x="176785" y="3972"/>
                  </a:lnTo>
                  <a:lnTo>
                    <a:pt x="119267" y="15183"/>
                  </a:lnTo>
                  <a:lnTo>
                    <a:pt x="70532" y="32575"/>
                  </a:lnTo>
                  <a:lnTo>
                    <a:pt x="32878" y="55089"/>
                  </a:lnTo>
                  <a:lnTo>
                    <a:pt x="0" y="111251"/>
                  </a:lnTo>
                  <a:lnTo>
                    <a:pt x="8602" y="140835"/>
                  </a:lnTo>
                  <a:lnTo>
                    <a:pt x="70532" y="189928"/>
                  </a:lnTo>
                  <a:lnTo>
                    <a:pt x="119267" y="207320"/>
                  </a:lnTo>
                  <a:lnTo>
                    <a:pt x="176785" y="218531"/>
                  </a:lnTo>
                  <a:lnTo>
                    <a:pt x="240791" y="222503"/>
                  </a:lnTo>
                  <a:lnTo>
                    <a:pt x="304798" y="218531"/>
                  </a:lnTo>
                  <a:lnTo>
                    <a:pt x="362316" y="207320"/>
                  </a:lnTo>
                  <a:lnTo>
                    <a:pt x="411051" y="189928"/>
                  </a:lnTo>
                  <a:lnTo>
                    <a:pt x="448705" y="167414"/>
                  </a:lnTo>
                  <a:lnTo>
                    <a:pt x="481584" y="111251"/>
                  </a:lnTo>
                  <a:lnTo>
                    <a:pt x="472981" y="81668"/>
                  </a:lnTo>
                  <a:lnTo>
                    <a:pt x="411051" y="32575"/>
                  </a:lnTo>
                  <a:lnTo>
                    <a:pt x="362316" y="15183"/>
                  </a:lnTo>
                  <a:lnTo>
                    <a:pt x="304798" y="3972"/>
                  </a:lnTo>
                  <a:lnTo>
                    <a:pt x="240791" y="0"/>
                  </a:lnTo>
                  <a:close/>
                </a:path>
              </a:pathLst>
            </a:custGeom>
            <a:solidFill>
              <a:srgbClr val="FFD1D1"/>
            </a:solidFill>
          </p:spPr>
          <p:txBody>
            <a:bodyPr wrap="square" lIns="0" tIns="0" rIns="0" bIns="0" rtlCol="0"/>
            <a:lstStyle/>
            <a:p>
              <a:endParaRPr/>
            </a:p>
          </p:txBody>
        </p:sp>
        <p:sp>
          <p:nvSpPr>
            <p:cNvPr id="33" name="object 33"/>
            <p:cNvSpPr/>
            <p:nvPr/>
          </p:nvSpPr>
          <p:spPr>
            <a:xfrm>
              <a:off x="5466588" y="3817620"/>
              <a:ext cx="481965" cy="222885"/>
            </a:xfrm>
            <a:custGeom>
              <a:avLst/>
              <a:gdLst/>
              <a:ahLst/>
              <a:cxnLst/>
              <a:rect l="l" t="t" r="r" b="b"/>
              <a:pathLst>
                <a:path w="481964" h="222885">
                  <a:moveTo>
                    <a:pt x="0" y="111251"/>
                  </a:moveTo>
                  <a:lnTo>
                    <a:pt x="32878" y="55089"/>
                  </a:lnTo>
                  <a:lnTo>
                    <a:pt x="70532" y="32575"/>
                  </a:lnTo>
                  <a:lnTo>
                    <a:pt x="119267" y="15183"/>
                  </a:lnTo>
                  <a:lnTo>
                    <a:pt x="176785" y="3972"/>
                  </a:lnTo>
                  <a:lnTo>
                    <a:pt x="240791" y="0"/>
                  </a:lnTo>
                  <a:lnTo>
                    <a:pt x="304798" y="3972"/>
                  </a:lnTo>
                  <a:lnTo>
                    <a:pt x="362316" y="15183"/>
                  </a:lnTo>
                  <a:lnTo>
                    <a:pt x="411051" y="32575"/>
                  </a:lnTo>
                  <a:lnTo>
                    <a:pt x="448705" y="55089"/>
                  </a:lnTo>
                  <a:lnTo>
                    <a:pt x="481584" y="111251"/>
                  </a:lnTo>
                  <a:lnTo>
                    <a:pt x="472981" y="140835"/>
                  </a:lnTo>
                  <a:lnTo>
                    <a:pt x="411051" y="189928"/>
                  </a:lnTo>
                  <a:lnTo>
                    <a:pt x="362316" y="207320"/>
                  </a:lnTo>
                  <a:lnTo>
                    <a:pt x="304798" y="218531"/>
                  </a:lnTo>
                  <a:lnTo>
                    <a:pt x="240791" y="222503"/>
                  </a:lnTo>
                  <a:lnTo>
                    <a:pt x="176785" y="218531"/>
                  </a:lnTo>
                  <a:lnTo>
                    <a:pt x="119267" y="207320"/>
                  </a:lnTo>
                  <a:lnTo>
                    <a:pt x="70532" y="189928"/>
                  </a:lnTo>
                  <a:lnTo>
                    <a:pt x="32878" y="167414"/>
                  </a:lnTo>
                  <a:lnTo>
                    <a:pt x="0" y="111251"/>
                  </a:lnTo>
                  <a:close/>
                </a:path>
              </a:pathLst>
            </a:custGeom>
            <a:ln w="9144">
              <a:solidFill>
                <a:srgbClr val="FF0000"/>
              </a:solidFill>
            </a:ln>
          </p:spPr>
          <p:txBody>
            <a:bodyPr wrap="square" lIns="0" tIns="0" rIns="0" bIns="0" rtlCol="0"/>
            <a:lstStyle/>
            <a:p>
              <a:endParaRPr/>
            </a:p>
          </p:txBody>
        </p:sp>
        <p:sp>
          <p:nvSpPr>
            <p:cNvPr id="34" name="object 34"/>
            <p:cNvSpPr/>
            <p:nvPr/>
          </p:nvSpPr>
          <p:spPr>
            <a:xfrm>
              <a:off x="5542788" y="4279392"/>
              <a:ext cx="330835" cy="330835"/>
            </a:xfrm>
            <a:custGeom>
              <a:avLst/>
              <a:gdLst/>
              <a:ahLst/>
              <a:cxnLst/>
              <a:rect l="l" t="t" r="r" b="b"/>
              <a:pathLst>
                <a:path w="330835" h="330835">
                  <a:moveTo>
                    <a:pt x="165353" y="0"/>
                  </a:moveTo>
                  <a:lnTo>
                    <a:pt x="121399" y="5907"/>
                  </a:lnTo>
                  <a:lnTo>
                    <a:pt x="81900" y="22577"/>
                  </a:lnTo>
                  <a:lnTo>
                    <a:pt x="48434" y="48434"/>
                  </a:lnTo>
                  <a:lnTo>
                    <a:pt x="22577" y="81900"/>
                  </a:lnTo>
                  <a:lnTo>
                    <a:pt x="5907" y="121399"/>
                  </a:lnTo>
                  <a:lnTo>
                    <a:pt x="0" y="165353"/>
                  </a:lnTo>
                  <a:lnTo>
                    <a:pt x="5907" y="209308"/>
                  </a:lnTo>
                  <a:lnTo>
                    <a:pt x="22577" y="248807"/>
                  </a:lnTo>
                  <a:lnTo>
                    <a:pt x="48434" y="282273"/>
                  </a:lnTo>
                  <a:lnTo>
                    <a:pt x="81900" y="308130"/>
                  </a:lnTo>
                  <a:lnTo>
                    <a:pt x="121399" y="324800"/>
                  </a:lnTo>
                  <a:lnTo>
                    <a:pt x="165353" y="330707"/>
                  </a:lnTo>
                  <a:lnTo>
                    <a:pt x="209308" y="324800"/>
                  </a:lnTo>
                  <a:lnTo>
                    <a:pt x="248807" y="308130"/>
                  </a:lnTo>
                  <a:lnTo>
                    <a:pt x="282273" y="282273"/>
                  </a:lnTo>
                  <a:lnTo>
                    <a:pt x="308130" y="248807"/>
                  </a:lnTo>
                  <a:lnTo>
                    <a:pt x="324800" y="209308"/>
                  </a:lnTo>
                  <a:lnTo>
                    <a:pt x="330708" y="165353"/>
                  </a:lnTo>
                  <a:lnTo>
                    <a:pt x="324800" y="121399"/>
                  </a:lnTo>
                  <a:lnTo>
                    <a:pt x="308130" y="81900"/>
                  </a:lnTo>
                  <a:lnTo>
                    <a:pt x="282273" y="48434"/>
                  </a:lnTo>
                  <a:lnTo>
                    <a:pt x="248807" y="22577"/>
                  </a:lnTo>
                  <a:lnTo>
                    <a:pt x="209308" y="5907"/>
                  </a:lnTo>
                  <a:lnTo>
                    <a:pt x="165353" y="0"/>
                  </a:lnTo>
                  <a:close/>
                </a:path>
              </a:pathLst>
            </a:custGeom>
            <a:solidFill>
              <a:srgbClr val="FFD1D1"/>
            </a:solidFill>
          </p:spPr>
          <p:txBody>
            <a:bodyPr wrap="square" lIns="0" tIns="0" rIns="0" bIns="0" rtlCol="0"/>
            <a:lstStyle/>
            <a:p>
              <a:endParaRPr/>
            </a:p>
          </p:txBody>
        </p:sp>
        <p:sp>
          <p:nvSpPr>
            <p:cNvPr id="35" name="object 35"/>
            <p:cNvSpPr/>
            <p:nvPr/>
          </p:nvSpPr>
          <p:spPr>
            <a:xfrm>
              <a:off x="5542788" y="4279392"/>
              <a:ext cx="330835" cy="330835"/>
            </a:xfrm>
            <a:custGeom>
              <a:avLst/>
              <a:gdLst/>
              <a:ahLst/>
              <a:cxnLst/>
              <a:rect l="l" t="t" r="r" b="b"/>
              <a:pathLst>
                <a:path w="330835" h="330835">
                  <a:moveTo>
                    <a:pt x="0" y="165353"/>
                  </a:moveTo>
                  <a:lnTo>
                    <a:pt x="5907" y="121399"/>
                  </a:lnTo>
                  <a:lnTo>
                    <a:pt x="22577" y="81900"/>
                  </a:lnTo>
                  <a:lnTo>
                    <a:pt x="48434" y="48434"/>
                  </a:lnTo>
                  <a:lnTo>
                    <a:pt x="81900" y="22577"/>
                  </a:lnTo>
                  <a:lnTo>
                    <a:pt x="121399" y="5907"/>
                  </a:lnTo>
                  <a:lnTo>
                    <a:pt x="165353" y="0"/>
                  </a:lnTo>
                  <a:lnTo>
                    <a:pt x="209308" y="5907"/>
                  </a:lnTo>
                  <a:lnTo>
                    <a:pt x="248807" y="22577"/>
                  </a:lnTo>
                  <a:lnTo>
                    <a:pt x="282273" y="48434"/>
                  </a:lnTo>
                  <a:lnTo>
                    <a:pt x="308130" y="81900"/>
                  </a:lnTo>
                  <a:lnTo>
                    <a:pt x="324800" y="121399"/>
                  </a:lnTo>
                  <a:lnTo>
                    <a:pt x="330708" y="165353"/>
                  </a:lnTo>
                  <a:lnTo>
                    <a:pt x="324800" y="209308"/>
                  </a:lnTo>
                  <a:lnTo>
                    <a:pt x="308130" y="248807"/>
                  </a:lnTo>
                  <a:lnTo>
                    <a:pt x="282273" y="282273"/>
                  </a:lnTo>
                  <a:lnTo>
                    <a:pt x="248807" y="308130"/>
                  </a:lnTo>
                  <a:lnTo>
                    <a:pt x="209308" y="324800"/>
                  </a:lnTo>
                  <a:lnTo>
                    <a:pt x="165353" y="330707"/>
                  </a:lnTo>
                  <a:lnTo>
                    <a:pt x="121399" y="324800"/>
                  </a:lnTo>
                  <a:lnTo>
                    <a:pt x="81900" y="308130"/>
                  </a:lnTo>
                  <a:lnTo>
                    <a:pt x="48434" y="282273"/>
                  </a:lnTo>
                  <a:lnTo>
                    <a:pt x="22577" y="248807"/>
                  </a:lnTo>
                  <a:lnTo>
                    <a:pt x="5907" y="209308"/>
                  </a:lnTo>
                  <a:lnTo>
                    <a:pt x="0" y="165353"/>
                  </a:lnTo>
                  <a:close/>
                </a:path>
              </a:pathLst>
            </a:custGeom>
            <a:ln w="9144">
              <a:solidFill>
                <a:srgbClr val="FF0000"/>
              </a:solidFill>
            </a:ln>
          </p:spPr>
          <p:txBody>
            <a:bodyPr wrap="square" lIns="0" tIns="0" rIns="0" bIns="0" rtlCol="0"/>
            <a:lstStyle/>
            <a:p>
              <a:endParaRPr/>
            </a:p>
          </p:txBody>
        </p:sp>
        <p:sp>
          <p:nvSpPr>
            <p:cNvPr id="36" name="object 36"/>
            <p:cNvSpPr/>
            <p:nvPr/>
          </p:nvSpPr>
          <p:spPr>
            <a:xfrm>
              <a:off x="4265676" y="4515612"/>
              <a:ext cx="481965" cy="330835"/>
            </a:xfrm>
            <a:custGeom>
              <a:avLst/>
              <a:gdLst/>
              <a:ahLst/>
              <a:cxnLst/>
              <a:rect l="l" t="t" r="r" b="b"/>
              <a:pathLst>
                <a:path w="481964" h="330835">
                  <a:moveTo>
                    <a:pt x="481584" y="0"/>
                  </a:moveTo>
                  <a:lnTo>
                    <a:pt x="0" y="0"/>
                  </a:lnTo>
                  <a:lnTo>
                    <a:pt x="0" y="330707"/>
                  </a:lnTo>
                  <a:lnTo>
                    <a:pt x="481584" y="330707"/>
                  </a:lnTo>
                  <a:lnTo>
                    <a:pt x="481584" y="0"/>
                  </a:lnTo>
                  <a:close/>
                </a:path>
              </a:pathLst>
            </a:custGeom>
            <a:solidFill>
              <a:srgbClr val="5B9BD4"/>
            </a:solidFill>
          </p:spPr>
          <p:txBody>
            <a:bodyPr wrap="square" lIns="0" tIns="0" rIns="0" bIns="0" rtlCol="0"/>
            <a:lstStyle/>
            <a:p>
              <a:endParaRPr/>
            </a:p>
          </p:txBody>
        </p:sp>
        <p:sp>
          <p:nvSpPr>
            <p:cNvPr id="37" name="object 37"/>
            <p:cNvSpPr/>
            <p:nvPr/>
          </p:nvSpPr>
          <p:spPr>
            <a:xfrm>
              <a:off x="4340352" y="4034028"/>
              <a:ext cx="330835" cy="330835"/>
            </a:xfrm>
            <a:custGeom>
              <a:avLst/>
              <a:gdLst/>
              <a:ahLst/>
              <a:cxnLst/>
              <a:rect l="l" t="t" r="r" b="b"/>
              <a:pathLst>
                <a:path w="330835" h="330835">
                  <a:moveTo>
                    <a:pt x="165353" y="0"/>
                  </a:moveTo>
                  <a:lnTo>
                    <a:pt x="121399" y="5907"/>
                  </a:lnTo>
                  <a:lnTo>
                    <a:pt x="81900" y="22577"/>
                  </a:lnTo>
                  <a:lnTo>
                    <a:pt x="48434" y="48434"/>
                  </a:lnTo>
                  <a:lnTo>
                    <a:pt x="22577" y="81900"/>
                  </a:lnTo>
                  <a:lnTo>
                    <a:pt x="5907" y="121399"/>
                  </a:lnTo>
                  <a:lnTo>
                    <a:pt x="0" y="165354"/>
                  </a:lnTo>
                  <a:lnTo>
                    <a:pt x="5907" y="209308"/>
                  </a:lnTo>
                  <a:lnTo>
                    <a:pt x="22577" y="248807"/>
                  </a:lnTo>
                  <a:lnTo>
                    <a:pt x="48434" y="282273"/>
                  </a:lnTo>
                  <a:lnTo>
                    <a:pt x="81900" y="308130"/>
                  </a:lnTo>
                  <a:lnTo>
                    <a:pt x="121399" y="324800"/>
                  </a:lnTo>
                  <a:lnTo>
                    <a:pt x="165353" y="330708"/>
                  </a:lnTo>
                  <a:lnTo>
                    <a:pt x="209308" y="324800"/>
                  </a:lnTo>
                  <a:lnTo>
                    <a:pt x="248807" y="308130"/>
                  </a:lnTo>
                  <a:lnTo>
                    <a:pt x="282273" y="282273"/>
                  </a:lnTo>
                  <a:lnTo>
                    <a:pt x="308130" y="248807"/>
                  </a:lnTo>
                  <a:lnTo>
                    <a:pt x="324800" y="209308"/>
                  </a:lnTo>
                  <a:lnTo>
                    <a:pt x="330708" y="165354"/>
                  </a:lnTo>
                  <a:lnTo>
                    <a:pt x="324800" y="121399"/>
                  </a:lnTo>
                  <a:lnTo>
                    <a:pt x="308130" y="81900"/>
                  </a:lnTo>
                  <a:lnTo>
                    <a:pt x="282273" y="48434"/>
                  </a:lnTo>
                  <a:lnTo>
                    <a:pt x="248807" y="22577"/>
                  </a:lnTo>
                  <a:lnTo>
                    <a:pt x="209308" y="5907"/>
                  </a:lnTo>
                  <a:lnTo>
                    <a:pt x="165353" y="0"/>
                  </a:lnTo>
                  <a:close/>
                </a:path>
              </a:pathLst>
            </a:custGeom>
            <a:solidFill>
              <a:srgbClr val="FFD1D1"/>
            </a:solidFill>
          </p:spPr>
          <p:txBody>
            <a:bodyPr wrap="square" lIns="0" tIns="0" rIns="0" bIns="0" rtlCol="0"/>
            <a:lstStyle/>
            <a:p>
              <a:endParaRPr/>
            </a:p>
          </p:txBody>
        </p:sp>
        <p:sp>
          <p:nvSpPr>
            <p:cNvPr id="38" name="object 38"/>
            <p:cNvSpPr/>
            <p:nvPr/>
          </p:nvSpPr>
          <p:spPr>
            <a:xfrm>
              <a:off x="4340352" y="4034028"/>
              <a:ext cx="330835" cy="330835"/>
            </a:xfrm>
            <a:custGeom>
              <a:avLst/>
              <a:gdLst/>
              <a:ahLst/>
              <a:cxnLst/>
              <a:rect l="l" t="t" r="r" b="b"/>
              <a:pathLst>
                <a:path w="330835" h="330835">
                  <a:moveTo>
                    <a:pt x="0" y="165354"/>
                  </a:moveTo>
                  <a:lnTo>
                    <a:pt x="5907" y="121399"/>
                  </a:lnTo>
                  <a:lnTo>
                    <a:pt x="22577" y="81900"/>
                  </a:lnTo>
                  <a:lnTo>
                    <a:pt x="48434" y="48434"/>
                  </a:lnTo>
                  <a:lnTo>
                    <a:pt x="81900" y="22577"/>
                  </a:lnTo>
                  <a:lnTo>
                    <a:pt x="121399" y="5907"/>
                  </a:lnTo>
                  <a:lnTo>
                    <a:pt x="165353" y="0"/>
                  </a:lnTo>
                  <a:lnTo>
                    <a:pt x="209308" y="5907"/>
                  </a:lnTo>
                  <a:lnTo>
                    <a:pt x="248807" y="22577"/>
                  </a:lnTo>
                  <a:lnTo>
                    <a:pt x="282273" y="48434"/>
                  </a:lnTo>
                  <a:lnTo>
                    <a:pt x="308130" y="81900"/>
                  </a:lnTo>
                  <a:lnTo>
                    <a:pt x="324800" y="121399"/>
                  </a:lnTo>
                  <a:lnTo>
                    <a:pt x="330708" y="165354"/>
                  </a:lnTo>
                  <a:lnTo>
                    <a:pt x="324800" y="209308"/>
                  </a:lnTo>
                  <a:lnTo>
                    <a:pt x="308130" y="248807"/>
                  </a:lnTo>
                  <a:lnTo>
                    <a:pt x="282273" y="282273"/>
                  </a:lnTo>
                  <a:lnTo>
                    <a:pt x="248807" y="308130"/>
                  </a:lnTo>
                  <a:lnTo>
                    <a:pt x="209308" y="324800"/>
                  </a:lnTo>
                  <a:lnTo>
                    <a:pt x="165353" y="330708"/>
                  </a:lnTo>
                  <a:lnTo>
                    <a:pt x="121399" y="324800"/>
                  </a:lnTo>
                  <a:lnTo>
                    <a:pt x="81900" y="308130"/>
                  </a:lnTo>
                  <a:lnTo>
                    <a:pt x="48434" y="282273"/>
                  </a:lnTo>
                  <a:lnTo>
                    <a:pt x="22577" y="248807"/>
                  </a:lnTo>
                  <a:lnTo>
                    <a:pt x="5907" y="209308"/>
                  </a:lnTo>
                  <a:lnTo>
                    <a:pt x="0" y="165354"/>
                  </a:lnTo>
                  <a:close/>
                </a:path>
              </a:pathLst>
            </a:custGeom>
            <a:ln w="9144">
              <a:solidFill>
                <a:srgbClr val="FF0000"/>
              </a:solidFill>
            </a:ln>
          </p:spPr>
          <p:txBody>
            <a:bodyPr wrap="square" lIns="0" tIns="0" rIns="0" bIns="0" rtlCol="0"/>
            <a:lstStyle/>
            <a:p>
              <a:endParaRPr/>
            </a:p>
          </p:txBody>
        </p:sp>
        <p:sp>
          <p:nvSpPr>
            <p:cNvPr id="39" name="object 39"/>
            <p:cNvSpPr/>
            <p:nvPr/>
          </p:nvSpPr>
          <p:spPr>
            <a:xfrm>
              <a:off x="6009894" y="3074670"/>
              <a:ext cx="76200" cy="459105"/>
            </a:xfrm>
            <a:custGeom>
              <a:avLst/>
              <a:gdLst/>
              <a:ahLst/>
              <a:cxnLst/>
              <a:rect l="l" t="t" r="r" b="b"/>
              <a:pathLst>
                <a:path w="76200" h="459104">
                  <a:moveTo>
                    <a:pt x="48005" y="63500"/>
                  </a:moveTo>
                  <a:lnTo>
                    <a:pt x="28193" y="63500"/>
                  </a:lnTo>
                  <a:lnTo>
                    <a:pt x="28193" y="458850"/>
                  </a:lnTo>
                  <a:lnTo>
                    <a:pt x="48005" y="458850"/>
                  </a:lnTo>
                  <a:lnTo>
                    <a:pt x="48005" y="63500"/>
                  </a:lnTo>
                  <a:close/>
                </a:path>
                <a:path w="76200" h="459104">
                  <a:moveTo>
                    <a:pt x="38100" y="0"/>
                  </a:moveTo>
                  <a:lnTo>
                    <a:pt x="0" y="76200"/>
                  </a:lnTo>
                  <a:lnTo>
                    <a:pt x="28193" y="76200"/>
                  </a:lnTo>
                  <a:lnTo>
                    <a:pt x="28193" y="63500"/>
                  </a:lnTo>
                  <a:lnTo>
                    <a:pt x="69850" y="63500"/>
                  </a:lnTo>
                  <a:lnTo>
                    <a:pt x="38100" y="0"/>
                  </a:lnTo>
                  <a:close/>
                </a:path>
                <a:path w="76200" h="459104">
                  <a:moveTo>
                    <a:pt x="69850" y="63500"/>
                  </a:moveTo>
                  <a:lnTo>
                    <a:pt x="48005" y="63500"/>
                  </a:lnTo>
                  <a:lnTo>
                    <a:pt x="48005" y="76200"/>
                  </a:lnTo>
                  <a:lnTo>
                    <a:pt x="76200" y="76200"/>
                  </a:lnTo>
                  <a:lnTo>
                    <a:pt x="69850" y="63500"/>
                  </a:lnTo>
                  <a:close/>
                </a:path>
              </a:pathLst>
            </a:custGeom>
            <a:solidFill>
              <a:srgbClr val="000000"/>
            </a:solidFill>
          </p:spPr>
          <p:txBody>
            <a:bodyPr wrap="square" lIns="0" tIns="0" rIns="0" bIns="0" rtlCol="0"/>
            <a:lstStyle/>
            <a:p>
              <a:endParaRPr/>
            </a:p>
          </p:txBody>
        </p:sp>
        <p:pic>
          <p:nvPicPr>
            <p:cNvPr id="40" name="object 40"/>
            <p:cNvPicPr/>
            <p:nvPr/>
          </p:nvPicPr>
          <p:blipFill>
            <a:blip r:embed="rId8" cstate="print"/>
            <a:stretch>
              <a:fillRect/>
            </a:stretch>
          </p:blipFill>
          <p:spPr>
            <a:xfrm>
              <a:off x="6035040" y="3523488"/>
              <a:ext cx="135635" cy="228599"/>
            </a:xfrm>
            <a:prstGeom prst="rect">
              <a:avLst/>
            </a:prstGeom>
          </p:spPr>
        </p:pic>
        <p:sp>
          <p:nvSpPr>
            <p:cNvPr id="41" name="object 41"/>
            <p:cNvSpPr/>
            <p:nvPr/>
          </p:nvSpPr>
          <p:spPr>
            <a:xfrm>
              <a:off x="6046470" y="3739134"/>
              <a:ext cx="0" cy="1344295"/>
            </a:xfrm>
            <a:custGeom>
              <a:avLst/>
              <a:gdLst/>
              <a:ahLst/>
              <a:cxnLst/>
              <a:rect l="l" t="t" r="r" b="b"/>
              <a:pathLst>
                <a:path h="1344295">
                  <a:moveTo>
                    <a:pt x="0" y="1344041"/>
                  </a:moveTo>
                  <a:lnTo>
                    <a:pt x="0" y="0"/>
                  </a:lnTo>
                </a:path>
              </a:pathLst>
            </a:custGeom>
            <a:ln w="19812">
              <a:solidFill>
                <a:srgbClr val="000000"/>
              </a:solidFill>
            </a:ln>
          </p:spPr>
          <p:txBody>
            <a:bodyPr wrap="square" lIns="0" tIns="0" rIns="0" bIns="0" rtlCol="0"/>
            <a:lstStyle/>
            <a:p>
              <a:endParaRPr/>
            </a:p>
          </p:txBody>
        </p:sp>
        <p:sp>
          <p:nvSpPr>
            <p:cNvPr id="42" name="object 42"/>
            <p:cNvSpPr/>
            <p:nvPr/>
          </p:nvSpPr>
          <p:spPr>
            <a:xfrm>
              <a:off x="3068574" y="5124450"/>
              <a:ext cx="76200" cy="479425"/>
            </a:xfrm>
            <a:custGeom>
              <a:avLst/>
              <a:gdLst/>
              <a:ahLst/>
              <a:cxnLst/>
              <a:rect l="l" t="t" r="r" b="b"/>
              <a:pathLst>
                <a:path w="76200" h="479425">
                  <a:moveTo>
                    <a:pt x="48006" y="63500"/>
                  </a:moveTo>
                  <a:lnTo>
                    <a:pt x="28193" y="63500"/>
                  </a:lnTo>
                  <a:lnTo>
                    <a:pt x="28193" y="479005"/>
                  </a:lnTo>
                  <a:lnTo>
                    <a:pt x="48006" y="479005"/>
                  </a:lnTo>
                  <a:lnTo>
                    <a:pt x="48006" y="63500"/>
                  </a:lnTo>
                  <a:close/>
                </a:path>
                <a:path w="76200" h="479425">
                  <a:moveTo>
                    <a:pt x="38100" y="0"/>
                  </a:moveTo>
                  <a:lnTo>
                    <a:pt x="0" y="76200"/>
                  </a:lnTo>
                  <a:lnTo>
                    <a:pt x="28193" y="76200"/>
                  </a:lnTo>
                  <a:lnTo>
                    <a:pt x="28193" y="63500"/>
                  </a:lnTo>
                  <a:lnTo>
                    <a:pt x="69850" y="63500"/>
                  </a:lnTo>
                  <a:lnTo>
                    <a:pt x="38100" y="0"/>
                  </a:lnTo>
                  <a:close/>
                </a:path>
                <a:path w="76200" h="479425">
                  <a:moveTo>
                    <a:pt x="69850" y="63500"/>
                  </a:moveTo>
                  <a:lnTo>
                    <a:pt x="48006" y="63500"/>
                  </a:lnTo>
                  <a:lnTo>
                    <a:pt x="48006" y="76200"/>
                  </a:lnTo>
                  <a:lnTo>
                    <a:pt x="76200" y="76200"/>
                  </a:lnTo>
                  <a:lnTo>
                    <a:pt x="69850" y="63500"/>
                  </a:lnTo>
                  <a:close/>
                </a:path>
              </a:pathLst>
            </a:custGeom>
            <a:solidFill>
              <a:srgbClr val="000000"/>
            </a:solidFill>
          </p:spPr>
          <p:txBody>
            <a:bodyPr wrap="square" lIns="0" tIns="0" rIns="0" bIns="0" rtlCol="0"/>
            <a:lstStyle/>
            <a:p>
              <a:endParaRPr/>
            </a:p>
          </p:txBody>
        </p:sp>
      </p:grpSp>
      <p:sp>
        <p:nvSpPr>
          <p:cNvPr id="43" name="object 43"/>
          <p:cNvSpPr txBox="1"/>
          <p:nvPr/>
        </p:nvSpPr>
        <p:spPr>
          <a:xfrm>
            <a:off x="4423028" y="3795844"/>
            <a:ext cx="1454150" cy="808990"/>
          </a:xfrm>
          <a:prstGeom prst="rect">
            <a:avLst/>
          </a:prstGeom>
        </p:spPr>
        <p:txBody>
          <a:bodyPr vert="horz" wrap="square" lIns="0" tIns="16510" rIns="0" bIns="0" rtlCol="0">
            <a:spAutoFit/>
          </a:bodyPr>
          <a:lstStyle/>
          <a:p>
            <a:pPr marL="1083310" algn="ctr">
              <a:lnSpc>
                <a:spcPct val="100000"/>
              </a:lnSpc>
              <a:spcBef>
                <a:spcPts val="130"/>
              </a:spcBef>
            </a:pPr>
            <a:r>
              <a:rPr sz="1450" spc="-25" dirty="0">
                <a:latin typeface="Cambria Math"/>
                <a:cs typeface="Cambria Math"/>
              </a:rPr>
              <a:t>tanh</a:t>
            </a:r>
            <a:endParaRPr sz="1450">
              <a:latin typeface="Cambria Math"/>
              <a:cs typeface="Cambria Math"/>
            </a:endParaRPr>
          </a:p>
          <a:p>
            <a:pPr marL="12700">
              <a:lnSpc>
                <a:spcPts val="2165"/>
              </a:lnSpc>
              <a:spcBef>
                <a:spcPts val="60"/>
              </a:spcBef>
            </a:pPr>
            <a:r>
              <a:rPr sz="2000" dirty="0">
                <a:latin typeface="Symbol"/>
                <a:cs typeface="Symbol"/>
              </a:rPr>
              <a:t></a:t>
            </a:r>
            <a:endParaRPr sz="2000">
              <a:latin typeface="Symbol"/>
              <a:cs typeface="Symbol"/>
            </a:endParaRPr>
          </a:p>
          <a:p>
            <a:pPr marL="1115695" algn="ctr">
              <a:lnSpc>
                <a:spcPts val="2165"/>
              </a:lnSpc>
            </a:pPr>
            <a:r>
              <a:rPr sz="2000" dirty="0">
                <a:latin typeface="Symbol"/>
                <a:cs typeface="Symbol"/>
              </a:rPr>
              <a:t></a:t>
            </a:r>
            <a:endParaRPr sz="2000">
              <a:latin typeface="Symbol"/>
              <a:cs typeface="Symbol"/>
            </a:endParaRPr>
          </a:p>
        </p:txBody>
      </p:sp>
      <p:pic>
        <p:nvPicPr>
          <p:cNvPr id="44" name="object 44"/>
          <p:cNvPicPr/>
          <p:nvPr/>
        </p:nvPicPr>
        <p:blipFill>
          <a:blip r:embed="rId9" cstate="print"/>
          <a:stretch>
            <a:fillRect/>
          </a:stretch>
        </p:blipFill>
        <p:spPr>
          <a:xfrm>
            <a:off x="5978788" y="2851512"/>
            <a:ext cx="127117" cy="159149"/>
          </a:xfrm>
          <a:prstGeom prst="rect">
            <a:avLst/>
          </a:prstGeom>
        </p:spPr>
      </p:pic>
      <p:pic>
        <p:nvPicPr>
          <p:cNvPr id="45" name="object 45"/>
          <p:cNvPicPr/>
          <p:nvPr/>
        </p:nvPicPr>
        <p:blipFill>
          <a:blip r:embed="rId9" cstate="print"/>
          <a:stretch>
            <a:fillRect/>
          </a:stretch>
        </p:blipFill>
        <p:spPr>
          <a:xfrm>
            <a:off x="7156839" y="5047596"/>
            <a:ext cx="127117" cy="159149"/>
          </a:xfrm>
          <a:prstGeom prst="rect">
            <a:avLst/>
          </a:prstGeom>
        </p:spPr>
      </p:pic>
      <p:pic>
        <p:nvPicPr>
          <p:cNvPr id="46" name="object 46"/>
          <p:cNvPicPr/>
          <p:nvPr/>
        </p:nvPicPr>
        <p:blipFill>
          <a:blip r:embed="rId10" cstate="print"/>
          <a:stretch>
            <a:fillRect/>
          </a:stretch>
        </p:blipFill>
        <p:spPr>
          <a:xfrm>
            <a:off x="1943159" y="5043024"/>
            <a:ext cx="291786" cy="159149"/>
          </a:xfrm>
          <a:prstGeom prst="rect">
            <a:avLst/>
          </a:prstGeom>
        </p:spPr>
      </p:pic>
      <p:pic>
        <p:nvPicPr>
          <p:cNvPr id="47" name="object 47"/>
          <p:cNvPicPr/>
          <p:nvPr/>
        </p:nvPicPr>
        <p:blipFill>
          <a:blip r:embed="rId11" cstate="print"/>
          <a:stretch>
            <a:fillRect/>
          </a:stretch>
        </p:blipFill>
        <p:spPr>
          <a:xfrm>
            <a:off x="3037352" y="5715108"/>
            <a:ext cx="165333" cy="159149"/>
          </a:xfrm>
          <a:prstGeom prst="rect">
            <a:avLst/>
          </a:prstGeom>
        </p:spPr>
      </p:pic>
      <p:pic>
        <p:nvPicPr>
          <p:cNvPr id="48" name="object 48"/>
          <p:cNvPicPr/>
          <p:nvPr/>
        </p:nvPicPr>
        <p:blipFill>
          <a:blip r:embed="rId12" cstate="print"/>
          <a:stretch>
            <a:fillRect/>
          </a:stretch>
        </p:blipFill>
        <p:spPr>
          <a:xfrm>
            <a:off x="1937015" y="3538836"/>
            <a:ext cx="307074" cy="159149"/>
          </a:xfrm>
          <a:prstGeom prst="rect">
            <a:avLst/>
          </a:prstGeom>
        </p:spPr>
      </p:pic>
      <p:pic>
        <p:nvPicPr>
          <p:cNvPr id="49" name="object 49"/>
          <p:cNvPicPr/>
          <p:nvPr/>
        </p:nvPicPr>
        <p:blipFill>
          <a:blip r:embed="rId13" cstate="print"/>
          <a:stretch>
            <a:fillRect/>
          </a:stretch>
        </p:blipFill>
        <p:spPr>
          <a:xfrm>
            <a:off x="7149107" y="3550941"/>
            <a:ext cx="142470" cy="160760"/>
          </a:xfrm>
          <a:prstGeom prst="rect">
            <a:avLst/>
          </a:prstGeom>
        </p:spPr>
      </p:pic>
      <p:sp>
        <p:nvSpPr>
          <p:cNvPr id="50" name="object 50"/>
          <p:cNvSpPr txBox="1"/>
          <p:nvPr/>
        </p:nvSpPr>
        <p:spPr>
          <a:xfrm>
            <a:off x="4265676" y="4515611"/>
            <a:ext cx="481965" cy="330835"/>
          </a:xfrm>
          <a:prstGeom prst="rect">
            <a:avLst/>
          </a:prstGeom>
          <a:ln w="9144">
            <a:solidFill>
              <a:srgbClr val="183DAF"/>
            </a:solidFill>
          </a:ln>
        </p:spPr>
        <p:txBody>
          <a:bodyPr vert="horz" wrap="square" lIns="0" tIns="34925" rIns="0" bIns="0" rtlCol="0">
            <a:spAutoFit/>
          </a:bodyPr>
          <a:lstStyle/>
          <a:p>
            <a:pPr marL="21590">
              <a:lnSpc>
                <a:spcPct val="100000"/>
              </a:lnSpc>
              <a:spcBef>
                <a:spcPts val="275"/>
              </a:spcBef>
            </a:pPr>
            <a:r>
              <a:rPr sz="1650" spc="-35" dirty="0">
                <a:latin typeface="Cambria Math"/>
                <a:cs typeface="Cambria Math"/>
              </a:rPr>
              <a:t>tanh</a:t>
            </a:r>
            <a:endParaRPr sz="1650">
              <a:latin typeface="Cambria Math"/>
              <a:cs typeface="Cambria Math"/>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3582" y="6524434"/>
            <a:ext cx="7988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2041398" cy="174498"/>
          </a:xfrm>
          <a:prstGeom prst="rect">
            <a:avLst/>
          </a:prstGeom>
        </p:spPr>
      </p:pic>
      <p:pic>
        <p:nvPicPr>
          <p:cNvPr id="7" name="object 7"/>
          <p:cNvPicPr/>
          <p:nvPr/>
        </p:nvPicPr>
        <p:blipFill>
          <a:blip r:embed="rId6" cstate="print"/>
          <a:stretch>
            <a:fillRect/>
          </a:stretch>
        </p:blipFill>
        <p:spPr>
          <a:xfrm>
            <a:off x="710183" y="1804416"/>
            <a:ext cx="2356866" cy="166877"/>
          </a:xfrm>
          <a:prstGeom prst="rect">
            <a:avLst/>
          </a:prstGeom>
        </p:spPr>
      </p:pic>
      <p:grpSp>
        <p:nvGrpSpPr>
          <p:cNvPr id="8" name="object 8"/>
          <p:cNvGrpSpPr/>
          <p:nvPr/>
        </p:nvGrpSpPr>
        <p:grpSpPr>
          <a:xfrm>
            <a:off x="2356866" y="2915221"/>
            <a:ext cx="4670425" cy="2007870"/>
            <a:chOff x="2356866" y="2915221"/>
            <a:chExt cx="4670425" cy="2007870"/>
          </a:xfrm>
        </p:grpSpPr>
        <p:sp>
          <p:nvSpPr>
            <p:cNvPr id="9" name="object 9"/>
            <p:cNvSpPr/>
            <p:nvPr/>
          </p:nvSpPr>
          <p:spPr>
            <a:xfrm>
              <a:off x="2913888" y="2919983"/>
              <a:ext cx="3607435" cy="1998345"/>
            </a:xfrm>
            <a:custGeom>
              <a:avLst/>
              <a:gdLst/>
              <a:ahLst/>
              <a:cxnLst/>
              <a:rect l="l" t="t" r="r" b="b"/>
              <a:pathLst>
                <a:path w="3607434" h="1998345">
                  <a:moveTo>
                    <a:pt x="3502914" y="0"/>
                  </a:moveTo>
                  <a:lnTo>
                    <a:pt x="104393" y="0"/>
                  </a:lnTo>
                  <a:lnTo>
                    <a:pt x="63757" y="8203"/>
                  </a:lnTo>
                  <a:lnTo>
                    <a:pt x="30575" y="30575"/>
                  </a:lnTo>
                  <a:lnTo>
                    <a:pt x="8203" y="63757"/>
                  </a:lnTo>
                  <a:lnTo>
                    <a:pt x="0" y="104393"/>
                  </a:lnTo>
                  <a:lnTo>
                    <a:pt x="0" y="1893570"/>
                  </a:lnTo>
                  <a:lnTo>
                    <a:pt x="8203" y="1934206"/>
                  </a:lnTo>
                  <a:lnTo>
                    <a:pt x="30575" y="1967388"/>
                  </a:lnTo>
                  <a:lnTo>
                    <a:pt x="63757" y="1989760"/>
                  </a:lnTo>
                  <a:lnTo>
                    <a:pt x="104393" y="1997964"/>
                  </a:lnTo>
                  <a:lnTo>
                    <a:pt x="3502914" y="1997964"/>
                  </a:lnTo>
                  <a:lnTo>
                    <a:pt x="3543550" y="1989760"/>
                  </a:lnTo>
                  <a:lnTo>
                    <a:pt x="3576732" y="1967388"/>
                  </a:lnTo>
                  <a:lnTo>
                    <a:pt x="3599104" y="1934206"/>
                  </a:lnTo>
                  <a:lnTo>
                    <a:pt x="3607308" y="1893570"/>
                  </a:lnTo>
                  <a:lnTo>
                    <a:pt x="3607308" y="104393"/>
                  </a:lnTo>
                  <a:lnTo>
                    <a:pt x="3599104" y="63757"/>
                  </a:lnTo>
                  <a:lnTo>
                    <a:pt x="3576732" y="30575"/>
                  </a:lnTo>
                  <a:lnTo>
                    <a:pt x="3543550" y="8203"/>
                  </a:lnTo>
                  <a:lnTo>
                    <a:pt x="3502914" y="0"/>
                  </a:lnTo>
                  <a:close/>
                </a:path>
              </a:pathLst>
            </a:custGeom>
            <a:solidFill>
              <a:srgbClr val="CFE1F3"/>
            </a:solidFill>
          </p:spPr>
          <p:txBody>
            <a:bodyPr wrap="square" lIns="0" tIns="0" rIns="0" bIns="0" rtlCol="0"/>
            <a:lstStyle/>
            <a:p>
              <a:endParaRPr/>
            </a:p>
          </p:txBody>
        </p:sp>
        <p:sp>
          <p:nvSpPr>
            <p:cNvPr id="10" name="object 10"/>
            <p:cNvSpPr/>
            <p:nvPr/>
          </p:nvSpPr>
          <p:spPr>
            <a:xfrm>
              <a:off x="2913888" y="2919983"/>
              <a:ext cx="3607435" cy="1998345"/>
            </a:xfrm>
            <a:custGeom>
              <a:avLst/>
              <a:gdLst/>
              <a:ahLst/>
              <a:cxnLst/>
              <a:rect l="l" t="t" r="r" b="b"/>
              <a:pathLst>
                <a:path w="3607434" h="1998345">
                  <a:moveTo>
                    <a:pt x="0" y="104393"/>
                  </a:moveTo>
                  <a:lnTo>
                    <a:pt x="8203" y="63757"/>
                  </a:lnTo>
                  <a:lnTo>
                    <a:pt x="30575" y="30575"/>
                  </a:lnTo>
                  <a:lnTo>
                    <a:pt x="63757" y="8203"/>
                  </a:lnTo>
                  <a:lnTo>
                    <a:pt x="104393" y="0"/>
                  </a:lnTo>
                  <a:lnTo>
                    <a:pt x="3502914" y="0"/>
                  </a:lnTo>
                  <a:lnTo>
                    <a:pt x="3543550" y="8203"/>
                  </a:lnTo>
                  <a:lnTo>
                    <a:pt x="3576732" y="30575"/>
                  </a:lnTo>
                  <a:lnTo>
                    <a:pt x="3599104" y="63757"/>
                  </a:lnTo>
                  <a:lnTo>
                    <a:pt x="3607308" y="104393"/>
                  </a:lnTo>
                  <a:lnTo>
                    <a:pt x="3607308" y="1893570"/>
                  </a:lnTo>
                  <a:lnTo>
                    <a:pt x="3599104" y="1934206"/>
                  </a:lnTo>
                  <a:lnTo>
                    <a:pt x="3576732" y="1967388"/>
                  </a:lnTo>
                  <a:lnTo>
                    <a:pt x="3543550" y="1989760"/>
                  </a:lnTo>
                  <a:lnTo>
                    <a:pt x="3502914" y="1997964"/>
                  </a:lnTo>
                  <a:lnTo>
                    <a:pt x="104393" y="1997964"/>
                  </a:lnTo>
                  <a:lnTo>
                    <a:pt x="63757" y="1989760"/>
                  </a:lnTo>
                  <a:lnTo>
                    <a:pt x="30575" y="1967388"/>
                  </a:lnTo>
                  <a:lnTo>
                    <a:pt x="8203" y="1934206"/>
                  </a:lnTo>
                  <a:lnTo>
                    <a:pt x="0" y="1893570"/>
                  </a:lnTo>
                  <a:lnTo>
                    <a:pt x="0" y="104393"/>
                  </a:lnTo>
                  <a:close/>
                </a:path>
              </a:pathLst>
            </a:custGeom>
            <a:ln w="9144">
              <a:solidFill>
                <a:srgbClr val="183DAF"/>
              </a:solidFill>
            </a:ln>
          </p:spPr>
          <p:txBody>
            <a:bodyPr wrap="square" lIns="0" tIns="0" rIns="0" bIns="0" rtlCol="0"/>
            <a:lstStyle/>
            <a:p>
              <a:endParaRPr/>
            </a:p>
          </p:txBody>
        </p:sp>
        <p:sp>
          <p:nvSpPr>
            <p:cNvPr id="11" name="object 11"/>
            <p:cNvSpPr/>
            <p:nvPr/>
          </p:nvSpPr>
          <p:spPr>
            <a:xfrm>
              <a:off x="2356866" y="3161537"/>
              <a:ext cx="4670425" cy="1537970"/>
            </a:xfrm>
            <a:custGeom>
              <a:avLst/>
              <a:gdLst/>
              <a:ahLst/>
              <a:cxnLst/>
              <a:rect l="l" t="t" r="r" b="b"/>
              <a:pathLst>
                <a:path w="4670425" h="1537970">
                  <a:moveTo>
                    <a:pt x="549402" y="1499616"/>
                  </a:moveTo>
                  <a:lnTo>
                    <a:pt x="529590" y="1489710"/>
                  </a:lnTo>
                  <a:lnTo>
                    <a:pt x="473202" y="1461516"/>
                  </a:lnTo>
                  <a:lnTo>
                    <a:pt x="473202" y="1489710"/>
                  </a:lnTo>
                  <a:lnTo>
                    <a:pt x="0" y="1489710"/>
                  </a:lnTo>
                  <a:lnTo>
                    <a:pt x="0" y="1509522"/>
                  </a:lnTo>
                  <a:lnTo>
                    <a:pt x="473202" y="1509522"/>
                  </a:lnTo>
                  <a:lnTo>
                    <a:pt x="473202" y="1537716"/>
                  </a:lnTo>
                  <a:lnTo>
                    <a:pt x="529590" y="1509522"/>
                  </a:lnTo>
                  <a:lnTo>
                    <a:pt x="549402" y="1499616"/>
                  </a:lnTo>
                  <a:close/>
                </a:path>
                <a:path w="4670425" h="1537970">
                  <a:moveTo>
                    <a:pt x="549402" y="38100"/>
                  </a:moveTo>
                  <a:lnTo>
                    <a:pt x="529590" y="28194"/>
                  </a:lnTo>
                  <a:lnTo>
                    <a:pt x="473202" y="0"/>
                  </a:lnTo>
                  <a:lnTo>
                    <a:pt x="473202" y="28194"/>
                  </a:lnTo>
                  <a:lnTo>
                    <a:pt x="0" y="28194"/>
                  </a:lnTo>
                  <a:lnTo>
                    <a:pt x="0" y="48006"/>
                  </a:lnTo>
                  <a:lnTo>
                    <a:pt x="473202" y="48006"/>
                  </a:lnTo>
                  <a:lnTo>
                    <a:pt x="473202" y="76200"/>
                  </a:lnTo>
                  <a:lnTo>
                    <a:pt x="529577" y="48006"/>
                  </a:lnTo>
                  <a:lnTo>
                    <a:pt x="549402" y="38100"/>
                  </a:lnTo>
                  <a:close/>
                </a:path>
                <a:path w="4670425" h="1537970">
                  <a:moveTo>
                    <a:pt x="4670044" y="1484376"/>
                  </a:moveTo>
                  <a:lnTo>
                    <a:pt x="4650232" y="1474470"/>
                  </a:lnTo>
                  <a:lnTo>
                    <a:pt x="4593844" y="1446276"/>
                  </a:lnTo>
                  <a:lnTo>
                    <a:pt x="4593844" y="1474470"/>
                  </a:lnTo>
                  <a:lnTo>
                    <a:pt x="3340608" y="1474470"/>
                  </a:lnTo>
                  <a:lnTo>
                    <a:pt x="3340608" y="1494282"/>
                  </a:lnTo>
                  <a:lnTo>
                    <a:pt x="4593844" y="1494282"/>
                  </a:lnTo>
                  <a:lnTo>
                    <a:pt x="4593844" y="1522476"/>
                  </a:lnTo>
                  <a:lnTo>
                    <a:pt x="4650232" y="1494282"/>
                  </a:lnTo>
                  <a:lnTo>
                    <a:pt x="4670044" y="1484376"/>
                  </a:lnTo>
                  <a:close/>
                </a:path>
                <a:path w="4670425" h="1537970">
                  <a:moveTo>
                    <a:pt x="4670171" y="38100"/>
                  </a:moveTo>
                  <a:lnTo>
                    <a:pt x="4650359" y="28194"/>
                  </a:lnTo>
                  <a:lnTo>
                    <a:pt x="4593971" y="0"/>
                  </a:lnTo>
                  <a:lnTo>
                    <a:pt x="4593971" y="28194"/>
                  </a:lnTo>
                  <a:lnTo>
                    <a:pt x="577596" y="28194"/>
                  </a:lnTo>
                  <a:lnTo>
                    <a:pt x="577596" y="48006"/>
                  </a:lnTo>
                  <a:lnTo>
                    <a:pt x="4593971" y="48006"/>
                  </a:lnTo>
                  <a:lnTo>
                    <a:pt x="4593971" y="76200"/>
                  </a:lnTo>
                  <a:lnTo>
                    <a:pt x="4650346" y="48006"/>
                  </a:lnTo>
                  <a:lnTo>
                    <a:pt x="4670171" y="38100"/>
                  </a:lnTo>
                  <a:close/>
                </a:path>
              </a:pathLst>
            </a:custGeom>
            <a:solidFill>
              <a:srgbClr val="000000"/>
            </a:solidFill>
          </p:spPr>
          <p:txBody>
            <a:bodyPr wrap="square" lIns="0" tIns="0" rIns="0" bIns="0" rtlCol="0"/>
            <a:lstStyle/>
            <a:p>
              <a:endParaRPr/>
            </a:p>
          </p:txBody>
        </p:sp>
      </p:grpSp>
      <p:sp>
        <p:nvSpPr>
          <p:cNvPr id="12" name="object 12"/>
          <p:cNvSpPr txBox="1"/>
          <p:nvPr/>
        </p:nvSpPr>
        <p:spPr>
          <a:xfrm>
            <a:off x="3665220" y="4072128"/>
            <a:ext cx="480059" cy="330835"/>
          </a:xfrm>
          <a:prstGeom prst="rect">
            <a:avLst/>
          </a:prstGeom>
          <a:solidFill>
            <a:srgbClr val="5B9BD4"/>
          </a:solidFill>
          <a:ln w="9144">
            <a:solidFill>
              <a:srgbClr val="183DAF"/>
            </a:solidFill>
          </a:ln>
        </p:spPr>
        <p:txBody>
          <a:bodyPr vert="horz" wrap="square" lIns="0" tIns="0" rIns="0" bIns="0" rtlCol="0">
            <a:spAutoFit/>
          </a:bodyPr>
          <a:lstStyle/>
          <a:p>
            <a:pPr marL="1905" algn="ctr">
              <a:lnSpc>
                <a:spcPts val="2475"/>
              </a:lnSpc>
            </a:pPr>
            <a:r>
              <a:rPr sz="2100" spc="-55" dirty="0">
                <a:latin typeface="Cambria Math"/>
                <a:cs typeface="Cambria Math"/>
              </a:rPr>
              <a:t>σ</a:t>
            </a:r>
            <a:endParaRPr sz="2100">
              <a:latin typeface="Cambria Math"/>
              <a:cs typeface="Cambria Math"/>
            </a:endParaRPr>
          </a:p>
        </p:txBody>
      </p:sp>
      <p:sp>
        <p:nvSpPr>
          <p:cNvPr id="13" name="object 13"/>
          <p:cNvSpPr txBox="1"/>
          <p:nvPr/>
        </p:nvSpPr>
        <p:spPr>
          <a:xfrm>
            <a:off x="4939284" y="4072128"/>
            <a:ext cx="480059" cy="330835"/>
          </a:xfrm>
          <a:prstGeom prst="rect">
            <a:avLst/>
          </a:prstGeom>
          <a:solidFill>
            <a:srgbClr val="5B9BD4"/>
          </a:solidFill>
          <a:ln w="9144">
            <a:solidFill>
              <a:srgbClr val="183DAF"/>
            </a:solidFill>
          </a:ln>
        </p:spPr>
        <p:txBody>
          <a:bodyPr vert="horz" wrap="square" lIns="0" tIns="0" rIns="0" bIns="0" rtlCol="0">
            <a:spAutoFit/>
          </a:bodyPr>
          <a:lstStyle/>
          <a:p>
            <a:pPr marL="1905" algn="ctr">
              <a:lnSpc>
                <a:spcPts val="2475"/>
              </a:lnSpc>
            </a:pPr>
            <a:r>
              <a:rPr sz="2100" spc="-55" dirty="0">
                <a:latin typeface="Cambria Math"/>
                <a:cs typeface="Cambria Math"/>
              </a:rPr>
              <a:t>σ</a:t>
            </a:r>
            <a:endParaRPr sz="2100">
              <a:latin typeface="Cambria Math"/>
              <a:cs typeface="Cambria Math"/>
            </a:endParaRPr>
          </a:p>
        </p:txBody>
      </p:sp>
      <p:grpSp>
        <p:nvGrpSpPr>
          <p:cNvPr id="14" name="object 14"/>
          <p:cNvGrpSpPr/>
          <p:nvPr/>
        </p:nvGrpSpPr>
        <p:grpSpPr>
          <a:xfrm>
            <a:off x="3085909" y="3027997"/>
            <a:ext cx="340360" cy="340360"/>
            <a:chOff x="3085909" y="3027997"/>
            <a:chExt cx="340360" cy="340360"/>
          </a:xfrm>
        </p:grpSpPr>
        <p:sp>
          <p:nvSpPr>
            <p:cNvPr id="15" name="object 15"/>
            <p:cNvSpPr/>
            <p:nvPr/>
          </p:nvSpPr>
          <p:spPr>
            <a:xfrm>
              <a:off x="3090672" y="3032760"/>
              <a:ext cx="330835" cy="330835"/>
            </a:xfrm>
            <a:custGeom>
              <a:avLst/>
              <a:gdLst/>
              <a:ahLst/>
              <a:cxnLst/>
              <a:rect l="l" t="t" r="r" b="b"/>
              <a:pathLst>
                <a:path w="330835" h="330835">
                  <a:moveTo>
                    <a:pt x="165353" y="0"/>
                  </a:moveTo>
                  <a:lnTo>
                    <a:pt x="121399" y="5907"/>
                  </a:lnTo>
                  <a:lnTo>
                    <a:pt x="81900" y="22577"/>
                  </a:lnTo>
                  <a:lnTo>
                    <a:pt x="48434" y="48434"/>
                  </a:lnTo>
                  <a:lnTo>
                    <a:pt x="22577" y="81900"/>
                  </a:lnTo>
                  <a:lnTo>
                    <a:pt x="5907" y="121399"/>
                  </a:lnTo>
                  <a:lnTo>
                    <a:pt x="0" y="165353"/>
                  </a:lnTo>
                  <a:lnTo>
                    <a:pt x="5907" y="209308"/>
                  </a:lnTo>
                  <a:lnTo>
                    <a:pt x="22577" y="248807"/>
                  </a:lnTo>
                  <a:lnTo>
                    <a:pt x="48434" y="282273"/>
                  </a:lnTo>
                  <a:lnTo>
                    <a:pt x="81900" y="308130"/>
                  </a:lnTo>
                  <a:lnTo>
                    <a:pt x="121399" y="324800"/>
                  </a:lnTo>
                  <a:lnTo>
                    <a:pt x="165353" y="330707"/>
                  </a:lnTo>
                  <a:lnTo>
                    <a:pt x="209308" y="324800"/>
                  </a:lnTo>
                  <a:lnTo>
                    <a:pt x="248807" y="308130"/>
                  </a:lnTo>
                  <a:lnTo>
                    <a:pt x="282273" y="282273"/>
                  </a:lnTo>
                  <a:lnTo>
                    <a:pt x="308130" y="248807"/>
                  </a:lnTo>
                  <a:lnTo>
                    <a:pt x="324800" y="209308"/>
                  </a:lnTo>
                  <a:lnTo>
                    <a:pt x="330707" y="165353"/>
                  </a:lnTo>
                  <a:lnTo>
                    <a:pt x="324800" y="121399"/>
                  </a:lnTo>
                  <a:lnTo>
                    <a:pt x="308130" y="81900"/>
                  </a:lnTo>
                  <a:lnTo>
                    <a:pt x="282273" y="48434"/>
                  </a:lnTo>
                  <a:lnTo>
                    <a:pt x="248807" y="22577"/>
                  </a:lnTo>
                  <a:lnTo>
                    <a:pt x="209308" y="5907"/>
                  </a:lnTo>
                  <a:lnTo>
                    <a:pt x="165353" y="0"/>
                  </a:lnTo>
                  <a:close/>
                </a:path>
              </a:pathLst>
            </a:custGeom>
            <a:solidFill>
              <a:srgbClr val="FFD1D1"/>
            </a:solidFill>
          </p:spPr>
          <p:txBody>
            <a:bodyPr wrap="square" lIns="0" tIns="0" rIns="0" bIns="0" rtlCol="0"/>
            <a:lstStyle/>
            <a:p>
              <a:endParaRPr/>
            </a:p>
          </p:txBody>
        </p:sp>
        <p:sp>
          <p:nvSpPr>
            <p:cNvPr id="16" name="object 16"/>
            <p:cNvSpPr/>
            <p:nvPr/>
          </p:nvSpPr>
          <p:spPr>
            <a:xfrm>
              <a:off x="3090672" y="3032760"/>
              <a:ext cx="330835" cy="330835"/>
            </a:xfrm>
            <a:custGeom>
              <a:avLst/>
              <a:gdLst/>
              <a:ahLst/>
              <a:cxnLst/>
              <a:rect l="l" t="t" r="r" b="b"/>
              <a:pathLst>
                <a:path w="330835" h="330835">
                  <a:moveTo>
                    <a:pt x="0" y="165353"/>
                  </a:moveTo>
                  <a:lnTo>
                    <a:pt x="5907" y="121399"/>
                  </a:lnTo>
                  <a:lnTo>
                    <a:pt x="22577" y="81900"/>
                  </a:lnTo>
                  <a:lnTo>
                    <a:pt x="48434" y="48434"/>
                  </a:lnTo>
                  <a:lnTo>
                    <a:pt x="81900" y="22577"/>
                  </a:lnTo>
                  <a:lnTo>
                    <a:pt x="121399" y="5907"/>
                  </a:lnTo>
                  <a:lnTo>
                    <a:pt x="165353" y="0"/>
                  </a:lnTo>
                  <a:lnTo>
                    <a:pt x="209308" y="5907"/>
                  </a:lnTo>
                  <a:lnTo>
                    <a:pt x="248807" y="22577"/>
                  </a:lnTo>
                  <a:lnTo>
                    <a:pt x="282273" y="48434"/>
                  </a:lnTo>
                  <a:lnTo>
                    <a:pt x="308130" y="81900"/>
                  </a:lnTo>
                  <a:lnTo>
                    <a:pt x="324800" y="121399"/>
                  </a:lnTo>
                  <a:lnTo>
                    <a:pt x="330707" y="165353"/>
                  </a:lnTo>
                  <a:lnTo>
                    <a:pt x="324800" y="209308"/>
                  </a:lnTo>
                  <a:lnTo>
                    <a:pt x="308130" y="248807"/>
                  </a:lnTo>
                  <a:lnTo>
                    <a:pt x="282273" y="282273"/>
                  </a:lnTo>
                  <a:lnTo>
                    <a:pt x="248807" y="308130"/>
                  </a:lnTo>
                  <a:lnTo>
                    <a:pt x="209308" y="324800"/>
                  </a:lnTo>
                  <a:lnTo>
                    <a:pt x="165353" y="330707"/>
                  </a:lnTo>
                  <a:lnTo>
                    <a:pt x="121399" y="324800"/>
                  </a:lnTo>
                  <a:lnTo>
                    <a:pt x="81900" y="308130"/>
                  </a:lnTo>
                  <a:lnTo>
                    <a:pt x="48434" y="282273"/>
                  </a:lnTo>
                  <a:lnTo>
                    <a:pt x="22577" y="248807"/>
                  </a:lnTo>
                  <a:lnTo>
                    <a:pt x="5907" y="209308"/>
                  </a:lnTo>
                  <a:lnTo>
                    <a:pt x="0" y="165353"/>
                  </a:lnTo>
                  <a:close/>
                </a:path>
              </a:pathLst>
            </a:custGeom>
            <a:ln w="9144">
              <a:solidFill>
                <a:srgbClr val="FF0000"/>
              </a:solidFill>
            </a:ln>
          </p:spPr>
          <p:txBody>
            <a:bodyPr wrap="square" lIns="0" tIns="0" rIns="0" bIns="0" rtlCol="0"/>
            <a:lstStyle/>
            <a:p>
              <a:endParaRPr/>
            </a:p>
          </p:txBody>
        </p:sp>
      </p:grpSp>
      <p:sp>
        <p:nvSpPr>
          <p:cNvPr id="17" name="object 17"/>
          <p:cNvSpPr txBox="1"/>
          <p:nvPr/>
        </p:nvSpPr>
        <p:spPr>
          <a:xfrm>
            <a:off x="3173095" y="3026791"/>
            <a:ext cx="16510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Symbol"/>
                <a:cs typeface="Symbol"/>
              </a:rPr>
              <a:t></a:t>
            </a:r>
            <a:endParaRPr sz="2000">
              <a:latin typeface="Symbol"/>
              <a:cs typeface="Symbol"/>
            </a:endParaRPr>
          </a:p>
        </p:txBody>
      </p:sp>
      <p:grpSp>
        <p:nvGrpSpPr>
          <p:cNvPr id="18" name="object 18"/>
          <p:cNvGrpSpPr/>
          <p:nvPr/>
        </p:nvGrpSpPr>
        <p:grpSpPr>
          <a:xfrm>
            <a:off x="4335589" y="3006661"/>
            <a:ext cx="340360" cy="340360"/>
            <a:chOff x="4335589" y="3006661"/>
            <a:chExt cx="340360" cy="340360"/>
          </a:xfrm>
        </p:grpSpPr>
        <p:sp>
          <p:nvSpPr>
            <p:cNvPr id="19" name="object 19"/>
            <p:cNvSpPr/>
            <p:nvPr/>
          </p:nvSpPr>
          <p:spPr>
            <a:xfrm>
              <a:off x="4340352" y="3011423"/>
              <a:ext cx="330835" cy="330835"/>
            </a:xfrm>
            <a:custGeom>
              <a:avLst/>
              <a:gdLst/>
              <a:ahLst/>
              <a:cxnLst/>
              <a:rect l="l" t="t" r="r" b="b"/>
              <a:pathLst>
                <a:path w="330835" h="330835">
                  <a:moveTo>
                    <a:pt x="165353" y="0"/>
                  </a:moveTo>
                  <a:lnTo>
                    <a:pt x="121399" y="5907"/>
                  </a:lnTo>
                  <a:lnTo>
                    <a:pt x="81900" y="22577"/>
                  </a:lnTo>
                  <a:lnTo>
                    <a:pt x="48434" y="48434"/>
                  </a:lnTo>
                  <a:lnTo>
                    <a:pt x="22577" y="81900"/>
                  </a:lnTo>
                  <a:lnTo>
                    <a:pt x="5907" y="121399"/>
                  </a:lnTo>
                  <a:lnTo>
                    <a:pt x="0" y="165353"/>
                  </a:lnTo>
                  <a:lnTo>
                    <a:pt x="5907" y="209308"/>
                  </a:lnTo>
                  <a:lnTo>
                    <a:pt x="22577" y="248807"/>
                  </a:lnTo>
                  <a:lnTo>
                    <a:pt x="48434" y="282273"/>
                  </a:lnTo>
                  <a:lnTo>
                    <a:pt x="81900" y="308130"/>
                  </a:lnTo>
                  <a:lnTo>
                    <a:pt x="121399" y="324800"/>
                  </a:lnTo>
                  <a:lnTo>
                    <a:pt x="165353" y="330708"/>
                  </a:lnTo>
                  <a:lnTo>
                    <a:pt x="209308" y="324800"/>
                  </a:lnTo>
                  <a:lnTo>
                    <a:pt x="248807" y="308130"/>
                  </a:lnTo>
                  <a:lnTo>
                    <a:pt x="282273" y="282273"/>
                  </a:lnTo>
                  <a:lnTo>
                    <a:pt x="308130" y="248807"/>
                  </a:lnTo>
                  <a:lnTo>
                    <a:pt x="324800" y="209308"/>
                  </a:lnTo>
                  <a:lnTo>
                    <a:pt x="330708" y="165353"/>
                  </a:lnTo>
                  <a:lnTo>
                    <a:pt x="324800" y="121399"/>
                  </a:lnTo>
                  <a:lnTo>
                    <a:pt x="308130" y="81900"/>
                  </a:lnTo>
                  <a:lnTo>
                    <a:pt x="282273" y="48434"/>
                  </a:lnTo>
                  <a:lnTo>
                    <a:pt x="248807" y="22577"/>
                  </a:lnTo>
                  <a:lnTo>
                    <a:pt x="209308" y="5907"/>
                  </a:lnTo>
                  <a:lnTo>
                    <a:pt x="165353" y="0"/>
                  </a:lnTo>
                  <a:close/>
                </a:path>
              </a:pathLst>
            </a:custGeom>
            <a:solidFill>
              <a:srgbClr val="FFD1D1"/>
            </a:solidFill>
          </p:spPr>
          <p:txBody>
            <a:bodyPr wrap="square" lIns="0" tIns="0" rIns="0" bIns="0" rtlCol="0"/>
            <a:lstStyle/>
            <a:p>
              <a:endParaRPr/>
            </a:p>
          </p:txBody>
        </p:sp>
        <p:sp>
          <p:nvSpPr>
            <p:cNvPr id="20" name="object 20"/>
            <p:cNvSpPr/>
            <p:nvPr/>
          </p:nvSpPr>
          <p:spPr>
            <a:xfrm>
              <a:off x="4340352" y="3011423"/>
              <a:ext cx="330835" cy="330835"/>
            </a:xfrm>
            <a:custGeom>
              <a:avLst/>
              <a:gdLst/>
              <a:ahLst/>
              <a:cxnLst/>
              <a:rect l="l" t="t" r="r" b="b"/>
              <a:pathLst>
                <a:path w="330835" h="330835">
                  <a:moveTo>
                    <a:pt x="0" y="165353"/>
                  </a:moveTo>
                  <a:lnTo>
                    <a:pt x="5907" y="121399"/>
                  </a:lnTo>
                  <a:lnTo>
                    <a:pt x="22577" y="81900"/>
                  </a:lnTo>
                  <a:lnTo>
                    <a:pt x="48434" y="48434"/>
                  </a:lnTo>
                  <a:lnTo>
                    <a:pt x="81900" y="22577"/>
                  </a:lnTo>
                  <a:lnTo>
                    <a:pt x="121399" y="5907"/>
                  </a:lnTo>
                  <a:lnTo>
                    <a:pt x="165353" y="0"/>
                  </a:lnTo>
                  <a:lnTo>
                    <a:pt x="209308" y="5907"/>
                  </a:lnTo>
                  <a:lnTo>
                    <a:pt x="248807" y="22577"/>
                  </a:lnTo>
                  <a:lnTo>
                    <a:pt x="282273" y="48434"/>
                  </a:lnTo>
                  <a:lnTo>
                    <a:pt x="308130" y="81900"/>
                  </a:lnTo>
                  <a:lnTo>
                    <a:pt x="324800" y="121399"/>
                  </a:lnTo>
                  <a:lnTo>
                    <a:pt x="330708" y="165353"/>
                  </a:lnTo>
                  <a:lnTo>
                    <a:pt x="324800" y="209308"/>
                  </a:lnTo>
                  <a:lnTo>
                    <a:pt x="308130" y="248807"/>
                  </a:lnTo>
                  <a:lnTo>
                    <a:pt x="282273" y="282273"/>
                  </a:lnTo>
                  <a:lnTo>
                    <a:pt x="248807" y="308130"/>
                  </a:lnTo>
                  <a:lnTo>
                    <a:pt x="209308" y="324800"/>
                  </a:lnTo>
                  <a:lnTo>
                    <a:pt x="165353" y="330708"/>
                  </a:lnTo>
                  <a:lnTo>
                    <a:pt x="121399" y="324800"/>
                  </a:lnTo>
                  <a:lnTo>
                    <a:pt x="81900" y="308130"/>
                  </a:lnTo>
                  <a:lnTo>
                    <a:pt x="48434" y="282273"/>
                  </a:lnTo>
                  <a:lnTo>
                    <a:pt x="22577" y="248807"/>
                  </a:lnTo>
                  <a:lnTo>
                    <a:pt x="5907" y="209308"/>
                  </a:lnTo>
                  <a:lnTo>
                    <a:pt x="0" y="165353"/>
                  </a:lnTo>
                  <a:close/>
                </a:path>
              </a:pathLst>
            </a:custGeom>
            <a:ln w="9144">
              <a:solidFill>
                <a:srgbClr val="FF0000"/>
              </a:solidFill>
            </a:ln>
          </p:spPr>
          <p:txBody>
            <a:bodyPr wrap="square" lIns="0" tIns="0" rIns="0" bIns="0" rtlCol="0"/>
            <a:lstStyle/>
            <a:p>
              <a:endParaRPr/>
            </a:p>
          </p:txBody>
        </p:sp>
      </p:grpSp>
      <p:sp>
        <p:nvSpPr>
          <p:cNvPr id="21" name="object 21"/>
          <p:cNvSpPr txBox="1"/>
          <p:nvPr/>
        </p:nvSpPr>
        <p:spPr>
          <a:xfrm>
            <a:off x="4398645" y="3004820"/>
            <a:ext cx="21590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Cambria Math"/>
                <a:cs typeface="Cambria Math"/>
              </a:rPr>
              <a:t>+</a:t>
            </a:r>
            <a:endParaRPr sz="2000">
              <a:latin typeface="Cambria Math"/>
              <a:cs typeface="Cambria Math"/>
            </a:endParaRPr>
          </a:p>
        </p:txBody>
      </p:sp>
      <p:grpSp>
        <p:nvGrpSpPr>
          <p:cNvPr id="22" name="object 22"/>
          <p:cNvGrpSpPr/>
          <p:nvPr/>
        </p:nvGrpSpPr>
        <p:grpSpPr>
          <a:xfrm>
            <a:off x="3219450" y="3364229"/>
            <a:ext cx="1970405" cy="1308735"/>
            <a:chOff x="3219450" y="3364229"/>
            <a:chExt cx="1970405" cy="1308735"/>
          </a:xfrm>
        </p:grpSpPr>
        <p:sp>
          <p:nvSpPr>
            <p:cNvPr id="23" name="object 23"/>
            <p:cNvSpPr/>
            <p:nvPr/>
          </p:nvSpPr>
          <p:spPr>
            <a:xfrm>
              <a:off x="3905250" y="4403597"/>
              <a:ext cx="1274445" cy="259079"/>
            </a:xfrm>
            <a:custGeom>
              <a:avLst/>
              <a:gdLst/>
              <a:ahLst/>
              <a:cxnLst/>
              <a:rect l="l" t="t" r="r" b="b"/>
              <a:pathLst>
                <a:path w="1274445" h="259079">
                  <a:moveTo>
                    <a:pt x="0" y="257556"/>
                  </a:moveTo>
                  <a:lnTo>
                    <a:pt x="0" y="0"/>
                  </a:lnTo>
                </a:path>
                <a:path w="1274445" h="259079">
                  <a:moveTo>
                    <a:pt x="1274064" y="258952"/>
                  </a:moveTo>
                  <a:lnTo>
                    <a:pt x="1274064" y="0"/>
                  </a:lnTo>
                </a:path>
              </a:pathLst>
            </a:custGeom>
            <a:ln w="19812">
              <a:solidFill>
                <a:srgbClr val="000000"/>
              </a:solidFill>
            </a:ln>
          </p:spPr>
          <p:txBody>
            <a:bodyPr wrap="square" lIns="0" tIns="0" rIns="0" bIns="0" rtlCol="0"/>
            <a:lstStyle/>
            <a:p>
              <a:endParaRPr/>
            </a:p>
          </p:txBody>
        </p:sp>
        <p:sp>
          <p:nvSpPr>
            <p:cNvPr id="24" name="object 24"/>
            <p:cNvSpPr/>
            <p:nvPr/>
          </p:nvSpPr>
          <p:spPr>
            <a:xfrm>
              <a:off x="3219450" y="3364229"/>
              <a:ext cx="76200" cy="1291590"/>
            </a:xfrm>
            <a:custGeom>
              <a:avLst/>
              <a:gdLst/>
              <a:ahLst/>
              <a:cxnLst/>
              <a:rect l="l" t="t" r="r" b="b"/>
              <a:pathLst>
                <a:path w="76200" h="1291589">
                  <a:moveTo>
                    <a:pt x="48005" y="63500"/>
                  </a:moveTo>
                  <a:lnTo>
                    <a:pt x="28193" y="63500"/>
                  </a:lnTo>
                  <a:lnTo>
                    <a:pt x="28193" y="1291336"/>
                  </a:lnTo>
                  <a:lnTo>
                    <a:pt x="48005" y="1291336"/>
                  </a:lnTo>
                  <a:lnTo>
                    <a:pt x="48005" y="63500"/>
                  </a:lnTo>
                  <a:close/>
                </a:path>
                <a:path w="76200" h="1291589">
                  <a:moveTo>
                    <a:pt x="38100" y="0"/>
                  </a:moveTo>
                  <a:lnTo>
                    <a:pt x="0" y="76200"/>
                  </a:lnTo>
                  <a:lnTo>
                    <a:pt x="28193" y="76200"/>
                  </a:lnTo>
                  <a:lnTo>
                    <a:pt x="28193" y="63500"/>
                  </a:lnTo>
                  <a:lnTo>
                    <a:pt x="69850" y="63500"/>
                  </a:lnTo>
                  <a:lnTo>
                    <a:pt x="38100" y="0"/>
                  </a:lnTo>
                  <a:close/>
                </a:path>
                <a:path w="76200" h="1291589">
                  <a:moveTo>
                    <a:pt x="69850" y="63500"/>
                  </a:moveTo>
                  <a:lnTo>
                    <a:pt x="48005" y="63500"/>
                  </a:lnTo>
                  <a:lnTo>
                    <a:pt x="48005" y="76200"/>
                  </a:lnTo>
                  <a:lnTo>
                    <a:pt x="76200" y="76200"/>
                  </a:lnTo>
                  <a:lnTo>
                    <a:pt x="69850" y="63500"/>
                  </a:lnTo>
                  <a:close/>
                </a:path>
              </a:pathLst>
            </a:custGeom>
            <a:solidFill>
              <a:srgbClr val="000000"/>
            </a:solidFill>
          </p:spPr>
          <p:txBody>
            <a:bodyPr wrap="square" lIns="0" tIns="0" rIns="0" bIns="0" rtlCol="0"/>
            <a:lstStyle/>
            <a:p>
              <a:endParaRPr/>
            </a:p>
          </p:txBody>
        </p:sp>
      </p:grpSp>
      <p:sp>
        <p:nvSpPr>
          <p:cNvPr id="25" name="object 25"/>
          <p:cNvSpPr txBox="1"/>
          <p:nvPr/>
        </p:nvSpPr>
        <p:spPr>
          <a:xfrm>
            <a:off x="3015995" y="4072128"/>
            <a:ext cx="480059" cy="330835"/>
          </a:xfrm>
          <a:prstGeom prst="rect">
            <a:avLst/>
          </a:prstGeom>
          <a:solidFill>
            <a:srgbClr val="5B9BD4"/>
          </a:solidFill>
          <a:ln w="9144">
            <a:solidFill>
              <a:srgbClr val="183DAF"/>
            </a:solidFill>
          </a:ln>
        </p:spPr>
        <p:txBody>
          <a:bodyPr vert="horz" wrap="square" lIns="0" tIns="0" rIns="0" bIns="0" rtlCol="0">
            <a:spAutoFit/>
          </a:bodyPr>
          <a:lstStyle/>
          <a:p>
            <a:pPr marL="1905" algn="ctr">
              <a:lnSpc>
                <a:spcPts val="2475"/>
              </a:lnSpc>
            </a:pPr>
            <a:r>
              <a:rPr sz="2100" spc="-55" dirty="0">
                <a:latin typeface="Cambria Math"/>
                <a:cs typeface="Cambria Math"/>
              </a:rPr>
              <a:t>σ</a:t>
            </a:r>
            <a:endParaRPr sz="2100">
              <a:latin typeface="Cambria Math"/>
              <a:cs typeface="Cambria Math"/>
            </a:endParaRPr>
          </a:p>
        </p:txBody>
      </p:sp>
      <p:grpSp>
        <p:nvGrpSpPr>
          <p:cNvPr id="26" name="object 26"/>
          <p:cNvGrpSpPr/>
          <p:nvPr/>
        </p:nvGrpSpPr>
        <p:grpSpPr>
          <a:xfrm>
            <a:off x="2926842" y="2631185"/>
            <a:ext cx="3244215" cy="2529205"/>
            <a:chOff x="2926842" y="2631185"/>
            <a:chExt cx="3244215" cy="2529205"/>
          </a:xfrm>
        </p:grpSpPr>
        <p:sp>
          <p:nvSpPr>
            <p:cNvPr id="27" name="object 27"/>
            <p:cNvSpPr/>
            <p:nvPr/>
          </p:nvSpPr>
          <p:spPr>
            <a:xfrm>
              <a:off x="3895344" y="3342893"/>
              <a:ext cx="1648460" cy="1303020"/>
            </a:xfrm>
            <a:custGeom>
              <a:avLst/>
              <a:gdLst/>
              <a:ahLst/>
              <a:cxnLst/>
              <a:rect l="l" t="t" r="r" b="b"/>
              <a:pathLst>
                <a:path w="1648460" h="1303020">
                  <a:moveTo>
                    <a:pt x="445770" y="414528"/>
                  </a:moveTo>
                  <a:lnTo>
                    <a:pt x="434327" y="409956"/>
                  </a:lnTo>
                  <a:lnTo>
                    <a:pt x="366649" y="382905"/>
                  </a:lnTo>
                  <a:lnTo>
                    <a:pt x="369011" y="411302"/>
                  </a:lnTo>
                  <a:lnTo>
                    <a:pt x="321945" y="420624"/>
                  </a:lnTo>
                  <a:lnTo>
                    <a:pt x="282448" y="432308"/>
                  </a:lnTo>
                  <a:lnTo>
                    <a:pt x="244094" y="447040"/>
                  </a:lnTo>
                  <a:lnTo>
                    <a:pt x="207391" y="464185"/>
                  </a:lnTo>
                  <a:lnTo>
                    <a:pt x="172720" y="483743"/>
                  </a:lnTo>
                  <a:lnTo>
                    <a:pt x="140081" y="505460"/>
                  </a:lnTo>
                  <a:lnTo>
                    <a:pt x="110109" y="529209"/>
                  </a:lnTo>
                  <a:lnTo>
                    <a:pt x="70739" y="567817"/>
                  </a:lnTo>
                  <a:lnTo>
                    <a:pt x="38862" y="609600"/>
                  </a:lnTo>
                  <a:lnTo>
                    <a:pt x="15748" y="653923"/>
                  </a:lnTo>
                  <a:lnTo>
                    <a:pt x="2540" y="700024"/>
                  </a:lnTo>
                  <a:lnTo>
                    <a:pt x="0" y="730377"/>
                  </a:lnTo>
                  <a:lnTo>
                    <a:pt x="19812" y="731266"/>
                  </a:lnTo>
                  <a:lnTo>
                    <a:pt x="20447" y="716407"/>
                  </a:lnTo>
                  <a:lnTo>
                    <a:pt x="22225" y="702437"/>
                  </a:lnTo>
                  <a:lnTo>
                    <a:pt x="34290" y="660781"/>
                  </a:lnTo>
                  <a:lnTo>
                    <a:pt x="55880" y="619887"/>
                  </a:lnTo>
                  <a:lnTo>
                    <a:pt x="85852" y="580517"/>
                  </a:lnTo>
                  <a:lnTo>
                    <a:pt x="123444" y="543941"/>
                  </a:lnTo>
                  <a:lnTo>
                    <a:pt x="167386" y="510667"/>
                  </a:lnTo>
                  <a:lnTo>
                    <a:pt x="216789" y="481584"/>
                  </a:lnTo>
                  <a:lnTo>
                    <a:pt x="252095" y="465074"/>
                  </a:lnTo>
                  <a:lnTo>
                    <a:pt x="289052" y="450977"/>
                  </a:lnTo>
                  <a:lnTo>
                    <a:pt x="327279" y="439674"/>
                  </a:lnTo>
                  <a:lnTo>
                    <a:pt x="366268" y="431419"/>
                  </a:lnTo>
                  <a:lnTo>
                    <a:pt x="370662" y="430974"/>
                  </a:lnTo>
                  <a:lnTo>
                    <a:pt x="372999" y="458851"/>
                  </a:lnTo>
                  <a:lnTo>
                    <a:pt x="445770" y="414528"/>
                  </a:lnTo>
                  <a:close/>
                </a:path>
                <a:path w="1648460" h="1303020">
                  <a:moveTo>
                    <a:pt x="649986" y="76200"/>
                  </a:moveTo>
                  <a:lnTo>
                    <a:pt x="643636" y="63500"/>
                  </a:lnTo>
                  <a:lnTo>
                    <a:pt x="611886" y="0"/>
                  </a:lnTo>
                  <a:lnTo>
                    <a:pt x="573786" y="76200"/>
                  </a:lnTo>
                  <a:lnTo>
                    <a:pt x="601980" y="76200"/>
                  </a:lnTo>
                  <a:lnTo>
                    <a:pt x="601980" y="1302766"/>
                  </a:lnTo>
                  <a:lnTo>
                    <a:pt x="621792" y="1302766"/>
                  </a:lnTo>
                  <a:lnTo>
                    <a:pt x="621792" y="76200"/>
                  </a:lnTo>
                  <a:lnTo>
                    <a:pt x="649986" y="76200"/>
                  </a:lnTo>
                  <a:close/>
                </a:path>
                <a:path w="1648460" h="1303020">
                  <a:moveTo>
                    <a:pt x="1647952" y="659892"/>
                  </a:moveTo>
                  <a:lnTo>
                    <a:pt x="1630489" y="651764"/>
                  </a:lnTo>
                  <a:lnTo>
                    <a:pt x="1570736" y="623951"/>
                  </a:lnTo>
                  <a:lnTo>
                    <a:pt x="1571536" y="652360"/>
                  </a:lnTo>
                  <a:lnTo>
                    <a:pt x="1513205" y="656082"/>
                  </a:lnTo>
                  <a:lnTo>
                    <a:pt x="1451356" y="663194"/>
                  </a:lnTo>
                  <a:lnTo>
                    <a:pt x="1395730" y="672338"/>
                  </a:lnTo>
                  <a:lnTo>
                    <a:pt x="1348359" y="683387"/>
                  </a:lnTo>
                  <a:lnTo>
                    <a:pt x="1311148" y="695833"/>
                  </a:lnTo>
                  <a:lnTo>
                    <a:pt x="1294257" y="704265"/>
                  </a:lnTo>
                  <a:lnTo>
                    <a:pt x="1294257" y="729234"/>
                  </a:lnTo>
                  <a:lnTo>
                    <a:pt x="1293914" y="730300"/>
                  </a:lnTo>
                  <a:lnTo>
                    <a:pt x="1294130" y="730046"/>
                  </a:lnTo>
                  <a:lnTo>
                    <a:pt x="1294155" y="729881"/>
                  </a:lnTo>
                  <a:lnTo>
                    <a:pt x="1294053" y="730046"/>
                  </a:lnTo>
                  <a:lnTo>
                    <a:pt x="1294180" y="729716"/>
                  </a:lnTo>
                  <a:lnTo>
                    <a:pt x="1294155" y="729881"/>
                  </a:lnTo>
                  <a:lnTo>
                    <a:pt x="1294231" y="729729"/>
                  </a:lnTo>
                  <a:lnTo>
                    <a:pt x="1294130" y="730046"/>
                  </a:lnTo>
                  <a:lnTo>
                    <a:pt x="1293888" y="730389"/>
                  </a:lnTo>
                  <a:lnTo>
                    <a:pt x="1294257" y="729234"/>
                  </a:lnTo>
                  <a:lnTo>
                    <a:pt x="1294257" y="704265"/>
                  </a:lnTo>
                  <a:lnTo>
                    <a:pt x="1280922" y="714756"/>
                  </a:lnTo>
                  <a:lnTo>
                    <a:pt x="1277747" y="718693"/>
                  </a:lnTo>
                  <a:lnTo>
                    <a:pt x="1277366" y="719328"/>
                  </a:lnTo>
                  <a:lnTo>
                    <a:pt x="1277112" y="720090"/>
                  </a:lnTo>
                  <a:lnTo>
                    <a:pt x="1275588" y="723392"/>
                  </a:lnTo>
                  <a:lnTo>
                    <a:pt x="1275207" y="724154"/>
                  </a:lnTo>
                  <a:lnTo>
                    <a:pt x="1274953" y="725043"/>
                  </a:lnTo>
                  <a:lnTo>
                    <a:pt x="1274191" y="729234"/>
                  </a:lnTo>
                  <a:lnTo>
                    <a:pt x="1293749" y="732536"/>
                  </a:lnTo>
                  <a:lnTo>
                    <a:pt x="1293876" y="731647"/>
                  </a:lnTo>
                  <a:lnTo>
                    <a:pt x="1294079" y="730389"/>
                  </a:lnTo>
                  <a:lnTo>
                    <a:pt x="1294384" y="729716"/>
                  </a:lnTo>
                  <a:lnTo>
                    <a:pt x="1295438" y="728345"/>
                  </a:lnTo>
                  <a:lnTo>
                    <a:pt x="1295628" y="728091"/>
                  </a:lnTo>
                  <a:lnTo>
                    <a:pt x="1335024" y="708025"/>
                  </a:lnTo>
                  <a:lnTo>
                    <a:pt x="1375537" y="696849"/>
                  </a:lnTo>
                  <a:lnTo>
                    <a:pt x="1426083" y="687070"/>
                  </a:lnTo>
                  <a:lnTo>
                    <a:pt x="1484249" y="679069"/>
                  </a:lnTo>
                  <a:lnTo>
                    <a:pt x="1547495" y="673354"/>
                  </a:lnTo>
                  <a:lnTo>
                    <a:pt x="1572094" y="672198"/>
                  </a:lnTo>
                  <a:lnTo>
                    <a:pt x="1572895" y="700024"/>
                  </a:lnTo>
                  <a:lnTo>
                    <a:pt x="1647952" y="659892"/>
                  </a:lnTo>
                  <a:close/>
                </a:path>
              </a:pathLst>
            </a:custGeom>
            <a:solidFill>
              <a:srgbClr val="000000"/>
            </a:solidFill>
          </p:spPr>
          <p:txBody>
            <a:bodyPr wrap="square" lIns="0" tIns="0" rIns="0" bIns="0" rtlCol="0"/>
            <a:lstStyle/>
            <a:p>
              <a:endParaRPr/>
            </a:p>
          </p:txBody>
        </p:sp>
        <p:sp>
          <p:nvSpPr>
            <p:cNvPr id="28" name="object 28"/>
            <p:cNvSpPr/>
            <p:nvPr/>
          </p:nvSpPr>
          <p:spPr>
            <a:xfrm>
              <a:off x="2926842" y="3199637"/>
              <a:ext cx="2780665" cy="1452880"/>
            </a:xfrm>
            <a:custGeom>
              <a:avLst/>
              <a:gdLst/>
              <a:ahLst/>
              <a:cxnLst/>
              <a:rect l="l" t="t" r="r" b="b"/>
              <a:pathLst>
                <a:path w="2780665" h="1452879">
                  <a:moveTo>
                    <a:pt x="2778252" y="1451610"/>
                  </a:moveTo>
                  <a:lnTo>
                    <a:pt x="2780157" y="0"/>
                  </a:lnTo>
                </a:path>
                <a:path w="2780665" h="1452879">
                  <a:moveTo>
                    <a:pt x="0" y="1452372"/>
                  </a:moveTo>
                  <a:lnTo>
                    <a:pt x="2260092" y="1452372"/>
                  </a:lnTo>
                </a:path>
              </a:pathLst>
            </a:custGeom>
            <a:ln w="19812">
              <a:solidFill>
                <a:srgbClr val="000000"/>
              </a:solidFill>
            </a:ln>
          </p:spPr>
          <p:txBody>
            <a:bodyPr wrap="square" lIns="0" tIns="0" rIns="0" bIns="0" rtlCol="0"/>
            <a:lstStyle/>
            <a:p>
              <a:endParaRPr/>
            </a:p>
          </p:txBody>
        </p:sp>
        <p:sp>
          <p:nvSpPr>
            <p:cNvPr id="29" name="object 29"/>
            <p:cNvSpPr/>
            <p:nvPr/>
          </p:nvSpPr>
          <p:spPr>
            <a:xfrm>
              <a:off x="5466588" y="3374135"/>
              <a:ext cx="481965" cy="220979"/>
            </a:xfrm>
            <a:custGeom>
              <a:avLst/>
              <a:gdLst/>
              <a:ahLst/>
              <a:cxnLst/>
              <a:rect l="l" t="t" r="r" b="b"/>
              <a:pathLst>
                <a:path w="481964" h="220979">
                  <a:moveTo>
                    <a:pt x="240791" y="0"/>
                  </a:moveTo>
                  <a:lnTo>
                    <a:pt x="176785" y="3951"/>
                  </a:lnTo>
                  <a:lnTo>
                    <a:pt x="119267" y="15098"/>
                  </a:lnTo>
                  <a:lnTo>
                    <a:pt x="70532" y="32384"/>
                  </a:lnTo>
                  <a:lnTo>
                    <a:pt x="32878" y="54751"/>
                  </a:lnTo>
                  <a:lnTo>
                    <a:pt x="0" y="110489"/>
                  </a:lnTo>
                  <a:lnTo>
                    <a:pt x="8602" y="139841"/>
                  </a:lnTo>
                  <a:lnTo>
                    <a:pt x="70532" y="188594"/>
                  </a:lnTo>
                  <a:lnTo>
                    <a:pt x="119267" y="205881"/>
                  </a:lnTo>
                  <a:lnTo>
                    <a:pt x="176785" y="217028"/>
                  </a:lnTo>
                  <a:lnTo>
                    <a:pt x="240791" y="220979"/>
                  </a:lnTo>
                  <a:lnTo>
                    <a:pt x="304798" y="217028"/>
                  </a:lnTo>
                  <a:lnTo>
                    <a:pt x="362316" y="205881"/>
                  </a:lnTo>
                  <a:lnTo>
                    <a:pt x="411051" y="188595"/>
                  </a:lnTo>
                  <a:lnTo>
                    <a:pt x="448705" y="166228"/>
                  </a:lnTo>
                  <a:lnTo>
                    <a:pt x="481584" y="110489"/>
                  </a:lnTo>
                  <a:lnTo>
                    <a:pt x="472981" y="81138"/>
                  </a:lnTo>
                  <a:lnTo>
                    <a:pt x="411051" y="32385"/>
                  </a:lnTo>
                  <a:lnTo>
                    <a:pt x="362316" y="15098"/>
                  </a:lnTo>
                  <a:lnTo>
                    <a:pt x="304798" y="3951"/>
                  </a:lnTo>
                  <a:lnTo>
                    <a:pt x="240791" y="0"/>
                  </a:lnTo>
                  <a:close/>
                </a:path>
              </a:pathLst>
            </a:custGeom>
            <a:solidFill>
              <a:srgbClr val="FFD1D1"/>
            </a:solidFill>
          </p:spPr>
          <p:txBody>
            <a:bodyPr wrap="square" lIns="0" tIns="0" rIns="0" bIns="0" rtlCol="0"/>
            <a:lstStyle/>
            <a:p>
              <a:endParaRPr/>
            </a:p>
          </p:txBody>
        </p:sp>
        <p:sp>
          <p:nvSpPr>
            <p:cNvPr id="30" name="object 30"/>
            <p:cNvSpPr/>
            <p:nvPr/>
          </p:nvSpPr>
          <p:spPr>
            <a:xfrm>
              <a:off x="5466588" y="3374135"/>
              <a:ext cx="481965" cy="220979"/>
            </a:xfrm>
            <a:custGeom>
              <a:avLst/>
              <a:gdLst/>
              <a:ahLst/>
              <a:cxnLst/>
              <a:rect l="l" t="t" r="r" b="b"/>
              <a:pathLst>
                <a:path w="481964" h="220979">
                  <a:moveTo>
                    <a:pt x="0" y="110489"/>
                  </a:moveTo>
                  <a:lnTo>
                    <a:pt x="32878" y="54751"/>
                  </a:lnTo>
                  <a:lnTo>
                    <a:pt x="70532" y="32384"/>
                  </a:lnTo>
                  <a:lnTo>
                    <a:pt x="119267" y="15098"/>
                  </a:lnTo>
                  <a:lnTo>
                    <a:pt x="176785" y="3951"/>
                  </a:lnTo>
                  <a:lnTo>
                    <a:pt x="240791" y="0"/>
                  </a:lnTo>
                  <a:lnTo>
                    <a:pt x="304798" y="3951"/>
                  </a:lnTo>
                  <a:lnTo>
                    <a:pt x="362316" y="15098"/>
                  </a:lnTo>
                  <a:lnTo>
                    <a:pt x="411051" y="32385"/>
                  </a:lnTo>
                  <a:lnTo>
                    <a:pt x="448705" y="54751"/>
                  </a:lnTo>
                  <a:lnTo>
                    <a:pt x="481584" y="110489"/>
                  </a:lnTo>
                  <a:lnTo>
                    <a:pt x="472981" y="139841"/>
                  </a:lnTo>
                  <a:lnTo>
                    <a:pt x="411051" y="188595"/>
                  </a:lnTo>
                  <a:lnTo>
                    <a:pt x="362316" y="205881"/>
                  </a:lnTo>
                  <a:lnTo>
                    <a:pt x="304798" y="217028"/>
                  </a:lnTo>
                  <a:lnTo>
                    <a:pt x="240791" y="220979"/>
                  </a:lnTo>
                  <a:lnTo>
                    <a:pt x="176785" y="217028"/>
                  </a:lnTo>
                  <a:lnTo>
                    <a:pt x="119267" y="205881"/>
                  </a:lnTo>
                  <a:lnTo>
                    <a:pt x="70532" y="188594"/>
                  </a:lnTo>
                  <a:lnTo>
                    <a:pt x="32878" y="166228"/>
                  </a:lnTo>
                  <a:lnTo>
                    <a:pt x="0" y="110489"/>
                  </a:lnTo>
                  <a:close/>
                </a:path>
              </a:pathLst>
            </a:custGeom>
            <a:ln w="9143">
              <a:solidFill>
                <a:srgbClr val="FF0000"/>
              </a:solidFill>
            </a:ln>
          </p:spPr>
          <p:txBody>
            <a:bodyPr wrap="square" lIns="0" tIns="0" rIns="0" bIns="0" rtlCol="0"/>
            <a:lstStyle/>
            <a:p>
              <a:endParaRPr/>
            </a:p>
          </p:txBody>
        </p:sp>
        <p:sp>
          <p:nvSpPr>
            <p:cNvPr id="31" name="object 31"/>
            <p:cNvSpPr/>
            <p:nvPr/>
          </p:nvSpPr>
          <p:spPr>
            <a:xfrm>
              <a:off x="5542788" y="3835907"/>
              <a:ext cx="330835" cy="330835"/>
            </a:xfrm>
            <a:custGeom>
              <a:avLst/>
              <a:gdLst/>
              <a:ahLst/>
              <a:cxnLst/>
              <a:rect l="l" t="t" r="r" b="b"/>
              <a:pathLst>
                <a:path w="330835" h="330835">
                  <a:moveTo>
                    <a:pt x="165353" y="0"/>
                  </a:moveTo>
                  <a:lnTo>
                    <a:pt x="121399" y="5907"/>
                  </a:lnTo>
                  <a:lnTo>
                    <a:pt x="81900" y="22577"/>
                  </a:lnTo>
                  <a:lnTo>
                    <a:pt x="48434" y="48434"/>
                  </a:lnTo>
                  <a:lnTo>
                    <a:pt x="22577" y="81900"/>
                  </a:lnTo>
                  <a:lnTo>
                    <a:pt x="5907" y="121399"/>
                  </a:lnTo>
                  <a:lnTo>
                    <a:pt x="0" y="165354"/>
                  </a:lnTo>
                  <a:lnTo>
                    <a:pt x="5907" y="209308"/>
                  </a:lnTo>
                  <a:lnTo>
                    <a:pt x="22577" y="248807"/>
                  </a:lnTo>
                  <a:lnTo>
                    <a:pt x="48434" y="282273"/>
                  </a:lnTo>
                  <a:lnTo>
                    <a:pt x="81900" y="308130"/>
                  </a:lnTo>
                  <a:lnTo>
                    <a:pt x="121399" y="324800"/>
                  </a:lnTo>
                  <a:lnTo>
                    <a:pt x="165353" y="330708"/>
                  </a:lnTo>
                  <a:lnTo>
                    <a:pt x="209308" y="324800"/>
                  </a:lnTo>
                  <a:lnTo>
                    <a:pt x="248807" y="308130"/>
                  </a:lnTo>
                  <a:lnTo>
                    <a:pt x="282273" y="282273"/>
                  </a:lnTo>
                  <a:lnTo>
                    <a:pt x="308130" y="248807"/>
                  </a:lnTo>
                  <a:lnTo>
                    <a:pt x="324800" y="209308"/>
                  </a:lnTo>
                  <a:lnTo>
                    <a:pt x="330708" y="165354"/>
                  </a:lnTo>
                  <a:lnTo>
                    <a:pt x="324800" y="121399"/>
                  </a:lnTo>
                  <a:lnTo>
                    <a:pt x="308130" y="81900"/>
                  </a:lnTo>
                  <a:lnTo>
                    <a:pt x="282273" y="48434"/>
                  </a:lnTo>
                  <a:lnTo>
                    <a:pt x="248807" y="22577"/>
                  </a:lnTo>
                  <a:lnTo>
                    <a:pt x="209308" y="5907"/>
                  </a:lnTo>
                  <a:lnTo>
                    <a:pt x="165353" y="0"/>
                  </a:lnTo>
                  <a:close/>
                </a:path>
              </a:pathLst>
            </a:custGeom>
            <a:solidFill>
              <a:srgbClr val="FFD1D1"/>
            </a:solidFill>
          </p:spPr>
          <p:txBody>
            <a:bodyPr wrap="square" lIns="0" tIns="0" rIns="0" bIns="0" rtlCol="0"/>
            <a:lstStyle/>
            <a:p>
              <a:endParaRPr/>
            </a:p>
          </p:txBody>
        </p:sp>
        <p:sp>
          <p:nvSpPr>
            <p:cNvPr id="32" name="object 32"/>
            <p:cNvSpPr/>
            <p:nvPr/>
          </p:nvSpPr>
          <p:spPr>
            <a:xfrm>
              <a:off x="5542788" y="3835907"/>
              <a:ext cx="330835" cy="330835"/>
            </a:xfrm>
            <a:custGeom>
              <a:avLst/>
              <a:gdLst/>
              <a:ahLst/>
              <a:cxnLst/>
              <a:rect l="l" t="t" r="r" b="b"/>
              <a:pathLst>
                <a:path w="330835" h="330835">
                  <a:moveTo>
                    <a:pt x="0" y="165354"/>
                  </a:moveTo>
                  <a:lnTo>
                    <a:pt x="5907" y="121399"/>
                  </a:lnTo>
                  <a:lnTo>
                    <a:pt x="22577" y="81900"/>
                  </a:lnTo>
                  <a:lnTo>
                    <a:pt x="48434" y="48434"/>
                  </a:lnTo>
                  <a:lnTo>
                    <a:pt x="81900" y="22577"/>
                  </a:lnTo>
                  <a:lnTo>
                    <a:pt x="121399" y="5907"/>
                  </a:lnTo>
                  <a:lnTo>
                    <a:pt x="165353" y="0"/>
                  </a:lnTo>
                  <a:lnTo>
                    <a:pt x="209308" y="5907"/>
                  </a:lnTo>
                  <a:lnTo>
                    <a:pt x="248807" y="22577"/>
                  </a:lnTo>
                  <a:lnTo>
                    <a:pt x="282273" y="48434"/>
                  </a:lnTo>
                  <a:lnTo>
                    <a:pt x="308130" y="81900"/>
                  </a:lnTo>
                  <a:lnTo>
                    <a:pt x="324800" y="121399"/>
                  </a:lnTo>
                  <a:lnTo>
                    <a:pt x="330708" y="165354"/>
                  </a:lnTo>
                  <a:lnTo>
                    <a:pt x="324800" y="209308"/>
                  </a:lnTo>
                  <a:lnTo>
                    <a:pt x="308130" y="248807"/>
                  </a:lnTo>
                  <a:lnTo>
                    <a:pt x="282273" y="282273"/>
                  </a:lnTo>
                  <a:lnTo>
                    <a:pt x="248807" y="308130"/>
                  </a:lnTo>
                  <a:lnTo>
                    <a:pt x="209308" y="324800"/>
                  </a:lnTo>
                  <a:lnTo>
                    <a:pt x="165353" y="330708"/>
                  </a:lnTo>
                  <a:lnTo>
                    <a:pt x="121399" y="324800"/>
                  </a:lnTo>
                  <a:lnTo>
                    <a:pt x="81900" y="308130"/>
                  </a:lnTo>
                  <a:lnTo>
                    <a:pt x="48434" y="282273"/>
                  </a:lnTo>
                  <a:lnTo>
                    <a:pt x="22577" y="248807"/>
                  </a:lnTo>
                  <a:lnTo>
                    <a:pt x="5907" y="209308"/>
                  </a:lnTo>
                  <a:lnTo>
                    <a:pt x="0" y="165354"/>
                  </a:lnTo>
                  <a:close/>
                </a:path>
              </a:pathLst>
            </a:custGeom>
            <a:ln w="9144">
              <a:solidFill>
                <a:srgbClr val="FF0000"/>
              </a:solidFill>
            </a:ln>
          </p:spPr>
          <p:txBody>
            <a:bodyPr wrap="square" lIns="0" tIns="0" rIns="0" bIns="0" rtlCol="0"/>
            <a:lstStyle/>
            <a:p>
              <a:endParaRPr/>
            </a:p>
          </p:txBody>
        </p:sp>
        <p:sp>
          <p:nvSpPr>
            <p:cNvPr id="33" name="object 33"/>
            <p:cNvSpPr/>
            <p:nvPr/>
          </p:nvSpPr>
          <p:spPr>
            <a:xfrm>
              <a:off x="4265676" y="4072127"/>
              <a:ext cx="481965" cy="330835"/>
            </a:xfrm>
            <a:custGeom>
              <a:avLst/>
              <a:gdLst/>
              <a:ahLst/>
              <a:cxnLst/>
              <a:rect l="l" t="t" r="r" b="b"/>
              <a:pathLst>
                <a:path w="481964" h="330835">
                  <a:moveTo>
                    <a:pt x="481584" y="0"/>
                  </a:moveTo>
                  <a:lnTo>
                    <a:pt x="0" y="0"/>
                  </a:lnTo>
                  <a:lnTo>
                    <a:pt x="0" y="330708"/>
                  </a:lnTo>
                  <a:lnTo>
                    <a:pt x="481584" y="330708"/>
                  </a:lnTo>
                  <a:lnTo>
                    <a:pt x="481584" y="0"/>
                  </a:lnTo>
                  <a:close/>
                </a:path>
              </a:pathLst>
            </a:custGeom>
            <a:solidFill>
              <a:srgbClr val="5B9BD4"/>
            </a:solidFill>
          </p:spPr>
          <p:txBody>
            <a:bodyPr wrap="square" lIns="0" tIns="0" rIns="0" bIns="0" rtlCol="0"/>
            <a:lstStyle/>
            <a:p>
              <a:endParaRPr/>
            </a:p>
          </p:txBody>
        </p:sp>
        <p:sp>
          <p:nvSpPr>
            <p:cNvPr id="34" name="object 34"/>
            <p:cNvSpPr/>
            <p:nvPr/>
          </p:nvSpPr>
          <p:spPr>
            <a:xfrm>
              <a:off x="4340352" y="3590543"/>
              <a:ext cx="330835" cy="330835"/>
            </a:xfrm>
            <a:custGeom>
              <a:avLst/>
              <a:gdLst/>
              <a:ahLst/>
              <a:cxnLst/>
              <a:rect l="l" t="t" r="r" b="b"/>
              <a:pathLst>
                <a:path w="330835" h="330835">
                  <a:moveTo>
                    <a:pt x="165353" y="0"/>
                  </a:moveTo>
                  <a:lnTo>
                    <a:pt x="121399" y="5907"/>
                  </a:lnTo>
                  <a:lnTo>
                    <a:pt x="81900" y="22577"/>
                  </a:lnTo>
                  <a:lnTo>
                    <a:pt x="48434" y="48434"/>
                  </a:lnTo>
                  <a:lnTo>
                    <a:pt x="22577" y="81900"/>
                  </a:lnTo>
                  <a:lnTo>
                    <a:pt x="5907" y="121399"/>
                  </a:lnTo>
                  <a:lnTo>
                    <a:pt x="0" y="165353"/>
                  </a:lnTo>
                  <a:lnTo>
                    <a:pt x="5907" y="209308"/>
                  </a:lnTo>
                  <a:lnTo>
                    <a:pt x="22577" y="248807"/>
                  </a:lnTo>
                  <a:lnTo>
                    <a:pt x="48434" y="282273"/>
                  </a:lnTo>
                  <a:lnTo>
                    <a:pt x="81900" y="308130"/>
                  </a:lnTo>
                  <a:lnTo>
                    <a:pt x="121399" y="324800"/>
                  </a:lnTo>
                  <a:lnTo>
                    <a:pt x="165353" y="330707"/>
                  </a:lnTo>
                  <a:lnTo>
                    <a:pt x="209308" y="324800"/>
                  </a:lnTo>
                  <a:lnTo>
                    <a:pt x="248807" y="308130"/>
                  </a:lnTo>
                  <a:lnTo>
                    <a:pt x="282273" y="282273"/>
                  </a:lnTo>
                  <a:lnTo>
                    <a:pt x="308130" y="248807"/>
                  </a:lnTo>
                  <a:lnTo>
                    <a:pt x="324800" y="209308"/>
                  </a:lnTo>
                  <a:lnTo>
                    <a:pt x="330708" y="165353"/>
                  </a:lnTo>
                  <a:lnTo>
                    <a:pt x="324800" y="121399"/>
                  </a:lnTo>
                  <a:lnTo>
                    <a:pt x="308130" y="81900"/>
                  </a:lnTo>
                  <a:lnTo>
                    <a:pt x="282273" y="48434"/>
                  </a:lnTo>
                  <a:lnTo>
                    <a:pt x="248807" y="22577"/>
                  </a:lnTo>
                  <a:lnTo>
                    <a:pt x="209308" y="5907"/>
                  </a:lnTo>
                  <a:lnTo>
                    <a:pt x="165353" y="0"/>
                  </a:lnTo>
                  <a:close/>
                </a:path>
              </a:pathLst>
            </a:custGeom>
            <a:solidFill>
              <a:srgbClr val="FFD1D1"/>
            </a:solidFill>
          </p:spPr>
          <p:txBody>
            <a:bodyPr wrap="square" lIns="0" tIns="0" rIns="0" bIns="0" rtlCol="0"/>
            <a:lstStyle/>
            <a:p>
              <a:endParaRPr/>
            </a:p>
          </p:txBody>
        </p:sp>
        <p:sp>
          <p:nvSpPr>
            <p:cNvPr id="35" name="object 35"/>
            <p:cNvSpPr/>
            <p:nvPr/>
          </p:nvSpPr>
          <p:spPr>
            <a:xfrm>
              <a:off x="4340352" y="3590543"/>
              <a:ext cx="330835" cy="330835"/>
            </a:xfrm>
            <a:custGeom>
              <a:avLst/>
              <a:gdLst/>
              <a:ahLst/>
              <a:cxnLst/>
              <a:rect l="l" t="t" r="r" b="b"/>
              <a:pathLst>
                <a:path w="330835" h="330835">
                  <a:moveTo>
                    <a:pt x="0" y="165353"/>
                  </a:moveTo>
                  <a:lnTo>
                    <a:pt x="5907" y="121399"/>
                  </a:lnTo>
                  <a:lnTo>
                    <a:pt x="22577" y="81900"/>
                  </a:lnTo>
                  <a:lnTo>
                    <a:pt x="48434" y="48434"/>
                  </a:lnTo>
                  <a:lnTo>
                    <a:pt x="81900" y="22577"/>
                  </a:lnTo>
                  <a:lnTo>
                    <a:pt x="121399" y="5907"/>
                  </a:lnTo>
                  <a:lnTo>
                    <a:pt x="165353" y="0"/>
                  </a:lnTo>
                  <a:lnTo>
                    <a:pt x="209308" y="5907"/>
                  </a:lnTo>
                  <a:lnTo>
                    <a:pt x="248807" y="22577"/>
                  </a:lnTo>
                  <a:lnTo>
                    <a:pt x="282273" y="48434"/>
                  </a:lnTo>
                  <a:lnTo>
                    <a:pt x="308130" y="81900"/>
                  </a:lnTo>
                  <a:lnTo>
                    <a:pt x="324800" y="121399"/>
                  </a:lnTo>
                  <a:lnTo>
                    <a:pt x="330708" y="165353"/>
                  </a:lnTo>
                  <a:lnTo>
                    <a:pt x="324800" y="209308"/>
                  </a:lnTo>
                  <a:lnTo>
                    <a:pt x="308130" y="248807"/>
                  </a:lnTo>
                  <a:lnTo>
                    <a:pt x="282273" y="282273"/>
                  </a:lnTo>
                  <a:lnTo>
                    <a:pt x="248807" y="308130"/>
                  </a:lnTo>
                  <a:lnTo>
                    <a:pt x="209308" y="324800"/>
                  </a:lnTo>
                  <a:lnTo>
                    <a:pt x="165353" y="330707"/>
                  </a:lnTo>
                  <a:lnTo>
                    <a:pt x="121399" y="324800"/>
                  </a:lnTo>
                  <a:lnTo>
                    <a:pt x="81900" y="308130"/>
                  </a:lnTo>
                  <a:lnTo>
                    <a:pt x="48434" y="282273"/>
                  </a:lnTo>
                  <a:lnTo>
                    <a:pt x="22577" y="248807"/>
                  </a:lnTo>
                  <a:lnTo>
                    <a:pt x="5907" y="209308"/>
                  </a:lnTo>
                  <a:lnTo>
                    <a:pt x="0" y="165353"/>
                  </a:lnTo>
                  <a:close/>
                </a:path>
              </a:pathLst>
            </a:custGeom>
            <a:ln w="9144">
              <a:solidFill>
                <a:srgbClr val="FF0000"/>
              </a:solidFill>
            </a:ln>
          </p:spPr>
          <p:txBody>
            <a:bodyPr wrap="square" lIns="0" tIns="0" rIns="0" bIns="0" rtlCol="0"/>
            <a:lstStyle/>
            <a:p>
              <a:endParaRPr/>
            </a:p>
          </p:txBody>
        </p:sp>
        <p:sp>
          <p:nvSpPr>
            <p:cNvPr id="36" name="object 36"/>
            <p:cNvSpPr/>
            <p:nvPr/>
          </p:nvSpPr>
          <p:spPr>
            <a:xfrm>
              <a:off x="6009894" y="2631185"/>
              <a:ext cx="76200" cy="459105"/>
            </a:xfrm>
            <a:custGeom>
              <a:avLst/>
              <a:gdLst/>
              <a:ahLst/>
              <a:cxnLst/>
              <a:rect l="l" t="t" r="r" b="b"/>
              <a:pathLst>
                <a:path w="76200" h="459105">
                  <a:moveTo>
                    <a:pt x="48005" y="63500"/>
                  </a:moveTo>
                  <a:lnTo>
                    <a:pt x="28193" y="63500"/>
                  </a:lnTo>
                  <a:lnTo>
                    <a:pt x="28193" y="458850"/>
                  </a:lnTo>
                  <a:lnTo>
                    <a:pt x="48005" y="458850"/>
                  </a:lnTo>
                  <a:lnTo>
                    <a:pt x="48005" y="63500"/>
                  </a:lnTo>
                  <a:close/>
                </a:path>
                <a:path w="76200" h="459105">
                  <a:moveTo>
                    <a:pt x="38100" y="0"/>
                  </a:moveTo>
                  <a:lnTo>
                    <a:pt x="0" y="76200"/>
                  </a:lnTo>
                  <a:lnTo>
                    <a:pt x="28193" y="76200"/>
                  </a:lnTo>
                  <a:lnTo>
                    <a:pt x="28193" y="63500"/>
                  </a:lnTo>
                  <a:lnTo>
                    <a:pt x="69850" y="63500"/>
                  </a:lnTo>
                  <a:lnTo>
                    <a:pt x="38100" y="0"/>
                  </a:lnTo>
                  <a:close/>
                </a:path>
                <a:path w="76200" h="459105">
                  <a:moveTo>
                    <a:pt x="69850" y="63500"/>
                  </a:moveTo>
                  <a:lnTo>
                    <a:pt x="48005" y="63500"/>
                  </a:lnTo>
                  <a:lnTo>
                    <a:pt x="48005" y="76200"/>
                  </a:lnTo>
                  <a:lnTo>
                    <a:pt x="76200" y="76200"/>
                  </a:lnTo>
                  <a:lnTo>
                    <a:pt x="69850" y="63500"/>
                  </a:lnTo>
                  <a:close/>
                </a:path>
              </a:pathLst>
            </a:custGeom>
            <a:solidFill>
              <a:srgbClr val="000000"/>
            </a:solidFill>
          </p:spPr>
          <p:txBody>
            <a:bodyPr wrap="square" lIns="0" tIns="0" rIns="0" bIns="0" rtlCol="0"/>
            <a:lstStyle/>
            <a:p>
              <a:endParaRPr/>
            </a:p>
          </p:txBody>
        </p:sp>
        <p:pic>
          <p:nvPicPr>
            <p:cNvPr id="37" name="object 37"/>
            <p:cNvPicPr/>
            <p:nvPr/>
          </p:nvPicPr>
          <p:blipFill>
            <a:blip r:embed="rId7" cstate="print"/>
            <a:stretch>
              <a:fillRect/>
            </a:stretch>
          </p:blipFill>
          <p:spPr>
            <a:xfrm>
              <a:off x="6035040" y="3080003"/>
              <a:ext cx="135635" cy="227075"/>
            </a:xfrm>
            <a:prstGeom prst="rect">
              <a:avLst/>
            </a:prstGeom>
          </p:spPr>
        </p:pic>
        <p:sp>
          <p:nvSpPr>
            <p:cNvPr id="38" name="object 38"/>
            <p:cNvSpPr/>
            <p:nvPr/>
          </p:nvSpPr>
          <p:spPr>
            <a:xfrm>
              <a:off x="6046470" y="3295649"/>
              <a:ext cx="0" cy="1344295"/>
            </a:xfrm>
            <a:custGeom>
              <a:avLst/>
              <a:gdLst/>
              <a:ahLst/>
              <a:cxnLst/>
              <a:rect l="l" t="t" r="r" b="b"/>
              <a:pathLst>
                <a:path h="1344295">
                  <a:moveTo>
                    <a:pt x="0" y="1344041"/>
                  </a:moveTo>
                  <a:lnTo>
                    <a:pt x="0" y="0"/>
                  </a:lnTo>
                </a:path>
              </a:pathLst>
            </a:custGeom>
            <a:ln w="19812">
              <a:solidFill>
                <a:srgbClr val="000000"/>
              </a:solidFill>
            </a:ln>
          </p:spPr>
          <p:txBody>
            <a:bodyPr wrap="square" lIns="0" tIns="0" rIns="0" bIns="0" rtlCol="0"/>
            <a:lstStyle/>
            <a:p>
              <a:endParaRPr/>
            </a:p>
          </p:txBody>
        </p:sp>
        <p:sp>
          <p:nvSpPr>
            <p:cNvPr id="39" name="object 39"/>
            <p:cNvSpPr/>
            <p:nvPr/>
          </p:nvSpPr>
          <p:spPr>
            <a:xfrm>
              <a:off x="3068574" y="4680965"/>
              <a:ext cx="76200" cy="479425"/>
            </a:xfrm>
            <a:custGeom>
              <a:avLst/>
              <a:gdLst/>
              <a:ahLst/>
              <a:cxnLst/>
              <a:rect l="l" t="t" r="r" b="b"/>
              <a:pathLst>
                <a:path w="76200" h="479425">
                  <a:moveTo>
                    <a:pt x="48006" y="63499"/>
                  </a:moveTo>
                  <a:lnTo>
                    <a:pt x="28193" y="63499"/>
                  </a:lnTo>
                  <a:lnTo>
                    <a:pt x="28193" y="479043"/>
                  </a:lnTo>
                  <a:lnTo>
                    <a:pt x="48006" y="479043"/>
                  </a:lnTo>
                  <a:lnTo>
                    <a:pt x="48006" y="63499"/>
                  </a:lnTo>
                  <a:close/>
                </a:path>
                <a:path w="76200" h="479425">
                  <a:moveTo>
                    <a:pt x="38100" y="0"/>
                  </a:moveTo>
                  <a:lnTo>
                    <a:pt x="0" y="76199"/>
                  </a:lnTo>
                  <a:lnTo>
                    <a:pt x="28193" y="76199"/>
                  </a:lnTo>
                  <a:lnTo>
                    <a:pt x="28193" y="63499"/>
                  </a:lnTo>
                  <a:lnTo>
                    <a:pt x="69850" y="63499"/>
                  </a:lnTo>
                  <a:lnTo>
                    <a:pt x="38100" y="0"/>
                  </a:lnTo>
                  <a:close/>
                </a:path>
                <a:path w="76200" h="479425">
                  <a:moveTo>
                    <a:pt x="69850" y="63499"/>
                  </a:moveTo>
                  <a:lnTo>
                    <a:pt x="48006" y="63499"/>
                  </a:lnTo>
                  <a:lnTo>
                    <a:pt x="48006" y="76199"/>
                  </a:lnTo>
                  <a:lnTo>
                    <a:pt x="76200" y="76199"/>
                  </a:lnTo>
                  <a:lnTo>
                    <a:pt x="69850" y="63499"/>
                  </a:lnTo>
                  <a:close/>
                </a:path>
              </a:pathLst>
            </a:custGeom>
            <a:solidFill>
              <a:srgbClr val="000000"/>
            </a:solidFill>
          </p:spPr>
          <p:txBody>
            <a:bodyPr wrap="square" lIns="0" tIns="0" rIns="0" bIns="0" rtlCol="0"/>
            <a:lstStyle/>
            <a:p>
              <a:endParaRPr/>
            </a:p>
          </p:txBody>
        </p:sp>
      </p:grpSp>
      <p:sp>
        <p:nvSpPr>
          <p:cNvPr id="40" name="object 40"/>
          <p:cNvSpPr txBox="1"/>
          <p:nvPr/>
        </p:nvSpPr>
        <p:spPr>
          <a:xfrm>
            <a:off x="4423028" y="3352106"/>
            <a:ext cx="1454150" cy="808355"/>
          </a:xfrm>
          <a:prstGeom prst="rect">
            <a:avLst/>
          </a:prstGeom>
        </p:spPr>
        <p:txBody>
          <a:bodyPr vert="horz" wrap="square" lIns="0" tIns="16510" rIns="0" bIns="0" rtlCol="0">
            <a:spAutoFit/>
          </a:bodyPr>
          <a:lstStyle/>
          <a:p>
            <a:pPr marL="1083310" algn="ctr">
              <a:lnSpc>
                <a:spcPct val="100000"/>
              </a:lnSpc>
              <a:spcBef>
                <a:spcPts val="130"/>
              </a:spcBef>
            </a:pPr>
            <a:r>
              <a:rPr sz="1450" spc="-25" dirty="0">
                <a:latin typeface="Cambria Math"/>
                <a:cs typeface="Cambria Math"/>
              </a:rPr>
              <a:t>tanh</a:t>
            </a:r>
            <a:endParaRPr sz="1450">
              <a:latin typeface="Cambria Math"/>
              <a:cs typeface="Cambria Math"/>
            </a:endParaRPr>
          </a:p>
          <a:p>
            <a:pPr marL="12700">
              <a:lnSpc>
                <a:spcPts val="2165"/>
              </a:lnSpc>
              <a:spcBef>
                <a:spcPts val="60"/>
              </a:spcBef>
            </a:pPr>
            <a:r>
              <a:rPr sz="2000" dirty="0">
                <a:latin typeface="Symbol"/>
                <a:cs typeface="Symbol"/>
              </a:rPr>
              <a:t></a:t>
            </a:r>
            <a:endParaRPr sz="2000">
              <a:latin typeface="Symbol"/>
              <a:cs typeface="Symbol"/>
            </a:endParaRPr>
          </a:p>
          <a:p>
            <a:pPr marL="1115695" algn="ctr">
              <a:lnSpc>
                <a:spcPts val="2165"/>
              </a:lnSpc>
            </a:pPr>
            <a:r>
              <a:rPr sz="2000" dirty="0">
                <a:latin typeface="Symbol"/>
                <a:cs typeface="Symbol"/>
              </a:rPr>
              <a:t></a:t>
            </a:r>
            <a:endParaRPr sz="2000">
              <a:latin typeface="Symbol"/>
              <a:cs typeface="Symbol"/>
            </a:endParaRPr>
          </a:p>
        </p:txBody>
      </p:sp>
      <p:pic>
        <p:nvPicPr>
          <p:cNvPr id="41" name="object 41"/>
          <p:cNvPicPr/>
          <p:nvPr/>
        </p:nvPicPr>
        <p:blipFill>
          <a:blip r:embed="rId8" cstate="print"/>
          <a:stretch>
            <a:fillRect/>
          </a:stretch>
        </p:blipFill>
        <p:spPr>
          <a:xfrm>
            <a:off x="5978788" y="2408028"/>
            <a:ext cx="127117" cy="159149"/>
          </a:xfrm>
          <a:prstGeom prst="rect">
            <a:avLst/>
          </a:prstGeom>
        </p:spPr>
      </p:pic>
      <p:pic>
        <p:nvPicPr>
          <p:cNvPr id="42" name="object 42"/>
          <p:cNvPicPr/>
          <p:nvPr/>
        </p:nvPicPr>
        <p:blipFill>
          <a:blip r:embed="rId8" cstate="print"/>
          <a:stretch>
            <a:fillRect/>
          </a:stretch>
        </p:blipFill>
        <p:spPr>
          <a:xfrm>
            <a:off x="7156839" y="4604112"/>
            <a:ext cx="127117" cy="159149"/>
          </a:xfrm>
          <a:prstGeom prst="rect">
            <a:avLst/>
          </a:prstGeom>
        </p:spPr>
      </p:pic>
      <p:pic>
        <p:nvPicPr>
          <p:cNvPr id="43" name="object 43"/>
          <p:cNvPicPr/>
          <p:nvPr/>
        </p:nvPicPr>
        <p:blipFill>
          <a:blip r:embed="rId9" cstate="print"/>
          <a:stretch>
            <a:fillRect/>
          </a:stretch>
        </p:blipFill>
        <p:spPr>
          <a:xfrm>
            <a:off x="1943159" y="4599540"/>
            <a:ext cx="291786" cy="159149"/>
          </a:xfrm>
          <a:prstGeom prst="rect">
            <a:avLst/>
          </a:prstGeom>
        </p:spPr>
      </p:pic>
      <p:pic>
        <p:nvPicPr>
          <p:cNvPr id="44" name="object 44"/>
          <p:cNvPicPr/>
          <p:nvPr/>
        </p:nvPicPr>
        <p:blipFill>
          <a:blip r:embed="rId10" cstate="print"/>
          <a:stretch>
            <a:fillRect/>
          </a:stretch>
        </p:blipFill>
        <p:spPr>
          <a:xfrm>
            <a:off x="3037352" y="5271624"/>
            <a:ext cx="165333" cy="159149"/>
          </a:xfrm>
          <a:prstGeom prst="rect">
            <a:avLst/>
          </a:prstGeom>
        </p:spPr>
      </p:pic>
      <p:pic>
        <p:nvPicPr>
          <p:cNvPr id="45" name="object 45"/>
          <p:cNvPicPr/>
          <p:nvPr/>
        </p:nvPicPr>
        <p:blipFill>
          <a:blip r:embed="rId11" cstate="print"/>
          <a:stretch>
            <a:fillRect/>
          </a:stretch>
        </p:blipFill>
        <p:spPr>
          <a:xfrm>
            <a:off x="1937015" y="3095352"/>
            <a:ext cx="307074" cy="159149"/>
          </a:xfrm>
          <a:prstGeom prst="rect">
            <a:avLst/>
          </a:prstGeom>
        </p:spPr>
      </p:pic>
      <p:pic>
        <p:nvPicPr>
          <p:cNvPr id="46" name="object 46"/>
          <p:cNvPicPr/>
          <p:nvPr/>
        </p:nvPicPr>
        <p:blipFill>
          <a:blip r:embed="rId12" cstate="print"/>
          <a:stretch>
            <a:fillRect/>
          </a:stretch>
        </p:blipFill>
        <p:spPr>
          <a:xfrm>
            <a:off x="7149107" y="3107544"/>
            <a:ext cx="142470" cy="159149"/>
          </a:xfrm>
          <a:prstGeom prst="rect">
            <a:avLst/>
          </a:prstGeom>
        </p:spPr>
      </p:pic>
      <p:sp>
        <p:nvSpPr>
          <p:cNvPr id="47" name="object 47"/>
          <p:cNvSpPr txBox="1"/>
          <p:nvPr/>
        </p:nvSpPr>
        <p:spPr>
          <a:xfrm>
            <a:off x="4265676" y="4072128"/>
            <a:ext cx="481965" cy="330835"/>
          </a:xfrm>
          <a:prstGeom prst="rect">
            <a:avLst/>
          </a:prstGeom>
          <a:ln w="9144">
            <a:solidFill>
              <a:srgbClr val="183DAF"/>
            </a:solidFill>
          </a:ln>
        </p:spPr>
        <p:txBody>
          <a:bodyPr vert="horz" wrap="square" lIns="0" tIns="34290" rIns="0" bIns="0" rtlCol="0">
            <a:spAutoFit/>
          </a:bodyPr>
          <a:lstStyle/>
          <a:p>
            <a:pPr marL="21590">
              <a:lnSpc>
                <a:spcPct val="100000"/>
              </a:lnSpc>
              <a:spcBef>
                <a:spcPts val="270"/>
              </a:spcBef>
            </a:pPr>
            <a:r>
              <a:rPr sz="1650" spc="-35" dirty="0">
                <a:latin typeface="Cambria Math"/>
                <a:cs typeface="Cambria Math"/>
              </a:rPr>
              <a:t>tanh</a:t>
            </a:r>
            <a:endParaRPr sz="1650">
              <a:latin typeface="Cambria Math"/>
              <a:cs typeface="Cambria Math"/>
            </a:endParaRPr>
          </a:p>
        </p:txBody>
      </p:sp>
      <p:sp>
        <p:nvSpPr>
          <p:cNvPr id="48" name="object 48"/>
          <p:cNvSpPr txBox="1"/>
          <p:nvPr/>
        </p:nvSpPr>
        <p:spPr>
          <a:xfrm>
            <a:off x="437489" y="431419"/>
            <a:ext cx="3456304"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2.2.</a:t>
            </a:r>
            <a:r>
              <a:rPr sz="1800" spc="-25" dirty="0">
                <a:solidFill>
                  <a:srgbClr val="FFFFFF"/>
                </a:solidFill>
                <a:latin typeface="Ebrima"/>
                <a:cs typeface="Ebrima"/>
              </a:rPr>
              <a:t> </a:t>
            </a:r>
            <a:r>
              <a:rPr sz="1800" dirty="0">
                <a:solidFill>
                  <a:srgbClr val="FFFFFF"/>
                </a:solidFill>
                <a:latin typeface="Ebrima"/>
                <a:cs typeface="Ebrima"/>
              </a:rPr>
              <a:t>Long</a:t>
            </a:r>
            <a:r>
              <a:rPr sz="1800" spc="-35" dirty="0">
                <a:solidFill>
                  <a:srgbClr val="FFFFFF"/>
                </a:solidFill>
                <a:latin typeface="Ebrima"/>
                <a:cs typeface="Ebrima"/>
              </a:rPr>
              <a:t> </a:t>
            </a:r>
            <a:r>
              <a:rPr sz="1800" spc="-5" dirty="0">
                <a:solidFill>
                  <a:srgbClr val="FFFFFF"/>
                </a:solidFill>
                <a:latin typeface="Ebrima"/>
                <a:cs typeface="Ebrima"/>
              </a:rPr>
              <a:t>Short</a:t>
            </a:r>
            <a:r>
              <a:rPr sz="1800" spc="-40" dirty="0">
                <a:solidFill>
                  <a:srgbClr val="FFFFFF"/>
                </a:solidFill>
                <a:latin typeface="Ebrima"/>
                <a:cs typeface="Ebrima"/>
              </a:rPr>
              <a:t> </a:t>
            </a:r>
            <a:r>
              <a:rPr sz="1800" dirty="0">
                <a:solidFill>
                  <a:srgbClr val="FFFFFF"/>
                </a:solidFill>
                <a:latin typeface="Ebrima"/>
                <a:cs typeface="Ebrima"/>
              </a:rPr>
              <a:t>Term</a:t>
            </a:r>
            <a:r>
              <a:rPr sz="1800" spc="-20" dirty="0">
                <a:solidFill>
                  <a:srgbClr val="FFFFFF"/>
                </a:solidFill>
                <a:latin typeface="Ebrima"/>
                <a:cs typeface="Ebrima"/>
              </a:rPr>
              <a:t> </a:t>
            </a:r>
            <a:r>
              <a:rPr sz="1800" dirty="0">
                <a:solidFill>
                  <a:srgbClr val="FFFFFF"/>
                </a:solidFill>
                <a:latin typeface="Ebrima"/>
                <a:cs typeface="Ebrima"/>
              </a:rPr>
              <a:t>Memory</a:t>
            </a:r>
            <a:r>
              <a:rPr sz="1800" spc="-40" dirty="0">
                <a:solidFill>
                  <a:srgbClr val="FFFFFF"/>
                </a:solidFill>
                <a:latin typeface="Ebrima"/>
                <a:cs typeface="Ebrima"/>
              </a:rPr>
              <a:t> </a:t>
            </a:r>
            <a:r>
              <a:rPr sz="1800" spc="-5" dirty="0">
                <a:solidFill>
                  <a:srgbClr val="FFFFFF"/>
                </a:solidFill>
                <a:latin typeface="Ebrima"/>
                <a:cs typeface="Ebrima"/>
              </a:rPr>
              <a:t>Cell</a:t>
            </a:r>
            <a:endParaRPr sz="1800">
              <a:latin typeface="Ebrima"/>
              <a:cs typeface="Ebrima"/>
            </a:endParaRPr>
          </a:p>
        </p:txBody>
      </p:sp>
      <p:sp>
        <p:nvSpPr>
          <p:cNvPr id="49" name="object 4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02</a:t>
            </a:r>
            <a:endParaRPr sz="1600">
              <a:latin typeface="Ebrima"/>
              <a:cs typeface="Ebrim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3582" y="6524434"/>
            <a:ext cx="7988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4563"/>
            <a:ext cx="2041398" cy="174498"/>
          </a:xfrm>
          <a:prstGeom prst="rect">
            <a:avLst/>
          </a:prstGeom>
        </p:spPr>
      </p:pic>
      <p:pic>
        <p:nvPicPr>
          <p:cNvPr id="7" name="object 7"/>
          <p:cNvPicPr/>
          <p:nvPr/>
        </p:nvPicPr>
        <p:blipFill>
          <a:blip r:embed="rId6" cstate="print"/>
          <a:stretch>
            <a:fillRect/>
          </a:stretch>
        </p:blipFill>
        <p:spPr>
          <a:xfrm>
            <a:off x="710183" y="1805939"/>
            <a:ext cx="3224022" cy="162305"/>
          </a:xfrm>
          <a:prstGeom prst="rect">
            <a:avLst/>
          </a:prstGeom>
        </p:spPr>
      </p:pic>
      <p:sp>
        <p:nvSpPr>
          <p:cNvPr id="8" name="object 8"/>
          <p:cNvSpPr txBox="1"/>
          <p:nvPr/>
        </p:nvSpPr>
        <p:spPr>
          <a:xfrm>
            <a:off x="437489" y="431419"/>
            <a:ext cx="3456304"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2.2.</a:t>
            </a:r>
            <a:r>
              <a:rPr sz="1800" spc="-25" dirty="0">
                <a:solidFill>
                  <a:srgbClr val="FFFFFF"/>
                </a:solidFill>
                <a:latin typeface="Ebrima"/>
                <a:cs typeface="Ebrima"/>
              </a:rPr>
              <a:t> </a:t>
            </a:r>
            <a:r>
              <a:rPr sz="1800" dirty="0">
                <a:solidFill>
                  <a:srgbClr val="FFFFFF"/>
                </a:solidFill>
                <a:latin typeface="Ebrima"/>
                <a:cs typeface="Ebrima"/>
              </a:rPr>
              <a:t>Long</a:t>
            </a:r>
            <a:r>
              <a:rPr sz="1800" spc="-35" dirty="0">
                <a:solidFill>
                  <a:srgbClr val="FFFFFF"/>
                </a:solidFill>
                <a:latin typeface="Ebrima"/>
                <a:cs typeface="Ebrima"/>
              </a:rPr>
              <a:t> </a:t>
            </a:r>
            <a:r>
              <a:rPr sz="1800" spc="-5" dirty="0">
                <a:solidFill>
                  <a:srgbClr val="FFFFFF"/>
                </a:solidFill>
                <a:latin typeface="Ebrima"/>
                <a:cs typeface="Ebrima"/>
              </a:rPr>
              <a:t>Short</a:t>
            </a:r>
            <a:r>
              <a:rPr sz="1800" spc="-40" dirty="0">
                <a:solidFill>
                  <a:srgbClr val="FFFFFF"/>
                </a:solidFill>
                <a:latin typeface="Ebrima"/>
                <a:cs typeface="Ebrima"/>
              </a:rPr>
              <a:t> </a:t>
            </a:r>
            <a:r>
              <a:rPr sz="1800" dirty="0">
                <a:solidFill>
                  <a:srgbClr val="FFFFFF"/>
                </a:solidFill>
                <a:latin typeface="Ebrima"/>
                <a:cs typeface="Ebrima"/>
              </a:rPr>
              <a:t>Term</a:t>
            </a:r>
            <a:r>
              <a:rPr sz="1800" spc="-20" dirty="0">
                <a:solidFill>
                  <a:srgbClr val="FFFFFF"/>
                </a:solidFill>
                <a:latin typeface="Ebrima"/>
                <a:cs typeface="Ebrima"/>
              </a:rPr>
              <a:t> </a:t>
            </a:r>
            <a:r>
              <a:rPr sz="1800" dirty="0">
                <a:solidFill>
                  <a:srgbClr val="FFFFFF"/>
                </a:solidFill>
                <a:latin typeface="Ebrima"/>
                <a:cs typeface="Ebrima"/>
              </a:rPr>
              <a:t>Memory</a:t>
            </a:r>
            <a:r>
              <a:rPr sz="1800" spc="-40" dirty="0">
                <a:solidFill>
                  <a:srgbClr val="FFFFFF"/>
                </a:solidFill>
                <a:latin typeface="Ebrima"/>
                <a:cs typeface="Ebrima"/>
              </a:rPr>
              <a:t> </a:t>
            </a:r>
            <a:r>
              <a:rPr sz="1800" spc="-5" dirty="0">
                <a:solidFill>
                  <a:srgbClr val="FFFFFF"/>
                </a:solidFill>
                <a:latin typeface="Ebrima"/>
                <a:cs typeface="Ebrima"/>
              </a:rPr>
              <a:t>Cell</a:t>
            </a:r>
            <a:endParaRPr sz="1800">
              <a:latin typeface="Ebrima"/>
              <a:cs typeface="Ebrima"/>
            </a:endParaRPr>
          </a:p>
        </p:txBody>
      </p:sp>
      <p:sp>
        <p:nvSpPr>
          <p:cNvPr id="9" name="object 9"/>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02</a:t>
            </a:r>
            <a:endParaRPr sz="1600">
              <a:latin typeface="Ebrima"/>
              <a:cs typeface="Ebrima"/>
            </a:endParaRPr>
          </a:p>
        </p:txBody>
      </p:sp>
      <p:pic>
        <p:nvPicPr>
          <p:cNvPr id="10" name="object 10"/>
          <p:cNvPicPr/>
          <p:nvPr/>
        </p:nvPicPr>
        <p:blipFill>
          <a:blip r:embed="rId7" cstate="print"/>
          <a:stretch>
            <a:fillRect/>
          </a:stretch>
        </p:blipFill>
        <p:spPr>
          <a:xfrm>
            <a:off x="2686843" y="4566012"/>
            <a:ext cx="331438" cy="159149"/>
          </a:xfrm>
          <a:prstGeom prst="rect">
            <a:avLst/>
          </a:prstGeom>
        </p:spPr>
      </p:pic>
      <p:grpSp>
        <p:nvGrpSpPr>
          <p:cNvPr id="11" name="object 11"/>
          <p:cNvGrpSpPr/>
          <p:nvPr/>
        </p:nvGrpSpPr>
        <p:grpSpPr>
          <a:xfrm>
            <a:off x="2398014" y="2980182"/>
            <a:ext cx="5108575" cy="1439545"/>
            <a:chOff x="2398014" y="2980182"/>
            <a:chExt cx="5108575" cy="1439545"/>
          </a:xfrm>
        </p:grpSpPr>
        <p:sp>
          <p:nvSpPr>
            <p:cNvPr id="12" name="object 12"/>
            <p:cNvSpPr/>
            <p:nvPr/>
          </p:nvSpPr>
          <p:spPr>
            <a:xfrm>
              <a:off x="2843022" y="2980181"/>
              <a:ext cx="1449705" cy="1439545"/>
            </a:xfrm>
            <a:custGeom>
              <a:avLst/>
              <a:gdLst/>
              <a:ahLst/>
              <a:cxnLst/>
              <a:rect l="l" t="t" r="r" b="b"/>
              <a:pathLst>
                <a:path w="1449704" h="1439545">
                  <a:moveTo>
                    <a:pt x="76200" y="1155192"/>
                  </a:moveTo>
                  <a:lnTo>
                    <a:pt x="69850" y="1142492"/>
                  </a:lnTo>
                  <a:lnTo>
                    <a:pt x="38100" y="1078992"/>
                  </a:lnTo>
                  <a:lnTo>
                    <a:pt x="0" y="1155192"/>
                  </a:lnTo>
                  <a:lnTo>
                    <a:pt x="28194" y="1155192"/>
                  </a:lnTo>
                  <a:lnTo>
                    <a:pt x="28194" y="1439037"/>
                  </a:lnTo>
                  <a:lnTo>
                    <a:pt x="48006" y="1439037"/>
                  </a:lnTo>
                  <a:lnTo>
                    <a:pt x="48006" y="1155192"/>
                  </a:lnTo>
                  <a:lnTo>
                    <a:pt x="76200" y="1155192"/>
                  </a:lnTo>
                  <a:close/>
                </a:path>
                <a:path w="1449704" h="1439545">
                  <a:moveTo>
                    <a:pt x="1013460" y="76200"/>
                  </a:moveTo>
                  <a:lnTo>
                    <a:pt x="1007110" y="63500"/>
                  </a:lnTo>
                  <a:lnTo>
                    <a:pt x="975360" y="0"/>
                  </a:lnTo>
                  <a:lnTo>
                    <a:pt x="937260" y="76200"/>
                  </a:lnTo>
                  <a:lnTo>
                    <a:pt x="965454" y="76200"/>
                  </a:lnTo>
                  <a:lnTo>
                    <a:pt x="965454" y="360045"/>
                  </a:lnTo>
                  <a:lnTo>
                    <a:pt x="985266" y="360045"/>
                  </a:lnTo>
                  <a:lnTo>
                    <a:pt x="985266" y="76200"/>
                  </a:lnTo>
                  <a:lnTo>
                    <a:pt x="1013460" y="76200"/>
                  </a:lnTo>
                  <a:close/>
                </a:path>
                <a:path w="1449704" h="1439545">
                  <a:moveTo>
                    <a:pt x="1449324" y="929640"/>
                  </a:moveTo>
                  <a:lnTo>
                    <a:pt x="1429512" y="919734"/>
                  </a:lnTo>
                  <a:lnTo>
                    <a:pt x="1373124" y="891540"/>
                  </a:lnTo>
                  <a:lnTo>
                    <a:pt x="1373124" y="919734"/>
                  </a:lnTo>
                  <a:lnTo>
                    <a:pt x="1161288" y="919734"/>
                  </a:lnTo>
                  <a:lnTo>
                    <a:pt x="1161288" y="939546"/>
                  </a:lnTo>
                  <a:lnTo>
                    <a:pt x="1373124" y="939546"/>
                  </a:lnTo>
                  <a:lnTo>
                    <a:pt x="1373124" y="967740"/>
                  </a:lnTo>
                  <a:lnTo>
                    <a:pt x="1429512" y="939546"/>
                  </a:lnTo>
                  <a:lnTo>
                    <a:pt x="1449324" y="929640"/>
                  </a:lnTo>
                  <a:close/>
                </a:path>
                <a:path w="1449704" h="1439545">
                  <a:moveTo>
                    <a:pt x="1449324" y="507492"/>
                  </a:moveTo>
                  <a:lnTo>
                    <a:pt x="1429499" y="497586"/>
                  </a:lnTo>
                  <a:lnTo>
                    <a:pt x="1373124" y="469392"/>
                  </a:lnTo>
                  <a:lnTo>
                    <a:pt x="1373124" y="497586"/>
                  </a:lnTo>
                  <a:lnTo>
                    <a:pt x="1161288" y="497586"/>
                  </a:lnTo>
                  <a:lnTo>
                    <a:pt x="1161288" y="517398"/>
                  </a:lnTo>
                  <a:lnTo>
                    <a:pt x="1373124" y="517398"/>
                  </a:lnTo>
                  <a:lnTo>
                    <a:pt x="1373124" y="545592"/>
                  </a:lnTo>
                  <a:lnTo>
                    <a:pt x="1429512" y="517398"/>
                  </a:lnTo>
                  <a:lnTo>
                    <a:pt x="1449324" y="507492"/>
                  </a:lnTo>
                  <a:close/>
                </a:path>
              </a:pathLst>
            </a:custGeom>
            <a:solidFill>
              <a:srgbClr val="183DAF"/>
            </a:solidFill>
          </p:spPr>
          <p:txBody>
            <a:bodyPr wrap="square" lIns="0" tIns="0" rIns="0" bIns="0" rtlCol="0"/>
            <a:lstStyle/>
            <a:p>
              <a:endParaRPr/>
            </a:p>
          </p:txBody>
        </p:sp>
        <p:sp>
          <p:nvSpPr>
            <p:cNvPr id="13" name="object 13"/>
            <p:cNvSpPr/>
            <p:nvPr/>
          </p:nvSpPr>
          <p:spPr>
            <a:xfrm>
              <a:off x="2398014" y="3449573"/>
              <a:ext cx="288290" cy="498475"/>
            </a:xfrm>
            <a:custGeom>
              <a:avLst/>
              <a:gdLst/>
              <a:ahLst/>
              <a:cxnLst/>
              <a:rect l="l" t="t" r="r" b="b"/>
              <a:pathLst>
                <a:path w="288289" h="498475">
                  <a:moveTo>
                    <a:pt x="288036" y="460248"/>
                  </a:moveTo>
                  <a:lnTo>
                    <a:pt x="268224" y="450342"/>
                  </a:lnTo>
                  <a:lnTo>
                    <a:pt x="211836" y="422148"/>
                  </a:lnTo>
                  <a:lnTo>
                    <a:pt x="211836" y="450342"/>
                  </a:lnTo>
                  <a:lnTo>
                    <a:pt x="0" y="450342"/>
                  </a:lnTo>
                  <a:lnTo>
                    <a:pt x="0" y="470154"/>
                  </a:lnTo>
                  <a:lnTo>
                    <a:pt x="211836" y="470154"/>
                  </a:lnTo>
                  <a:lnTo>
                    <a:pt x="211836" y="498348"/>
                  </a:lnTo>
                  <a:lnTo>
                    <a:pt x="268224" y="470154"/>
                  </a:lnTo>
                  <a:lnTo>
                    <a:pt x="288036" y="460248"/>
                  </a:lnTo>
                  <a:close/>
                </a:path>
                <a:path w="288289" h="498475">
                  <a:moveTo>
                    <a:pt x="288036" y="38100"/>
                  </a:moveTo>
                  <a:lnTo>
                    <a:pt x="268211" y="28194"/>
                  </a:lnTo>
                  <a:lnTo>
                    <a:pt x="211836" y="0"/>
                  </a:lnTo>
                  <a:lnTo>
                    <a:pt x="211836" y="28194"/>
                  </a:lnTo>
                  <a:lnTo>
                    <a:pt x="0" y="28194"/>
                  </a:lnTo>
                  <a:lnTo>
                    <a:pt x="0" y="48006"/>
                  </a:lnTo>
                  <a:lnTo>
                    <a:pt x="211836" y="48006"/>
                  </a:lnTo>
                  <a:lnTo>
                    <a:pt x="211836" y="76200"/>
                  </a:lnTo>
                  <a:lnTo>
                    <a:pt x="268224" y="48006"/>
                  </a:lnTo>
                  <a:lnTo>
                    <a:pt x="288036" y="38100"/>
                  </a:lnTo>
                  <a:close/>
                </a:path>
              </a:pathLst>
            </a:custGeom>
            <a:solidFill>
              <a:srgbClr val="000000">
                <a:alpha val="19999"/>
              </a:srgbClr>
            </a:solidFill>
          </p:spPr>
          <p:txBody>
            <a:bodyPr wrap="square" lIns="0" tIns="0" rIns="0" bIns="0" rtlCol="0"/>
            <a:lstStyle/>
            <a:p>
              <a:endParaRPr/>
            </a:p>
          </p:txBody>
        </p:sp>
        <p:sp>
          <p:nvSpPr>
            <p:cNvPr id="14" name="object 14"/>
            <p:cNvSpPr/>
            <p:nvPr/>
          </p:nvSpPr>
          <p:spPr>
            <a:xfrm>
              <a:off x="2703576" y="3339084"/>
              <a:ext cx="1300480" cy="719455"/>
            </a:xfrm>
            <a:custGeom>
              <a:avLst/>
              <a:gdLst/>
              <a:ahLst/>
              <a:cxnLst/>
              <a:rect l="l" t="t" r="r" b="b"/>
              <a:pathLst>
                <a:path w="1300479" h="719454">
                  <a:moveTo>
                    <a:pt x="1262379" y="0"/>
                  </a:moveTo>
                  <a:lnTo>
                    <a:pt x="37592" y="0"/>
                  </a:lnTo>
                  <a:lnTo>
                    <a:pt x="22931" y="2944"/>
                  </a:lnTo>
                  <a:lnTo>
                    <a:pt x="10985" y="10985"/>
                  </a:lnTo>
                  <a:lnTo>
                    <a:pt x="2944" y="22931"/>
                  </a:lnTo>
                  <a:lnTo>
                    <a:pt x="0" y="37591"/>
                  </a:lnTo>
                  <a:lnTo>
                    <a:pt x="0" y="681735"/>
                  </a:lnTo>
                  <a:lnTo>
                    <a:pt x="2944" y="696396"/>
                  </a:lnTo>
                  <a:lnTo>
                    <a:pt x="10985" y="708342"/>
                  </a:lnTo>
                  <a:lnTo>
                    <a:pt x="22931" y="716383"/>
                  </a:lnTo>
                  <a:lnTo>
                    <a:pt x="37592" y="719327"/>
                  </a:lnTo>
                  <a:lnTo>
                    <a:pt x="1262379" y="719327"/>
                  </a:lnTo>
                  <a:lnTo>
                    <a:pt x="1277040" y="716383"/>
                  </a:lnTo>
                  <a:lnTo>
                    <a:pt x="1288986" y="708342"/>
                  </a:lnTo>
                  <a:lnTo>
                    <a:pt x="1297027" y="696396"/>
                  </a:lnTo>
                  <a:lnTo>
                    <a:pt x="1299972" y="681735"/>
                  </a:lnTo>
                  <a:lnTo>
                    <a:pt x="1299972" y="37591"/>
                  </a:lnTo>
                  <a:lnTo>
                    <a:pt x="1297027" y="22931"/>
                  </a:lnTo>
                  <a:lnTo>
                    <a:pt x="1288986" y="10985"/>
                  </a:lnTo>
                  <a:lnTo>
                    <a:pt x="1277040" y="2944"/>
                  </a:lnTo>
                  <a:lnTo>
                    <a:pt x="1262379" y="0"/>
                  </a:lnTo>
                  <a:close/>
                </a:path>
              </a:pathLst>
            </a:custGeom>
            <a:solidFill>
              <a:srgbClr val="CFE1F3"/>
            </a:solidFill>
          </p:spPr>
          <p:txBody>
            <a:bodyPr wrap="square" lIns="0" tIns="0" rIns="0" bIns="0" rtlCol="0"/>
            <a:lstStyle/>
            <a:p>
              <a:endParaRPr/>
            </a:p>
          </p:txBody>
        </p:sp>
        <p:sp>
          <p:nvSpPr>
            <p:cNvPr id="15" name="object 15"/>
            <p:cNvSpPr/>
            <p:nvPr/>
          </p:nvSpPr>
          <p:spPr>
            <a:xfrm>
              <a:off x="2703576" y="3339084"/>
              <a:ext cx="1300480" cy="719455"/>
            </a:xfrm>
            <a:custGeom>
              <a:avLst/>
              <a:gdLst/>
              <a:ahLst/>
              <a:cxnLst/>
              <a:rect l="l" t="t" r="r" b="b"/>
              <a:pathLst>
                <a:path w="1300479" h="719454">
                  <a:moveTo>
                    <a:pt x="0" y="37591"/>
                  </a:moveTo>
                  <a:lnTo>
                    <a:pt x="2944" y="22931"/>
                  </a:lnTo>
                  <a:lnTo>
                    <a:pt x="10985" y="10985"/>
                  </a:lnTo>
                  <a:lnTo>
                    <a:pt x="22931" y="2944"/>
                  </a:lnTo>
                  <a:lnTo>
                    <a:pt x="37592" y="0"/>
                  </a:lnTo>
                  <a:lnTo>
                    <a:pt x="1262379" y="0"/>
                  </a:lnTo>
                  <a:lnTo>
                    <a:pt x="1277040" y="2944"/>
                  </a:lnTo>
                  <a:lnTo>
                    <a:pt x="1288986" y="10985"/>
                  </a:lnTo>
                  <a:lnTo>
                    <a:pt x="1297027" y="22931"/>
                  </a:lnTo>
                  <a:lnTo>
                    <a:pt x="1299972" y="37591"/>
                  </a:lnTo>
                  <a:lnTo>
                    <a:pt x="1299972" y="681735"/>
                  </a:lnTo>
                  <a:lnTo>
                    <a:pt x="1297027" y="696396"/>
                  </a:lnTo>
                  <a:lnTo>
                    <a:pt x="1288986" y="708342"/>
                  </a:lnTo>
                  <a:lnTo>
                    <a:pt x="1277040" y="716383"/>
                  </a:lnTo>
                  <a:lnTo>
                    <a:pt x="1262379" y="719327"/>
                  </a:lnTo>
                  <a:lnTo>
                    <a:pt x="37592" y="719327"/>
                  </a:lnTo>
                  <a:lnTo>
                    <a:pt x="22931" y="716383"/>
                  </a:lnTo>
                  <a:lnTo>
                    <a:pt x="10985" y="708342"/>
                  </a:lnTo>
                  <a:lnTo>
                    <a:pt x="2944" y="696396"/>
                  </a:lnTo>
                  <a:lnTo>
                    <a:pt x="0" y="681735"/>
                  </a:lnTo>
                  <a:lnTo>
                    <a:pt x="0" y="37591"/>
                  </a:lnTo>
                  <a:close/>
                </a:path>
              </a:pathLst>
            </a:custGeom>
            <a:ln w="9143">
              <a:solidFill>
                <a:srgbClr val="183DAF"/>
              </a:solidFill>
            </a:ln>
          </p:spPr>
          <p:txBody>
            <a:bodyPr wrap="square" lIns="0" tIns="0" rIns="0" bIns="0" rtlCol="0"/>
            <a:lstStyle/>
            <a:p>
              <a:endParaRPr/>
            </a:p>
          </p:txBody>
        </p:sp>
        <p:sp>
          <p:nvSpPr>
            <p:cNvPr id="16" name="object 16"/>
            <p:cNvSpPr/>
            <p:nvPr/>
          </p:nvSpPr>
          <p:spPr>
            <a:xfrm>
              <a:off x="4449318" y="2980181"/>
              <a:ext cx="1449705" cy="1439545"/>
            </a:xfrm>
            <a:custGeom>
              <a:avLst/>
              <a:gdLst/>
              <a:ahLst/>
              <a:cxnLst/>
              <a:rect l="l" t="t" r="r" b="b"/>
              <a:pathLst>
                <a:path w="1449704" h="1439545">
                  <a:moveTo>
                    <a:pt x="76200" y="1155192"/>
                  </a:moveTo>
                  <a:lnTo>
                    <a:pt x="69850" y="1142492"/>
                  </a:lnTo>
                  <a:lnTo>
                    <a:pt x="38100" y="1078992"/>
                  </a:lnTo>
                  <a:lnTo>
                    <a:pt x="0" y="1155192"/>
                  </a:lnTo>
                  <a:lnTo>
                    <a:pt x="28194" y="1155192"/>
                  </a:lnTo>
                  <a:lnTo>
                    <a:pt x="28194" y="1439037"/>
                  </a:lnTo>
                  <a:lnTo>
                    <a:pt x="48006" y="1439037"/>
                  </a:lnTo>
                  <a:lnTo>
                    <a:pt x="48006" y="1155192"/>
                  </a:lnTo>
                  <a:lnTo>
                    <a:pt x="76200" y="1155192"/>
                  </a:lnTo>
                  <a:close/>
                </a:path>
                <a:path w="1449704" h="1439545">
                  <a:moveTo>
                    <a:pt x="1013460" y="76200"/>
                  </a:moveTo>
                  <a:lnTo>
                    <a:pt x="1007110" y="63500"/>
                  </a:lnTo>
                  <a:lnTo>
                    <a:pt x="975360" y="0"/>
                  </a:lnTo>
                  <a:lnTo>
                    <a:pt x="937260" y="76200"/>
                  </a:lnTo>
                  <a:lnTo>
                    <a:pt x="965454" y="76200"/>
                  </a:lnTo>
                  <a:lnTo>
                    <a:pt x="965454" y="360045"/>
                  </a:lnTo>
                  <a:lnTo>
                    <a:pt x="985266" y="360045"/>
                  </a:lnTo>
                  <a:lnTo>
                    <a:pt x="985266" y="76200"/>
                  </a:lnTo>
                  <a:lnTo>
                    <a:pt x="1013460" y="76200"/>
                  </a:lnTo>
                  <a:close/>
                </a:path>
                <a:path w="1449704" h="1439545">
                  <a:moveTo>
                    <a:pt x="1449324" y="929640"/>
                  </a:moveTo>
                  <a:lnTo>
                    <a:pt x="1429512" y="919734"/>
                  </a:lnTo>
                  <a:lnTo>
                    <a:pt x="1373124" y="891540"/>
                  </a:lnTo>
                  <a:lnTo>
                    <a:pt x="1373124" y="919734"/>
                  </a:lnTo>
                  <a:lnTo>
                    <a:pt x="1161288" y="919734"/>
                  </a:lnTo>
                  <a:lnTo>
                    <a:pt x="1161288" y="939546"/>
                  </a:lnTo>
                  <a:lnTo>
                    <a:pt x="1373124" y="939546"/>
                  </a:lnTo>
                  <a:lnTo>
                    <a:pt x="1373124" y="967740"/>
                  </a:lnTo>
                  <a:lnTo>
                    <a:pt x="1429512" y="939546"/>
                  </a:lnTo>
                  <a:lnTo>
                    <a:pt x="1449324" y="929640"/>
                  </a:lnTo>
                  <a:close/>
                </a:path>
                <a:path w="1449704" h="1439545">
                  <a:moveTo>
                    <a:pt x="1449324" y="507492"/>
                  </a:moveTo>
                  <a:lnTo>
                    <a:pt x="1429499" y="497586"/>
                  </a:lnTo>
                  <a:lnTo>
                    <a:pt x="1373124" y="469392"/>
                  </a:lnTo>
                  <a:lnTo>
                    <a:pt x="1373124" y="497586"/>
                  </a:lnTo>
                  <a:lnTo>
                    <a:pt x="1161288" y="497586"/>
                  </a:lnTo>
                  <a:lnTo>
                    <a:pt x="1161288" y="517398"/>
                  </a:lnTo>
                  <a:lnTo>
                    <a:pt x="1373124" y="517398"/>
                  </a:lnTo>
                  <a:lnTo>
                    <a:pt x="1373124" y="545592"/>
                  </a:lnTo>
                  <a:lnTo>
                    <a:pt x="1429512" y="517398"/>
                  </a:lnTo>
                  <a:lnTo>
                    <a:pt x="1449324" y="507492"/>
                  </a:lnTo>
                  <a:close/>
                </a:path>
              </a:pathLst>
            </a:custGeom>
            <a:solidFill>
              <a:srgbClr val="183DAF"/>
            </a:solidFill>
          </p:spPr>
          <p:txBody>
            <a:bodyPr wrap="square" lIns="0" tIns="0" rIns="0" bIns="0" rtlCol="0"/>
            <a:lstStyle/>
            <a:p>
              <a:endParaRPr/>
            </a:p>
          </p:txBody>
        </p:sp>
        <p:sp>
          <p:nvSpPr>
            <p:cNvPr id="17" name="object 17"/>
            <p:cNvSpPr/>
            <p:nvPr/>
          </p:nvSpPr>
          <p:spPr>
            <a:xfrm>
              <a:off x="4309872" y="3339084"/>
              <a:ext cx="1300480" cy="719455"/>
            </a:xfrm>
            <a:custGeom>
              <a:avLst/>
              <a:gdLst/>
              <a:ahLst/>
              <a:cxnLst/>
              <a:rect l="l" t="t" r="r" b="b"/>
              <a:pathLst>
                <a:path w="1300479" h="719454">
                  <a:moveTo>
                    <a:pt x="1262379" y="0"/>
                  </a:moveTo>
                  <a:lnTo>
                    <a:pt x="37591" y="0"/>
                  </a:lnTo>
                  <a:lnTo>
                    <a:pt x="22931" y="2944"/>
                  </a:lnTo>
                  <a:lnTo>
                    <a:pt x="10985" y="10985"/>
                  </a:lnTo>
                  <a:lnTo>
                    <a:pt x="2944" y="22931"/>
                  </a:lnTo>
                  <a:lnTo>
                    <a:pt x="0" y="37591"/>
                  </a:lnTo>
                  <a:lnTo>
                    <a:pt x="0" y="681735"/>
                  </a:lnTo>
                  <a:lnTo>
                    <a:pt x="2944" y="696396"/>
                  </a:lnTo>
                  <a:lnTo>
                    <a:pt x="10985" y="708342"/>
                  </a:lnTo>
                  <a:lnTo>
                    <a:pt x="22931" y="716383"/>
                  </a:lnTo>
                  <a:lnTo>
                    <a:pt x="37591" y="719327"/>
                  </a:lnTo>
                  <a:lnTo>
                    <a:pt x="1262379" y="719327"/>
                  </a:lnTo>
                  <a:lnTo>
                    <a:pt x="1277040" y="716383"/>
                  </a:lnTo>
                  <a:lnTo>
                    <a:pt x="1288986" y="708342"/>
                  </a:lnTo>
                  <a:lnTo>
                    <a:pt x="1297027" y="696396"/>
                  </a:lnTo>
                  <a:lnTo>
                    <a:pt x="1299972" y="681735"/>
                  </a:lnTo>
                  <a:lnTo>
                    <a:pt x="1299972" y="37591"/>
                  </a:lnTo>
                  <a:lnTo>
                    <a:pt x="1297027" y="22931"/>
                  </a:lnTo>
                  <a:lnTo>
                    <a:pt x="1288986" y="10985"/>
                  </a:lnTo>
                  <a:lnTo>
                    <a:pt x="1277040" y="2944"/>
                  </a:lnTo>
                  <a:lnTo>
                    <a:pt x="1262379" y="0"/>
                  </a:lnTo>
                  <a:close/>
                </a:path>
              </a:pathLst>
            </a:custGeom>
            <a:solidFill>
              <a:srgbClr val="CFE1F3"/>
            </a:solidFill>
          </p:spPr>
          <p:txBody>
            <a:bodyPr wrap="square" lIns="0" tIns="0" rIns="0" bIns="0" rtlCol="0"/>
            <a:lstStyle/>
            <a:p>
              <a:endParaRPr/>
            </a:p>
          </p:txBody>
        </p:sp>
        <p:sp>
          <p:nvSpPr>
            <p:cNvPr id="18" name="object 18"/>
            <p:cNvSpPr/>
            <p:nvPr/>
          </p:nvSpPr>
          <p:spPr>
            <a:xfrm>
              <a:off x="4309872" y="3339084"/>
              <a:ext cx="1300480" cy="719455"/>
            </a:xfrm>
            <a:custGeom>
              <a:avLst/>
              <a:gdLst/>
              <a:ahLst/>
              <a:cxnLst/>
              <a:rect l="l" t="t" r="r" b="b"/>
              <a:pathLst>
                <a:path w="1300479" h="719454">
                  <a:moveTo>
                    <a:pt x="0" y="37591"/>
                  </a:moveTo>
                  <a:lnTo>
                    <a:pt x="2944" y="22931"/>
                  </a:lnTo>
                  <a:lnTo>
                    <a:pt x="10985" y="10985"/>
                  </a:lnTo>
                  <a:lnTo>
                    <a:pt x="22931" y="2944"/>
                  </a:lnTo>
                  <a:lnTo>
                    <a:pt x="37591" y="0"/>
                  </a:lnTo>
                  <a:lnTo>
                    <a:pt x="1262379" y="0"/>
                  </a:lnTo>
                  <a:lnTo>
                    <a:pt x="1277040" y="2944"/>
                  </a:lnTo>
                  <a:lnTo>
                    <a:pt x="1288986" y="10985"/>
                  </a:lnTo>
                  <a:lnTo>
                    <a:pt x="1297027" y="22931"/>
                  </a:lnTo>
                  <a:lnTo>
                    <a:pt x="1299972" y="37591"/>
                  </a:lnTo>
                  <a:lnTo>
                    <a:pt x="1299972" y="681735"/>
                  </a:lnTo>
                  <a:lnTo>
                    <a:pt x="1297027" y="696396"/>
                  </a:lnTo>
                  <a:lnTo>
                    <a:pt x="1288986" y="708342"/>
                  </a:lnTo>
                  <a:lnTo>
                    <a:pt x="1277040" y="716383"/>
                  </a:lnTo>
                  <a:lnTo>
                    <a:pt x="1262379" y="719327"/>
                  </a:lnTo>
                  <a:lnTo>
                    <a:pt x="37591" y="719327"/>
                  </a:lnTo>
                  <a:lnTo>
                    <a:pt x="22931" y="716383"/>
                  </a:lnTo>
                  <a:lnTo>
                    <a:pt x="10985" y="708342"/>
                  </a:lnTo>
                  <a:lnTo>
                    <a:pt x="2944" y="696396"/>
                  </a:lnTo>
                  <a:lnTo>
                    <a:pt x="0" y="681735"/>
                  </a:lnTo>
                  <a:lnTo>
                    <a:pt x="0" y="37591"/>
                  </a:lnTo>
                  <a:close/>
                </a:path>
              </a:pathLst>
            </a:custGeom>
            <a:ln w="9143">
              <a:solidFill>
                <a:srgbClr val="183DAF"/>
              </a:solidFill>
            </a:ln>
          </p:spPr>
          <p:txBody>
            <a:bodyPr wrap="square" lIns="0" tIns="0" rIns="0" bIns="0" rtlCol="0"/>
            <a:lstStyle/>
            <a:p>
              <a:endParaRPr/>
            </a:p>
          </p:txBody>
        </p:sp>
        <p:sp>
          <p:nvSpPr>
            <p:cNvPr id="19" name="object 19"/>
            <p:cNvSpPr/>
            <p:nvPr/>
          </p:nvSpPr>
          <p:spPr>
            <a:xfrm>
              <a:off x="6055614" y="2980181"/>
              <a:ext cx="1015365" cy="1439545"/>
            </a:xfrm>
            <a:custGeom>
              <a:avLst/>
              <a:gdLst/>
              <a:ahLst/>
              <a:cxnLst/>
              <a:rect l="l" t="t" r="r" b="b"/>
              <a:pathLst>
                <a:path w="1015365" h="1439545">
                  <a:moveTo>
                    <a:pt x="76200" y="1155192"/>
                  </a:moveTo>
                  <a:lnTo>
                    <a:pt x="69850" y="1142492"/>
                  </a:lnTo>
                  <a:lnTo>
                    <a:pt x="38100" y="1078992"/>
                  </a:lnTo>
                  <a:lnTo>
                    <a:pt x="0" y="1155192"/>
                  </a:lnTo>
                  <a:lnTo>
                    <a:pt x="28194" y="1155192"/>
                  </a:lnTo>
                  <a:lnTo>
                    <a:pt x="28194" y="1439037"/>
                  </a:lnTo>
                  <a:lnTo>
                    <a:pt x="48006" y="1439037"/>
                  </a:lnTo>
                  <a:lnTo>
                    <a:pt x="48006" y="1155192"/>
                  </a:lnTo>
                  <a:lnTo>
                    <a:pt x="76200" y="1155192"/>
                  </a:lnTo>
                  <a:close/>
                </a:path>
                <a:path w="1015365" h="1439545">
                  <a:moveTo>
                    <a:pt x="1014984" y="76200"/>
                  </a:moveTo>
                  <a:lnTo>
                    <a:pt x="1008634" y="63500"/>
                  </a:lnTo>
                  <a:lnTo>
                    <a:pt x="976884" y="0"/>
                  </a:lnTo>
                  <a:lnTo>
                    <a:pt x="938784" y="76200"/>
                  </a:lnTo>
                  <a:lnTo>
                    <a:pt x="966978" y="76200"/>
                  </a:lnTo>
                  <a:lnTo>
                    <a:pt x="966978" y="360045"/>
                  </a:lnTo>
                  <a:lnTo>
                    <a:pt x="986790" y="360045"/>
                  </a:lnTo>
                  <a:lnTo>
                    <a:pt x="986790" y="76200"/>
                  </a:lnTo>
                  <a:lnTo>
                    <a:pt x="1014984" y="76200"/>
                  </a:lnTo>
                  <a:close/>
                </a:path>
              </a:pathLst>
            </a:custGeom>
            <a:solidFill>
              <a:srgbClr val="183DAF"/>
            </a:solidFill>
          </p:spPr>
          <p:txBody>
            <a:bodyPr wrap="square" lIns="0" tIns="0" rIns="0" bIns="0" rtlCol="0"/>
            <a:lstStyle/>
            <a:p>
              <a:endParaRPr/>
            </a:p>
          </p:txBody>
        </p:sp>
        <p:sp>
          <p:nvSpPr>
            <p:cNvPr id="20" name="object 20"/>
            <p:cNvSpPr/>
            <p:nvPr/>
          </p:nvSpPr>
          <p:spPr>
            <a:xfrm>
              <a:off x="7218426" y="3449573"/>
              <a:ext cx="288290" cy="498475"/>
            </a:xfrm>
            <a:custGeom>
              <a:avLst/>
              <a:gdLst/>
              <a:ahLst/>
              <a:cxnLst/>
              <a:rect l="l" t="t" r="r" b="b"/>
              <a:pathLst>
                <a:path w="288290" h="498475">
                  <a:moveTo>
                    <a:pt x="288036" y="460248"/>
                  </a:moveTo>
                  <a:lnTo>
                    <a:pt x="268224" y="450342"/>
                  </a:lnTo>
                  <a:lnTo>
                    <a:pt x="211836" y="422148"/>
                  </a:lnTo>
                  <a:lnTo>
                    <a:pt x="211836" y="450342"/>
                  </a:lnTo>
                  <a:lnTo>
                    <a:pt x="0" y="450342"/>
                  </a:lnTo>
                  <a:lnTo>
                    <a:pt x="0" y="470154"/>
                  </a:lnTo>
                  <a:lnTo>
                    <a:pt x="211836" y="470154"/>
                  </a:lnTo>
                  <a:lnTo>
                    <a:pt x="211836" y="498348"/>
                  </a:lnTo>
                  <a:lnTo>
                    <a:pt x="268224" y="470154"/>
                  </a:lnTo>
                  <a:lnTo>
                    <a:pt x="288036" y="460248"/>
                  </a:lnTo>
                  <a:close/>
                </a:path>
                <a:path w="288290" h="498475">
                  <a:moveTo>
                    <a:pt x="288036" y="38100"/>
                  </a:moveTo>
                  <a:lnTo>
                    <a:pt x="268211" y="28194"/>
                  </a:lnTo>
                  <a:lnTo>
                    <a:pt x="211836" y="0"/>
                  </a:lnTo>
                  <a:lnTo>
                    <a:pt x="211836" y="28194"/>
                  </a:lnTo>
                  <a:lnTo>
                    <a:pt x="0" y="28194"/>
                  </a:lnTo>
                  <a:lnTo>
                    <a:pt x="0" y="48006"/>
                  </a:lnTo>
                  <a:lnTo>
                    <a:pt x="211836" y="48006"/>
                  </a:lnTo>
                  <a:lnTo>
                    <a:pt x="211836" y="76200"/>
                  </a:lnTo>
                  <a:lnTo>
                    <a:pt x="268224" y="48006"/>
                  </a:lnTo>
                  <a:lnTo>
                    <a:pt x="288036" y="38100"/>
                  </a:lnTo>
                  <a:close/>
                </a:path>
              </a:pathLst>
            </a:custGeom>
            <a:solidFill>
              <a:srgbClr val="000000">
                <a:alpha val="19999"/>
              </a:srgbClr>
            </a:solidFill>
          </p:spPr>
          <p:txBody>
            <a:bodyPr wrap="square" lIns="0" tIns="0" rIns="0" bIns="0" rtlCol="0"/>
            <a:lstStyle/>
            <a:p>
              <a:endParaRPr/>
            </a:p>
          </p:txBody>
        </p:sp>
        <p:sp>
          <p:nvSpPr>
            <p:cNvPr id="21" name="object 21"/>
            <p:cNvSpPr/>
            <p:nvPr/>
          </p:nvSpPr>
          <p:spPr>
            <a:xfrm>
              <a:off x="5916167" y="3339084"/>
              <a:ext cx="1301750" cy="719455"/>
            </a:xfrm>
            <a:custGeom>
              <a:avLst/>
              <a:gdLst/>
              <a:ahLst/>
              <a:cxnLst/>
              <a:rect l="l" t="t" r="r" b="b"/>
              <a:pathLst>
                <a:path w="1301750" h="719454">
                  <a:moveTo>
                    <a:pt x="1263904" y="0"/>
                  </a:moveTo>
                  <a:lnTo>
                    <a:pt x="37592" y="0"/>
                  </a:lnTo>
                  <a:lnTo>
                    <a:pt x="22931" y="2944"/>
                  </a:lnTo>
                  <a:lnTo>
                    <a:pt x="10985" y="10985"/>
                  </a:lnTo>
                  <a:lnTo>
                    <a:pt x="2944" y="22931"/>
                  </a:lnTo>
                  <a:lnTo>
                    <a:pt x="0" y="37591"/>
                  </a:lnTo>
                  <a:lnTo>
                    <a:pt x="0" y="681735"/>
                  </a:lnTo>
                  <a:lnTo>
                    <a:pt x="2944" y="696396"/>
                  </a:lnTo>
                  <a:lnTo>
                    <a:pt x="10985" y="708342"/>
                  </a:lnTo>
                  <a:lnTo>
                    <a:pt x="22931" y="716383"/>
                  </a:lnTo>
                  <a:lnTo>
                    <a:pt x="37592" y="719327"/>
                  </a:lnTo>
                  <a:lnTo>
                    <a:pt x="1263904" y="719327"/>
                  </a:lnTo>
                  <a:lnTo>
                    <a:pt x="1278564" y="716383"/>
                  </a:lnTo>
                  <a:lnTo>
                    <a:pt x="1290510" y="708342"/>
                  </a:lnTo>
                  <a:lnTo>
                    <a:pt x="1298551" y="696396"/>
                  </a:lnTo>
                  <a:lnTo>
                    <a:pt x="1301496" y="681735"/>
                  </a:lnTo>
                  <a:lnTo>
                    <a:pt x="1301496" y="37591"/>
                  </a:lnTo>
                  <a:lnTo>
                    <a:pt x="1298551" y="22931"/>
                  </a:lnTo>
                  <a:lnTo>
                    <a:pt x="1290510" y="10985"/>
                  </a:lnTo>
                  <a:lnTo>
                    <a:pt x="1278564" y="2944"/>
                  </a:lnTo>
                  <a:lnTo>
                    <a:pt x="1263904" y="0"/>
                  </a:lnTo>
                  <a:close/>
                </a:path>
              </a:pathLst>
            </a:custGeom>
            <a:solidFill>
              <a:srgbClr val="CFE1F3"/>
            </a:solidFill>
          </p:spPr>
          <p:txBody>
            <a:bodyPr wrap="square" lIns="0" tIns="0" rIns="0" bIns="0" rtlCol="0"/>
            <a:lstStyle/>
            <a:p>
              <a:endParaRPr/>
            </a:p>
          </p:txBody>
        </p:sp>
        <p:sp>
          <p:nvSpPr>
            <p:cNvPr id="22" name="object 22"/>
            <p:cNvSpPr/>
            <p:nvPr/>
          </p:nvSpPr>
          <p:spPr>
            <a:xfrm>
              <a:off x="5916167" y="3339084"/>
              <a:ext cx="1301750" cy="719455"/>
            </a:xfrm>
            <a:custGeom>
              <a:avLst/>
              <a:gdLst/>
              <a:ahLst/>
              <a:cxnLst/>
              <a:rect l="l" t="t" r="r" b="b"/>
              <a:pathLst>
                <a:path w="1301750" h="719454">
                  <a:moveTo>
                    <a:pt x="0" y="37591"/>
                  </a:moveTo>
                  <a:lnTo>
                    <a:pt x="2944" y="22931"/>
                  </a:lnTo>
                  <a:lnTo>
                    <a:pt x="10985" y="10985"/>
                  </a:lnTo>
                  <a:lnTo>
                    <a:pt x="22931" y="2944"/>
                  </a:lnTo>
                  <a:lnTo>
                    <a:pt x="37592" y="0"/>
                  </a:lnTo>
                  <a:lnTo>
                    <a:pt x="1263904" y="0"/>
                  </a:lnTo>
                  <a:lnTo>
                    <a:pt x="1278564" y="2944"/>
                  </a:lnTo>
                  <a:lnTo>
                    <a:pt x="1290510" y="10985"/>
                  </a:lnTo>
                  <a:lnTo>
                    <a:pt x="1298551" y="22931"/>
                  </a:lnTo>
                  <a:lnTo>
                    <a:pt x="1301496" y="37591"/>
                  </a:lnTo>
                  <a:lnTo>
                    <a:pt x="1301496" y="681735"/>
                  </a:lnTo>
                  <a:lnTo>
                    <a:pt x="1298551" y="696396"/>
                  </a:lnTo>
                  <a:lnTo>
                    <a:pt x="1290510" y="708342"/>
                  </a:lnTo>
                  <a:lnTo>
                    <a:pt x="1278564" y="716383"/>
                  </a:lnTo>
                  <a:lnTo>
                    <a:pt x="1263904" y="719327"/>
                  </a:lnTo>
                  <a:lnTo>
                    <a:pt x="37592" y="719327"/>
                  </a:lnTo>
                  <a:lnTo>
                    <a:pt x="22931" y="716383"/>
                  </a:lnTo>
                  <a:lnTo>
                    <a:pt x="10985" y="708342"/>
                  </a:lnTo>
                  <a:lnTo>
                    <a:pt x="2944" y="696396"/>
                  </a:lnTo>
                  <a:lnTo>
                    <a:pt x="0" y="681735"/>
                  </a:lnTo>
                  <a:lnTo>
                    <a:pt x="0" y="37591"/>
                  </a:lnTo>
                  <a:close/>
                </a:path>
              </a:pathLst>
            </a:custGeom>
            <a:ln w="9144">
              <a:solidFill>
                <a:srgbClr val="183DAF"/>
              </a:solidFill>
            </a:ln>
          </p:spPr>
          <p:txBody>
            <a:bodyPr wrap="square" lIns="0" tIns="0" rIns="0" bIns="0" rtlCol="0"/>
            <a:lstStyle/>
            <a:p>
              <a:endParaRPr/>
            </a:p>
          </p:txBody>
        </p:sp>
      </p:grpSp>
      <p:pic>
        <p:nvPicPr>
          <p:cNvPr id="23" name="object 23"/>
          <p:cNvPicPr/>
          <p:nvPr/>
        </p:nvPicPr>
        <p:blipFill>
          <a:blip r:embed="rId8" cstate="print"/>
          <a:stretch>
            <a:fillRect/>
          </a:stretch>
        </p:blipFill>
        <p:spPr>
          <a:xfrm>
            <a:off x="3650015" y="2641157"/>
            <a:ext cx="290286" cy="157668"/>
          </a:xfrm>
          <a:prstGeom prst="rect">
            <a:avLst/>
          </a:prstGeom>
        </p:spPr>
      </p:pic>
      <p:pic>
        <p:nvPicPr>
          <p:cNvPr id="24" name="object 24"/>
          <p:cNvPicPr/>
          <p:nvPr/>
        </p:nvPicPr>
        <p:blipFill>
          <a:blip r:embed="rId9" cstate="print"/>
          <a:stretch>
            <a:fillRect/>
          </a:stretch>
        </p:blipFill>
        <p:spPr>
          <a:xfrm>
            <a:off x="4378472" y="4566012"/>
            <a:ext cx="165333" cy="159149"/>
          </a:xfrm>
          <a:prstGeom prst="rect">
            <a:avLst/>
          </a:prstGeom>
        </p:spPr>
      </p:pic>
      <p:pic>
        <p:nvPicPr>
          <p:cNvPr id="25" name="object 25"/>
          <p:cNvPicPr/>
          <p:nvPr/>
        </p:nvPicPr>
        <p:blipFill>
          <a:blip r:embed="rId10" cstate="print"/>
          <a:stretch>
            <a:fillRect/>
          </a:stretch>
        </p:blipFill>
        <p:spPr>
          <a:xfrm>
            <a:off x="5340232" y="2641157"/>
            <a:ext cx="127117" cy="157668"/>
          </a:xfrm>
          <a:prstGeom prst="rect">
            <a:avLst/>
          </a:prstGeom>
        </p:spPr>
      </p:pic>
      <p:pic>
        <p:nvPicPr>
          <p:cNvPr id="26" name="object 26"/>
          <p:cNvPicPr/>
          <p:nvPr/>
        </p:nvPicPr>
        <p:blipFill>
          <a:blip r:embed="rId11" cstate="print"/>
          <a:stretch>
            <a:fillRect/>
          </a:stretch>
        </p:blipFill>
        <p:spPr>
          <a:xfrm>
            <a:off x="5899435" y="4566012"/>
            <a:ext cx="331438" cy="159149"/>
          </a:xfrm>
          <a:prstGeom prst="rect">
            <a:avLst/>
          </a:prstGeom>
        </p:spPr>
      </p:pic>
      <p:pic>
        <p:nvPicPr>
          <p:cNvPr id="27" name="object 27"/>
          <p:cNvPicPr/>
          <p:nvPr/>
        </p:nvPicPr>
        <p:blipFill>
          <a:blip r:embed="rId12" cstate="print"/>
          <a:stretch>
            <a:fillRect/>
          </a:stretch>
        </p:blipFill>
        <p:spPr>
          <a:xfrm>
            <a:off x="6862607" y="2641157"/>
            <a:ext cx="290286" cy="157668"/>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2951" cy="2997319"/>
          </a:xfrm>
          <a:prstGeom prst="rect">
            <a:avLst/>
          </a:prstGeom>
        </p:spPr>
      </p:pic>
      <p:sp>
        <p:nvSpPr>
          <p:cNvPr id="3" name="object 3"/>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pic>
        <p:nvPicPr>
          <p:cNvPr id="4" name="object 4"/>
          <p:cNvPicPr/>
          <p:nvPr/>
        </p:nvPicPr>
        <p:blipFill>
          <a:blip r:embed="rId3" cstate="print"/>
          <a:stretch>
            <a:fillRect/>
          </a:stretch>
        </p:blipFill>
        <p:spPr>
          <a:xfrm>
            <a:off x="9355949" y="6524434"/>
            <a:ext cx="89038" cy="90487"/>
          </a:xfrm>
          <a:prstGeom prst="rect">
            <a:avLst/>
          </a:prstGeom>
        </p:spPr>
      </p:pic>
      <p:pic>
        <p:nvPicPr>
          <p:cNvPr id="5" name="object 5"/>
          <p:cNvPicPr/>
          <p:nvPr/>
        </p:nvPicPr>
        <p:blipFill>
          <a:blip r:embed="rId4" cstate="print"/>
          <a:stretch>
            <a:fillRect/>
          </a:stretch>
        </p:blipFill>
        <p:spPr>
          <a:xfrm>
            <a:off x="454151" y="6527292"/>
            <a:ext cx="1794510" cy="142494"/>
          </a:xfrm>
          <a:prstGeom prst="rect">
            <a:avLst/>
          </a:prstGeom>
        </p:spPr>
      </p:pic>
      <p:pic>
        <p:nvPicPr>
          <p:cNvPr id="6" name="object 6"/>
          <p:cNvPicPr/>
          <p:nvPr/>
        </p:nvPicPr>
        <p:blipFill>
          <a:blip r:embed="rId5" cstate="print"/>
          <a:stretch>
            <a:fillRect/>
          </a:stretch>
        </p:blipFill>
        <p:spPr>
          <a:xfrm>
            <a:off x="7147559" y="6521195"/>
            <a:ext cx="2045970" cy="118110"/>
          </a:xfrm>
          <a:prstGeom prst="rect">
            <a:avLst/>
          </a:prstGeom>
        </p:spPr>
      </p:pic>
      <p:pic>
        <p:nvPicPr>
          <p:cNvPr id="7" name="object 7"/>
          <p:cNvPicPr/>
          <p:nvPr/>
        </p:nvPicPr>
        <p:blipFill>
          <a:blip r:embed="rId6" cstate="print"/>
          <a:stretch>
            <a:fillRect/>
          </a:stretch>
        </p:blipFill>
        <p:spPr>
          <a:xfrm>
            <a:off x="1007363" y="2807207"/>
            <a:ext cx="700277" cy="195834"/>
          </a:xfrm>
          <a:prstGeom prst="rect">
            <a:avLst/>
          </a:prstGeom>
        </p:spPr>
      </p:pic>
      <p:pic>
        <p:nvPicPr>
          <p:cNvPr id="8" name="object 8"/>
          <p:cNvPicPr/>
          <p:nvPr/>
        </p:nvPicPr>
        <p:blipFill>
          <a:blip r:embed="rId7" cstate="print"/>
          <a:stretch>
            <a:fillRect/>
          </a:stretch>
        </p:blipFill>
        <p:spPr>
          <a:xfrm>
            <a:off x="1004316" y="3224771"/>
            <a:ext cx="7415022" cy="890790"/>
          </a:xfrm>
          <a:prstGeom prst="rect">
            <a:avLst/>
          </a:prstGeom>
        </p:spPr>
      </p:pic>
      <p:pic>
        <p:nvPicPr>
          <p:cNvPr id="9" name="object 9"/>
          <p:cNvPicPr/>
          <p:nvPr/>
        </p:nvPicPr>
        <p:blipFill>
          <a:blip r:embed="rId8" cstate="print"/>
          <a:stretch>
            <a:fillRect/>
          </a:stretch>
        </p:blipFill>
        <p:spPr>
          <a:xfrm>
            <a:off x="1243583" y="4459223"/>
            <a:ext cx="1456181" cy="168401"/>
          </a:xfrm>
          <a:prstGeom prst="rect">
            <a:avLst/>
          </a:prstGeom>
        </p:spPr>
      </p:pic>
      <p:sp>
        <p:nvSpPr>
          <p:cNvPr id="10" name="object 10"/>
          <p:cNvSpPr/>
          <p:nvPr/>
        </p:nvSpPr>
        <p:spPr>
          <a:xfrm>
            <a:off x="1051560" y="4396740"/>
            <a:ext cx="35560" cy="253365"/>
          </a:xfrm>
          <a:custGeom>
            <a:avLst/>
            <a:gdLst/>
            <a:ahLst/>
            <a:cxnLst/>
            <a:rect l="l" t="t" r="r" b="b"/>
            <a:pathLst>
              <a:path w="35559" h="253364">
                <a:moveTo>
                  <a:pt x="35052" y="0"/>
                </a:moveTo>
                <a:lnTo>
                  <a:pt x="0" y="0"/>
                </a:lnTo>
                <a:lnTo>
                  <a:pt x="0" y="252984"/>
                </a:lnTo>
                <a:lnTo>
                  <a:pt x="35052" y="252984"/>
                </a:lnTo>
                <a:lnTo>
                  <a:pt x="35052" y="0"/>
                </a:lnTo>
                <a:close/>
              </a:path>
            </a:pathLst>
          </a:custGeom>
          <a:solidFill>
            <a:srgbClr val="13299F"/>
          </a:solidFill>
        </p:spPr>
        <p:txBody>
          <a:bodyPr wrap="square" lIns="0" tIns="0" rIns="0" bIns="0" rtlCol="0"/>
          <a:lstStyle/>
          <a:p>
            <a:endParaRPr/>
          </a:p>
        </p:txBody>
      </p:sp>
      <p:pic>
        <p:nvPicPr>
          <p:cNvPr id="11" name="object 11"/>
          <p:cNvPicPr/>
          <p:nvPr/>
        </p:nvPicPr>
        <p:blipFill>
          <a:blip r:embed="rId9" cstate="print"/>
          <a:stretch>
            <a:fillRect/>
          </a:stretch>
        </p:blipFill>
        <p:spPr>
          <a:xfrm>
            <a:off x="1243583" y="4895088"/>
            <a:ext cx="3858005" cy="203454"/>
          </a:xfrm>
          <a:prstGeom prst="rect">
            <a:avLst/>
          </a:prstGeom>
        </p:spPr>
      </p:pic>
      <p:sp>
        <p:nvSpPr>
          <p:cNvPr id="12" name="object 12"/>
          <p:cNvSpPr/>
          <p:nvPr/>
        </p:nvSpPr>
        <p:spPr>
          <a:xfrm>
            <a:off x="1051560" y="4844796"/>
            <a:ext cx="35560" cy="253365"/>
          </a:xfrm>
          <a:custGeom>
            <a:avLst/>
            <a:gdLst/>
            <a:ahLst/>
            <a:cxnLst/>
            <a:rect l="l" t="t" r="r" b="b"/>
            <a:pathLst>
              <a:path w="35559" h="253364">
                <a:moveTo>
                  <a:pt x="35052" y="0"/>
                </a:moveTo>
                <a:lnTo>
                  <a:pt x="0" y="0"/>
                </a:lnTo>
                <a:lnTo>
                  <a:pt x="0" y="252983"/>
                </a:lnTo>
                <a:lnTo>
                  <a:pt x="35052" y="252983"/>
                </a:lnTo>
                <a:lnTo>
                  <a:pt x="35052" y="0"/>
                </a:lnTo>
                <a:close/>
              </a:path>
            </a:pathLst>
          </a:custGeom>
          <a:solidFill>
            <a:srgbClr val="A6A6A6"/>
          </a:solidFill>
        </p:spPr>
        <p:txBody>
          <a:bodyPr wrap="square" lIns="0" tIns="0" rIns="0" bIns="0" rtlCol="0"/>
          <a:lstStyle/>
          <a:p>
            <a:endParaRPr/>
          </a:p>
        </p:txBody>
      </p:sp>
      <p:pic>
        <p:nvPicPr>
          <p:cNvPr id="13" name="object 13"/>
          <p:cNvPicPr/>
          <p:nvPr/>
        </p:nvPicPr>
        <p:blipFill>
          <a:blip r:embed="rId10" cstate="print"/>
          <a:stretch>
            <a:fillRect/>
          </a:stretch>
        </p:blipFill>
        <p:spPr>
          <a:xfrm>
            <a:off x="1243583" y="5344667"/>
            <a:ext cx="3341370" cy="182118"/>
          </a:xfrm>
          <a:prstGeom prst="rect">
            <a:avLst/>
          </a:prstGeom>
        </p:spPr>
      </p:pic>
      <p:sp>
        <p:nvSpPr>
          <p:cNvPr id="14" name="object 14"/>
          <p:cNvSpPr/>
          <p:nvPr/>
        </p:nvSpPr>
        <p:spPr>
          <a:xfrm>
            <a:off x="1051560" y="5294376"/>
            <a:ext cx="35560" cy="253365"/>
          </a:xfrm>
          <a:custGeom>
            <a:avLst/>
            <a:gdLst/>
            <a:ahLst/>
            <a:cxnLst/>
            <a:rect l="l" t="t" r="r" b="b"/>
            <a:pathLst>
              <a:path w="35559" h="253364">
                <a:moveTo>
                  <a:pt x="35052" y="0"/>
                </a:moveTo>
                <a:lnTo>
                  <a:pt x="0" y="0"/>
                </a:lnTo>
                <a:lnTo>
                  <a:pt x="0" y="252984"/>
                </a:lnTo>
                <a:lnTo>
                  <a:pt x="35052" y="252984"/>
                </a:lnTo>
                <a:lnTo>
                  <a:pt x="35052" y="0"/>
                </a:lnTo>
                <a:close/>
              </a:path>
            </a:pathLst>
          </a:custGeom>
          <a:solidFill>
            <a:srgbClr val="A6A6A6"/>
          </a:solidFill>
        </p:spPr>
        <p:txBody>
          <a:bodyPr wrap="square" lIns="0" tIns="0" rIns="0" bIns="0" rtlCol="0"/>
          <a:lstStyle/>
          <a:p>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3431" y="6524434"/>
            <a:ext cx="6155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17399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3.1.</a:t>
            </a:r>
            <a:r>
              <a:rPr sz="1800" spc="-55" dirty="0">
                <a:solidFill>
                  <a:srgbClr val="FFFFFF"/>
                </a:solidFill>
                <a:latin typeface="Ebrima"/>
                <a:cs typeface="Ebrima"/>
              </a:rPr>
              <a:t> </a:t>
            </a:r>
            <a:r>
              <a:rPr sz="1800" spc="-5" dirty="0">
                <a:solidFill>
                  <a:srgbClr val="FFFFFF"/>
                </a:solidFill>
                <a:latin typeface="Ebrima"/>
                <a:cs typeface="Ebrima"/>
              </a:rPr>
              <a:t>AutoEncoder</a:t>
            </a:r>
            <a:endParaRPr sz="1800">
              <a:latin typeface="Ebrima"/>
              <a:cs typeface="Ebrima"/>
            </a:endParaRPr>
          </a:p>
        </p:txBody>
      </p:sp>
      <p:sp>
        <p:nvSpPr>
          <p:cNvPr id="6" name="object 6"/>
          <p:cNvSpPr txBox="1"/>
          <p:nvPr/>
        </p:nvSpPr>
        <p:spPr>
          <a:xfrm>
            <a:off x="8671941"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pic>
        <p:nvPicPr>
          <p:cNvPr id="7" name="object 7"/>
          <p:cNvPicPr/>
          <p:nvPr/>
        </p:nvPicPr>
        <p:blipFill>
          <a:blip r:embed="rId5" cstate="print"/>
          <a:stretch>
            <a:fillRect/>
          </a:stretch>
        </p:blipFill>
        <p:spPr>
          <a:xfrm>
            <a:off x="449580" y="1443164"/>
            <a:ext cx="1741170" cy="233997"/>
          </a:xfrm>
          <a:prstGeom prst="rect">
            <a:avLst/>
          </a:prstGeom>
        </p:spPr>
      </p:pic>
      <p:sp>
        <p:nvSpPr>
          <p:cNvPr id="8" name="object 8"/>
          <p:cNvSpPr/>
          <p:nvPr/>
        </p:nvSpPr>
        <p:spPr>
          <a:xfrm>
            <a:off x="559308" y="1914144"/>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3231" y="1937004"/>
            <a:ext cx="1268730" cy="144017"/>
          </a:xfrm>
          <a:prstGeom prst="rect">
            <a:avLst/>
          </a:prstGeom>
        </p:spPr>
      </p:pic>
      <p:pic>
        <p:nvPicPr>
          <p:cNvPr id="10" name="object 10"/>
          <p:cNvPicPr/>
          <p:nvPr/>
        </p:nvPicPr>
        <p:blipFill>
          <a:blip r:embed="rId7" cstate="print"/>
          <a:stretch>
            <a:fillRect/>
          </a:stretch>
        </p:blipFill>
        <p:spPr>
          <a:xfrm>
            <a:off x="710183" y="2350007"/>
            <a:ext cx="6828282" cy="1155953"/>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9003"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17399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3.1.</a:t>
            </a:r>
            <a:r>
              <a:rPr sz="1800" spc="-55" dirty="0">
                <a:solidFill>
                  <a:srgbClr val="FFFFFF"/>
                </a:solidFill>
                <a:latin typeface="Ebrima"/>
                <a:cs typeface="Ebrima"/>
              </a:rPr>
              <a:t> </a:t>
            </a:r>
            <a:r>
              <a:rPr sz="1800" spc="-5" dirty="0">
                <a:solidFill>
                  <a:srgbClr val="FFFFFF"/>
                </a:solidFill>
                <a:latin typeface="Ebrima"/>
                <a:cs typeface="Ebrima"/>
              </a:rPr>
              <a:t>AutoEncoder</a:t>
            </a:r>
            <a:endParaRPr sz="1800">
              <a:latin typeface="Ebrima"/>
              <a:cs typeface="Ebrima"/>
            </a:endParaRPr>
          </a:p>
        </p:txBody>
      </p:sp>
      <p:sp>
        <p:nvSpPr>
          <p:cNvPr id="6" name="object 6"/>
          <p:cNvSpPr txBox="1"/>
          <p:nvPr/>
        </p:nvSpPr>
        <p:spPr>
          <a:xfrm>
            <a:off x="8671941"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pic>
        <p:nvPicPr>
          <p:cNvPr id="7" name="object 7"/>
          <p:cNvPicPr/>
          <p:nvPr/>
        </p:nvPicPr>
        <p:blipFill>
          <a:blip r:embed="rId5" cstate="print"/>
          <a:stretch>
            <a:fillRect/>
          </a:stretch>
        </p:blipFill>
        <p:spPr>
          <a:xfrm>
            <a:off x="449580" y="1443164"/>
            <a:ext cx="1741170" cy="233997"/>
          </a:xfrm>
          <a:prstGeom prst="rect">
            <a:avLst/>
          </a:prstGeom>
        </p:spPr>
      </p:pic>
      <p:sp>
        <p:nvSpPr>
          <p:cNvPr id="8" name="object 8"/>
          <p:cNvSpPr/>
          <p:nvPr/>
        </p:nvSpPr>
        <p:spPr>
          <a:xfrm>
            <a:off x="559308" y="1914144"/>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3231" y="1937004"/>
            <a:ext cx="1268730" cy="144017"/>
          </a:xfrm>
          <a:prstGeom prst="rect">
            <a:avLst/>
          </a:prstGeom>
        </p:spPr>
      </p:pic>
      <p:pic>
        <p:nvPicPr>
          <p:cNvPr id="10" name="object 10"/>
          <p:cNvPicPr/>
          <p:nvPr/>
        </p:nvPicPr>
        <p:blipFill>
          <a:blip r:embed="rId7" cstate="print"/>
          <a:stretch>
            <a:fillRect/>
          </a:stretch>
        </p:blipFill>
        <p:spPr>
          <a:xfrm>
            <a:off x="710183" y="2350007"/>
            <a:ext cx="3489198" cy="409194"/>
          </a:xfrm>
          <a:prstGeom prst="rect">
            <a:avLst/>
          </a:prstGeom>
        </p:spPr>
      </p:pic>
      <p:pic>
        <p:nvPicPr>
          <p:cNvPr id="11" name="object 11"/>
          <p:cNvPicPr/>
          <p:nvPr/>
        </p:nvPicPr>
        <p:blipFill>
          <a:blip r:embed="rId8" cstate="print"/>
          <a:stretch>
            <a:fillRect/>
          </a:stretch>
        </p:blipFill>
        <p:spPr>
          <a:xfrm>
            <a:off x="3957858" y="5829365"/>
            <a:ext cx="575279" cy="157668"/>
          </a:xfrm>
          <a:prstGeom prst="rect">
            <a:avLst/>
          </a:prstGeom>
        </p:spPr>
      </p:pic>
      <p:pic>
        <p:nvPicPr>
          <p:cNvPr id="12" name="object 12"/>
          <p:cNvPicPr/>
          <p:nvPr/>
        </p:nvPicPr>
        <p:blipFill>
          <a:blip r:embed="rId9" cstate="print"/>
          <a:stretch>
            <a:fillRect/>
          </a:stretch>
        </p:blipFill>
        <p:spPr>
          <a:xfrm>
            <a:off x="5334017" y="5829365"/>
            <a:ext cx="587484" cy="157668"/>
          </a:xfrm>
          <a:prstGeom prst="rect">
            <a:avLst/>
          </a:prstGeom>
        </p:spPr>
      </p:pic>
      <p:grpSp>
        <p:nvGrpSpPr>
          <p:cNvPr id="13" name="object 13"/>
          <p:cNvGrpSpPr/>
          <p:nvPr/>
        </p:nvGrpSpPr>
        <p:grpSpPr>
          <a:xfrm>
            <a:off x="3203448" y="3386328"/>
            <a:ext cx="3355975" cy="2643505"/>
            <a:chOff x="3203448" y="3386328"/>
            <a:chExt cx="3355975" cy="2643505"/>
          </a:xfrm>
        </p:grpSpPr>
        <p:sp>
          <p:nvSpPr>
            <p:cNvPr id="14" name="object 14"/>
            <p:cNvSpPr/>
            <p:nvPr/>
          </p:nvSpPr>
          <p:spPr>
            <a:xfrm>
              <a:off x="4916424" y="5204460"/>
              <a:ext cx="0" cy="825500"/>
            </a:xfrm>
            <a:custGeom>
              <a:avLst/>
              <a:gdLst/>
              <a:ahLst/>
              <a:cxnLst/>
              <a:rect l="l" t="t" r="r" b="b"/>
              <a:pathLst>
                <a:path h="825500">
                  <a:moveTo>
                    <a:pt x="0" y="0"/>
                  </a:moveTo>
                  <a:lnTo>
                    <a:pt x="0" y="825309"/>
                  </a:lnTo>
                </a:path>
              </a:pathLst>
            </a:custGeom>
            <a:ln w="9144">
              <a:solidFill>
                <a:srgbClr val="FF0000"/>
              </a:solidFill>
              <a:prstDash val="sysDash"/>
            </a:ln>
          </p:spPr>
          <p:txBody>
            <a:bodyPr wrap="square" lIns="0" tIns="0" rIns="0" bIns="0" rtlCol="0"/>
            <a:lstStyle/>
            <a:p>
              <a:endParaRPr/>
            </a:p>
          </p:txBody>
        </p:sp>
        <p:pic>
          <p:nvPicPr>
            <p:cNvPr id="15" name="object 15"/>
            <p:cNvPicPr/>
            <p:nvPr/>
          </p:nvPicPr>
          <p:blipFill>
            <a:blip r:embed="rId10" cstate="print"/>
            <a:stretch>
              <a:fillRect/>
            </a:stretch>
          </p:blipFill>
          <p:spPr>
            <a:xfrm>
              <a:off x="3203448" y="3485388"/>
              <a:ext cx="3355848" cy="2269236"/>
            </a:xfrm>
            <a:prstGeom prst="rect">
              <a:avLst/>
            </a:prstGeom>
          </p:spPr>
        </p:pic>
        <p:pic>
          <p:nvPicPr>
            <p:cNvPr id="16" name="object 16"/>
            <p:cNvPicPr/>
            <p:nvPr/>
          </p:nvPicPr>
          <p:blipFill>
            <a:blip r:embed="rId11" cstate="print"/>
            <a:stretch>
              <a:fillRect/>
            </a:stretch>
          </p:blipFill>
          <p:spPr>
            <a:xfrm>
              <a:off x="4610100" y="3386328"/>
              <a:ext cx="605789" cy="159258"/>
            </a:xfrm>
            <a:prstGeom prst="rect">
              <a:avLst/>
            </a:prstGeom>
          </p:spPr>
        </p:pic>
        <p:pic>
          <p:nvPicPr>
            <p:cNvPr id="17" name="object 17"/>
            <p:cNvPicPr/>
            <p:nvPr/>
          </p:nvPicPr>
          <p:blipFill>
            <a:blip r:embed="rId12" cstate="print"/>
            <a:stretch>
              <a:fillRect/>
            </a:stretch>
          </p:blipFill>
          <p:spPr>
            <a:xfrm>
              <a:off x="4757928" y="3605784"/>
              <a:ext cx="284988" cy="428243"/>
            </a:xfrm>
            <a:prstGeom prst="rect">
              <a:avLst/>
            </a:prstGeom>
          </p:spPr>
        </p:pic>
      </p:grpSp>
      <p:pic>
        <p:nvPicPr>
          <p:cNvPr id="18" name="object 18"/>
          <p:cNvPicPr/>
          <p:nvPr/>
        </p:nvPicPr>
        <p:blipFill>
          <a:blip r:embed="rId13" cstate="print"/>
          <a:stretch>
            <a:fillRect/>
          </a:stretch>
        </p:blipFill>
        <p:spPr>
          <a:xfrm>
            <a:off x="1767839" y="4568952"/>
            <a:ext cx="675894" cy="159257"/>
          </a:xfrm>
          <a:prstGeom prst="rect">
            <a:avLst/>
          </a:prstGeom>
        </p:spPr>
      </p:pic>
      <p:pic>
        <p:nvPicPr>
          <p:cNvPr id="19" name="object 19"/>
          <p:cNvPicPr/>
          <p:nvPr/>
        </p:nvPicPr>
        <p:blipFill>
          <a:blip r:embed="rId14" cstate="print"/>
          <a:stretch>
            <a:fillRect/>
          </a:stretch>
        </p:blipFill>
        <p:spPr>
          <a:xfrm>
            <a:off x="7360919" y="4568952"/>
            <a:ext cx="797814" cy="159257"/>
          </a:xfrm>
          <a:prstGeom prst="rect">
            <a:avLst/>
          </a:prstGeom>
        </p:spPr>
      </p:pic>
      <p:pic>
        <p:nvPicPr>
          <p:cNvPr id="20" name="object 20"/>
          <p:cNvPicPr/>
          <p:nvPr/>
        </p:nvPicPr>
        <p:blipFill>
          <a:blip r:embed="rId15" cstate="print"/>
          <a:stretch>
            <a:fillRect/>
          </a:stretch>
        </p:blipFill>
        <p:spPr>
          <a:xfrm>
            <a:off x="2595372" y="4460747"/>
            <a:ext cx="428244" cy="284988"/>
          </a:xfrm>
          <a:prstGeom prst="rect">
            <a:avLst/>
          </a:prstGeom>
        </p:spPr>
      </p:pic>
      <p:pic>
        <p:nvPicPr>
          <p:cNvPr id="21" name="object 21"/>
          <p:cNvPicPr/>
          <p:nvPr/>
        </p:nvPicPr>
        <p:blipFill>
          <a:blip r:embed="rId16" cstate="print"/>
          <a:stretch>
            <a:fillRect/>
          </a:stretch>
        </p:blipFill>
        <p:spPr>
          <a:xfrm>
            <a:off x="6702552" y="4460747"/>
            <a:ext cx="428244" cy="284988"/>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3231" y="1463039"/>
            <a:ext cx="1268730" cy="144017"/>
          </a:xfrm>
          <a:prstGeom prst="rect">
            <a:avLst/>
          </a:prstGeom>
        </p:spPr>
      </p:pic>
      <p:pic>
        <p:nvPicPr>
          <p:cNvPr id="7" name="object 7"/>
          <p:cNvPicPr/>
          <p:nvPr/>
        </p:nvPicPr>
        <p:blipFill>
          <a:blip r:embed="rId6" cstate="print"/>
          <a:stretch>
            <a:fillRect/>
          </a:stretch>
        </p:blipFill>
        <p:spPr>
          <a:xfrm>
            <a:off x="710183" y="1805939"/>
            <a:ext cx="4706874" cy="162305"/>
          </a:xfrm>
          <a:prstGeom prst="rect">
            <a:avLst/>
          </a:prstGeom>
        </p:spPr>
      </p:pic>
      <p:sp>
        <p:nvSpPr>
          <p:cNvPr id="8" name="object 8"/>
          <p:cNvSpPr txBox="1"/>
          <p:nvPr/>
        </p:nvSpPr>
        <p:spPr>
          <a:xfrm>
            <a:off x="437489" y="431419"/>
            <a:ext cx="17399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3.1.</a:t>
            </a:r>
            <a:r>
              <a:rPr sz="1800" spc="-55" dirty="0">
                <a:solidFill>
                  <a:srgbClr val="FFFFFF"/>
                </a:solidFill>
                <a:latin typeface="Ebrima"/>
                <a:cs typeface="Ebrima"/>
              </a:rPr>
              <a:t> </a:t>
            </a:r>
            <a:r>
              <a:rPr sz="1800" spc="-5" dirty="0">
                <a:solidFill>
                  <a:srgbClr val="FFFFFF"/>
                </a:solidFill>
                <a:latin typeface="Ebrima"/>
                <a:cs typeface="Ebrima"/>
              </a:rPr>
              <a:t>AutoEncoder</a:t>
            </a:r>
            <a:endParaRPr sz="1800">
              <a:latin typeface="Ebrima"/>
              <a:cs typeface="Ebrima"/>
            </a:endParaRPr>
          </a:p>
        </p:txBody>
      </p:sp>
      <p:sp>
        <p:nvSpPr>
          <p:cNvPr id="9" name="object 9"/>
          <p:cNvSpPr txBox="1"/>
          <p:nvPr/>
        </p:nvSpPr>
        <p:spPr>
          <a:xfrm>
            <a:off x="8671941"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grpSp>
        <p:nvGrpSpPr>
          <p:cNvPr id="10" name="object 10"/>
          <p:cNvGrpSpPr/>
          <p:nvPr/>
        </p:nvGrpSpPr>
        <p:grpSpPr>
          <a:xfrm>
            <a:off x="3203448" y="2054098"/>
            <a:ext cx="4150360" cy="3188970"/>
            <a:chOff x="3203448" y="2054098"/>
            <a:chExt cx="4150360" cy="3188970"/>
          </a:xfrm>
        </p:grpSpPr>
        <p:sp>
          <p:nvSpPr>
            <p:cNvPr id="11" name="object 11"/>
            <p:cNvSpPr/>
            <p:nvPr/>
          </p:nvSpPr>
          <p:spPr>
            <a:xfrm>
              <a:off x="4290060" y="2270760"/>
              <a:ext cx="1221105" cy="2969260"/>
            </a:xfrm>
            <a:custGeom>
              <a:avLst/>
              <a:gdLst/>
              <a:ahLst/>
              <a:cxnLst/>
              <a:rect l="l" t="t" r="r" b="b"/>
              <a:pathLst>
                <a:path w="1221104" h="2969260">
                  <a:moveTo>
                    <a:pt x="1220724" y="0"/>
                  </a:moveTo>
                  <a:lnTo>
                    <a:pt x="0" y="0"/>
                  </a:lnTo>
                  <a:lnTo>
                    <a:pt x="0" y="2968752"/>
                  </a:lnTo>
                  <a:lnTo>
                    <a:pt x="1220724" y="2968752"/>
                  </a:lnTo>
                  <a:lnTo>
                    <a:pt x="1220724" y="0"/>
                  </a:lnTo>
                  <a:close/>
                </a:path>
              </a:pathLst>
            </a:custGeom>
            <a:solidFill>
              <a:srgbClr val="FF0000">
                <a:alpha val="5097"/>
              </a:srgbClr>
            </a:solidFill>
          </p:spPr>
          <p:txBody>
            <a:bodyPr wrap="square" lIns="0" tIns="0" rIns="0" bIns="0" rtlCol="0"/>
            <a:lstStyle/>
            <a:p>
              <a:endParaRPr/>
            </a:p>
          </p:txBody>
        </p:sp>
        <p:sp>
          <p:nvSpPr>
            <p:cNvPr id="12" name="object 12"/>
            <p:cNvSpPr/>
            <p:nvPr/>
          </p:nvSpPr>
          <p:spPr>
            <a:xfrm>
              <a:off x="4290060" y="2270760"/>
              <a:ext cx="1221105" cy="2969260"/>
            </a:xfrm>
            <a:custGeom>
              <a:avLst/>
              <a:gdLst/>
              <a:ahLst/>
              <a:cxnLst/>
              <a:rect l="l" t="t" r="r" b="b"/>
              <a:pathLst>
                <a:path w="1221104" h="2969260">
                  <a:moveTo>
                    <a:pt x="0" y="2968752"/>
                  </a:moveTo>
                  <a:lnTo>
                    <a:pt x="1220724" y="2968752"/>
                  </a:lnTo>
                  <a:lnTo>
                    <a:pt x="1220724" y="0"/>
                  </a:lnTo>
                  <a:lnTo>
                    <a:pt x="0" y="0"/>
                  </a:lnTo>
                  <a:lnTo>
                    <a:pt x="0" y="2968752"/>
                  </a:lnTo>
                  <a:close/>
                </a:path>
              </a:pathLst>
            </a:custGeom>
            <a:ln w="6096">
              <a:solidFill>
                <a:srgbClr val="FF0000"/>
              </a:solidFill>
              <a:prstDash val="sysDot"/>
            </a:ln>
          </p:spPr>
          <p:txBody>
            <a:bodyPr wrap="square" lIns="0" tIns="0" rIns="0" bIns="0" rtlCol="0"/>
            <a:lstStyle/>
            <a:p>
              <a:endParaRPr/>
            </a:p>
          </p:txBody>
        </p:sp>
        <p:pic>
          <p:nvPicPr>
            <p:cNvPr id="13" name="object 13"/>
            <p:cNvPicPr/>
            <p:nvPr/>
          </p:nvPicPr>
          <p:blipFill>
            <a:blip r:embed="rId7" cstate="print"/>
            <a:stretch>
              <a:fillRect/>
            </a:stretch>
          </p:blipFill>
          <p:spPr>
            <a:xfrm>
              <a:off x="3203448" y="2667000"/>
              <a:ext cx="3355848" cy="2270760"/>
            </a:xfrm>
            <a:prstGeom prst="rect">
              <a:avLst/>
            </a:prstGeom>
          </p:spPr>
        </p:pic>
        <p:pic>
          <p:nvPicPr>
            <p:cNvPr id="14" name="object 14"/>
            <p:cNvPicPr/>
            <p:nvPr/>
          </p:nvPicPr>
          <p:blipFill>
            <a:blip r:embed="rId8" cstate="print"/>
            <a:stretch>
              <a:fillRect/>
            </a:stretch>
          </p:blipFill>
          <p:spPr>
            <a:xfrm>
              <a:off x="4610100" y="2567940"/>
              <a:ext cx="605789" cy="159258"/>
            </a:xfrm>
            <a:prstGeom prst="rect">
              <a:avLst/>
            </a:prstGeom>
          </p:spPr>
        </p:pic>
        <p:sp>
          <p:nvSpPr>
            <p:cNvPr id="15" name="object 15"/>
            <p:cNvSpPr/>
            <p:nvPr/>
          </p:nvSpPr>
          <p:spPr>
            <a:xfrm>
              <a:off x="4427220" y="2054098"/>
              <a:ext cx="2926080" cy="189230"/>
            </a:xfrm>
            <a:custGeom>
              <a:avLst/>
              <a:gdLst/>
              <a:ahLst/>
              <a:cxnLst/>
              <a:rect l="l" t="t" r="r" b="b"/>
              <a:pathLst>
                <a:path w="2926079" h="189230">
                  <a:moveTo>
                    <a:pt x="22732" y="107061"/>
                  </a:moveTo>
                  <a:lnTo>
                    <a:pt x="0" y="189229"/>
                  </a:lnTo>
                  <a:lnTo>
                    <a:pt x="79247" y="158114"/>
                  </a:lnTo>
                  <a:lnTo>
                    <a:pt x="66173" y="146303"/>
                  </a:lnTo>
                  <a:lnTo>
                    <a:pt x="47243" y="146303"/>
                  </a:lnTo>
                  <a:lnTo>
                    <a:pt x="37718" y="137794"/>
                  </a:lnTo>
                  <a:lnTo>
                    <a:pt x="46257" y="128312"/>
                  </a:lnTo>
                  <a:lnTo>
                    <a:pt x="22732" y="107061"/>
                  </a:lnTo>
                  <a:close/>
                </a:path>
                <a:path w="2926079" h="189230">
                  <a:moveTo>
                    <a:pt x="46257" y="128312"/>
                  </a:moveTo>
                  <a:lnTo>
                    <a:pt x="37718" y="137794"/>
                  </a:lnTo>
                  <a:lnTo>
                    <a:pt x="47243" y="146303"/>
                  </a:lnTo>
                  <a:lnTo>
                    <a:pt x="55732" y="136871"/>
                  </a:lnTo>
                  <a:lnTo>
                    <a:pt x="46257" y="128312"/>
                  </a:lnTo>
                  <a:close/>
                </a:path>
                <a:path w="2926079" h="189230">
                  <a:moveTo>
                    <a:pt x="55732" y="136871"/>
                  </a:moveTo>
                  <a:lnTo>
                    <a:pt x="47243" y="146303"/>
                  </a:lnTo>
                  <a:lnTo>
                    <a:pt x="66173" y="146303"/>
                  </a:lnTo>
                  <a:lnTo>
                    <a:pt x="55732" y="136871"/>
                  </a:lnTo>
                  <a:close/>
                </a:path>
                <a:path w="2926079" h="189230">
                  <a:moveTo>
                    <a:pt x="2926079" y="0"/>
                  </a:moveTo>
                  <a:lnTo>
                    <a:pt x="161797" y="0"/>
                  </a:lnTo>
                  <a:lnTo>
                    <a:pt x="46257" y="128312"/>
                  </a:lnTo>
                  <a:lnTo>
                    <a:pt x="55732" y="136871"/>
                  </a:lnTo>
                  <a:lnTo>
                    <a:pt x="167475" y="12700"/>
                  </a:lnTo>
                  <a:lnTo>
                    <a:pt x="164718" y="12700"/>
                  </a:lnTo>
                  <a:lnTo>
                    <a:pt x="169417" y="10540"/>
                  </a:lnTo>
                  <a:lnTo>
                    <a:pt x="2926079" y="10540"/>
                  </a:lnTo>
                  <a:lnTo>
                    <a:pt x="2926079" y="0"/>
                  </a:lnTo>
                  <a:close/>
                </a:path>
                <a:path w="2926079" h="189230">
                  <a:moveTo>
                    <a:pt x="169417" y="10540"/>
                  </a:moveTo>
                  <a:lnTo>
                    <a:pt x="164718" y="12700"/>
                  </a:lnTo>
                  <a:lnTo>
                    <a:pt x="167475" y="12700"/>
                  </a:lnTo>
                  <a:lnTo>
                    <a:pt x="169417" y="10540"/>
                  </a:lnTo>
                  <a:close/>
                </a:path>
                <a:path w="2926079" h="189230">
                  <a:moveTo>
                    <a:pt x="2926079" y="10540"/>
                  </a:moveTo>
                  <a:lnTo>
                    <a:pt x="169417" y="10540"/>
                  </a:lnTo>
                  <a:lnTo>
                    <a:pt x="167475" y="12700"/>
                  </a:lnTo>
                  <a:lnTo>
                    <a:pt x="2926079" y="12700"/>
                  </a:lnTo>
                  <a:lnTo>
                    <a:pt x="2926079" y="10540"/>
                  </a:lnTo>
                  <a:close/>
                </a:path>
              </a:pathLst>
            </a:custGeom>
            <a:solidFill>
              <a:srgbClr val="FF0000"/>
            </a:solidFill>
          </p:spPr>
          <p:txBody>
            <a:bodyPr wrap="square" lIns="0" tIns="0" rIns="0" bIns="0" rtlCol="0"/>
            <a:lstStyle/>
            <a:p>
              <a:endParaRPr/>
            </a:p>
          </p:txBody>
        </p:sp>
        <p:pic>
          <p:nvPicPr>
            <p:cNvPr id="16" name="object 16"/>
            <p:cNvPicPr/>
            <p:nvPr/>
          </p:nvPicPr>
          <p:blipFill>
            <a:blip r:embed="rId9" cstate="print"/>
            <a:stretch>
              <a:fillRect/>
            </a:stretch>
          </p:blipFill>
          <p:spPr>
            <a:xfrm>
              <a:off x="6702551" y="3642360"/>
              <a:ext cx="428244" cy="286512"/>
            </a:xfrm>
            <a:prstGeom prst="rect">
              <a:avLst/>
            </a:prstGeom>
          </p:spPr>
        </p:pic>
        <p:pic>
          <p:nvPicPr>
            <p:cNvPr id="17" name="object 17"/>
            <p:cNvPicPr/>
            <p:nvPr/>
          </p:nvPicPr>
          <p:blipFill>
            <a:blip r:embed="rId10" cstate="print"/>
            <a:stretch>
              <a:fillRect/>
            </a:stretch>
          </p:blipFill>
          <p:spPr>
            <a:xfrm>
              <a:off x="4757928" y="2787396"/>
              <a:ext cx="284988" cy="429767"/>
            </a:xfrm>
            <a:prstGeom prst="rect">
              <a:avLst/>
            </a:prstGeom>
          </p:spPr>
        </p:pic>
      </p:grpSp>
      <p:pic>
        <p:nvPicPr>
          <p:cNvPr id="18" name="object 18"/>
          <p:cNvPicPr/>
          <p:nvPr/>
        </p:nvPicPr>
        <p:blipFill>
          <a:blip r:embed="rId11" cstate="print"/>
          <a:stretch>
            <a:fillRect/>
          </a:stretch>
        </p:blipFill>
        <p:spPr>
          <a:xfrm>
            <a:off x="1767839" y="3750564"/>
            <a:ext cx="675894" cy="159257"/>
          </a:xfrm>
          <a:prstGeom prst="rect">
            <a:avLst/>
          </a:prstGeom>
        </p:spPr>
      </p:pic>
      <p:pic>
        <p:nvPicPr>
          <p:cNvPr id="19" name="object 19"/>
          <p:cNvPicPr/>
          <p:nvPr/>
        </p:nvPicPr>
        <p:blipFill>
          <a:blip r:embed="rId12" cstate="print"/>
          <a:stretch>
            <a:fillRect/>
          </a:stretch>
        </p:blipFill>
        <p:spPr>
          <a:xfrm>
            <a:off x="7360919" y="3750564"/>
            <a:ext cx="797814" cy="159257"/>
          </a:xfrm>
          <a:prstGeom prst="rect">
            <a:avLst/>
          </a:prstGeom>
        </p:spPr>
      </p:pic>
      <p:pic>
        <p:nvPicPr>
          <p:cNvPr id="20" name="object 20"/>
          <p:cNvPicPr/>
          <p:nvPr/>
        </p:nvPicPr>
        <p:blipFill>
          <a:blip r:embed="rId13" cstate="print"/>
          <a:stretch>
            <a:fillRect/>
          </a:stretch>
        </p:blipFill>
        <p:spPr>
          <a:xfrm>
            <a:off x="2595372" y="3642359"/>
            <a:ext cx="428244" cy="286512"/>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1970"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3231" y="1463039"/>
            <a:ext cx="1268730" cy="144017"/>
          </a:xfrm>
          <a:prstGeom prst="rect">
            <a:avLst/>
          </a:prstGeom>
        </p:spPr>
      </p:pic>
      <p:pic>
        <p:nvPicPr>
          <p:cNvPr id="7" name="object 7"/>
          <p:cNvPicPr/>
          <p:nvPr/>
        </p:nvPicPr>
        <p:blipFill>
          <a:blip r:embed="rId6" cstate="print"/>
          <a:stretch>
            <a:fillRect/>
          </a:stretch>
        </p:blipFill>
        <p:spPr>
          <a:xfrm>
            <a:off x="710183" y="1856232"/>
            <a:ext cx="5357622" cy="176022"/>
          </a:xfrm>
          <a:prstGeom prst="rect">
            <a:avLst/>
          </a:prstGeom>
        </p:spPr>
      </p:pic>
      <p:sp>
        <p:nvSpPr>
          <p:cNvPr id="8" name="object 8"/>
          <p:cNvSpPr txBox="1"/>
          <p:nvPr/>
        </p:nvSpPr>
        <p:spPr>
          <a:xfrm>
            <a:off x="437489" y="431419"/>
            <a:ext cx="17399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3.1.</a:t>
            </a:r>
            <a:r>
              <a:rPr sz="1800" spc="-55" dirty="0">
                <a:solidFill>
                  <a:srgbClr val="FFFFFF"/>
                </a:solidFill>
                <a:latin typeface="Ebrima"/>
                <a:cs typeface="Ebrima"/>
              </a:rPr>
              <a:t> </a:t>
            </a:r>
            <a:r>
              <a:rPr sz="1800" spc="-5" dirty="0">
                <a:solidFill>
                  <a:srgbClr val="FFFFFF"/>
                </a:solidFill>
                <a:latin typeface="Ebrima"/>
                <a:cs typeface="Ebrima"/>
              </a:rPr>
              <a:t>AutoEncoder</a:t>
            </a:r>
            <a:endParaRPr sz="1800">
              <a:latin typeface="Ebrima"/>
              <a:cs typeface="Ebrima"/>
            </a:endParaRPr>
          </a:p>
        </p:txBody>
      </p:sp>
      <p:sp>
        <p:nvSpPr>
          <p:cNvPr id="9" name="object 9"/>
          <p:cNvSpPr txBox="1"/>
          <p:nvPr/>
        </p:nvSpPr>
        <p:spPr>
          <a:xfrm>
            <a:off x="8671941"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grpSp>
        <p:nvGrpSpPr>
          <p:cNvPr id="10" name="object 10"/>
          <p:cNvGrpSpPr/>
          <p:nvPr/>
        </p:nvGrpSpPr>
        <p:grpSpPr>
          <a:xfrm>
            <a:off x="3203448" y="2572511"/>
            <a:ext cx="3355975" cy="2643505"/>
            <a:chOff x="3203448" y="2572511"/>
            <a:chExt cx="3355975" cy="2643505"/>
          </a:xfrm>
        </p:grpSpPr>
        <p:pic>
          <p:nvPicPr>
            <p:cNvPr id="11" name="object 11"/>
            <p:cNvPicPr/>
            <p:nvPr/>
          </p:nvPicPr>
          <p:blipFill>
            <a:blip r:embed="rId7" cstate="print"/>
            <a:stretch>
              <a:fillRect/>
            </a:stretch>
          </p:blipFill>
          <p:spPr>
            <a:xfrm>
              <a:off x="3203448" y="2671571"/>
              <a:ext cx="3355848" cy="2269236"/>
            </a:xfrm>
            <a:prstGeom prst="rect">
              <a:avLst/>
            </a:prstGeom>
          </p:spPr>
        </p:pic>
        <p:pic>
          <p:nvPicPr>
            <p:cNvPr id="12" name="object 12"/>
            <p:cNvPicPr/>
            <p:nvPr/>
          </p:nvPicPr>
          <p:blipFill>
            <a:blip r:embed="rId8" cstate="print"/>
            <a:stretch>
              <a:fillRect/>
            </a:stretch>
          </p:blipFill>
          <p:spPr>
            <a:xfrm>
              <a:off x="4610100" y="2572511"/>
              <a:ext cx="605789" cy="159258"/>
            </a:xfrm>
            <a:prstGeom prst="rect">
              <a:avLst/>
            </a:prstGeom>
          </p:spPr>
        </p:pic>
        <p:sp>
          <p:nvSpPr>
            <p:cNvPr id="13" name="object 13"/>
            <p:cNvSpPr/>
            <p:nvPr/>
          </p:nvSpPr>
          <p:spPr>
            <a:xfrm>
              <a:off x="4916424" y="4390644"/>
              <a:ext cx="0" cy="825500"/>
            </a:xfrm>
            <a:custGeom>
              <a:avLst/>
              <a:gdLst/>
              <a:ahLst/>
              <a:cxnLst/>
              <a:rect l="l" t="t" r="r" b="b"/>
              <a:pathLst>
                <a:path h="825500">
                  <a:moveTo>
                    <a:pt x="0" y="0"/>
                  </a:moveTo>
                  <a:lnTo>
                    <a:pt x="0" y="825372"/>
                  </a:lnTo>
                </a:path>
              </a:pathLst>
            </a:custGeom>
            <a:ln w="9144">
              <a:solidFill>
                <a:srgbClr val="FF0000"/>
              </a:solidFill>
              <a:prstDash val="sysDash"/>
            </a:ln>
          </p:spPr>
          <p:txBody>
            <a:bodyPr wrap="square" lIns="0" tIns="0" rIns="0" bIns="0" rtlCol="0"/>
            <a:lstStyle/>
            <a:p>
              <a:endParaRPr/>
            </a:p>
          </p:txBody>
        </p:sp>
        <p:pic>
          <p:nvPicPr>
            <p:cNvPr id="14" name="object 14"/>
            <p:cNvPicPr/>
            <p:nvPr/>
          </p:nvPicPr>
          <p:blipFill>
            <a:blip r:embed="rId9" cstate="print"/>
            <a:stretch>
              <a:fillRect/>
            </a:stretch>
          </p:blipFill>
          <p:spPr>
            <a:xfrm>
              <a:off x="4757928" y="2791967"/>
              <a:ext cx="284988" cy="428244"/>
            </a:xfrm>
            <a:prstGeom prst="rect">
              <a:avLst/>
            </a:prstGeom>
          </p:spPr>
        </p:pic>
      </p:grpSp>
      <p:pic>
        <p:nvPicPr>
          <p:cNvPr id="15" name="object 15"/>
          <p:cNvPicPr/>
          <p:nvPr/>
        </p:nvPicPr>
        <p:blipFill>
          <a:blip r:embed="rId10" cstate="print"/>
          <a:stretch>
            <a:fillRect/>
          </a:stretch>
        </p:blipFill>
        <p:spPr>
          <a:xfrm>
            <a:off x="1767839" y="3755135"/>
            <a:ext cx="675894" cy="159257"/>
          </a:xfrm>
          <a:prstGeom prst="rect">
            <a:avLst/>
          </a:prstGeom>
        </p:spPr>
      </p:pic>
      <p:pic>
        <p:nvPicPr>
          <p:cNvPr id="16" name="object 16"/>
          <p:cNvPicPr/>
          <p:nvPr/>
        </p:nvPicPr>
        <p:blipFill>
          <a:blip r:embed="rId11" cstate="print"/>
          <a:stretch>
            <a:fillRect/>
          </a:stretch>
        </p:blipFill>
        <p:spPr>
          <a:xfrm>
            <a:off x="7360919" y="3755135"/>
            <a:ext cx="797814" cy="159257"/>
          </a:xfrm>
          <a:prstGeom prst="rect">
            <a:avLst/>
          </a:prstGeom>
        </p:spPr>
      </p:pic>
      <p:pic>
        <p:nvPicPr>
          <p:cNvPr id="17" name="object 17"/>
          <p:cNvPicPr/>
          <p:nvPr/>
        </p:nvPicPr>
        <p:blipFill>
          <a:blip r:embed="rId12" cstate="print"/>
          <a:stretch>
            <a:fillRect/>
          </a:stretch>
        </p:blipFill>
        <p:spPr>
          <a:xfrm>
            <a:off x="4102682" y="5018640"/>
            <a:ext cx="232335" cy="159149"/>
          </a:xfrm>
          <a:prstGeom prst="rect">
            <a:avLst/>
          </a:prstGeom>
        </p:spPr>
      </p:pic>
      <p:pic>
        <p:nvPicPr>
          <p:cNvPr id="18" name="object 18"/>
          <p:cNvPicPr/>
          <p:nvPr/>
        </p:nvPicPr>
        <p:blipFill>
          <a:blip r:embed="rId13" cstate="print"/>
          <a:stretch>
            <a:fillRect/>
          </a:stretch>
        </p:blipFill>
        <p:spPr>
          <a:xfrm>
            <a:off x="5477326" y="5018640"/>
            <a:ext cx="246055" cy="159149"/>
          </a:xfrm>
          <a:prstGeom prst="rect">
            <a:avLst/>
          </a:prstGeom>
        </p:spPr>
      </p:pic>
      <p:pic>
        <p:nvPicPr>
          <p:cNvPr id="19" name="object 19"/>
          <p:cNvPicPr/>
          <p:nvPr/>
        </p:nvPicPr>
        <p:blipFill>
          <a:blip r:embed="rId14" cstate="print"/>
          <a:stretch>
            <a:fillRect/>
          </a:stretch>
        </p:blipFill>
        <p:spPr>
          <a:xfrm>
            <a:off x="6702552" y="3646932"/>
            <a:ext cx="428244" cy="284988"/>
          </a:xfrm>
          <a:prstGeom prst="rect">
            <a:avLst/>
          </a:prstGeom>
        </p:spPr>
      </p:pic>
      <p:pic>
        <p:nvPicPr>
          <p:cNvPr id="20" name="object 20"/>
          <p:cNvPicPr/>
          <p:nvPr/>
        </p:nvPicPr>
        <p:blipFill>
          <a:blip r:embed="rId15" cstate="print"/>
          <a:stretch>
            <a:fillRect/>
          </a:stretch>
        </p:blipFill>
        <p:spPr>
          <a:xfrm>
            <a:off x="2595372" y="3646932"/>
            <a:ext cx="428244" cy="284988"/>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6036"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1739900" cy="299720"/>
          </a:xfrm>
          <a:prstGeom prst="rect">
            <a:avLst/>
          </a:prstGeom>
        </p:spPr>
        <p:txBody>
          <a:bodyPr vert="horz" wrap="square" lIns="0" tIns="12700" rIns="0" bIns="0" rtlCol="0">
            <a:spAutoFit/>
          </a:bodyPr>
          <a:lstStyle/>
          <a:p>
            <a:pPr marL="12700">
              <a:lnSpc>
                <a:spcPct val="100000"/>
              </a:lnSpc>
              <a:spcBef>
                <a:spcPts val="100"/>
              </a:spcBef>
            </a:pPr>
            <a:r>
              <a:rPr dirty="0"/>
              <a:t>3.1.</a:t>
            </a:r>
            <a:r>
              <a:rPr spc="-55" dirty="0"/>
              <a:t> </a:t>
            </a:r>
            <a:r>
              <a:rPr spc="-5" dirty="0"/>
              <a:t>AutoEncoder</a:t>
            </a:r>
          </a:p>
        </p:txBody>
      </p:sp>
      <p:sp>
        <p:nvSpPr>
          <p:cNvPr id="6" name="object 6"/>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7" name="object 7"/>
          <p:cNvPicPr/>
          <p:nvPr/>
        </p:nvPicPr>
        <p:blipFill>
          <a:blip r:embed="rId5" cstate="print"/>
          <a:stretch>
            <a:fillRect/>
          </a:stretch>
        </p:blipFill>
        <p:spPr>
          <a:xfrm>
            <a:off x="719327" y="1464563"/>
            <a:ext cx="3928110" cy="174498"/>
          </a:xfrm>
          <a:prstGeom prst="rect">
            <a:avLst/>
          </a:prstGeom>
        </p:spPr>
      </p:pic>
      <p:pic>
        <p:nvPicPr>
          <p:cNvPr id="8" name="object 8"/>
          <p:cNvPicPr/>
          <p:nvPr/>
        </p:nvPicPr>
        <p:blipFill>
          <a:blip r:embed="rId6" cstate="print"/>
          <a:stretch>
            <a:fillRect/>
          </a:stretch>
        </p:blipFill>
        <p:spPr>
          <a:xfrm>
            <a:off x="710183" y="1799844"/>
            <a:ext cx="6268973" cy="162305"/>
          </a:xfrm>
          <a:prstGeom prst="rect">
            <a:avLst/>
          </a:prstGeom>
        </p:spPr>
      </p:pic>
      <p:grpSp>
        <p:nvGrpSpPr>
          <p:cNvPr id="9" name="object 9"/>
          <p:cNvGrpSpPr/>
          <p:nvPr/>
        </p:nvGrpSpPr>
        <p:grpSpPr>
          <a:xfrm>
            <a:off x="653732" y="4713732"/>
            <a:ext cx="7889875" cy="989330"/>
            <a:chOff x="653732" y="4713732"/>
            <a:chExt cx="7889875" cy="989330"/>
          </a:xfrm>
        </p:grpSpPr>
        <p:sp>
          <p:nvSpPr>
            <p:cNvPr id="10" name="object 10"/>
            <p:cNvSpPr/>
            <p:nvPr/>
          </p:nvSpPr>
          <p:spPr>
            <a:xfrm>
              <a:off x="655319" y="4818888"/>
              <a:ext cx="7886700" cy="882650"/>
            </a:xfrm>
            <a:custGeom>
              <a:avLst/>
              <a:gdLst/>
              <a:ahLst/>
              <a:cxnLst/>
              <a:rect l="l" t="t" r="r" b="b"/>
              <a:pathLst>
                <a:path w="7886700" h="882650">
                  <a:moveTo>
                    <a:pt x="0" y="882396"/>
                  </a:moveTo>
                  <a:lnTo>
                    <a:pt x="7886700" y="882396"/>
                  </a:lnTo>
                  <a:lnTo>
                    <a:pt x="7886700" y="0"/>
                  </a:lnTo>
                  <a:lnTo>
                    <a:pt x="0" y="0"/>
                  </a:lnTo>
                  <a:lnTo>
                    <a:pt x="0" y="882396"/>
                  </a:lnTo>
                  <a:close/>
                </a:path>
              </a:pathLst>
            </a:custGeom>
            <a:ln w="3175">
              <a:solidFill>
                <a:srgbClr val="000000"/>
              </a:solidFill>
              <a:prstDash val="sysDot"/>
            </a:ln>
          </p:spPr>
          <p:txBody>
            <a:bodyPr wrap="square" lIns="0" tIns="0" rIns="0" bIns="0" rtlCol="0"/>
            <a:lstStyle/>
            <a:p>
              <a:endParaRPr/>
            </a:p>
          </p:txBody>
        </p:sp>
        <p:sp>
          <p:nvSpPr>
            <p:cNvPr id="11" name="object 11"/>
            <p:cNvSpPr/>
            <p:nvPr/>
          </p:nvSpPr>
          <p:spPr>
            <a:xfrm>
              <a:off x="655319" y="4713732"/>
              <a:ext cx="2232660" cy="288290"/>
            </a:xfrm>
            <a:custGeom>
              <a:avLst/>
              <a:gdLst/>
              <a:ahLst/>
              <a:cxnLst/>
              <a:rect l="l" t="t" r="r" b="b"/>
              <a:pathLst>
                <a:path w="2232660" h="288289">
                  <a:moveTo>
                    <a:pt x="2088642" y="0"/>
                  </a:moveTo>
                  <a:lnTo>
                    <a:pt x="0" y="0"/>
                  </a:lnTo>
                  <a:lnTo>
                    <a:pt x="0" y="288036"/>
                  </a:lnTo>
                  <a:lnTo>
                    <a:pt x="2088642" y="288036"/>
                  </a:lnTo>
                  <a:lnTo>
                    <a:pt x="2232660" y="144018"/>
                  </a:lnTo>
                  <a:lnTo>
                    <a:pt x="2088642" y="0"/>
                  </a:lnTo>
                  <a:close/>
                </a:path>
              </a:pathLst>
            </a:custGeom>
            <a:solidFill>
              <a:srgbClr val="D5DCE4"/>
            </a:solidFill>
          </p:spPr>
          <p:txBody>
            <a:bodyPr wrap="square" lIns="0" tIns="0" rIns="0" bIns="0" rtlCol="0"/>
            <a:lstStyle/>
            <a:p>
              <a:endParaRPr/>
            </a:p>
          </p:txBody>
        </p:sp>
      </p:grpSp>
      <p:sp>
        <p:nvSpPr>
          <p:cNvPr id="12" name="object 12"/>
          <p:cNvSpPr txBox="1"/>
          <p:nvPr/>
        </p:nvSpPr>
        <p:spPr>
          <a:xfrm>
            <a:off x="2862511" y="5119354"/>
            <a:ext cx="135255" cy="194945"/>
          </a:xfrm>
          <a:prstGeom prst="rect">
            <a:avLst/>
          </a:prstGeom>
        </p:spPr>
        <p:txBody>
          <a:bodyPr vert="horz" wrap="square" lIns="0" tIns="0" rIns="0" bIns="0" rtlCol="0">
            <a:spAutoFit/>
          </a:bodyPr>
          <a:lstStyle/>
          <a:p>
            <a:pPr>
              <a:lnSpc>
                <a:spcPts val="1535"/>
              </a:lnSpc>
            </a:pPr>
            <a:r>
              <a:rPr sz="1300" spc="-290" dirty="0">
                <a:solidFill>
                  <a:srgbClr val="252525"/>
                </a:solidFill>
                <a:latin typeface="Trebuchet MS"/>
                <a:cs typeface="Trebuchet MS"/>
              </a:rPr>
              <a:t>w</a:t>
            </a:r>
            <a:r>
              <a:rPr sz="1300" spc="-100" dirty="0">
                <a:solidFill>
                  <a:srgbClr val="252525"/>
                </a:solidFill>
                <a:latin typeface="Trebuchet MS"/>
                <a:cs typeface="Trebuchet MS"/>
              </a:rPr>
              <a:t>-</a:t>
            </a:r>
            <a:endParaRPr sz="1300">
              <a:latin typeface="Trebuchet MS"/>
              <a:cs typeface="Trebuchet MS"/>
            </a:endParaRPr>
          </a:p>
        </p:txBody>
      </p:sp>
      <p:sp>
        <p:nvSpPr>
          <p:cNvPr id="13" name="object 13"/>
          <p:cNvSpPr txBox="1"/>
          <p:nvPr/>
        </p:nvSpPr>
        <p:spPr>
          <a:xfrm>
            <a:off x="674623" y="4745228"/>
            <a:ext cx="5268977" cy="856004"/>
          </a:xfrm>
          <a:prstGeom prst="rect">
            <a:avLst/>
          </a:prstGeom>
        </p:spPr>
        <p:txBody>
          <a:bodyPr vert="horz" wrap="square" lIns="0" tIns="12065" rIns="0" bIns="0" rtlCol="0">
            <a:spAutoFit/>
          </a:bodyPr>
          <a:lstStyle/>
          <a:p>
            <a:pPr marL="71755">
              <a:lnSpc>
                <a:spcPct val="100000"/>
              </a:lnSpc>
              <a:spcBef>
                <a:spcPts val="95"/>
              </a:spcBef>
            </a:pPr>
            <a:r>
              <a:rPr sz="1300" dirty="0">
                <a:latin typeface="Trebuchet MS"/>
                <a:cs typeface="Trebuchet MS"/>
              </a:rPr>
              <a:t>Decoder neural network</a:t>
            </a:r>
          </a:p>
          <a:p>
            <a:pPr marL="190500" indent="-178435">
              <a:lnSpc>
                <a:spcPct val="100000"/>
              </a:lnSpc>
              <a:spcBef>
                <a:spcPts val="1265"/>
              </a:spcBef>
              <a:buClr>
                <a:srgbClr val="183DAF"/>
              </a:buClr>
              <a:buFont typeface="Arial MT"/>
              <a:buChar char="•"/>
              <a:tabLst>
                <a:tab pos="191135" algn="l"/>
                <a:tab pos="1812289" algn="l"/>
                <a:tab pos="2322830" algn="l"/>
              </a:tabLst>
            </a:pPr>
            <a:r>
              <a:rPr sz="1300" dirty="0">
                <a:solidFill>
                  <a:srgbClr val="252525"/>
                </a:solidFill>
                <a:latin typeface="Trebuchet MS"/>
                <a:cs typeface="Trebuchet MS"/>
              </a:rPr>
              <a:t>The decoder </a:t>
            </a:r>
            <a:r>
              <a:rPr sz="1300" dirty="0">
                <a:latin typeface="Trebuchet MS"/>
                <a:cs typeface="Trebuchet MS"/>
              </a:rPr>
              <a:t>decompresses	from </a:t>
            </a:r>
            <a:r>
              <a:rPr sz="1300" dirty="0" err="1">
                <a:solidFill>
                  <a:srgbClr val="252525"/>
                </a:solidFill>
                <a:latin typeface="Trebuchet MS"/>
                <a:cs typeface="Trebuchet MS"/>
              </a:rPr>
              <a:t>lodimensional</a:t>
            </a:r>
            <a:r>
              <a:rPr sz="1300" dirty="0">
                <a:solidFill>
                  <a:srgbClr val="252525"/>
                </a:solidFill>
                <a:latin typeface="Trebuchet MS"/>
                <a:cs typeface="Trebuchet MS"/>
              </a:rPr>
              <a:t> latent vector z.</a:t>
            </a:r>
            <a:endParaRPr sz="1300" dirty="0">
              <a:latin typeface="Trebuchet MS"/>
              <a:cs typeface="Trebuchet MS"/>
            </a:endParaRPr>
          </a:p>
          <a:p>
            <a:pPr marL="190500" indent="-178435">
              <a:lnSpc>
                <a:spcPct val="100000"/>
              </a:lnSpc>
              <a:spcBef>
                <a:spcPts val="600"/>
              </a:spcBef>
              <a:buClr>
                <a:srgbClr val="183DAF"/>
              </a:buClr>
              <a:buFont typeface="Arial MT"/>
              <a:buChar char="•"/>
              <a:tabLst>
                <a:tab pos="191135" algn="l"/>
                <a:tab pos="2395855" algn="l"/>
              </a:tabLst>
            </a:pPr>
            <a:r>
              <a:rPr sz="1300" dirty="0">
                <a:solidFill>
                  <a:srgbClr val="252525"/>
                </a:solidFill>
                <a:latin typeface="Trebuchet MS"/>
                <a:cs typeface="Trebuchet MS"/>
              </a:rPr>
              <a:t>Decoder can be considered as function</a:t>
            </a:r>
            <a:r>
              <a:rPr lang="en-US" sz="1300" dirty="0">
                <a:solidFill>
                  <a:srgbClr val="252525"/>
                </a:solidFill>
                <a:latin typeface="Trebuchet MS"/>
                <a:cs typeface="Trebuchet MS"/>
              </a:rPr>
              <a:t>	</a:t>
            </a:r>
            <a:r>
              <a:rPr sz="1300" dirty="0">
                <a:solidFill>
                  <a:srgbClr val="252525"/>
                </a:solidFill>
                <a:latin typeface="Trebuchet MS"/>
                <a:cs typeface="Trebuchet MS"/>
              </a:rPr>
              <a:t>= g(z).</a:t>
            </a:r>
            <a:endParaRPr sz="1300" dirty="0">
              <a:latin typeface="Trebuchet MS"/>
              <a:cs typeface="Trebuchet MS"/>
            </a:endParaRPr>
          </a:p>
        </p:txBody>
      </p:sp>
      <p:grpSp>
        <p:nvGrpSpPr>
          <p:cNvPr id="14" name="object 14"/>
          <p:cNvGrpSpPr/>
          <p:nvPr/>
        </p:nvGrpSpPr>
        <p:grpSpPr>
          <a:xfrm>
            <a:off x="2887979" y="5128259"/>
            <a:ext cx="966469" cy="421005"/>
            <a:chOff x="2887979" y="5128259"/>
            <a:chExt cx="966469" cy="421005"/>
          </a:xfrm>
        </p:grpSpPr>
        <p:pic>
          <p:nvPicPr>
            <p:cNvPr id="15" name="object 15"/>
            <p:cNvPicPr/>
            <p:nvPr/>
          </p:nvPicPr>
          <p:blipFill>
            <a:blip r:embed="rId7" cstate="print"/>
            <a:stretch>
              <a:fillRect/>
            </a:stretch>
          </p:blipFill>
          <p:spPr>
            <a:xfrm>
              <a:off x="2887979" y="5128259"/>
              <a:ext cx="126492" cy="143255"/>
            </a:xfrm>
            <a:prstGeom prst="rect">
              <a:avLst/>
            </a:prstGeom>
          </p:spPr>
        </p:pic>
        <p:pic>
          <p:nvPicPr>
            <p:cNvPr id="16" name="object 16"/>
            <p:cNvPicPr/>
            <p:nvPr/>
          </p:nvPicPr>
          <p:blipFill>
            <a:blip r:embed="rId8" cstate="print"/>
            <a:stretch>
              <a:fillRect/>
            </a:stretch>
          </p:blipFill>
          <p:spPr>
            <a:xfrm>
              <a:off x="3727703" y="5429630"/>
              <a:ext cx="126491" cy="119380"/>
            </a:xfrm>
            <a:prstGeom prst="rect">
              <a:avLst/>
            </a:prstGeom>
          </p:spPr>
        </p:pic>
      </p:grpSp>
      <p:grpSp>
        <p:nvGrpSpPr>
          <p:cNvPr id="17" name="object 17"/>
          <p:cNvGrpSpPr/>
          <p:nvPr/>
        </p:nvGrpSpPr>
        <p:grpSpPr>
          <a:xfrm>
            <a:off x="665987" y="2313432"/>
            <a:ext cx="7870190" cy="2171700"/>
            <a:chOff x="665987" y="2313432"/>
            <a:chExt cx="7870190" cy="2171700"/>
          </a:xfrm>
        </p:grpSpPr>
        <p:sp>
          <p:nvSpPr>
            <p:cNvPr id="18" name="object 18"/>
            <p:cNvSpPr/>
            <p:nvPr/>
          </p:nvSpPr>
          <p:spPr>
            <a:xfrm>
              <a:off x="672083" y="2470404"/>
              <a:ext cx="7861300" cy="2011680"/>
            </a:xfrm>
            <a:custGeom>
              <a:avLst/>
              <a:gdLst/>
              <a:ahLst/>
              <a:cxnLst/>
              <a:rect l="l" t="t" r="r" b="b"/>
              <a:pathLst>
                <a:path w="7861300" h="2011679">
                  <a:moveTo>
                    <a:pt x="0" y="2011680"/>
                  </a:moveTo>
                  <a:lnTo>
                    <a:pt x="7860792" y="2011680"/>
                  </a:lnTo>
                  <a:lnTo>
                    <a:pt x="7860792" y="0"/>
                  </a:lnTo>
                  <a:lnTo>
                    <a:pt x="0" y="0"/>
                  </a:lnTo>
                  <a:lnTo>
                    <a:pt x="0" y="2011680"/>
                  </a:lnTo>
                  <a:close/>
                </a:path>
              </a:pathLst>
            </a:custGeom>
            <a:ln w="6096">
              <a:solidFill>
                <a:srgbClr val="000000"/>
              </a:solidFill>
              <a:prstDash val="sysDot"/>
            </a:ln>
          </p:spPr>
          <p:txBody>
            <a:bodyPr wrap="square" lIns="0" tIns="0" rIns="0" bIns="0" rtlCol="0"/>
            <a:lstStyle/>
            <a:p>
              <a:endParaRPr/>
            </a:p>
          </p:txBody>
        </p:sp>
        <p:sp>
          <p:nvSpPr>
            <p:cNvPr id="19" name="object 19"/>
            <p:cNvSpPr/>
            <p:nvPr/>
          </p:nvSpPr>
          <p:spPr>
            <a:xfrm>
              <a:off x="665987" y="2313432"/>
              <a:ext cx="2232660" cy="288290"/>
            </a:xfrm>
            <a:custGeom>
              <a:avLst/>
              <a:gdLst/>
              <a:ahLst/>
              <a:cxnLst/>
              <a:rect l="l" t="t" r="r" b="b"/>
              <a:pathLst>
                <a:path w="2232660" h="288289">
                  <a:moveTo>
                    <a:pt x="2088642" y="0"/>
                  </a:moveTo>
                  <a:lnTo>
                    <a:pt x="0" y="0"/>
                  </a:lnTo>
                  <a:lnTo>
                    <a:pt x="0" y="288035"/>
                  </a:lnTo>
                  <a:lnTo>
                    <a:pt x="2088642" y="288035"/>
                  </a:lnTo>
                  <a:lnTo>
                    <a:pt x="2232660" y="144017"/>
                  </a:lnTo>
                  <a:lnTo>
                    <a:pt x="2088642" y="0"/>
                  </a:lnTo>
                  <a:close/>
                </a:path>
              </a:pathLst>
            </a:custGeom>
            <a:solidFill>
              <a:srgbClr val="D5DCE4"/>
            </a:solidFill>
          </p:spPr>
          <p:txBody>
            <a:bodyPr wrap="square" lIns="0" tIns="0" rIns="0" bIns="0" rtlCol="0"/>
            <a:lstStyle/>
            <a:p>
              <a:endParaRPr/>
            </a:p>
          </p:txBody>
        </p:sp>
      </p:grpSp>
      <p:sp>
        <p:nvSpPr>
          <p:cNvPr id="20" name="object 20"/>
          <p:cNvSpPr txBox="1"/>
          <p:nvPr/>
        </p:nvSpPr>
        <p:spPr>
          <a:xfrm>
            <a:off x="745642" y="2344038"/>
            <a:ext cx="7546340" cy="1905009"/>
          </a:xfrm>
          <a:prstGeom prst="rect">
            <a:avLst/>
          </a:prstGeom>
        </p:spPr>
        <p:txBody>
          <a:bodyPr vert="horz" wrap="square" lIns="0" tIns="12065" rIns="0" bIns="0" rtlCol="0">
            <a:spAutoFit/>
          </a:bodyPr>
          <a:lstStyle/>
          <a:p>
            <a:pPr marL="12700">
              <a:lnSpc>
                <a:spcPct val="100000"/>
              </a:lnSpc>
              <a:spcBef>
                <a:spcPts val="95"/>
              </a:spcBef>
            </a:pPr>
            <a:r>
              <a:rPr sz="1300" dirty="0">
                <a:latin typeface="Trebuchet MS"/>
                <a:cs typeface="Trebuchet MS"/>
              </a:rPr>
              <a:t>Encoder neural network</a:t>
            </a:r>
          </a:p>
          <a:p>
            <a:pPr>
              <a:lnSpc>
                <a:spcPct val="100000"/>
              </a:lnSpc>
            </a:pPr>
            <a:endParaRPr sz="1700" dirty="0">
              <a:latin typeface="Trebuchet MS"/>
              <a:cs typeface="Trebuchet MS"/>
            </a:endParaRPr>
          </a:p>
          <a:p>
            <a:pPr marL="190500" marR="5080" indent="-178435">
              <a:lnSpc>
                <a:spcPct val="100000"/>
              </a:lnSpc>
              <a:buClr>
                <a:srgbClr val="183DAF"/>
              </a:buClr>
              <a:buFont typeface="Arial MT"/>
              <a:buChar char="•"/>
              <a:tabLst>
                <a:tab pos="191135" algn="l"/>
              </a:tabLst>
            </a:pPr>
            <a:r>
              <a:rPr sz="1300" dirty="0">
                <a:solidFill>
                  <a:srgbClr val="252525"/>
                </a:solidFill>
                <a:latin typeface="Trebuchet MS"/>
                <a:cs typeface="Trebuchet MS"/>
              </a:rPr>
              <a:t>Encoder neural network encodes p dimensional vector z (that is, z </a:t>
            </a:r>
            <a:r>
              <a:rPr sz="1300" dirty="0">
                <a:solidFill>
                  <a:srgbClr val="252525"/>
                </a:solidFill>
                <a:latin typeface="Cambria Math"/>
                <a:cs typeface="Cambria Math"/>
              </a:rPr>
              <a:t>∈ </a:t>
            </a:r>
            <a:r>
              <a:rPr sz="1300" dirty="0">
                <a:solidFill>
                  <a:srgbClr val="252525"/>
                </a:solidFill>
                <a:latin typeface="Trebuchet MS"/>
                <a:cs typeface="Trebuchet MS"/>
              </a:rPr>
              <a:t>Rp), which is received from d dimensional input feature vector related to  sample x (that is, x </a:t>
            </a:r>
            <a:r>
              <a:rPr sz="1300" dirty="0">
                <a:solidFill>
                  <a:srgbClr val="252525"/>
                </a:solidFill>
                <a:latin typeface="Cambria Math"/>
                <a:cs typeface="Cambria Math"/>
              </a:rPr>
              <a:t>∈ </a:t>
            </a:r>
            <a:r>
              <a:rPr sz="1300" dirty="0">
                <a:solidFill>
                  <a:srgbClr val="252525"/>
                </a:solidFill>
                <a:latin typeface="Trebuchet MS"/>
                <a:cs typeface="Trebuchet MS"/>
              </a:rPr>
              <a:t>Rd). In other words, the encoder’s role is to learn how to model the z = f(x) function.</a:t>
            </a:r>
            <a:endParaRPr sz="1300" dirty="0">
              <a:latin typeface="Trebuchet MS"/>
              <a:cs typeface="Trebuchet MS"/>
            </a:endParaRPr>
          </a:p>
          <a:p>
            <a:pPr marL="190500" indent="-178435">
              <a:lnSpc>
                <a:spcPct val="100000"/>
              </a:lnSpc>
              <a:spcBef>
                <a:spcPts val="610"/>
              </a:spcBef>
              <a:buClr>
                <a:srgbClr val="183DAF"/>
              </a:buClr>
              <a:buFont typeface="Arial MT"/>
              <a:buChar char="•"/>
              <a:tabLst>
                <a:tab pos="191135" algn="l"/>
              </a:tabLst>
            </a:pPr>
            <a:r>
              <a:rPr sz="1300" dirty="0">
                <a:solidFill>
                  <a:srgbClr val="252525"/>
                </a:solidFill>
                <a:latin typeface="Trebuchet MS"/>
                <a:cs typeface="Trebuchet MS"/>
              </a:rPr>
              <a:t>The encoded vector z is called a latent vector or latent feature expression.</a:t>
            </a:r>
            <a:endParaRPr sz="1300" dirty="0">
              <a:latin typeface="Trebuchet MS"/>
              <a:cs typeface="Trebuchet MS"/>
            </a:endParaRPr>
          </a:p>
          <a:p>
            <a:pPr marL="190500" indent="-178435">
              <a:lnSpc>
                <a:spcPct val="100000"/>
              </a:lnSpc>
              <a:spcBef>
                <a:spcPts val="600"/>
              </a:spcBef>
              <a:buClr>
                <a:srgbClr val="183DAF"/>
              </a:buClr>
              <a:buFont typeface="Arial MT"/>
              <a:buChar char="•"/>
              <a:tabLst>
                <a:tab pos="191135" algn="l"/>
              </a:tabLst>
            </a:pPr>
            <a:r>
              <a:rPr sz="1300" dirty="0">
                <a:solidFill>
                  <a:srgbClr val="252525"/>
                </a:solidFill>
                <a:latin typeface="Trebuchet MS"/>
                <a:cs typeface="Trebuchet MS"/>
              </a:rPr>
              <a:t>Generally, the dimension of a latent vector is smaller than that of an input sample. That is, p &lt; d.</a:t>
            </a:r>
            <a:endParaRPr sz="1300" dirty="0">
              <a:latin typeface="Trebuchet MS"/>
              <a:cs typeface="Trebuchet MS"/>
            </a:endParaRPr>
          </a:p>
          <a:p>
            <a:pPr marL="190500" indent="-178435">
              <a:lnSpc>
                <a:spcPct val="100000"/>
              </a:lnSpc>
              <a:spcBef>
                <a:spcPts val="600"/>
              </a:spcBef>
              <a:buClr>
                <a:srgbClr val="183DAF"/>
              </a:buClr>
              <a:buFont typeface="Arial MT"/>
              <a:buChar char="•"/>
              <a:tabLst>
                <a:tab pos="191135" algn="l"/>
              </a:tabLst>
            </a:pPr>
            <a:r>
              <a:rPr sz="1300" dirty="0">
                <a:solidFill>
                  <a:srgbClr val="252525"/>
                </a:solidFill>
                <a:latin typeface="Trebuchet MS"/>
                <a:cs typeface="Trebuchet MS"/>
              </a:rPr>
              <a:t>It can be said that the encoder compresses data.</a:t>
            </a:r>
            <a:endParaRPr sz="1300" dirty="0">
              <a:latin typeface="Trebuchet MS"/>
              <a:cs typeface="Trebuchet M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17399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3.1.</a:t>
            </a:r>
            <a:r>
              <a:rPr sz="1800" spc="-55" dirty="0">
                <a:solidFill>
                  <a:srgbClr val="FFFFFF"/>
                </a:solidFill>
                <a:latin typeface="Ebrima"/>
                <a:cs typeface="Ebrima"/>
              </a:rPr>
              <a:t> </a:t>
            </a:r>
            <a:r>
              <a:rPr sz="1800" spc="-5" dirty="0">
                <a:solidFill>
                  <a:srgbClr val="FFFFFF"/>
                </a:solidFill>
                <a:latin typeface="Ebrima"/>
                <a:cs typeface="Ebrima"/>
              </a:rPr>
              <a:t>AutoEncoder</a:t>
            </a:r>
            <a:endParaRPr sz="1800">
              <a:latin typeface="Ebrima"/>
              <a:cs typeface="Ebrima"/>
            </a:endParaRPr>
          </a:p>
        </p:txBody>
      </p:sp>
      <p:pic>
        <p:nvPicPr>
          <p:cNvPr id="6" name="object 6"/>
          <p:cNvPicPr/>
          <p:nvPr/>
        </p:nvPicPr>
        <p:blipFill>
          <a:blip r:embed="rId5" cstate="print"/>
          <a:stretch>
            <a:fillRect/>
          </a:stretch>
        </p:blipFill>
        <p:spPr>
          <a:xfrm>
            <a:off x="3078479" y="3384120"/>
            <a:ext cx="3482925" cy="2871400"/>
          </a:xfrm>
          <a:prstGeom prst="rect">
            <a:avLst/>
          </a:prstGeom>
        </p:spPr>
      </p:pic>
      <p:sp>
        <p:nvSpPr>
          <p:cNvPr id="7" name="object 7"/>
          <p:cNvSpPr txBox="1"/>
          <p:nvPr/>
        </p:nvSpPr>
        <p:spPr>
          <a:xfrm>
            <a:off x="4315967" y="5269991"/>
            <a:ext cx="1001394" cy="254635"/>
          </a:xfrm>
          <a:prstGeom prst="rect">
            <a:avLst/>
          </a:prstGeom>
          <a:solidFill>
            <a:srgbClr val="FFFFFF"/>
          </a:solidFill>
        </p:spPr>
        <p:txBody>
          <a:bodyPr vert="horz" wrap="square" lIns="0" tIns="45719" rIns="0" bIns="0" rtlCol="0">
            <a:spAutoFit/>
          </a:bodyPr>
          <a:lstStyle/>
          <a:p>
            <a:pPr marL="155575">
              <a:lnSpc>
                <a:spcPct val="100000"/>
              </a:lnSpc>
              <a:spcBef>
                <a:spcPts val="359"/>
              </a:spcBef>
            </a:pPr>
            <a:r>
              <a:rPr sz="1200" b="1" spc="-245" dirty="0">
                <a:latin typeface="Tahoma"/>
                <a:cs typeface="Tahoma"/>
              </a:rPr>
              <a:t>L</a:t>
            </a:r>
            <a:r>
              <a:rPr sz="1200" b="1" spc="-235" dirty="0">
                <a:latin typeface="Tahoma"/>
                <a:cs typeface="Tahoma"/>
              </a:rPr>
              <a:t>a</a:t>
            </a:r>
            <a:r>
              <a:rPr sz="1200" b="1" spc="-180" dirty="0">
                <a:latin typeface="Tahoma"/>
                <a:cs typeface="Tahoma"/>
              </a:rPr>
              <a:t>t</a:t>
            </a:r>
            <a:r>
              <a:rPr sz="1200" b="1" spc="-225" dirty="0">
                <a:latin typeface="Tahoma"/>
                <a:cs typeface="Tahoma"/>
              </a:rPr>
              <a:t>e</a:t>
            </a:r>
            <a:r>
              <a:rPr sz="1200" b="1" spc="-295" dirty="0">
                <a:latin typeface="Tahoma"/>
                <a:cs typeface="Tahoma"/>
              </a:rPr>
              <a:t>n</a:t>
            </a:r>
            <a:r>
              <a:rPr sz="1200" b="1" spc="-170" dirty="0">
                <a:latin typeface="Tahoma"/>
                <a:cs typeface="Tahoma"/>
              </a:rPr>
              <a:t>t</a:t>
            </a:r>
            <a:r>
              <a:rPr sz="1200" b="1" spc="-145" dirty="0">
                <a:latin typeface="Tahoma"/>
                <a:cs typeface="Tahoma"/>
              </a:rPr>
              <a:t> </a:t>
            </a:r>
            <a:r>
              <a:rPr sz="1200" b="1" spc="-280" dirty="0">
                <a:latin typeface="Tahoma"/>
                <a:cs typeface="Tahoma"/>
              </a:rPr>
              <a:t>v</a:t>
            </a:r>
            <a:r>
              <a:rPr sz="1200" b="1" spc="-225" dirty="0">
                <a:latin typeface="Tahoma"/>
                <a:cs typeface="Tahoma"/>
              </a:rPr>
              <a:t>e</a:t>
            </a:r>
            <a:r>
              <a:rPr sz="1200" b="1" spc="-145" dirty="0">
                <a:latin typeface="Tahoma"/>
                <a:cs typeface="Tahoma"/>
              </a:rPr>
              <a:t>c</a:t>
            </a:r>
            <a:r>
              <a:rPr sz="1200" b="1" spc="-180" dirty="0">
                <a:latin typeface="Tahoma"/>
                <a:cs typeface="Tahoma"/>
              </a:rPr>
              <a:t>t</a:t>
            </a:r>
            <a:r>
              <a:rPr sz="1200" b="1" spc="-254" dirty="0">
                <a:latin typeface="Tahoma"/>
                <a:cs typeface="Tahoma"/>
              </a:rPr>
              <a:t>o</a:t>
            </a:r>
            <a:r>
              <a:rPr sz="1200" b="1" spc="-75" dirty="0">
                <a:latin typeface="Tahoma"/>
                <a:cs typeface="Tahoma"/>
              </a:rPr>
              <a:t>r</a:t>
            </a:r>
            <a:endParaRPr sz="1200">
              <a:latin typeface="Tahoma"/>
              <a:cs typeface="Tahoma"/>
            </a:endParaRPr>
          </a:p>
        </p:txBody>
      </p:sp>
      <p:sp>
        <p:nvSpPr>
          <p:cNvPr id="8" name="object 8"/>
          <p:cNvSpPr txBox="1"/>
          <p:nvPr/>
        </p:nvSpPr>
        <p:spPr>
          <a:xfrm>
            <a:off x="3680459" y="5902452"/>
            <a:ext cx="542925" cy="154305"/>
          </a:xfrm>
          <a:prstGeom prst="rect">
            <a:avLst/>
          </a:prstGeom>
          <a:solidFill>
            <a:srgbClr val="FFFFFF"/>
          </a:solidFill>
        </p:spPr>
        <p:txBody>
          <a:bodyPr vert="horz" wrap="square" lIns="0" tIns="0" rIns="0" bIns="0" rtlCol="0">
            <a:spAutoFit/>
          </a:bodyPr>
          <a:lstStyle/>
          <a:p>
            <a:pPr marL="89535">
              <a:lnSpc>
                <a:spcPts val="1210"/>
              </a:lnSpc>
            </a:pPr>
            <a:r>
              <a:rPr sz="1100" spc="-165" dirty="0">
                <a:latin typeface="Trebuchet MS"/>
                <a:cs typeface="Trebuchet MS"/>
              </a:rPr>
              <a:t>encoder</a:t>
            </a:r>
            <a:endParaRPr sz="1100">
              <a:latin typeface="Trebuchet MS"/>
              <a:cs typeface="Trebuchet MS"/>
            </a:endParaRPr>
          </a:p>
        </p:txBody>
      </p:sp>
      <p:sp>
        <p:nvSpPr>
          <p:cNvPr id="9" name="object 9"/>
          <p:cNvSpPr txBox="1"/>
          <p:nvPr/>
        </p:nvSpPr>
        <p:spPr>
          <a:xfrm>
            <a:off x="5399532" y="5902452"/>
            <a:ext cx="628015" cy="152400"/>
          </a:xfrm>
          <a:prstGeom prst="rect">
            <a:avLst/>
          </a:prstGeom>
          <a:solidFill>
            <a:srgbClr val="FFFFFF"/>
          </a:solidFill>
        </p:spPr>
        <p:txBody>
          <a:bodyPr vert="horz" wrap="square" lIns="0" tIns="0" rIns="0" bIns="0" rtlCol="0">
            <a:spAutoFit/>
          </a:bodyPr>
          <a:lstStyle/>
          <a:p>
            <a:pPr marL="132715">
              <a:lnSpc>
                <a:spcPts val="1200"/>
              </a:lnSpc>
            </a:pPr>
            <a:r>
              <a:rPr sz="1100" spc="-165" dirty="0">
                <a:latin typeface="Trebuchet MS"/>
                <a:cs typeface="Trebuchet MS"/>
              </a:rPr>
              <a:t>decoder</a:t>
            </a:r>
            <a:endParaRPr sz="1100">
              <a:latin typeface="Trebuchet MS"/>
              <a:cs typeface="Trebuchet MS"/>
            </a:endParaRPr>
          </a:p>
        </p:txBody>
      </p:sp>
      <p:sp>
        <p:nvSpPr>
          <p:cNvPr id="10" name="object 10"/>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1" name="object 11"/>
          <p:cNvPicPr/>
          <p:nvPr/>
        </p:nvPicPr>
        <p:blipFill>
          <a:blip r:embed="rId6" cstate="print"/>
          <a:stretch>
            <a:fillRect/>
          </a:stretch>
        </p:blipFill>
        <p:spPr>
          <a:xfrm>
            <a:off x="719327" y="1464563"/>
            <a:ext cx="3928110" cy="174498"/>
          </a:xfrm>
          <a:prstGeom prst="rect">
            <a:avLst/>
          </a:prstGeom>
        </p:spPr>
      </p:pic>
      <p:pic>
        <p:nvPicPr>
          <p:cNvPr id="12" name="object 12"/>
          <p:cNvPicPr/>
          <p:nvPr/>
        </p:nvPicPr>
        <p:blipFill>
          <a:blip r:embed="rId7" cstate="print"/>
          <a:stretch>
            <a:fillRect/>
          </a:stretch>
        </p:blipFill>
        <p:spPr>
          <a:xfrm>
            <a:off x="710183" y="1799831"/>
            <a:ext cx="8123682" cy="1258074"/>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6624"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pic>
        <p:nvPicPr>
          <p:cNvPr id="5" name="object 5"/>
          <p:cNvPicPr/>
          <p:nvPr/>
        </p:nvPicPr>
        <p:blipFill>
          <a:blip r:embed="rId5" cstate="print"/>
          <a:stretch>
            <a:fillRect/>
          </a:stretch>
        </p:blipFill>
        <p:spPr>
          <a:xfrm>
            <a:off x="557783" y="1591043"/>
            <a:ext cx="3167633" cy="302526"/>
          </a:xfrm>
          <a:prstGeom prst="rect">
            <a:avLst/>
          </a:prstGeom>
        </p:spPr>
      </p:pic>
      <p:sp>
        <p:nvSpPr>
          <p:cNvPr id="6" name="object 6"/>
          <p:cNvSpPr/>
          <p:nvPr/>
        </p:nvSpPr>
        <p:spPr>
          <a:xfrm>
            <a:off x="559308" y="4521708"/>
            <a:ext cx="8784590" cy="1499870"/>
          </a:xfrm>
          <a:custGeom>
            <a:avLst/>
            <a:gdLst/>
            <a:ahLst/>
            <a:cxnLst/>
            <a:rect l="l" t="t" r="r" b="b"/>
            <a:pathLst>
              <a:path w="8784590" h="1499870">
                <a:moveTo>
                  <a:pt x="0" y="1499616"/>
                </a:moveTo>
                <a:lnTo>
                  <a:pt x="8784336" y="1499616"/>
                </a:lnTo>
                <a:lnTo>
                  <a:pt x="8784336" y="0"/>
                </a:lnTo>
                <a:lnTo>
                  <a:pt x="0" y="0"/>
                </a:lnTo>
                <a:lnTo>
                  <a:pt x="0" y="1499616"/>
                </a:lnTo>
                <a:close/>
              </a:path>
            </a:pathLst>
          </a:custGeom>
          <a:solidFill>
            <a:srgbClr val="B4C6E7"/>
          </a:solidFill>
        </p:spPr>
        <p:txBody>
          <a:bodyPr wrap="square" lIns="0" tIns="0" rIns="0" bIns="0" rtlCol="0"/>
          <a:lstStyle/>
          <a:p>
            <a:endParaRPr/>
          </a:p>
        </p:txBody>
      </p:sp>
      <p:grpSp>
        <p:nvGrpSpPr>
          <p:cNvPr id="7" name="object 7"/>
          <p:cNvGrpSpPr/>
          <p:nvPr/>
        </p:nvGrpSpPr>
        <p:grpSpPr>
          <a:xfrm>
            <a:off x="553212" y="2054351"/>
            <a:ext cx="8803005" cy="3973195"/>
            <a:chOff x="553212" y="2054351"/>
            <a:chExt cx="8803005" cy="3973195"/>
          </a:xfrm>
        </p:grpSpPr>
        <p:sp>
          <p:nvSpPr>
            <p:cNvPr id="8" name="object 8"/>
            <p:cNvSpPr/>
            <p:nvPr/>
          </p:nvSpPr>
          <p:spPr>
            <a:xfrm>
              <a:off x="559308" y="2060447"/>
              <a:ext cx="8784590" cy="1885314"/>
            </a:xfrm>
            <a:custGeom>
              <a:avLst/>
              <a:gdLst/>
              <a:ahLst/>
              <a:cxnLst/>
              <a:rect l="l" t="t" r="r" b="b"/>
              <a:pathLst>
                <a:path w="8784590" h="1885314">
                  <a:moveTo>
                    <a:pt x="0" y="1885188"/>
                  </a:moveTo>
                  <a:lnTo>
                    <a:pt x="8784336" y="1885188"/>
                  </a:lnTo>
                  <a:lnTo>
                    <a:pt x="8784336" y="0"/>
                  </a:lnTo>
                  <a:lnTo>
                    <a:pt x="0" y="0"/>
                  </a:lnTo>
                  <a:lnTo>
                    <a:pt x="0" y="1885188"/>
                  </a:lnTo>
                  <a:close/>
                </a:path>
              </a:pathLst>
            </a:custGeom>
            <a:solidFill>
              <a:srgbClr val="B4C6E7"/>
            </a:solidFill>
          </p:spPr>
          <p:txBody>
            <a:bodyPr wrap="square" lIns="0" tIns="0" rIns="0" bIns="0" rtlCol="0"/>
            <a:lstStyle/>
            <a:p>
              <a:endParaRPr/>
            </a:p>
          </p:txBody>
        </p:sp>
        <p:sp>
          <p:nvSpPr>
            <p:cNvPr id="9" name="object 9"/>
            <p:cNvSpPr/>
            <p:nvPr/>
          </p:nvSpPr>
          <p:spPr>
            <a:xfrm>
              <a:off x="559308" y="2060447"/>
              <a:ext cx="8784590" cy="3961129"/>
            </a:xfrm>
            <a:custGeom>
              <a:avLst/>
              <a:gdLst/>
              <a:ahLst/>
              <a:cxnLst/>
              <a:rect l="l" t="t" r="r" b="b"/>
              <a:pathLst>
                <a:path w="8784590" h="3961129">
                  <a:moveTo>
                    <a:pt x="0" y="3960876"/>
                  </a:moveTo>
                  <a:lnTo>
                    <a:pt x="8784336" y="3960876"/>
                  </a:lnTo>
                  <a:lnTo>
                    <a:pt x="8784336" y="0"/>
                  </a:lnTo>
                  <a:lnTo>
                    <a:pt x="0" y="0"/>
                  </a:lnTo>
                  <a:lnTo>
                    <a:pt x="0" y="3960876"/>
                  </a:lnTo>
                  <a:close/>
                </a:path>
              </a:pathLst>
            </a:custGeom>
            <a:ln w="12191">
              <a:solidFill>
                <a:srgbClr val="BEBEBE"/>
              </a:solidFill>
            </a:ln>
          </p:spPr>
          <p:txBody>
            <a:bodyPr wrap="square" lIns="0" tIns="0" rIns="0" bIns="0" rtlCol="0"/>
            <a:lstStyle/>
            <a:p>
              <a:endParaRPr/>
            </a:p>
          </p:txBody>
        </p:sp>
        <p:sp>
          <p:nvSpPr>
            <p:cNvPr id="10" name="object 10"/>
            <p:cNvSpPr/>
            <p:nvPr/>
          </p:nvSpPr>
          <p:spPr>
            <a:xfrm>
              <a:off x="559308" y="3945635"/>
              <a:ext cx="8796655" cy="576580"/>
            </a:xfrm>
            <a:custGeom>
              <a:avLst/>
              <a:gdLst/>
              <a:ahLst/>
              <a:cxnLst/>
              <a:rect l="l" t="t" r="r" b="b"/>
              <a:pathLst>
                <a:path w="8796655" h="576579">
                  <a:moveTo>
                    <a:pt x="8796528" y="0"/>
                  </a:moveTo>
                  <a:lnTo>
                    <a:pt x="0" y="0"/>
                  </a:lnTo>
                  <a:lnTo>
                    <a:pt x="0" y="576071"/>
                  </a:lnTo>
                  <a:lnTo>
                    <a:pt x="8796528" y="576071"/>
                  </a:lnTo>
                  <a:lnTo>
                    <a:pt x="8796528" y="0"/>
                  </a:lnTo>
                  <a:close/>
                </a:path>
              </a:pathLst>
            </a:custGeom>
            <a:solidFill>
              <a:srgbClr val="183DAF"/>
            </a:solidFill>
          </p:spPr>
          <p:txBody>
            <a:bodyPr wrap="square" lIns="0" tIns="0" rIns="0" bIns="0" rtlCol="0"/>
            <a:lstStyle/>
            <a:p>
              <a:endParaRPr/>
            </a:p>
          </p:txBody>
        </p:sp>
        <p:pic>
          <p:nvPicPr>
            <p:cNvPr id="11" name="object 11"/>
            <p:cNvPicPr/>
            <p:nvPr/>
          </p:nvPicPr>
          <p:blipFill>
            <a:blip r:embed="rId6" cstate="print"/>
            <a:stretch>
              <a:fillRect/>
            </a:stretch>
          </p:blipFill>
          <p:spPr>
            <a:xfrm>
              <a:off x="2767584" y="4148302"/>
              <a:ext cx="4388358" cy="227863"/>
            </a:xfrm>
            <a:prstGeom prst="rect">
              <a:avLst/>
            </a:prstGeom>
          </p:spPr>
        </p:pic>
        <p:pic>
          <p:nvPicPr>
            <p:cNvPr id="12" name="object 12"/>
            <p:cNvPicPr/>
            <p:nvPr/>
          </p:nvPicPr>
          <p:blipFill>
            <a:blip r:embed="rId7" cstate="print"/>
            <a:stretch>
              <a:fillRect/>
            </a:stretch>
          </p:blipFill>
          <p:spPr>
            <a:xfrm>
              <a:off x="4370832" y="2647187"/>
              <a:ext cx="1161288" cy="1175004"/>
            </a:xfrm>
            <a:prstGeom prst="rect">
              <a:avLst/>
            </a:prstGeom>
          </p:spPr>
        </p:pic>
      </p:grpSp>
      <p:sp>
        <p:nvSpPr>
          <p:cNvPr id="13" name="object 13"/>
          <p:cNvSpPr txBox="1"/>
          <p:nvPr/>
        </p:nvSpPr>
        <p:spPr>
          <a:xfrm>
            <a:off x="437489" y="431419"/>
            <a:ext cx="17399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3.1.</a:t>
            </a:r>
            <a:r>
              <a:rPr sz="1800" spc="-55" dirty="0">
                <a:solidFill>
                  <a:srgbClr val="FFFFFF"/>
                </a:solidFill>
                <a:latin typeface="Ebrima"/>
                <a:cs typeface="Ebrima"/>
              </a:rPr>
              <a:t> </a:t>
            </a:r>
            <a:r>
              <a:rPr sz="1800" spc="-5" dirty="0">
                <a:solidFill>
                  <a:srgbClr val="FFFFFF"/>
                </a:solidFill>
                <a:latin typeface="Ebrima"/>
                <a:cs typeface="Ebrima"/>
              </a:rPr>
              <a:t>AutoEncoder</a:t>
            </a:r>
            <a:endParaRPr sz="1800">
              <a:latin typeface="Ebrima"/>
              <a:cs typeface="Ebrima"/>
            </a:endParaRPr>
          </a:p>
        </p:txBody>
      </p:sp>
      <p:sp>
        <p:nvSpPr>
          <p:cNvPr id="14" name="object 14"/>
          <p:cNvSpPr txBox="1"/>
          <p:nvPr/>
        </p:nvSpPr>
        <p:spPr>
          <a:xfrm>
            <a:off x="8671941"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pic>
        <p:nvPicPr>
          <p:cNvPr id="5" name="object 5"/>
          <p:cNvPicPr/>
          <p:nvPr/>
        </p:nvPicPr>
        <p:blipFill>
          <a:blip r:embed="rId5" cstate="print"/>
          <a:stretch>
            <a:fillRect/>
          </a:stretch>
        </p:blipFill>
        <p:spPr>
          <a:xfrm>
            <a:off x="557783" y="1591043"/>
            <a:ext cx="3199638" cy="302526"/>
          </a:xfrm>
          <a:prstGeom prst="rect">
            <a:avLst/>
          </a:prstGeom>
        </p:spPr>
      </p:pic>
      <p:sp>
        <p:nvSpPr>
          <p:cNvPr id="6" name="object 6"/>
          <p:cNvSpPr/>
          <p:nvPr/>
        </p:nvSpPr>
        <p:spPr>
          <a:xfrm>
            <a:off x="559308" y="4521708"/>
            <a:ext cx="8784590" cy="1499870"/>
          </a:xfrm>
          <a:custGeom>
            <a:avLst/>
            <a:gdLst/>
            <a:ahLst/>
            <a:cxnLst/>
            <a:rect l="l" t="t" r="r" b="b"/>
            <a:pathLst>
              <a:path w="8784590" h="1499870">
                <a:moveTo>
                  <a:pt x="0" y="1499616"/>
                </a:moveTo>
                <a:lnTo>
                  <a:pt x="8784336" y="1499616"/>
                </a:lnTo>
                <a:lnTo>
                  <a:pt x="8784336" y="0"/>
                </a:lnTo>
                <a:lnTo>
                  <a:pt x="0" y="0"/>
                </a:lnTo>
                <a:lnTo>
                  <a:pt x="0" y="1499616"/>
                </a:lnTo>
                <a:close/>
              </a:path>
            </a:pathLst>
          </a:custGeom>
          <a:solidFill>
            <a:srgbClr val="B4C6E7"/>
          </a:solidFill>
        </p:spPr>
        <p:txBody>
          <a:bodyPr wrap="square" lIns="0" tIns="0" rIns="0" bIns="0" rtlCol="0"/>
          <a:lstStyle/>
          <a:p>
            <a:endParaRPr/>
          </a:p>
        </p:txBody>
      </p:sp>
      <p:grpSp>
        <p:nvGrpSpPr>
          <p:cNvPr id="7" name="object 7"/>
          <p:cNvGrpSpPr/>
          <p:nvPr/>
        </p:nvGrpSpPr>
        <p:grpSpPr>
          <a:xfrm>
            <a:off x="553212" y="2054351"/>
            <a:ext cx="8803005" cy="3973195"/>
            <a:chOff x="553212" y="2054351"/>
            <a:chExt cx="8803005" cy="3973195"/>
          </a:xfrm>
        </p:grpSpPr>
        <p:sp>
          <p:nvSpPr>
            <p:cNvPr id="8" name="object 8"/>
            <p:cNvSpPr/>
            <p:nvPr/>
          </p:nvSpPr>
          <p:spPr>
            <a:xfrm>
              <a:off x="559308" y="2060447"/>
              <a:ext cx="8784590" cy="1885314"/>
            </a:xfrm>
            <a:custGeom>
              <a:avLst/>
              <a:gdLst/>
              <a:ahLst/>
              <a:cxnLst/>
              <a:rect l="l" t="t" r="r" b="b"/>
              <a:pathLst>
                <a:path w="8784590" h="1885314">
                  <a:moveTo>
                    <a:pt x="0" y="1885188"/>
                  </a:moveTo>
                  <a:lnTo>
                    <a:pt x="8784336" y="1885188"/>
                  </a:lnTo>
                  <a:lnTo>
                    <a:pt x="8784336" y="0"/>
                  </a:lnTo>
                  <a:lnTo>
                    <a:pt x="0" y="0"/>
                  </a:lnTo>
                  <a:lnTo>
                    <a:pt x="0" y="1885188"/>
                  </a:lnTo>
                  <a:close/>
                </a:path>
              </a:pathLst>
            </a:custGeom>
            <a:solidFill>
              <a:srgbClr val="B4C6E7"/>
            </a:solidFill>
          </p:spPr>
          <p:txBody>
            <a:bodyPr wrap="square" lIns="0" tIns="0" rIns="0" bIns="0" rtlCol="0"/>
            <a:lstStyle/>
            <a:p>
              <a:endParaRPr/>
            </a:p>
          </p:txBody>
        </p:sp>
        <p:sp>
          <p:nvSpPr>
            <p:cNvPr id="9" name="object 9"/>
            <p:cNvSpPr/>
            <p:nvPr/>
          </p:nvSpPr>
          <p:spPr>
            <a:xfrm>
              <a:off x="559308" y="2060447"/>
              <a:ext cx="8784590" cy="3961129"/>
            </a:xfrm>
            <a:custGeom>
              <a:avLst/>
              <a:gdLst/>
              <a:ahLst/>
              <a:cxnLst/>
              <a:rect l="l" t="t" r="r" b="b"/>
              <a:pathLst>
                <a:path w="8784590" h="3961129">
                  <a:moveTo>
                    <a:pt x="0" y="3960876"/>
                  </a:moveTo>
                  <a:lnTo>
                    <a:pt x="8784336" y="3960876"/>
                  </a:lnTo>
                  <a:lnTo>
                    <a:pt x="8784336" y="0"/>
                  </a:lnTo>
                  <a:lnTo>
                    <a:pt x="0" y="0"/>
                  </a:lnTo>
                  <a:lnTo>
                    <a:pt x="0" y="3960876"/>
                  </a:lnTo>
                  <a:close/>
                </a:path>
              </a:pathLst>
            </a:custGeom>
            <a:ln w="12191">
              <a:solidFill>
                <a:srgbClr val="BEBEBE"/>
              </a:solidFill>
            </a:ln>
          </p:spPr>
          <p:txBody>
            <a:bodyPr wrap="square" lIns="0" tIns="0" rIns="0" bIns="0" rtlCol="0"/>
            <a:lstStyle/>
            <a:p>
              <a:endParaRPr/>
            </a:p>
          </p:txBody>
        </p:sp>
        <p:sp>
          <p:nvSpPr>
            <p:cNvPr id="10" name="object 10"/>
            <p:cNvSpPr/>
            <p:nvPr/>
          </p:nvSpPr>
          <p:spPr>
            <a:xfrm>
              <a:off x="559308" y="3945635"/>
              <a:ext cx="8796655" cy="576580"/>
            </a:xfrm>
            <a:custGeom>
              <a:avLst/>
              <a:gdLst/>
              <a:ahLst/>
              <a:cxnLst/>
              <a:rect l="l" t="t" r="r" b="b"/>
              <a:pathLst>
                <a:path w="8796655" h="576579">
                  <a:moveTo>
                    <a:pt x="8796528" y="0"/>
                  </a:moveTo>
                  <a:lnTo>
                    <a:pt x="0" y="0"/>
                  </a:lnTo>
                  <a:lnTo>
                    <a:pt x="0" y="576071"/>
                  </a:lnTo>
                  <a:lnTo>
                    <a:pt x="8796528" y="576071"/>
                  </a:lnTo>
                  <a:lnTo>
                    <a:pt x="8796528" y="0"/>
                  </a:lnTo>
                  <a:close/>
                </a:path>
              </a:pathLst>
            </a:custGeom>
            <a:solidFill>
              <a:srgbClr val="183DAF"/>
            </a:solidFill>
          </p:spPr>
          <p:txBody>
            <a:bodyPr wrap="square" lIns="0" tIns="0" rIns="0" bIns="0" rtlCol="0"/>
            <a:lstStyle/>
            <a:p>
              <a:endParaRPr/>
            </a:p>
          </p:txBody>
        </p:sp>
        <p:pic>
          <p:nvPicPr>
            <p:cNvPr id="11" name="object 11"/>
            <p:cNvPicPr/>
            <p:nvPr/>
          </p:nvPicPr>
          <p:blipFill>
            <a:blip r:embed="rId6" cstate="print"/>
            <a:stretch>
              <a:fillRect/>
            </a:stretch>
          </p:blipFill>
          <p:spPr>
            <a:xfrm>
              <a:off x="2769107" y="4148302"/>
              <a:ext cx="4383786" cy="227863"/>
            </a:xfrm>
            <a:prstGeom prst="rect">
              <a:avLst/>
            </a:prstGeom>
          </p:spPr>
        </p:pic>
        <p:pic>
          <p:nvPicPr>
            <p:cNvPr id="12" name="object 12"/>
            <p:cNvPicPr/>
            <p:nvPr/>
          </p:nvPicPr>
          <p:blipFill>
            <a:blip r:embed="rId7" cstate="print"/>
            <a:stretch>
              <a:fillRect/>
            </a:stretch>
          </p:blipFill>
          <p:spPr>
            <a:xfrm>
              <a:off x="4370832" y="2647187"/>
              <a:ext cx="1161288" cy="1175004"/>
            </a:xfrm>
            <a:prstGeom prst="rect">
              <a:avLst/>
            </a:prstGeom>
          </p:spPr>
        </p:pic>
      </p:grpSp>
      <p:sp>
        <p:nvSpPr>
          <p:cNvPr id="13" name="object 13"/>
          <p:cNvSpPr txBox="1"/>
          <p:nvPr/>
        </p:nvSpPr>
        <p:spPr>
          <a:xfrm>
            <a:off x="437489" y="431419"/>
            <a:ext cx="17399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3.1.</a:t>
            </a:r>
            <a:r>
              <a:rPr sz="1800" spc="-55" dirty="0">
                <a:solidFill>
                  <a:srgbClr val="FFFFFF"/>
                </a:solidFill>
                <a:latin typeface="Ebrima"/>
                <a:cs typeface="Ebrima"/>
              </a:rPr>
              <a:t> </a:t>
            </a:r>
            <a:r>
              <a:rPr sz="1800" spc="-5" dirty="0">
                <a:solidFill>
                  <a:srgbClr val="FFFFFF"/>
                </a:solidFill>
                <a:latin typeface="Ebrima"/>
                <a:cs typeface="Ebrima"/>
              </a:rPr>
              <a:t>AutoEncoder</a:t>
            </a:r>
            <a:endParaRPr sz="1800">
              <a:latin typeface="Ebrima"/>
              <a:cs typeface="Ebrima"/>
            </a:endParaRPr>
          </a:p>
        </p:txBody>
      </p:sp>
      <p:sp>
        <p:nvSpPr>
          <p:cNvPr id="14" name="object 14"/>
          <p:cNvSpPr txBox="1"/>
          <p:nvPr/>
        </p:nvSpPr>
        <p:spPr>
          <a:xfrm>
            <a:off x="8671941"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2951" cy="2997319"/>
          </a:xfrm>
          <a:prstGeom prst="rect">
            <a:avLst/>
          </a:prstGeom>
        </p:spPr>
      </p:pic>
      <p:sp>
        <p:nvSpPr>
          <p:cNvPr id="3" name="object 3"/>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pic>
        <p:nvPicPr>
          <p:cNvPr id="4" name="object 4"/>
          <p:cNvPicPr/>
          <p:nvPr/>
        </p:nvPicPr>
        <p:blipFill>
          <a:blip r:embed="rId3" cstate="print"/>
          <a:stretch>
            <a:fillRect/>
          </a:stretch>
        </p:blipFill>
        <p:spPr>
          <a:xfrm>
            <a:off x="9355873" y="6524434"/>
            <a:ext cx="87590" cy="90487"/>
          </a:xfrm>
          <a:prstGeom prst="rect">
            <a:avLst/>
          </a:prstGeom>
        </p:spPr>
      </p:pic>
      <p:pic>
        <p:nvPicPr>
          <p:cNvPr id="5" name="object 5"/>
          <p:cNvPicPr/>
          <p:nvPr/>
        </p:nvPicPr>
        <p:blipFill>
          <a:blip r:embed="rId4" cstate="print"/>
          <a:stretch>
            <a:fillRect/>
          </a:stretch>
        </p:blipFill>
        <p:spPr>
          <a:xfrm>
            <a:off x="454151" y="6527292"/>
            <a:ext cx="1794510" cy="142494"/>
          </a:xfrm>
          <a:prstGeom prst="rect">
            <a:avLst/>
          </a:prstGeom>
        </p:spPr>
      </p:pic>
      <p:pic>
        <p:nvPicPr>
          <p:cNvPr id="6" name="object 6"/>
          <p:cNvPicPr/>
          <p:nvPr/>
        </p:nvPicPr>
        <p:blipFill>
          <a:blip r:embed="rId5" cstate="print"/>
          <a:stretch>
            <a:fillRect/>
          </a:stretch>
        </p:blipFill>
        <p:spPr>
          <a:xfrm>
            <a:off x="7147559" y="6521195"/>
            <a:ext cx="2045970" cy="118110"/>
          </a:xfrm>
          <a:prstGeom prst="rect">
            <a:avLst/>
          </a:prstGeom>
        </p:spPr>
      </p:pic>
      <p:pic>
        <p:nvPicPr>
          <p:cNvPr id="7" name="object 7"/>
          <p:cNvPicPr/>
          <p:nvPr/>
        </p:nvPicPr>
        <p:blipFill>
          <a:blip r:embed="rId6" cstate="print"/>
          <a:stretch>
            <a:fillRect/>
          </a:stretch>
        </p:blipFill>
        <p:spPr>
          <a:xfrm>
            <a:off x="1007363" y="2807207"/>
            <a:ext cx="700277" cy="195834"/>
          </a:xfrm>
          <a:prstGeom prst="rect">
            <a:avLst/>
          </a:prstGeom>
        </p:spPr>
      </p:pic>
      <p:pic>
        <p:nvPicPr>
          <p:cNvPr id="8" name="object 8"/>
          <p:cNvPicPr/>
          <p:nvPr/>
        </p:nvPicPr>
        <p:blipFill>
          <a:blip r:embed="rId7" cstate="print"/>
          <a:stretch>
            <a:fillRect/>
          </a:stretch>
        </p:blipFill>
        <p:spPr>
          <a:xfrm>
            <a:off x="1004316" y="3224771"/>
            <a:ext cx="7415022" cy="890790"/>
          </a:xfrm>
          <a:prstGeom prst="rect">
            <a:avLst/>
          </a:prstGeom>
        </p:spPr>
      </p:pic>
      <p:pic>
        <p:nvPicPr>
          <p:cNvPr id="9" name="object 9"/>
          <p:cNvPicPr/>
          <p:nvPr/>
        </p:nvPicPr>
        <p:blipFill>
          <a:blip r:embed="rId8" cstate="print"/>
          <a:stretch>
            <a:fillRect/>
          </a:stretch>
        </p:blipFill>
        <p:spPr>
          <a:xfrm>
            <a:off x="1243583" y="4447032"/>
            <a:ext cx="1162050" cy="182118"/>
          </a:xfrm>
          <a:prstGeom prst="rect">
            <a:avLst/>
          </a:prstGeom>
        </p:spPr>
      </p:pic>
      <p:sp>
        <p:nvSpPr>
          <p:cNvPr id="10" name="object 10"/>
          <p:cNvSpPr/>
          <p:nvPr/>
        </p:nvSpPr>
        <p:spPr>
          <a:xfrm>
            <a:off x="1051560" y="4396740"/>
            <a:ext cx="35560" cy="253365"/>
          </a:xfrm>
          <a:custGeom>
            <a:avLst/>
            <a:gdLst/>
            <a:ahLst/>
            <a:cxnLst/>
            <a:rect l="l" t="t" r="r" b="b"/>
            <a:pathLst>
              <a:path w="35559" h="253364">
                <a:moveTo>
                  <a:pt x="35052" y="0"/>
                </a:moveTo>
                <a:lnTo>
                  <a:pt x="0" y="0"/>
                </a:lnTo>
                <a:lnTo>
                  <a:pt x="0" y="252984"/>
                </a:lnTo>
                <a:lnTo>
                  <a:pt x="35052" y="252984"/>
                </a:lnTo>
                <a:lnTo>
                  <a:pt x="35052" y="0"/>
                </a:lnTo>
                <a:close/>
              </a:path>
            </a:pathLst>
          </a:custGeom>
          <a:solidFill>
            <a:srgbClr val="A6A6A6"/>
          </a:solidFill>
        </p:spPr>
        <p:txBody>
          <a:bodyPr wrap="square" lIns="0" tIns="0" rIns="0" bIns="0" rtlCol="0"/>
          <a:lstStyle/>
          <a:p>
            <a:endParaRPr/>
          </a:p>
        </p:txBody>
      </p:sp>
      <p:pic>
        <p:nvPicPr>
          <p:cNvPr id="11" name="object 11"/>
          <p:cNvPicPr/>
          <p:nvPr/>
        </p:nvPicPr>
        <p:blipFill>
          <a:blip r:embed="rId9" cstate="print"/>
          <a:stretch>
            <a:fillRect/>
          </a:stretch>
        </p:blipFill>
        <p:spPr>
          <a:xfrm>
            <a:off x="1243583" y="4907279"/>
            <a:ext cx="4694682" cy="206501"/>
          </a:xfrm>
          <a:prstGeom prst="rect">
            <a:avLst/>
          </a:prstGeom>
        </p:spPr>
      </p:pic>
      <p:sp>
        <p:nvSpPr>
          <p:cNvPr id="12" name="object 12"/>
          <p:cNvSpPr/>
          <p:nvPr/>
        </p:nvSpPr>
        <p:spPr>
          <a:xfrm>
            <a:off x="1051560" y="4844796"/>
            <a:ext cx="35560" cy="253365"/>
          </a:xfrm>
          <a:custGeom>
            <a:avLst/>
            <a:gdLst/>
            <a:ahLst/>
            <a:cxnLst/>
            <a:rect l="l" t="t" r="r" b="b"/>
            <a:pathLst>
              <a:path w="35559" h="253364">
                <a:moveTo>
                  <a:pt x="35052" y="0"/>
                </a:moveTo>
                <a:lnTo>
                  <a:pt x="0" y="0"/>
                </a:lnTo>
                <a:lnTo>
                  <a:pt x="0" y="252983"/>
                </a:lnTo>
                <a:lnTo>
                  <a:pt x="35052" y="252983"/>
                </a:lnTo>
                <a:lnTo>
                  <a:pt x="35052" y="0"/>
                </a:lnTo>
                <a:close/>
              </a:path>
            </a:pathLst>
          </a:custGeom>
          <a:solidFill>
            <a:srgbClr val="13299F"/>
          </a:solidFill>
        </p:spPr>
        <p:txBody>
          <a:bodyPr wrap="square" lIns="0" tIns="0" rIns="0" bIns="0" rtlCol="0"/>
          <a:lstStyle/>
          <a:p>
            <a:endParaRPr/>
          </a:p>
        </p:txBody>
      </p:sp>
      <p:pic>
        <p:nvPicPr>
          <p:cNvPr id="13" name="object 13"/>
          <p:cNvPicPr/>
          <p:nvPr/>
        </p:nvPicPr>
        <p:blipFill>
          <a:blip r:embed="rId10" cstate="print"/>
          <a:stretch>
            <a:fillRect/>
          </a:stretch>
        </p:blipFill>
        <p:spPr>
          <a:xfrm>
            <a:off x="1243583" y="5344667"/>
            <a:ext cx="3341370" cy="182118"/>
          </a:xfrm>
          <a:prstGeom prst="rect">
            <a:avLst/>
          </a:prstGeom>
        </p:spPr>
      </p:pic>
      <p:sp>
        <p:nvSpPr>
          <p:cNvPr id="14" name="object 14"/>
          <p:cNvSpPr/>
          <p:nvPr/>
        </p:nvSpPr>
        <p:spPr>
          <a:xfrm>
            <a:off x="1051560" y="5294376"/>
            <a:ext cx="35560" cy="253365"/>
          </a:xfrm>
          <a:custGeom>
            <a:avLst/>
            <a:gdLst/>
            <a:ahLst/>
            <a:cxnLst/>
            <a:rect l="l" t="t" r="r" b="b"/>
            <a:pathLst>
              <a:path w="35559" h="253364">
                <a:moveTo>
                  <a:pt x="35052" y="0"/>
                </a:moveTo>
                <a:lnTo>
                  <a:pt x="0" y="0"/>
                </a:lnTo>
                <a:lnTo>
                  <a:pt x="0" y="252984"/>
                </a:lnTo>
                <a:lnTo>
                  <a:pt x="35052" y="252984"/>
                </a:lnTo>
                <a:lnTo>
                  <a:pt x="35052" y="0"/>
                </a:lnTo>
                <a:close/>
              </a:path>
            </a:pathLst>
          </a:custGeom>
          <a:solidFill>
            <a:srgbClr val="A6A6A6"/>
          </a:solidFill>
        </p:spPr>
        <p:txBody>
          <a:bodyPr wrap="square" lIns="0" tIns="0" rIns="0" bIns="0" rtlCol="0"/>
          <a:lstStyle/>
          <a:p>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949" y="6524434"/>
            <a:ext cx="8903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6" name="object 6"/>
          <p:cNvSpPr txBox="1"/>
          <p:nvPr/>
        </p:nvSpPr>
        <p:spPr>
          <a:xfrm>
            <a:off x="8672576"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0" dirty="0">
                <a:solidFill>
                  <a:srgbClr val="D9D9D9"/>
                </a:solidFill>
                <a:latin typeface="Ebrima"/>
                <a:cs typeface="Ebrima"/>
              </a:rPr>
              <a:t> </a:t>
            </a:r>
            <a:r>
              <a:rPr sz="1600" dirty="0">
                <a:solidFill>
                  <a:srgbClr val="D9D9D9"/>
                </a:solidFill>
                <a:latin typeface="Ebrima"/>
                <a:cs typeface="Ebrima"/>
              </a:rPr>
              <a:t>03</a:t>
            </a:r>
            <a:endParaRPr sz="1600">
              <a:latin typeface="Ebrima"/>
              <a:cs typeface="Ebrima"/>
            </a:endParaRPr>
          </a:p>
        </p:txBody>
      </p:sp>
      <p:pic>
        <p:nvPicPr>
          <p:cNvPr id="7" name="object 7"/>
          <p:cNvPicPr/>
          <p:nvPr/>
        </p:nvPicPr>
        <p:blipFill>
          <a:blip r:embed="rId5" cstate="print"/>
          <a:stretch>
            <a:fillRect/>
          </a:stretch>
        </p:blipFill>
        <p:spPr>
          <a:xfrm>
            <a:off x="460248" y="1443177"/>
            <a:ext cx="5244846" cy="279704"/>
          </a:xfrm>
          <a:prstGeom prst="rect">
            <a:avLst/>
          </a:prstGeom>
        </p:spPr>
      </p:pic>
      <p:sp>
        <p:nvSpPr>
          <p:cNvPr id="8" name="object 8"/>
          <p:cNvSpPr/>
          <p:nvPr/>
        </p:nvSpPr>
        <p:spPr>
          <a:xfrm>
            <a:off x="559308" y="1914144"/>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3231" y="1937004"/>
            <a:ext cx="2763773" cy="160782"/>
          </a:xfrm>
          <a:prstGeom prst="rect">
            <a:avLst/>
          </a:prstGeom>
        </p:spPr>
      </p:pic>
      <p:pic>
        <p:nvPicPr>
          <p:cNvPr id="10" name="object 10"/>
          <p:cNvPicPr/>
          <p:nvPr/>
        </p:nvPicPr>
        <p:blipFill>
          <a:blip r:embed="rId7" cstate="print"/>
          <a:stretch>
            <a:fillRect/>
          </a:stretch>
        </p:blipFill>
        <p:spPr>
          <a:xfrm>
            <a:off x="710183" y="2238755"/>
            <a:ext cx="3141726" cy="162305"/>
          </a:xfrm>
          <a:prstGeom prst="rect">
            <a:avLst/>
          </a:prstGeom>
        </p:spPr>
      </p:pic>
      <p:grpSp>
        <p:nvGrpSpPr>
          <p:cNvPr id="11" name="object 11"/>
          <p:cNvGrpSpPr/>
          <p:nvPr/>
        </p:nvGrpSpPr>
        <p:grpSpPr>
          <a:xfrm>
            <a:off x="2964179" y="2627376"/>
            <a:ext cx="3756660" cy="3339465"/>
            <a:chOff x="2964179" y="2627376"/>
            <a:chExt cx="3756660" cy="3339465"/>
          </a:xfrm>
        </p:grpSpPr>
        <p:pic>
          <p:nvPicPr>
            <p:cNvPr id="12" name="object 12"/>
            <p:cNvPicPr/>
            <p:nvPr/>
          </p:nvPicPr>
          <p:blipFill>
            <a:blip r:embed="rId8" cstate="print"/>
            <a:stretch>
              <a:fillRect/>
            </a:stretch>
          </p:blipFill>
          <p:spPr>
            <a:xfrm>
              <a:off x="2970275" y="2633472"/>
              <a:ext cx="3744468" cy="3326891"/>
            </a:xfrm>
            <a:prstGeom prst="rect">
              <a:avLst/>
            </a:prstGeom>
          </p:spPr>
        </p:pic>
        <p:sp>
          <p:nvSpPr>
            <p:cNvPr id="13" name="object 13"/>
            <p:cNvSpPr/>
            <p:nvPr/>
          </p:nvSpPr>
          <p:spPr>
            <a:xfrm>
              <a:off x="2967227" y="2630424"/>
              <a:ext cx="3750945" cy="3333115"/>
            </a:xfrm>
            <a:custGeom>
              <a:avLst/>
              <a:gdLst/>
              <a:ahLst/>
              <a:cxnLst/>
              <a:rect l="l" t="t" r="r" b="b"/>
              <a:pathLst>
                <a:path w="3750945" h="3333115">
                  <a:moveTo>
                    <a:pt x="0" y="3332988"/>
                  </a:moveTo>
                  <a:lnTo>
                    <a:pt x="3750564" y="3332988"/>
                  </a:lnTo>
                  <a:lnTo>
                    <a:pt x="3750564" y="0"/>
                  </a:lnTo>
                  <a:lnTo>
                    <a:pt x="0" y="0"/>
                  </a:lnTo>
                  <a:lnTo>
                    <a:pt x="0" y="3332988"/>
                  </a:lnTo>
                  <a:close/>
                </a:path>
              </a:pathLst>
            </a:custGeom>
            <a:ln w="6096">
              <a:solidFill>
                <a:srgbClr val="D9D9D9"/>
              </a:solidFill>
            </a:ln>
          </p:spPr>
          <p:txBody>
            <a:bodyPr wrap="square" lIns="0" tIns="0" rIns="0" bIns="0" rtlCol="0"/>
            <a:lstStyle/>
            <a:p>
              <a:endParaRPr/>
            </a:p>
          </p:txBody>
        </p:sp>
      </p:grpSp>
      <p:grpSp>
        <p:nvGrpSpPr>
          <p:cNvPr id="14" name="object 14"/>
          <p:cNvGrpSpPr/>
          <p:nvPr/>
        </p:nvGrpSpPr>
        <p:grpSpPr>
          <a:xfrm>
            <a:off x="7330440" y="6164579"/>
            <a:ext cx="2124710" cy="180340"/>
            <a:chOff x="7330440" y="6164579"/>
            <a:chExt cx="2124710" cy="180340"/>
          </a:xfrm>
        </p:grpSpPr>
        <p:sp>
          <p:nvSpPr>
            <p:cNvPr id="15" name="object 15"/>
            <p:cNvSpPr/>
            <p:nvPr/>
          </p:nvSpPr>
          <p:spPr>
            <a:xfrm>
              <a:off x="7330440" y="6164579"/>
              <a:ext cx="2124710" cy="180340"/>
            </a:xfrm>
            <a:custGeom>
              <a:avLst/>
              <a:gdLst/>
              <a:ahLst/>
              <a:cxnLst/>
              <a:rect l="l" t="t" r="r" b="b"/>
              <a:pathLst>
                <a:path w="2124709" h="180339">
                  <a:moveTo>
                    <a:pt x="2034539" y="0"/>
                  </a:moveTo>
                  <a:lnTo>
                    <a:pt x="89915" y="0"/>
                  </a:lnTo>
                  <a:lnTo>
                    <a:pt x="54917" y="7066"/>
                  </a:lnTo>
                  <a:lnTo>
                    <a:pt x="26336" y="26336"/>
                  </a:lnTo>
                  <a:lnTo>
                    <a:pt x="7066" y="54917"/>
                  </a:lnTo>
                  <a:lnTo>
                    <a:pt x="0" y="89916"/>
                  </a:lnTo>
                  <a:lnTo>
                    <a:pt x="7066" y="124914"/>
                  </a:lnTo>
                  <a:lnTo>
                    <a:pt x="26336" y="153495"/>
                  </a:lnTo>
                  <a:lnTo>
                    <a:pt x="54917" y="172765"/>
                  </a:lnTo>
                  <a:lnTo>
                    <a:pt x="89915" y="179832"/>
                  </a:lnTo>
                  <a:lnTo>
                    <a:pt x="2034539" y="179832"/>
                  </a:lnTo>
                  <a:lnTo>
                    <a:pt x="2069538" y="172765"/>
                  </a:lnTo>
                  <a:lnTo>
                    <a:pt x="2098119" y="153495"/>
                  </a:lnTo>
                  <a:lnTo>
                    <a:pt x="2117389" y="124914"/>
                  </a:lnTo>
                  <a:lnTo>
                    <a:pt x="2124455" y="89916"/>
                  </a:lnTo>
                  <a:lnTo>
                    <a:pt x="2117389" y="54917"/>
                  </a:lnTo>
                  <a:lnTo>
                    <a:pt x="2098119" y="26336"/>
                  </a:lnTo>
                  <a:lnTo>
                    <a:pt x="2069538" y="7066"/>
                  </a:lnTo>
                  <a:lnTo>
                    <a:pt x="2034539" y="0"/>
                  </a:lnTo>
                  <a:close/>
                </a:path>
              </a:pathLst>
            </a:custGeom>
            <a:solidFill>
              <a:srgbClr val="183DAF"/>
            </a:solidFill>
          </p:spPr>
          <p:txBody>
            <a:bodyPr wrap="square" lIns="0" tIns="0" rIns="0" bIns="0" rtlCol="0"/>
            <a:lstStyle/>
            <a:p>
              <a:endParaRPr/>
            </a:p>
          </p:txBody>
        </p:sp>
        <p:pic>
          <p:nvPicPr>
            <p:cNvPr id="16" name="object 16"/>
            <p:cNvPicPr/>
            <p:nvPr/>
          </p:nvPicPr>
          <p:blipFill>
            <a:blip r:embed="rId9" cstate="print"/>
            <a:stretch>
              <a:fillRect/>
            </a:stretch>
          </p:blipFill>
          <p:spPr>
            <a:xfrm>
              <a:off x="7638288" y="6204203"/>
              <a:ext cx="1507998" cy="127254"/>
            </a:xfrm>
            <a:prstGeom prst="rect">
              <a:avLst/>
            </a:prstGeom>
          </p:spPr>
        </p:pic>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3431" y="6524434"/>
            <a:ext cx="61558"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6" name="object 6"/>
          <p:cNvSpPr txBox="1"/>
          <p:nvPr/>
        </p:nvSpPr>
        <p:spPr>
          <a:xfrm>
            <a:off x="867321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31036"/>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53896"/>
            <a:ext cx="2239518" cy="176022"/>
          </a:xfrm>
          <a:prstGeom prst="rect">
            <a:avLst/>
          </a:prstGeom>
        </p:spPr>
      </p:pic>
      <p:grpSp>
        <p:nvGrpSpPr>
          <p:cNvPr id="9" name="object 9"/>
          <p:cNvGrpSpPr/>
          <p:nvPr/>
        </p:nvGrpSpPr>
        <p:grpSpPr>
          <a:xfrm>
            <a:off x="710183" y="1754123"/>
            <a:ext cx="6845934" cy="3083560"/>
            <a:chOff x="710183" y="1754123"/>
            <a:chExt cx="6845934" cy="3083560"/>
          </a:xfrm>
        </p:grpSpPr>
        <p:pic>
          <p:nvPicPr>
            <p:cNvPr id="10" name="object 10"/>
            <p:cNvPicPr/>
            <p:nvPr/>
          </p:nvPicPr>
          <p:blipFill>
            <a:blip r:embed="rId6" cstate="print"/>
            <a:stretch>
              <a:fillRect/>
            </a:stretch>
          </p:blipFill>
          <p:spPr>
            <a:xfrm>
              <a:off x="710183" y="1754123"/>
              <a:ext cx="6477762" cy="2244090"/>
            </a:xfrm>
            <a:prstGeom prst="rect">
              <a:avLst/>
            </a:prstGeom>
          </p:spPr>
        </p:pic>
        <p:sp>
          <p:nvSpPr>
            <p:cNvPr id="11" name="object 11"/>
            <p:cNvSpPr/>
            <p:nvPr/>
          </p:nvSpPr>
          <p:spPr>
            <a:xfrm>
              <a:off x="5972555" y="3566159"/>
              <a:ext cx="1583690" cy="1271270"/>
            </a:xfrm>
            <a:custGeom>
              <a:avLst/>
              <a:gdLst/>
              <a:ahLst/>
              <a:cxnLst/>
              <a:rect l="l" t="t" r="r" b="b"/>
              <a:pathLst>
                <a:path w="1583690" h="1271270">
                  <a:moveTo>
                    <a:pt x="1583436" y="0"/>
                  </a:moveTo>
                  <a:lnTo>
                    <a:pt x="0" y="254253"/>
                  </a:lnTo>
                  <a:lnTo>
                    <a:pt x="0" y="1016762"/>
                  </a:lnTo>
                  <a:lnTo>
                    <a:pt x="1583436" y="1271015"/>
                  </a:lnTo>
                  <a:lnTo>
                    <a:pt x="1583436" y="0"/>
                  </a:lnTo>
                  <a:close/>
                </a:path>
              </a:pathLst>
            </a:custGeom>
            <a:solidFill>
              <a:srgbClr val="558E8E"/>
            </a:solidFill>
          </p:spPr>
          <p:txBody>
            <a:bodyPr wrap="square" lIns="0" tIns="0" rIns="0" bIns="0" rtlCol="0"/>
            <a:lstStyle/>
            <a:p>
              <a:endParaRPr/>
            </a:p>
          </p:txBody>
        </p:sp>
      </p:grpSp>
      <p:grpSp>
        <p:nvGrpSpPr>
          <p:cNvPr id="12" name="object 12"/>
          <p:cNvGrpSpPr/>
          <p:nvPr/>
        </p:nvGrpSpPr>
        <p:grpSpPr>
          <a:xfrm>
            <a:off x="4740918" y="4987494"/>
            <a:ext cx="2670175" cy="1252220"/>
            <a:chOff x="4740918" y="4987494"/>
            <a:chExt cx="2670175" cy="1252220"/>
          </a:xfrm>
        </p:grpSpPr>
        <p:pic>
          <p:nvPicPr>
            <p:cNvPr id="13" name="object 13"/>
            <p:cNvPicPr/>
            <p:nvPr/>
          </p:nvPicPr>
          <p:blipFill>
            <a:blip r:embed="rId7" cstate="print"/>
            <a:stretch>
              <a:fillRect/>
            </a:stretch>
          </p:blipFill>
          <p:spPr>
            <a:xfrm>
              <a:off x="4740918" y="4987494"/>
              <a:ext cx="2014973" cy="1251884"/>
            </a:xfrm>
            <a:prstGeom prst="rect">
              <a:avLst/>
            </a:prstGeom>
          </p:spPr>
        </p:pic>
        <p:sp>
          <p:nvSpPr>
            <p:cNvPr id="14" name="object 14"/>
            <p:cNvSpPr/>
            <p:nvPr/>
          </p:nvSpPr>
          <p:spPr>
            <a:xfrm>
              <a:off x="6306311" y="5471159"/>
              <a:ext cx="457200" cy="196850"/>
            </a:xfrm>
            <a:custGeom>
              <a:avLst/>
              <a:gdLst/>
              <a:ahLst/>
              <a:cxnLst/>
              <a:rect l="l" t="t" r="r" b="b"/>
              <a:pathLst>
                <a:path w="457200" h="196850">
                  <a:moveTo>
                    <a:pt x="457199" y="0"/>
                  </a:moveTo>
                  <a:lnTo>
                    <a:pt x="0" y="0"/>
                  </a:lnTo>
                  <a:lnTo>
                    <a:pt x="0" y="196595"/>
                  </a:lnTo>
                  <a:lnTo>
                    <a:pt x="457199" y="196595"/>
                  </a:lnTo>
                  <a:lnTo>
                    <a:pt x="457199" y="0"/>
                  </a:lnTo>
                  <a:close/>
                </a:path>
              </a:pathLst>
            </a:custGeom>
            <a:solidFill>
              <a:srgbClr val="FFFFFF"/>
            </a:solidFill>
          </p:spPr>
          <p:txBody>
            <a:bodyPr wrap="square" lIns="0" tIns="0" rIns="0" bIns="0" rtlCol="0"/>
            <a:lstStyle/>
            <a:p>
              <a:endParaRPr/>
            </a:p>
          </p:txBody>
        </p:sp>
        <p:sp>
          <p:nvSpPr>
            <p:cNvPr id="15" name="object 15"/>
            <p:cNvSpPr/>
            <p:nvPr/>
          </p:nvSpPr>
          <p:spPr>
            <a:xfrm>
              <a:off x="6281927" y="5547359"/>
              <a:ext cx="1129030" cy="76200"/>
            </a:xfrm>
            <a:custGeom>
              <a:avLst/>
              <a:gdLst/>
              <a:ahLst/>
              <a:cxnLst/>
              <a:rect l="l" t="t" r="r" b="b"/>
              <a:pathLst>
                <a:path w="1129029" h="76200">
                  <a:moveTo>
                    <a:pt x="1052449" y="0"/>
                  </a:moveTo>
                  <a:lnTo>
                    <a:pt x="1052449" y="76199"/>
                  </a:lnTo>
                  <a:lnTo>
                    <a:pt x="1115949" y="44449"/>
                  </a:lnTo>
                  <a:lnTo>
                    <a:pt x="1065149" y="44449"/>
                  </a:lnTo>
                  <a:lnTo>
                    <a:pt x="1065149" y="31749"/>
                  </a:lnTo>
                  <a:lnTo>
                    <a:pt x="1115949" y="31749"/>
                  </a:lnTo>
                  <a:lnTo>
                    <a:pt x="1052449" y="0"/>
                  </a:lnTo>
                  <a:close/>
                </a:path>
                <a:path w="1129029" h="76200">
                  <a:moveTo>
                    <a:pt x="1052449" y="31749"/>
                  </a:moveTo>
                  <a:lnTo>
                    <a:pt x="0" y="31749"/>
                  </a:lnTo>
                  <a:lnTo>
                    <a:pt x="0" y="44449"/>
                  </a:lnTo>
                  <a:lnTo>
                    <a:pt x="1052449" y="44449"/>
                  </a:lnTo>
                  <a:lnTo>
                    <a:pt x="1052449" y="31749"/>
                  </a:lnTo>
                  <a:close/>
                </a:path>
                <a:path w="1129029" h="76200">
                  <a:moveTo>
                    <a:pt x="1115949" y="31749"/>
                  </a:moveTo>
                  <a:lnTo>
                    <a:pt x="1065149" y="31749"/>
                  </a:lnTo>
                  <a:lnTo>
                    <a:pt x="1065149" y="44449"/>
                  </a:lnTo>
                  <a:lnTo>
                    <a:pt x="1115949" y="44449"/>
                  </a:lnTo>
                  <a:lnTo>
                    <a:pt x="1128649" y="38099"/>
                  </a:lnTo>
                  <a:lnTo>
                    <a:pt x="1115949" y="31749"/>
                  </a:lnTo>
                  <a:close/>
                </a:path>
              </a:pathLst>
            </a:custGeom>
            <a:solidFill>
              <a:srgbClr val="13299F"/>
            </a:solidFill>
          </p:spPr>
          <p:txBody>
            <a:bodyPr wrap="square" lIns="0" tIns="0" rIns="0" bIns="0" rtlCol="0"/>
            <a:lstStyle/>
            <a:p>
              <a:endParaRPr/>
            </a:p>
          </p:txBody>
        </p:sp>
      </p:grpSp>
      <p:sp>
        <p:nvSpPr>
          <p:cNvPr id="16" name="object 16"/>
          <p:cNvSpPr txBox="1"/>
          <p:nvPr/>
        </p:nvSpPr>
        <p:spPr>
          <a:xfrm>
            <a:off x="6219190" y="4095750"/>
            <a:ext cx="1089660" cy="443711"/>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Tahoma"/>
                <a:cs typeface="Tahoma"/>
              </a:rPr>
              <a:t>Generative model</a:t>
            </a:r>
            <a:endParaRPr sz="1400" dirty="0">
              <a:latin typeface="Tahoma"/>
              <a:cs typeface="Tahoma"/>
            </a:endParaRPr>
          </a:p>
        </p:txBody>
      </p:sp>
      <p:sp>
        <p:nvSpPr>
          <p:cNvPr id="17" name="object 17"/>
          <p:cNvSpPr/>
          <p:nvPr/>
        </p:nvSpPr>
        <p:spPr>
          <a:xfrm>
            <a:off x="5120640" y="4165091"/>
            <a:ext cx="3235960" cy="76200"/>
          </a:xfrm>
          <a:custGeom>
            <a:avLst/>
            <a:gdLst/>
            <a:ahLst/>
            <a:cxnLst/>
            <a:rect l="l" t="t" r="r" b="b"/>
            <a:pathLst>
              <a:path w="3235959" h="76200">
                <a:moveTo>
                  <a:pt x="851916" y="38100"/>
                </a:moveTo>
                <a:lnTo>
                  <a:pt x="839216" y="31750"/>
                </a:lnTo>
                <a:lnTo>
                  <a:pt x="775716" y="0"/>
                </a:lnTo>
                <a:lnTo>
                  <a:pt x="775716" y="31750"/>
                </a:lnTo>
                <a:lnTo>
                  <a:pt x="0" y="31750"/>
                </a:lnTo>
                <a:lnTo>
                  <a:pt x="0" y="44450"/>
                </a:lnTo>
                <a:lnTo>
                  <a:pt x="775716" y="44450"/>
                </a:lnTo>
                <a:lnTo>
                  <a:pt x="775716" y="76200"/>
                </a:lnTo>
                <a:lnTo>
                  <a:pt x="839216" y="44450"/>
                </a:lnTo>
                <a:lnTo>
                  <a:pt x="851916" y="38100"/>
                </a:lnTo>
                <a:close/>
              </a:path>
              <a:path w="3235959" h="76200">
                <a:moveTo>
                  <a:pt x="3235579" y="38100"/>
                </a:moveTo>
                <a:lnTo>
                  <a:pt x="3222879" y="31750"/>
                </a:lnTo>
                <a:lnTo>
                  <a:pt x="3159379" y="0"/>
                </a:lnTo>
                <a:lnTo>
                  <a:pt x="3159379" y="31750"/>
                </a:lnTo>
                <a:lnTo>
                  <a:pt x="2442972" y="31750"/>
                </a:lnTo>
                <a:lnTo>
                  <a:pt x="2442972" y="44450"/>
                </a:lnTo>
                <a:lnTo>
                  <a:pt x="3159379" y="44450"/>
                </a:lnTo>
                <a:lnTo>
                  <a:pt x="3159379" y="76200"/>
                </a:lnTo>
                <a:lnTo>
                  <a:pt x="3222879" y="44450"/>
                </a:lnTo>
                <a:lnTo>
                  <a:pt x="3235579" y="38100"/>
                </a:lnTo>
                <a:close/>
              </a:path>
            </a:pathLst>
          </a:custGeom>
          <a:solidFill>
            <a:srgbClr val="13299F"/>
          </a:solidFill>
        </p:spPr>
        <p:txBody>
          <a:bodyPr wrap="square" lIns="0" tIns="0" rIns="0" bIns="0" rtlCol="0"/>
          <a:lstStyle/>
          <a:p>
            <a:endParaRPr/>
          </a:p>
        </p:txBody>
      </p:sp>
      <p:sp>
        <p:nvSpPr>
          <p:cNvPr id="18" name="object 18"/>
          <p:cNvSpPr txBox="1"/>
          <p:nvPr/>
        </p:nvSpPr>
        <p:spPr>
          <a:xfrm>
            <a:off x="4903470" y="3969461"/>
            <a:ext cx="173355"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252525"/>
                </a:solidFill>
                <a:latin typeface="Cambria Math"/>
                <a:cs typeface="Cambria Math"/>
              </a:rPr>
              <a:t>𝑧</a:t>
            </a:r>
            <a:endParaRPr sz="2400">
              <a:latin typeface="Cambria Math"/>
              <a:cs typeface="Cambria Math"/>
            </a:endParaRPr>
          </a:p>
        </p:txBody>
      </p:sp>
      <p:sp>
        <p:nvSpPr>
          <p:cNvPr id="19" name="object 19"/>
          <p:cNvSpPr txBox="1"/>
          <p:nvPr/>
        </p:nvSpPr>
        <p:spPr>
          <a:xfrm>
            <a:off x="8353297" y="3858844"/>
            <a:ext cx="259715" cy="391795"/>
          </a:xfrm>
          <a:prstGeom prst="rect">
            <a:avLst/>
          </a:prstGeom>
        </p:spPr>
        <p:txBody>
          <a:bodyPr vert="horz" wrap="square" lIns="0" tIns="12700" rIns="0" bIns="0" rtlCol="0">
            <a:spAutoFit/>
          </a:bodyPr>
          <a:lstStyle/>
          <a:p>
            <a:pPr marL="38100">
              <a:lnSpc>
                <a:spcPct val="100000"/>
              </a:lnSpc>
              <a:spcBef>
                <a:spcPts val="100"/>
              </a:spcBef>
            </a:pPr>
            <a:r>
              <a:rPr sz="2400" spc="-835" dirty="0">
                <a:solidFill>
                  <a:srgbClr val="252525"/>
                </a:solidFill>
                <a:latin typeface="Cambria Math"/>
                <a:cs typeface="Cambria Math"/>
              </a:rPr>
              <a:t>∼</a:t>
            </a:r>
            <a:r>
              <a:rPr sz="3600" spc="-1252" baseline="-19675" dirty="0">
                <a:solidFill>
                  <a:srgbClr val="252525"/>
                </a:solidFill>
                <a:latin typeface="Cambria Math"/>
                <a:cs typeface="Cambria Math"/>
              </a:rPr>
              <a:t>𝜒</a:t>
            </a:r>
            <a:endParaRPr sz="3600" baseline="-19675">
              <a:latin typeface="Cambria Math"/>
              <a:cs typeface="Cambria Math"/>
            </a:endParaRPr>
          </a:p>
        </p:txBody>
      </p:sp>
      <p:pic>
        <p:nvPicPr>
          <p:cNvPr id="20" name="object 20"/>
          <p:cNvPicPr/>
          <p:nvPr/>
        </p:nvPicPr>
        <p:blipFill>
          <a:blip r:embed="rId8" cstate="print"/>
          <a:stretch>
            <a:fillRect/>
          </a:stretch>
        </p:blipFill>
        <p:spPr>
          <a:xfrm>
            <a:off x="7505700" y="4995671"/>
            <a:ext cx="1440179" cy="1184147"/>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9003"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6" name="object 6"/>
          <p:cNvSpPr txBox="1"/>
          <p:nvPr/>
        </p:nvSpPr>
        <p:spPr>
          <a:xfrm>
            <a:off x="8672576" y="463677"/>
            <a:ext cx="8083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4563"/>
            <a:ext cx="2239518" cy="174498"/>
          </a:xfrm>
          <a:prstGeom prst="rect">
            <a:avLst/>
          </a:prstGeom>
        </p:spPr>
      </p:pic>
      <p:pic>
        <p:nvPicPr>
          <p:cNvPr id="9" name="object 9"/>
          <p:cNvPicPr/>
          <p:nvPr/>
        </p:nvPicPr>
        <p:blipFill>
          <a:blip r:embed="rId6" cstate="print"/>
          <a:stretch>
            <a:fillRect/>
          </a:stretch>
        </p:blipFill>
        <p:spPr>
          <a:xfrm>
            <a:off x="710183" y="1801367"/>
            <a:ext cx="8414766" cy="1427226"/>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6" name="object 6"/>
          <p:cNvSpPr txBox="1"/>
          <p:nvPr/>
        </p:nvSpPr>
        <p:spPr>
          <a:xfrm>
            <a:off x="8671306" y="463677"/>
            <a:ext cx="8083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4563"/>
            <a:ext cx="2239518" cy="174498"/>
          </a:xfrm>
          <a:prstGeom prst="rect">
            <a:avLst/>
          </a:prstGeom>
        </p:spPr>
      </p:pic>
      <p:pic>
        <p:nvPicPr>
          <p:cNvPr id="9" name="object 9"/>
          <p:cNvPicPr/>
          <p:nvPr/>
        </p:nvPicPr>
        <p:blipFill>
          <a:blip r:embed="rId6" cstate="print"/>
          <a:stretch>
            <a:fillRect/>
          </a:stretch>
        </p:blipFill>
        <p:spPr>
          <a:xfrm>
            <a:off x="710183" y="1795272"/>
            <a:ext cx="8071866" cy="1462277"/>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1970"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3039"/>
            <a:ext cx="1820418" cy="176022"/>
          </a:xfrm>
          <a:prstGeom prst="rect">
            <a:avLst/>
          </a:prstGeom>
        </p:spPr>
      </p:pic>
      <p:sp>
        <p:nvSpPr>
          <p:cNvPr id="7" name="object 7"/>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8" name="object 8"/>
          <p:cNvSpPr txBox="1"/>
          <p:nvPr/>
        </p:nvSpPr>
        <p:spPr>
          <a:xfrm>
            <a:off x="8672830" y="463677"/>
            <a:ext cx="8083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grpSp>
        <p:nvGrpSpPr>
          <p:cNvPr id="9" name="object 9"/>
          <p:cNvGrpSpPr/>
          <p:nvPr/>
        </p:nvGrpSpPr>
        <p:grpSpPr>
          <a:xfrm>
            <a:off x="711708" y="3076955"/>
            <a:ext cx="8524240" cy="3175000"/>
            <a:chOff x="711708" y="3076955"/>
            <a:chExt cx="8524240" cy="3175000"/>
          </a:xfrm>
        </p:grpSpPr>
        <p:sp>
          <p:nvSpPr>
            <p:cNvPr id="10" name="object 10"/>
            <p:cNvSpPr/>
            <p:nvPr/>
          </p:nvSpPr>
          <p:spPr>
            <a:xfrm>
              <a:off x="711708" y="3076955"/>
              <a:ext cx="8524240" cy="3175000"/>
            </a:xfrm>
            <a:custGeom>
              <a:avLst/>
              <a:gdLst/>
              <a:ahLst/>
              <a:cxnLst/>
              <a:rect l="l" t="t" r="r" b="b"/>
              <a:pathLst>
                <a:path w="8524240" h="3175000">
                  <a:moveTo>
                    <a:pt x="8523732" y="0"/>
                  </a:moveTo>
                  <a:lnTo>
                    <a:pt x="0" y="0"/>
                  </a:lnTo>
                  <a:lnTo>
                    <a:pt x="0" y="3174492"/>
                  </a:lnTo>
                  <a:lnTo>
                    <a:pt x="8523732" y="3174492"/>
                  </a:lnTo>
                  <a:lnTo>
                    <a:pt x="8523732" y="0"/>
                  </a:lnTo>
                  <a:close/>
                </a:path>
              </a:pathLst>
            </a:custGeom>
            <a:solidFill>
              <a:srgbClr val="F1F1F1"/>
            </a:solidFill>
          </p:spPr>
          <p:txBody>
            <a:bodyPr wrap="square" lIns="0" tIns="0" rIns="0" bIns="0" rtlCol="0"/>
            <a:lstStyle/>
            <a:p>
              <a:endParaRPr/>
            </a:p>
          </p:txBody>
        </p:sp>
        <p:pic>
          <p:nvPicPr>
            <p:cNvPr id="11" name="object 11"/>
            <p:cNvPicPr/>
            <p:nvPr/>
          </p:nvPicPr>
          <p:blipFill>
            <a:blip r:embed="rId6" cstate="print"/>
            <a:stretch>
              <a:fillRect/>
            </a:stretch>
          </p:blipFill>
          <p:spPr>
            <a:xfrm>
              <a:off x="2510028" y="4707635"/>
              <a:ext cx="3528060" cy="103631"/>
            </a:xfrm>
            <a:prstGeom prst="rect">
              <a:avLst/>
            </a:prstGeom>
          </p:spPr>
        </p:pic>
        <p:pic>
          <p:nvPicPr>
            <p:cNvPr id="12" name="object 12"/>
            <p:cNvPicPr/>
            <p:nvPr/>
          </p:nvPicPr>
          <p:blipFill>
            <a:blip r:embed="rId7" cstate="print"/>
            <a:stretch>
              <a:fillRect/>
            </a:stretch>
          </p:blipFill>
          <p:spPr>
            <a:xfrm>
              <a:off x="1402080" y="3462527"/>
              <a:ext cx="7255764" cy="1591056"/>
            </a:xfrm>
            <a:prstGeom prst="rect">
              <a:avLst/>
            </a:prstGeom>
          </p:spPr>
        </p:pic>
      </p:grpSp>
      <p:sp>
        <p:nvSpPr>
          <p:cNvPr id="13" name="object 13"/>
          <p:cNvSpPr txBox="1"/>
          <p:nvPr/>
        </p:nvSpPr>
        <p:spPr>
          <a:xfrm>
            <a:off x="4610100" y="5092446"/>
            <a:ext cx="526415" cy="208279"/>
          </a:xfrm>
          <a:prstGeom prst="rect">
            <a:avLst/>
          </a:prstGeom>
        </p:spPr>
        <p:txBody>
          <a:bodyPr vert="horz" wrap="square" lIns="0" tIns="12700" rIns="0" bIns="0" rtlCol="0">
            <a:spAutoFit/>
          </a:bodyPr>
          <a:lstStyle/>
          <a:p>
            <a:pPr>
              <a:lnSpc>
                <a:spcPct val="100000"/>
              </a:lnSpc>
              <a:spcBef>
                <a:spcPts val="100"/>
              </a:spcBef>
            </a:pPr>
            <a:r>
              <a:rPr sz="1200" spc="-204" dirty="0">
                <a:latin typeface="Trebuchet MS"/>
                <a:cs typeface="Trebuchet MS"/>
              </a:rPr>
              <a:t>F</a:t>
            </a:r>
            <a:r>
              <a:rPr sz="1200" spc="-200" dirty="0">
                <a:latin typeface="Trebuchet MS"/>
                <a:cs typeface="Trebuchet MS"/>
              </a:rPr>
              <a:t>a</a:t>
            </a:r>
            <a:r>
              <a:rPr sz="1200" spc="-225" dirty="0">
                <a:latin typeface="Trebuchet MS"/>
                <a:cs typeface="Trebuchet MS"/>
              </a:rPr>
              <a:t>k</a:t>
            </a:r>
            <a:r>
              <a:rPr sz="1200" spc="-210" dirty="0">
                <a:latin typeface="Trebuchet MS"/>
                <a:cs typeface="Trebuchet MS"/>
              </a:rPr>
              <a:t>e</a:t>
            </a:r>
            <a:r>
              <a:rPr sz="1200" spc="-120" dirty="0">
                <a:latin typeface="Trebuchet MS"/>
                <a:cs typeface="Trebuchet MS"/>
              </a:rPr>
              <a:t> </a:t>
            </a:r>
            <a:r>
              <a:rPr sz="1200" spc="-200" dirty="0">
                <a:latin typeface="Trebuchet MS"/>
                <a:cs typeface="Trebuchet MS"/>
              </a:rPr>
              <a:t>no</a:t>
            </a:r>
            <a:r>
              <a:rPr sz="1200" spc="-170" dirty="0">
                <a:latin typeface="Trebuchet MS"/>
                <a:cs typeface="Trebuchet MS"/>
              </a:rPr>
              <a:t>t</a:t>
            </a:r>
            <a:r>
              <a:rPr sz="1200" spc="-140" dirty="0">
                <a:latin typeface="Trebuchet MS"/>
                <a:cs typeface="Trebuchet MS"/>
              </a:rPr>
              <a:t>es</a:t>
            </a:r>
            <a:endParaRPr sz="1200">
              <a:latin typeface="Trebuchet MS"/>
              <a:cs typeface="Trebuchet MS"/>
            </a:endParaRPr>
          </a:p>
        </p:txBody>
      </p:sp>
      <p:sp>
        <p:nvSpPr>
          <p:cNvPr id="14" name="object 14"/>
          <p:cNvSpPr txBox="1"/>
          <p:nvPr/>
        </p:nvSpPr>
        <p:spPr>
          <a:xfrm>
            <a:off x="1670939" y="5086603"/>
            <a:ext cx="278130" cy="208279"/>
          </a:xfrm>
          <a:prstGeom prst="rect">
            <a:avLst/>
          </a:prstGeom>
        </p:spPr>
        <p:txBody>
          <a:bodyPr vert="horz" wrap="square" lIns="0" tIns="12700" rIns="0" bIns="0" rtlCol="0">
            <a:spAutoFit/>
          </a:bodyPr>
          <a:lstStyle/>
          <a:p>
            <a:pPr>
              <a:lnSpc>
                <a:spcPct val="100000"/>
              </a:lnSpc>
              <a:spcBef>
                <a:spcPts val="100"/>
              </a:spcBef>
            </a:pPr>
            <a:r>
              <a:rPr sz="1200" spc="-235" dirty="0">
                <a:latin typeface="Trebuchet MS"/>
                <a:cs typeface="Trebuchet MS"/>
              </a:rPr>
              <a:t>N</a:t>
            </a:r>
            <a:r>
              <a:rPr sz="1200" spc="-210" dirty="0">
                <a:latin typeface="Trebuchet MS"/>
                <a:cs typeface="Trebuchet MS"/>
              </a:rPr>
              <a:t>o</a:t>
            </a:r>
            <a:r>
              <a:rPr sz="1200" spc="-125" dirty="0">
                <a:latin typeface="Trebuchet MS"/>
                <a:cs typeface="Trebuchet MS"/>
              </a:rPr>
              <a:t>i</a:t>
            </a:r>
            <a:r>
              <a:rPr sz="1200" spc="-50" dirty="0">
                <a:latin typeface="Trebuchet MS"/>
                <a:cs typeface="Trebuchet MS"/>
              </a:rPr>
              <a:t>s</a:t>
            </a:r>
            <a:r>
              <a:rPr sz="1200" spc="-210" dirty="0">
                <a:latin typeface="Trebuchet MS"/>
                <a:cs typeface="Trebuchet MS"/>
              </a:rPr>
              <a:t>e</a:t>
            </a:r>
            <a:endParaRPr sz="1200">
              <a:latin typeface="Trebuchet MS"/>
              <a:cs typeface="Trebuchet MS"/>
            </a:endParaRPr>
          </a:p>
        </p:txBody>
      </p:sp>
      <p:sp>
        <p:nvSpPr>
          <p:cNvPr id="15" name="object 15"/>
          <p:cNvSpPr txBox="1"/>
          <p:nvPr/>
        </p:nvSpPr>
        <p:spPr>
          <a:xfrm>
            <a:off x="895807" y="3216020"/>
            <a:ext cx="7624445" cy="1059815"/>
          </a:xfrm>
          <a:prstGeom prst="rect">
            <a:avLst/>
          </a:prstGeom>
        </p:spPr>
        <p:txBody>
          <a:bodyPr vert="horz" wrap="square" lIns="0" tIns="12065" rIns="0" bIns="0" rtlCol="0">
            <a:spAutoFit/>
          </a:bodyPr>
          <a:lstStyle/>
          <a:p>
            <a:pPr>
              <a:lnSpc>
                <a:spcPct val="100000"/>
              </a:lnSpc>
              <a:spcBef>
                <a:spcPts val="95"/>
              </a:spcBef>
            </a:pPr>
            <a:r>
              <a:rPr sz="1300" spc="-204" dirty="0">
                <a:solidFill>
                  <a:srgbClr val="252525"/>
                </a:solidFill>
                <a:latin typeface="Trebuchet MS"/>
                <a:cs typeface="Trebuchet MS"/>
              </a:rPr>
              <a:t>Generative</a:t>
            </a:r>
            <a:r>
              <a:rPr sz="1300" spc="-125" dirty="0">
                <a:solidFill>
                  <a:srgbClr val="252525"/>
                </a:solidFill>
                <a:latin typeface="Trebuchet MS"/>
                <a:cs typeface="Trebuchet MS"/>
              </a:rPr>
              <a:t> </a:t>
            </a:r>
            <a:r>
              <a:rPr sz="1300" spc="-165" dirty="0">
                <a:solidFill>
                  <a:srgbClr val="252525"/>
                </a:solidFill>
                <a:latin typeface="Trebuchet MS"/>
                <a:cs typeface="Trebuchet MS"/>
              </a:rPr>
              <a:t>Adversarial</a:t>
            </a:r>
            <a:r>
              <a:rPr sz="1300" spc="-150" dirty="0">
                <a:solidFill>
                  <a:srgbClr val="252525"/>
                </a:solidFill>
                <a:latin typeface="Trebuchet MS"/>
                <a:cs typeface="Trebuchet MS"/>
              </a:rPr>
              <a:t> </a:t>
            </a:r>
            <a:r>
              <a:rPr sz="1300" spc="-195" dirty="0">
                <a:solidFill>
                  <a:srgbClr val="252525"/>
                </a:solidFill>
                <a:latin typeface="Trebuchet MS"/>
                <a:cs typeface="Trebuchet MS"/>
              </a:rPr>
              <a:t>Networks</a:t>
            </a:r>
            <a:r>
              <a:rPr sz="1300" spc="-155" dirty="0">
                <a:solidFill>
                  <a:srgbClr val="252525"/>
                </a:solidFill>
                <a:latin typeface="Trebuchet MS"/>
                <a:cs typeface="Trebuchet MS"/>
              </a:rPr>
              <a:t> </a:t>
            </a:r>
            <a:r>
              <a:rPr sz="1300" spc="-225" dirty="0">
                <a:solidFill>
                  <a:srgbClr val="252525"/>
                </a:solidFill>
                <a:latin typeface="Trebuchet MS"/>
                <a:cs typeface="Trebuchet MS"/>
              </a:rPr>
              <a:t>(GAN)</a:t>
            </a:r>
            <a:r>
              <a:rPr sz="1300" spc="-160" dirty="0">
                <a:solidFill>
                  <a:srgbClr val="252525"/>
                </a:solidFill>
                <a:latin typeface="Trebuchet MS"/>
                <a:cs typeface="Trebuchet MS"/>
              </a:rPr>
              <a:t> </a:t>
            </a:r>
            <a:r>
              <a:rPr sz="1300" spc="-204" dirty="0">
                <a:solidFill>
                  <a:srgbClr val="252525"/>
                </a:solidFill>
                <a:latin typeface="Trebuchet MS"/>
                <a:cs typeface="Trebuchet MS"/>
              </a:rPr>
              <a:t>were</a:t>
            </a:r>
            <a:r>
              <a:rPr sz="1300" spc="-155" dirty="0">
                <a:solidFill>
                  <a:srgbClr val="252525"/>
                </a:solidFill>
                <a:latin typeface="Trebuchet MS"/>
                <a:cs typeface="Trebuchet MS"/>
              </a:rPr>
              <a:t> </a:t>
            </a:r>
            <a:r>
              <a:rPr sz="1300" spc="-195" dirty="0">
                <a:solidFill>
                  <a:srgbClr val="252525"/>
                </a:solidFill>
                <a:latin typeface="Trebuchet MS"/>
                <a:cs typeface="Trebuchet MS"/>
              </a:rPr>
              <a:t>introduced</a:t>
            </a:r>
            <a:r>
              <a:rPr sz="1300" spc="-165" dirty="0">
                <a:solidFill>
                  <a:srgbClr val="252525"/>
                </a:solidFill>
                <a:latin typeface="Trebuchet MS"/>
                <a:cs typeface="Trebuchet MS"/>
              </a:rPr>
              <a:t> </a:t>
            </a:r>
            <a:r>
              <a:rPr sz="1300" spc="-215" dirty="0">
                <a:solidFill>
                  <a:srgbClr val="252525"/>
                </a:solidFill>
                <a:latin typeface="Trebuchet MS"/>
                <a:cs typeface="Trebuchet MS"/>
              </a:rPr>
              <a:t>by</a:t>
            </a:r>
            <a:r>
              <a:rPr sz="1300" spc="-140" dirty="0">
                <a:solidFill>
                  <a:srgbClr val="252525"/>
                </a:solidFill>
                <a:latin typeface="Trebuchet MS"/>
                <a:cs typeface="Trebuchet MS"/>
              </a:rPr>
              <a:t> </a:t>
            </a:r>
            <a:r>
              <a:rPr sz="1300" spc="-180" dirty="0">
                <a:solidFill>
                  <a:srgbClr val="252525"/>
                </a:solidFill>
                <a:latin typeface="Trebuchet MS"/>
                <a:cs typeface="Trebuchet MS"/>
              </a:rPr>
              <a:t>Ian</a:t>
            </a:r>
            <a:r>
              <a:rPr sz="1300" spc="-125" dirty="0">
                <a:solidFill>
                  <a:srgbClr val="252525"/>
                </a:solidFill>
                <a:latin typeface="Trebuchet MS"/>
                <a:cs typeface="Trebuchet MS"/>
              </a:rPr>
              <a:t> </a:t>
            </a:r>
            <a:r>
              <a:rPr sz="1300" spc="-225" dirty="0">
                <a:solidFill>
                  <a:srgbClr val="252525"/>
                </a:solidFill>
                <a:latin typeface="Trebuchet MS"/>
                <a:cs typeface="Trebuchet MS"/>
              </a:rPr>
              <a:t>Goodfellow</a:t>
            </a:r>
            <a:r>
              <a:rPr sz="1300" spc="-110" dirty="0">
                <a:solidFill>
                  <a:srgbClr val="252525"/>
                </a:solidFill>
                <a:latin typeface="Trebuchet MS"/>
                <a:cs typeface="Trebuchet MS"/>
              </a:rPr>
              <a:t> </a:t>
            </a:r>
            <a:r>
              <a:rPr sz="1300" spc="-185" dirty="0">
                <a:solidFill>
                  <a:srgbClr val="252525"/>
                </a:solidFill>
                <a:latin typeface="Trebuchet MS"/>
                <a:cs typeface="Trebuchet MS"/>
              </a:rPr>
              <a:t>in</a:t>
            </a:r>
            <a:r>
              <a:rPr sz="1300" spc="-130" dirty="0">
                <a:solidFill>
                  <a:srgbClr val="252525"/>
                </a:solidFill>
                <a:latin typeface="Trebuchet MS"/>
                <a:cs typeface="Trebuchet MS"/>
              </a:rPr>
              <a:t> </a:t>
            </a:r>
            <a:r>
              <a:rPr sz="1300" spc="-240" dirty="0">
                <a:solidFill>
                  <a:srgbClr val="252525"/>
                </a:solidFill>
                <a:latin typeface="Trebuchet MS"/>
                <a:cs typeface="Trebuchet MS"/>
              </a:rPr>
              <a:t>2014.</a:t>
            </a:r>
            <a:r>
              <a:rPr sz="1300" spc="-110" dirty="0">
                <a:solidFill>
                  <a:srgbClr val="252525"/>
                </a:solidFill>
                <a:latin typeface="Trebuchet MS"/>
                <a:cs typeface="Trebuchet MS"/>
              </a:rPr>
              <a:t> </a:t>
            </a:r>
            <a:r>
              <a:rPr sz="1300" spc="-270" dirty="0">
                <a:solidFill>
                  <a:srgbClr val="252525"/>
                </a:solidFill>
                <a:latin typeface="Trebuchet MS"/>
                <a:cs typeface="Trebuchet MS"/>
              </a:rPr>
              <a:t>To</a:t>
            </a:r>
            <a:r>
              <a:rPr sz="1300" spc="-235" dirty="0">
                <a:solidFill>
                  <a:srgbClr val="252525"/>
                </a:solidFill>
                <a:latin typeface="Trebuchet MS"/>
                <a:cs typeface="Trebuchet MS"/>
              </a:rPr>
              <a:t> </a:t>
            </a:r>
            <a:r>
              <a:rPr sz="1300" spc="-160" dirty="0">
                <a:solidFill>
                  <a:srgbClr val="252525"/>
                </a:solidFill>
                <a:latin typeface="Trebuchet MS"/>
                <a:cs typeface="Trebuchet MS"/>
              </a:rPr>
              <a:t>easily</a:t>
            </a:r>
            <a:r>
              <a:rPr sz="1300" spc="-150" dirty="0">
                <a:solidFill>
                  <a:srgbClr val="252525"/>
                </a:solidFill>
                <a:latin typeface="Trebuchet MS"/>
                <a:cs typeface="Trebuchet MS"/>
              </a:rPr>
              <a:t> </a:t>
            </a:r>
            <a:r>
              <a:rPr sz="1300" spc="-200" dirty="0">
                <a:solidFill>
                  <a:srgbClr val="252525"/>
                </a:solidFill>
                <a:latin typeface="Trebuchet MS"/>
                <a:cs typeface="Trebuchet MS"/>
              </a:rPr>
              <a:t>explain</a:t>
            </a:r>
            <a:r>
              <a:rPr sz="1300" spc="-130" dirty="0">
                <a:solidFill>
                  <a:srgbClr val="252525"/>
                </a:solidFill>
                <a:latin typeface="Trebuchet MS"/>
                <a:cs typeface="Trebuchet MS"/>
              </a:rPr>
              <a:t> </a:t>
            </a:r>
            <a:r>
              <a:rPr sz="1300" spc="-275" dirty="0">
                <a:solidFill>
                  <a:srgbClr val="252525"/>
                </a:solidFill>
                <a:latin typeface="Trebuchet MS"/>
                <a:cs typeface="Trebuchet MS"/>
              </a:rPr>
              <a:t>GAN,</a:t>
            </a:r>
            <a:r>
              <a:rPr sz="1300" spc="-270" dirty="0">
                <a:solidFill>
                  <a:srgbClr val="252525"/>
                </a:solidFill>
                <a:latin typeface="Trebuchet MS"/>
                <a:cs typeface="Trebuchet MS"/>
              </a:rPr>
              <a:t> </a:t>
            </a:r>
            <a:r>
              <a:rPr sz="1300" spc="-225" dirty="0">
                <a:solidFill>
                  <a:srgbClr val="252525"/>
                </a:solidFill>
                <a:latin typeface="Trebuchet MS"/>
                <a:cs typeface="Trebuchet MS"/>
              </a:rPr>
              <a:t>he</a:t>
            </a:r>
            <a:r>
              <a:rPr sz="1300" spc="-140" dirty="0">
                <a:solidFill>
                  <a:srgbClr val="252525"/>
                </a:solidFill>
                <a:latin typeface="Trebuchet MS"/>
                <a:cs typeface="Trebuchet MS"/>
              </a:rPr>
              <a:t> </a:t>
            </a:r>
            <a:r>
              <a:rPr sz="1300" spc="-130" dirty="0">
                <a:solidFill>
                  <a:srgbClr val="252525"/>
                </a:solidFill>
                <a:latin typeface="Trebuchet MS"/>
                <a:cs typeface="Trebuchet MS"/>
              </a:rPr>
              <a:t>first</a:t>
            </a:r>
            <a:r>
              <a:rPr sz="1300" spc="-150" dirty="0">
                <a:solidFill>
                  <a:srgbClr val="252525"/>
                </a:solidFill>
                <a:latin typeface="Trebuchet MS"/>
                <a:cs typeface="Trebuchet MS"/>
              </a:rPr>
              <a:t> </a:t>
            </a:r>
            <a:r>
              <a:rPr sz="1300" spc="-210" dirty="0">
                <a:solidFill>
                  <a:srgbClr val="252525"/>
                </a:solidFill>
                <a:latin typeface="Trebuchet MS"/>
                <a:cs typeface="Trebuchet MS"/>
              </a:rPr>
              <a:t>took</a:t>
            </a:r>
            <a:r>
              <a:rPr sz="1300" spc="-130" dirty="0">
                <a:solidFill>
                  <a:srgbClr val="252525"/>
                </a:solidFill>
                <a:latin typeface="Trebuchet MS"/>
                <a:cs typeface="Trebuchet MS"/>
              </a:rPr>
              <a:t> </a:t>
            </a:r>
            <a:r>
              <a:rPr sz="1300" spc="-215" dirty="0">
                <a:solidFill>
                  <a:srgbClr val="252525"/>
                </a:solidFill>
                <a:latin typeface="Trebuchet MS"/>
                <a:cs typeface="Trebuchet MS"/>
              </a:rPr>
              <a:t>the</a:t>
            </a:r>
            <a:r>
              <a:rPr sz="1300" spc="-135" dirty="0">
                <a:solidFill>
                  <a:srgbClr val="252525"/>
                </a:solidFill>
                <a:latin typeface="Trebuchet MS"/>
                <a:cs typeface="Trebuchet MS"/>
              </a:rPr>
              <a:t> </a:t>
            </a:r>
            <a:r>
              <a:rPr sz="1300" spc="-160" dirty="0">
                <a:solidFill>
                  <a:srgbClr val="252525"/>
                </a:solidFill>
                <a:latin typeface="Trebuchet MS"/>
                <a:cs typeface="Trebuchet MS"/>
              </a:rPr>
              <a:t>case</a:t>
            </a:r>
            <a:r>
              <a:rPr sz="1300" spc="-165" dirty="0">
                <a:solidFill>
                  <a:srgbClr val="252525"/>
                </a:solidFill>
                <a:latin typeface="Trebuchet MS"/>
                <a:cs typeface="Trebuchet MS"/>
              </a:rPr>
              <a:t> </a:t>
            </a:r>
            <a:r>
              <a:rPr sz="1300" spc="-190" dirty="0">
                <a:solidFill>
                  <a:srgbClr val="252525"/>
                </a:solidFill>
                <a:latin typeface="Trebuchet MS"/>
                <a:cs typeface="Trebuchet MS"/>
              </a:rPr>
              <a:t>of</a:t>
            </a:r>
            <a:r>
              <a:rPr sz="1300" spc="-140" dirty="0">
                <a:solidFill>
                  <a:srgbClr val="252525"/>
                </a:solidFill>
                <a:latin typeface="Trebuchet MS"/>
                <a:cs typeface="Trebuchet MS"/>
              </a:rPr>
              <a:t> </a:t>
            </a:r>
            <a:r>
              <a:rPr sz="1300" spc="-200" dirty="0">
                <a:solidFill>
                  <a:srgbClr val="252525"/>
                </a:solidFill>
                <a:latin typeface="Trebuchet MS"/>
                <a:cs typeface="Trebuchet MS"/>
              </a:rPr>
              <a:t>a</a:t>
            </a:r>
            <a:r>
              <a:rPr sz="1300" spc="-125" dirty="0">
                <a:solidFill>
                  <a:srgbClr val="252525"/>
                </a:solidFill>
                <a:latin typeface="Trebuchet MS"/>
                <a:cs typeface="Trebuchet MS"/>
              </a:rPr>
              <a:t> </a:t>
            </a:r>
            <a:r>
              <a:rPr sz="1300" spc="-185" dirty="0">
                <a:solidFill>
                  <a:srgbClr val="252525"/>
                </a:solidFill>
                <a:latin typeface="Trebuchet MS"/>
                <a:cs typeface="Trebuchet MS"/>
              </a:rPr>
              <a:t>counterfeiter</a:t>
            </a:r>
            <a:endParaRPr sz="1300">
              <a:latin typeface="Trebuchet MS"/>
              <a:cs typeface="Trebuchet MS"/>
            </a:endParaRPr>
          </a:p>
          <a:p>
            <a:pPr>
              <a:lnSpc>
                <a:spcPct val="100000"/>
              </a:lnSpc>
            </a:pPr>
            <a:r>
              <a:rPr sz="1300" spc="-150" dirty="0">
                <a:solidFill>
                  <a:srgbClr val="252525"/>
                </a:solidFill>
                <a:latin typeface="Trebuchet MS"/>
                <a:cs typeface="Trebuchet MS"/>
              </a:rPr>
              <a:t>(</a:t>
            </a:r>
            <a:r>
              <a:rPr sz="1300" spc="-335" dirty="0">
                <a:solidFill>
                  <a:srgbClr val="252525"/>
                </a:solidFill>
                <a:latin typeface="Trebuchet MS"/>
                <a:cs typeface="Trebuchet MS"/>
              </a:rPr>
              <a:t>G</a:t>
            </a:r>
            <a:r>
              <a:rPr sz="1300" spc="-220" dirty="0">
                <a:solidFill>
                  <a:srgbClr val="252525"/>
                </a:solidFill>
                <a:latin typeface="Trebuchet MS"/>
                <a:cs typeface="Trebuchet MS"/>
              </a:rPr>
              <a:t>e</a:t>
            </a:r>
            <a:r>
              <a:rPr sz="1300" spc="-225" dirty="0">
                <a:solidFill>
                  <a:srgbClr val="252525"/>
                </a:solidFill>
                <a:latin typeface="Trebuchet MS"/>
                <a:cs typeface="Trebuchet MS"/>
              </a:rPr>
              <a:t>n</a:t>
            </a:r>
            <a:r>
              <a:rPr sz="1300" spc="-220" dirty="0">
                <a:solidFill>
                  <a:srgbClr val="252525"/>
                </a:solidFill>
                <a:latin typeface="Trebuchet MS"/>
                <a:cs typeface="Trebuchet MS"/>
              </a:rPr>
              <a:t>e</a:t>
            </a:r>
            <a:r>
              <a:rPr sz="1300" spc="-125" dirty="0">
                <a:solidFill>
                  <a:srgbClr val="252525"/>
                </a:solidFill>
                <a:latin typeface="Trebuchet MS"/>
                <a:cs typeface="Trebuchet MS"/>
              </a:rPr>
              <a:t>r</a:t>
            </a:r>
            <a:r>
              <a:rPr sz="1300" spc="-155" dirty="0">
                <a:solidFill>
                  <a:srgbClr val="252525"/>
                </a:solidFill>
                <a:latin typeface="Trebuchet MS"/>
                <a:cs typeface="Trebuchet MS"/>
              </a:rPr>
              <a:t>a</a:t>
            </a:r>
            <a:r>
              <a:rPr sz="1300" spc="-200" dirty="0">
                <a:solidFill>
                  <a:srgbClr val="252525"/>
                </a:solidFill>
                <a:latin typeface="Trebuchet MS"/>
                <a:cs typeface="Trebuchet MS"/>
              </a:rPr>
              <a:t>t</a:t>
            </a:r>
            <a:r>
              <a:rPr sz="1300" spc="-140" dirty="0">
                <a:solidFill>
                  <a:srgbClr val="252525"/>
                </a:solidFill>
                <a:latin typeface="Trebuchet MS"/>
                <a:cs typeface="Trebuchet MS"/>
              </a:rPr>
              <a:t>or)</a:t>
            </a:r>
            <a:r>
              <a:rPr sz="1300" spc="-170" dirty="0">
                <a:solidFill>
                  <a:srgbClr val="252525"/>
                </a:solidFill>
                <a:latin typeface="Trebuchet MS"/>
                <a:cs typeface="Trebuchet MS"/>
              </a:rPr>
              <a:t> </a:t>
            </a:r>
            <a:r>
              <a:rPr sz="1300" spc="-200" dirty="0">
                <a:solidFill>
                  <a:srgbClr val="252525"/>
                </a:solidFill>
                <a:latin typeface="Trebuchet MS"/>
                <a:cs typeface="Trebuchet MS"/>
              </a:rPr>
              <a:t>a</a:t>
            </a:r>
            <a:r>
              <a:rPr sz="1300" spc="-229" dirty="0">
                <a:solidFill>
                  <a:srgbClr val="252525"/>
                </a:solidFill>
                <a:latin typeface="Trebuchet MS"/>
                <a:cs typeface="Trebuchet MS"/>
              </a:rPr>
              <a:t>nd</a:t>
            </a:r>
            <a:r>
              <a:rPr sz="1300" spc="-150" dirty="0">
                <a:solidFill>
                  <a:srgbClr val="252525"/>
                </a:solidFill>
                <a:latin typeface="Trebuchet MS"/>
                <a:cs typeface="Trebuchet MS"/>
              </a:rPr>
              <a:t> </a:t>
            </a:r>
            <a:r>
              <a:rPr sz="1300" spc="-200" dirty="0">
                <a:solidFill>
                  <a:srgbClr val="252525"/>
                </a:solidFill>
                <a:latin typeface="Trebuchet MS"/>
                <a:cs typeface="Trebuchet MS"/>
              </a:rPr>
              <a:t>t</a:t>
            </a:r>
            <a:r>
              <a:rPr sz="1300" spc="-225" dirty="0">
                <a:solidFill>
                  <a:srgbClr val="252525"/>
                </a:solidFill>
                <a:latin typeface="Trebuchet MS"/>
                <a:cs typeface="Trebuchet MS"/>
              </a:rPr>
              <a:t>he</a:t>
            </a:r>
            <a:r>
              <a:rPr sz="1300" spc="-145" dirty="0">
                <a:solidFill>
                  <a:srgbClr val="252525"/>
                </a:solidFill>
                <a:latin typeface="Trebuchet MS"/>
                <a:cs typeface="Trebuchet MS"/>
              </a:rPr>
              <a:t> </a:t>
            </a:r>
            <a:r>
              <a:rPr sz="1300" spc="-175" dirty="0">
                <a:solidFill>
                  <a:srgbClr val="252525"/>
                </a:solidFill>
                <a:latin typeface="Trebuchet MS"/>
                <a:cs typeface="Trebuchet MS"/>
              </a:rPr>
              <a:t>poli</a:t>
            </a:r>
            <a:r>
              <a:rPr sz="1300" spc="-200" dirty="0">
                <a:solidFill>
                  <a:srgbClr val="252525"/>
                </a:solidFill>
                <a:latin typeface="Trebuchet MS"/>
                <a:cs typeface="Trebuchet MS"/>
              </a:rPr>
              <a:t>c</a:t>
            </a:r>
            <a:r>
              <a:rPr sz="1300" spc="-225" dirty="0">
                <a:solidFill>
                  <a:srgbClr val="252525"/>
                </a:solidFill>
                <a:latin typeface="Trebuchet MS"/>
                <a:cs typeface="Trebuchet MS"/>
              </a:rPr>
              <a:t>e</a:t>
            </a:r>
            <a:r>
              <a:rPr sz="1300" spc="-145" dirty="0">
                <a:solidFill>
                  <a:srgbClr val="252525"/>
                </a:solidFill>
                <a:latin typeface="Trebuchet MS"/>
                <a:cs typeface="Trebuchet MS"/>
              </a:rPr>
              <a:t> </a:t>
            </a:r>
            <a:r>
              <a:rPr sz="1300" spc="-150" dirty="0">
                <a:solidFill>
                  <a:srgbClr val="252525"/>
                </a:solidFill>
                <a:latin typeface="Trebuchet MS"/>
                <a:cs typeface="Trebuchet MS"/>
              </a:rPr>
              <a:t>(</a:t>
            </a:r>
            <a:r>
              <a:rPr sz="1300" spc="-250" dirty="0">
                <a:solidFill>
                  <a:srgbClr val="252525"/>
                </a:solidFill>
                <a:latin typeface="Trebuchet MS"/>
                <a:cs typeface="Trebuchet MS"/>
              </a:rPr>
              <a:t>D</a:t>
            </a:r>
            <a:r>
              <a:rPr sz="1300" spc="-90" dirty="0">
                <a:solidFill>
                  <a:srgbClr val="252525"/>
                </a:solidFill>
                <a:latin typeface="Trebuchet MS"/>
                <a:cs typeface="Trebuchet MS"/>
              </a:rPr>
              <a:t>i</a:t>
            </a:r>
            <a:r>
              <a:rPr sz="1300" spc="-100" dirty="0">
                <a:solidFill>
                  <a:srgbClr val="252525"/>
                </a:solidFill>
                <a:latin typeface="Trebuchet MS"/>
                <a:cs typeface="Trebuchet MS"/>
              </a:rPr>
              <a:t>s</a:t>
            </a:r>
            <a:r>
              <a:rPr sz="1300" spc="-155" dirty="0">
                <a:solidFill>
                  <a:srgbClr val="252525"/>
                </a:solidFill>
                <a:latin typeface="Trebuchet MS"/>
                <a:cs typeface="Trebuchet MS"/>
              </a:rPr>
              <a:t>c</a:t>
            </a:r>
            <a:r>
              <a:rPr sz="1300" spc="-195" dirty="0">
                <a:solidFill>
                  <a:srgbClr val="252525"/>
                </a:solidFill>
                <a:latin typeface="Trebuchet MS"/>
                <a:cs typeface="Trebuchet MS"/>
              </a:rPr>
              <a:t>rim</a:t>
            </a:r>
            <a:r>
              <a:rPr sz="1300" spc="-120" dirty="0">
                <a:solidFill>
                  <a:srgbClr val="252525"/>
                </a:solidFill>
                <a:latin typeface="Trebuchet MS"/>
                <a:cs typeface="Trebuchet MS"/>
              </a:rPr>
              <a:t>i</a:t>
            </a:r>
            <a:r>
              <a:rPr sz="1300" spc="-215" dirty="0">
                <a:solidFill>
                  <a:srgbClr val="252525"/>
                </a:solidFill>
                <a:latin typeface="Trebuchet MS"/>
                <a:cs typeface="Trebuchet MS"/>
              </a:rPr>
              <a:t>n</a:t>
            </a:r>
            <a:r>
              <a:rPr sz="1300" spc="-200" dirty="0">
                <a:solidFill>
                  <a:srgbClr val="252525"/>
                </a:solidFill>
                <a:latin typeface="Trebuchet MS"/>
                <a:cs typeface="Trebuchet MS"/>
              </a:rPr>
              <a:t>at</a:t>
            </a:r>
            <a:r>
              <a:rPr sz="1300" spc="-170" dirty="0">
                <a:solidFill>
                  <a:srgbClr val="252525"/>
                </a:solidFill>
                <a:latin typeface="Trebuchet MS"/>
                <a:cs typeface="Trebuchet MS"/>
              </a:rPr>
              <a:t>or).</a:t>
            </a:r>
            <a:endParaRPr sz="1300">
              <a:latin typeface="Trebuchet MS"/>
              <a:cs typeface="Trebuchet MS"/>
            </a:endParaRPr>
          </a:p>
          <a:p>
            <a:pPr>
              <a:lnSpc>
                <a:spcPct val="100000"/>
              </a:lnSpc>
            </a:pPr>
            <a:endParaRPr sz="1500">
              <a:latin typeface="Trebuchet MS"/>
              <a:cs typeface="Trebuchet MS"/>
            </a:endParaRPr>
          </a:p>
          <a:p>
            <a:pPr>
              <a:lnSpc>
                <a:spcPct val="100000"/>
              </a:lnSpc>
              <a:spcBef>
                <a:spcPts val="45"/>
              </a:spcBef>
            </a:pPr>
            <a:endParaRPr sz="1550">
              <a:latin typeface="Trebuchet MS"/>
              <a:cs typeface="Trebuchet MS"/>
            </a:endParaRPr>
          </a:p>
          <a:p>
            <a:pPr marR="5080" algn="r">
              <a:lnSpc>
                <a:spcPct val="100000"/>
              </a:lnSpc>
            </a:pPr>
            <a:r>
              <a:rPr sz="1200" spc="-220" dirty="0">
                <a:latin typeface="Trebuchet MS"/>
                <a:cs typeface="Trebuchet MS"/>
              </a:rPr>
              <a:t>D</a:t>
            </a:r>
            <a:r>
              <a:rPr sz="1200" spc="-185" dirty="0">
                <a:latin typeface="Trebuchet MS"/>
                <a:cs typeface="Trebuchet MS"/>
              </a:rPr>
              <a:t>a</a:t>
            </a:r>
            <a:r>
              <a:rPr sz="1200" spc="-170" dirty="0">
                <a:latin typeface="Trebuchet MS"/>
                <a:cs typeface="Trebuchet MS"/>
              </a:rPr>
              <a:t>t</a:t>
            </a:r>
            <a:r>
              <a:rPr sz="1200" spc="-185" dirty="0">
                <a:latin typeface="Trebuchet MS"/>
                <a:cs typeface="Trebuchet MS"/>
              </a:rPr>
              <a:t>a</a:t>
            </a:r>
            <a:r>
              <a:rPr sz="1200" spc="-130" dirty="0">
                <a:latin typeface="Trebuchet MS"/>
                <a:cs typeface="Trebuchet MS"/>
              </a:rPr>
              <a:t> </a:t>
            </a:r>
            <a:r>
              <a:rPr sz="1200" spc="-175" dirty="0">
                <a:latin typeface="Trebuchet MS"/>
                <a:cs typeface="Trebuchet MS"/>
              </a:rPr>
              <a:t>of</a:t>
            </a:r>
            <a:r>
              <a:rPr sz="1200" spc="-135" dirty="0">
                <a:latin typeface="Trebuchet MS"/>
                <a:cs typeface="Trebuchet MS"/>
              </a:rPr>
              <a:t> </a:t>
            </a:r>
            <a:r>
              <a:rPr sz="1200" spc="-65" dirty="0">
                <a:latin typeface="Trebuchet MS"/>
                <a:cs typeface="Trebuchet MS"/>
              </a:rPr>
              <a:t>r</a:t>
            </a:r>
            <a:r>
              <a:rPr sz="1200" spc="-204" dirty="0">
                <a:latin typeface="Trebuchet MS"/>
                <a:cs typeface="Trebuchet MS"/>
              </a:rPr>
              <a:t>e</a:t>
            </a:r>
            <a:r>
              <a:rPr sz="1200" spc="-185" dirty="0">
                <a:latin typeface="Trebuchet MS"/>
                <a:cs typeface="Trebuchet MS"/>
              </a:rPr>
              <a:t>a</a:t>
            </a:r>
            <a:r>
              <a:rPr sz="1200" spc="-140" dirty="0">
                <a:latin typeface="Trebuchet MS"/>
                <a:cs typeface="Trebuchet MS"/>
              </a:rPr>
              <a:t>l</a:t>
            </a:r>
            <a:r>
              <a:rPr sz="1200" spc="-145" dirty="0">
                <a:latin typeface="Trebuchet MS"/>
                <a:cs typeface="Trebuchet MS"/>
              </a:rPr>
              <a:t> </a:t>
            </a:r>
            <a:r>
              <a:rPr sz="1200" spc="-200" dirty="0">
                <a:latin typeface="Trebuchet MS"/>
                <a:cs typeface="Trebuchet MS"/>
              </a:rPr>
              <a:t>no</a:t>
            </a:r>
            <a:r>
              <a:rPr sz="1200" spc="-170" dirty="0">
                <a:latin typeface="Trebuchet MS"/>
                <a:cs typeface="Trebuchet MS"/>
              </a:rPr>
              <a:t>t</a:t>
            </a:r>
            <a:r>
              <a:rPr sz="1200" spc="-140" dirty="0">
                <a:latin typeface="Trebuchet MS"/>
                <a:cs typeface="Trebuchet MS"/>
              </a:rPr>
              <a:t>es</a:t>
            </a:r>
            <a:endParaRPr sz="1200">
              <a:latin typeface="Trebuchet MS"/>
              <a:cs typeface="Trebuchet MS"/>
            </a:endParaRPr>
          </a:p>
        </p:txBody>
      </p:sp>
      <p:grpSp>
        <p:nvGrpSpPr>
          <p:cNvPr id="16" name="object 16"/>
          <p:cNvGrpSpPr/>
          <p:nvPr/>
        </p:nvGrpSpPr>
        <p:grpSpPr>
          <a:xfrm>
            <a:off x="2802382" y="3601211"/>
            <a:ext cx="4926330" cy="1841500"/>
            <a:chOff x="2802382" y="3601211"/>
            <a:chExt cx="4926330" cy="1841500"/>
          </a:xfrm>
        </p:grpSpPr>
        <p:pic>
          <p:nvPicPr>
            <p:cNvPr id="17" name="object 17"/>
            <p:cNvPicPr/>
            <p:nvPr/>
          </p:nvPicPr>
          <p:blipFill>
            <a:blip r:embed="rId8" cstate="print"/>
            <a:stretch>
              <a:fillRect/>
            </a:stretch>
          </p:blipFill>
          <p:spPr>
            <a:xfrm>
              <a:off x="7144511" y="3601211"/>
              <a:ext cx="583692" cy="237744"/>
            </a:xfrm>
            <a:prstGeom prst="rect">
              <a:avLst/>
            </a:prstGeom>
          </p:spPr>
        </p:pic>
        <p:sp>
          <p:nvSpPr>
            <p:cNvPr id="18" name="object 18"/>
            <p:cNvSpPr/>
            <p:nvPr/>
          </p:nvSpPr>
          <p:spPr>
            <a:xfrm>
              <a:off x="2808732" y="4894872"/>
              <a:ext cx="983615" cy="541655"/>
            </a:xfrm>
            <a:custGeom>
              <a:avLst/>
              <a:gdLst/>
              <a:ahLst/>
              <a:cxnLst/>
              <a:rect l="l" t="t" r="r" b="b"/>
              <a:pathLst>
                <a:path w="983614" h="541654">
                  <a:moveTo>
                    <a:pt x="983195" y="0"/>
                  </a:moveTo>
                  <a:lnTo>
                    <a:pt x="0" y="0"/>
                  </a:lnTo>
                  <a:lnTo>
                    <a:pt x="0" y="541235"/>
                  </a:lnTo>
                  <a:lnTo>
                    <a:pt x="983195" y="541235"/>
                  </a:lnTo>
                  <a:lnTo>
                    <a:pt x="983195" y="0"/>
                  </a:lnTo>
                  <a:close/>
                </a:path>
              </a:pathLst>
            </a:custGeom>
            <a:solidFill>
              <a:srgbClr val="13299F"/>
            </a:solidFill>
          </p:spPr>
          <p:txBody>
            <a:bodyPr wrap="square" lIns="0" tIns="0" rIns="0" bIns="0" rtlCol="0"/>
            <a:lstStyle/>
            <a:p>
              <a:endParaRPr/>
            </a:p>
          </p:txBody>
        </p:sp>
        <p:sp>
          <p:nvSpPr>
            <p:cNvPr id="19" name="object 19"/>
            <p:cNvSpPr/>
            <p:nvPr/>
          </p:nvSpPr>
          <p:spPr>
            <a:xfrm>
              <a:off x="3791966" y="4780787"/>
              <a:ext cx="114300" cy="655320"/>
            </a:xfrm>
            <a:custGeom>
              <a:avLst/>
              <a:gdLst/>
              <a:ahLst/>
              <a:cxnLst/>
              <a:rect l="l" t="t" r="r" b="b"/>
              <a:pathLst>
                <a:path w="114300" h="655320">
                  <a:moveTo>
                    <a:pt x="114046" y="0"/>
                  </a:moveTo>
                  <a:lnTo>
                    <a:pt x="0" y="114045"/>
                  </a:lnTo>
                  <a:lnTo>
                    <a:pt x="0" y="655320"/>
                  </a:lnTo>
                  <a:lnTo>
                    <a:pt x="114046" y="541274"/>
                  </a:lnTo>
                  <a:lnTo>
                    <a:pt x="114046" y="0"/>
                  </a:lnTo>
                  <a:close/>
                </a:path>
              </a:pathLst>
            </a:custGeom>
            <a:solidFill>
              <a:srgbClr val="0F2081"/>
            </a:solidFill>
          </p:spPr>
          <p:txBody>
            <a:bodyPr wrap="square" lIns="0" tIns="0" rIns="0" bIns="0" rtlCol="0"/>
            <a:lstStyle/>
            <a:p>
              <a:endParaRPr/>
            </a:p>
          </p:txBody>
        </p:sp>
        <p:sp>
          <p:nvSpPr>
            <p:cNvPr id="20" name="object 20"/>
            <p:cNvSpPr/>
            <p:nvPr/>
          </p:nvSpPr>
          <p:spPr>
            <a:xfrm>
              <a:off x="2808732" y="4780787"/>
              <a:ext cx="1097280" cy="114300"/>
            </a:xfrm>
            <a:custGeom>
              <a:avLst/>
              <a:gdLst/>
              <a:ahLst/>
              <a:cxnLst/>
              <a:rect l="l" t="t" r="r" b="b"/>
              <a:pathLst>
                <a:path w="1097279" h="114300">
                  <a:moveTo>
                    <a:pt x="1097280" y="0"/>
                  </a:moveTo>
                  <a:lnTo>
                    <a:pt x="114045" y="0"/>
                  </a:lnTo>
                  <a:lnTo>
                    <a:pt x="0" y="114045"/>
                  </a:lnTo>
                  <a:lnTo>
                    <a:pt x="983233" y="114045"/>
                  </a:lnTo>
                  <a:lnTo>
                    <a:pt x="1097280" y="0"/>
                  </a:lnTo>
                  <a:close/>
                </a:path>
              </a:pathLst>
            </a:custGeom>
            <a:solidFill>
              <a:srgbClr val="4252B3"/>
            </a:solidFill>
          </p:spPr>
          <p:txBody>
            <a:bodyPr wrap="square" lIns="0" tIns="0" rIns="0" bIns="0" rtlCol="0"/>
            <a:lstStyle/>
            <a:p>
              <a:endParaRPr/>
            </a:p>
          </p:txBody>
        </p:sp>
        <p:sp>
          <p:nvSpPr>
            <p:cNvPr id="21" name="object 21"/>
            <p:cNvSpPr/>
            <p:nvPr/>
          </p:nvSpPr>
          <p:spPr>
            <a:xfrm>
              <a:off x="2808732" y="4780787"/>
              <a:ext cx="1097280" cy="655320"/>
            </a:xfrm>
            <a:custGeom>
              <a:avLst/>
              <a:gdLst/>
              <a:ahLst/>
              <a:cxnLst/>
              <a:rect l="l" t="t" r="r" b="b"/>
              <a:pathLst>
                <a:path w="1097279" h="655320">
                  <a:moveTo>
                    <a:pt x="0" y="114045"/>
                  </a:moveTo>
                  <a:lnTo>
                    <a:pt x="114045" y="0"/>
                  </a:lnTo>
                  <a:lnTo>
                    <a:pt x="1097280" y="0"/>
                  </a:lnTo>
                  <a:lnTo>
                    <a:pt x="1097280" y="541274"/>
                  </a:lnTo>
                  <a:lnTo>
                    <a:pt x="983233" y="655320"/>
                  </a:lnTo>
                  <a:lnTo>
                    <a:pt x="0" y="655320"/>
                  </a:lnTo>
                  <a:lnTo>
                    <a:pt x="0" y="114045"/>
                  </a:lnTo>
                  <a:close/>
                </a:path>
                <a:path w="1097279" h="655320">
                  <a:moveTo>
                    <a:pt x="0" y="114045"/>
                  </a:moveTo>
                  <a:lnTo>
                    <a:pt x="983233" y="114045"/>
                  </a:lnTo>
                  <a:lnTo>
                    <a:pt x="1097280" y="0"/>
                  </a:lnTo>
                </a:path>
                <a:path w="1097279" h="655320">
                  <a:moveTo>
                    <a:pt x="983233" y="114045"/>
                  </a:moveTo>
                  <a:lnTo>
                    <a:pt x="983233" y="655320"/>
                  </a:lnTo>
                </a:path>
              </a:pathLst>
            </a:custGeom>
            <a:ln w="12192">
              <a:solidFill>
                <a:srgbClr val="2E528F"/>
              </a:solidFill>
            </a:ln>
          </p:spPr>
          <p:txBody>
            <a:bodyPr wrap="square" lIns="0" tIns="0" rIns="0" bIns="0" rtlCol="0"/>
            <a:lstStyle/>
            <a:p>
              <a:endParaRPr/>
            </a:p>
          </p:txBody>
        </p:sp>
      </p:grpSp>
      <p:sp>
        <p:nvSpPr>
          <p:cNvPr id="22" name="object 22"/>
          <p:cNvSpPr txBox="1"/>
          <p:nvPr/>
        </p:nvSpPr>
        <p:spPr>
          <a:xfrm>
            <a:off x="2808732" y="5049773"/>
            <a:ext cx="977265" cy="208279"/>
          </a:xfrm>
          <a:prstGeom prst="rect">
            <a:avLst/>
          </a:prstGeom>
        </p:spPr>
        <p:txBody>
          <a:bodyPr vert="horz" wrap="square" lIns="0" tIns="12700" rIns="0" bIns="0" rtlCol="0">
            <a:spAutoFit/>
          </a:bodyPr>
          <a:lstStyle/>
          <a:p>
            <a:pPr marL="224154">
              <a:lnSpc>
                <a:spcPct val="100000"/>
              </a:lnSpc>
              <a:spcBef>
                <a:spcPts val="100"/>
              </a:spcBef>
            </a:pPr>
            <a:r>
              <a:rPr sz="1200" b="1" spc="-210" dirty="0">
                <a:solidFill>
                  <a:srgbClr val="FFFFFF"/>
                </a:solidFill>
                <a:latin typeface="Tahoma"/>
                <a:cs typeface="Tahoma"/>
              </a:rPr>
              <a:t>Generator</a:t>
            </a:r>
            <a:endParaRPr sz="1200">
              <a:latin typeface="Tahoma"/>
              <a:cs typeface="Tahoma"/>
            </a:endParaRPr>
          </a:p>
        </p:txBody>
      </p:sp>
      <p:grpSp>
        <p:nvGrpSpPr>
          <p:cNvPr id="23" name="object 23"/>
          <p:cNvGrpSpPr/>
          <p:nvPr/>
        </p:nvGrpSpPr>
        <p:grpSpPr>
          <a:xfrm>
            <a:off x="6110985" y="4768341"/>
            <a:ext cx="1109980" cy="674370"/>
            <a:chOff x="6110985" y="4768341"/>
            <a:chExt cx="1109980" cy="674370"/>
          </a:xfrm>
        </p:grpSpPr>
        <p:sp>
          <p:nvSpPr>
            <p:cNvPr id="24" name="object 24"/>
            <p:cNvSpPr/>
            <p:nvPr/>
          </p:nvSpPr>
          <p:spPr>
            <a:xfrm>
              <a:off x="6117335" y="4883556"/>
              <a:ext cx="988694" cy="553085"/>
            </a:xfrm>
            <a:custGeom>
              <a:avLst/>
              <a:gdLst/>
              <a:ahLst/>
              <a:cxnLst/>
              <a:rect l="l" t="t" r="r" b="b"/>
              <a:pathLst>
                <a:path w="988695" h="553085">
                  <a:moveTo>
                    <a:pt x="988415" y="0"/>
                  </a:moveTo>
                  <a:lnTo>
                    <a:pt x="0" y="0"/>
                  </a:lnTo>
                  <a:lnTo>
                    <a:pt x="0" y="552551"/>
                  </a:lnTo>
                  <a:lnTo>
                    <a:pt x="988415" y="552551"/>
                  </a:lnTo>
                  <a:lnTo>
                    <a:pt x="988415" y="0"/>
                  </a:lnTo>
                  <a:close/>
                </a:path>
              </a:pathLst>
            </a:custGeom>
            <a:solidFill>
              <a:srgbClr val="C55A11"/>
            </a:solidFill>
          </p:spPr>
          <p:txBody>
            <a:bodyPr wrap="square" lIns="0" tIns="0" rIns="0" bIns="0" rtlCol="0"/>
            <a:lstStyle/>
            <a:p>
              <a:endParaRPr/>
            </a:p>
          </p:txBody>
        </p:sp>
        <p:sp>
          <p:nvSpPr>
            <p:cNvPr id="25" name="object 25"/>
            <p:cNvSpPr/>
            <p:nvPr/>
          </p:nvSpPr>
          <p:spPr>
            <a:xfrm>
              <a:off x="7105776" y="4774691"/>
              <a:ext cx="109220" cy="661670"/>
            </a:xfrm>
            <a:custGeom>
              <a:avLst/>
              <a:gdLst/>
              <a:ahLst/>
              <a:cxnLst/>
              <a:rect l="l" t="t" r="r" b="b"/>
              <a:pathLst>
                <a:path w="109220" h="661670">
                  <a:moveTo>
                    <a:pt x="108839" y="0"/>
                  </a:moveTo>
                  <a:lnTo>
                    <a:pt x="0" y="108838"/>
                  </a:lnTo>
                  <a:lnTo>
                    <a:pt x="0" y="661415"/>
                  </a:lnTo>
                  <a:lnTo>
                    <a:pt x="108839" y="552576"/>
                  </a:lnTo>
                  <a:lnTo>
                    <a:pt x="108839" y="0"/>
                  </a:lnTo>
                  <a:close/>
                </a:path>
              </a:pathLst>
            </a:custGeom>
            <a:solidFill>
              <a:srgbClr val="9E470D"/>
            </a:solidFill>
          </p:spPr>
          <p:txBody>
            <a:bodyPr wrap="square" lIns="0" tIns="0" rIns="0" bIns="0" rtlCol="0"/>
            <a:lstStyle/>
            <a:p>
              <a:endParaRPr/>
            </a:p>
          </p:txBody>
        </p:sp>
        <p:sp>
          <p:nvSpPr>
            <p:cNvPr id="26" name="object 26"/>
            <p:cNvSpPr/>
            <p:nvPr/>
          </p:nvSpPr>
          <p:spPr>
            <a:xfrm>
              <a:off x="6117335" y="4774691"/>
              <a:ext cx="1097280" cy="109220"/>
            </a:xfrm>
            <a:custGeom>
              <a:avLst/>
              <a:gdLst/>
              <a:ahLst/>
              <a:cxnLst/>
              <a:rect l="l" t="t" r="r" b="b"/>
              <a:pathLst>
                <a:path w="1097279" h="109220">
                  <a:moveTo>
                    <a:pt x="1097280" y="0"/>
                  </a:moveTo>
                  <a:lnTo>
                    <a:pt x="108838" y="0"/>
                  </a:lnTo>
                  <a:lnTo>
                    <a:pt x="0" y="108838"/>
                  </a:lnTo>
                  <a:lnTo>
                    <a:pt x="988440" y="108838"/>
                  </a:lnTo>
                  <a:lnTo>
                    <a:pt x="1097280" y="0"/>
                  </a:lnTo>
                  <a:close/>
                </a:path>
              </a:pathLst>
            </a:custGeom>
            <a:solidFill>
              <a:srgbClr val="D07940"/>
            </a:solidFill>
          </p:spPr>
          <p:txBody>
            <a:bodyPr wrap="square" lIns="0" tIns="0" rIns="0" bIns="0" rtlCol="0"/>
            <a:lstStyle/>
            <a:p>
              <a:endParaRPr/>
            </a:p>
          </p:txBody>
        </p:sp>
        <p:sp>
          <p:nvSpPr>
            <p:cNvPr id="27" name="object 27"/>
            <p:cNvSpPr/>
            <p:nvPr/>
          </p:nvSpPr>
          <p:spPr>
            <a:xfrm>
              <a:off x="6117335" y="4774691"/>
              <a:ext cx="1097280" cy="661670"/>
            </a:xfrm>
            <a:custGeom>
              <a:avLst/>
              <a:gdLst/>
              <a:ahLst/>
              <a:cxnLst/>
              <a:rect l="l" t="t" r="r" b="b"/>
              <a:pathLst>
                <a:path w="1097279" h="661670">
                  <a:moveTo>
                    <a:pt x="0" y="108838"/>
                  </a:moveTo>
                  <a:lnTo>
                    <a:pt x="108838" y="0"/>
                  </a:lnTo>
                  <a:lnTo>
                    <a:pt x="1097280" y="0"/>
                  </a:lnTo>
                  <a:lnTo>
                    <a:pt x="1097280" y="552576"/>
                  </a:lnTo>
                  <a:lnTo>
                    <a:pt x="988440" y="661415"/>
                  </a:lnTo>
                  <a:lnTo>
                    <a:pt x="0" y="661415"/>
                  </a:lnTo>
                  <a:lnTo>
                    <a:pt x="0" y="108838"/>
                  </a:lnTo>
                  <a:close/>
                </a:path>
                <a:path w="1097279" h="661670">
                  <a:moveTo>
                    <a:pt x="0" y="108838"/>
                  </a:moveTo>
                  <a:lnTo>
                    <a:pt x="988440" y="108838"/>
                  </a:lnTo>
                  <a:lnTo>
                    <a:pt x="1097280" y="0"/>
                  </a:lnTo>
                </a:path>
                <a:path w="1097279" h="661670">
                  <a:moveTo>
                    <a:pt x="988440" y="108838"/>
                  </a:moveTo>
                  <a:lnTo>
                    <a:pt x="988440" y="661415"/>
                  </a:lnTo>
                </a:path>
              </a:pathLst>
            </a:custGeom>
            <a:ln w="12192">
              <a:solidFill>
                <a:srgbClr val="843B0C"/>
              </a:solidFill>
            </a:ln>
          </p:spPr>
          <p:txBody>
            <a:bodyPr wrap="square" lIns="0" tIns="0" rIns="0" bIns="0" rtlCol="0"/>
            <a:lstStyle/>
            <a:p>
              <a:endParaRPr/>
            </a:p>
          </p:txBody>
        </p:sp>
      </p:grpSp>
      <p:sp>
        <p:nvSpPr>
          <p:cNvPr id="28" name="object 28"/>
          <p:cNvSpPr txBox="1"/>
          <p:nvPr/>
        </p:nvSpPr>
        <p:spPr>
          <a:xfrm>
            <a:off x="6117335" y="5042661"/>
            <a:ext cx="982344" cy="208279"/>
          </a:xfrm>
          <a:prstGeom prst="rect">
            <a:avLst/>
          </a:prstGeom>
        </p:spPr>
        <p:txBody>
          <a:bodyPr vert="horz" wrap="square" lIns="0" tIns="12700" rIns="0" bIns="0" rtlCol="0">
            <a:spAutoFit/>
          </a:bodyPr>
          <a:lstStyle/>
          <a:p>
            <a:pPr marL="128905">
              <a:lnSpc>
                <a:spcPct val="100000"/>
              </a:lnSpc>
              <a:spcBef>
                <a:spcPts val="100"/>
              </a:spcBef>
            </a:pPr>
            <a:r>
              <a:rPr sz="1200" b="1" spc="-195" dirty="0">
                <a:solidFill>
                  <a:srgbClr val="FFFFFF"/>
                </a:solidFill>
                <a:latin typeface="Tahoma"/>
                <a:cs typeface="Tahoma"/>
              </a:rPr>
              <a:t>Discriminator</a:t>
            </a:r>
            <a:endParaRPr sz="1200">
              <a:latin typeface="Tahoma"/>
              <a:cs typeface="Tahoma"/>
            </a:endParaRPr>
          </a:p>
        </p:txBody>
      </p:sp>
      <p:sp>
        <p:nvSpPr>
          <p:cNvPr id="29" name="object 29"/>
          <p:cNvSpPr txBox="1"/>
          <p:nvPr/>
        </p:nvSpPr>
        <p:spPr>
          <a:xfrm>
            <a:off x="2142489" y="5630671"/>
            <a:ext cx="5715000" cy="530225"/>
          </a:xfrm>
          <a:prstGeom prst="rect">
            <a:avLst/>
          </a:prstGeom>
        </p:spPr>
        <p:txBody>
          <a:bodyPr vert="horz" wrap="square" lIns="0" tIns="12700" rIns="0" bIns="0" rtlCol="0">
            <a:spAutoFit/>
          </a:bodyPr>
          <a:lstStyle/>
          <a:p>
            <a:pPr marL="3546475">
              <a:lnSpc>
                <a:spcPct val="100000"/>
              </a:lnSpc>
              <a:spcBef>
                <a:spcPts val="100"/>
              </a:spcBef>
              <a:tabLst>
                <a:tab pos="4605020" algn="l"/>
              </a:tabLst>
            </a:pPr>
            <a:r>
              <a:rPr sz="1200" spc="-204" dirty="0">
                <a:latin typeface="Trebuchet MS"/>
                <a:cs typeface="Trebuchet MS"/>
              </a:rPr>
              <a:t>R</a:t>
            </a:r>
            <a:r>
              <a:rPr sz="1200" spc="-185" dirty="0">
                <a:latin typeface="Trebuchet MS"/>
                <a:cs typeface="Trebuchet MS"/>
              </a:rPr>
              <a:t>ea</a:t>
            </a:r>
            <a:r>
              <a:rPr sz="1200" spc="-140" dirty="0">
                <a:latin typeface="Trebuchet MS"/>
                <a:cs typeface="Trebuchet MS"/>
              </a:rPr>
              <a:t>l</a:t>
            </a:r>
            <a:r>
              <a:rPr sz="1200" spc="-145" dirty="0">
                <a:latin typeface="Trebuchet MS"/>
                <a:cs typeface="Trebuchet MS"/>
              </a:rPr>
              <a:t> </a:t>
            </a:r>
            <a:r>
              <a:rPr sz="1200" spc="-295" dirty="0">
                <a:latin typeface="Trebuchet MS"/>
                <a:cs typeface="Trebuchet MS"/>
              </a:rPr>
              <a:t>m</a:t>
            </a:r>
            <a:r>
              <a:rPr sz="1200" spc="-200" dirty="0">
                <a:latin typeface="Trebuchet MS"/>
                <a:cs typeface="Trebuchet MS"/>
              </a:rPr>
              <a:t>on</a:t>
            </a:r>
            <a:r>
              <a:rPr sz="1200" spc="-204" dirty="0">
                <a:latin typeface="Trebuchet MS"/>
                <a:cs typeface="Trebuchet MS"/>
              </a:rPr>
              <a:t>e</a:t>
            </a:r>
            <a:r>
              <a:rPr sz="1200" spc="-100" dirty="0">
                <a:latin typeface="Trebuchet MS"/>
                <a:cs typeface="Trebuchet MS"/>
              </a:rPr>
              <a:t>y</a:t>
            </a:r>
            <a:r>
              <a:rPr sz="1200" spc="-70" dirty="0">
                <a:latin typeface="Trebuchet MS"/>
                <a:cs typeface="Trebuchet MS"/>
              </a:rPr>
              <a:t>?</a:t>
            </a:r>
            <a:r>
              <a:rPr sz="1200" dirty="0">
                <a:latin typeface="Trebuchet MS"/>
                <a:cs typeface="Trebuchet MS"/>
              </a:rPr>
              <a:t>	</a:t>
            </a:r>
            <a:r>
              <a:rPr sz="1800" spc="-307" baseline="2314" dirty="0">
                <a:latin typeface="Trebuchet MS"/>
                <a:cs typeface="Trebuchet MS"/>
              </a:rPr>
              <a:t>F</a:t>
            </a:r>
            <a:r>
              <a:rPr sz="1800" spc="-300" baseline="2314" dirty="0">
                <a:latin typeface="Trebuchet MS"/>
                <a:cs typeface="Trebuchet MS"/>
              </a:rPr>
              <a:t>a</a:t>
            </a:r>
            <a:r>
              <a:rPr sz="1800" spc="-337" baseline="2314" dirty="0">
                <a:latin typeface="Trebuchet MS"/>
                <a:cs typeface="Trebuchet MS"/>
              </a:rPr>
              <a:t>k</a:t>
            </a:r>
            <a:r>
              <a:rPr sz="1800" spc="-315" baseline="2314" dirty="0">
                <a:latin typeface="Trebuchet MS"/>
                <a:cs typeface="Trebuchet MS"/>
              </a:rPr>
              <a:t>e</a:t>
            </a:r>
            <a:r>
              <a:rPr sz="1800" spc="-179" baseline="2314" dirty="0">
                <a:latin typeface="Trebuchet MS"/>
                <a:cs typeface="Trebuchet MS"/>
              </a:rPr>
              <a:t> </a:t>
            </a:r>
            <a:r>
              <a:rPr sz="1800" spc="-442" baseline="2314" dirty="0">
                <a:latin typeface="Trebuchet MS"/>
                <a:cs typeface="Trebuchet MS"/>
              </a:rPr>
              <a:t>m</a:t>
            </a:r>
            <a:r>
              <a:rPr sz="1800" spc="-300" baseline="2314" dirty="0">
                <a:latin typeface="Trebuchet MS"/>
                <a:cs typeface="Trebuchet MS"/>
              </a:rPr>
              <a:t>on</a:t>
            </a:r>
            <a:r>
              <a:rPr sz="1800" spc="-307" baseline="2314" dirty="0">
                <a:latin typeface="Trebuchet MS"/>
                <a:cs typeface="Trebuchet MS"/>
              </a:rPr>
              <a:t>e</a:t>
            </a:r>
            <a:r>
              <a:rPr sz="1800" spc="-127" baseline="2314" dirty="0">
                <a:latin typeface="Trebuchet MS"/>
                <a:cs typeface="Trebuchet MS"/>
              </a:rPr>
              <a:t>y?</a:t>
            </a:r>
            <a:endParaRPr sz="1800" baseline="2314">
              <a:latin typeface="Trebuchet MS"/>
              <a:cs typeface="Trebuchet MS"/>
            </a:endParaRPr>
          </a:p>
          <a:p>
            <a:pPr>
              <a:lnSpc>
                <a:spcPct val="100000"/>
              </a:lnSpc>
              <a:spcBef>
                <a:spcPts val="1090"/>
              </a:spcBef>
            </a:pPr>
            <a:r>
              <a:rPr sz="1200" spc="-245" dirty="0">
                <a:latin typeface="Trebuchet MS"/>
                <a:cs typeface="Trebuchet MS"/>
              </a:rPr>
              <a:t>The</a:t>
            </a:r>
            <a:r>
              <a:rPr sz="1200" spc="-195" dirty="0">
                <a:latin typeface="Trebuchet MS"/>
                <a:cs typeface="Trebuchet MS"/>
              </a:rPr>
              <a:t> </a:t>
            </a:r>
            <a:r>
              <a:rPr sz="1200" spc="-180" dirty="0">
                <a:latin typeface="Trebuchet MS"/>
                <a:cs typeface="Trebuchet MS"/>
              </a:rPr>
              <a:t>Generator</a:t>
            </a:r>
            <a:r>
              <a:rPr sz="1200" spc="-135" dirty="0">
                <a:latin typeface="Trebuchet MS"/>
                <a:cs typeface="Trebuchet MS"/>
              </a:rPr>
              <a:t> </a:t>
            </a:r>
            <a:r>
              <a:rPr sz="1200" spc="-170" dirty="0">
                <a:latin typeface="Trebuchet MS"/>
                <a:cs typeface="Trebuchet MS"/>
              </a:rPr>
              <a:t>should</a:t>
            </a:r>
            <a:r>
              <a:rPr sz="1200" spc="-150" dirty="0">
                <a:latin typeface="Trebuchet MS"/>
                <a:cs typeface="Trebuchet MS"/>
              </a:rPr>
              <a:t> </a:t>
            </a:r>
            <a:r>
              <a:rPr sz="1200" spc="-229" dirty="0">
                <a:latin typeface="Trebuchet MS"/>
                <a:cs typeface="Trebuchet MS"/>
              </a:rPr>
              <a:t>make</a:t>
            </a:r>
            <a:r>
              <a:rPr sz="1200" spc="-125" dirty="0">
                <a:latin typeface="Trebuchet MS"/>
                <a:cs typeface="Trebuchet MS"/>
              </a:rPr>
              <a:t> </a:t>
            </a:r>
            <a:r>
              <a:rPr sz="1200" spc="-195" dirty="0">
                <a:latin typeface="Trebuchet MS"/>
                <a:cs typeface="Trebuchet MS"/>
              </a:rPr>
              <a:t>the</a:t>
            </a:r>
            <a:r>
              <a:rPr sz="1200" spc="-135" dirty="0">
                <a:latin typeface="Trebuchet MS"/>
                <a:cs typeface="Trebuchet MS"/>
              </a:rPr>
              <a:t> </a:t>
            </a:r>
            <a:r>
              <a:rPr sz="1200" spc="-190" dirty="0">
                <a:latin typeface="Trebuchet MS"/>
                <a:cs typeface="Trebuchet MS"/>
              </a:rPr>
              <a:t>fake</a:t>
            </a:r>
            <a:r>
              <a:rPr sz="1200" spc="-125" dirty="0">
                <a:latin typeface="Trebuchet MS"/>
                <a:cs typeface="Trebuchet MS"/>
              </a:rPr>
              <a:t> </a:t>
            </a:r>
            <a:r>
              <a:rPr sz="1200" spc="-215" dirty="0">
                <a:latin typeface="Trebuchet MS"/>
                <a:cs typeface="Trebuchet MS"/>
              </a:rPr>
              <a:t>money</a:t>
            </a:r>
            <a:r>
              <a:rPr sz="1200" spc="-150" dirty="0">
                <a:latin typeface="Trebuchet MS"/>
                <a:cs typeface="Trebuchet MS"/>
              </a:rPr>
              <a:t> </a:t>
            </a:r>
            <a:r>
              <a:rPr sz="1200" spc="-120" dirty="0">
                <a:latin typeface="Trebuchet MS"/>
                <a:cs typeface="Trebuchet MS"/>
              </a:rPr>
              <a:t>as</a:t>
            </a:r>
            <a:r>
              <a:rPr sz="1200" spc="-130" dirty="0">
                <a:latin typeface="Trebuchet MS"/>
                <a:cs typeface="Trebuchet MS"/>
              </a:rPr>
              <a:t> </a:t>
            </a:r>
            <a:r>
              <a:rPr sz="1200" spc="-150" dirty="0">
                <a:latin typeface="Trebuchet MS"/>
                <a:cs typeface="Trebuchet MS"/>
              </a:rPr>
              <a:t>real</a:t>
            </a:r>
            <a:r>
              <a:rPr sz="1200" spc="-155" dirty="0">
                <a:latin typeface="Trebuchet MS"/>
                <a:cs typeface="Trebuchet MS"/>
              </a:rPr>
              <a:t> </a:t>
            </a:r>
            <a:r>
              <a:rPr sz="1200" spc="-120" dirty="0">
                <a:latin typeface="Trebuchet MS"/>
                <a:cs typeface="Trebuchet MS"/>
              </a:rPr>
              <a:t>as</a:t>
            </a:r>
            <a:r>
              <a:rPr sz="1200" spc="-125" dirty="0">
                <a:latin typeface="Trebuchet MS"/>
                <a:cs typeface="Trebuchet MS"/>
              </a:rPr>
              <a:t> </a:t>
            </a:r>
            <a:r>
              <a:rPr sz="1200" spc="-155" dirty="0">
                <a:latin typeface="Trebuchet MS"/>
                <a:cs typeface="Trebuchet MS"/>
              </a:rPr>
              <a:t>possible</a:t>
            </a:r>
            <a:r>
              <a:rPr sz="1200" spc="-150" dirty="0">
                <a:latin typeface="Trebuchet MS"/>
                <a:cs typeface="Trebuchet MS"/>
              </a:rPr>
              <a:t> </a:t>
            </a:r>
            <a:r>
              <a:rPr sz="1200" spc="-114" dirty="0">
                <a:latin typeface="Trebuchet MS"/>
                <a:cs typeface="Trebuchet MS"/>
              </a:rPr>
              <a:t>so</a:t>
            </a:r>
            <a:r>
              <a:rPr sz="1200" spc="-155" dirty="0">
                <a:latin typeface="Trebuchet MS"/>
                <a:cs typeface="Trebuchet MS"/>
              </a:rPr>
              <a:t> </a:t>
            </a:r>
            <a:r>
              <a:rPr sz="1200" spc="-180" dirty="0">
                <a:latin typeface="Trebuchet MS"/>
                <a:cs typeface="Trebuchet MS"/>
              </a:rPr>
              <a:t>that</a:t>
            </a:r>
            <a:r>
              <a:rPr sz="1200" spc="-150" dirty="0">
                <a:latin typeface="Trebuchet MS"/>
                <a:cs typeface="Trebuchet MS"/>
              </a:rPr>
              <a:t> </a:t>
            </a:r>
            <a:r>
              <a:rPr sz="1200" spc="-195" dirty="0">
                <a:latin typeface="Trebuchet MS"/>
                <a:cs typeface="Trebuchet MS"/>
              </a:rPr>
              <a:t>the</a:t>
            </a:r>
            <a:r>
              <a:rPr sz="1200" spc="-145" dirty="0">
                <a:latin typeface="Trebuchet MS"/>
                <a:cs typeface="Trebuchet MS"/>
              </a:rPr>
              <a:t> </a:t>
            </a:r>
            <a:r>
              <a:rPr sz="1200" spc="-155" dirty="0">
                <a:latin typeface="Trebuchet MS"/>
                <a:cs typeface="Trebuchet MS"/>
              </a:rPr>
              <a:t>Discriminator</a:t>
            </a:r>
            <a:r>
              <a:rPr sz="1200" spc="-145" dirty="0">
                <a:latin typeface="Trebuchet MS"/>
                <a:cs typeface="Trebuchet MS"/>
              </a:rPr>
              <a:t> </a:t>
            </a:r>
            <a:r>
              <a:rPr sz="1200" spc="-185" dirty="0">
                <a:latin typeface="Trebuchet MS"/>
                <a:cs typeface="Trebuchet MS"/>
              </a:rPr>
              <a:t>cannot</a:t>
            </a:r>
            <a:r>
              <a:rPr sz="1200" spc="-160" dirty="0">
                <a:latin typeface="Trebuchet MS"/>
                <a:cs typeface="Trebuchet MS"/>
              </a:rPr>
              <a:t> </a:t>
            </a:r>
            <a:r>
              <a:rPr sz="1200" spc="-185" dirty="0">
                <a:latin typeface="Trebuchet MS"/>
                <a:cs typeface="Trebuchet MS"/>
              </a:rPr>
              <a:t>detect</a:t>
            </a:r>
            <a:r>
              <a:rPr sz="1200" spc="-160" dirty="0">
                <a:latin typeface="Trebuchet MS"/>
                <a:cs typeface="Trebuchet MS"/>
              </a:rPr>
              <a:t> </a:t>
            </a:r>
            <a:r>
              <a:rPr sz="1200" spc="-195" dirty="0">
                <a:latin typeface="Trebuchet MS"/>
                <a:cs typeface="Trebuchet MS"/>
              </a:rPr>
              <a:t>the</a:t>
            </a:r>
            <a:r>
              <a:rPr sz="1200" spc="-145" dirty="0">
                <a:latin typeface="Trebuchet MS"/>
                <a:cs typeface="Trebuchet MS"/>
              </a:rPr>
              <a:t> </a:t>
            </a:r>
            <a:r>
              <a:rPr sz="1200" spc="-190" dirty="0">
                <a:latin typeface="Trebuchet MS"/>
                <a:cs typeface="Trebuchet MS"/>
              </a:rPr>
              <a:t>fake</a:t>
            </a:r>
            <a:r>
              <a:rPr sz="1200" spc="-70" dirty="0">
                <a:latin typeface="Trebuchet MS"/>
                <a:cs typeface="Trebuchet MS"/>
              </a:rPr>
              <a:t> </a:t>
            </a:r>
            <a:r>
              <a:rPr sz="1200" spc="-215" dirty="0">
                <a:latin typeface="Trebuchet MS"/>
                <a:cs typeface="Trebuchet MS"/>
              </a:rPr>
              <a:t>money!</a:t>
            </a:r>
            <a:endParaRPr sz="1200">
              <a:latin typeface="Trebuchet MS"/>
              <a:cs typeface="Trebuchet MS"/>
            </a:endParaRPr>
          </a:p>
        </p:txBody>
      </p:sp>
      <p:sp>
        <p:nvSpPr>
          <p:cNvPr id="30" name="object 30"/>
          <p:cNvSpPr/>
          <p:nvPr/>
        </p:nvSpPr>
        <p:spPr>
          <a:xfrm>
            <a:off x="6317742" y="5424804"/>
            <a:ext cx="568960" cy="210185"/>
          </a:xfrm>
          <a:custGeom>
            <a:avLst/>
            <a:gdLst/>
            <a:ahLst/>
            <a:cxnLst/>
            <a:rect l="l" t="t" r="r" b="b"/>
            <a:pathLst>
              <a:path w="568959" h="210185">
                <a:moveTo>
                  <a:pt x="568452" y="208889"/>
                </a:moveTo>
                <a:lnTo>
                  <a:pt x="552437" y="178447"/>
                </a:lnTo>
                <a:lnTo>
                  <a:pt x="523240" y="122936"/>
                </a:lnTo>
                <a:lnTo>
                  <a:pt x="506298" y="146532"/>
                </a:lnTo>
                <a:lnTo>
                  <a:pt x="302514" y="254"/>
                </a:lnTo>
                <a:lnTo>
                  <a:pt x="294411" y="11658"/>
                </a:lnTo>
                <a:lnTo>
                  <a:pt x="286639" y="0"/>
                </a:lnTo>
                <a:lnTo>
                  <a:pt x="63944" y="149669"/>
                </a:lnTo>
                <a:lnTo>
                  <a:pt x="47879" y="125730"/>
                </a:lnTo>
                <a:lnTo>
                  <a:pt x="0" y="210185"/>
                </a:lnTo>
                <a:lnTo>
                  <a:pt x="96266" y="197764"/>
                </a:lnTo>
                <a:lnTo>
                  <a:pt x="85547" y="181813"/>
                </a:lnTo>
                <a:lnTo>
                  <a:pt x="80149" y="173786"/>
                </a:lnTo>
                <a:lnTo>
                  <a:pt x="294157" y="29921"/>
                </a:lnTo>
                <a:lnTo>
                  <a:pt x="489419" y="170053"/>
                </a:lnTo>
                <a:lnTo>
                  <a:pt x="472567" y="193535"/>
                </a:lnTo>
                <a:lnTo>
                  <a:pt x="568452" y="208889"/>
                </a:lnTo>
                <a:close/>
              </a:path>
            </a:pathLst>
          </a:custGeom>
          <a:solidFill>
            <a:srgbClr val="C73B2C"/>
          </a:solidFill>
        </p:spPr>
        <p:txBody>
          <a:bodyPr wrap="square" lIns="0" tIns="0" rIns="0" bIns="0" rtlCol="0"/>
          <a:lstStyle/>
          <a:p>
            <a:endParaRPr/>
          </a:p>
        </p:txBody>
      </p:sp>
      <p:grpSp>
        <p:nvGrpSpPr>
          <p:cNvPr id="31" name="object 31"/>
          <p:cNvGrpSpPr/>
          <p:nvPr/>
        </p:nvGrpSpPr>
        <p:grpSpPr>
          <a:xfrm>
            <a:off x="710183" y="1802892"/>
            <a:ext cx="7398384" cy="709930"/>
            <a:chOff x="710183" y="1802892"/>
            <a:chExt cx="7398384" cy="709930"/>
          </a:xfrm>
        </p:grpSpPr>
        <p:pic>
          <p:nvPicPr>
            <p:cNvPr id="32" name="object 32"/>
            <p:cNvPicPr/>
            <p:nvPr/>
          </p:nvPicPr>
          <p:blipFill>
            <a:blip r:embed="rId9" cstate="print"/>
            <a:stretch>
              <a:fillRect/>
            </a:stretch>
          </p:blipFill>
          <p:spPr>
            <a:xfrm>
              <a:off x="710183" y="1802892"/>
              <a:ext cx="7398258" cy="709422"/>
            </a:xfrm>
            <a:prstGeom prst="rect">
              <a:avLst/>
            </a:prstGeom>
          </p:spPr>
        </p:pic>
        <p:pic>
          <p:nvPicPr>
            <p:cNvPr id="33" name="object 33"/>
            <p:cNvPicPr/>
            <p:nvPr/>
          </p:nvPicPr>
          <p:blipFill>
            <a:blip r:embed="rId10" cstate="print"/>
            <a:stretch>
              <a:fillRect/>
            </a:stretch>
          </p:blipFill>
          <p:spPr>
            <a:xfrm>
              <a:off x="3215639" y="2218944"/>
              <a:ext cx="163067" cy="181355"/>
            </a:xfrm>
            <a:prstGeom prst="rect">
              <a:avLst/>
            </a:prstGeom>
          </p:spPr>
        </p:pic>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6036"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6" name="object 6"/>
          <p:cNvPicPr/>
          <p:nvPr/>
        </p:nvPicPr>
        <p:blipFill>
          <a:blip r:embed="rId5" cstate="print"/>
          <a:stretch>
            <a:fillRect/>
          </a:stretch>
        </p:blipFill>
        <p:spPr>
          <a:xfrm>
            <a:off x="719327" y="1463039"/>
            <a:ext cx="1820418" cy="176022"/>
          </a:xfrm>
          <a:prstGeom prst="rect">
            <a:avLst/>
          </a:prstGeom>
        </p:spPr>
      </p:pic>
      <p:pic>
        <p:nvPicPr>
          <p:cNvPr id="7" name="object 7"/>
          <p:cNvPicPr/>
          <p:nvPr/>
        </p:nvPicPr>
        <p:blipFill>
          <a:blip r:embed="rId6" cstate="print"/>
          <a:stretch>
            <a:fillRect/>
          </a:stretch>
        </p:blipFill>
        <p:spPr>
          <a:xfrm>
            <a:off x="710183" y="1801367"/>
            <a:ext cx="6806946" cy="1533905"/>
          </a:xfrm>
          <a:prstGeom prst="rect">
            <a:avLst/>
          </a:prstGeom>
        </p:spPr>
      </p:pic>
      <p:sp>
        <p:nvSpPr>
          <p:cNvPr id="8" name="object 8"/>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9" name="object 9"/>
          <p:cNvSpPr txBox="1"/>
          <p:nvPr/>
        </p:nvSpPr>
        <p:spPr>
          <a:xfrm>
            <a:off x="8672830" y="463677"/>
            <a:ext cx="8083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grpSp>
        <p:nvGrpSpPr>
          <p:cNvPr id="10" name="object 10"/>
          <p:cNvGrpSpPr/>
          <p:nvPr/>
        </p:nvGrpSpPr>
        <p:grpSpPr>
          <a:xfrm>
            <a:off x="711708" y="3680459"/>
            <a:ext cx="8524240" cy="2571115"/>
            <a:chOff x="711708" y="3680459"/>
            <a:chExt cx="8524240" cy="2571115"/>
          </a:xfrm>
        </p:grpSpPr>
        <p:sp>
          <p:nvSpPr>
            <p:cNvPr id="11" name="object 11"/>
            <p:cNvSpPr/>
            <p:nvPr/>
          </p:nvSpPr>
          <p:spPr>
            <a:xfrm>
              <a:off x="711708" y="3680459"/>
              <a:ext cx="8524240" cy="2571115"/>
            </a:xfrm>
            <a:custGeom>
              <a:avLst/>
              <a:gdLst/>
              <a:ahLst/>
              <a:cxnLst/>
              <a:rect l="l" t="t" r="r" b="b"/>
              <a:pathLst>
                <a:path w="8524240" h="2571115">
                  <a:moveTo>
                    <a:pt x="8523732" y="0"/>
                  </a:moveTo>
                  <a:lnTo>
                    <a:pt x="0" y="0"/>
                  </a:lnTo>
                  <a:lnTo>
                    <a:pt x="0" y="2570988"/>
                  </a:lnTo>
                  <a:lnTo>
                    <a:pt x="8523732" y="2570988"/>
                  </a:lnTo>
                  <a:lnTo>
                    <a:pt x="8523732" y="0"/>
                  </a:lnTo>
                  <a:close/>
                </a:path>
              </a:pathLst>
            </a:custGeom>
            <a:solidFill>
              <a:srgbClr val="F1F1F1"/>
            </a:solidFill>
          </p:spPr>
          <p:txBody>
            <a:bodyPr wrap="square" lIns="0" tIns="0" rIns="0" bIns="0" rtlCol="0"/>
            <a:lstStyle/>
            <a:p>
              <a:endParaRPr/>
            </a:p>
          </p:txBody>
        </p:sp>
        <p:pic>
          <p:nvPicPr>
            <p:cNvPr id="12" name="object 12"/>
            <p:cNvPicPr/>
            <p:nvPr/>
          </p:nvPicPr>
          <p:blipFill>
            <a:blip r:embed="rId7" cstate="print"/>
            <a:stretch>
              <a:fillRect/>
            </a:stretch>
          </p:blipFill>
          <p:spPr>
            <a:xfrm>
              <a:off x="2392680" y="5004815"/>
              <a:ext cx="3528060" cy="103631"/>
            </a:xfrm>
            <a:prstGeom prst="rect">
              <a:avLst/>
            </a:prstGeom>
          </p:spPr>
        </p:pic>
        <p:pic>
          <p:nvPicPr>
            <p:cNvPr id="13" name="object 13"/>
            <p:cNvPicPr/>
            <p:nvPr/>
          </p:nvPicPr>
          <p:blipFill>
            <a:blip r:embed="rId8" cstate="print"/>
            <a:stretch>
              <a:fillRect/>
            </a:stretch>
          </p:blipFill>
          <p:spPr>
            <a:xfrm>
              <a:off x="1284731" y="3759707"/>
              <a:ext cx="7255764" cy="1591056"/>
            </a:xfrm>
            <a:prstGeom prst="rect">
              <a:avLst/>
            </a:prstGeom>
          </p:spPr>
        </p:pic>
      </p:grpSp>
      <p:sp>
        <p:nvSpPr>
          <p:cNvPr id="14" name="object 14"/>
          <p:cNvSpPr txBox="1"/>
          <p:nvPr/>
        </p:nvSpPr>
        <p:spPr>
          <a:xfrm>
            <a:off x="4492497" y="5389321"/>
            <a:ext cx="525780" cy="208915"/>
          </a:xfrm>
          <a:prstGeom prst="rect">
            <a:avLst/>
          </a:prstGeom>
        </p:spPr>
        <p:txBody>
          <a:bodyPr vert="horz" wrap="square" lIns="0" tIns="12700" rIns="0" bIns="0" rtlCol="0">
            <a:spAutoFit/>
          </a:bodyPr>
          <a:lstStyle/>
          <a:p>
            <a:pPr>
              <a:lnSpc>
                <a:spcPct val="100000"/>
              </a:lnSpc>
              <a:spcBef>
                <a:spcPts val="100"/>
              </a:spcBef>
            </a:pPr>
            <a:r>
              <a:rPr sz="1200" spc="-204" dirty="0">
                <a:latin typeface="Trebuchet MS"/>
                <a:cs typeface="Trebuchet MS"/>
              </a:rPr>
              <a:t>Fa</a:t>
            </a:r>
            <a:r>
              <a:rPr sz="1200" spc="-225" dirty="0">
                <a:latin typeface="Trebuchet MS"/>
                <a:cs typeface="Trebuchet MS"/>
              </a:rPr>
              <a:t>k</a:t>
            </a:r>
            <a:r>
              <a:rPr sz="1200" spc="-210" dirty="0">
                <a:latin typeface="Trebuchet MS"/>
                <a:cs typeface="Trebuchet MS"/>
              </a:rPr>
              <a:t>e</a:t>
            </a:r>
            <a:r>
              <a:rPr sz="1200" spc="-120" dirty="0">
                <a:latin typeface="Trebuchet MS"/>
                <a:cs typeface="Trebuchet MS"/>
              </a:rPr>
              <a:t> </a:t>
            </a:r>
            <a:r>
              <a:rPr sz="1200" spc="-204" dirty="0">
                <a:latin typeface="Trebuchet MS"/>
                <a:cs typeface="Trebuchet MS"/>
              </a:rPr>
              <a:t>no</a:t>
            </a:r>
            <a:r>
              <a:rPr sz="1200" spc="-150" dirty="0">
                <a:latin typeface="Trebuchet MS"/>
                <a:cs typeface="Trebuchet MS"/>
              </a:rPr>
              <a:t>t</a:t>
            </a:r>
            <a:r>
              <a:rPr sz="1200" spc="-215" dirty="0">
                <a:latin typeface="Trebuchet MS"/>
                <a:cs typeface="Trebuchet MS"/>
              </a:rPr>
              <a:t>e</a:t>
            </a:r>
            <a:r>
              <a:rPr sz="1200" spc="-55" dirty="0">
                <a:latin typeface="Trebuchet MS"/>
                <a:cs typeface="Trebuchet MS"/>
              </a:rPr>
              <a:t>s</a:t>
            </a:r>
            <a:endParaRPr sz="1200">
              <a:latin typeface="Trebuchet MS"/>
              <a:cs typeface="Trebuchet MS"/>
            </a:endParaRPr>
          </a:p>
        </p:txBody>
      </p:sp>
      <p:sp>
        <p:nvSpPr>
          <p:cNvPr id="15" name="object 15"/>
          <p:cNvSpPr txBox="1"/>
          <p:nvPr/>
        </p:nvSpPr>
        <p:spPr>
          <a:xfrm>
            <a:off x="1553210" y="5384038"/>
            <a:ext cx="278130" cy="208279"/>
          </a:xfrm>
          <a:prstGeom prst="rect">
            <a:avLst/>
          </a:prstGeom>
        </p:spPr>
        <p:txBody>
          <a:bodyPr vert="horz" wrap="square" lIns="0" tIns="12700" rIns="0" bIns="0" rtlCol="0">
            <a:spAutoFit/>
          </a:bodyPr>
          <a:lstStyle/>
          <a:p>
            <a:pPr>
              <a:lnSpc>
                <a:spcPct val="100000"/>
              </a:lnSpc>
              <a:spcBef>
                <a:spcPts val="100"/>
              </a:spcBef>
            </a:pPr>
            <a:r>
              <a:rPr sz="1200" spc="-235" dirty="0">
                <a:latin typeface="Trebuchet MS"/>
                <a:cs typeface="Trebuchet MS"/>
              </a:rPr>
              <a:t>N</a:t>
            </a:r>
            <a:r>
              <a:rPr sz="1200" spc="-210" dirty="0">
                <a:latin typeface="Trebuchet MS"/>
                <a:cs typeface="Trebuchet MS"/>
              </a:rPr>
              <a:t>o</a:t>
            </a:r>
            <a:r>
              <a:rPr sz="1200" spc="-125" dirty="0">
                <a:latin typeface="Trebuchet MS"/>
                <a:cs typeface="Trebuchet MS"/>
              </a:rPr>
              <a:t>i</a:t>
            </a:r>
            <a:r>
              <a:rPr sz="1200" spc="-50" dirty="0">
                <a:latin typeface="Trebuchet MS"/>
                <a:cs typeface="Trebuchet MS"/>
              </a:rPr>
              <a:t>s</a:t>
            </a:r>
            <a:r>
              <a:rPr sz="1200" spc="-210" dirty="0">
                <a:latin typeface="Trebuchet MS"/>
                <a:cs typeface="Trebuchet MS"/>
              </a:rPr>
              <a:t>e</a:t>
            </a:r>
            <a:endParaRPr sz="1200">
              <a:latin typeface="Trebuchet MS"/>
              <a:cs typeface="Trebuchet MS"/>
            </a:endParaRPr>
          </a:p>
        </p:txBody>
      </p:sp>
      <p:sp>
        <p:nvSpPr>
          <p:cNvPr id="16" name="object 16"/>
          <p:cNvSpPr txBox="1"/>
          <p:nvPr/>
        </p:nvSpPr>
        <p:spPr>
          <a:xfrm>
            <a:off x="7527925" y="4364863"/>
            <a:ext cx="874394" cy="208279"/>
          </a:xfrm>
          <a:prstGeom prst="rect">
            <a:avLst/>
          </a:prstGeom>
        </p:spPr>
        <p:txBody>
          <a:bodyPr vert="horz" wrap="square" lIns="0" tIns="12700" rIns="0" bIns="0" rtlCol="0">
            <a:spAutoFit/>
          </a:bodyPr>
          <a:lstStyle/>
          <a:p>
            <a:pPr>
              <a:lnSpc>
                <a:spcPct val="100000"/>
              </a:lnSpc>
              <a:spcBef>
                <a:spcPts val="100"/>
              </a:spcBef>
            </a:pPr>
            <a:r>
              <a:rPr sz="1200" spc="-220" dirty="0">
                <a:latin typeface="Trebuchet MS"/>
                <a:cs typeface="Trebuchet MS"/>
              </a:rPr>
              <a:t>D</a:t>
            </a:r>
            <a:r>
              <a:rPr sz="1200" spc="-185" dirty="0">
                <a:latin typeface="Trebuchet MS"/>
                <a:cs typeface="Trebuchet MS"/>
              </a:rPr>
              <a:t>a</a:t>
            </a:r>
            <a:r>
              <a:rPr sz="1200" spc="-170" dirty="0">
                <a:latin typeface="Trebuchet MS"/>
                <a:cs typeface="Trebuchet MS"/>
              </a:rPr>
              <a:t>t</a:t>
            </a:r>
            <a:r>
              <a:rPr sz="1200" spc="-185" dirty="0">
                <a:latin typeface="Trebuchet MS"/>
                <a:cs typeface="Trebuchet MS"/>
              </a:rPr>
              <a:t>a</a:t>
            </a:r>
            <a:r>
              <a:rPr sz="1200" spc="-130" dirty="0">
                <a:latin typeface="Trebuchet MS"/>
                <a:cs typeface="Trebuchet MS"/>
              </a:rPr>
              <a:t> </a:t>
            </a:r>
            <a:r>
              <a:rPr sz="1200" spc="-175" dirty="0">
                <a:latin typeface="Trebuchet MS"/>
                <a:cs typeface="Trebuchet MS"/>
              </a:rPr>
              <a:t>of</a:t>
            </a:r>
            <a:r>
              <a:rPr sz="1200" spc="-135" dirty="0">
                <a:latin typeface="Trebuchet MS"/>
                <a:cs typeface="Trebuchet MS"/>
              </a:rPr>
              <a:t> </a:t>
            </a:r>
            <a:r>
              <a:rPr sz="1200" spc="-65" dirty="0">
                <a:latin typeface="Trebuchet MS"/>
                <a:cs typeface="Trebuchet MS"/>
              </a:rPr>
              <a:t>r</a:t>
            </a:r>
            <a:r>
              <a:rPr sz="1200" spc="-204" dirty="0">
                <a:latin typeface="Trebuchet MS"/>
                <a:cs typeface="Trebuchet MS"/>
              </a:rPr>
              <a:t>e</a:t>
            </a:r>
            <a:r>
              <a:rPr sz="1200" spc="-185" dirty="0">
                <a:latin typeface="Trebuchet MS"/>
                <a:cs typeface="Trebuchet MS"/>
              </a:rPr>
              <a:t>a</a:t>
            </a:r>
            <a:r>
              <a:rPr sz="1200" spc="-140" dirty="0">
                <a:latin typeface="Trebuchet MS"/>
                <a:cs typeface="Trebuchet MS"/>
              </a:rPr>
              <a:t>l</a:t>
            </a:r>
            <a:r>
              <a:rPr sz="1200" spc="-145" dirty="0">
                <a:latin typeface="Trebuchet MS"/>
                <a:cs typeface="Trebuchet MS"/>
              </a:rPr>
              <a:t> </a:t>
            </a:r>
            <a:r>
              <a:rPr sz="1200" spc="-200" dirty="0">
                <a:latin typeface="Trebuchet MS"/>
                <a:cs typeface="Trebuchet MS"/>
              </a:rPr>
              <a:t>no</a:t>
            </a:r>
            <a:r>
              <a:rPr sz="1200" spc="-170" dirty="0">
                <a:latin typeface="Trebuchet MS"/>
                <a:cs typeface="Trebuchet MS"/>
              </a:rPr>
              <a:t>t</a:t>
            </a:r>
            <a:r>
              <a:rPr sz="1200" spc="-140" dirty="0">
                <a:latin typeface="Trebuchet MS"/>
                <a:cs typeface="Trebuchet MS"/>
              </a:rPr>
              <a:t>es</a:t>
            </a:r>
            <a:endParaRPr sz="1200">
              <a:latin typeface="Trebuchet MS"/>
              <a:cs typeface="Trebuchet MS"/>
            </a:endParaRPr>
          </a:p>
        </p:txBody>
      </p:sp>
      <p:grpSp>
        <p:nvGrpSpPr>
          <p:cNvPr id="17" name="object 17"/>
          <p:cNvGrpSpPr/>
          <p:nvPr/>
        </p:nvGrpSpPr>
        <p:grpSpPr>
          <a:xfrm>
            <a:off x="2683510" y="3898391"/>
            <a:ext cx="4927600" cy="1841500"/>
            <a:chOff x="2683510" y="3898391"/>
            <a:chExt cx="4927600" cy="1841500"/>
          </a:xfrm>
        </p:grpSpPr>
        <p:pic>
          <p:nvPicPr>
            <p:cNvPr id="18" name="object 18"/>
            <p:cNvPicPr/>
            <p:nvPr/>
          </p:nvPicPr>
          <p:blipFill>
            <a:blip r:embed="rId9" cstate="print"/>
            <a:stretch>
              <a:fillRect/>
            </a:stretch>
          </p:blipFill>
          <p:spPr>
            <a:xfrm>
              <a:off x="7027163" y="3898391"/>
              <a:ext cx="583692" cy="237744"/>
            </a:xfrm>
            <a:prstGeom prst="rect">
              <a:avLst/>
            </a:prstGeom>
          </p:spPr>
        </p:pic>
        <p:sp>
          <p:nvSpPr>
            <p:cNvPr id="19" name="object 19"/>
            <p:cNvSpPr/>
            <p:nvPr/>
          </p:nvSpPr>
          <p:spPr>
            <a:xfrm>
              <a:off x="2689860" y="5192051"/>
              <a:ext cx="984885" cy="541655"/>
            </a:xfrm>
            <a:custGeom>
              <a:avLst/>
              <a:gdLst/>
              <a:ahLst/>
              <a:cxnLst/>
              <a:rect l="l" t="t" r="r" b="b"/>
              <a:pathLst>
                <a:path w="984885" h="541654">
                  <a:moveTo>
                    <a:pt x="984719" y="0"/>
                  </a:moveTo>
                  <a:lnTo>
                    <a:pt x="0" y="0"/>
                  </a:lnTo>
                  <a:lnTo>
                    <a:pt x="0" y="541235"/>
                  </a:lnTo>
                  <a:lnTo>
                    <a:pt x="984719" y="541235"/>
                  </a:lnTo>
                  <a:lnTo>
                    <a:pt x="984719" y="0"/>
                  </a:lnTo>
                  <a:close/>
                </a:path>
              </a:pathLst>
            </a:custGeom>
            <a:solidFill>
              <a:srgbClr val="13299F"/>
            </a:solidFill>
          </p:spPr>
          <p:txBody>
            <a:bodyPr wrap="square" lIns="0" tIns="0" rIns="0" bIns="0" rtlCol="0"/>
            <a:lstStyle/>
            <a:p>
              <a:endParaRPr/>
            </a:p>
          </p:txBody>
        </p:sp>
        <p:sp>
          <p:nvSpPr>
            <p:cNvPr id="20" name="object 20"/>
            <p:cNvSpPr/>
            <p:nvPr/>
          </p:nvSpPr>
          <p:spPr>
            <a:xfrm>
              <a:off x="3674618" y="5077967"/>
              <a:ext cx="114300" cy="655320"/>
            </a:xfrm>
            <a:custGeom>
              <a:avLst/>
              <a:gdLst/>
              <a:ahLst/>
              <a:cxnLst/>
              <a:rect l="l" t="t" r="r" b="b"/>
              <a:pathLst>
                <a:path w="114300" h="655320">
                  <a:moveTo>
                    <a:pt x="114046" y="0"/>
                  </a:moveTo>
                  <a:lnTo>
                    <a:pt x="0" y="114045"/>
                  </a:lnTo>
                  <a:lnTo>
                    <a:pt x="0" y="655319"/>
                  </a:lnTo>
                  <a:lnTo>
                    <a:pt x="114046" y="541235"/>
                  </a:lnTo>
                  <a:lnTo>
                    <a:pt x="114046" y="0"/>
                  </a:lnTo>
                  <a:close/>
                </a:path>
              </a:pathLst>
            </a:custGeom>
            <a:solidFill>
              <a:srgbClr val="0F2081"/>
            </a:solidFill>
          </p:spPr>
          <p:txBody>
            <a:bodyPr wrap="square" lIns="0" tIns="0" rIns="0" bIns="0" rtlCol="0"/>
            <a:lstStyle/>
            <a:p>
              <a:endParaRPr/>
            </a:p>
          </p:txBody>
        </p:sp>
        <p:sp>
          <p:nvSpPr>
            <p:cNvPr id="21" name="object 21"/>
            <p:cNvSpPr/>
            <p:nvPr/>
          </p:nvSpPr>
          <p:spPr>
            <a:xfrm>
              <a:off x="2689860" y="5077967"/>
              <a:ext cx="1099185" cy="114300"/>
            </a:xfrm>
            <a:custGeom>
              <a:avLst/>
              <a:gdLst/>
              <a:ahLst/>
              <a:cxnLst/>
              <a:rect l="l" t="t" r="r" b="b"/>
              <a:pathLst>
                <a:path w="1099185" h="114300">
                  <a:moveTo>
                    <a:pt x="1098803" y="0"/>
                  </a:moveTo>
                  <a:lnTo>
                    <a:pt x="114045" y="0"/>
                  </a:lnTo>
                  <a:lnTo>
                    <a:pt x="0" y="114045"/>
                  </a:lnTo>
                  <a:lnTo>
                    <a:pt x="984757" y="114045"/>
                  </a:lnTo>
                  <a:lnTo>
                    <a:pt x="1098803" y="0"/>
                  </a:lnTo>
                  <a:close/>
                </a:path>
              </a:pathLst>
            </a:custGeom>
            <a:solidFill>
              <a:srgbClr val="4252B3"/>
            </a:solidFill>
          </p:spPr>
          <p:txBody>
            <a:bodyPr wrap="square" lIns="0" tIns="0" rIns="0" bIns="0" rtlCol="0"/>
            <a:lstStyle/>
            <a:p>
              <a:endParaRPr/>
            </a:p>
          </p:txBody>
        </p:sp>
        <p:sp>
          <p:nvSpPr>
            <p:cNvPr id="22" name="object 22"/>
            <p:cNvSpPr/>
            <p:nvPr/>
          </p:nvSpPr>
          <p:spPr>
            <a:xfrm>
              <a:off x="2689860" y="5077967"/>
              <a:ext cx="1099185" cy="655320"/>
            </a:xfrm>
            <a:custGeom>
              <a:avLst/>
              <a:gdLst/>
              <a:ahLst/>
              <a:cxnLst/>
              <a:rect l="l" t="t" r="r" b="b"/>
              <a:pathLst>
                <a:path w="1099185" h="655320">
                  <a:moveTo>
                    <a:pt x="0" y="114045"/>
                  </a:moveTo>
                  <a:lnTo>
                    <a:pt x="114045" y="0"/>
                  </a:lnTo>
                  <a:lnTo>
                    <a:pt x="1098803" y="0"/>
                  </a:lnTo>
                  <a:lnTo>
                    <a:pt x="1098803" y="541235"/>
                  </a:lnTo>
                  <a:lnTo>
                    <a:pt x="984757" y="655319"/>
                  </a:lnTo>
                  <a:lnTo>
                    <a:pt x="0" y="655319"/>
                  </a:lnTo>
                  <a:lnTo>
                    <a:pt x="0" y="114045"/>
                  </a:lnTo>
                  <a:close/>
                </a:path>
                <a:path w="1099185" h="655320">
                  <a:moveTo>
                    <a:pt x="0" y="114045"/>
                  </a:moveTo>
                  <a:lnTo>
                    <a:pt x="984757" y="114045"/>
                  </a:lnTo>
                  <a:lnTo>
                    <a:pt x="1098803" y="0"/>
                  </a:lnTo>
                </a:path>
                <a:path w="1099185" h="655320">
                  <a:moveTo>
                    <a:pt x="984757" y="114045"/>
                  </a:moveTo>
                  <a:lnTo>
                    <a:pt x="984757" y="655319"/>
                  </a:lnTo>
                </a:path>
              </a:pathLst>
            </a:custGeom>
            <a:ln w="12192">
              <a:solidFill>
                <a:srgbClr val="2E528F"/>
              </a:solidFill>
            </a:ln>
          </p:spPr>
          <p:txBody>
            <a:bodyPr wrap="square" lIns="0" tIns="0" rIns="0" bIns="0" rtlCol="0"/>
            <a:lstStyle/>
            <a:p>
              <a:endParaRPr/>
            </a:p>
          </p:txBody>
        </p:sp>
      </p:grpSp>
      <p:sp>
        <p:nvSpPr>
          <p:cNvPr id="23" name="object 23"/>
          <p:cNvSpPr txBox="1"/>
          <p:nvPr/>
        </p:nvSpPr>
        <p:spPr>
          <a:xfrm>
            <a:off x="2689860" y="5346953"/>
            <a:ext cx="979169" cy="208279"/>
          </a:xfrm>
          <a:prstGeom prst="rect">
            <a:avLst/>
          </a:prstGeom>
        </p:spPr>
        <p:txBody>
          <a:bodyPr vert="horz" wrap="square" lIns="0" tIns="12700" rIns="0" bIns="0" rtlCol="0">
            <a:spAutoFit/>
          </a:bodyPr>
          <a:lstStyle/>
          <a:p>
            <a:pPr marL="225425">
              <a:lnSpc>
                <a:spcPct val="100000"/>
              </a:lnSpc>
              <a:spcBef>
                <a:spcPts val="100"/>
              </a:spcBef>
            </a:pPr>
            <a:r>
              <a:rPr sz="1200" b="1" spc="-210" dirty="0">
                <a:solidFill>
                  <a:srgbClr val="FFFFFF"/>
                </a:solidFill>
                <a:latin typeface="Tahoma"/>
                <a:cs typeface="Tahoma"/>
              </a:rPr>
              <a:t>Generator</a:t>
            </a:r>
            <a:endParaRPr sz="1200">
              <a:latin typeface="Tahoma"/>
              <a:cs typeface="Tahoma"/>
            </a:endParaRPr>
          </a:p>
        </p:txBody>
      </p:sp>
      <p:grpSp>
        <p:nvGrpSpPr>
          <p:cNvPr id="24" name="object 24"/>
          <p:cNvGrpSpPr/>
          <p:nvPr/>
        </p:nvGrpSpPr>
        <p:grpSpPr>
          <a:xfrm>
            <a:off x="5993638" y="5065521"/>
            <a:ext cx="1109980" cy="674370"/>
            <a:chOff x="5993638" y="5065521"/>
            <a:chExt cx="1109980" cy="674370"/>
          </a:xfrm>
        </p:grpSpPr>
        <p:sp>
          <p:nvSpPr>
            <p:cNvPr id="25" name="object 25"/>
            <p:cNvSpPr/>
            <p:nvPr/>
          </p:nvSpPr>
          <p:spPr>
            <a:xfrm>
              <a:off x="5999988" y="5180736"/>
              <a:ext cx="988694" cy="553085"/>
            </a:xfrm>
            <a:custGeom>
              <a:avLst/>
              <a:gdLst/>
              <a:ahLst/>
              <a:cxnLst/>
              <a:rect l="l" t="t" r="r" b="b"/>
              <a:pathLst>
                <a:path w="988695" h="553085">
                  <a:moveTo>
                    <a:pt x="988415" y="0"/>
                  </a:moveTo>
                  <a:lnTo>
                    <a:pt x="0" y="0"/>
                  </a:lnTo>
                  <a:lnTo>
                    <a:pt x="0" y="552551"/>
                  </a:lnTo>
                  <a:lnTo>
                    <a:pt x="988415" y="552551"/>
                  </a:lnTo>
                  <a:lnTo>
                    <a:pt x="988415" y="0"/>
                  </a:lnTo>
                  <a:close/>
                </a:path>
              </a:pathLst>
            </a:custGeom>
            <a:solidFill>
              <a:srgbClr val="C55A11"/>
            </a:solidFill>
          </p:spPr>
          <p:txBody>
            <a:bodyPr wrap="square" lIns="0" tIns="0" rIns="0" bIns="0" rtlCol="0"/>
            <a:lstStyle/>
            <a:p>
              <a:endParaRPr/>
            </a:p>
          </p:txBody>
        </p:sp>
        <p:sp>
          <p:nvSpPr>
            <p:cNvPr id="26" name="object 26"/>
            <p:cNvSpPr/>
            <p:nvPr/>
          </p:nvSpPr>
          <p:spPr>
            <a:xfrm>
              <a:off x="6988429" y="5071871"/>
              <a:ext cx="109220" cy="661670"/>
            </a:xfrm>
            <a:custGeom>
              <a:avLst/>
              <a:gdLst/>
              <a:ahLst/>
              <a:cxnLst/>
              <a:rect l="l" t="t" r="r" b="b"/>
              <a:pathLst>
                <a:path w="109220" h="661670">
                  <a:moveTo>
                    <a:pt x="108839" y="0"/>
                  </a:moveTo>
                  <a:lnTo>
                    <a:pt x="0" y="108838"/>
                  </a:lnTo>
                  <a:lnTo>
                    <a:pt x="0" y="661415"/>
                  </a:lnTo>
                  <a:lnTo>
                    <a:pt x="108839" y="552551"/>
                  </a:lnTo>
                  <a:lnTo>
                    <a:pt x="108839" y="0"/>
                  </a:lnTo>
                  <a:close/>
                </a:path>
              </a:pathLst>
            </a:custGeom>
            <a:solidFill>
              <a:srgbClr val="9E470D"/>
            </a:solidFill>
          </p:spPr>
          <p:txBody>
            <a:bodyPr wrap="square" lIns="0" tIns="0" rIns="0" bIns="0" rtlCol="0"/>
            <a:lstStyle/>
            <a:p>
              <a:endParaRPr/>
            </a:p>
          </p:txBody>
        </p:sp>
        <p:sp>
          <p:nvSpPr>
            <p:cNvPr id="27" name="object 27"/>
            <p:cNvSpPr/>
            <p:nvPr/>
          </p:nvSpPr>
          <p:spPr>
            <a:xfrm>
              <a:off x="5999988" y="5071871"/>
              <a:ext cx="1097280" cy="109220"/>
            </a:xfrm>
            <a:custGeom>
              <a:avLst/>
              <a:gdLst/>
              <a:ahLst/>
              <a:cxnLst/>
              <a:rect l="l" t="t" r="r" b="b"/>
              <a:pathLst>
                <a:path w="1097279" h="109220">
                  <a:moveTo>
                    <a:pt x="1097280" y="0"/>
                  </a:moveTo>
                  <a:lnTo>
                    <a:pt x="108838" y="0"/>
                  </a:lnTo>
                  <a:lnTo>
                    <a:pt x="0" y="108838"/>
                  </a:lnTo>
                  <a:lnTo>
                    <a:pt x="988440" y="108838"/>
                  </a:lnTo>
                  <a:lnTo>
                    <a:pt x="1097280" y="0"/>
                  </a:lnTo>
                  <a:close/>
                </a:path>
              </a:pathLst>
            </a:custGeom>
            <a:solidFill>
              <a:srgbClr val="D07940"/>
            </a:solidFill>
          </p:spPr>
          <p:txBody>
            <a:bodyPr wrap="square" lIns="0" tIns="0" rIns="0" bIns="0" rtlCol="0"/>
            <a:lstStyle/>
            <a:p>
              <a:endParaRPr/>
            </a:p>
          </p:txBody>
        </p:sp>
        <p:sp>
          <p:nvSpPr>
            <p:cNvPr id="28" name="object 28"/>
            <p:cNvSpPr/>
            <p:nvPr/>
          </p:nvSpPr>
          <p:spPr>
            <a:xfrm>
              <a:off x="5999988" y="5071871"/>
              <a:ext cx="1097280" cy="661670"/>
            </a:xfrm>
            <a:custGeom>
              <a:avLst/>
              <a:gdLst/>
              <a:ahLst/>
              <a:cxnLst/>
              <a:rect l="l" t="t" r="r" b="b"/>
              <a:pathLst>
                <a:path w="1097279" h="661670">
                  <a:moveTo>
                    <a:pt x="0" y="108838"/>
                  </a:moveTo>
                  <a:lnTo>
                    <a:pt x="108838" y="0"/>
                  </a:lnTo>
                  <a:lnTo>
                    <a:pt x="1097280" y="0"/>
                  </a:lnTo>
                  <a:lnTo>
                    <a:pt x="1097280" y="552551"/>
                  </a:lnTo>
                  <a:lnTo>
                    <a:pt x="988440" y="661415"/>
                  </a:lnTo>
                  <a:lnTo>
                    <a:pt x="0" y="661415"/>
                  </a:lnTo>
                  <a:lnTo>
                    <a:pt x="0" y="108838"/>
                  </a:lnTo>
                  <a:close/>
                </a:path>
                <a:path w="1097279" h="661670">
                  <a:moveTo>
                    <a:pt x="0" y="108838"/>
                  </a:moveTo>
                  <a:lnTo>
                    <a:pt x="988440" y="108838"/>
                  </a:lnTo>
                  <a:lnTo>
                    <a:pt x="1097280" y="0"/>
                  </a:lnTo>
                </a:path>
                <a:path w="1097279" h="661670">
                  <a:moveTo>
                    <a:pt x="988440" y="108838"/>
                  </a:moveTo>
                  <a:lnTo>
                    <a:pt x="988440" y="661415"/>
                  </a:lnTo>
                </a:path>
              </a:pathLst>
            </a:custGeom>
            <a:ln w="12192">
              <a:solidFill>
                <a:srgbClr val="843B0C"/>
              </a:solidFill>
            </a:ln>
          </p:spPr>
          <p:txBody>
            <a:bodyPr wrap="square" lIns="0" tIns="0" rIns="0" bIns="0" rtlCol="0"/>
            <a:lstStyle/>
            <a:p>
              <a:endParaRPr/>
            </a:p>
          </p:txBody>
        </p:sp>
      </p:grpSp>
      <p:sp>
        <p:nvSpPr>
          <p:cNvPr id="29" name="object 29"/>
          <p:cNvSpPr txBox="1"/>
          <p:nvPr/>
        </p:nvSpPr>
        <p:spPr>
          <a:xfrm>
            <a:off x="5999988" y="5340222"/>
            <a:ext cx="982344" cy="208279"/>
          </a:xfrm>
          <a:prstGeom prst="rect">
            <a:avLst/>
          </a:prstGeom>
        </p:spPr>
        <p:txBody>
          <a:bodyPr vert="horz" wrap="square" lIns="0" tIns="12700" rIns="0" bIns="0" rtlCol="0">
            <a:spAutoFit/>
          </a:bodyPr>
          <a:lstStyle/>
          <a:p>
            <a:pPr marL="128270">
              <a:lnSpc>
                <a:spcPct val="100000"/>
              </a:lnSpc>
              <a:spcBef>
                <a:spcPts val="100"/>
              </a:spcBef>
            </a:pPr>
            <a:r>
              <a:rPr sz="1200" b="1" spc="-195" dirty="0">
                <a:solidFill>
                  <a:srgbClr val="FFFFFF"/>
                </a:solidFill>
                <a:latin typeface="Tahoma"/>
                <a:cs typeface="Tahoma"/>
              </a:rPr>
              <a:t>Discriminator</a:t>
            </a:r>
            <a:endParaRPr sz="1200">
              <a:latin typeface="Tahoma"/>
              <a:cs typeface="Tahoma"/>
            </a:endParaRPr>
          </a:p>
        </p:txBody>
      </p:sp>
      <p:sp>
        <p:nvSpPr>
          <p:cNvPr id="30" name="object 30"/>
          <p:cNvSpPr txBox="1"/>
          <p:nvPr/>
        </p:nvSpPr>
        <p:spPr>
          <a:xfrm>
            <a:off x="5571744" y="5928156"/>
            <a:ext cx="622935" cy="208279"/>
          </a:xfrm>
          <a:prstGeom prst="rect">
            <a:avLst/>
          </a:prstGeom>
        </p:spPr>
        <p:txBody>
          <a:bodyPr vert="horz" wrap="square" lIns="0" tIns="12700" rIns="0" bIns="0" rtlCol="0">
            <a:spAutoFit/>
          </a:bodyPr>
          <a:lstStyle/>
          <a:p>
            <a:pPr>
              <a:lnSpc>
                <a:spcPct val="100000"/>
              </a:lnSpc>
              <a:spcBef>
                <a:spcPts val="100"/>
              </a:spcBef>
            </a:pPr>
            <a:r>
              <a:rPr sz="1200" spc="-204" dirty="0">
                <a:latin typeface="Trebuchet MS"/>
                <a:cs typeface="Trebuchet MS"/>
              </a:rPr>
              <a:t>R</a:t>
            </a:r>
            <a:r>
              <a:rPr sz="1200" spc="-185" dirty="0">
                <a:latin typeface="Trebuchet MS"/>
                <a:cs typeface="Trebuchet MS"/>
              </a:rPr>
              <a:t>ea</a:t>
            </a:r>
            <a:r>
              <a:rPr sz="1200" spc="-140" dirty="0">
                <a:latin typeface="Trebuchet MS"/>
                <a:cs typeface="Trebuchet MS"/>
              </a:rPr>
              <a:t>l</a:t>
            </a:r>
            <a:r>
              <a:rPr sz="1200" spc="-145" dirty="0">
                <a:latin typeface="Trebuchet MS"/>
                <a:cs typeface="Trebuchet MS"/>
              </a:rPr>
              <a:t> </a:t>
            </a:r>
            <a:r>
              <a:rPr sz="1200" spc="-295" dirty="0">
                <a:latin typeface="Trebuchet MS"/>
                <a:cs typeface="Trebuchet MS"/>
              </a:rPr>
              <a:t>m</a:t>
            </a:r>
            <a:r>
              <a:rPr sz="1200" spc="-200" dirty="0">
                <a:latin typeface="Trebuchet MS"/>
                <a:cs typeface="Trebuchet MS"/>
              </a:rPr>
              <a:t>on</a:t>
            </a:r>
            <a:r>
              <a:rPr sz="1200" spc="-204" dirty="0">
                <a:latin typeface="Trebuchet MS"/>
                <a:cs typeface="Trebuchet MS"/>
              </a:rPr>
              <a:t>e</a:t>
            </a:r>
            <a:r>
              <a:rPr sz="1200" spc="-85" dirty="0">
                <a:latin typeface="Trebuchet MS"/>
                <a:cs typeface="Trebuchet MS"/>
              </a:rPr>
              <a:t>y?</a:t>
            </a:r>
            <a:endParaRPr sz="1200">
              <a:latin typeface="Trebuchet MS"/>
              <a:cs typeface="Trebuchet MS"/>
            </a:endParaRPr>
          </a:p>
        </p:txBody>
      </p:sp>
      <p:sp>
        <p:nvSpPr>
          <p:cNvPr id="31" name="object 31"/>
          <p:cNvSpPr txBox="1"/>
          <p:nvPr/>
        </p:nvSpPr>
        <p:spPr>
          <a:xfrm>
            <a:off x="6630289" y="5921146"/>
            <a:ext cx="633730" cy="208279"/>
          </a:xfrm>
          <a:prstGeom prst="rect">
            <a:avLst/>
          </a:prstGeom>
        </p:spPr>
        <p:txBody>
          <a:bodyPr vert="horz" wrap="square" lIns="0" tIns="12700" rIns="0" bIns="0" rtlCol="0">
            <a:spAutoFit/>
          </a:bodyPr>
          <a:lstStyle/>
          <a:p>
            <a:pPr>
              <a:lnSpc>
                <a:spcPct val="100000"/>
              </a:lnSpc>
              <a:spcBef>
                <a:spcPts val="100"/>
              </a:spcBef>
            </a:pPr>
            <a:r>
              <a:rPr sz="1200" spc="-204" dirty="0">
                <a:latin typeface="Trebuchet MS"/>
                <a:cs typeface="Trebuchet MS"/>
              </a:rPr>
              <a:t>F</a:t>
            </a:r>
            <a:r>
              <a:rPr sz="1200" spc="-200" dirty="0">
                <a:latin typeface="Trebuchet MS"/>
                <a:cs typeface="Trebuchet MS"/>
              </a:rPr>
              <a:t>a</a:t>
            </a:r>
            <a:r>
              <a:rPr sz="1200" spc="-225" dirty="0">
                <a:latin typeface="Trebuchet MS"/>
                <a:cs typeface="Trebuchet MS"/>
              </a:rPr>
              <a:t>k</a:t>
            </a:r>
            <a:r>
              <a:rPr sz="1200" spc="-210" dirty="0">
                <a:latin typeface="Trebuchet MS"/>
                <a:cs typeface="Trebuchet MS"/>
              </a:rPr>
              <a:t>e</a:t>
            </a:r>
            <a:r>
              <a:rPr sz="1200" spc="-120" dirty="0">
                <a:latin typeface="Trebuchet MS"/>
                <a:cs typeface="Trebuchet MS"/>
              </a:rPr>
              <a:t> </a:t>
            </a:r>
            <a:r>
              <a:rPr sz="1200" spc="-295" dirty="0">
                <a:latin typeface="Trebuchet MS"/>
                <a:cs typeface="Trebuchet MS"/>
              </a:rPr>
              <a:t>m</a:t>
            </a:r>
            <a:r>
              <a:rPr sz="1200" spc="-200" dirty="0">
                <a:latin typeface="Trebuchet MS"/>
                <a:cs typeface="Trebuchet MS"/>
              </a:rPr>
              <a:t>on</a:t>
            </a:r>
            <a:r>
              <a:rPr sz="1200" spc="-204" dirty="0">
                <a:latin typeface="Trebuchet MS"/>
                <a:cs typeface="Trebuchet MS"/>
              </a:rPr>
              <a:t>e</a:t>
            </a:r>
            <a:r>
              <a:rPr sz="1200" spc="-85" dirty="0">
                <a:latin typeface="Trebuchet MS"/>
                <a:cs typeface="Trebuchet MS"/>
              </a:rPr>
              <a:t>y?</a:t>
            </a:r>
            <a:endParaRPr sz="1200">
              <a:latin typeface="Trebuchet MS"/>
              <a:cs typeface="Trebuchet MS"/>
            </a:endParaRPr>
          </a:p>
        </p:txBody>
      </p:sp>
      <p:sp>
        <p:nvSpPr>
          <p:cNvPr id="32" name="object 32"/>
          <p:cNvSpPr/>
          <p:nvPr/>
        </p:nvSpPr>
        <p:spPr>
          <a:xfrm>
            <a:off x="6200394" y="5722035"/>
            <a:ext cx="568960" cy="210185"/>
          </a:xfrm>
          <a:custGeom>
            <a:avLst/>
            <a:gdLst/>
            <a:ahLst/>
            <a:cxnLst/>
            <a:rect l="l" t="t" r="r" b="b"/>
            <a:pathLst>
              <a:path w="568959" h="210185">
                <a:moveTo>
                  <a:pt x="568452" y="208838"/>
                </a:moveTo>
                <a:lnTo>
                  <a:pt x="552424" y="178396"/>
                </a:lnTo>
                <a:lnTo>
                  <a:pt x="523240" y="122910"/>
                </a:lnTo>
                <a:lnTo>
                  <a:pt x="506310" y="146481"/>
                </a:lnTo>
                <a:lnTo>
                  <a:pt x="302501" y="254"/>
                </a:lnTo>
                <a:lnTo>
                  <a:pt x="294411" y="11607"/>
                </a:lnTo>
                <a:lnTo>
                  <a:pt x="286639" y="0"/>
                </a:lnTo>
                <a:lnTo>
                  <a:pt x="63995" y="149644"/>
                </a:lnTo>
                <a:lnTo>
                  <a:pt x="47879" y="125615"/>
                </a:lnTo>
                <a:lnTo>
                  <a:pt x="0" y="210134"/>
                </a:lnTo>
                <a:lnTo>
                  <a:pt x="96266" y="197713"/>
                </a:lnTo>
                <a:lnTo>
                  <a:pt x="85559" y="181762"/>
                </a:lnTo>
                <a:lnTo>
                  <a:pt x="80149" y="173723"/>
                </a:lnTo>
                <a:lnTo>
                  <a:pt x="294144" y="29819"/>
                </a:lnTo>
                <a:lnTo>
                  <a:pt x="489432" y="170002"/>
                </a:lnTo>
                <a:lnTo>
                  <a:pt x="472567" y="193484"/>
                </a:lnTo>
                <a:lnTo>
                  <a:pt x="568452" y="208838"/>
                </a:lnTo>
                <a:close/>
              </a:path>
            </a:pathLst>
          </a:custGeom>
          <a:solidFill>
            <a:srgbClr val="C73B2C"/>
          </a:solidFill>
        </p:spPr>
        <p:txBody>
          <a:bodyPr wrap="square" lIns="0" tIns="0" rIns="0" bIns="0" rtlCol="0"/>
          <a:lstStyle/>
          <a:p>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pic>
        <p:nvPicPr>
          <p:cNvPr id="5" name="object 5"/>
          <p:cNvPicPr/>
          <p:nvPr/>
        </p:nvPicPr>
        <p:blipFill>
          <a:blip r:embed="rId5" cstate="print"/>
          <a:stretch>
            <a:fillRect/>
          </a:stretch>
        </p:blipFill>
        <p:spPr>
          <a:xfrm>
            <a:off x="710183" y="1830323"/>
            <a:ext cx="8457438" cy="2003298"/>
          </a:xfrm>
          <a:prstGeom prst="rect">
            <a:avLst/>
          </a:prstGeom>
        </p:spPr>
      </p:pic>
      <p:sp>
        <p:nvSpPr>
          <p:cNvPr id="6" name="object 6"/>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6" cstate="print"/>
          <a:stretch>
            <a:fillRect/>
          </a:stretch>
        </p:blipFill>
        <p:spPr>
          <a:xfrm>
            <a:off x="719327" y="1463039"/>
            <a:ext cx="1820418" cy="176022"/>
          </a:xfrm>
          <a:prstGeom prst="rect">
            <a:avLst/>
          </a:prstGeom>
        </p:spPr>
      </p:pic>
      <p:sp>
        <p:nvSpPr>
          <p:cNvPr id="9" name="object 9"/>
          <p:cNvSpPr txBox="1"/>
          <p:nvPr/>
        </p:nvSpPr>
        <p:spPr>
          <a:xfrm>
            <a:off x="8671306" y="459104"/>
            <a:ext cx="808990"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D9D9D9"/>
                </a:solidFill>
                <a:latin typeface="Ebrima"/>
                <a:cs typeface="Ebrima"/>
              </a:rPr>
              <a:t>UNIT</a:t>
            </a:r>
            <a:r>
              <a:rPr sz="1600" spc="37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grpSp>
        <p:nvGrpSpPr>
          <p:cNvPr id="10" name="object 10"/>
          <p:cNvGrpSpPr/>
          <p:nvPr/>
        </p:nvGrpSpPr>
        <p:grpSpPr>
          <a:xfrm>
            <a:off x="2735960" y="4577841"/>
            <a:ext cx="120650" cy="876935"/>
            <a:chOff x="2735960" y="4577841"/>
            <a:chExt cx="120650" cy="876935"/>
          </a:xfrm>
        </p:grpSpPr>
        <p:sp>
          <p:nvSpPr>
            <p:cNvPr id="11" name="object 11"/>
            <p:cNvSpPr/>
            <p:nvPr/>
          </p:nvSpPr>
          <p:spPr>
            <a:xfrm>
              <a:off x="2742311" y="4584153"/>
              <a:ext cx="108585" cy="864235"/>
            </a:xfrm>
            <a:custGeom>
              <a:avLst/>
              <a:gdLst/>
              <a:ahLst/>
              <a:cxnLst/>
              <a:rect l="l" t="t" r="r" b="b"/>
              <a:pathLst>
                <a:path w="108585" h="864235">
                  <a:moveTo>
                    <a:pt x="107988" y="648081"/>
                  </a:moveTo>
                  <a:lnTo>
                    <a:pt x="0" y="648081"/>
                  </a:lnTo>
                  <a:lnTo>
                    <a:pt x="0" y="756031"/>
                  </a:lnTo>
                  <a:lnTo>
                    <a:pt x="0" y="864019"/>
                  </a:lnTo>
                  <a:lnTo>
                    <a:pt x="107988" y="864019"/>
                  </a:lnTo>
                  <a:lnTo>
                    <a:pt x="107988" y="756069"/>
                  </a:lnTo>
                  <a:lnTo>
                    <a:pt x="107988" y="648081"/>
                  </a:lnTo>
                  <a:close/>
                </a:path>
                <a:path w="108585" h="864235">
                  <a:moveTo>
                    <a:pt x="107988" y="432054"/>
                  </a:moveTo>
                  <a:lnTo>
                    <a:pt x="0" y="432054"/>
                  </a:lnTo>
                  <a:lnTo>
                    <a:pt x="0" y="540004"/>
                  </a:lnTo>
                  <a:lnTo>
                    <a:pt x="0" y="647992"/>
                  </a:lnTo>
                  <a:lnTo>
                    <a:pt x="107988" y="647992"/>
                  </a:lnTo>
                  <a:lnTo>
                    <a:pt x="107988" y="540042"/>
                  </a:lnTo>
                  <a:lnTo>
                    <a:pt x="107988" y="432054"/>
                  </a:lnTo>
                  <a:close/>
                </a:path>
                <a:path w="108585" h="864235">
                  <a:moveTo>
                    <a:pt x="107988" y="108077"/>
                  </a:moveTo>
                  <a:lnTo>
                    <a:pt x="0" y="108077"/>
                  </a:lnTo>
                  <a:lnTo>
                    <a:pt x="0" y="216027"/>
                  </a:lnTo>
                  <a:lnTo>
                    <a:pt x="0" y="323977"/>
                  </a:lnTo>
                  <a:lnTo>
                    <a:pt x="0" y="431965"/>
                  </a:lnTo>
                  <a:lnTo>
                    <a:pt x="107988" y="431965"/>
                  </a:lnTo>
                  <a:lnTo>
                    <a:pt x="107988" y="324015"/>
                  </a:lnTo>
                  <a:lnTo>
                    <a:pt x="107988" y="216065"/>
                  </a:lnTo>
                  <a:lnTo>
                    <a:pt x="107988" y="108077"/>
                  </a:lnTo>
                  <a:close/>
                </a:path>
                <a:path w="108585" h="864235">
                  <a:moveTo>
                    <a:pt x="107988" y="0"/>
                  </a:moveTo>
                  <a:lnTo>
                    <a:pt x="0" y="0"/>
                  </a:lnTo>
                  <a:lnTo>
                    <a:pt x="0" y="107988"/>
                  </a:lnTo>
                  <a:lnTo>
                    <a:pt x="107988" y="107988"/>
                  </a:lnTo>
                  <a:lnTo>
                    <a:pt x="107988" y="0"/>
                  </a:lnTo>
                  <a:close/>
                </a:path>
              </a:pathLst>
            </a:custGeom>
            <a:solidFill>
              <a:srgbClr val="8FAADC"/>
            </a:solidFill>
          </p:spPr>
          <p:txBody>
            <a:bodyPr wrap="square" lIns="0" tIns="0" rIns="0" bIns="0" rtlCol="0"/>
            <a:lstStyle/>
            <a:p>
              <a:endParaRPr/>
            </a:p>
          </p:txBody>
        </p:sp>
        <p:sp>
          <p:nvSpPr>
            <p:cNvPr id="12" name="object 12"/>
            <p:cNvSpPr/>
            <p:nvPr/>
          </p:nvSpPr>
          <p:spPr>
            <a:xfrm>
              <a:off x="2735961" y="4685791"/>
              <a:ext cx="120650" cy="661035"/>
            </a:xfrm>
            <a:custGeom>
              <a:avLst/>
              <a:gdLst/>
              <a:ahLst/>
              <a:cxnLst/>
              <a:rect l="l" t="t" r="r" b="b"/>
              <a:pathLst>
                <a:path w="120650" h="661035">
                  <a:moveTo>
                    <a:pt x="120650" y="648081"/>
                  </a:moveTo>
                  <a:lnTo>
                    <a:pt x="0" y="648081"/>
                  </a:lnTo>
                  <a:lnTo>
                    <a:pt x="0" y="660781"/>
                  </a:lnTo>
                  <a:lnTo>
                    <a:pt x="120650" y="660781"/>
                  </a:lnTo>
                  <a:lnTo>
                    <a:pt x="120650" y="648081"/>
                  </a:lnTo>
                  <a:close/>
                </a:path>
                <a:path w="120650" h="661035">
                  <a:moveTo>
                    <a:pt x="120650" y="540004"/>
                  </a:moveTo>
                  <a:lnTo>
                    <a:pt x="0" y="540004"/>
                  </a:lnTo>
                  <a:lnTo>
                    <a:pt x="0" y="552704"/>
                  </a:lnTo>
                  <a:lnTo>
                    <a:pt x="120650" y="552704"/>
                  </a:lnTo>
                  <a:lnTo>
                    <a:pt x="120650" y="540004"/>
                  </a:lnTo>
                  <a:close/>
                </a:path>
                <a:path w="120650" h="661035">
                  <a:moveTo>
                    <a:pt x="120650" y="432054"/>
                  </a:moveTo>
                  <a:lnTo>
                    <a:pt x="0" y="432054"/>
                  </a:lnTo>
                  <a:lnTo>
                    <a:pt x="0" y="444754"/>
                  </a:lnTo>
                  <a:lnTo>
                    <a:pt x="120650" y="444754"/>
                  </a:lnTo>
                  <a:lnTo>
                    <a:pt x="120650" y="432054"/>
                  </a:lnTo>
                  <a:close/>
                </a:path>
                <a:path w="120650" h="661035">
                  <a:moveTo>
                    <a:pt x="120650" y="323977"/>
                  </a:moveTo>
                  <a:lnTo>
                    <a:pt x="0" y="323977"/>
                  </a:lnTo>
                  <a:lnTo>
                    <a:pt x="0" y="336677"/>
                  </a:lnTo>
                  <a:lnTo>
                    <a:pt x="120650" y="336677"/>
                  </a:lnTo>
                  <a:lnTo>
                    <a:pt x="120650" y="323977"/>
                  </a:lnTo>
                  <a:close/>
                </a:path>
                <a:path w="120650" h="661035">
                  <a:moveTo>
                    <a:pt x="120650" y="216027"/>
                  </a:moveTo>
                  <a:lnTo>
                    <a:pt x="0" y="216027"/>
                  </a:lnTo>
                  <a:lnTo>
                    <a:pt x="0" y="228727"/>
                  </a:lnTo>
                  <a:lnTo>
                    <a:pt x="120650" y="228727"/>
                  </a:lnTo>
                  <a:lnTo>
                    <a:pt x="120650" y="216027"/>
                  </a:lnTo>
                  <a:close/>
                </a:path>
                <a:path w="120650" h="661035">
                  <a:moveTo>
                    <a:pt x="120650" y="108077"/>
                  </a:moveTo>
                  <a:lnTo>
                    <a:pt x="0" y="108077"/>
                  </a:lnTo>
                  <a:lnTo>
                    <a:pt x="0" y="120777"/>
                  </a:lnTo>
                  <a:lnTo>
                    <a:pt x="120650" y="120777"/>
                  </a:lnTo>
                  <a:lnTo>
                    <a:pt x="120650" y="108077"/>
                  </a:lnTo>
                  <a:close/>
                </a:path>
                <a:path w="120650" h="661035">
                  <a:moveTo>
                    <a:pt x="120650" y="0"/>
                  </a:moveTo>
                  <a:lnTo>
                    <a:pt x="0" y="0"/>
                  </a:lnTo>
                  <a:lnTo>
                    <a:pt x="0" y="12700"/>
                  </a:lnTo>
                  <a:lnTo>
                    <a:pt x="120650" y="12700"/>
                  </a:lnTo>
                  <a:lnTo>
                    <a:pt x="120650" y="0"/>
                  </a:lnTo>
                  <a:close/>
                </a:path>
              </a:pathLst>
            </a:custGeom>
            <a:solidFill>
              <a:srgbClr val="7E7E7E"/>
            </a:solidFill>
          </p:spPr>
          <p:txBody>
            <a:bodyPr wrap="square" lIns="0" tIns="0" rIns="0" bIns="0" rtlCol="0"/>
            <a:lstStyle/>
            <a:p>
              <a:endParaRPr/>
            </a:p>
          </p:txBody>
        </p:sp>
        <p:sp>
          <p:nvSpPr>
            <p:cNvPr id="13" name="object 13"/>
            <p:cNvSpPr/>
            <p:nvPr/>
          </p:nvSpPr>
          <p:spPr>
            <a:xfrm>
              <a:off x="2735960" y="4577841"/>
              <a:ext cx="120650" cy="876935"/>
            </a:xfrm>
            <a:custGeom>
              <a:avLst/>
              <a:gdLst/>
              <a:ahLst/>
              <a:cxnLst/>
              <a:rect l="l" t="t" r="r" b="b"/>
              <a:pathLst>
                <a:path w="120650" h="876935">
                  <a:moveTo>
                    <a:pt x="6350" y="0"/>
                  </a:moveTo>
                  <a:lnTo>
                    <a:pt x="6350" y="876680"/>
                  </a:lnTo>
                </a:path>
                <a:path w="120650" h="876935">
                  <a:moveTo>
                    <a:pt x="114300" y="0"/>
                  </a:moveTo>
                  <a:lnTo>
                    <a:pt x="114300" y="876680"/>
                  </a:lnTo>
                </a:path>
                <a:path w="120650" h="876935">
                  <a:moveTo>
                    <a:pt x="0" y="6349"/>
                  </a:moveTo>
                  <a:lnTo>
                    <a:pt x="120650" y="6349"/>
                  </a:lnTo>
                </a:path>
                <a:path w="120650" h="876935">
                  <a:moveTo>
                    <a:pt x="0" y="870330"/>
                  </a:moveTo>
                  <a:lnTo>
                    <a:pt x="120650" y="870330"/>
                  </a:lnTo>
                </a:path>
              </a:pathLst>
            </a:custGeom>
            <a:ln w="12700">
              <a:solidFill>
                <a:srgbClr val="7E7E7E"/>
              </a:solidFill>
            </a:ln>
          </p:spPr>
          <p:txBody>
            <a:bodyPr wrap="square" lIns="0" tIns="0" rIns="0" bIns="0" rtlCol="0"/>
            <a:lstStyle/>
            <a:p>
              <a:endParaRPr/>
            </a:p>
          </p:txBody>
        </p:sp>
      </p:grpSp>
      <p:sp>
        <p:nvSpPr>
          <p:cNvPr id="14" name="object 14"/>
          <p:cNvSpPr txBox="1"/>
          <p:nvPr/>
        </p:nvSpPr>
        <p:spPr>
          <a:xfrm>
            <a:off x="2741167" y="4318253"/>
            <a:ext cx="111760"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mbria Math"/>
                <a:cs typeface="Cambria Math"/>
              </a:rPr>
              <a:t>𝑧</a:t>
            </a:r>
            <a:endParaRPr sz="1400">
              <a:latin typeface="Cambria Math"/>
              <a:cs typeface="Cambria Math"/>
            </a:endParaRPr>
          </a:p>
        </p:txBody>
      </p:sp>
      <p:sp>
        <p:nvSpPr>
          <p:cNvPr id="15" name="object 15"/>
          <p:cNvSpPr txBox="1"/>
          <p:nvPr/>
        </p:nvSpPr>
        <p:spPr>
          <a:xfrm>
            <a:off x="4526407" y="5999175"/>
            <a:ext cx="549910" cy="208915"/>
          </a:xfrm>
          <a:prstGeom prst="rect">
            <a:avLst/>
          </a:prstGeom>
        </p:spPr>
        <p:txBody>
          <a:bodyPr vert="horz" wrap="square" lIns="0" tIns="12700" rIns="0" bIns="0" rtlCol="0">
            <a:spAutoFit/>
          </a:bodyPr>
          <a:lstStyle/>
          <a:p>
            <a:pPr marL="12700">
              <a:lnSpc>
                <a:spcPct val="100000"/>
              </a:lnSpc>
              <a:spcBef>
                <a:spcPts val="100"/>
              </a:spcBef>
            </a:pPr>
            <a:r>
              <a:rPr sz="1200" spc="-204" dirty="0">
                <a:latin typeface="Trebuchet MS"/>
                <a:cs typeface="Trebuchet MS"/>
              </a:rPr>
              <a:t>R</a:t>
            </a:r>
            <a:r>
              <a:rPr sz="1200" spc="-185" dirty="0">
                <a:latin typeface="Trebuchet MS"/>
                <a:cs typeface="Trebuchet MS"/>
              </a:rPr>
              <a:t>e</a:t>
            </a:r>
            <a:r>
              <a:rPr sz="1200" spc="-180" dirty="0">
                <a:latin typeface="Trebuchet MS"/>
                <a:cs typeface="Trebuchet MS"/>
              </a:rPr>
              <a:t>a</a:t>
            </a:r>
            <a:r>
              <a:rPr sz="1200" spc="-140" dirty="0">
                <a:latin typeface="Trebuchet MS"/>
                <a:cs typeface="Trebuchet MS"/>
              </a:rPr>
              <a:t>l</a:t>
            </a:r>
            <a:r>
              <a:rPr sz="1200" spc="-145" dirty="0">
                <a:latin typeface="Trebuchet MS"/>
                <a:cs typeface="Trebuchet MS"/>
              </a:rPr>
              <a:t> </a:t>
            </a:r>
            <a:r>
              <a:rPr sz="1200" spc="-140" dirty="0">
                <a:latin typeface="Trebuchet MS"/>
                <a:cs typeface="Trebuchet MS"/>
              </a:rPr>
              <a:t>i</a:t>
            </a:r>
            <a:r>
              <a:rPr sz="1200" spc="-295" dirty="0">
                <a:latin typeface="Trebuchet MS"/>
                <a:cs typeface="Trebuchet MS"/>
              </a:rPr>
              <a:t>m</a:t>
            </a:r>
            <a:r>
              <a:rPr sz="1200" spc="-180" dirty="0">
                <a:latin typeface="Trebuchet MS"/>
                <a:cs typeface="Trebuchet MS"/>
              </a:rPr>
              <a:t>age</a:t>
            </a:r>
            <a:endParaRPr sz="1200">
              <a:latin typeface="Trebuchet MS"/>
              <a:cs typeface="Trebuchet MS"/>
            </a:endParaRPr>
          </a:p>
        </p:txBody>
      </p:sp>
      <p:sp>
        <p:nvSpPr>
          <p:cNvPr id="16" name="object 16"/>
          <p:cNvSpPr txBox="1"/>
          <p:nvPr/>
        </p:nvSpPr>
        <p:spPr>
          <a:xfrm>
            <a:off x="7032117" y="5164963"/>
            <a:ext cx="348615" cy="391160"/>
          </a:xfrm>
          <a:prstGeom prst="rect">
            <a:avLst/>
          </a:prstGeom>
        </p:spPr>
        <p:txBody>
          <a:bodyPr vert="horz" wrap="square" lIns="0" tIns="12700" rIns="0" bIns="0" rtlCol="0">
            <a:spAutoFit/>
          </a:bodyPr>
          <a:lstStyle/>
          <a:p>
            <a:pPr marL="12700">
              <a:lnSpc>
                <a:spcPct val="100000"/>
              </a:lnSpc>
              <a:spcBef>
                <a:spcPts val="100"/>
              </a:spcBef>
            </a:pPr>
            <a:r>
              <a:rPr sz="1200" spc="-395" dirty="0">
                <a:latin typeface="Trebuchet MS"/>
                <a:cs typeface="Trebuchet MS"/>
              </a:rPr>
              <a:t>1</a:t>
            </a:r>
            <a:r>
              <a:rPr sz="1200" spc="-245" dirty="0">
                <a:latin typeface="Trebuchet MS"/>
                <a:cs typeface="Trebuchet MS"/>
              </a:rPr>
              <a:t>:</a:t>
            </a:r>
            <a:r>
              <a:rPr sz="1200" spc="-120" dirty="0">
                <a:latin typeface="Trebuchet MS"/>
                <a:cs typeface="Trebuchet MS"/>
              </a:rPr>
              <a:t> </a:t>
            </a:r>
            <a:r>
              <a:rPr sz="1200" spc="-65" dirty="0">
                <a:latin typeface="Trebuchet MS"/>
                <a:cs typeface="Trebuchet MS"/>
              </a:rPr>
              <a:t>r</a:t>
            </a:r>
            <a:r>
              <a:rPr sz="1200" spc="-204" dirty="0">
                <a:latin typeface="Trebuchet MS"/>
                <a:cs typeface="Trebuchet MS"/>
              </a:rPr>
              <a:t>e</a:t>
            </a:r>
            <a:r>
              <a:rPr sz="1200" spc="-185" dirty="0">
                <a:latin typeface="Trebuchet MS"/>
                <a:cs typeface="Trebuchet MS"/>
              </a:rPr>
              <a:t>a</a:t>
            </a:r>
            <a:r>
              <a:rPr sz="1200" spc="-140" dirty="0">
                <a:latin typeface="Trebuchet MS"/>
                <a:cs typeface="Trebuchet MS"/>
              </a:rPr>
              <a:t>l</a:t>
            </a:r>
            <a:endParaRPr sz="1200">
              <a:latin typeface="Trebuchet MS"/>
              <a:cs typeface="Trebuchet MS"/>
            </a:endParaRPr>
          </a:p>
          <a:p>
            <a:pPr marL="12700">
              <a:lnSpc>
                <a:spcPct val="100000"/>
              </a:lnSpc>
            </a:pPr>
            <a:r>
              <a:rPr sz="1200" spc="-114" dirty="0">
                <a:latin typeface="Trebuchet MS"/>
                <a:cs typeface="Trebuchet MS"/>
              </a:rPr>
              <a:t>0</a:t>
            </a:r>
            <a:r>
              <a:rPr sz="1200" spc="-245" dirty="0">
                <a:latin typeface="Trebuchet MS"/>
                <a:cs typeface="Trebuchet MS"/>
              </a:rPr>
              <a:t>:</a:t>
            </a:r>
            <a:r>
              <a:rPr sz="1200" spc="-120" dirty="0">
                <a:latin typeface="Trebuchet MS"/>
                <a:cs typeface="Trebuchet MS"/>
              </a:rPr>
              <a:t> </a:t>
            </a:r>
            <a:r>
              <a:rPr sz="1200" spc="-150" dirty="0">
                <a:latin typeface="Trebuchet MS"/>
                <a:cs typeface="Trebuchet MS"/>
              </a:rPr>
              <a:t>f</a:t>
            </a:r>
            <a:r>
              <a:rPr sz="1200" spc="-185" dirty="0">
                <a:latin typeface="Trebuchet MS"/>
                <a:cs typeface="Trebuchet MS"/>
              </a:rPr>
              <a:t>a</a:t>
            </a:r>
            <a:r>
              <a:rPr sz="1200" spc="-225" dirty="0">
                <a:latin typeface="Trebuchet MS"/>
                <a:cs typeface="Trebuchet MS"/>
              </a:rPr>
              <a:t>k</a:t>
            </a:r>
            <a:r>
              <a:rPr sz="1200" spc="-210" dirty="0">
                <a:latin typeface="Trebuchet MS"/>
                <a:cs typeface="Trebuchet MS"/>
              </a:rPr>
              <a:t>e</a:t>
            </a:r>
            <a:endParaRPr sz="1200">
              <a:latin typeface="Trebuchet MS"/>
              <a:cs typeface="Trebuchet MS"/>
            </a:endParaRPr>
          </a:p>
        </p:txBody>
      </p:sp>
      <p:grpSp>
        <p:nvGrpSpPr>
          <p:cNvPr id="17" name="object 17"/>
          <p:cNvGrpSpPr/>
          <p:nvPr/>
        </p:nvGrpSpPr>
        <p:grpSpPr>
          <a:xfrm>
            <a:off x="2916745" y="4587049"/>
            <a:ext cx="1425575" cy="870585"/>
            <a:chOff x="2916745" y="4587049"/>
            <a:chExt cx="1425575" cy="870585"/>
          </a:xfrm>
        </p:grpSpPr>
        <p:sp>
          <p:nvSpPr>
            <p:cNvPr id="18" name="object 18"/>
            <p:cNvSpPr/>
            <p:nvPr/>
          </p:nvSpPr>
          <p:spPr>
            <a:xfrm>
              <a:off x="2921507" y="4591811"/>
              <a:ext cx="88900" cy="861060"/>
            </a:xfrm>
            <a:custGeom>
              <a:avLst/>
              <a:gdLst/>
              <a:ahLst/>
              <a:cxnLst/>
              <a:rect l="l" t="t" r="r" b="b"/>
              <a:pathLst>
                <a:path w="88900" h="861060">
                  <a:moveTo>
                    <a:pt x="0" y="0"/>
                  </a:moveTo>
                  <a:lnTo>
                    <a:pt x="17192" y="4167"/>
                  </a:lnTo>
                  <a:lnTo>
                    <a:pt x="31242" y="15525"/>
                  </a:lnTo>
                  <a:lnTo>
                    <a:pt x="40719" y="32361"/>
                  </a:lnTo>
                  <a:lnTo>
                    <a:pt x="44196" y="52958"/>
                  </a:lnTo>
                  <a:lnTo>
                    <a:pt x="44196" y="377570"/>
                  </a:lnTo>
                  <a:lnTo>
                    <a:pt x="47672" y="398168"/>
                  </a:lnTo>
                  <a:lnTo>
                    <a:pt x="57150" y="415004"/>
                  </a:lnTo>
                  <a:lnTo>
                    <a:pt x="71199" y="426362"/>
                  </a:lnTo>
                  <a:lnTo>
                    <a:pt x="88392" y="430530"/>
                  </a:lnTo>
                  <a:lnTo>
                    <a:pt x="71199" y="434697"/>
                  </a:lnTo>
                  <a:lnTo>
                    <a:pt x="57150" y="446055"/>
                  </a:lnTo>
                  <a:lnTo>
                    <a:pt x="47672" y="462891"/>
                  </a:lnTo>
                  <a:lnTo>
                    <a:pt x="44196" y="483488"/>
                  </a:lnTo>
                  <a:lnTo>
                    <a:pt x="44196" y="808101"/>
                  </a:lnTo>
                  <a:lnTo>
                    <a:pt x="40719" y="828698"/>
                  </a:lnTo>
                  <a:lnTo>
                    <a:pt x="31242" y="845534"/>
                  </a:lnTo>
                  <a:lnTo>
                    <a:pt x="17192" y="856892"/>
                  </a:lnTo>
                  <a:lnTo>
                    <a:pt x="0" y="861060"/>
                  </a:lnTo>
                </a:path>
              </a:pathLst>
            </a:custGeom>
            <a:ln w="9144">
              <a:solidFill>
                <a:srgbClr val="13299F"/>
              </a:solidFill>
            </a:ln>
          </p:spPr>
          <p:txBody>
            <a:bodyPr wrap="square" lIns="0" tIns="0" rIns="0" bIns="0" rtlCol="0"/>
            <a:lstStyle/>
            <a:p>
              <a:endParaRPr/>
            </a:p>
          </p:txBody>
        </p:sp>
        <p:sp>
          <p:nvSpPr>
            <p:cNvPr id="19" name="object 19"/>
            <p:cNvSpPr/>
            <p:nvPr/>
          </p:nvSpPr>
          <p:spPr>
            <a:xfrm>
              <a:off x="3049523" y="4985003"/>
              <a:ext cx="288290" cy="76200"/>
            </a:xfrm>
            <a:custGeom>
              <a:avLst/>
              <a:gdLst/>
              <a:ahLst/>
              <a:cxnLst/>
              <a:rect l="l" t="t" r="r" b="b"/>
              <a:pathLst>
                <a:path w="288289" h="76200">
                  <a:moveTo>
                    <a:pt x="211836" y="0"/>
                  </a:moveTo>
                  <a:lnTo>
                    <a:pt x="211836" y="76200"/>
                  </a:lnTo>
                  <a:lnTo>
                    <a:pt x="275336" y="44450"/>
                  </a:lnTo>
                  <a:lnTo>
                    <a:pt x="224536" y="44450"/>
                  </a:lnTo>
                  <a:lnTo>
                    <a:pt x="224536" y="31750"/>
                  </a:lnTo>
                  <a:lnTo>
                    <a:pt x="275336" y="31750"/>
                  </a:lnTo>
                  <a:lnTo>
                    <a:pt x="211836" y="0"/>
                  </a:lnTo>
                  <a:close/>
                </a:path>
                <a:path w="288289" h="76200">
                  <a:moveTo>
                    <a:pt x="211836" y="31750"/>
                  </a:moveTo>
                  <a:lnTo>
                    <a:pt x="0" y="31750"/>
                  </a:lnTo>
                  <a:lnTo>
                    <a:pt x="0" y="44450"/>
                  </a:lnTo>
                  <a:lnTo>
                    <a:pt x="211836" y="44450"/>
                  </a:lnTo>
                  <a:lnTo>
                    <a:pt x="211836" y="31750"/>
                  </a:lnTo>
                  <a:close/>
                </a:path>
                <a:path w="288289" h="76200">
                  <a:moveTo>
                    <a:pt x="275336" y="31750"/>
                  </a:moveTo>
                  <a:lnTo>
                    <a:pt x="224536" y="31750"/>
                  </a:lnTo>
                  <a:lnTo>
                    <a:pt x="224536" y="44450"/>
                  </a:lnTo>
                  <a:lnTo>
                    <a:pt x="275336" y="44450"/>
                  </a:lnTo>
                  <a:lnTo>
                    <a:pt x="288036" y="38100"/>
                  </a:lnTo>
                  <a:lnTo>
                    <a:pt x="275336" y="31750"/>
                  </a:lnTo>
                  <a:close/>
                </a:path>
              </a:pathLst>
            </a:custGeom>
            <a:solidFill>
              <a:srgbClr val="13299F"/>
            </a:solidFill>
          </p:spPr>
          <p:txBody>
            <a:bodyPr wrap="square" lIns="0" tIns="0" rIns="0" bIns="0" rtlCol="0"/>
            <a:lstStyle/>
            <a:p>
              <a:endParaRPr/>
            </a:p>
          </p:txBody>
        </p:sp>
        <p:sp>
          <p:nvSpPr>
            <p:cNvPr id="20" name="object 20"/>
            <p:cNvSpPr/>
            <p:nvPr/>
          </p:nvSpPr>
          <p:spPr>
            <a:xfrm>
              <a:off x="3348227" y="4617719"/>
              <a:ext cx="993775" cy="797560"/>
            </a:xfrm>
            <a:custGeom>
              <a:avLst/>
              <a:gdLst/>
              <a:ahLst/>
              <a:cxnLst/>
              <a:rect l="l" t="t" r="r" b="b"/>
              <a:pathLst>
                <a:path w="993775" h="797560">
                  <a:moveTo>
                    <a:pt x="993648" y="0"/>
                  </a:moveTo>
                  <a:lnTo>
                    <a:pt x="0" y="159384"/>
                  </a:lnTo>
                  <a:lnTo>
                    <a:pt x="0" y="637666"/>
                  </a:lnTo>
                  <a:lnTo>
                    <a:pt x="993648" y="797051"/>
                  </a:lnTo>
                  <a:lnTo>
                    <a:pt x="993648" y="0"/>
                  </a:lnTo>
                  <a:close/>
                </a:path>
              </a:pathLst>
            </a:custGeom>
            <a:solidFill>
              <a:srgbClr val="2E5496"/>
            </a:solidFill>
          </p:spPr>
          <p:txBody>
            <a:bodyPr wrap="square" lIns="0" tIns="0" rIns="0" bIns="0" rtlCol="0"/>
            <a:lstStyle/>
            <a:p>
              <a:endParaRPr/>
            </a:p>
          </p:txBody>
        </p:sp>
      </p:grpSp>
      <p:sp>
        <p:nvSpPr>
          <p:cNvPr id="21" name="object 21"/>
          <p:cNvSpPr txBox="1"/>
          <p:nvPr/>
        </p:nvSpPr>
        <p:spPr>
          <a:xfrm>
            <a:off x="3495294" y="4889754"/>
            <a:ext cx="551815" cy="208279"/>
          </a:xfrm>
          <a:prstGeom prst="rect">
            <a:avLst/>
          </a:prstGeom>
        </p:spPr>
        <p:txBody>
          <a:bodyPr vert="horz" wrap="square" lIns="0" tIns="12700" rIns="0" bIns="0" rtlCol="0">
            <a:spAutoFit/>
          </a:bodyPr>
          <a:lstStyle/>
          <a:p>
            <a:pPr marL="12700">
              <a:lnSpc>
                <a:spcPct val="100000"/>
              </a:lnSpc>
              <a:spcBef>
                <a:spcPts val="100"/>
              </a:spcBef>
            </a:pPr>
            <a:r>
              <a:rPr sz="1200" b="1" spc="-204" dirty="0">
                <a:solidFill>
                  <a:srgbClr val="FFFFFF"/>
                </a:solidFill>
                <a:latin typeface="Tahoma"/>
                <a:cs typeface="Tahoma"/>
              </a:rPr>
              <a:t>generator</a:t>
            </a:r>
            <a:endParaRPr sz="1200">
              <a:latin typeface="Tahoma"/>
              <a:cs typeface="Tahoma"/>
            </a:endParaRPr>
          </a:p>
        </p:txBody>
      </p:sp>
      <p:grpSp>
        <p:nvGrpSpPr>
          <p:cNvPr id="22" name="object 22"/>
          <p:cNvGrpSpPr/>
          <p:nvPr/>
        </p:nvGrpSpPr>
        <p:grpSpPr>
          <a:xfrm>
            <a:off x="4341876" y="4733416"/>
            <a:ext cx="803275" cy="1243965"/>
            <a:chOff x="4341876" y="4733416"/>
            <a:chExt cx="803275" cy="1243965"/>
          </a:xfrm>
        </p:grpSpPr>
        <p:sp>
          <p:nvSpPr>
            <p:cNvPr id="23" name="object 23"/>
            <p:cNvSpPr/>
            <p:nvPr/>
          </p:nvSpPr>
          <p:spPr>
            <a:xfrm>
              <a:off x="4341876" y="4985003"/>
              <a:ext cx="288290" cy="76200"/>
            </a:xfrm>
            <a:custGeom>
              <a:avLst/>
              <a:gdLst/>
              <a:ahLst/>
              <a:cxnLst/>
              <a:rect l="l" t="t" r="r" b="b"/>
              <a:pathLst>
                <a:path w="288289" h="76200">
                  <a:moveTo>
                    <a:pt x="211836" y="0"/>
                  </a:moveTo>
                  <a:lnTo>
                    <a:pt x="211836" y="76200"/>
                  </a:lnTo>
                  <a:lnTo>
                    <a:pt x="275336" y="44450"/>
                  </a:lnTo>
                  <a:lnTo>
                    <a:pt x="224536" y="44450"/>
                  </a:lnTo>
                  <a:lnTo>
                    <a:pt x="224536" y="31750"/>
                  </a:lnTo>
                  <a:lnTo>
                    <a:pt x="275336" y="31750"/>
                  </a:lnTo>
                  <a:lnTo>
                    <a:pt x="211836" y="0"/>
                  </a:lnTo>
                  <a:close/>
                </a:path>
                <a:path w="288289" h="76200">
                  <a:moveTo>
                    <a:pt x="211836" y="31750"/>
                  </a:moveTo>
                  <a:lnTo>
                    <a:pt x="0" y="31750"/>
                  </a:lnTo>
                  <a:lnTo>
                    <a:pt x="0" y="44450"/>
                  </a:lnTo>
                  <a:lnTo>
                    <a:pt x="211836" y="44450"/>
                  </a:lnTo>
                  <a:lnTo>
                    <a:pt x="211836" y="31750"/>
                  </a:lnTo>
                  <a:close/>
                </a:path>
                <a:path w="288289" h="76200">
                  <a:moveTo>
                    <a:pt x="275336" y="31750"/>
                  </a:moveTo>
                  <a:lnTo>
                    <a:pt x="224536" y="31750"/>
                  </a:lnTo>
                  <a:lnTo>
                    <a:pt x="224536" y="44450"/>
                  </a:lnTo>
                  <a:lnTo>
                    <a:pt x="275336" y="44450"/>
                  </a:lnTo>
                  <a:lnTo>
                    <a:pt x="288036" y="38100"/>
                  </a:lnTo>
                  <a:lnTo>
                    <a:pt x="275336" y="31750"/>
                  </a:lnTo>
                  <a:close/>
                </a:path>
              </a:pathLst>
            </a:custGeom>
            <a:solidFill>
              <a:srgbClr val="13299F"/>
            </a:solidFill>
          </p:spPr>
          <p:txBody>
            <a:bodyPr wrap="square" lIns="0" tIns="0" rIns="0" bIns="0" rtlCol="0"/>
            <a:lstStyle/>
            <a:p>
              <a:endParaRPr/>
            </a:p>
          </p:txBody>
        </p:sp>
        <p:pic>
          <p:nvPicPr>
            <p:cNvPr id="24" name="object 24"/>
            <p:cNvPicPr/>
            <p:nvPr/>
          </p:nvPicPr>
          <p:blipFill>
            <a:blip r:embed="rId7" cstate="print"/>
            <a:stretch>
              <a:fillRect/>
            </a:stretch>
          </p:blipFill>
          <p:spPr>
            <a:xfrm>
              <a:off x="4646676" y="4739639"/>
              <a:ext cx="492251" cy="565404"/>
            </a:xfrm>
            <a:prstGeom prst="rect">
              <a:avLst/>
            </a:prstGeom>
          </p:spPr>
        </p:pic>
        <p:sp>
          <p:nvSpPr>
            <p:cNvPr id="25" name="object 25"/>
            <p:cNvSpPr/>
            <p:nvPr/>
          </p:nvSpPr>
          <p:spPr>
            <a:xfrm>
              <a:off x="4643628" y="4736591"/>
              <a:ext cx="498475" cy="571500"/>
            </a:xfrm>
            <a:custGeom>
              <a:avLst/>
              <a:gdLst/>
              <a:ahLst/>
              <a:cxnLst/>
              <a:rect l="l" t="t" r="r" b="b"/>
              <a:pathLst>
                <a:path w="498475" h="571500">
                  <a:moveTo>
                    <a:pt x="0" y="571500"/>
                  </a:moveTo>
                  <a:lnTo>
                    <a:pt x="498348" y="571500"/>
                  </a:lnTo>
                  <a:lnTo>
                    <a:pt x="498348" y="0"/>
                  </a:lnTo>
                  <a:lnTo>
                    <a:pt x="0" y="0"/>
                  </a:lnTo>
                  <a:lnTo>
                    <a:pt x="0" y="571500"/>
                  </a:lnTo>
                  <a:close/>
                </a:path>
              </a:pathLst>
            </a:custGeom>
            <a:ln w="6096">
              <a:solidFill>
                <a:srgbClr val="BEBEBE"/>
              </a:solidFill>
            </a:ln>
          </p:spPr>
          <p:txBody>
            <a:bodyPr wrap="square" lIns="0" tIns="0" rIns="0" bIns="0" rtlCol="0"/>
            <a:lstStyle/>
            <a:p>
              <a:endParaRPr/>
            </a:p>
          </p:txBody>
        </p:sp>
        <p:pic>
          <p:nvPicPr>
            <p:cNvPr id="26" name="object 26"/>
            <p:cNvPicPr/>
            <p:nvPr/>
          </p:nvPicPr>
          <p:blipFill>
            <a:blip r:embed="rId8" cstate="print"/>
            <a:stretch>
              <a:fillRect/>
            </a:stretch>
          </p:blipFill>
          <p:spPr>
            <a:xfrm>
              <a:off x="4646676" y="5379719"/>
              <a:ext cx="492251" cy="591312"/>
            </a:xfrm>
            <a:prstGeom prst="rect">
              <a:avLst/>
            </a:prstGeom>
          </p:spPr>
        </p:pic>
        <p:sp>
          <p:nvSpPr>
            <p:cNvPr id="27" name="object 27"/>
            <p:cNvSpPr/>
            <p:nvPr/>
          </p:nvSpPr>
          <p:spPr>
            <a:xfrm>
              <a:off x="4643628" y="5376671"/>
              <a:ext cx="498475" cy="597535"/>
            </a:xfrm>
            <a:custGeom>
              <a:avLst/>
              <a:gdLst/>
              <a:ahLst/>
              <a:cxnLst/>
              <a:rect l="l" t="t" r="r" b="b"/>
              <a:pathLst>
                <a:path w="498475" h="597535">
                  <a:moveTo>
                    <a:pt x="0" y="597407"/>
                  </a:moveTo>
                  <a:lnTo>
                    <a:pt x="498348" y="597407"/>
                  </a:lnTo>
                  <a:lnTo>
                    <a:pt x="498348" y="0"/>
                  </a:lnTo>
                  <a:lnTo>
                    <a:pt x="0" y="0"/>
                  </a:lnTo>
                  <a:lnTo>
                    <a:pt x="0" y="597407"/>
                  </a:lnTo>
                  <a:close/>
                </a:path>
              </a:pathLst>
            </a:custGeom>
            <a:ln w="6096">
              <a:solidFill>
                <a:srgbClr val="BEBEBE"/>
              </a:solidFill>
            </a:ln>
          </p:spPr>
          <p:txBody>
            <a:bodyPr wrap="square" lIns="0" tIns="0" rIns="0" bIns="0" rtlCol="0"/>
            <a:lstStyle/>
            <a:p>
              <a:endParaRPr/>
            </a:p>
          </p:txBody>
        </p:sp>
      </p:grpSp>
      <p:sp>
        <p:nvSpPr>
          <p:cNvPr id="28" name="object 28"/>
          <p:cNvSpPr txBox="1"/>
          <p:nvPr/>
        </p:nvSpPr>
        <p:spPr>
          <a:xfrm>
            <a:off x="4537075" y="4310837"/>
            <a:ext cx="763270" cy="392430"/>
          </a:xfrm>
          <a:prstGeom prst="rect">
            <a:avLst/>
          </a:prstGeom>
        </p:spPr>
        <p:txBody>
          <a:bodyPr vert="horz" wrap="square" lIns="0" tIns="12700" rIns="0" bIns="0" rtlCol="0">
            <a:spAutoFit/>
          </a:bodyPr>
          <a:lstStyle/>
          <a:p>
            <a:pPr algn="ctr">
              <a:lnSpc>
                <a:spcPct val="100000"/>
              </a:lnSpc>
              <a:spcBef>
                <a:spcPts val="100"/>
              </a:spcBef>
            </a:pPr>
            <a:r>
              <a:rPr sz="1200" spc="-175" dirty="0">
                <a:latin typeface="Trebuchet MS"/>
                <a:cs typeface="Trebuchet MS"/>
              </a:rPr>
              <a:t>Fake(synthetic)</a:t>
            </a:r>
            <a:endParaRPr sz="1200">
              <a:latin typeface="Trebuchet MS"/>
              <a:cs typeface="Trebuchet MS"/>
            </a:endParaRPr>
          </a:p>
          <a:p>
            <a:pPr algn="ctr">
              <a:lnSpc>
                <a:spcPct val="100000"/>
              </a:lnSpc>
              <a:spcBef>
                <a:spcPts val="5"/>
              </a:spcBef>
            </a:pPr>
            <a:r>
              <a:rPr sz="1200" spc="-195" dirty="0">
                <a:latin typeface="Trebuchet MS"/>
                <a:cs typeface="Trebuchet MS"/>
              </a:rPr>
              <a:t>image</a:t>
            </a:r>
            <a:endParaRPr sz="1200">
              <a:latin typeface="Trebuchet MS"/>
              <a:cs typeface="Trebuchet MS"/>
            </a:endParaRPr>
          </a:p>
        </p:txBody>
      </p:sp>
      <p:sp>
        <p:nvSpPr>
          <p:cNvPr id="29" name="object 29"/>
          <p:cNvSpPr/>
          <p:nvPr/>
        </p:nvSpPr>
        <p:spPr>
          <a:xfrm>
            <a:off x="5554979" y="4934711"/>
            <a:ext cx="993775" cy="797560"/>
          </a:xfrm>
          <a:custGeom>
            <a:avLst/>
            <a:gdLst/>
            <a:ahLst/>
            <a:cxnLst/>
            <a:rect l="l" t="t" r="r" b="b"/>
            <a:pathLst>
              <a:path w="993775" h="797560">
                <a:moveTo>
                  <a:pt x="993648" y="0"/>
                </a:moveTo>
                <a:lnTo>
                  <a:pt x="0" y="159385"/>
                </a:lnTo>
                <a:lnTo>
                  <a:pt x="0" y="637666"/>
                </a:lnTo>
                <a:lnTo>
                  <a:pt x="993648" y="797051"/>
                </a:lnTo>
                <a:lnTo>
                  <a:pt x="993648" y="0"/>
                </a:lnTo>
                <a:close/>
              </a:path>
            </a:pathLst>
          </a:custGeom>
          <a:solidFill>
            <a:srgbClr val="2E5496"/>
          </a:solidFill>
        </p:spPr>
        <p:txBody>
          <a:bodyPr wrap="square" lIns="0" tIns="0" rIns="0" bIns="0" rtlCol="0"/>
          <a:lstStyle/>
          <a:p>
            <a:endParaRPr/>
          </a:p>
        </p:txBody>
      </p:sp>
      <p:sp>
        <p:nvSpPr>
          <p:cNvPr id="30" name="object 30"/>
          <p:cNvSpPr txBox="1"/>
          <p:nvPr/>
        </p:nvSpPr>
        <p:spPr>
          <a:xfrm>
            <a:off x="5606288" y="5221604"/>
            <a:ext cx="735330" cy="208279"/>
          </a:xfrm>
          <a:prstGeom prst="rect">
            <a:avLst/>
          </a:prstGeom>
        </p:spPr>
        <p:txBody>
          <a:bodyPr vert="horz" wrap="square" lIns="0" tIns="12700" rIns="0" bIns="0" rtlCol="0">
            <a:spAutoFit/>
          </a:bodyPr>
          <a:lstStyle/>
          <a:p>
            <a:pPr marL="12700">
              <a:lnSpc>
                <a:spcPct val="100000"/>
              </a:lnSpc>
              <a:spcBef>
                <a:spcPts val="100"/>
              </a:spcBef>
            </a:pPr>
            <a:r>
              <a:rPr sz="1200" b="1" spc="-190" dirty="0">
                <a:solidFill>
                  <a:srgbClr val="FFFFFF"/>
                </a:solidFill>
                <a:latin typeface="Tahoma"/>
                <a:cs typeface="Tahoma"/>
              </a:rPr>
              <a:t>discriminator</a:t>
            </a:r>
            <a:endParaRPr sz="1200">
              <a:latin typeface="Tahoma"/>
              <a:cs typeface="Tahoma"/>
            </a:endParaRPr>
          </a:p>
        </p:txBody>
      </p:sp>
      <p:sp>
        <p:nvSpPr>
          <p:cNvPr id="31" name="object 31"/>
          <p:cNvSpPr/>
          <p:nvPr/>
        </p:nvSpPr>
        <p:spPr>
          <a:xfrm>
            <a:off x="5138928" y="5016753"/>
            <a:ext cx="1705610" cy="644525"/>
          </a:xfrm>
          <a:custGeom>
            <a:avLst/>
            <a:gdLst/>
            <a:ahLst/>
            <a:cxnLst/>
            <a:rect l="l" t="t" r="r" b="b"/>
            <a:pathLst>
              <a:path w="1705609" h="644525">
                <a:moveTo>
                  <a:pt x="411099" y="404114"/>
                </a:moveTo>
                <a:lnTo>
                  <a:pt x="398399" y="397764"/>
                </a:lnTo>
                <a:lnTo>
                  <a:pt x="334899" y="366014"/>
                </a:lnTo>
                <a:lnTo>
                  <a:pt x="334899" y="397764"/>
                </a:lnTo>
                <a:lnTo>
                  <a:pt x="203073" y="397764"/>
                </a:lnTo>
                <a:lnTo>
                  <a:pt x="203073" y="631698"/>
                </a:lnTo>
                <a:lnTo>
                  <a:pt x="7620" y="631698"/>
                </a:lnTo>
                <a:lnTo>
                  <a:pt x="7620" y="644398"/>
                </a:lnTo>
                <a:lnTo>
                  <a:pt x="215773" y="644398"/>
                </a:lnTo>
                <a:lnTo>
                  <a:pt x="215773" y="638048"/>
                </a:lnTo>
                <a:lnTo>
                  <a:pt x="215773" y="631698"/>
                </a:lnTo>
                <a:lnTo>
                  <a:pt x="215773" y="410464"/>
                </a:lnTo>
                <a:lnTo>
                  <a:pt x="334899" y="410464"/>
                </a:lnTo>
                <a:lnTo>
                  <a:pt x="334899" y="442214"/>
                </a:lnTo>
                <a:lnTo>
                  <a:pt x="398399" y="410464"/>
                </a:lnTo>
                <a:lnTo>
                  <a:pt x="411099" y="404114"/>
                </a:lnTo>
                <a:close/>
              </a:path>
              <a:path w="1705609" h="644525">
                <a:moveTo>
                  <a:pt x="416941" y="226314"/>
                </a:moveTo>
                <a:lnTo>
                  <a:pt x="404241" y="219964"/>
                </a:lnTo>
                <a:lnTo>
                  <a:pt x="340741" y="188214"/>
                </a:lnTo>
                <a:lnTo>
                  <a:pt x="340741" y="219964"/>
                </a:lnTo>
                <a:lnTo>
                  <a:pt x="214757" y="219964"/>
                </a:lnTo>
                <a:lnTo>
                  <a:pt x="214757" y="12700"/>
                </a:lnTo>
                <a:lnTo>
                  <a:pt x="214757" y="6350"/>
                </a:lnTo>
                <a:lnTo>
                  <a:pt x="214757" y="0"/>
                </a:lnTo>
                <a:lnTo>
                  <a:pt x="0" y="0"/>
                </a:lnTo>
                <a:lnTo>
                  <a:pt x="0" y="12700"/>
                </a:lnTo>
                <a:lnTo>
                  <a:pt x="202057" y="12700"/>
                </a:lnTo>
                <a:lnTo>
                  <a:pt x="202057" y="232664"/>
                </a:lnTo>
                <a:lnTo>
                  <a:pt x="340741" y="232664"/>
                </a:lnTo>
                <a:lnTo>
                  <a:pt x="340741" y="264414"/>
                </a:lnTo>
                <a:lnTo>
                  <a:pt x="404241" y="232664"/>
                </a:lnTo>
                <a:lnTo>
                  <a:pt x="416941" y="226314"/>
                </a:lnTo>
                <a:close/>
              </a:path>
              <a:path w="1705609" h="644525">
                <a:moveTo>
                  <a:pt x="1705356" y="321818"/>
                </a:moveTo>
                <a:lnTo>
                  <a:pt x="1692656" y="315468"/>
                </a:lnTo>
                <a:lnTo>
                  <a:pt x="1629156" y="283718"/>
                </a:lnTo>
                <a:lnTo>
                  <a:pt x="1629156" y="315468"/>
                </a:lnTo>
                <a:lnTo>
                  <a:pt x="1417320" y="315468"/>
                </a:lnTo>
                <a:lnTo>
                  <a:pt x="1417320" y="328168"/>
                </a:lnTo>
                <a:lnTo>
                  <a:pt x="1629156" y="328168"/>
                </a:lnTo>
                <a:lnTo>
                  <a:pt x="1629156" y="359918"/>
                </a:lnTo>
                <a:lnTo>
                  <a:pt x="1692656" y="328168"/>
                </a:lnTo>
                <a:lnTo>
                  <a:pt x="1705356" y="321818"/>
                </a:lnTo>
                <a:close/>
              </a:path>
            </a:pathLst>
          </a:custGeom>
          <a:solidFill>
            <a:srgbClr val="13299F"/>
          </a:solidFill>
        </p:spPr>
        <p:txBody>
          <a:bodyPr wrap="square" lIns="0" tIns="0" rIns="0" bIns="0" rtlCol="0"/>
          <a:lstStyle/>
          <a:p>
            <a:endParaRPr/>
          </a:p>
        </p:txBody>
      </p:sp>
      <p:sp>
        <p:nvSpPr>
          <p:cNvPr id="32" name="object 32"/>
          <p:cNvSpPr/>
          <p:nvPr/>
        </p:nvSpPr>
        <p:spPr>
          <a:xfrm>
            <a:off x="6899147" y="5145023"/>
            <a:ext cx="96520" cy="398145"/>
          </a:xfrm>
          <a:custGeom>
            <a:avLst/>
            <a:gdLst/>
            <a:ahLst/>
            <a:cxnLst/>
            <a:rect l="l" t="t" r="r" b="b"/>
            <a:pathLst>
              <a:path w="96520" h="398145">
                <a:moveTo>
                  <a:pt x="96011" y="0"/>
                </a:moveTo>
                <a:lnTo>
                  <a:pt x="77313" y="1714"/>
                </a:lnTo>
                <a:lnTo>
                  <a:pt x="62055" y="6381"/>
                </a:lnTo>
                <a:lnTo>
                  <a:pt x="51774" y="13287"/>
                </a:lnTo>
                <a:lnTo>
                  <a:pt x="48005" y="21717"/>
                </a:lnTo>
                <a:lnTo>
                  <a:pt x="48005" y="177164"/>
                </a:lnTo>
                <a:lnTo>
                  <a:pt x="44237" y="185594"/>
                </a:lnTo>
                <a:lnTo>
                  <a:pt x="33956" y="192500"/>
                </a:lnTo>
                <a:lnTo>
                  <a:pt x="18698" y="197167"/>
                </a:lnTo>
                <a:lnTo>
                  <a:pt x="0" y="198881"/>
                </a:lnTo>
                <a:lnTo>
                  <a:pt x="18698" y="200596"/>
                </a:lnTo>
                <a:lnTo>
                  <a:pt x="33956" y="205263"/>
                </a:lnTo>
                <a:lnTo>
                  <a:pt x="44237" y="212169"/>
                </a:lnTo>
                <a:lnTo>
                  <a:pt x="48005" y="220598"/>
                </a:lnTo>
                <a:lnTo>
                  <a:pt x="48005" y="376047"/>
                </a:lnTo>
                <a:lnTo>
                  <a:pt x="51774" y="384476"/>
                </a:lnTo>
                <a:lnTo>
                  <a:pt x="62055" y="391382"/>
                </a:lnTo>
                <a:lnTo>
                  <a:pt x="77313" y="396049"/>
                </a:lnTo>
                <a:lnTo>
                  <a:pt x="96011" y="397763"/>
                </a:lnTo>
              </a:path>
            </a:pathLst>
          </a:custGeom>
          <a:ln w="9144">
            <a:solidFill>
              <a:srgbClr val="13299F"/>
            </a:solidFill>
          </a:ln>
        </p:spPr>
        <p:txBody>
          <a:bodyPr wrap="square" lIns="0" tIns="0" rIns="0" bIns="0" rtlCol="0"/>
          <a:lstStyle/>
          <a:p>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6624"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6" name="object 6"/>
          <p:cNvSpPr txBox="1"/>
          <p:nvPr/>
        </p:nvSpPr>
        <p:spPr>
          <a:xfrm>
            <a:off x="8671686"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3039"/>
            <a:ext cx="1820418" cy="176022"/>
          </a:xfrm>
          <a:prstGeom prst="rect">
            <a:avLst/>
          </a:prstGeom>
        </p:spPr>
      </p:pic>
      <p:pic>
        <p:nvPicPr>
          <p:cNvPr id="9" name="object 9"/>
          <p:cNvPicPr/>
          <p:nvPr/>
        </p:nvPicPr>
        <p:blipFill>
          <a:blip r:embed="rId6" cstate="print"/>
          <a:stretch>
            <a:fillRect/>
          </a:stretch>
        </p:blipFill>
        <p:spPr>
          <a:xfrm>
            <a:off x="710183" y="1830323"/>
            <a:ext cx="5334762" cy="1806702"/>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6" name="object 6"/>
          <p:cNvSpPr txBox="1"/>
          <p:nvPr/>
        </p:nvSpPr>
        <p:spPr>
          <a:xfrm>
            <a:off x="8671686"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3039"/>
            <a:ext cx="1820418" cy="176022"/>
          </a:xfrm>
          <a:prstGeom prst="rect">
            <a:avLst/>
          </a:prstGeom>
        </p:spPr>
      </p:pic>
      <p:pic>
        <p:nvPicPr>
          <p:cNvPr id="9" name="object 9"/>
          <p:cNvPicPr/>
          <p:nvPr/>
        </p:nvPicPr>
        <p:blipFill>
          <a:blip r:embed="rId6" cstate="print"/>
          <a:stretch>
            <a:fillRect/>
          </a:stretch>
        </p:blipFill>
        <p:spPr>
          <a:xfrm>
            <a:off x="710183" y="1830323"/>
            <a:ext cx="3467862" cy="162305"/>
          </a:xfrm>
          <a:prstGeom prst="rect">
            <a:avLst/>
          </a:prstGeom>
        </p:spPr>
      </p:pic>
      <p:pic>
        <p:nvPicPr>
          <p:cNvPr id="10" name="object 10"/>
          <p:cNvPicPr/>
          <p:nvPr/>
        </p:nvPicPr>
        <p:blipFill>
          <a:blip r:embed="rId7" cstate="print"/>
          <a:stretch>
            <a:fillRect/>
          </a:stretch>
        </p:blipFill>
        <p:spPr>
          <a:xfrm>
            <a:off x="2402458" y="3451352"/>
            <a:ext cx="180340" cy="120014"/>
          </a:xfrm>
          <a:prstGeom prst="rect">
            <a:avLst/>
          </a:prstGeom>
        </p:spPr>
      </p:pic>
      <p:sp>
        <p:nvSpPr>
          <p:cNvPr id="11" name="object 11"/>
          <p:cNvSpPr txBox="1"/>
          <p:nvPr/>
        </p:nvSpPr>
        <p:spPr>
          <a:xfrm>
            <a:off x="870102" y="2142236"/>
            <a:ext cx="8368030" cy="2977225"/>
          </a:xfrm>
          <a:prstGeom prst="rect">
            <a:avLst/>
          </a:prstGeom>
        </p:spPr>
        <p:txBody>
          <a:bodyPr vert="horz" wrap="square" lIns="0" tIns="13335" rIns="0" bIns="0" rtlCol="0">
            <a:spAutoFit/>
          </a:bodyPr>
          <a:lstStyle/>
          <a:p>
            <a:pPr marR="412750" algn="ctr">
              <a:lnSpc>
                <a:spcPct val="100000"/>
              </a:lnSpc>
              <a:spcBef>
                <a:spcPts val="105"/>
              </a:spcBef>
            </a:pPr>
            <a:r>
              <a:rPr sz="1400" dirty="0">
                <a:solidFill>
                  <a:srgbClr val="252525"/>
                </a:solidFill>
                <a:latin typeface="Cambria Math"/>
                <a:cs typeface="Cambria Math"/>
              </a:rPr>
              <a:t>𝑉</a:t>
            </a:r>
            <a:r>
              <a:rPr sz="1400" dirty="0">
                <a:solidFill>
                  <a:srgbClr val="252525"/>
                </a:solidFill>
                <a:latin typeface="Trebuchet MS"/>
                <a:cs typeface="Trebuchet MS"/>
              </a:rPr>
              <a:t>(</a:t>
            </a:r>
            <a:r>
              <a:rPr sz="1400" dirty="0">
                <a:solidFill>
                  <a:srgbClr val="252525"/>
                </a:solidFill>
                <a:latin typeface="Cambria Math"/>
                <a:cs typeface="Cambria Math"/>
              </a:rPr>
              <a:t>𝜃</a:t>
            </a:r>
            <a:r>
              <a:rPr sz="1400" dirty="0">
                <a:solidFill>
                  <a:srgbClr val="252525"/>
                </a:solidFill>
                <a:latin typeface="Trebuchet MS"/>
                <a:cs typeface="Trebuchet MS"/>
              </a:rPr>
              <a:t>^((</a:t>
            </a:r>
            <a:r>
              <a:rPr sz="1400" dirty="0">
                <a:solidFill>
                  <a:srgbClr val="252525"/>
                </a:solidFill>
                <a:latin typeface="Cambria Math"/>
                <a:cs typeface="Cambria Math"/>
              </a:rPr>
              <a:t>𝐷</a:t>
            </a:r>
            <a:r>
              <a:rPr sz="1400" dirty="0">
                <a:solidFill>
                  <a:srgbClr val="252525"/>
                </a:solidFill>
                <a:latin typeface="Trebuchet MS"/>
                <a:cs typeface="Trebuchet MS"/>
              </a:rPr>
              <a:t>) ), </a:t>
            </a:r>
            <a:r>
              <a:rPr sz="1400" dirty="0">
                <a:solidFill>
                  <a:srgbClr val="252525"/>
                </a:solidFill>
                <a:latin typeface="Cambria Math"/>
                <a:cs typeface="Cambria Math"/>
              </a:rPr>
              <a:t>𝜃</a:t>
            </a:r>
            <a:r>
              <a:rPr sz="1400" dirty="0">
                <a:solidFill>
                  <a:srgbClr val="252525"/>
                </a:solidFill>
                <a:latin typeface="Trebuchet MS"/>
                <a:cs typeface="Trebuchet MS"/>
              </a:rPr>
              <a:t>^((</a:t>
            </a:r>
            <a:r>
              <a:rPr sz="1400" dirty="0">
                <a:solidFill>
                  <a:srgbClr val="252525"/>
                </a:solidFill>
                <a:latin typeface="Cambria Math"/>
                <a:cs typeface="Cambria Math"/>
              </a:rPr>
              <a:t>𝐺</a:t>
            </a:r>
            <a:r>
              <a:rPr sz="1400" dirty="0">
                <a:solidFill>
                  <a:srgbClr val="252525"/>
                </a:solidFill>
                <a:latin typeface="Trebuchet MS"/>
                <a:cs typeface="Trebuchet MS"/>
              </a:rPr>
              <a:t>) ) )=</a:t>
            </a:r>
            <a:r>
              <a:rPr sz="1400" dirty="0">
                <a:solidFill>
                  <a:srgbClr val="252525"/>
                </a:solidFill>
                <a:latin typeface="Cambria Math"/>
                <a:cs typeface="Cambria Math"/>
              </a:rPr>
              <a:t>𝐸</a:t>
            </a:r>
            <a:r>
              <a:rPr sz="1400" dirty="0">
                <a:solidFill>
                  <a:srgbClr val="252525"/>
                </a:solidFill>
                <a:latin typeface="Trebuchet MS"/>
                <a:cs typeface="Trebuchet MS"/>
              </a:rPr>
              <a:t>_(</a:t>
            </a:r>
            <a:r>
              <a:rPr sz="1400" dirty="0">
                <a:solidFill>
                  <a:srgbClr val="252525"/>
                </a:solidFill>
                <a:latin typeface="Cambria Math"/>
                <a:cs typeface="Cambria Math"/>
              </a:rPr>
              <a:t>𝑥</a:t>
            </a:r>
            <a:r>
              <a:rPr sz="1400" dirty="0">
                <a:solidFill>
                  <a:srgbClr val="252525"/>
                </a:solidFill>
                <a:latin typeface="Trebuchet MS"/>
                <a:cs typeface="Trebuchet MS"/>
              </a:rPr>
              <a:t>~</a:t>
            </a:r>
            <a:r>
              <a:rPr sz="1400" dirty="0">
                <a:solidFill>
                  <a:srgbClr val="252525"/>
                </a:solidFill>
                <a:latin typeface="Cambria Math"/>
                <a:cs typeface="Cambria Math"/>
              </a:rPr>
              <a:t>𝑝</a:t>
            </a:r>
            <a:r>
              <a:rPr sz="1400" dirty="0">
                <a:solidFill>
                  <a:srgbClr val="252525"/>
                </a:solidFill>
                <a:latin typeface="Trebuchet MS"/>
                <a:cs typeface="Trebuchet MS"/>
              </a:rPr>
              <a:t>_</a:t>
            </a:r>
            <a:r>
              <a:rPr sz="1400" dirty="0">
                <a:solidFill>
                  <a:srgbClr val="252525"/>
                </a:solidFill>
                <a:latin typeface="Cambria Math"/>
                <a:cs typeface="Cambria Math"/>
              </a:rPr>
              <a:t>𝑑𝑎𝑡𝑎 </a:t>
            </a:r>
            <a:r>
              <a:rPr sz="1400" dirty="0">
                <a:solidFill>
                  <a:srgbClr val="252525"/>
                </a:solidFill>
                <a:latin typeface="Trebuchet MS"/>
                <a:cs typeface="Trebuchet MS"/>
              </a:rPr>
              <a:t>(</a:t>
            </a:r>
            <a:r>
              <a:rPr sz="1400" dirty="0">
                <a:solidFill>
                  <a:srgbClr val="252525"/>
                </a:solidFill>
                <a:latin typeface="Cambria Math"/>
                <a:cs typeface="Cambria Math"/>
              </a:rPr>
              <a:t>𝑥</a:t>
            </a:r>
            <a:r>
              <a:rPr sz="1400" dirty="0">
                <a:solidFill>
                  <a:srgbClr val="252525"/>
                </a:solidFill>
                <a:latin typeface="Trebuchet MS"/>
                <a:cs typeface="Trebuchet MS"/>
              </a:rPr>
              <a:t>)) [log(</a:t>
            </a:r>
            <a:r>
              <a:rPr sz="1400" dirty="0">
                <a:solidFill>
                  <a:srgbClr val="252525"/>
                </a:solidFill>
                <a:latin typeface="Cambria Math"/>
                <a:cs typeface="Cambria Math"/>
              </a:rPr>
              <a:t>𝐷</a:t>
            </a:r>
            <a:r>
              <a:rPr sz="1400" dirty="0">
                <a:solidFill>
                  <a:srgbClr val="252525"/>
                </a:solidFill>
                <a:latin typeface="Trebuchet MS"/>
                <a:cs typeface="Trebuchet MS"/>
              </a:rPr>
              <a:t>(</a:t>
            </a:r>
            <a:r>
              <a:rPr sz="1400" dirty="0">
                <a:solidFill>
                  <a:srgbClr val="252525"/>
                </a:solidFill>
                <a:latin typeface="Cambria Math"/>
                <a:cs typeface="Cambria Math"/>
              </a:rPr>
              <a:t>𝑥</a:t>
            </a:r>
            <a:r>
              <a:rPr sz="1400" dirty="0">
                <a:solidFill>
                  <a:srgbClr val="252525"/>
                </a:solidFill>
                <a:latin typeface="Trebuchet MS"/>
                <a:cs typeface="Trebuchet MS"/>
              </a:rPr>
              <a:t>))\]+</a:t>
            </a:r>
            <a:r>
              <a:rPr sz="1400" dirty="0">
                <a:solidFill>
                  <a:srgbClr val="252525"/>
                </a:solidFill>
                <a:latin typeface="Cambria Math"/>
                <a:cs typeface="Cambria Math"/>
              </a:rPr>
              <a:t>𝐸</a:t>
            </a:r>
            <a:r>
              <a:rPr sz="1400" dirty="0">
                <a:solidFill>
                  <a:srgbClr val="252525"/>
                </a:solidFill>
                <a:latin typeface="Trebuchet MS"/>
                <a:cs typeface="Trebuchet MS"/>
              </a:rPr>
              <a:t>_(</a:t>
            </a:r>
            <a:r>
              <a:rPr sz="1400" dirty="0">
                <a:solidFill>
                  <a:srgbClr val="252525"/>
                </a:solidFill>
                <a:latin typeface="Cambria Math"/>
                <a:cs typeface="Cambria Math"/>
              </a:rPr>
              <a:t>𝑧</a:t>
            </a:r>
            <a:r>
              <a:rPr sz="1400" dirty="0">
                <a:solidFill>
                  <a:srgbClr val="252525"/>
                </a:solidFill>
                <a:latin typeface="Trebuchet MS"/>
                <a:cs typeface="Trebuchet MS"/>
              </a:rPr>
              <a:t>~</a:t>
            </a:r>
            <a:r>
              <a:rPr sz="1400" dirty="0">
                <a:solidFill>
                  <a:srgbClr val="252525"/>
                </a:solidFill>
                <a:latin typeface="Cambria Math"/>
                <a:cs typeface="Cambria Math"/>
              </a:rPr>
              <a:t>𝑝</a:t>
            </a:r>
            <a:r>
              <a:rPr sz="1400" dirty="0">
                <a:solidFill>
                  <a:srgbClr val="252525"/>
                </a:solidFill>
                <a:latin typeface="Trebuchet MS"/>
                <a:cs typeface="Trebuchet MS"/>
              </a:rPr>
              <a:t>_</a:t>
            </a:r>
            <a:r>
              <a:rPr sz="1400" dirty="0">
                <a:solidFill>
                  <a:srgbClr val="252525"/>
                </a:solidFill>
                <a:latin typeface="Cambria Math"/>
                <a:cs typeface="Cambria Math"/>
              </a:rPr>
              <a:t>𝑧 </a:t>
            </a:r>
            <a:r>
              <a:rPr sz="1400" dirty="0">
                <a:solidFill>
                  <a:srgbClr val="252525"/>
                </a:solidFill>
                <a:latin typeface="Trebuchet MS"/>
                <a:cs typeface="Trebuchet MS"/>
              </a:rPr>
              <a:t>(</a:t>
            </a:r>
            <a:r>
              <a:rPr sz="1400" dirty="0">
                <a:solidFill>
                  <a:srgbClr val="252525"/>
                </a:solidFill>
                <a:latin typeface="Cambria Math"/>
                <a:cs typeface="Cambria Math"/>
              </a:rPr>
              <a:t>𝑧</a:t>
            </a:r>
            <a:r>
              <a:rPr sz="1400" dirty="0">
                <a:solidFill>
                  <a:srgbClr val="252525"/>
                </a:solidFill>
                <a:latin typeface="Trebuchet MS"/>
                <a:cs typeface="Trebuchet MS"/>
              </a:rPr>
              <a:t>) ) [log</a:t>
            </a:r>
            <a:r>
              <a:rPr sz="1400" dirty="0">
                <a:solidFill>
                  <a:srgbClr val="252525"/>
                </a:solidFill>
                <a:latin typeface="Cambria Math"/>
                <a:cs typeface="Cambria Math"/>
              </a:rPr>
              <a:t>〖</a:t>
            </a:r>
            <a:r>
              <a:rPr sz="1400" dirty="0">
                <a:solidFill>
                  <a:srgbClr val="252525"/>
                </a:solidFill>
                <a:latin typeface="Trebuchet MS"/>
                <a:cs typeface="Trebuchet MS"/>
              </a:rPr>
              <a:t>(1−</a:t>
            </a:r>
            <a:r>
              <a:rPr sz="1400" dirty="0">
                <a:solidFill>
                  <a:srgbClr val="252525"/>
                </a:solidFill>
                <a:latin typeface="Cambria Math"/>
                <a:cs typeface="Cambria Math"/>
              </a:rPr>
              <a:t>𝐷</a:t>
            </a:r>
            <a:r>
              <a:rPr sz="1400" dirty="0">
                <a:solidFill>
                  <a:srgbClr val="252525"/>
                </a:solidFill>
                <a:latin typeface="Trebuchet MS"/>
                <a:cs typeface="Trebuchet MS"/>
              </a:rPr>
              <a:t>(</a:t>
            </a:r>
            <a:r>
              <a:rPr sz="1400" dirty="0">
                <a:solidFill>
                  <a:srgbClr val="252525"/>
                </a:solidFill>
                <a:latin typeface="Cambria Math"/>
                <a:cs typeface="Cambria Math"/>
              </a:rPr>
              <a:t>𝐺</a:t>
            </a:r>
            <a:r>
              <a:rPr sz="1400" dirty="0">
                <a:solidFill>
                  <a:srgbClr val="252525"/>
                </a:solidFill>
                <a:latin typeface="Trebuchet MS"/>
                <a:cs typeface="Trebuchet MS"/>
              </a:rPr>
              <a:t>(</a:t>
            </a:r>
            <a:r>
              <a:rPr sz="1400" dirty="0">
                <a:solidFill>
                  <a:srgbClr val="252525"/>
                </a:solidFill>
                <a:latin typeface="Cambria Math"/>
                <a:cs typeface="Cambria Math"/>
              </a:rPr>
              <a:t>𝑧</a:t>
            </a:r>
            <a:r>
              <a:rPr sz="1400" dirty="0">
                <a:solidFill>
                  <a:srgbClr val="252525"/>
                </a:solidFill>
                <a:latin typeface="Trebuchet MS"/>
                <a:cs typeface="Trebuchet MS"/>
              </a:rPr>
              <a:t>)))</a:t>
            </a:r>
            <a:r>
              <a:rPr sz="1400" dirty="0">
                <a:solidFill>
                  <a:srgbClr val="252525"/>
                </a:solidFill>
                <a:latin typeface="Cambria Math"/>
                <a:cs typeface="Cambria Math"/>
              </a:rPr>
              <a:t>〗</a:t>
            </a:r>
            <a:r>
              <a:rPr sz="1400" dirty="0">
                <a:solidFill>
                  <a:srgbClr val="252525"/>
                </a:solidFill>
                <a:latin typeface="Trebuchet MS"/>
                <a:cs typeface="Trebuchet MS"/>
              </a:rPr>
              <a:t>]</a:t>
            </a:r>
            <a:endParaRPr sz="1400" dirty="0">
              <a:latin typeface="Trebuchet MS"/>
              <a:cs typeface="Trebuchet MS"/>
            </a:endParaRPr>
          </a:p>
          <a:p>
            <a:pPr marL="246379" indent="-182880">
              <a:lnSpc>
                <a:spcPct val="100000"/>
              </a:lnSpc>
              <a:spcBef>
                <a:spcPts val="1515"/>
              </a:spcBef>
              <a:buClr>
                <a:srgbClr val="183DAF"/>
              </a:buClr>
              <a:buFont typeface="Arial MT"/>
              <a:buChar char="•"/>
              <a:tabLst>
                <a:tab pos="246379" algn="l"/>
              </a:tabLst>
            </a:pPr>
            <a:r>
              <a:rPr sz="1300" dirty="0">
                <a:solidFill>
                  <a:srgbClr val="252525"/>
                </a:solidFill>
                <a:latin typeface="Trebuchet MS"/>
                <a:cs typeface="Trebuchet MS"/>
              </a:rPr>
              <a:t>V(</a:t>
            </a:r>
            <a:r>
              <a:rPr sz="1300" dirty="0">
                <a:solidFill>
                  <a:srgbClr val="252525"/>
                </a:solidFill>
                <a:latin typeface="Calibri"/>
                <a:cs typeface="Calibri"/>
              </a:rPr>
              <a:t>θ</a:t>
            </a:r>
            <a:r>
              <a:rPr sz="1300" dirty="0">
                <a:solidFill>
                  <a:srgbClr val="252525"/>
                </a:solidFill>
                <a:latin typeface="Trebuchet MS"/>
                <a:cs typeface="Trebuchet MS"/>
              </a:rPr>
              <a:t>(D), </a:t>
            </a:r>
            <a:r>
              <a:rPr sz="1300" dirty="0">
                <a:solidFill>
                  <a:srgbClr val="252525"/>
                </a:solidFill>
                <a:latin typeface="Calibri"/>
                <a:cs typeface="Calibri"/>
              </a:rPr>
              <a:t>θ</a:t>
            </a:r>
            <a:r>
              <a:rPr sz="1300" dirty="0">
                <a:solidFill>
                  <a:srgbClr val="252525"/>
                </a:solidFill>
                <a:latin typeface="Trebuchet MS"/>
                <a:cs typeface="Trebuchet MS"/>
              </a:rPr>
              <a:t>(G)) is called a value function.</a:t>
            </a:r>
            <a:endParaRPr sz="1300" dirty="0">
              <a:latin typeface="Trebuchet MS"/>
              <a:cs typeface="Trebuchet MS"/>
            </a:endParaRPr>
          </a:p>
          <a:p>
            <a:pPr marL="246379" indent="-182880">
              <a:lnSpc>
                <a:spcPct val="100000"/>
              </a:lnSpc>
              <a:spcBef>
                <a:spcPts val="650"/>
              </a:spcBef>
              <a:buClr>
                <a:srgbClr val="183DAF"/>
              </a:buClr>
              <a:buFont typeface="Arial MT"/>
              <a:buChar char="•"/>
              <a:tabLst>
                <a:tab pos="246379" algn="l"/>
              </a:tabLst>
            </a:pPr>
            <a:r>
              <a:rPr sz="1300" dirty="0">
                <a:solidFill>
                  <a:srgbClr val="252525"/>
                </a:solidFill>
                <a:latin typeface="Trebuchet MS"/>
                <a:cs typeface="Trebuchet MS"/>
              </a:rPr>
              <a:t>This can be considered compensation.</a:t>
            </a:r>
            <a:endParaRPr sz="1300" dirty="0">
              <a:latin typeface="Trebuchet MS"/>
              <a:cs typeface="Trebuchet MS"/>
            </a:endParaRPr>
          </a:p>
          <a:p>
            <a:pPr marL="246379" indent="-182880">
              <a:lnSpc>
                <a:spcPct val="100000"/>
              </a:lnSpc>
              <a:spcBef>
                <a:spcPts val="600"/>
              </a:spcBef>
              <a:buClr>
                <a:srgbClr val="183DAF"/>
              </a:buClr>
              <a:buFont typeface="Arial MT"/>
              <a:buChar char="•"/>
              <a:tabLst>
                <a:tab pos="246379" algn="l"/>
              </a:tabLst>
            </a:pPr>
            <a:r>
              <a:rPr sz="1300" dirty="0">
                <a:solidFill>
                  <a:srgbClr val="252525"/>
                </a:solidFill>
                <a:latin typeface="Trebuchet MS"/>
                <a:cs typeface="Trebuchet MS"/>
              </a:rPr>
              <a:t>You need to maximize this value for the discriminator (D) and minimize this value for the generator (G):</a:t>
            </a:r>
            <a:endParaRPr sz="1300" dirty="0">
              <a:latin typeface="Trebuchet MS"/>
              <a:cs typeface="Trebuchet MS"/>
            </a:endParaRPr>
          </a:p>
          <a:p>
            <a:pPr marL="545465">
              <a:lnSpc>
                <a:spcPts val="1530"/>
              </a:lnSpc>
              <a:spcBef>
                <a:spcPts val="965"/>
              </a:spcBef>
            </a:pPr>
            <a:r>
              <a:rPr sz="1400" dirty="0">
                <a:latin typeface="Cambria Math"/>
                <a:cs typeface="Cambria Math"/>
              </a:rPr>
              <a:t>min max 𝑉(𝜃  </a:t>
            </a:r>
            <a:r>
              <a:rPr sz="1500" baseline="27777" dirty="0">
                <a:latin typeface="Cambria Math"/>
                <a:cs typeface="Cambria Math"/>
              </a:rPr>
              <a:t>𝐷  </a:t>
            </a:r>
            <a:r>
              <a:rPr sz="1400" dirty="0">
                <a:latin typeface="Cambria Math"/>
                <a:cs typeface="Cambria Math"/>
              </a:rPr>
              <a:t>, 𝜃</a:t>
            </a:r>
            <a:r>
              <a:rPr sz="1500" baseline="27777" dirty="0">
                <a:latin typeface="Cambria Math"/>
                <a:cs typeface="Cambria Math"/>
              </a:rPr>
              <a:t>(𝐺)</a:t>
            </a:r>
            <a:r>
              <a:rPr sz="1400" dirty="0">
                <a:latin typeface="Cambria Math"/>
                <a:cs typeface="Cambria Math"/>
              </a:rPr>
              <a:t>)</a:t>
            </a:r>
          </a:p>
          <a:p>
            <a:pPr marL="659130">
              <a:lnSpc>
                <a:spcPts val="1105"/>
              </a:lnSpc>
              <a:tabLst>
                <a:tab pos="1015365" algn="l"/>
              </a:tabLst>
            </a:pPr>
            <a:r>
              <a:rPr sz="1050" dirty="0">
                <a:latin typeface="Cambria Math"/>
                <a:cs typeface="Cambria Math"/>
              </a:rPr>
              <a:t>𝐺	𝐷</a:t>
            </a:r>
          </a:p>
          <a:p>
            <a:pPr>
              <a:lnSpc>
                <a:spcPct val="100000"/>
              </a:lnSpc>
              <a:spcBef>
                <a:spcPts val="30"/>
              </a:spcBef>
            </a:pPr>
            <a:endParaRPr sz="1100" dirty="0">
              <a:latin typeface="Cambria Math"/>
              <a:cs typeface="Cambria Math"/>
            </a:endParaRPr>
          </a:p>
          <a:p>
            <a:pPr marL="246379" indent="-182880">
              <a:lnSpc>
                <a:spcPct val="100000"/>
              </a:lnSpc>
              <a:buClr>
                <a:srgbClr val="183DAF"/>
              </a:buClr>
              <a:buFont typeface="Arial MT"/>
              <a:buChar char="•"/>
              <a:tabLst>
                <a:tab pos="246379" algn="l"/>
              </a:tabLst>
            </a:pPr>
            <a:r>
              <a:rPr sz="1300" dirty="0">
                <a:solidFill>
                  <a:srgbClr val="252525"/>
                </a:solidFill>
                <a:latin typeface="Trebuchet MS"/>
                <a:cs typeface="Trebuchet MS"/>
              </a:rPr>
              <a:t>D(x) is a probability that shows whether the input sample x is real or fake.</a:t>
            </a:r>
            <a:endParaRPr sz="1300" dirty="0">
              <a:latin typeface="Trebuchet MS"/>
              <a:cs typeface="Trebuchet MS"/>
            </a:endParaRPr>
          </a:p>
          <a:p>
            <a:pPr marL="246379" marR="17780" indent="-182880">
              <a:lnSpc>
                <a:spcPct val="100899"/>
              </a:lnSpc>
              <a:spcBef>
                <a:spcPts val="575"/>
              </a:spcBef>
              <a:buClr>
                <a:srgbClr val="183DAF"/>
              </a:buClr>
              <a:buFont typeface="Arial MT"/>
              <a:buChar char="•"/>
              <a:tabLst>
                <a:tab pos="246379" algn="l"/>
              </a:tabLst>
            </a:pPr>
            <a:r>
              <a:rPr sz="1300" dirty="0">
                <a:solidFill>
                  <a:srgbClr val="252525"/>
                </a:solidFill>
                <a:latin typeface="Cambria Math"/>
                <a:cs typeface="Cambria Math"/>
              </a:rPr>
              <a:t>𝐸</a:t>
            </a:r>
            <a:r>
              <a:rPr sz="1300" dirty="0">
                <a:solidFill>
                  <a:srgbClr val="252525"/>
                </a:solidFill>
                <a:latin typeface="Trebuchet MS"/>
                <a:cs typeface="Trebuchet MS"/>
              </a:rPr>
              <a:t>_(</a:t>
            </a:r>
            <a:r>
              <a:rPr sz="1300" dirty="0">
                <a:solidFill>
                  <a:srgbClr val="252525"/>
                </a:solidFill>
                <a:latin typeface="Cambria Math"/>
                <a:cs typeface="Cambria Math"/>
              </a:rPr>
              <a:t>𝑥</a:t>
            </a:r>
            <a:r>
              <a:rPr sz="1300" dirty="0">
                <a:solidFill>
                  <a:srgbClr val="252525"/>
                </a:solidFill>
                <a:latin typeface="Trebuchet MS"/>
                <a:cs typeface="Trebuchet MS"/>
              </a:rPr>
              <a:t>~</a:t>
            </a:r>
            <a:r>
              <a:rPr sz="1300" dirty="0">
                <a:solidFill>
                  <a:srgbClr val="252525"/>
                </a:solidFill>
                <a:latin typeface="Cambria Math"/>
                <a:cs typeface="Cambria Math"/>
              </a:rPr>
              <a:t>𝑝</a:t>
            </a:r>
            <a:r>
              <a:rPr sz="1300" dirty="0">
                <a:solidFill>
                  <a:srgbClr val="252525"/>
                </a:solidFill>
                <a:latin typeface="Trebuchet MS"/>
                <a:cs typeface="Trebuchet MS"/>
              </a:rPr>
              <a:t>_</a:t>
            </a:r>
            <a:r>
              <a:rPr sz="1300" dirty="0">
                <a:solidFill>
                  <a:srgbClr val="252525"/>
                </a:solidFill>
                <a:latin typeface="Cambria Math"/>
                <a:cs typeface="Cambria Math"/>
              </a:rPr>
              <a:t>𝑑𝑎𝑡𝑎 </a:t>
            </a:r>
            <a:r>
              <a:rPr sz="1300" dirty="0">
                <a:solidFill>
                  <a:srgbClr val="252525"/>
                </a:solidFill>
                <a:latin typeface="Trebuchet MS"/>
                <a:cs typeface="Trebuchet MS"/>
              </a:rPr>
              <a:t>(</a:t>
            </a:r>
            <a:r>
              <a:rPr sz="1300" dirty="0">
                <a:solidFill>
                  <a:srgbClr val="252525"/>
                </a:solidFill>
                <a:latin typeface="Cambria Math"/>
                <a:cs typeface="Cambria Math"/>
              </a:rPr>
              <a:t>𝑥</a:t>
            </a:r>
            <a:r>
              <a:rPr sz="1300" dirty="0">
                <a:solidFill>
                  <a:srgbClr val="252525"/>
                </a:solidFill>
                <a:latin typeface="Trebuchet MS"/>
                <a:cs typeface="Trebuchet MS"/>
              </a:rPr>
              <a:t>)) [log</a:t>
            </a:r>
            <a:r>
              <a:rPr sz="1300" dirty="0">
                <a:solidFill>
                  <a:srgbClr val="252525"/>
                </a:solidFill>
                <a:latin typeface="Cambria Math"/>
                <a:cs typeface="Cambria Math"/>
              </a:rPr>
              <a:t>𝐷</a:t>
            </a:r>
            <a:r>
              <a:rPr sz="1300" dirty="0">
                <a:solidFill>
                  <a:srgbClr val="252525"/>
                </a:solidFill>
                <a:latin typeface="Trebuchet MS"/>
                <a:cs typeface="Trebuchet MS"/>
              </a:rPr>
              <a:t>(</a:t>
            </a:r>
            <a:r>
              <a:rPr sz="1300" dirty="0">
                <a:solidFill>
                  <a:srgbClr val="252525"/>
                </a:solidFill>
                <a:latin typeface="Cambria Math"/>
                <a:cs typeface="Cambria Math"/>
              </a:rPr>
              <a:t>𝑥</a:t>
            </a:r>
            <a:r>
              <a:rPr sz="1300" dirty="0">
                <a:solidFill>
                  <a:srgbClr val="252525"/>
                </a:solidFill>
                <a:latin typeface="Trebuchet MS"/>
                <a:cs typeface="Trebuchet MS"/>
              </a:rPr>
              <a:t>) ] shows the expected value of the expression in the bracket in regards to the sample from the data distribution (distribution  from the real sample).</a:t>
            </a:r>
            <a:endParaRPr sz="1300" dirty="0">
              <a:latin typeface="Trebuchet MS"/>
              <a:cs typeface="Trebuchet MS"/>
            </a:endParaRPr>
          </a:p>
          <a:p>
            <a:pPr marL="246379" indent="-182880">
              <a:lnSpc>
                <a:spcPct val="100000"/>
              </a:lnSpc>
              <a:spcBef>
                <a:spcPts val="590"/>
              </a:spcBef>
              <a:buClr>
                <a:srgbClr val="183DAF"/>
              </a:buClr>
              <a:buFont typeface="Arial MT"/>
              <a:buChar char="•"/>
              <a:tabLst>
                <a:tab pos="246379" algn="l"/>
              </a:tabLst>
            </a:pPr>
            <a:r>
              <a:rPr sz="1300" dirty="0">
                <a:solidFill>
                  <a:srgbClr val="252525"/>
                </a:solidFill>
                <a:latin typeface="Cambria Math"/>
                <a:cs typeface="Cambria Math"/>
              </a:rPr>
              <a:t>𝐸</a:t>
            </a:r>
            <a:r>
              <a:rPr sz="1300" dirty="0">
                <a:solidFill>
                  <a:srgbClr val="252525"/>
                </a:solidFill>
                <a:latin typeface="Trebuchet MS"/>
                <a:cs typeface="Trebuchet MS"/>
              </a:rPr>
              <a:t>_(</a:t>
            </a:r>
            <a:r>
              <a:rPr sz="1300" dirty="0">
                <a:solidFill>
                  <a:srgbClr val="252525"/>
                </a:solidFill>
                <a:latin typeface="Cambria Math"/>
                <a:cs typeface="Cambria Math"/>
              </a:rPr>
              <a:t>𝑧</a:t>
            </a:r>
            <a:r>
              <a:rPr sz="1300" dirty="0">
                <a:solidFill>
                  <a:srgbClr val="252525"/>
                </a:solidFill>
                <a:latin typeface="Trebuchet MS"/>
                <a:cs typeface="Trebuchet MS"/>
              </a:rPr>
              <a:t>~</a:t>
            </a:r>
            <a:r>
              <a:rPr sz="1300" dirty="0">
                <a:solidFill>
                  <a:srgbClr val="252525"/>
                </a:solidFill>
                <a:latin typeface="Cambria Math"/>
                <a:cs typeface="Cambria Math"/>
              </a:rPr>
              <a:t>𝑝</a:t>
            </a:r>
            <a:r>
              <a:rPr sz="1300" dirty="0">
                <a:solidFill>
                  <a:srgbClr val="252525"/>
                </a:solidFill>
                <a:latin typeface="Trebuchet MS"/>
                <a:cs typeface="Trebuchet MS"/>
              </a:rPr>
              <a:t>_</a:t>
            </a:r>
            <a:r>
              <a:rPr sz="1300" dirty="0">
                <a:solidFill>
                  <a:srgbClr val="252525"/>
                </a:solidFill>
                <a:latin typeface="Cambria Math"/>
                <a:cs typeface="Cambria Math"/>
              </a:rPr>
              <a:t>𝑧 </a:t>
            </a:r>
            <a:r>
              <a:rPr sz="1300" dirty="0">
                <a:solidFill>
                  <a:srgbClr val="252525"/>
                </a:solidFill>
                <a:latin typeface="Trebuchet MS"/>
                <a:cs typeface="Trebuchet MS"/>
              </a:rPr>
              <a:t>(</a:t>
            </a:r>
            <a:r>
              <a:rPr sz="1300" dirty="0">
                <a:solidFill>
                  <a:srgbClr val="252525"/>
                </a:solidFill>
                <a:latin typeface="Cambria Math"/>
                <a:cs typeface="Cambria Math"/>
              </a:rPr>
              <a:t>𝑧</a:t>
            </a:r>
            <a:r>
              <a:rPr sz="1300" dirty="0">
                <a:solidFill>
                  <a:srgbClr val="252525"/>
                </a:solidFill>
                <a:latin typeface="Trebuchet MS"/>
                <a:cs typeface="Trebuchet MS"/>
              </a:rPr>
              <a:t>) ) [log</a:t>
            </a:r>
            <a:r>
              <a:rPr sz="1300" dirty="0">
                <a:solidFill>
                  <a:srgbClr val="252525"/>
                </a:solidFill>
                <a:latin typeface="Cambria Math"/>
                <a:cs typeface="Cambria Math"/>
              </a:rPr>
              <a:t>〖</a:t>
            </a:r>
            <a:r>
              <a:rPr sz="1300" dirty="0">
                <a:solidFill>
                  <a:srgbClr val="252525"/>
                </a:solidFill>
                <a:latin typeface="Trebuchet MS"/>
                <a:cs typeface="Trebuchet MS"/>
              </a:rPr>
              <a:t>(1−</a:t>
            </a:r>
            <a:r>
              <a:rPr sz="1300" dirty="0">
                <a:solidFill>
                  <a:srgbClr val="252525"/>
                </a:solidFill>
                <a:latin typeface="Cambria Math"/>
                <a:cs typeface="Cambria Math"/>
              </a:rPr>
              <a:t>𝐷</a:t>
            </a:r>
            <a:r>
              <a:rPr sz="1300" dirty="0">
                <a:solidFill>
                  <a:srgbClr val="252525"/>
                </a:solidFill>
                <a:latin typeface="Trebuchet MS"/>
                <a:cs typeface="Trebuchet MS"/>
              </a:rPr>
              <a:t>(</a:t>
            </a:r>
            <a:r>
              <a:rPr sz="1300" dirty="0">
                <a:solidFill>
                  <a:srgbClr val="252525"/>
                </a:solidFill>
                <a:latin typeface="Cambria Math"/>
                <a:cs typeface="Cambria Math"/>
              </a:rPr>
              <a:t>𝐺</a:t>
            </a:r>
            <a:r>
              <a:rPr sz="1300" dirty="0">
                <a:solidFill>
                  <a:srgbClr val="252525"/>
                </a:solidFill>
                <a:latin typeface="Trebuchet MS"/>
                <a:cs typeface="Trebuchet MS"/>
              </a:rPr>
              <a:t>(</a:t>
            </a:r>
            <a:r>
              <a:rPr sz="1300" dirty="0">
                <a:solidFill>
                  <a:srgbClr val="252525"/>
                </a:solidFill>
                <a:latin typeface="Cambria Math"/>
                <a:cs typeface="Cambria Math"/>
              </a:rPr>
              <a:t>𝑧</a:t>
            </a:r>
            <a:r>
              <a:rPr sz="1300" dirty="0">
                <a:solidFill>
                  <a:srgbClr val="252525"/>
                </a:solidFill>
                <a:latin typeface="Trebuchet MS"/>
                <a:cs typeface="Trebuchet MS"/>
              </a:rPr>
              <a:t>)))</a:t>
            </a:r>
            <a:r>
              <a:rPr sz="1300" dirty="0">
                <a:solidFill>
                  <a:srgbClr val="252525"/>
                </a:solidFill>
                <a:latin typeface="Cambria Math"/>
                <a:cs typeface="Cambria Math"/>
              </a:rPr>
              <a:t>〗</a:t>
            </a:r>
            <a:r>
              <a:rPr sz="1300" dirty="0">
                <a:solidFill>
                  <a:srgbClr val="252525"/>
                </a:solidFill>
                <a:latin typeface="Trebuchet MS"/>
                <a:cs typeface="Trebuchet MS"/>
              </a:rPr>
              <a:t>] shows the expected value of the expression in the bracket in regards to the input vector z.</a:t>
            </a:r>
            <a:endParaRPr sz="1300" dirty="0">
              <a:latin typeface="Trebuchet MS"/>
              <a:cs typeface="Trebuchet MS"/>
            </a:endParaRPr>
          </a:p>
        </p:txBody>
      </p:sp>
      <p:pic>
        <p:nvPicPr>
          <p:cNvPr id="12" name="object 12"/>
          <p:cNvPicPr/>
          <p:nvPr/>
        </p:nvPicPr>
        <p:blipFill>
          <a:blip r:embed="rId8" cstate="print"/>
          <a:stretch>
            <a:fillRect/>
          </a:stretch>
        </p:blipFill>
        <p:spPr>
          <a:xfrm>
            <a:off x="1120139" y="3444240"/>
            <a:ext cx="205740" cy="20574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5873" y="6524434"/>
            <a:ext cx="8759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6" name="object 6"/>
          <p:cNvSpPr txBox="1"/>
          <p:nvPr/>
        </p:nvSpPr>
        <p:spPr>
          <a:xfrm>
            <a:off x="867283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pic>
        <p:nvPicPr>
          <p:cNvPr id="7" name="object 7"/>
          <p:cNvPicPr/>
          <p:nvPr/>
        </p:nvPicPr>
        <p:blipFill>
          <a:blip r:embed="rId5" cstate="print"/>
          <a:stretch>
            <a:fillRect/>
          </a:stretch>
        </p:blipFill>
        <p:spPr>
          <a:xfrm>
            <a:off x="710183" y="1830323"/>
            <a:ext cx="5174742" cy="1806702"/>
          </a:xfrm>
          <a:prstGeom prst="rect">
            <a:avLst/>
          </a:prstGeom>
        </p:spPr>
      </p:pic>
      <p:sp>
        <p:nvSpPr>
          <p:cNvPr id="8" name="object 8"/>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9327" y="1463039"/>
            <a:ext cx="3560826" cy="176022"/>
          </a:xfrm>
          <a:prstGeom prst="rect">
            <a:avLst/>
          </a:prstGeom>
        </p:spPr>
      </p:pic>
      <p:sp>
        <p:nvSpPr>
          <p:cNvPr id="10" name="object 10"/>
          <p:cNvSpPr txBox="1"/>
          <p:nvPr/>
        </p:nvSpPr>
        <p:spPr>
          <a:xfrm>
            <a:off x="726948" y="3860291"/>
            <a:ext cx="8509000" cy="1955800"/>
          </a:xfrm>
          <a:prstGeom prst="rect">
            <a:avLst/>
          </a:prstGeom>
          <a:ln w="9144">
            <a:solidFill>
              <a:srgbClr val="000000"/>
            </a:solidFill>
          </a:ln>
        </p:spPr>
        <p:txBody>
          <a:bodyPr vert="horz" wrap="square" lIns="0" tIns="45085" rIns="0" bIns="0" rtlCol="0">
            <a:spAutoFit/>
          </a:bodyPr>
          <a:lstStyle/>
          <a:p>
            <a:pPr marL="357505" indent="-183515">
              <a:lnSpc>
                <a:spcPct val="100000"/>
              </a:lnSpc>
              <a:spcBef>
                <a:spcPts val="355"/>
              </a:spcBef>
              <a:buClr>
                <a:srgbClr val="183DAF"/>
              </a:buClr>
              <a:buFont typeface="Arial MT"/>
              <a:buChar char="•"/>
              <a:tabLst>
                <a:tab pos="358140" algn="l"/>
              </a:tabLst>
            </a:pPr>
            <a:r>
              <a:rPr sz="1300" dirty="0">
                <a:solidFill>
                  <a:srgbClr val="252525"/>
                </a:solidFill>
                <a:latin typeface="Trebuchet MS"/>
                <a:cs typeface="Trebuchet MS"/>
              </a:rPr>
              <a:t>Iterate these in every training repetition.</a:t>
            </a:r>
            <a:endParaRPr sz="1300">
              <a:latin typeface="Trebuchet MS"/>
              <a:cs typeface="Trebuchet MS"/>
            </a:endParaRPr>
          </a:p>
          <a:p>
            <a:pPr marL="357505" indent="-183515">
              <a:lnSpc>
                <a:spcPct val="100000"/>
              </a:lnSpc>
              <a:spcBef>
                <a:spcPts val="600"/>
              </a:spcBef>
              <a:buClr>
                <a:srgbClr val="183DAF"/>
              </a:buClr>
              <a:buFont typeface="Arial MT"/>
              <a:buChar char="•"/>
              <a:tabLst>
                <a:tab pos="358140" algn="l"/>
              </a:tabLst>
            </a:pPr>
            <a:r>
              <a:rPr sz="1300" dirty="0">
                <a:solidFill>
                  <a:srgbClr val="252525"/>
                </a:solidFill>
                <a:latin typeface="Trebuchet MS"/>
                <a:cs typeface="Trebuchet MS"/>
              </a:rPr>
              <a:t>Let’s suppose you are fixating the generator neural network and optimizing the discriminator.</a:t>
            </a:r>
            <a:endParaRPr sz="1300">
              <a:latin typeface="Trebuchet MS"/>
              <a:cs typeface="Trebuchet MS"/>
            </a:endParaRPr>
          </a:p>
          <a:p>
            <a:pPr marL="357505" indent="-183515">
              <a:lnSpc>
                <a:spcPct val="100000"/>
              </a:lnSpc>
              <a:spcBef>
                <a:spcPts val="555"/>
              </a:spcBef>
              <a:buClr>
                <a:srgbClr val="183DAF"/>
              </a:buClr>
              <a:buFont typeface="Arial MT"/>
              <a:buChar char="•"/>
              <a:tabLst>
                <a:tab pos="358140" algn="l"/>
              </a:tabLst>
            </a:pPr>
            <a:r>
              <a:rPr sz="1300" dirty="0">
                <a:solidFill>
                  <a:srgbClr val="252525"/>
                </a:solidFill>
                <a:latin typeface="Trebuchet MS"/>
                <a:cs typeface="Trebuchet MS"/>
              </a:rPr>
              <a:t>Both terms of the value function V(</a:t>
            </a:r>
            <a:r>
              <a:rPr sz="1300" dirty="0">
                <a:solidFill>
                  <a:srgbClr val="252525"/>
                </a:solidFill>
                <a:latin typeface="Calibri"/>
                <a:cs typeface="Calibri"/>
              </a:rPr>
              <a:t>θ</a:t>
            </a:r>
            <a:r>
              <a:rPr sz="1300" dirty="0">
                <a:solidFill>
                  <a:srgbClr val="252525"/>
                </a:solidFill>
                <a:latin typeface="Trebuchet MS"/>
                <a:cs typeface="Trebuchet MS"/>
              </a:rPr>
              <a:t>(D), </a:t>
            </a:r>
            <a:r>
              <a:rPr sz="1300" dirty="0">
                <a:solidFill>
                  <a:srgbClr val="252525"/>
                </a:solidFill>
                <a:latin typeface="Calibri"/>
                <a:cs typeface="Calibri"/>
              </a:rPr>
              <a:t>θ</a:t>
            </a:r>
            <a:r>
              <a:rPr sz="1300" dirty="0">
                <a:solidFill>
                  <a:srgbClr val="252525"/>
                </a:solidFill>
                <a:latin typeface="Trebuchet MS"/>
                <a:cs typeface="Trebuchet MS"/>
              </a:rPr>
              <a:t>(G)) contribute to the optimization of the discriminator.</a:t>
            </a:r>
            <a:endParaRPr sz="1300">
              <a:latin typeface="Trebuchet MS"/>
              <a:cs typeface="Trebuchet MS"/>
            </a:endParaRPr>
          </a:p>
          <a:p>
            <a:pPr marL="357505" indent="-183515">
              <a:lnSpc>
                <a:spcPct val="100000"/>
              </a:lnSpc>
              <a:spcBef>
                <a:spcPts val="645"/>
              </a:spcBef>
              <a:buClr>
                <a:srgbClr val="183DAF"/>
              </a:buClr>
              <a:buFont typeface="Arial MT"/>
              <a:buChar char="•"/>
              <a:tabLst>
                <a:tab pos="358140" algn="l"/>
              </a:tabLst>
            </a:pPr>
            <a:r>
              <a:rPr sz="1300" dirty="0">
                <a:solidFill>
                  <a:srgbClr val="252525"/>
                </a:solidFill>
                <a:latin typeface="Trebuchet MS"/>
                <a:cs typeface="Trebuchet MS"/>
              </a:rPr>
              <a:t>The first term is loss related to the real sample.</a:t>
            </a:r>
            <a:endParaRPr sz="1300">
              <a:latin typeface="Trebuchet MS"/>
              <a:cs typeface="Trebuchet MS"/>
            </a:endParaRPr>
          </a:p>
          <a:p>
            <a:pPr marL="357505" indent="-183515">
              <a:lnSpc>
                <a:spcPct val="100000"/>
              </a:lnSpc>
              <a:spcBef>
                <a:spcPts val="605"/>
              </a:spcBef>
              <a:buClr>
                <a:srgbClr val="183DAF"/>
              </a:buClr>
              <a:buFont typeface="Arial MT"/>
              <a:buChar char="•"/>
              <a:tabLst>
                <a:tab pos="358140" algn="l"/>
              </a:tabLst>
            </a:pPr>
            <a:r>
              <a:rPr sz="1300" dirty="0">
                <a:solidFill>
                  <a:srgbClr val="252525"/>
                </a:solidFill>
                <a:latin typeface="Trebuchet MS"/>
                <a:cs typeface="Trebuchet MS"/>
              </a:rPr>
              <a:t>The second term is loss related to the fake sample.</a:t>
            </a:r>
            <a:endParaRPr sz="1300">
              <a:latin typeface="Trebuchet MS"/>
              <a:cs typeface="Trebuchet MS"/>
            </a:endParaRPr>
          </a:p>
          <a:p>
            <a:pPr marL="357505" indent="-183515">
              <a:lnSpc>
                <a:spcPct val="100000"/>
              </a:lnSpc>
              <a:spcBef>
                <a:spcPts val="550"/>
              </a:spcBef>
              <a:buClr>
                <a:srgbClr val="183DAF"/>
              </a:buClr>
              <a:buFont typeface="Arial MT"/>
              <a:buChar char="•"/>
              <a:tabLst>
                <a:tab pos="358140" algn="l"/>
              </a:tabLst>
            </a:pPr>
            <a:r>
              <a:rPr sz="1300" dirty="0">
                <a:solidFill>
                  <a:srgbClr val="252525"/>
                </a:solidFill>
                <a:latin typeface="Trebuchet MS"/>
                <a:cs typeface="Trebuchet MS"/>
              </a:rPr>
              <a:t>If you fix G, the objective function serves to maximize V(</a:t>
            </a:r>
            <a:r>
              <a:rPr sz="1300" dirty="0">
                <a:solidFill>
                  <a:srgbClr val="252525"/>
                </a:solidFill>
                <a:latin typeface="Calibri"/>
                <a:cs typeface="Calibri"/>
              </a:rPr>
              <a:t>θ</a:t>
            </a:r>
            <a:r>
              <a:rPr sz="1300" dirty="0">
                <a:solidFill>
                  <a:srgbClr val="252525"/>
                </a:solidFill>
                <a:latin typeface="Trebuchet MS"/>
                <a:cs typeface="Trebuchet MS"/>
              </a:rPr>
              <a:t>(D) </a:t>
            </a:r>
            <a:r>
              <a:rPr sz="1300" dirty="0">
                <a:solidFill>
                  <a:srgbClr val="252525"/>
                </a:solidFill>
                <a:latin typeface="Calibri"/>
                <a:cs typeface="Calibri"/>
              </a:rPr>
              <a:t>θ</a:t>
            </a:r>
            <a:r>
              <a:rPr sz="1300" dirty="0">
                <a:solidFill>
                  <a:srgbClr val="252525"/>
                </a:solidFill>
                <a:latin typeface="Trebuchet MS"/>
                <a:cs typeface="Trebuchet MS"/>
              </a:rPr>
              <a:t>(G)).</a:t>
            </a:r>
            <a:endParaRPr sz="1300">
              <a:latin typeface="Trebuchet MS"/>
              <a:cs typeface="Trebuchet MS"/>
            </a:endParaRPr>
          </a:p>
          <a:p>
            <a:pPr marL="357505" indent="-183515">
              <a:lnSpc>
                <a:spcPct val="100000"/>
              </a:lnSpc>
              <a:spcBef>
                <a:spcPts val="650"/>
              </a:spcBef>
              <a:buClr>
                <a:srgbClr val="183DAF"/>
              </a:buClr>
              <a:buFont typeface="Arial MT"/>
              <a:buChar char="•"/>
              <a:tabLst>
                <a:tab pos="358140" algn="l"/>
              </a:tabLst>
            </a:pPr>
            <a:r>
              <a:rPr sz="1300" dirty="0">
                <a:solidFill>
                  <a:srgbClr val="252525"/>
                </a:solidFill>
                <a:latin typeface="Trebuchet MS"/>
                <a:cs typeface="Trebuchet MS"/>
              </a:rPr>
              <a:t>That is, making the discriminator better distinguish between real and fake images.</a:t>
            </a:r>
            <a:endParaRPr sz="1300">
              <a:latin typeface="Trebuchet MS"/>
              <a:cs typeface="Trebuchet MS"/>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1604" y="6524434"/>
            <a:ext cx="11338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6" name="object 6"/>
          <p:cNvSpPr txBox="1"/>
          <p:nvPr/>
        </p:nvSpPr>
        <p:spPr>
          <a:xfrm>
            <a:off x="867283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3039"/>
            <a:ext cx="3560826" cy="176022"/>
          </a:xfrm>
          <a:prstGeom prst="rect">
            <a:avLst/>
          </a:prstGeom>
        </p:spPr>
      </p:pic>
      <p:grpSp>
        <p:nvGrpSpPr>
          <p:cNvPr id="9" name="object 9"/>
          <p:cNvGrpSpPr/>
          <p:nvPr/>
        </p:nvGrpSpPr>
        <p:grpSpPr>
          <a:xfrm>
            <a:off x="710183" y="1805939"/>
            <a:ext cx="7969250" cy="1807210"/>
            <a:chOff x="710183" y="1805939"/>
            <a:chExt cx="7969250" cy="1807210"/>
          </a:xfrm>
        </p:grpSpPr>
        <p:pic>
          <p:nvPicPr>
            <p:cNvPr id="10" name="object 10"/>
            <p:cNvPicPr/>
            <p:nvPr/>
          </p:nvPicPr>
          <p:blipFill>
            <a:blip r:embed="rId6" cstate="print"/>
            <a:stretch>
              <a:fillRect/>
            </a:stretch>
          </p:blipFill>
          <p:spPr>
            <a:xfrm>
              <a:off x="710183" y="1805939"/>
              <a:ext cx="7067550" cy="1806701"/>
            </a:xfrm>
            <a:prstGeom prst="rect">
              <a:avLst/>
            </a:prstGeom>
          </p:spPr>
        </p:pic>
        <p:pic>
          <p:nvPicPr>
            <p:cNvPr id="11" name="object 11"/>
            <p:cNvPicPr/>
            <p:nvPr/>
          </p:nvPicPr>
          <p:blipFill>
            <a:blip r:embed="rId7" cstate="print"/>
            <a:stretch>
              <a:fillRect/>
            </a:stretch>
          </p:blipFill>
          <p:spPr>
            <a:xfrm>
              <a:off x="7071360" y="2528315"/>
              <a:ext cx="1607820" cy="216408"/>
            </a:xfrm>
            <a:prstGeom prst="rect">
              <a:avLst/>
            </a:prstGeom>
          </p:spPr>
        </p:pic>
      </p:grpSp>
      <p:sp>
        <p:nvSpPr>
          <p:cNvPr id="12" name="object 12"/>
          <p:cNvSpPr/>
          <p:nvPr/>
        </p:nvSpPr>
        <p:spPr>
          <a:xfrm>
            <a:off x="1908048" y="4162044"/>
            <a:ext cx="5779135" cy="554990"/>
          </a:xfrm>
          <a:custGeom>
            <a:avLst/>
            <a:gdLst/>
            <a:ahLst/>
            <a:cxnLst/>
            <a:rect l="l" t="t" r="r" b="b"/>
            <a:pathLst>
              <a:path w="5779134" h="554989">
                <a:moveTo>
                  <a:pt x="5779008" y="0"/>
                </a:moveTo>
                <a:lnTo>
                  <a:pt x="0" y="0"/>
                </a:lnTo>
                <a:lnTo>
                  <a:pt x="0" y="554735"/>
                </a:lnTo>
                <a:lnTo>
                  <a:pt x="5779008" y="554735"/>
                </a:lnTo>
                <a:lnTo>
                  <a:pt x="5779008" y="0"/>
                </a:lnTo>
                <a:close/>
              </a:path>
            </a:pathLst>
          </a:custGeom>
          <a:solidFill>
            <a:srgbClr val="F1F1F1"/>
          </a:solidFill>
        </p:spPr>
        <p:txBody>
          <a:bodyPr wrap="square" lIns="0" tIns="0" rIns="0" bIns="0" rtlCol="0"/>
          <a:lstStyle/>
          <a:p>
            <a:endParaRPr/>
          </a:p>
        </p:txBody>
      </p:sp>
      <p:sp>
        <p:nvSpPr>
          <p:cNvPr id="13" name="object 13"/>
          <p:cNvSpPr txBox="1"/>
          <p:nvPr/>
        </p:nvSpPr>
        <p:spPr>
          <a:xfrm>
            <a:off x="2781045" y="4533391"/>
            <a:ext cx="2486025" cy="170180"/>
          </a:xfrm>
          <a:prstGeom prst="rect">
            <a:avLst/>
          </a:prstGeom>
        </p:spPr>
        <p:txBody>
          <a:bodyPr vert="horz" wrap="square" lIns="0" tIns="12065" rIns="0" bIns="0" rtlCol="0">
            <a:spAutoFit/>
          </a:bodyPr>
          <a:lstStyle/>
          <a:p>
            <a:pPr>
              <a:lnSpc>
                <a:spcPct val="100000"/>
              </a:lnSpc>
              <a:spcBef>
                <a:spcPts val="95"/>
              </a:spcBef>
              <a:tabLst>
                <a:tab pos="2393950" algn="l"/>
              </a:tabLst>
            </a:pPr>
            <a:r>
              <a:rPr sz="950" spc="30" dirty="0">
                <a:latin typeface="Cambria Math"/>
                <a:cs typeface="Cambria Math"/>
              </a:rPr>
              <a:t>𝐺	𝐺</a:t>
            </a:r>
            <a:endParaRPr sz="950">
              <a:latin typeface="Cambria Math"/>
              <a:cs typeface="Cambria Math"/>
            </a:endParaRPr>
          </a:p>
        </p:txBody>
      </p:sp>
      <p:pic>
        <p:nvPicPr>
          <p:cNvPr id="14" name="object 14"/>
          <p:cNvPicPr/>
          <p:nvPr/>
        </p:nvPicPr>
        <p:blipFill>
          <a:blip r:embed="rId8" cstate="print"/>
          <a:stretch>
            <a:fillRect/>
          </a:stretch>
        </p:blipFill>
        <p:spPr>
          <a:xfrm>
            <a:off x="5795009" y="4508627"/>
            <a:ext cx="144652" cy="111506"/>
          </a:xfrm>
          <a:prstGeom prst="rect">
            <a:avLst/>
          </a:prstGeom>
        </p:spPr>
      </p:pic>
      <p:sp>
        <p:nvSpPr>
          <p:cNvPr id="15" name="object 15"/>
          <p:cNvSpPr txBox="1"/>
          <p:nvPr/>
        </p:nvSpPr>
        <p:spPr>
          <a:xfrm>
            <a:off x="1961132" y="4194505"/>
            <a:ext cx="6711697" cy="396904"/>
          </a:xfrm>
          <a:prstGeom prst="rect">
            <a:avLst/>
          </a:prstGeom>
        </p:spPr>
        <p:txBody>
          <a:bodyPr vert="horz" wrap="square" lIns="0" tIns="12065" rIns="0" bIns="0" rtlCol="0">
            <a:spAutoFit/>
          </a:bodyPr>
          <a:lstStyle/>
          <a:p>
            <a:pPr marL="38100">
              <a:lnSpc>
                <a:spcPts val="1545"/>
              </a:lnSpc>
              <a:spcBef>
                <a:spcPts val="95"/>
              </a:spcBef>
            </a:pPr>
            <a:r>
              <a:rPr sz="1300" dirty="0">
                <a:latin typeface="Trebuchet MS"/>
                <a:cs typeface="Trebuchet MS"/>
              </a:rPr>
              <a:t>To solve such a problem, you can write the objective function intended for</a:t>
            </a:r>
          </a:p>
          <a:p>
            <a:pPr marL="38100">
              <a:lnSpc>
                <a:spcPts val="1545"/>
              </a:lnSpc>
            </a:pPr>
            <a:r>
              <a:rPr sz="1300" dirty="0">
                <a:latin typeface="Trebuchet MS"/>
                <a:cs typeface="Trebuchet MS"/>
              </a:rPr>
              <a:t>minimization </a:t>
            </a:r>
            <a:r>
              <a:rPr sz="1300" dirty="0">
                <a:latin typeface="Cambria Math"/>
                <a:cs typeface="Cambria Math"/>
              </a:rPr>
              <a:t>min 𝐸</a:t>
            </a:r>
            <a:r>
              <a:rPr sz="1425" baseline="-14619" dirty="0">
                <a:latin typeface="Cambria Math"/>
                <a:cs typeface="Cambria Math"/>
              </a:rPr>
              <a:t>𝑧~𝑝</a:t>
            </a:r>
            <a:r>
              <a:rPr sz="1125" baseline="-33333" dirty="0">
                <a:latin typeface="Cambria Math"/>
                <a:cs typeface="Cambria Math"/>
              </a:rPr>
              <a:t>𝑧</a:t>
            </a:r>
            <a:r>
              <a:rPr sz="1425" baseline="-14619" dirty="0">
                <a:latin typeface="Cambria Math"/>
                <a:cs typeface="Cambria Math"/>
              </a:rPr>
              <a:t>(𝑧)</a:t>
            </a:r>
            <a:r>
              <a:rPr sz="1300" dirty="0">
                <a:latin typeface="Cambria Math"/>
                <a:cs typeface="Cambria Math"/>
              </a:rPr>
              <a:t>[log(1 − 𝐷(𝐺(𝑧)))] </a:t>
            </a:r>
            <a:r>
              <a:rPr sz="1300" dirty="0">
                <a:latin typeface="Trebuchet MS"/>
                <a:cs typeface="Trebuchet MS"/>
              </a:rPr>
              <a:t>as </a:t>
            </a:r>
            <a:r>
              <a:rPr sz="1300" dirty="0">
                <a:latin typeface="Cambria Math"/>
                <a:cs typeface="Cambria Math"/>
              </a:rPr>
              <a:t>max 𝐸</a:t>
            </a:r>
            <a:r>
              <a:rPr sz="1425" baseline="-14619" dirty="0">
                <a:latin typeface="Cambria Math"/>
                <a:cs typeface="Cambria Math"/>
              </a:rPr>
              <a:t>𝑧~𝑝</a:t>
            </a:r>
            <a:r>
              <a:rPr sz="1125" baseline="-33333" dirty="0">
                <a:latin typeface="Cambria Math"/>
                <a:cs typeface="Cambria Math"/>
              </a:rPr>
              <a:t>𝑧   </a:t>
            </a:r>
            <a:r>
              <a:rPr sz="1425" baseline="-14619" dirty="0">
                <a:latin typeface="Cambria Math"/>
                <a:cs typeface="Cambria Math"/>
              </a:rPr>
              <a:t>𝑧  </a:t>
            </a:r>
            <a:r>
              <a:rPr sz="1300" dirty="0">
                <a:latin typeface="Cambria Math"/>
                <a:cs typeface="Cambria Math"/>
              </a:rPr>
              <a:t>[log(𝐷(𝐺(𝑧)))]</a:t>
            </a:r>
            <a:r>
              <a:rPr sz="1300" dirty="0">
                <a:latin typeface="Trebuchet MS"/>
                <a:cs typeface="Trebuchet MS"/>
              </a:rPr>
              <a:t>.</a:t>
            </a:r>
          </a:p>
        </p:txBody>
      </p:sp>
      <p:sp>
        <p:nvSpPr>
          <p:cNvPr id="19" name="object 19"/>
          <p:cNvSpPr txBox="1"/>
          <p:nvPr/>
        </p:nvSpPr>
        <p:spPr>
          <a:xfrm>
            <a:off x="2314562" y="6009599"/>
            <a:ext cx="5131688" cy="332783"/>
          </a:xfrm>
          <a:prstGeom prst="rect">
            <a:avLst/>
          </a:prstGeom>
        </p:spPr>
        <p:txBody>
          <a:bodyPr vert="horz" wrap="square" lIns="0" tIns="12065" rIns="0" bIns="0" rtlCol="0">
            <a:spAutoFit/>
          </a:bodyPr>
          <a:lstStyle/>
          <a:p>
            <a:pPr marR="221615" algn="ctr">
              <a:lnSpc>
                <a:spcPts val="1035"/>
              </a:lnSpc>
              <a:spcBef>
                <a:spcPts val="95"/>
              </a:spcBef>
            </a:pPr>
            <a:r>
              <a:rPr sz="950" dirty="0">
                <a:latin typeface="Cambria Math"/>
                <a:cs typeface="Cambria Math"/>
              </a:rPr>
              <a:t>𝐺</a:t>
            </a:r>
            <a:endParaRPr sz="950">
              <a:latin typeface="Cambria Math"/>
              <a:cs typeface="Cambria Math"/>
            </a:endParaRPr>
          </a:p>
          <a:p>
            <a:pPr>
              <a:lnSpc>
                <a:spcPts val="1455"/>
              </a:lnSpc>
            </a:pPr>
            <a:r>
              <a:rPr sz="1300" dirty="0">
                <a:latin typeface="Trebuchet MS"/>
                <a:cs typeface="Trebuchet MS"/>
              </a:rPr>
              <a:t>you can minimize binary cross entropy loss with the new label.</a:t>
            </a:r>
            <a:endParaRPr sz="1300">
              <a:latin typeface="Trebuchet MS"/>
              <a:cs typeface="Trebuchet MS"/>
            </a:endParaRPr>
          </a:p>
        </p:txBody>
      </p:sp>
      <p:sp>
        <p:nvSpPr>
          <p:cNvPr id="20" name="object 20"/>
          <p:cNvSpPr txBox="1"/>
          <p:nvPr/>
        </p:nvSpPr>
        <p:spPr>
          <a:xfrm>
            <a:off x="769213" y="4845178"/>
            <a:ext cx="8222387" cy="1184299"/>
          </a:xfrm>
          <a:prstGeom prst="rect">
            <a:avLst/>
          </a:prstGeom>
        </p:spPr>
        <p:txBody>
          <a:bodyPr vert="horz" wrap="square" lIns="0" tIns="12065" rIns="0" bIns="0" rtlCol="0">
            <a:spAutoFit/>
          </a:bodyPr>
          <a:lstStyle/>
          <a:p>
            <a:pPr marL="208279" marR="17780" indent="-182880">
              <a:lnSpc>
                <a:spcPct val="100000"/>
              </a:lnSpc>
              <a:spcBef>
                <a:spcPts val="95"/>
              </a:spcBef>
              <a:buClr>
                <a:srgbClr val="183DAF"/>
              </a:buClr>
              <a:buFont typeface="Tahoma"/>
              <a:buChar char="‣"/>
              <a:tabLst>
                <a:tab pos="208279" algn="l"/>
              </a:tabLst>
            </a:pPr>
            <a:r>
              <a:rPr sz="1300" dirty="0">
                <a:solidFill>
                  <a:srgbClr val="252525"/>
                </a:solidFill>
                <a:latin typeface="Trebuchet MS"/>
                <a:cs typeface="Trebuchet MS"/>
              </a:rPr>
              <a:t>Modifying the expression as such means swapping the images of real and fake samples during generator training and finding the minimal value of the general  function. In other words, it is </a:t>
            </a:r>
            <a:r>
              <a:rPr sz="1300" dirty="0">
                <a:solidFill>
                  <a:srgbClr val="006FC0"/>
                </a:solidFill>
                <a:latin typeface="Trebuchet MS"/>
                <a:cs typeface="Trebuchet MS"/>
              </a:rPr>
              <a:t>the label change to 1 even though it is 0 because the synthetic sample is fake</a:t>
            </a:r>
            <a:r>
              <a:rPr sz="1300" dirty="0">
                <a:solidFill>
                  <a:srgbClr val="252525"/>
                </a:solidFill>
                <a:latin typeface="Trebuchet MS"/>
                <a:cs typeface="Trebuchet MS"/>
              </a:rPr>
              <a:t>.</a:t>
            </a:r>
            <a:endParaRPr sz="1300" dirty="0">
              <a:latin typeface="Trebuchet MS"/>
              <a:cs typeface="Trebuchet MS"/>
            </a:endParaRPr>
          </a:p>
          <a:p>
            <a:pPr>
              <a:lnSpc>
                <a:spcPct val="100000"/>
              </a:lnSpc>
            </a:pPr>
            <a:endParaRPr sz="1500" dirty="0">
              <a:latin typeface="Trebuchet MS"/>
              <a:cs typeface="Trebuchet MS"/>
            </a:endParaRPr>
          </a:p>
          <a:p>
            <a:pPr marR="313690" algn="ctr">
              <a:lnSpc>
                <a:spcPct val="100000"/>
              </a:lnSpc>
              <a:spcBef>
                <a:spcPts val="1050"/>
              </a:spcBef>
            </a:pPr>
            <a:r>
              <a:rPr sz="1300" dirty="0">
                <a:latin typeface="Trebuchet MS"/>
                <a:cs typeface="Trebuchet MS"/>
              </a:rPr>
              <a:t>Then, instead of maximizing </a:t>
            </a:r>
            <a:r>
              <a:rPr sz="1300" dirty="0">
                <a:latin typeface="Cambria Math"/>
                <a:cs typeface="Cambria Math"/>
              </a:rPr>
              <a:t>max 𝐸</a:t>
            </a:r>
            <a:r>
              <a:rPr sz="1425" baseline="-14619" dirty="0">
                <a:latin typeface="Cambria Math"/>
                <a:cs typeface="Cambria Math"/>
              </a:rPr>
              <a:t>𝑧~𝑝</a:t>
            </a:r>
            <a:r>
              <a:rPr sz="1125" baseline="-33333" dirty="0">
                <a:latin typeface="Cambria Math"/>
                <a:cs typeface="Cambria Math"/>
              </a:rPr>
              <a:t>𝑧   </a:t>
            </a:r>
            <a:r>
              <a:rPr sz="1425" baseline="-14619" dirty="0">
                <a:latin typeface="Cambria Math"/>
                <a:cs typeface="Cambria Math"/>
              </a:rPr>
              <a:t>𝑧  </a:t>
            </a:r>
            <a:r>
              <a:rPr sz="1300" dirty="0">
                <a:latin typeface="Cambria Math"/>
                <a:cs typeface="Cambria Math"/>
              </a:rPr>
              <a:t>[log(𝐷(𝐺(𝑧)))]</a:t>
            </a:r>
            <a:r>
              <a:rPr sz="1300" dirty="0">
                <a:latin typeface="Trebuchet MS"/>
                <a:cs typeface="Trebuchet MS"/>
              </a:rPr>
              <a: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9084"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6" name="object 6"/>
          <p:cNvSpPr txBox="1"/>
          <p:nvPr/>
        </p:nvSpPr>
        <p:spPr>
          <a:xfrm>
            <a:off x="867321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3039"/>
            <a:ext cx="3560826" cy="176022"/>
          </a:xfrm>
          <a:prstGeom prst="rect">
            <a:avLst/>
          </a:prstGeom>
        </p:spPr>
      </p:pic>
      <p:pic>
        <p:nvPicPr>
          <p:cNvPr id="9" name="object 9"/>
          <p:cNvPicPr/>
          <p:nvPr/>
        </p:nvPicPr>
        <p:blipFill>
          <a:blip r:embed="rId6" cstate="print"/>
          <a:stretch>
            <a:fillRect/>
          </a:stretch>
        </p:blipFill>
        <p:spPr>
          <a:xfrm>
            <a:off x="710183" y="1830311"/>
            <a:ext cx="7888985" cy="954798"/>
          </a:xfrm>
          <a:prstGeom prst="rect">
            <a:avLst/>
          </a:prstGeom>
        </p:spPr>
      </p:pic>
      <p:grpSp>
        <p:nvGrpSpPr>
          <p:cNvPr id="10" name="object 10"/>
          <p:cNvGrpSpPr/>
          <p:nvPr/>
        </p:nvGrpSpPr>
        <p:grpSpPr>
          <a:xfrm>
            <a:off x="1063752" y="3133344"/>
            <a:ext cx="6243955" cy="3195955"/>
            <a:chOff x="1063752" y="3133344"/>
            <a:chExt cx="6243955" cy="3195955"/>
          </a:xfrm>
        </p:grpSpPr>
        <p:pic>
          <p:nvPicPr>
            <p:cNvPr id="11" name="object 11"/>
            <p:cNvPicPr/>
            <p:nvPr/>
          </p:nvPicPr>
          <p:blipFill>
            <a:blip r:embed="rId7" cstate="print"/>
            <a:stretch>
              <a:fillRect/>
            </a:stretch>
          </p:blipFill>
          <p:spPr>
            <a:xfrm>
              <a:off x="1833008" y="3133344"/>
              <a:ext cx="5474571" cy="3195728"/>
            </a:xfrm>
            <a:prstGeom prst="rect">
              <a:avLst/>
            </a:prstGeom>
          </p:spPr>
        </p:pic>
        <p:sp>
          <p:nvSpPr>
            <p:cNvPr id="12" name="object 12"/>
            <p:cNvSpPr/>
            <p:nvPr/>
          </p:nvSpPr>
          <p:spPr>
            <a:xfrm>
              <a:off x="1063752" y="3525012"/>
              <a:ext cx="1800225" cy="208915"/>
            </a:xfrm>
            <a:custGeom>
              <a:avLst/>
              <a:gdLst/>
              <a:ahLst/>
              <a:cxnLst/>
              <a:rect l="l" t="t" r="r" b="b"/>
              <a:pathLst>
                <a:path w="1800225" h="208914">
                  <a:moveTo>
                    <a:pt x="1799844" y="0"/>
                  </a:moveTo>
                  <a:lnTo>
                    <a:pt x="0" y="0"/>
                  </a:lnTo>
                  <a:lnTo>
                    <a:pt x="0" y="208787"/>
                  </a:lnTo>
                  <a:lnTo>
                    <a:pt x="1799844" y="208787"/>
                  </a:lnTo>
                  <a:lnTo>
                    <a:pt x="1799844" y="0"/>
                  </a:lnTo>
                  <a:close/>
                </a:path>
              </a:pathLst>
            </a:custGeom>
            <a:solidFill>
              <a:srgbClr val="FFFFFF"/>
            </a:solidFill>
          </p:spPr>
          <p:txBody>
            <a:bodyPr wrap="square" lIns="0" tIns="0" rIns="0" bIns="0" rtlCol="0"/>
            <a:lstStyle/>
            <a:p>
              <a:endParaRPr/>
            </a:p>
          </p:txBody>
        </p:sp>
      </p:grpSp>
      <p:sp>
        <p:nvSpPr>
          <p:cNvPr id="13" name="object 13"/>
          <p:cNvSpPr txBox="1"/>
          <p:nvPr/>
        </p:nvSpPr>
        <p:spPr>
          <a:xfrm>
            <a:off x="1051356" y="3530853"/>
            <a:ext cx="1287780" cy="193675"/>
          </a:xfrm>
          <a:prstGeom prst="rect">
            <a:avLst/>
          </a:prstGeom>
        </p:spPr>
        <p:txBody>
          <a:bodyPr vert="horz" wrap="square" lIns="0" tIns="13335" rIns="0" bIns="0" rtlCol="0">
            <a:spAutoFit/>
          </a:bodyPr>
          <a:lstStyle/>
          <a:p>
            <a:pPr marL="12700">
              <a:lnSpc>
                <a:spcPct val="100000"/>
              </a:lnSpc>
              <a:spcBef>
                <a:spcPts val="105"/>
              </a:spcBef>
            </a:pPr>
            <a:r>
              <a:rPr sz="1100" spc="-55" dirty="0">
                <a:latin typeface="Trebuchet MS"/>
                <a:cs typeface="Trebuchet MS"/>
              </a:rPr>
              <a:t>S</a:t>
            </a:r>
            <a:r>
              <a:rPr sz="1100" spc="-155" dirty="0">
                <a:latin typeface="Trebuchet MS"/>
                <a:cs typeface="Trebuchet MS"/>
              </a:rPr>
              <a:t>t</a:t>
            </a:r>
            <a:r>
              <a:rPr sz="1100" spc="-185" dirty="0">
                <a:latin typeface="Trebuchet MS"/>
                <a:cs typeface="Trebuchet MS"/>
              </a:rPr>
              <a:t>e</a:t>
            </a:r>
            <a:r>
              <a:rPr sz="1100" spc="-200" dirty="0">
                <a:latin typeface="Trebuchet MS"/>
                <a:cs typeface="Trebuchet MS"/>
              </a:rPr>
              <a:t>p</a:t>
            </a:r>
            <a:r>
              <a:rPr sz="1100" spc="-160" dirty="0">
                <a:latin typeface="Trebuchet MS"/>
                <a:cs typeface="Trebuchet MS"/>
              </a:rPr>
              <a:t> </a:t>
            </a:r>
            <a:r>
              <a:rPr sz="1100" spc="-355" dirty="0">
                <a:latin typeface="Trebuchet MS"/>
                <a:cs typeface="Trebuchet MS"/>
              </a:rPr>
              <a:t>1</a:t>
            </a:r>
            <a:r>
              <a:rPr sz="1100" spc="-125" dirty="0">
                <a:latin typeface="Trebuchet MS"/>
                <a:cs typeface="Trebuchet MS"/>
              </a:rPr>
              <a:t> </a:t>
            </a:r>
            <a:r>
              <a:rPr sz="1100" spc="-225" dirty="0">
                <a:latin typeface="Trebuchet MS"/>
                <a:cs typeface="Trebuchet MS"/>
              </a:rPr>
              <a:t>:</a:t>
            </a:r>
            <a:r>
              <a:rPr sz="1100" spc="-110" dirty="0">
                <a:latin typeface="Trebuchet MS"/>
                <a:cs typeface="Trebuchet MS"/>
              </a:rPr>
              <a:t> </a:t>
            </a:r>
            <a:r>
              <a:rPr sz="1100" spc="-200" dirty="0">
                <a:latin typeface="Trebuchet MS"/>
                <a:cs typeface="Trebuchet MS"/>
              </a:rPr>
              <a:t>d</a:t>
            </a:r>
            <a:r>
              <a:rPr sz="1100" spc="-185" dirty="0">
                <a:latin typeface="Trebuchet MS"/>
                <a:cs typeface="Trebuchet MS"/>
              </a:rPr>
              <a:t>e</a:t>
            </a:r>
            <a:r>
              <a:rPr sz="1100" spc="-135" dirty="0">
                <a:latin typeface="Trebuchet MS"/>
                <a:cs typeface="Trebuchet MS"/>
              </a:rPr>
              <a:t>l</a:t>
            </a:r>
            <a:r>
              <a:rPr sz="1100" spc="-125" dirty="0">
                <a:latin typeface="Trebuchet MS"/>
                <a:cs typeface="Trebuchet MS"/>
              </a:rPr>
              <a:t>i</a:t>
            </a:r>
            <a:r>
              <a:rPr sz="1100" spc="-185" dirty="0">
                <a:latin typeface="Trebuchet MS"/>
                <a:cs typeface="Trebuchet MS"/>
              </a:rPr>
              <a:t>ve</a:t>
            </a:r>
            <a:r>
              <a:rPr sz="1100" spc="-65" dirty="0">
                <a:latin typeface="Trebuchet MS"/>
                <a:cs typeface="Trebuchet MS"/>
              </a:rPr>
              <a:t>r</a:t>
            </a:r>
            <a:r>
              <a:rPr sz="1100" spc="-105" dirty="0">
                <a:latin typeface="Trebuchet MS"/>
                <a:cs typeface="Trebuchet MS"/>
              </a:rPr>
              <a:t> </a:t>
            </a:r>
            <a:r>
              <a:rPr sz="1100" spc="-165" dirty="0">
                <a:latin typeface="Trebuchet MS"/>
                <a:cs typeface="Trebuchet MS"/>
              </a:rPr>
              <a:t>a</a:t>
            </a:r>
            <a:r>
              <a:rPr sz="1100" spc="-125" dirty="0">
                <a:latin typeface="Trebuchet MS"/>
                <a:cs typeface="Trebuchet MS"/>
              </a:rPr>
              <a:t> </a:t>
            </a:r>
            <a:r>
              <a:rPr sz="1100" spc="-60" dirty="0">
                <a:latin typeface="Trebuchet MS"/>
                <a:cs typeface="Trebuchet MS"/>
              </a:rPr>
              <a:t>r</a:t>
            </a:r>
            <a:r>
              <a:rPr sz="1100" spc="-185" dirty="0">
                <a:latin typeface="Trebuchet MS"/>
                <a:cs typeface="Trebuchet MS"/>
              </a:rPr>
              <a:t>e</a:t>
            </a:r>
            <a:r>
              <a:rPr sz="1100" spc="-165" dirty="0">
                <a:latin typeface="Trebuchet MS"/>
                <a:cs typeface="Trebuchet MS"/>
              </a:rPr>
              <a:t>a</a:t>
            </a:r>
            <a:r>
              <a:rPr sz="1100" spc="-130" dirty="0">
                <a:latin typeface="Trebuchet MS"/>
                <a:cs typeface="Trebuchet MS"/>
              </a:rPr>
              <a:t>l </a:t>
            </a:r>
            <a:r>
              <a:rPr sz="1100" spc="-30" dirty="0">
                <a:latin typeface="Trebuchet MS"/>
                <a:cs typeface="Trebuchet MS"/>
              </a:rPr>
              <a:t>s</a:t>
            </a:r>
            <a:r>
              <a:rPr sz="1100" spc="-165" dirty="0">
                <a:latin typeface="Trebuchet MS"/>
                <a:cs typeface="Trebuchet MS"/>
              </a:rPr>
              <a:t>a</a:t>
            </a:r>
            <a:r>
              <a:rPr sz="1100" spc="-265" dirty="0">
                <a:latin typeface="Trebuchet MS"/>
                <a:cs typeface="Trebuchet MS"/>
              </a:rPr>
              <a:t>m</a:t>
            </a:r>
            <a:r>
              <a:rPr sz="1100" spc="-210" dirty="0">
                <a:latin typeface="Trebuchet MS"/>
                <a:cs typeface="Trebuchet MS"/>
              </a:rPr>
              <a:t>p</a:t>
            </a:r>
            <a:r>
              <a:rPr sz="1100" spc="-135" dirty="0">
                <a:latin typeface="Trebuchet MS"/>
                <a:cs typeface="Trebuchet MS"/>
              </a:rPr>
              <a:t>l</a:t>
            </a:r>
            <a:r>
              <a:rPr sz="1100" spc="-190" dirty="0">
                <a:latin typeface="Trebuchet MS"/>
                <a:cs typeface="Trebuchet MS"/>
              </a:rPr>
              <a:t>e</a:t>
            </a:r>
            <a:endParaRPr sz="1100">
              <a:latin typeface="Trebuchet MS"/>
              <a:cs typeface="Trebuchet MS"/>
            </a:endParaRPr>
          </a:p>
        </p:txBody>
      </p:sp>
      <p:sp>
        <p:nvSpPr>
          <p:cNvPr id="14" name="object 14"/>
          <p:cNvSpPr/>
          <p:nvPr/>
        </p:nvSpPr>
        <p:spPr>
          <a:xfrm>
            <a:off x="1062227" y="3803903"/>
            <a:ext cx="2123440" cy="334010"/>
          </a:xfrm>
          <a:custGeom>
            <a:avLst/>
            <a:gdLst/>
            <a:ahLst/>
            <a:cxnLst/>
            <a:rect l="l" t="t" r="r" b="b"/>
            <a:pathLst>
              <a:path w="2123440" h="334010">
                <a:moveTo>
                  <a:pt x="2122932" y="0"/>
                </a:moveTo>
                <a:lnTo>
                  <a:pt x="0" y="0"/>
                </a:lnTo>
                <a:lnTo>
                  <a:pt x="0" y="333756"/>
                </a:lnTo>
                <a:lnTo>
                  <a:pt x="2122932" y="333756"/>
                </a:lnTo>
                <a:lnTo>
                  <a:pt x="2122932" y="0"/>
                </a:lnTo>
                <a:close/>
              </a:path>
            </a:pathLst>
          </a:custGeom>
          <a:solidFill>
            <a:srgbClr val="FFFFFF"/>
          </a:solidFill>
        </p:spPr>
        <p:txBody>
          <a:bodyPr wrap="square" lIns="0" tIns="0" rIns="0" bIns="0" rtlCol="0"/>
          <a:lstStyle/>
          <a:p>
            <a:endParaRPr/>
          </a:p>
        </p:txBody>
      </p:sp>
      <p:sp>
        <p:nvSpPr>
          <p:cNvPr id="15" name="object 15"/>
          <p:cNvSpPr txBox="1"/>
          <p:nvPr/>
        </p:nvSpPr>
        <p:spPr>
          <a:xfrm>
            <a:off x="1050442" y="3787851"/>
            <a:ext cx="2129155" cy="361950"/>
          </a:xfrm>
          <a:prstGeom prst="rect">
            <a:avLst/>
          </a:prstGeom>
        </p:spPr>
        <p:txBody>
          <a:bodyPr vert="horz" wrap="square" lIns="0" tIns="13335" rIns="0" bIns="0" rtlCol="0">
            <a:spAutoFit/>
          </a:bodyPr>
          <a:lstStyle/>
          <a:p>
            <a:pPr marL="12700">
              <a:lnSpc>
                <a:spcPct val="100000"/>
              </a:lnSpc>
              <a:spcBef>
                <a:spcPts val="105"/>
              </a:spcBef>
            </a:pPr>
            <a:r>
              <a:rPr sz="1100" spc="-55" dirty="0">
                <a:latin typeface="Trebuchet MS"/>
                <a:cs typeface="Trebuchet MS"/>
              </a:rPr>
              <a:t>S</a:t>
            </a:r>
            <a:r>
              <a:rPr sz="1100" spc="-155" dirty="0">
                <a:latin typeface="Trebuchet MS"/>
                <a:cs typeface="Trebuchet MS"/>
              </a:rPr>
              <a:t>t</a:t>
            </a:r>
            <a:r>
              <a:rPr sz="1100" spc="-185" dirty="0">
                <a:latin typeface="Trebuchet MS"/>
                <a:cs typeface="Trebuchet MS"/>
              </a:rPr>
              <a:t>e</a:t>
            </a:r>
            <a:r>
              <a:rPr sz="1100" spc="-200" dirty="0">
                <a:latin typeface="Trebuchet MS"/>
                <a:cs typeface="Trebuchet MS"/>
              </a:rPr>
              <a:t>p</a:t>
            </a:r>
            <a:r>
              <a:rPr sz="1100" spc="-160" dirty="0">
                <a:latin typeface="Trebuchet MS"/>
                <a:cs typeface="Trebuchet MS"/>
              </a:rPr>
              <a:t> </a:t>
            </a:r>
            <a:r>
              <a:rPr sz="1100" spc="-150" dirty="0">
                <a:latin typeface="Trebuchet MS"/>
                <a:cs typeface="Trebuchet MS"/>
              </a:rPr>
              <a:t>2</a:t>
            </a:r>
            <a:r>
              <a:rPr sz="1100" spc="-130" dirty="0">
                <a:latin typeface="Trebuchet MS"/>
                <a:cs typeface="Trebuchet MS"/>
              </a:rPr>
              <a:t> </a:t>
            </a:r>
            <a:r>
              <a:rPr sz="1100" spc="-225" dirty="0">
                <a:latin typeface="Trebuchet MS"/>
                <a:cs typeface="Trebuchet MS"/>
              </a:rPr>
              <a:t>:</a:t>
            </a:r>
            <a:r>
              <a:rPr sz="1100" spc="-120" dirty="0">
                <a:latin typeface="Trebuchet MS"/>
                <a:cs typeface="Trebuchet MS"/>
              </a:rPr>
              <a:t> </a:t>
            </a:r>
            <a:r>
              <a:rPr sz="1100" spc="-155" dirty="0">
                <a:latin typeface="Trebuchet MS"/>
                <a:cs typeface="Trebuchet MS"/>
              </a:rPr>
              <a:t>g</a:t>
            </a:r>
            <a:r>
              <a:rPr sz="1100" spc="-165" dirty="0">
                <a:latin typeface="Trebuchet MS"/>
                <a:cs typeface="Trebuchet MS"/>
              </a:rPr>
              <a:t>e</a:t>
            </a:r>
            <a:r>
              <a:rPr sz="1100" spc="-190" dirty="0">
                <a:latin typeface="Trebuchet MS"/>
                <a:cs typeface="Trebuchet MS"/>
              </a:rPr>
              <a:t>n</a:t>
            </a:r>
            <a:r>
              <a:rPr sz="1100" spc="-180" dirty="0">
                <a:latin typeface="Trebuchet MS"/>
                <a:cs typeface="Trebuchet MS"/>
              </a:rPr>
              <a:t>e</a:t>
            </a:r>
            <a:r>
              <a:rPr sz="1100" spc="-65" dirty="0">
                <a:latin typeface="Trebuchet MS"/>
                <a:cs typeface="Trebuchet MS"/>
              </a:rPr>
              <a:t>r</a:t>
            </a:r>
            <a:r>
              <a:rPr sz="1100" spc="-175" dirty="0">
                <a:latin typeface="Trebuchet MS"/>
                <a:cs typeface="Trebuchet MS"/>
              </a:rPr>
              <a:t>a</a:t>
            </a:r>
            <a:r>
              <a:rPr sz="1100" spc="-170" dirty="0">
                <a:latin typeface="Trebuchet MS"/>
                <a:cs typeface="Trebuchet MS"/>
              </a:rPr>
              <a:t>t</a:t>
            </a:r>
            <a:r>
              <a:rPr sz="1100" spc="-190" dirty="0">
                <a:latin typeface="Trebuchet MS"/>
                <a:cs typeface="Trebuchet MS"/>
              </a:rPr>
              <a:t>e</a:t>
            </a:r>
            <a:r>
              <a:rPr sz="1100" spc="-160" dirty="0">
                <a:latin typeface="Trebuchet MS"/>
                <a:cs typeface="Trebuchet MS"/>
              </a:rPr>
              <a:t> </a:t>
            </a:r>
            <a:r>
              <a:rPr sz="1100" spc="-165" dirty="0">
                <a:latin typeface="Trebuchet MS"/>
                <a:cs typeface="Trebuchet MS"/>
              </a:rPr>
              <a:t>a</a:t>
            </a:r>
            <a:r>
              <a:rPr sz="1100" spc="-110" dirty="0">
                <a:latin typeface="Trebuchet MS"/>
                <a:cs typeface="Trebuchet MS"/>
              </a:rPr>
              <a:t> </a:t>
            </a:r>
            <a:r>
              <a:rPr sz="1100" spc="-155" dirty="0">
                <a:latin typeface="Trebuchet MS"/>
                <a:cs typeface="Trebuchet MS"/>
              </a:rPr>
              <a:t>fa</a:t>
            </a:r>
            <a:r>
              <a:rPr sz="1100" spc="-200" dirty="0">
                <a:latin typeface="Trebuchet MS"/>
                <a:cs typeface="Trebuchet MS"/>
              </a:rPr>
              <a:t>k</a:t>
            </a:r>
            <a:r>
              <a:rPr sz="1100" spc="-190" dirty="0">
                <a:latin typeface="Trebuchet MS"/>
                <a:cs typeface="Trebuchet MS"/>
              </a:rPr>
              <a:t>e</a:t>
            </a:r>
            <a:r>
              <a:rPr sz="1100" spc="-135" dirty="0">
                <a:latin typeface="Trebuchet MS"/>
                <a:cs typeface="Trebuchet MS"/>
              </a:rPr>
              <a:t> </a:t>
            </a:r>
            <a:r>
              <a:rPr sz="1100" spc="-30" dirty="0">
                <a:latin typeface="Trebuchet MS"/>
                <a:cs typeface="Trebuchet MS"/>
              </a:rPr>
              <a:t>s</a:t>
            </a:r>
            <a:r>
              <a:rPr sz="1100" spc="-165" dirty="0">
                <a:latin typeface="Trebuchet MS"/>
                <a:cs typeface="Trebuchet MS"/>
              </a:rPr>
              <a:t>a</a:t>
            </a:r>
            <a:r>
              <a:rPr sz="1100" spc="-280" dirty="0">
                <a:latin typeface="Trebuchet MS"/>
                <a:cs typeface="Trebuchet MS"/>
              </a:rPr>
              <a:t>m</a:t>
            </a:r>
            <a:r>
              <a:rPr sz="1100" spc="-200" dirty="0">
                <a:latin typeface="Trebuchet MS"/>
                <a:cs typeface="Trebuchet MS"/>
              </a:rPr>
              <a:t>p</a:t>
            </a:r>
            <a:r>
              <a:rPr sz="1100" spc="-135" dirty="0">
                <a:latin typeface="Trebuchet MS"/>
                <a:cs typeface="Trebuchet MS"/>
              </a:rPr>
              <a:t>l</a:t>
            </a:r>
            <a:r>
              <a:rPr sz="1100" spc="-190" dirty="0">
                <a:latin typeface="Trebuchet MS"/>
                <a:cs typeface="Trebuchet MS"/>
              </a:rPr>
              <a:t>e</a:t>
            </a:r>
            <a:r>
              <a:rPr sz="1100" spc="-145" dirty="0">
                <a:latin typeface="Trebuchet MS"/>
                <a:cs typeface="Trebuchet MS"/>
              </a:rPr>
              <a:t> </a:t>
            </a:r>
            <a:r>
              <a:rPr sz="1100" spc="-165" dirty="0">
                <a:latin typeface="Trebuchet MS"/>
                <a:cs typeface="Trebuchet MS"/>
              </a:rPr>
              <a:t>a</a:t>
            </a:r>
            <a:r>
              <a:rPr sz="1100" spc="-190" dirty="0">
                <a:latin typeface="Trebuchet MS"/>
                <a:cs typeface="Trebuchet MS"/>
              </a:rPr>
              <a:t>nd</a:t>
            </a:r>
            <a:r>
              <a:rPr sz="1100" spc="-130" dirty="0">
                <a:latin typeface="Trebuchet MS"/>
                <a:cs typeface="Trebuchet MS"/>
              </a:rPr>
              <a:t> </a:t>
            </a:r>
            <a:r>
              <a:rPr sz="1100" spc="-195" dirty="0">
                <a:latin typeface="Trebuchet MS"/>
                <a:cs typeface="Trebuchet MS"/>
              </a:rPr>
              <a:t>d</a:t>
            </a:r>
            <a:r>
              <a:rPr sz="1100" spc="-185" dirty="0">
                <a:latin typeface="Trebuchet MS"/>
                <a:cs typeface="Trebuchet MS"/>
              </a:rPr>
              <a:t>e</a:t>
            </a:r>
            <a:r>
              <a:rPr sz="1100" spc="-135" dirty="0">
                <a:latin typeface="Trebuchet MS"/>
                <a:cs typeface="Trebuchet MS"/>
              </a:rPr>
              <a:t>l</a:t>
            </a:r>
            <a:r>
              <a:rPr sz="1100" spc="-125" dirty="0">
                <a:latin typeface="Trebuchet MS"/>
                <a:cs typeface="Trebuchet MS"/>
              </a:rPr>
              <a:t>i</a:t>
            </a:r>
            <a:r>
              <a:rPr sz="1100" spc="-180" dirty="0">
                <a:latin typeface="Trebuchet MS"/>
                <a:cs typeface="Trebuchet MS"/>
              </a:rPr>
              <a:t>v</a:t>
            </a:r>
            <a:r>
              <a:rPr sz="1100" spc="-185" dirty="0">
                <a:latin typeface="Trebuchet MS"/>
                <a:cs typeface="Trebuchet MS"/>
              </a:rPr>
              <a:t>e</a:t>
            </a:r>
            <a:r>
              <a:rPr sz="1100" spc="-65" dirty="0">
                <a:latin typeface="Trebuchet MS"/>
                <a:cs typeface="Trebuchet MS"/>
              </a:rPr>
              <a:t>r</a:t>
            </a:r>
            <a:r>
              <a:rPr sz="1100" spc="-105" dirty="0">
                <a:latin typeface="Trebuchet MS"/>
                <a:cs typeface="Trebuchet MS"/>
              </a:rPr>
              <a:t> </a:t>
            </a:r>
            <a:r>
              <a:rPr sz="1100" spc="-125" dirty="0">
                <a:latin typeface="Trebuchet MS"/>
                <a:cs typeface="Trebuchet MS"/>
              </a:rPr>
              <a:t>i</a:t>
            </a:r>
            <a:r>
              <a:rPr sz="1100" spc="-160" dirty="0">
                <a:latin typeface="Trebuchet MS"/>
                <a:cs typeface="Trebuchet MS"/>
              </a:rPr>
              <a:t>t</a:t>
            </a:r>
            <a:r>
              <a:rPr sz="1100" spc="-120" dirty="0">
                <a:latin typeface="Trebuchet MS"/>
                <a:cs typeface="Trebuchet MS"/>
              </a:rPr>
              <a:t> </a:t>
            </a:r>
            <a:r>
              <a:rPr sz="1100" spc="-155" dirty="0">
                <a:latin typeface="Trebuchet MS"/>
                <a:cs typeface="Trebuchet MS"/>
              </a:rPr>
              <a:t>t</a:t>
            </a:r>
            <a:r>
              <a:rPr sz="1100" spc="-175" dirty="0">
                <a:latin typeface="Trebuchet MS"/>
                <a:cs typeface="Trebuchet MS"/>
              </a:rPr>
              <a:t>o</a:t>
            </a:r>
            <a:endParaRPr sz="1100">
              <a:latin typeface="Trebuchet MS"/>
              <a:cs typeface="Trebuchet MS"/>
            </a:endParaRPr>
          </a:p>
          <a:p>
            <a:pPr marL="12700">
              <a:lnSpc>
                <a:spcPct val="100000"/>
              </a:lnSpc>
            </a:pPr>
            <a:r>
              <a:rPr sz="1100" spc="-155" dirty="0">
                <a:latin typeface="Trebuchet MS"/>
                <a:cs typeface="Trebuchet MS"/>
              </a:rPr>
              <a:t>t</a:t>
            </a:r>
            <a:r>
              <a:rPr sz="1100" spc="-190" dirty="0">
                <a:latin typeface="Trebuchet MS"/>
                <a:cs typeface="Trebuchet MS"/>
              </a:rPr>
              <a:t>he</a:t>
            </a:r>
            <a:r>
              <a:rPr sz="1100" spc="-145" dirty="0">
                <a:latin typeface="Trebuchet MS"/>
                <a:cs typeface="Trebuchet MS"/>
              </a:rPr>
              <a:t> </a:t>
            </a:r>
            <a:r>
              <a:rPr sz="1100" spc="-200" dirty="0">
                <a:latin typeface="Trebuchet MS"/>
                <a:cs typeface="Trebuchet MS"/>
              </a:rPr>
              <a:t>d</a:t>
            </a:r>
            <a:r>
              <a:rPr sz="1100" spc="-125" dirty="0">
                <a:latin typeface="Trebuchet MS"/>
                <a:cs typeface="Trebuchet MS"/>
              </a:rPr>
              <a:t>i</a:t>
            </a:r>
            <a:r>
              <a:rPr sz="1100" spc="-30" dirty="0">
                <a:latin typeface="Trebuchet MS"/>
                <a:cs typeface="Trebuchet MS"/>
              </a:rPr>
              <a:t>s</a:t>
            </a:r>
            <a:r>
              <a:rPr sz="1100" spc="-130" dirty="0">
                <a:latin typeface="Trebuchet MS"/>
                <a:cs typeface="Trebuchet MS"/>
              </a:rPr>
              <a:t>c</a:t>
            </a:r>
            <a:r>
              <a:rPr sz="1100" spc="-75" dirty="0">
                <a:latin typeface="Trebuchet MS"/>
                <a:cs typeface="Trebuchet MS"/>
              </a:rPr>
              <a:t>r</a:t>
            </a:r>
            <a:r>
              <a:rPr sz="1100" spc="-125" dirty="0">
                <a:latin typeface="Trebuchet MS"/>
                <a:cs typeface="Trebuchet MS"/>
              </a:rPr>
              <a:t>i</a:t>
            </a:r>
            <a:r>
              <a:rPr sz="1100" spc="-270" dirty="0">
                <a:latin typeface="Trebuchet MS"/>
                <a:cs typeface="Trebuchet MS"/>
              </a:rPr>
              <a:t>m</a:t>
            </a:r>
            <a:r>
              <a:rPr sz="1100" spc="-125" dirty="0">
                <a:latin typeface="Trebuchet MS"/>
                <a:cs typeface="Trebuchet MS"/>
              </a:rPr>
              <a:t>i</a:t>
            </a:r>
            <a:r>
              <a:rPr sz="1100" spc="-180" dirty="0">
                <a:latin typeface="Trebuchet MS"/>
                <a:cs typeface="Trebuchet MS"/>
              </a:rPr>
              <a:t>na</a:t>
            </a:r>
            <a:r>
              <a:rPr sz="1100" spc="-165" dirty="0">
                <a:latin typeface="Trebuchet MS"/>
                <a:cs typeface="Trebuchet MS"/>
              </a:rPr>
              <a:t>t</a:t>
            </a:r>
            <a:r>
              <a:rPr sz="1100" spc="-120" dirty="0">
                <a:latin typeface="Trebuchet MS"/>
                <a:cs typeface="Trebuchet MS"/>
              </a:rPr>
              <a:t>or</a:t>
            </a:r>
            <a:endParaRPr sz="1100">
              <a:latin typeface="Trebuchet MS"/>
              <a:cs typeface="Trebuchet MS"/>
            </a:endParaRPr>
          </a:p>
        </p:txBody>
      </p:sp>
      <p:sp>
        <p:nvSpPr>
          <p:cNvPr id="16" name="object 16"/>
          <p:cNvSpPr txBox="1"/>
          <p:nvPr/>
        </p:nvSpPr>
        <p:spPr>
          <a:xfrm>
            <a:off x="2825495" y="4256532"/>
            <a:ext cx="652780" cy="230504"/>
          </a:xfrm>
          <a:prstGeom prst="rect">
            <a:avLst/>
          </a:prstGeom>
          <a:solidFill>
            <a:srgbClr val="CFD7E9"/>
          </a:solidFill>
        </p:spPr>
        <p:txBody>
          <a:bodyPr vert="horz" wrap="square" lIns="0" tIns="29209" rIns="0" bIns="0" rtlCol="0">
            <a:spAutoFit/>
          </a:bodyPr>
          <a:lstStyle/>
          <a:p>
            <a:pPr marL="102870">
              <a:lnSpc>
                <a:spcPct val="100000"/>
              </a:lnSpc>
              <a:spcBef>
                <a:spcPts val="229"/>
              </a:spcBef>
            </a:pPr>
            <a:r>
              <a:rPr sz="1100" spc="-150" dirty="0">
                <a:latin typeface="Trebuchet MS"/>
                <a:cs typeface="Trebuchet MS"/>
              </a:rPr>
              <a:t>generator</a:t>
            </a:r>
            <a:endParaRPr sz="1100">
              <a:latin typeface="Trebuchet MS"/>
              <a:cs typeface="Trebuchet MS"/>
            </a:endParaRPr>
          </a:p>
        </p:txBody>
      </p:sp>
      <p:sp>
        <p:nvSpPr>
          <p:cNvPr id="17" name="object 17"/>
          <p:cNvSpPr txBox="1"/>
          <p:nvPr/>
        </p:nvSpPr>
        <p:spPr>
          <a:xfrm>
            <a:off x="2825495" y="5852159"/>
            <a:ext cx="652780" cy="230504"/>
          </a:xfrm>
          <a:prstGeom prst="rect">
            <a:avLst/>
          </a:prstGeom>
          <a:solidFill>
            <a:srgbClr val="CFD7E9"/>
          </a:solidFill>
        </p:spPr>
        <p:txBody>
          <a:bodyPr vert="horz" wrap="square" lIns="0" tIns="29845" rIns="0" bIns="0" rtlCol="0">
            <a:spAutoFit/>
          </a:bodyPr>
          <a:lstStyle/>
          <a:p>
            <a:pPr marL="102870">
              <a:lnSpc>
                <a:spcPct val="100000"/>
              </a:lnSpc>
              <a:spcBef>
                <a:spcPts val="235"/>
              </a:spcBef>
            </a:pPr>
            <a:r>
              <a:rPr sz="1100" spc="-150" dirty="0">
                <a:latin typeface="Trebuchet MS"/>
                <a:cs typeface="Trebuchet MS"/>
              </a:rPr>
              <a:t>generator</a:t>
            </a:r>
            <a:endParaRPr sz="1100">
              <a:latin typeface="Trebuchet MS"/>
              <a:cs typeface="Trebuchet MS"/>
            </a:endParaRPr>
          </a:p>
        </p:txBody>
      </p:sp>
      <p:sp>
        <p:nvSpPr>
          <p:cNvPr id="18" name="object 18"/>
          <p:cNvSpPr txBox="1"/>
          <p:nvPr/>
        </p:nvSpPr>
        <p:spPr>
          <a:xfrm>
            <a:off x="4579620" y="5050535"/>
            <a:ext cx="762000" cy="177165"/>
          </a:xfrm>
          <a:prstGeom prst="rect">
            <a:avLst/>
          </a:prstGeom>
          <a:solidFill>
            <a:srgbClr val="CFD7E9"/>
          </a:solidFill>
        </p:spPr>
        <p:txBody>
          <a:bodyPr vert="horz" wrap="square" lIns="0" tIns="11430" rIns="0" bIns="0" rtlCol="0">
            <a:spAutoFit/>
          </a:bodyPr>
          <a:lstStyle/>
          <a:p>
            <a:pPr marL="114300">
              <a:lnSpc>
                <a:spcPct val="100000"/>
              </a:lnSpc>
              <a:spcBef>
                <a:spcPts val="90"/>
              </a:spcBef>
            </a:pPr>
            <a:r>
              <a:rPr sz="1000" spc="-135" dirty="0">
                <a:latin typeface="Trebuchet MS"/>
                <a:cs typeface="Trebuchet MS"/>
              </a:rPr>
              <a:t>discriminator</a:t>
            </a:r>
            <a:endParaRPr sz="1000">
              <a:latin typeface="Trebuchet MS"/>
              <a:cs typeface="Trebuchet MS"/>
            </a:endParaRPr>
          </a:p>
        </p:txBody>
      </p:sp>
      <p:sp>
        <p:nvSpPr>
          <p:cNvPr id="19" name="object 19"/>
          <p:cNvSpPr txBox="1"/>
          <p:nvPr/>
        </p:nvSpPr>
        <p:spPr>
          <a:xfrm>
            <a:off x="4579620" y="4282440"/>
            <a:ext cx="762000" cy="177165"/>
          </a:xfrm>
          <a:prstGeom prst="rect">
            <a:avLst/>
          </a:prstGeom>
          <a:solidFill>
            <a:srgbClr val="CFD7E9"/>
          </a:solidFill>
        </p:spPr>
        <p:txBody>
          <a:bodyPr vert="horz" wrap="square" lIns="0" tIns="11430" rIns="0" bIns="0" rtlCol="0">
            <a:spAutoFit/>
          </a:bodyPr>
          <a:lstStyle/>
          <a:p>
            <a:pPr marL="114300">
              <a:lnSpc>
                <a:spcPct val="100000"/>
              </a:lnSpc>
              <a:spcBef>
                <a:spcPts val="90"/>
              </a:spcBef>
            </a:pPr>
            <a:r>
              <a:rPr sz="1000" spc="-135" dirty="0">
                <a:latin typeface="Trebuchet MS"/>
                <a:cs typeface="Trebuchet MS"/>
              </a:rPr>
              <a:t>discriminator</a:t>
            </a:r>
            <a:endParaRPr sz="1000">
              <a:latin typeface="Trebuchet MS"/>
              <a:cs typeface="Trebuchet MS"/>
            </a:endParaRPr>
          </a:p>
        </p:txBody>
      </p:sp>
      <p:sp>
        <p:nvSpPr>
          <p:cNvPr id="20" name="object 20"/>
          <p:cNvSpPr txBox="1"/>
          <p:nvPr/>
        </p:nvSpPr>
        <p:spPr>
          <a:xfrm>
            <a:off x="4579620" y="3506723"/>
            <a:ext cx="762000" cy="177165"/>
          </a:xfrm>
          <a:prstGeom prst="rect">
            <a:avLst/>
          </a:prstGeom>
          <a:solidFill>
            <a:srgbClr val="CFD7E9"/>
          </a:solidFill>
        </p:spPr>
        <p:txBody>
          <a:bodyPr vert="horz" wrap="square" lIns="0" tIns="11430" rIns="0" bIns="0" rtlCol="0">
            <a:spAutoFit/>
          </a:bodyPr>
          <a:lstStyle/>
          <a:p>
            <a:pPr marL="114300">
              <a:lnSpc>
                <a:spcPct val="100000"/>
              </a:lnSpc>
              <a:spcBef>
                <a:spcPts val="90"/>
              </a:spcBef>
            </a:pPr>
            <a:r>
              <a:rPr sz="1000" spc="-135" dirty="0">
                <a:latin typeface="Trebuchet MS"/>
                <a:cs typeface="Trebuchet MS"/>
              </a:rPr>
              <a:t>discriminator</a:t>
            </a:r>
            <a:endParaRPr sz="1000">
              <a:latin typeface="Trebuchet MS"/>
              <a:cs typeface="Trebuchet MS"/>
            </a:endParaRPr>
          </a:p>
        </p:txBody>
      </p:sp>
      <p:sp>
        <p:nvSpPr>
          <p:cNvPr id="21" name="object 21"/>
          <p:cNvSpPr txBox="1"/>
          <p:nvPr/>
        </p:nvSpPr>
        <p:spPr>
          <a:xfrm>
            <a:off x="2090927" y="5000244"/>
            <a:ext cx="2127885" cy="662940"/>
          </a:xfrm>
          <a:prstGeom prst="rect">
            <a:avLst/>
          </a:prstGeom>
          <a:solidFill>
            <a:srgbClr val="FFFFFF"/>
          </a:solidFill>
        </p:spPr>
        <p:txBody>
          <a:bodyPr vert="horz" wrap="square" lIns="0" tIns="60960" rIns="0" bIns="0" rtlCol="0">
            <a:spAutoFit/>
          </a:bodyPr>
          <a:lstStyle/>
          <a:p>
            <a:pPr marL="635">
              <a:lnSpc>
                <a:spcPct val="100000"/>
              </a:lnSpc>
              <a:spcBef>
                <a:spcPts val="480"/>
              </a:spcBef>
            </a:pPr>
            <a:r>
              <a:rPr sz="1100" spc="-55" dirty="0">
                <a:latin typeface="Trebuchet MS"/>
                <a:cs typeface="Trebuchet MS"/>
              </a:rPr>
              <a:t>S</a:t>
            </a:r>
            <a:r>
              <a:rPr sz="1100" spc="-155" dirty="0">
                <a:latin typeface="Trebuchet MS"/>
                <a:cs typeface="Trebuchet MS"/>
              </a:rPr>
              <a:t>t</a:t>
            </a:r>
            <a:r>
              <a:rPr sz="1100" spc="-185" dirty="0">
                <a:latin typeface="Trebuchet MS"/>
                <a:cs typeface="Trebuchet MS"/>
              </a:rPr>
              <a:t>e</a:t>
            </a:r>
            <a:r>
              <a:rPr sz="1100" spc="-200" dirty="0">
                <a:latin typeface="Trebuchet MS"/>
                <a:cs typeface="Trebuchet MS"/>
              </a:rPr>
              <a:t>p</a:t>
            </a:r>
            <a:r>
              <a:rPr sz="1100" spc="-160" dirty="0">
                <a:latin typeface="Trebuchet MS"/>
                <a:cs typeface="Trebuchet MS"/>
              </a:rPr>
              <a:t> </a:t>
            </a:r>
            <a:r>
              <a:rPr sz="1100" spc="-114" dirty="0">
                <a:latin typeface="Trebuchet MS"/>
                <a:cs typeface="Trebuchet MS"/>
              </a:rPr>
              <a:t>3</a:t>
            </a:r>
            <a:r>
              <a:rPr sz="1100" spc="-130" dirty="0">
                <a:latin typeface="Trebuchet MS"/>
                <a:cs typeface="Trebuchet MS"/>
              </a:rPr>
              <a:t> </a:t>
            </a:r>
            <a:r>
              <a:rPr sz="1100" spc="-225" dirty="0">
                <a:latin typeface="Trebuchet MS"/>
                <a:cs typeface="Trebuchet MS"/>
              </a:rPr>
              <a:t>:</a:t>
            </a:r>
            <a:r>
              <a:rPr sz="1100" spc="-120" dirty="0">
                <a:latin typeface="Trebuchet MS"/>
                <a:cs typeface="Trebuchet MS"/>
              </a:rPr>
              <a:t> </a:t>
            </a:r>
            <a:r>
              <a:rPr sz="1100" spc="-155" dirty="0">
                <a:latin typeface="Trebuchet MS"/>
                <a:cs typeface="Trebuchet MS"/>
              </a:rPr>
              <a:t>t</a:t>
            </a:r>
            <a:r>
              <a:rPr sz="1100" spc="-60" dirty="0">
                <a:latin typeface="Trebuchet MS"/>
                <a:cs typeface="Trebuchet MS"/>
              </a:rPr>
              <a:t>r</a:t>
            </a:r>
            <a:r>
              <a:rPr sz="1100" spc="-165" dirty="0">
                <a:latin typeface="Trebuchet MS"/>
                <a:cs typeface="Trebuchet MS"/>
              </a:rPr>
              <a:t>a</a:t>
            </a:r>
            <a:r>
              <a:rPr sz="1100" spc="-125" dirty="0">
                <a:latin typeface="Trebuchet MS"/>
                <a:cs typeface="Trebuchet MS"/>
              </a:rPr>
              <a:t>i</a:t>
            </a:r>
            <a:r>
              <a:rPr sz="1100" spc="-185" dirty="0">
                <a:latin typeface="Trebuchet MS"/>
                <a:cs typeface="Trebuchet MS"/>
              </a:rPr>
              <a:t>n</a:t>
            </a:r>
            <a:r>
              <a:rPr sz="1100" spc="-135" dirty="0">
                <a:latin typeface="Trebuchet MS"/>
                <a:cs typeface="Trebuchet MS"/>
              </a:rPr>
              <a:t> </a:t>
            </a:r>
            <a:r>
              <a:rPr sz="1100" spc="-155" dirty="0">
                <a:latin typeface="Trebuchet MS"/>
                <a:cs typeface="Trebuchet MS"/>
              </a:rPr>
              <a:t>t</a:t>
            </a:r>
            <a:r>
              <a:rPr sz="1100" spc="-190" dirty="0">
                <a:latin typeface="Trebuchet MS"/>
                <a:cs typeface="Trebuchet MS"/>
              </a:rPr>
              <a:t>he</a:t>
            </a:r>
            <a:r>
              <a:rPr sz="1100" spc="-145" dirty="0">
                <a:latin typeface="Trebuchet MS"/>
                <a:cs typeface="Trebuchet MS"/>
              </a:rPr>
              <a:t> </a:t>
            </a:r>
            <a:r>
              <a:rPr sz="1100" spc="-200" dirty="0">
                <a:latin typeface="Trebuchet MS"/>
                <a:cs typeface="Trebuchet MS"/>
              </a:rPr>
              <a:t>d</a:t>
            </a:r>
            <a:r>
              <a:rPr sz="1100" spc="-125" dirty="0">
                <a:latin typeface="Trebuchet MS"/>
                <a:cs typeface="Trebuchet MS"/>
              </a:rPr>
              <a:t>i</a:t>
            </a:r>
            <a:r>
              <a:rPr sz="1100" spc="-30" dirty="0">
                <a:latin typeface="Trebuchet MS"/>
                <a:cs typeface="Trebuchet MS"/>
              </a:rPr>
              <a:t>s</a:t>
            </a:r>
            <a:r>
              <a:rPr sz="1100" spc="-130" dirty="0">
                <a:latin typeface="Trebuchet MS"/>
                <a:cs typeface="Trebuchet MS"/>
              </a:rPr>
              <a:t>c</a:t>
            </a:r>
            <a:r>
              <a:rPr sz="1100" spc="-75" dirty="0">
                <a:latin typeface="Trebuchet MS"/>
                <a:cs typeface="Trebuchet MS"/>
              </a:rPr>
              <a:t>r</a:t>
            </a:r>
            <a:r>
              <a:rPr sz="1100" spc="-125" dirty="0">
                <a:latin typeface="Trebuchet MS"/>
                <a:cs typeface="Trebuchet MS"/>
              </a:rPr>
              <a:t>i</a:t>
            </a:r>
            <a:r>
              <a:rPr sz="1100" spc="-270" dirty="0">
                <a:latin typeface="Trebuchet MS"/>
                <a:cs typeface="Trebuchet MS"/>
              </a:rPr>
              <a:t>m</a:t>
            </a:r>
            <a:r>
              <a:rPr sz="1100" spc="-125" dirty="0">
                <a:latin typeface="Trebuchet MS"/>
                <a:cs typeface="Trebuchet MS"/>
              </a:rPr>
              <a:t>i</a:t>
            </a:r>
            <a:r>
              <a:rPr sz="1100" spc="-180" dirty="0">
                <a:latin typeface="Trebuchet MS"/>
                <a:cs typeface="Trebuchet MS"/>
              </a:rPr>
              <a:t>na</a:t>
            </a:r>
            <a:r>
              <a:rPr sz="1100" spc="-165" dirty="0">
                <a:latin typeface="Trebuchet MS"/>
                <a:cs typeface="Trebuchet MS"/>
              </a:rPr>
              <a:t>t</a:t>
            </a:r>
            <a:r>
              <a:rPr sz="1100" spc="-120" dirty="0">
                <a:latin typeface="Trebuchet MS"/>
                <a:cs typeface="Trebuchet MS"/>
              </a:rPr>
              <a:t>or</a:t>
            </a:r>
            <a:endParaRPr sz="1100">
              <a:latin typeface="Trebuchet MS"/>
              <a:cs typeface="Trebuchet MS"/>
            </a:endParaRPr>
          </a:p>
          <a:p>
            <a:pPr marL="5715" marR="285750">
              <a:lnSpc>
                <a:spcPct val="100000"/>
              </a:lnSpc>
              <a:spcBef>
                <a:spcPts val="630"/>
              </a:spcBef>
            </a:pPr>
            <a:r>
              <a:rPr sz="1100" spc="-55" dirty="0">
                <a:latin typeface="Trebuchet MS"/>
                <a:cs typeface="Trebuchet MS"/>
              </a:rPr>
              <a:t>S</a:t>
            </a:r>
            <a:r>
              <a:rPr sz="1100" spc="-155" dirty="0">
                <a:latin typeface="Trebuchet MS"/>
                <a:cs typeface="Trebuchet MS"/>
              </a:rPr>
              <a:t>t</a:t>
            </a:r>
            <a:r>
              <a:rPr sz="1100" spc="-185" dirty="0">
                <a:latin typeface="Trebuchet MS"/>
                <a:cs typeface="Trebuchet MS"/>
              </a:rPr>
              <a:t>e</a:t>
            </a:r>
            <a:r>
              <a:rPr sz="1100" spc="-200" dirty="0">
                <a:latin typeface="Trebuchet MS"/>
                <a:cs typeface="Trebuchet MS"/>
              </a:rPr>
              <a:t>p</a:t>
            </a:r>
            <a:r>
              <a:rPr sz="1100" spc="-160" dirty="0">
                <a:latin typeface="Trebuchet MS"/>
                <a:cs typeface="Trebuchet MS"/>
              </a:rPr>
              <a:t> </a:t>
            </a:r>
            <a:r>
              <a:rPr sz="1100" spc="-155" dirty="0">
                <a:latin typeface="Trebuchet MS"/>
                <a:cs typeface="Trebuchet MS"/>
              </a:rPr>
              <a:t>4</a:t>
            </a:r>
            <a:r>
              <a:rPr sz="1100" spc="-120" dirty="0">
                <a:latin typeface="Trebuchet MS"/>
                <a:cs typeface="Trebuchet MS"/>
              </a:rPr>
              <a:t> </a:t>
            </a:r>
            <a:r>
              <a:rPr sz="1100" spc="-225" dirty="0">
                <a:latin typeface="Trebuchet MS"/>
                <a:cs typeface="Trebuchet MS"/>
              </a:rPr>
              <a:t>:</a:t>
            </a:r>
            <a:r>
              <a:rPr sz="1100" spc="-120" dirty="0">
                <a:latin typeface="Trebuchet MS"/>
                <a:cs typeface="Trebuchet MS"/>
              </a:rPr>
              <a:t> </a:t>
            </a:r>
            <a:r>
              <a:rPr sz="1100" spc="-155" dirty="0">
                <a:latin typeface="Trebuchet MS"/>
                <a:cs typeface="Trebuchet MS"/>
              </a:rPr>
              <a:t>t</a:t>
            </a:r>
            <a:r>
              <a:rPr sz="1100" spc="-60" dirty="0">
                <a:latin typeface="Trebuchet MS"/>
                <a:cs typeface="Trebuchet MS"/>
              </a:rPr>
              <a:t>r</a:t>
            </a:r>
            <a:r>
              <a:rPr sz="1100" spc="-165" dirty="0">
                <a:latin typeface="Trebuchet MS"/>
                <a:cs typeface="Trebuchet MS"/>
              </a:rPr>
              <a:t>a</a:t>
            </a:r>
            <a:r>
              <a:rPr sz="1100" spc="-125" dirty="0">
                <a:latin typeface="Trebuchet MS"/>
                <a:cs typeface="Trebuchet MS"/>
              </a:rPr>
              <a:t>i</a:t>
            </a:r>
            <a:r>
              <a:rPr sz="1100" spc="-185" dirty="0">
                <a:latin typeface="Trebuchet MS"/>
                <a:cs typeface="Trebuchet MS"/>
              </a:rPr>
              <a:t>n</a:t>
            </a:r>
            <a:r>
              <a:rPr sz="1100" spc="-140" dirty="0">
                <a:latin typeface="Trebuchet MS"/>
                <a:cs typeface="Trebuchet MS"/>
              </a:rPr>
              <a:t> </a:t>
            </a:r>
            <a:r>
              <a:rPr sz="1100" spc="-155" dirty="0">
                <a:latin typeface="Trebuchet MS"/>
                <a:cs typeface="Trebuchet MS"/>
              </a:rPr>
              <a:t>t</a:t>
            </a:r>
            <a:r>
              <a:rPr sz="1100" spc="-190" dirty="0">
                <a:latin typeface="Trebuchet MS"/>
                <a:cs typeface="Trebuchet MS"/>
              </a:rPr>
              <a:t>he</a:t>
            </a:r>
            <a:r>
              <a:rPr sz="1100" spc="-135" dirty="0">
                <a:latin typeface="Trebuchet MS"/>
                <a:cs typeface="Trebuchet MS"/>
              </a:rPr>
              <a:t> </a:t>
            </a:r>
            <a:r>
              <a:rPr sz="1100" spc="-140" dirty="0">
                <a:latin typeface="Trebuchet MS"/>
                <a:cs typeface="Trebuchet MS"/>
              </a:rPr>
              <a:t>g</a:t>
            </a:r>
            <a:r>
              <a:rPr sz="1100" spc="-185" dirty="0">
                <a:latin typeface="Trebuchet MS"/>
                <a:cs typeface="Trebuchet MS"/>
              </a:rPr>
              <a:t>e</a:t>
            </a:r>
            <a:r>
              <a:rPr sz="1100" spc="-190" dirty="0">
                <a:latin typeface="Trebuchet MS"/>
                <a:cs typeface="Trebuchet MS"/>
              </a:rPr>
              <a:t>n</a:t>
            </a:r>
            <a:r>
              <a:rPr sz="1100" spc="-180" dirty="0">
                <a:latin typeface="Trebuchet MS"/>
                <a:cs typeface="Trebuchet MS"/>
              </a:rPr>
              <a:t>e</a:t>
            </a:r>
            <a:r>
              <a:rPr sz="1100" spc="-60" dirty="0">
                <a:latin typeface="Trebuchet MS"/>
                <a:cs typeface="Trebuchet MS"/>
              </a:rPr>
              <a:t>r</a:t>
            </a:r>
            <a:r>
              <a:rPr sz="1100" spc="-175" dirty="0">
                <a:latin typeface="Trebuchet MS"/>
                <a:cs typeface="Trebuchet MS"/>
              </a:rPr>
              <a:t>a</a:t>
            </a:r>
            <a:r>
              <a:rPr sz="1100" spc="-165" dirty="0">
                <a:latin typeface="Trebuchet MS"/>
                <a:cs typeface="Trebuchet MS"/>
              </a:rPr>
              <a:t>t</a:t>
            </a:r>
            <a:r>
              <a:rPr sz="1100" spc="-185" dirty="0">
                <a:latin typeface="Trebuchet MS"/>
                <a:cs typeface="Trebuchet MS"/>
              </a:rPr>
              <a:t>o</a:t>
            </a:r>
            <a:r>
              <a:rPr sz="1100" spc="-65" dirty="0">
                <a:latin typeface="Trebuchet MS"/>
                <a:cs typeface="Trebuchet MS"/>
              </a:rPr>
              <a:t>r</a:t>
            </a:r>
            <a:r>
              <a:rPr sz="1100" spc="-160" dirty="0">
                <a:latin typeface="Trebuchet MS"/>
                <a:cs typeface="Trebuchet MS"/>
              </a:rPr>
              <a:t> (b</a:t>
            </a:r>
            <a:r>
              <a:rPr sz="1100" spc="-175" dirty="0">
                <a:latin typeface="Trebuchet MS"/>
                <a:cs typeface="Trebuchet MS"/>
              </a:rPr>
              <a:t>a</a:t>
            </a:r>
            <a:r>
              <a:rPr sz="1100" spc="-30" dirty="0">
                <a:latin typeface="Trebuchet MS"/>
                <a:cs typeface="Trebuchet MS"/>
              </a:rPr>
              <a:t>s</a:t>
            </a:r>
            <a:r>
              <a:rPr sz="1100" spc="-185" dirty="0">
                <a:latin typeface="Trebuchet MS"/>
                <a:cs typeface="Trebuchet MS"/>
              </a:rPr>
              <a:t>e</a:t>
            </a:r>
            <a:r>
              <a:rPr sz="1100" spc="-200" dirty="0">
                <a:latin typeface="Trebuchet MS"/>
                <a:cs typeface="Trebuchet MS"/>
              </a:rPr>
              <a:t>d</a:t>
            </a:r>
            <a:r>
              <a:rPr sz="1100" spc="-160" dirty="0">
                <a:latin typeface="Trebuchet MS"/>
                <a:cs typeface="Trebuchet MS"/>
              </a:rPr>
              <a:t> </a:t>
            </a:r>
            <a:r>
              <a:rPr sz="1100" spc="-180" dirty="0">
                <a:latin typeface="Trebuchet MS"/>
                <a:cs typeface="Trebuchet MS"/>
              </a:rPr>
              <a:t>on</a:t>
            </a:r>
            <a:r>
              <a:rPr sz="1100" spc="-130" dirty="0">
                <a:latin typeface="Trebuchet MS"/>
                <a:cs typeface="Trebuchet MS"/>
              </a:rPr>
              <a:t> </a:t>
            </a:r>
            <a:r>
              <a:rPr sz="1100" spc="-155" dirty="0">
                <a:latin typeface="Trebuchet MS"/>
                <a:cs typeface="Trebuchet MS"/>
              </a:rPr>
              <a:t>t</a:t>
            </a:r>
            <a:r>
              <a:rPr sz="1100" spc="-145" dirty="0">
                <a:latin typeface="Trebuchet MS"/>
                <a:cs typeface="Trebuchet MS"/>
              </a:rPr>
              <a:t>he  </a:t>
            </a:r>
            <a:r>
              <a:rPr sz="1100" spc="-200" dirty="0">
                <a:latin typeface="Trebuchet MS"/>
                <a:cs typeface="Trebuchet MS"/>
              </a:rPr>
              <a:t>d</a:t>
            </a:r>
            <a:r>
              <a:rPr sz="1100" spc="-125" dirty="0">
                <a:latin typeface="Trebuchet MS"/>
                <a:cs typeface="Trebuchet MS"/>
              </a:rPr>
              <a:t>i</a:t>
            </a:r>
            <a:r>
              <a:rPr sz="1100" spc="-30" dirty="0">
                <a:latin typeface="Trebuchet MS"/>
                <a:cs typeface="Trebuchet MS"/>
              </a:rPr>
              <a:t>s</a:t>
            </a:r>
            <a:r>
              <a:rPr sz="1100" spc="-130" dirty="0">
                <a:latin typeface="Trebuchet MS"/>
                <a:cs typeface="Trebuchet MS"/>
              </a:rPr>
              <a:t>c</a:t>
            </a:r>
            <a:r>
              <a:rPr sz="1100" spc="-75" dirty="0">
                <a:latin typeface="Trebuchet MS"/>
                <a:cs typeface="Trebuchet MS"/>
              </a:rPr>
              <a:t>r</a:t>
            </a:r>
            <a:r>
              <a:rPr sz="1100" spc="-125" dirty="0">
                <a:latin typeface="Trebuchet MS"/>
                <a:cs typeface="Trebuchet MS"/>
              </a:rPr>
              <a:t>i</a:t>
            </a:r>
            <a:r>
              <a:rPr sz="1100" spc="-270" dirty="0">
                <a:latin typeface="Trebuchet MS"/>
                <a:cs typeface="Trebuchet MS"/>
              </a:rPr>
              <a:t>m</a:t>
            </a:r>
            <a:r>
              <a:rPr sz="1100" spc="-125" dirty="0">
                <a:latin typeface="Trebuchet MS"/>
                <a:cs typeface="Trebuchet MS"/>
              </a:rPr>
              <a:t>i</a:t>
            </a:r>
            <a:r>
              <a:rPr sz="1100" spc="-180" dirty="0">
                <a:latin typeface="Trebuchet MS"/>
                <a:cs typeface="Trebuchet MS"/>
              </a:rPr>
              <a:t>na</a:t>
            </a:r>
            <a:r>
              <a:rPr sz="1100" spc="-165" dirty="0">
                <a:latin typeface="Trebuchet MS"/>
                <a:cs typeface="Trebuchet MS"/>
              </a:rPr>
              <a:t>t</a:t>
            </a:r>
            <a:r>
              <a:rPr sz="1100" spc="-185" dirty="0">
                <a:latin typeface="Trebuchet MS"/>
                <a:cs typeface="Trebuchet MS"/>
              </a:rPr>
              <a:t>o</a:t>
            </a:r>
            <a:r>
              <a:rPr sz="1100" spc="-55" dirty="0">
                <a:latin typeface="Trebuchet MS"/>
                <a:cs typeface="Trebuchet MS"/>
              </a:rPr>
              <a:t>r</a:t>
            </a:r>
            <a:r>
              <a:rPr sz="1100" spc="-229" dirty="0">
                <a:latin typeface="Trebuchet MS"/>
                <a:cs typeface="Trebuchet MS"/>
              </a:rPr>
              <a:t>’</a:t>
            </a:r>
            <a:r>
              <a:rPr sz="1100" spc="-50" dirty="0">
                <a:latin typeface="Trebuchet MS"/>
                <a:cs typeface="Trebuchet MS"/>
              </a:rPr>
              <a:t>s</a:t>
            </a:r>
            <a:r>
              <a:rPr sz="1100" spc="-150" dirty="0">
                <a:latin typeface="Trebuchet MS"/>
                <a:cs typeface="Trebuchet MS"/>
              </a:rPr>
              <a:t> </a:t>
            </a:r>
            <a:r>
              <a:rPr sz="1100" spc="-200" dirty="0">
                <a:latin typeface="Trebuchet MS"/>
                <a:cs typeface="Trebuchet MS"/>
              </a:rPr>
              <a:t>p</a:t>
            </a:r>
            <a:r>
              <a:rPr sz="1100" spc="-60" dirty="0">
                <a:latin typeface="Trebuchet MS"/>
                <a:cs typeface="Trebuchet MS"/>
              </a:rPr>
              <a:t>r</a:t>
            </a:r>
            <a:r>
              <a:rPr sz="1100" spc="-185" dirty="0">
                <a:latin typeface="Trebuchet MS"/>
                <a:cs typeface="Trebuchet MS"/>
              </a:rPr>
              <a:t>e</a:t>
            </a:r>
            <a:r>
              <a:rPr sz="1100" spc="-200" dirty="0">
                <a:latin typeface="Trebuchet MS"/>
                <a:cs typeface="Trebuchet MS"/>
              </a:rPr>
              <a:t>d</a:t>
            </a:r>
            <a:r>
              <a:rPr sz="1100" spc="-125" dirty="0">
                <a:latin typeface="Trebuchet MS"/>
                <a:cs typeface="Trebuchet MS"/>
              </a:rPr>
              <a:t>i</a:t>
            </a:r>
            <a:r>
              <a:rPr sz="1100" spc="-130" dirty="0">
                <a:latin typeface="Trebuchet MS"/>
                <a:cs typeface="Trebuchet MS"/>
              </a:rPr>
              <a:t>c</a:t>
            </a:r>
            <a:r>
              <a:rPr sz="1100" spc="-165" dirty="0">
                <a:latin typeface="Trebuchet MS"/>
                <a:cs typeface="Trebuchet MS"/>
              </a:rPr>
              <a:t>t</a:t>
            </a:r>
            <a:r>
              <a:rPr sz="1100" spc="-125" dirty="0">
                <a:latin typeface="Trebuchet MS"/>
                <a:cs typeface="Trebuchet MS"/>
              </a:rPr>
              <a:t>i</a:t>
            </a:r>
            <a:r>
              <a:rPr sz="1100" spc="-180" dirty="0">
                <a:latin typeface="Trebuchet MS"/>
                <a:cs typeface="Trebuchet MS"/>
              </a:rPr>
              <a:t>o</a:t>
            </a:r>
            <a:r>
              <a:rPr sz="1100" spc="-190" dirty="0">
                <a:latin typeface="Trebuchet MS"/>
                <a:cs typeface="Trebuchet MS"/>
              </a:rPr>
              <a:t>n</a:t>
            </a:r>
            <a:r>
              <a:rPr sz="1100" spc="-85" dirty="0">
                <a:latin typeface="Trebuchet MS"/>
                <a:cs typeface="Trebuchet MS"/>
              </a:rPr>
              <a:t>s)</a:t>
            </a:r>
            <a:endParaRPr sz="1100">
              <a:latin typeface="Trebuchet MS"/>
              <a:cs typeface="Trebuchet MS"/>
            </a:endParaRPr>
          </a:p>
        </p:txBody>
      </p:sp>
      <p:sp>
        <p:nvSpPr>
          <p:cNvPr id="22" name="object 22"/>
          <p:cNvSpPr txBox="1"/>
          <p:nvPr/>
        </p:nvSpPr>
        <p:spPr>
          <a:xfrm>
            <a:off x="5577840" y="3140964"/>
            <a:ext cx="702945" cy="302260"/>
          </a:xfrm>
          <a:prstGeom prst="rect">
            <a:avLst/>
          </a:prstGeom>
          <a:solidFill>
            <a:srgbClr val="FFFFFF"/>
          </a:solidFill>
        </p:spPr>
        <p:txBody>
          <a:bodyPr vert="horz" wrap="square" lIns="0" tIns="0" rIns="0" bIns="0" rtlCol="0">
            <a:spAutoFit/>
          </a:bodyPr>
          <a:lstStyle/>
          <a:p>
            <a:pPr marL="1270" algn="ctr">
              <a:lnSpc>
                <a:spcPts val="1120"/>
              </a:lnSpc>
            </a:pPr>
            <a:r>
              <a:rPr sz="1000" spc="-185" dirty="0">
                <a:latin typeface="Trebuchet MS"/>
                <a:cs typeface="Trebuchet MS"/>
              </a:rPr>
              <a:t>Output</a:t>
            </a:r>
            <a:endParaRPr sz="1000">
              <a:latin typeface="Trebuchet MS"/>
              <a:cs typeface="Trebuchet MS"/>
            </a:endParaRPr>
          </a:p>
          <a:p>
            <a:pPr marL="635" algn="ctr">
              <a:lnSpc>
                <a:spcPts val="1140"/>
              </a:lnSpc>
            </a:pPr>
            <a:r>
              <a:rPr sz="1000" spc="-145" dirty="0">
                <a:latin typeface="Trebuchet MS"/>
                <a:cs typeface="Trebuchet MS"/>
              </a:rPr>
              <a:t>(prediction)</a:t>
            </a:r>
            <a:endParaRPr sz="1000">
              <a:latin typeface="Trebuchet MS"/>
              <a:cs typeface="Trebuchet MS"/>
            </a:endParaRPr>
          </a:p>
        </p:txBody>
      </p:sp>
      <p:sp>
        <p:nvSpPr>
          <p:cNvPr id="23" name="object 23"/>
          <p:cNvSpPr/>
          <p:nvPr/>
        </p:nvSpPr>
        <p:spPr>
          <a:xfrm>
            <a:off x="6553200" y="3156204"/>
            <a:ext cx="702945" cy="302260"/>
          </a:xfrm>
          <a:custGeom>
            <a:avLst/>
            <a:gdLst/>
            <a:ahLst/>
            <a:cxnLst/>
            <a:rect l="l" t="t" r="r" b="b"/>
            <a:pathLst>
              <a:path w="702945" h="302260">
                <a:moveTo>
                  <a:pt x="702564" y="0"/>
                </a:moveTo>
                <a:lnTo>
                  <a:pt x="0" y="0"/>
                </a:lnTo>
                <a:lnTo>
                  <a:pt x="0" y="301751"/>
                </a:lnTo>
                <a:lnTo>
                  <a:pt x="702564" y="301751"/>
                </a:lnTo>
                <a:lnTo>
                  <a:pt x="702564" y="0"/>
                </a:lnTo>
                <a:close/>
              </a:path>
            </a:pathLst>
          </a:custGeom>
          <a:solidFill>
            <a:srgbClr val="FFFFFF"/>
          </a:solidFill>
        </p:spPr>
        <p:txBody>
          <a:bodyPr wrap="square" lIns="0" tIns="0" rIns="0" bIns="0" rtlCol="0"/>
          <a:lstStyle/>
          <a:p>
            <a:endParaRPr/>
          </a:p>
        </p:txBody>
      </p:sp>
      <p:sp>
        <p:nvSpPr>
          <p:cNvPr id="24" name="object 24"/>
          <p:cNvSpPr txBox="1"/>
          <p:nvPr/>
        </p:nvSpPr>
        <p:spPr>
          <a:xfrm>
            <a:off x="6618731" y="3216986"/>
            <a:ext cx="635635" cy="177800"/>
          </a:xfrm>
          <a:prstGeom prst="rect">
            <a:avLst/>
          </a:prstGeom>
        </p:spPr>
        <p:txBody>
          <a:bodyPr vert="horz" wrap="square" lIns="0" tIns="12065" rIns="0" bIns="0" rtlCol="0">
            <a:spAutoFit/>
          </a:bodyPr>
          <a:lstStyle/>
          <a:p>
            <a:pPr marL="35560">
              <a:lnSpc>
                <a:spcPct val="100000"/>
              </a:lnSpc>
              <a:spcBef>
                <a:spcPts val="95"/>
              </a:spcBef>
            </a:pPr>
            <a:r>
              <a:rPr sz="1000" spc="-165" dirty="0">
                <a:latin typeface="Trebuchet MS"/>
                <a:cs typeface="Trebuchet MS"/>
              </a:rPr>
              <a:t>A</a:t>
            </a:r>
            <a:r>
              <a:rPr sz="1000" spc="-190" dirty="0">
                <a:latin typeface="Trebuchet MS"/>
                <a:cs typeface="Trebuchet MS"/>
              </a:rPr>
              <a:t>n</a:t>
            </a:r>
            <a:r>
              <a:rPr sz="1000" spc="-60" dirty="0">
                <a:latin typeface="Trebuchet MS"/>
                <a:cs typeface="Trebuchet MS"/>
              </a:rPr>
              <a:t>s</a:t>
            </a:r>
            <a:r>
              <a:rPr sz="1000" spc="-225" dirty="0">
                <a:latin typeface="Trebuchet MS"/>
                <a:cs typeface="Trebuchet MS"/>
              </a:rPr>
              <a:t>w</a:t>
            </a:r>
            <a:r>
              <a:rPr sz="1000" spc="-190" dirty="0">
                <a:latin typeface="Trebuchet MS"/>
                <a:cs typeface="Trebuchet MS"/>
              </a:rPr>
              <a:t>e</a:t>
            </a:r>
            <a:r>
              <a:rPr sz="1000" spc="-60" dirty="0">
                <a:latin typeface="Trebuchet MS"/>
                <a:cs typeface="Trebuchet MS"/>
              </a:rPr>
              <a:t>r</a:t>
            </a:r>
            <a:r>
              <a:rPr sz="1000" spc="-130" dirty="0">
                <a:latin typeface="Trebuchet MS"/>
                <a:cs typeface="Trebuchet MS"/>
              </a:rPr>
              <a:t> </a:t>
            </a:r>
            <a:r>
              <a:rPr sz="1000" spc="-145" dirty="0">
                <a:latin typeface="Trebuchet MS"/>
                <a:cs typeface="Trebuchet MS"/>
              </a:rPr>
              <a:t>l</a:t>
            </a:r>
            <a:r>
              <a:rPr sz="1000" spc="-170" dirty="0">
                <a:latin typeface="Trebuchet MS"/>
                <a:cs typeface="Trebuchet MS"/>
              </a:rPr>
              <a:t>a</a:t>
            </a:r>
            <a:r>
              <a:rPr sz="1000" spc="-190" dirty="0">
                <a:latin typeface="Trebuchet MS"/>
                <a:cs typeface="Trebuchet MS"/>
              </a:rPr>
              <a:t>b</a:t>
            </a:r>
            <a:r>
              <a:rPr sz="1000" spc="-145" dirty="0">
                <a:latin typeface="Trebuchet MS"/>
                <a:cs typeface="Trebuchet MS"/>
              </a:rPr>
              <a:t>el</a:t>
            </a:r>
            <a:endParaRPr sz="1000">
              <a:latin typeface="Trebuchet MS"/>
              <a:cs typeface="Trebuchet MS"/>
            </a:endParaRPr>
          </a:p>
        </p:txBody>
      </p:sp>
      <p:sp>
        <p:nvSpPr>
          <p:cNvPr id="25" name="object 25"/>
          <p:cNvSpPr txBox="1"/>
          <p:nvPr/>
        </p:nvSpPr>
        <p:spPr>
          <a:xfrm>
            <a:off x="5564123" y="3531108"/>
            <a:ext cx="859790" cy="165100"/>
          </a:xfrm>
          <a:prstGeom prst="rect">
            <a:avLst/>
          </a:prstGeom>
          <a:solidFill>
            <a:srgbClr val="FFFFFF"/>
          </a:solidFill>
        </p:spPr>
        <p:txBody>
          <a:bodyPr vert="horz" wrap="square" lIns="0" tIns="0" rIns="0" bIns="0" rtlCol="0">
            <a:spAutoFit/>
          </a:bodyPr>
          <a:lstStyle/>
          <a:p>
            <a:pPr marL="93980">
              <a:lnSpc>
                <a:spcPts val="1270"/>
              </a:lnSpc>
            </a:pPr>
            <a:r>
              <a:rPr sz="1100" spc="-120" dirty="0">
                <a:latin typeface="Trebuchet MS"/>
                <a:cs typeface="Trebuchet MS"/>
              </a:rPr>
              <a:t>P(y=“real”</a:t>
            </a:r>
            <a:r>
              <a:rPr sz="1100" spc="-120" dirty="0">
                <a:latin typeface="Cambria Math"/>
                <a:cs typeface="Cambria Math"/>
              </a:rPr>
              <a:t>∣𝑥</a:t>
            </a:r>
            <a:r>
              <a:rPr sz="1100" spc="-120" dirty="0">
                <a:latin typeface="Lucida Console"/>
                <a:cs typeface="Lucida Console"/>
              </a:rPr>
              <a:t>)</a:t>
            </a:r>
            <a:endParaRPr sz="1100">
              <a:latin typeface="Lucida Console"/>
              <a:cs typeface="Lucida Console"/>
            </a:endParaRPr>
          </a:p>
        </p:txBody>
      </p:sp>
      <p:sp>
        <p:nvSpPr>
          <p:cNvPr id="26" name="object 26"/>
          <p:cNvSpPr/>
          <p:nvPr/>
        </p:nvSpPr>
        <p:spPr>
          <a:xfrm>
            <a:off x="5579364" y="4300728"/>
            <a:ext cx="859790" cy="166370"/>
          </a:xfrm>
          <a:custGeom>
            <a:avLst/>
            <a:gdLst/>
            <a:ahLst/>
            <a:cxnLst/>
            <a:rect l="l" t="t" r="r" b="b"/>
            <a:pathLst>
              <a:path w="859789" h="166370">
                <a:moveTo>
                  <a:pt x="859536" y="0"/>
                </a:moveTo>
                <a:lnTo>
                  <a:pt x="0" y="0"/>
                </a:lnTo>
                <a:lnTo>
                  <a:pt x="0" y="166116"/>
                </a:lnTo>
                <a:lnTo>
                  <a:pt x="859536" y="166116"/>
                </a:lnTo>
                <a:lnTo>
                  <a:pt x="859536" y="0"/>
                </a:lnTo>
                <a:close/>
              </a:path>
            </a:pathLst>
          </a:custGeom>
          <a:solidFill>
            <a:srgbClr val="FFFFFF"/>
          </a:solidFill>
        </p:spPr>
        <p:txBody>
          <a:bodyPr wrap="square" lIns="0" tIns="0" rIns="0" bIns="0" rtlCol="0"/>
          <a:lstStyle/>
          <a:p>
            <a:endParaRPr/>
          </a:p>
        </p:txBody>
      </p:sp>
      <p:sp>
        <p:nvSpPr>
          <p:cNvPr id="27" name="object 27"/>
          <p:cNvSpPr txBox="1"/>
          <p:nvPr/>
        </p:nvSpPr>
        <p:spPr>
          <a:xfrm>
            <a:off x="5660897" y="4282185"/>
            <a:ext cx="699770" cy="193675"/>
          </a:xfrm>
          <a:prstGeom prst="rect">
            <a:avLst/>
          </a:prstGeom>
        </p:spPr>
        <p:txBody>
          <a:bodyPr vert="horz" wrap="square" lIns="0" tIns="12700" rIns="0" bIns="0" rtlCol="0">
            <a:spAutoFit/>
          </a:bodyPr>
          <a:lstStyle/>
          <a:p>
            <a:pPr marL="12700">
              <a:lnSpc>
                <a:spcPct val="100000"/>
              </a:lnSpc>
              <a:spcBef>
                <a:spcPts val="100"/>
              </a:spcBef>
            </a:pPr>
            <a:r>
              <a:rPr sz="1100" spc="-120" dirty="0">
                <a:latin typeface="Trebuchet MS"/>
                <a:cs typeface="Trebuchet MS"/>
              </a:rPr>
              <a:t>P(y=“real”</a:t>
            </a:r>
            <a:r>
              <a:rPr sz="1100" spc="-120" dirty="0">
                <a:latin typeface="Cambria Math"/>
                <a:cs typeface="Cambria Math"/>
              </a:rPr>
              <a:t>∣𝑥</a:t>
            </a:r>
            <a:r>
              <a:rPr sz="1100" spc="-120" dirty="0">
                <a:latin typeface="Lucida Console"/>
                <a:cs typeface="Lucida Console"/>
              </a:rPr>
              <a:t>)</a:t>
            </a:r>
            <a:endParaRPr sz="1100">
              <a:latin typeface="Lucida Console"/>
              <a:cs typeface="Lucida Console"/>
            </a:endParaRPr>
          </a:p>
        </p:txBody>
      </p:sp>
      <p:sp>
        <p:nvSpPr>
          <p:cNvPr id="28" name="object 28"/>
          <p:cNvSpPr txBox="1"/>
          <p:nvPr/>
        </p:nvSpPr>
        <p:spPr>
          <a:xfrm>
            <a:off x="6244590" y="4210303"/>
            <a:ext cx="125730"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Cambria Math"/>
                <a:cs typeface="Cambria Math"/>
              </a:rPr>
              <a:t>∼</a:t>
            </a:r>
            <a:endParaRPr sz="1100">
              <a:latin typeface="Cambria Math"/>
              <a:cs typeface="Cambria Math"/>
            </a:endParaRPr>
          </a:p>
        </p:txBody>
      </p:sp>
      <p:sp>
        <p:nvSpPr>
          <p:cNvPr id="29" name="object 29"/>
          <p:cNvSpPr txBox="1"/>
          <p:nvPr/>
        </p:nvSpPr>
        <p:spPr>
          <a:xfrm>
            <a:off x="6618731" y="3523488"/>
            <a:ext cx="635635" cy="203200"/>
          </a:xfrm>
          <a:prstGeom prst="rect">
            <a:avLst/>
          </a:prstGeom>
          <a:solidFill>
            <a:srgbClr val="FFFFFF"/>
          </a:solidFill>
        </p:spPr>
        <p:txBody>
          <a:bodyPr vert="horz" wrap="square" lIns="0" tIns="15875" rIns="0" bIns="0" rtlCol="0">
            <a:spAutoFit/>
          </a:bodyPr>
          <a:lstStyle/>
          <a:p>
            <a:pPr marL="131445">
              <a:lnSpc>
                <a:spcPct val="100000"/>
              </a:lnSpc>
              <a:spcBef>
                <a:spcPts val="125"/>
              </a:spcBef>
            </a:pPr>
            <a:r>
              <a:rPr sz="1100" spc="-165" dirty="0">
                <a:latin typeface="Trebuchet MS"/>
                <a:cs typeface="Trebuchet MS"/>
              </a:rPr>
              <a:t>y=“real”</a:t>
            </a:r>
            <a:endParaRPr sz="1100">
              <a:latin typeface="Trebuchet MS"/>
              <a:cs typeface="Trebuchet MS"/>
            </a:endParaRPr>
          </a:p>
        </p:txBody>
      </p:sp>
      <p:sp>
        <p:nvSpPr>
          <p:cNvPr id="30" name="object 30"/>
          <p:cNvSpPr txBox="1"/>
          <p:nvPr/>
        </p:nvSpPr>
        <p:spPr>
          <a:xfrm>
            <a:off x="6676643" y="4274820"/>
            <a:ext cx="565785" cy="193675"/>
          </a:xfrm>
          <a:prstGeom prst="rect">
            <a:avLst/>
          </a:prstGeom>
          <a:solidFill>
            <a:srgbClr val="FFFFFF"/>
          </a:solidFill>
        </p:spPr>
        <p:txBody>
          <a:bodyPr vert="horz" wrap="square" lIns="0" tIns="10795" rIns="0" bIns="0" rtlCol="0">
            <a:spAutoFit/>
          </a:bodyPr>
          <a:lstStyle/>
          <a:p>
            <a:pPr marL="92710">
              <a:lnSpc>
                <a:spcPct val="100000"/>
              </a:lnSpc>
              <a:spcBef>
                <a:spcPts val="85"/>
              </a:spcBef>
            </a:pPr>
            <a:r>
              <a:rPr sz="1100" spc="-180" dirty="0">
                <a:latin typeface="Trebuchet MS"/>
                <a:cs typeface="Trebuchet MS"/>
              </a:rPr>
              <a:t>y=“fake”</a:t>
            </a:r>
            <a:endParaRPr sz="1100">
              <a:latin typeface="Trebuchet MS"/>
              <a:cs typeface="Trebuchet MS"/>
            </a:endParaRPr>
          </a:p>
        </p:txBody>
      </p:sp>
      <p:sp>
        <p:nvSpPr>
          <p:cNvPr id="31" name="object 31"/>
          <p:cNvSpPr txBox="1"/>
          <p:nvPr/>
        </p:nvSpPr>
        <p:spPr>
          <a:xfrm>
            <a:off x="6664452" y="5178552"/>
            <a:ext cx="582295" cy="147955"/>
          </a:xfrm>
          <a:prstGeom prst="rect">
            <a:avLst/>
          </a:prstGeom>
          <a:solidFill>
            <a:srgbClr val="FFFFFF"/>
          </a:solidFill>
        </p:spPr>
        <p:txBody>
          <a:bodyPr vert="horz" wrap="square" lIns="0" tIns="0" rIns="0" bIns="0" rtlCol="0">
            <a:spAutoFit/>
          </a:bodyPr>
          <a:lstStyle/>
          <a:p>
            <a:pPr marL="101600">
              <a:lnSpc>
                <a:spcPts val="1165"/>
              </a:lnSpc>
            </a:pPr>
            <a:r>
              <a:rPr sz="1100" spc="-180" dirty="0">
                <a:latin typeface="Trebuchet MS"/>
                <a:cs typeface="Trebuchet MS"/>
              </a:rPr>
              <a:t>y=“fake”</a:t>
            </a:r>
            <a:endParaRPr sz="1100">
              <a:latin typeface="Trebuchet MS"/>
              <a:cs typeface="Trebuchet MS"/>
            </a:endParaRPr>
          </a:p>
        </p:txBody>
      </p:sp>
      <p:sp>
        <p:nvSpPr>
          <p:cNvPr id="32" name="object 32"/>
          <p:cNvSpPr txBox="1"/>
          <p:nvPr/>
        </p:nvSpPr>
        <p:spPr>
          <a:xfrm>
            <a:off x="6664452" y="4966715"/>
            <a:ext cx="582295" cy="203200"/>
          </a:xfrm>
          <a:prstGeom prst="rect">
            <a:avLst/>
          </a:prstGeom>
          <a:solidFill>
            <a:srgbClr val="FFFFFF"/>
          </a:solidFill>
        </p:spPr>
        <p:txBody>
          <a:bodyPr vert="horz" wrap="square" lIns="0" tIns="15875" rIns="0" bIns="0" rtlCol="0">
            <a:spAutoFit/>
          </a:bodyPr>
          <a:lstStyle/>
          <a:p>
            <a:pPr marL="94615">
              <a:lnSpc>
                <a:spcPct val="100000"/>
              </a:lnSpc>
              <a:spcBef>
                <a:spcPts val="125"/>
              </a:spcBef>
            </a:pPr>
            <a:r>
              <a:rPr sz="1100" spc="-165" dirty="0">
                <a:latin typeface="Trebuchet MS"/>
                <a:cs typeface="Trebuchet MS"/>
              </a:rPr>
              <a:t>y=“real”</a:t>
            </a:r>
            <a:endParaRPr sz="1100">
              <a:latin typeface="Trebuchet MS"/>
              <a:cs typeface="Trebuchet MS"/>
            </a:endParaRPr>
          </a:p>
        </p:txBody>
      </p:sp>
      <p:sp>
        <p:nvSpPr>
          <p:cNvPr id="33" name="object 33"/>
          <p:cNvSpPr txBox="1"/>
          <p:nvPr/>
        </p:nvSpPr>
        <p:spPr>
          <a:xfrm>
            <a:off x="6626352" y="5785103"/>
            <a:ext cx="637540" cy="201295"/>
          </a:xfrm>
          <a:prstGeom prst="rect">
            <a:avLst/>
          </a:prstGeom>
          <a:solidFill>
            <a:srgbClr val="FFFFFF"/>
          </a:solidFill>
        </p:spPr>
        <p:txBody>
          <a:bodyPr vert="horz" wrap="square" lIns="0" tIns="15875" rIns="0" bIns="0" rtlCol="0">
            <a:spAutoFit/>
          </a:bodyPr>
          <a:lstStyle/>
          <a:p>
            <a:pPr marL="132715">
              <a:lnSpc>
                <a:spcPct val="100000"/>
              </a:lnSpc>
              <a:spcBef>
                <a:spcPts val="125"/>
              </a:spcBef>
            </a:pPr>
            <a:r>
              <a:rPr sz="1100" spc="-165" dirty="0">
                <a:latin typeface="Trebuchet MS"/>
                <a:cs typeface="Trebuchet MS"/>
              </a:rPr>
              <a:t>y=“real”</a:t>
            </a:r>
            <a:endParaRPr sz="1100">
              <a:latin typeface="Trebuchet MS"/>
              <a:cs typeface="Trebuchet MS"/>
            </a:endParaRPr>
          </a:p>
        </p:txBody>
      </p:sp>
      <p:sp>
        <p:nvSpPr>
          <p:cNvPr id="34" name="object 34"/>
          <p:cNvSpPr txBox="1"/>
          <p:nvPr/>
        </p:nvSpPr>
        <p:spPr>
          <a:xfrm>
            <a:off x="5573267" y="4985003"/>
            <a:ext cx="868680" cy="165100"/>
          </a:xfrm>
          <a:prstGeom prst="rect">
            <a:avLst/>
          </a:prstGeom>
          <a:solidFill>
            <a:srgbClr val="FFFFFF"/>
          </a:solidFill>
        </p:spPr>
        <p:txBody>
          <a:bodyPr vert="horz" wrap="square" lIns="0" tIns="0" rIns="0" bIns="0" rtlCol="0">
            <a:spAutoFit/>
          </a:bodyPr>
          <a:lstStyle/>
          <a:p>
            <a:pPr marL="93345">
              <a:lnSpc>
                <a:spcPts val="1275"/>
              </a:lnSpc>
            </a:pPr>
            <a:r>
              <a:rPr sz="1100" spc="-120" dirty="0">
                <a:latin typeface="Trebuchet MS"/>
                <a:cs typeface="Trebuchet MS"/>
              </a:rPr>
              <a:t>P(y=“real”</a:t>
            </a:r>
            <a:r>
              <a:rPr sz="1100" spc="-120" dirty="0">
                <a:latin typeface="Cambria Math"/>
                <a:cs typeface="Cambria Math"/>
              </a:rPr>
              <a:t>∣𝑥</a:t>
            </a:r>
            <a:r>
              <a:rPr sz="1100" spc="-120" dirty="0">
                <a:latin typeface="Lucida Console"/>
                <a:cs typeface="Lucida Console"/>
              </a:rPr>
              <a:t>)</a:t>
            </a:r>
            <a:endParaRPr sz="1100">
              <a:latin typeface="Lucida Console"/>
              <a:cs typeface="Lucida Console"/>
            </a:endParaRPr>
          </a:p>
        </p:txBody>
      </p:sp>
      <p:sp>
        <p:nvSpPr>
          <p:cNvPr id="35" name="object 35"/>
          <p:cNvSpPr/>
          <p:nvPr/>
        </p:nvSpPr>
        <p:spPr>
          <a:xfrm>
            <a:off x="5582411" y="5164835"/>
            <a:ext cx="859790" cy="166370"/>
          </a:xfrm>
          <a:custGeom>
            <a:avLst/>
            <a:gdLst/>
            <a:ahLst/>
            <a:cxnLst/>
            <a:rect l="l" t="t" r="r" b="b"/>
            <a:pathLst>
              <a:path w="859789" h="166370">
                <a:moveTo>
                  <a:pt x="859536" y="0"/>
                </a:moveTo>
                <a:lnTo>
                  <a:pt x="0" y="0"/>
                </a:lnTo>
                <a:lnTo>
                  <a:pt x="0" y="166115"/>
                </a:lnTo>
                <a:lnTo>
                  <a:pt x="859536" y="166115"/>
                </a:lnTo>
                <a:lnTo>
                  <a:pt x="859536" y="0"/>
                </a:lnTo>
                <a:close/>
              </a:path>
            </a:pathLst>
          </a:custGeom>
          <a:solidFill>
            <a:srgbClr val="FFFFFF"/>
          </a:solidFill>
        </p:spPr>
        <p:txBody>
          <a:bodyPr wrap="square" lIns="0" tIns="0" rIns="0" bIns="0" rtlCol="0"/>
          <a:lstStyle/>
          <a:p>
            <a:endParaRPr/>
          </a:p>
        </p:txBody>
      </p:sp>
      <p:sp>
        <p:nvSpPr>
          <p:cNvPr id="36" name="object 36"/>
          <p:cNvSpPr txBox="1"/>
          <p:nvPr/>
        </p:nvSpPr>
        <p:spPr>
          <a:xfrm>
            <a:off x="5638165" y="5146928"/>
            <a:ext cx="772795" cy="193675"/>
          </a:xfrm>
          <a:prstGeom prst="rect">
            <a:avLst/>
          </a:prstGeom>
        </p:spPr>
        <p:txBody>
          <a:bodyPr vert="horz" wrap="square" lIns="0" tIns="12700" rIns="0" bIns="0" rtlCol="0">
            <a:spAutoFit/>
          </a:bodyPr>
          <a:lstStyle/>
          <a:p>
            <a:pPr marL="38100">
              <a:lnSpc>
                <a:spcPts val="660"/>
              </a:lnSpc>
              <a:spcBef>
                <a:spcPts val="100"/>
              </a:spcBef>
            </a:pPr>
            <a:r>
              <a:rPr sz="1100" spc="-145" dirty="0">
                <a:latin typeface="Trebuchet MS"/>
                <a:cs typeface="Trebuchet MS"/>
              </a:rPr>
              <a:t>P(y=“real”</a:t>
            </a:r>
            <a:r>
              <a:rPr sz="1100" spc="-145" dirty="0">
                <a:latin typeface="Cambria Math"/>
                <a:cs typeface="Cambria Math"/>
              </a:rPr>
              <a:t>∣</a:t>
            </a:r>
            <a:r>
              <a:rPr sz="1100" spc="15" dirty="0">
                <a:latin typeface="Cambria Math"/>
                <a:cs typeface="Cambria Math"/>
              </a:rPr>
              <a:t>  </a:t>
            </a:r>
            <a:r>
              <a:rPr sz="1650" baseline="27777" dirty="0">
                <a:latin typeface="Cambria Math"/>
                <a:cs typeface="Cambria Math"/>
              </a:rPr>
              <a:t>∼</a:t>
            </a:r>
            <a:endParaRPr sz="1650" baseline="27777">
              <a:latin typeface="Cambria Math"/>
              <a:cs typeface="Cambria Math"/>
            </a:endParaRPr>
          </a:p>
          <a:p>
            <a:pPr marR="52069" algn="r">
              <a:lnSpc>
                <a:spcPts val="660"/>
              </a:lnSpc>
            </a:pPr>
            <a:r>
              <a:rPr sz="1100" spc="15" dirty="0">
                <a:latin typeface="Cambria Math"/>
                <a:cs typeface="Cambria Math"/>
              </a:rPr>
              <a:t>𝑥</a:t>
            </a:r>
            <a:r>
              <a:rPr sz="1100" spc="15" dirty="0">
                <a:latin typeface="Lucida Console"/>
                <a:cs typeface="Lucida Console"/>
              </a:rPr>
              <a:t>)</a:t>
            </a:r>
            <a:endParaRPr sz="1100">
              <a:latin typeface="Lucida Console"/>
              <a:cs typeface="Lucida Console"/>
            </a:endParaRPr>
          </a:p>
        </p:txBody>
      </p:sp>
      <p:sp>
        <p:nvSpPr>
          <p:cNvPr id="37" name="object 37"/>
          <p:cNvSpPr/>
          <p:nvPr/>
        </p:nvSpPr>
        <p:spPr>
          <a:xfrm>
            <a:off x="5558028" y="5817108"/>
            <a:ext cx="859790" cy="165100"/>
          </a:xfrm>
          <a:custGeom>
            <a:avLst/>
            <a:gdLst/>
            <a:ahLst/>
            <a:cxnLst/>
            <a:rect l="l" t="t" r="r" b="b"/>
            <a:pathLst>
              <a:path w="859789" h="165100">
                <a:moveTo>
                  <a:pt x="859536" y="0"/>
                </a:moveTo>
                <a:lnTo>
                  <a:pt x="0" y="0"/>
                </a:lnTo>
                <a:lnTo>
                  <a:pt x="0" y="164592"/>
                </a:lnTo>
                <a:lnTo>
                  <a:pt x="859536" y="164592"/>
                </a:lnTo>
                <a:lnTo>
                  <a:pt x="859536" y="0"/>
                </a:lnTo>
                <a:close/>
              </a:path>
            </a:pathLst>
          </a:custGeom>
          <a:solidFill>
            <a:srgbClr val="FFFFFF"/>
          </a:solidFill>
        </p:spPr>
        <p:txBody>
          <a:bodyPr wrap="square" lIns="0" tIns="0" rIns="0" bIns="0" rtlCol="0"/>
          <a:lstStyle/>
          <a:p>
            <a:endParaRPr/>
          </a:p>
        </p:txBody>
      </p:sp>
      <p:sp>
        <p:nvSpPr>
          <p:cNvPr id="38" name="object 38"/>
          <p:cNvSpPr txBox="1"/>
          <p:nvPr/>
        </p:nvSpPr>
        <p:spPr>
          <a:xfrm>
            <a:off x="5640070" y="5798007"/>
            <a:ext cx="699770" cy="193675"/>
          </a:xfrm>
          <a:prstGeom prst="rect">
            <a:avLst/>
          </a:prstGeom>
        </p:spPr>
        <p:txBody>
          <a:bodyPr vert="horz" wrap="square" lIns="0" tIns="12700" rIns="0" bIns="0" rtlCol="0">
            <a:spAutoFit/>
          </a:bodyPr>
          <a:lstStyle/>
          <a:p>
            <a:pPr marL="12700">
              <a:lnSpc>
                <a:spcPct val="100000"/>
              </a:lnSpc>
              <a:spcBef>
                <a:spcPts val="100"/>
              </a:spcBef>
            </a:pPr>
            <a:r>
              <a:rPr sz="1100" spc="-120" dirty="0">
                <a:latin typeface="Trebuchet MS"/>
                <a:cs typeface="Trebuchet MS"/>
              </a:rPr>
              <a:t>P(y=“real”</a:t>
            </a:r>
            <a:r>
              <a:rPr sz="1100" spc="-120" dirty="0">
                <a:latin typeface="Cambria Math"/>
                <a:cs typeface="Cambria Math"/>
              </a:rPr>
              <a:t>∣𝑥</a:t>
            </a:r>
            <a:r>
              <a:rPr sz="1100" spc="-120" dirty="0">
                <a:latin typeface="Lucida Console"/>
                <a:cs typeface="Lucida Console"/>
              </a:rPr>
              <a:t>)</a:t>
            </a:r>
            <a:endParaRPr sz="1100">
              <a:latin typeface="Lucida Console"/>
              <a:cs typeface="Lucida Console"/>
            </a:endParaRPr>
          </a:p>
        </p:txBody>
      </p:sp>
      <p:sp>
        <p:nvSpPr>
          <p:cNvPr id="39" name="object 39"/>
          <p:cNvSpPr txBox="1"/>
          <p:nvPr/>
        </p:nvSpPr>
        <p:spPr>
          <a:xfrm>
            <a:off x="6223761" y="5726074"/>
            <a:ext cx="125730"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Cambria Math"/>
                <a:cs typeface="Cambria Math"/>
              </a:rPr>
              <a:t>∼</a:t>
            </a:r>
            <a:endParaRPr sz="1100">
              <a:latin typeface="Cambria Math"/>
              <a:cs typeface="Cambria Math"/>
            </a:endParaRPr>
          </a:p>
        </p:txBody>
      </p:sp>
      <p:sp>
        <p:nvSpPr>
          <p:cNvPr id="40" name="object 40"/>
          <p:cNvSpPr txBox="1"/>
          <p:nvPr/>
        </p:nvSpPr>
        <p:spPr>
          <a:xfrm>
            <a:off x="7436357" y="6036055"/>
            <a:ext cx="1496060" cy="223520"/>
          </a:xfrm>
          <a:prstGeom prst="rect">
            <a:avLst/>
          </a:prstGeom>
        </p:spPr>
        <p:txBody>
          <a:bodyPr vert="horz" wrap="square" lIns="0" tIns="12065" rIns="0" bIns="0" rtlCol="0">
            <a:spAutoFit/>
          </a:bodyPr>
          <a:lstStyle/>
          <a:p>
            <a:pPr marL="12700">
              <a:lnSpc>
                <a:spcPct val="100000"/>
              </a:lnSpc>
              <a:spcBef>
                <a:spcPts val="95"/>
              </a:spcBef>
            </a:pPr>
            <a:r>
              <a:rPr sz="1300" spc="-185" dirty="0">
                <a:solidFill>
                  <a:srgbClr val="252525"/>
                </a:solidFill>
                <a:latin typeface="Trebuchet MS"/>
                <a:cs typeface="Trebuchet MS"/>
              </a:rPr>
              <a:t>f</a:t>
            </a:r>
            <a:r>
              <a:rPr sz="1300" spc="-160" dirty="0">
                <a:solidFill>
                  <a:srgbClr val="252525"/>
                </a:solidFill>
                <a:latin typeface="Trebuchet MS"/>
                <a:cs typeface="Trebuchet MS"/>
              </a:rPr>
              <a:t>igu</a:t>
            </a:r>
            <a:r>
              <a:rPr sz="1300" spc="-140" dirty="0">
                <a:solidFill>
                  <a:srgbClr val="252525"/>
                </a:solidFill>
                <a:latin typeface="Trebuchet MS"/>
                <a:cs typeface="Trebuchet MS"/>
              </a:rPr>
              <a:t>r</a:t>
            </a:r>
            <a:r>
              <a:rPr sz="1300" spc="-229" dirty="0">
                <a:solidFill>
                  <a:srgbClr val="252525"/>
                </a:solidFill>
                <a:latin typeface="Trebuchet MS"/>
                <a:cs typeface="Trebuchet MS"/>
              </a:rPr>
              <a:t>e</a:t>
            </a:r>
            <a:r>
              <a:rPr sz="1300" spc="120" dirty="0">
                <a:solidFill>
                  <a:srgbClr val="252525"/>
                </a:solidFill>
                <a:latin typeface="Trebuchet MS"/>
                <a:cs typeface="Trebuchet MS"/>
              </a:rPr>
              <a:t> </a:t>
            </a:r>
            <a:r>
              <a:rPr sz="1300" spc="-335" dirty="0">
                <a:solidFill>
                  <a:srgbClr val="252525"/>
                </a:solidFill>
                <a:latin typeface="Trebuchet MS"/>
                <a:cs typeface="Trebuchet MS"/>
              </a:rPr>
              <a:t>G</a:t>
            </a:r>
            <a:r>
              <a:rPr sz="1300" spc="-229" dirty="0">
                <a:solidFill>
                  <a:srgbClr val="252525"/>
                </a:solidFill>
                <a:latin typeface="Trebuchet MS"/>
                <a:cs typeface="Trebuchet MS"/>
              </a:rPr>
              <a:t>A</a:t>
            </a:r>
            <a:r>
              <a:rPr sz="1300" spc="-265" dirty="0">
                <a:solidFill>
                  <a:srgbClr val="252525"/>
                </a:solidFill>
                <a:latin typeface="Trebuchet MS"/>
                <a:cs typeface="Trebuchet MS"/>
              </a:rPr>
              <a:t>N</a:t>
            </a:r>
            <a:r>
              <a:rPr sz="1300" spc="-160" dirty="0">
                <a:solidFill>
                  <a:srgbClr val="252525"/>
                </a:solidFill>
                <a:latin typeface="Trebuchet MS"/>
                <a:cs typeface="Trebuchet MS"/>
              </a:rPr>
              <a:t> </a:t>
            </a:r>
            <a:r>
              <a:rPr sz="1300" spc="-200" dirty="0">
                <a:solidFill>
                  <a:srgbClr val="252525"/>
                </a:solidFill>
                <a:latin typeface="Trebuchet MS"/>
                <a:cs typeface="Trebuchet MS"/>
              </a:rPr>
              <a:t>t</a:t>
            </a:r>
            <a:r>
              <a:rPr sz="1300" spc="-125" dirty="0">
                <a:solidFill>
                  <a:srgbClr val="252525"/>
                </a:solidFill>
                <a:latin typeface="Trebuchet MS"/>
                <a:cs typeface="Trebuchet MS"/>
              </a:rPr>
              <a:t>r</a:t>
            </a:r>
            <a:r>
              <a:rPr sz="1300" spc="-155" dirty="0">
                <a:solidFill>
                  <a:srgbClr val="252525"/>
                </a:solidFill>
                <a:latin typeface="Trebuchet MS"/>
                <a:cs typeface="Trebuchet MS"/>
              </a:rPr>
              <a:t>a</a:t>
            </a:r>
            <a:r>
              <a:rPr sz="1300" spc="-175" dirty="0">
                <a:solidFill>
                  <a:srgbClr val="252525"/>
                </a:solidFill>
                <a:latin typeface="Trebuchet MS"/>
                <a:cs typeface="Trebuchet MS"/>
              </a:rPr>
              <a:t>inin</a:t>
            </a:r>
            <a:r>
              <a:rPr sz="1300" spc="-210" dirty="0">
                <a:solidFill>
                  <a:srgbClr val="252525"/>
                </a:solidFill>
                <a:latin typeface="Trebuchet MS"/>
                <a:cs typeface="Trebuchet MS"/>
              </a:rPr>
              <a:t>g</a:t>
            </a:r>
            <a:r>
              <a:rPr sz="1300" spc="-140" dirty="0">
                <a:solidFill>
                  <a:srgbClr val="252525"/>
                </a:solidFill>
                <a:latin typeface="Trebuchet MS"/>
                <a:cs typeface="Trebuchet MS"/>
              </a:rPr>
              <a:t> </a:t>
            </a:r>
            <a:r>
              <a:rPr sz="1300" spc="-185" dirty="0">
                <a:solidFill>
                  <a:srgbClr val="252525"/>
                </a:solidFill>
                <a:latin typeface="Trebuchet MS"/>
                <a:cs typeface="Trebuchet MS"/>
              </a:rPr>
              <a:t>p</a:t>
            </a:r>
            <a:r>
              <a:rPr sz="1300" spc="-125" dirty="0">
                <a:solidFill>
                  <a:srgbClr val="252525"/>
                </a:solidFill>
                <a:latin typeface="Trebuchet MS"/>
                <a:cs typeface="Trebuchet MS"/>
              </a:rPr>
              <a:t>r</a:t>
            </a:r>
            <a:r>
              <a:rPr sz="1300" spc="-195" dirty="0">
                <a:solidFill>
                  <a:srgbClr val="252525"/>
                </a:solidFill>
                <a:latin typeface="Trebuchet MS"/>
                <a:cs typeface="Trebuchet MS"/>
              </a:rPr>
              <a:t>o</a:t>
            </a:r>
            <a:r>
              <a:rPr sz="1300" spc="-170" dirty="0">
                <a:solidFill>
                  <a:srgbClr val="252525"/>
                </a:solidFill>
                <a:latin typeface="Trebuchet MS"/>
                <a:cs typeface="Trebuchet MS"/>
              </a:rPr>
              <a:t>c</a:t>
            </a:r>
            <a:r>
              <a:rPr sz="1300" spc="-125" dirty="0">
                <a:solidFill>
                  <a:srgbClr val="252525"/>
                </a:solidFill>
                <a:latin typeface="Trebuchet MS"/>
                <a:cs typeface="Trebuchet MS"/>
              </a:rPr>
              <a:t>ess</a:t>
            </a:r>
            <a:endParaRPr sz="1300">
              <a:latin typeface="Trebuchet MS"/>
              <a:cs typeface="Trebuchet MS"/>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3134" y="6524434"/>
            <a:ext cx="108806"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5452110" cy="299720"/>
          </a:xfrm>
          <a:prstGeom prst="rect">
            <a:avLst/>
          </a:prstGeom>
        </p:spPr>
        <p:txBody>
          <a:bodyPr vert="horz" wrap="square" lIns="0" tIns="12700" rIns="0" bIns="0" rtlCol="0">
            <a:spAutoFit/>
          </a:bodyPr>
          <a:lstStyle/>
          <a:p>
            <a:pPr marL="12700">
              <a:lnSpc>
                <a:spcPct val="100000"/>
              </a:lnSpc>
              <a:spcBef>
                <a:spcPts val="100"/>
              </a:spcBef>
            </a:pPr>
            <a:r>
              <a:rPr dirty="0"/>
              <a:t>3.2.</a:t>
            </a:r>
            <a:r>
              <a:rPr spc="-15" dirty="0"/>
              <a:t> </a:t>
            </a:r>
            <a:r>
              <a:rPr spc="-5" dirty="0"/>
              <a:t>About</a:t>
            </a:r>
            <a:r>
              <a:rPr spc="-15" dirty="0"/>
              <a:t> </a:t>
            </a:r>
            <a:r>
              <a:rPr dirty="0"/>
              <a:t>the</a:t>
            </a:r>
            <a:r>
              <a:rPr spc="-20" dirty="0"/>
              <a:t> </a:t>
            </a:r>
            <a:r>
              <a:rPr spc="-5" dirty="0"/>
              <a:t>Generative</a:t>
            </a:r>
            <a:r>
              <a:rPr spc="-10" dirty="0"/>
              <a:t> </a:t>
            </a:r>
            <a:r>
              <a:rPr spc="-5" dirty="0"/>
              <a:t>Adversarial Networks</a:t>
            </a:r>
            <a:r>
              <a:rPr spc="-10" dirty="0"/>
              <a:t> </a:t>
            </a:r>
            <a:r>
              <a:rPr dirty="0"/>
              <a:t>(GAN)</a:t>
            </a: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3039"/>
            <a:ext cx="3560826" cy="176022"/>
          </a:xfrm>
          <a:prstGeom prst="rect">
            <a:avLst/>
          </a:prstGeom>
        </p:spPr>
      </p:pic>
      <p:pic>
        <p:nvPicPr>
          <p:cNvPr id="9" name="object 9"/>
          <p:cNvPicPr/>
          <p:nvPr/>
        </p:nvPicPr>
        <p:blipFill>
          <a:blip r:embed="rId6" cstate="print"/>
          <a:stretch>
            <a:fillRect/>
          </a:stretch>
        </p:blipFill>
        <p:spPr>
          <a:xfrm>
            <a:off x="710183" y="1830323"/>
            <a:ext cx="8091678" cy="709422"/>
          </a:xfrm>
          <a:prstGeom prst="rect">
            <a:avLst/>
          </a:prstGeom>
        </p:spPr>
      </p:pic>
      <p:sp>
        <p:nvSpPr>
          <p:cNvPr id="10" name="object 10"/>
          <p:cNvSpPr txBox="1"/>
          <p:nvPr/>
        </p:nvSpPr>
        <p:spPr>
          <a:xfrm>
            <a:off x="7436357" y="6036055"/>
            <a:ext cx="1496060" cy="223520"/>
          </a:xfrm>
          <a:prstGeom prst="rect">
            <a:avLst/>
          </a:prstGeom>
        </p:spPr>
        <p:txBody>
          <a:bodyPr vert="horz" wrap="square" lIns="0" tIns="12065" rIns="0" bIns="0" rtlCol="0">
            <a:spAutoFit/>
          </a:bodyPr>
          <a:lstStyle/>
          <a:p>
            <a:pPr marL="12700">
              <a:lnSpc>
                <a:spcPct val="100000"/>
              </a:lnSpc>
              <a:spcBef>
                <a:spcPts val="95"/>
              </a:spcBef>
            </a:pPr>
            <a:r>
              <a:rPr sz="1300" spc="-185" dirty="0">
                <a:solidFill>
                  <a:srgbClr val="252525"/>
                </a:solidFill>
                <a:latin typeface="Trebuchet MS"/>
                <a:cs typeface="Trebuchet MS"/>
              </a:rPr>
              <a:t>f</a:t>
            </a:r>
            <a:r>
              <a:rPr sz="1300" spc="-160" dirty="0">
                <a:solidFill>
                  <a:srgbClr val="252525"/>
                </a:solidFill>
                <a:latin typeface="Trebuchet MS"/>
                <a:cs typeface="Trebuchet MS"/>
              </a:rPr>
              <a:t>igu</a:t>
            </a:r>
            <a:r>
              <a:rPr sz="1300" spc="-140" dirty="0">
                <a:solidFill>
                  <a:srgbClr val="252525"/>
                </a:solidFill>
                <a:latin typeface="Trebuchet MS"/>
                <a:cs typeface="Trebuchet MS"/>
              </a:rPr>
              <a:t>r</a:t>
            </a:r>
            <a:r>
              <a:rPr sz="1300" spc="-229" dirty="0">
                <a:solidFill>
                  <a:srgbClr val="252525"/>
                </a:solidFill>
                <a:latin typeface="Trebuchet MS"/>
                <a:cs typeface="Trebuchet MS"/>
              </a:rPr>
              <a:t>e</a:t>
            </a:r>
            <a:r>
              <a:rPr sz="1300" spc="120" dirty="0">
                <a:solidFill>
                  <a:srgbClr val="252525"/>
                </a:solidFill>
                <a:latin typeface="Trebuchet MS"/>
                <a:cs typeface="Trebuchet MS"/>
              </a:rPr>
              <a:t> </a:t>
            </a:r>
            <a:r>
              <a:rPr sz="1300" spc="-335" dirty="0">
                <a:solidFill>
                  <a:srgbClr val="252525"/>
                </a:solidFill>
                <a:latin typeface="Trebuchet MS"/>
                <a:cs typeface="Trebuchet MS"/>
              </a:rPr>
              <a:t>G</a:t>
            </a:r>
            <a:r>
              <a:rPr sz="1300" spc="-229" dirty="0">
                <a:solidFill>
                  <a:srgbClr val="252525"/>
                </a:solidFill>
                <a:latin typeface="Trebuchet MS"/>
                <a:cs typeface="Trebuchet MS"/>
              </a:rPr>
              <a:t>A</a:t>
            </a:r>
            <a:r>
              <a:rPr sz="1300" spc="-265" dirty="0">
                <a:solidFill>
                  <a:srgbClr val="252525"/>
                </a:solidFill>
                <a:latin typeface="Trebuchet MS"/>
                <a:cs typeface="Trebuchet MS"/>
              </a:rPr>
              <a:t>N</a:t>
            </a:r>
            <a:r>
              <a:rPr sz="1300" spc="-160" dirty="0">
                <a:solidFill>
                  <a:srgbClr val="252525"/>
                </a:solidFill>
                <a:latin typeface="Trebuchet MS"/>
                <a:cs typeface="Trebuchet MS"/>
              </a:rPr>
              <a:t> </a:t>
            </a:r>
            <a:r>
              <a:rPr sz="1300" spc="-200" dirty="0">
                <a:solidFill>
                  <a:srgbClr val="252525"/>
                </a:solidFill>
                <a:latin typeface="Trebuchet MS"/>
                <a:cs typeface="Trebuchet MS"/>
              </a:rPr>
              <a:t>t</a:t>
            </a:r>
            <a:r>
              <a:rPr sz="1300" spc="-125" dirty="0">
                <a:solidFill>
                  <a:srgbClr val="252525"/>
                </a:solidFill>
                <a:latin typeface="Trebuchet MS"/>
                <a:cs typeface="Trebuchet MS"/>
              </a:rPr>
              <a:t>r</a:t>
            </a:r>
            <a:r>
              <a:rPr sz="1300" spc="-155" dirty="0">
                <a:solidFill>
                  <a:srgbClr val="252525"/>
                </a:solidFill>
                <a:latin typeface="Trebuchet MS"/>
                <a:cs typeface="Trebuchet MS"/>
              </a:rPr>
              <a:t>a</a:t>
            </a:r>
            <a:r>
              <a:rPr sz="1300" spc="-175" dirty="0">
                <a:solidFill>
                  <a:srgbClr val="252525"/>
                </a:solidFill>
                <a:latin typeface="Trebuchet MS"/>
                <a:cs typeface="Trebuchet MS"/>
              </a:rPr>
              <a:t>inin</a:t>
            </a:r>
            <a:r>
              <a:rPr sz="1300" spc="-210" dirty="0">
                <a:solidFill>
                  <a:srgbClr val="252525"/>
                </a:solidFill>
                <a:latin typeface="Trebuchet MS"/>
                <a:cs typeface="Trebuchet MS"/>
              </a:rPr>
              <a:t>g</a:t>
            </a:r>
            <a:r>
              <a:rPr sz="1300" spc="-140" dirty="0">
                <a:solidFill>
                  <a:srgbClr val="252525"/>
                </a:solidFill>
                <a:latin typeface="Trebuchet MS"/>
                <a:cs typeface="Trebuchet MS"/>
              </a:rPr>
              <a:t> </a:t>
            </a:r>
            <a:r>
              <a:rPr sz="1300" spc="-185" dirty="0">
                <a:solidFill>
                  <a:srgbClr val="252525"/>
                </a:solidFill>
                <a:latin typeface="Trebuchet MS"/>
                <a:cs typeface="Trebuchet MS"/>
              </a:rPr>
              <a:t>p</a:t>
            </a:r>
            <a:r>
              <a:rPr sz="1300" spc="-125" dirty="0">
                <a:solidFill>
                  <a:srgbClr val="252525"/>
                </a:solidFill>
                <a:latin typeface="Trebuchet MS"/>
                <a:cs typeface="Trebuchet MS"/>
              </a:rPr>
              <a:t>r</a:t>
            </a:r>
            <a:r>
              <a:rPr sz="1300" spc="-195" dirty="0">
                <a:solidFill>
                  <a:srgbClr val="252525"/>
                </a:solidFill>
                <a:latin typeface="Trebuchet MS"/>
                <a:cs typeface="Trebuchet MS"/>
              </a:rPr>
              <a:t>o</a:t>
            </a:r>
            <a:r>
              <a:rPr sz="1300" spc="-170" dirty="0">
                <a:solidFill>
                  <a:srgbClr val="252525"/>
                </a:solidFill>
                <a:latin typeface="Trebuchet MS"/>
                <a:cs typeface="Trebuchet MS"/>
              </a:rPr>
              <a:t>c</a:t>
            </a:r>
            <a:r>
              <a:rPr sz="1300" spc="-125" dirty="0">
                <a:solidFill>
                  <a:srgbClr val="252525"/>
                </a:solidFill>
                <a:latin typeface="Trebuchet MS"/>
                <a:cs typeface="Trebuchet MS"/>
              </a:rPr>
              <a:t>ess</a:t>
            </a:r>
            <a:endParaRPr sz="1300">
              <a:latin typeface="Trebuchet MS"/>
              <a:cs typeface="Trebuchet MS"/>
            </a:endParaRPr>
          </a:p>
        </p:txBody>
      </p:sp>
      <p:grpSp>
        <p:nvGrpSpPr>
          <p:cNvPr id="11" name="object 11"/>
          <p:cNvGrpSpPr/>
          <p:nvPr/>
        </p:nvGrpSpPr>
        <p:grpSpPr>
          <a:xfrm>
            <a:off x="1063752" y="3133344"/>
            <a:ext cx="6243955" cy="3195955"/>
            <a:chOff x="1063752" y="3133344"/>
            <a:chExt cx="6243955" cy="3195955"/>
          </a:xfrm>
        </p:grpSpPr>
        <p:pic>
          <p:nvPicPr>
            <p:cNvPr id="12" name="object 12"/>
            <p:cNvPicPr/>
            <p:nvPr/>
          </p:nvPicPr>
          <p:blipFill>
            <a:blip r:embed="rId7" cstate="print"/>
            <a:stretch>
              <a:fillRect/>
            </a:stretch>
          </p:blipFill>
          <p:spPr>
            <a:xfrm>
              <a:off x="1833008" y="3133344"/>
              <a:ext cx="5474571" cy="3195728"/>
            </a:xfrm>
            <a:prstGeom prst="rect">
              <a:avLst/>
            </a:prstGeom>
          </p:spPr>
        </p:pic>
        <p:sp>
          <p:nvSpPr>
            <p:cNvPr id="13" name="object 13"/>
            <p:cNvSpPr/>
            <p:nvPr/>
          </p:nvSpPr>
          <p:spPr>
            <a:xfrm>
              <a:off x="1063752" y="3525012"/>
              <a:ext cx="1800225" cy="208915"/>
            </a:xfrm>
            <a:custGeom>
              <a:avLst/>
              <a:gdLst/>
              <a:ahLst/>
              <a:cxnLst/>
              <a:rect l="l" t="t" r="r" b="b"/>
              <a:pathLst>
                <a:path w="1800225" h="208914">
                  <a:moveTo>
                    <a:pt x="1799844" y="0"/>
                  </a:moveTo>
                  <a:lnTo>
                    <a:pt x="0" y="0"/>
                  </a:lnTo>
                  <a:lnTo>
                    <a:pt x="0" y="208787"/>
                  </a:lnTo>
                  <a:lnTo>
                    <a:pt x="1799844" y="208787"/>
                  </a:lnTo>
                  <a:lnTo>
                    <a:pt x="1799844" y="0"/>
                  </a:lnTo>
                  <a:close/>
                </a:path>
              </a:pathLst>
            </a:custGeom>
            <a:solidFill>
              <a:srgbClr val="FFFFFF"/>
            </a:solidFill>
          </p:spPr>
          <p:txBody>
            <a:bodyPr wrap="square" lIns="0" tIns="0" rIns="0" bIns="0" rtlCol="0"/>
            <a:lstStyle/>
            <a:p>
              <a:endParaRPr/>
            </a:p>
          </p:txBody>
        </p:sp>
      </p:grpSp>
      <p:sp>
        <p:nvSpPr>
          <p:cNvPr id="14" name="object 14"/>
          <p:cNvSpPr txBox="1"/>
          <p:nvPr/>
        </p:nvSpPr>
        <p:spPr>
          <a:xfrm>
            <a:off x="1051356" y="3530853"/>
            <a:ext cx="1287780" cy="193675"/>
          </a:xfrm>
          <a:prstGeom prst="rect">
            <a:avLst/>
          </a:prstGeom>
        </p:spPr>
        <p:txBody>
          <a:bodyPr vert="horz" wrap="square" lIns="0" tIns="13335" rIns="0" bIns="0" rtlCol="0">
            <a:spAutoFit/>
          </a:bodyPr>
          <a:lstStyle/>
          <a:p>
            <a:pPr marL="12700">
              <a:lnSpc>
                <a:spcPct val="100000"/>
              </a:lnSpc>
              <a:spcBef>
                <a:spcPts val="105"/>
              </a:spcBef>
            </a:pPr>
            <a:r>
              <a:rPr sz="1100" spc="-55" dirty="0">
                <a:latin typeface="Trebuchet MS"/>
                <a:cs typeface="Trebuchet MS"/>
              </a:rPr>
              <a:t>S</a:t>
            </a:r>
            <a:r>
              <a:rPr sz="1100" spc="-155" dirty="0">
                <a:latin typeface="Trebuchet MS"/>
                <a:cs typeface="Trebuchet MS"/>
              </a:rPr>
              <a:t>t</a:t>
            </a:r>
            <a:r>
              <a:rPr sz="1100" spc="-185" dirty="0">
                <a:latin typeface="Trebuchet MS"/>
                <a:cs typeface="Trebuchet MS"/>
              </a:rPr>
              <a:t>e</a:t>
            </a:r>
            <a:r>
              <a:rPr sz="1100" spc="-200" dirty="0">
                <a:latin typeface="Trebuchet MS"/>
                <a:cs typeface="Trebuchet MS"/>
              </a:rPr>
              <a:t>p</a:t>
            </a:r>
            <a:r>
              <a:rPr sz="1100" spc="-160" dirty="0">
                <a:latin typeface="Trebuchet MS"/>
                <a:cs typeface="Trebuchet MS"/>
              </a:rPr>
              <a:t> </a:t>
            </a:r>
            <a:r>
              <a:rPr sz="1100" spc="-355" dirty="0">
                <a:latin typeface="Trebuchet MS"/>
                <a:cs typeface="Trebuchet MS"/>
              </a:rPr>
              <a:t>1</a:t>
            </a:r>
            <a:r>
              <a:rPr sz="1100" spc="-125" dirty="0">
                <a:latin typeface="Trebuchet MS"/>
                <a:cs typeface="Trebuchet MS"/>
              </a:rPr>
              <a:t> </a:t>
            </a:r>
            <a:r>
              <a:rPr sz="1100" spc="-225" dirty="0">
                <a:latin typeface="Trebuchet MS"/>
                <a:cs typeface="Trebuchet MS"/>
              </a:rPr>
              <a:t>:</a:t>
            </a:r>
            <a:r>
              <a:rPr sz="1100" spc="-110" dirty="0">
                <a:latin typeface="Trebuchet MS"/>
                <a:cs typeface="Trebuchet MS"/>
              </a:rPr>
              <a:t> </a:t>
            </a:r>
            <a:r>
              <a:rPr sz="1100" spc="-200" dirty="0">
                <a:latin typeface="Trebuchet MS"/>
                <a:cs typeface="Trebuchet MS"/>
              </a:rPr>
              <a:t>d</a:t>
            </a:r>
            <a:r>
              <a:rPr sz="1100" spc="-185" dirty="0">
                <a:latin typeface="Trebuchet MS"/>
                <a:cs typeface="Trebuchet MS"/>
              </a:rPr>
              <a:t>e</a:t>
            </a:r>
            <a:r>
              <a:rPr sz="1100" spc="-135" dirty="0">
                <a:latin typeface="Trebuchet MS"/>
                <a:cs typeface="Trebuchet MS"/>
              </a:rPr>
              <a:t>l</a:t>
            </a:r>
            <a:r>
              <a:rPr sz="1100" spc="-125" dirty="0">
                <a:latin typeface="Trebuchet MS"/>
                <a:cs typeface="Trebuchet MS"/>
              </a:rPr>
              <a:t>i</a:t>
            </a:r>
            <a:r>
              <a:rPr sz="1100" spc="-185" dirty="0">
                <a:latin typeface="Trebuchet MS"/>
                <a:cs typeface="Trebuchet MS"/>
              </a:rPr>
              <a:t>ve</a:t>
            </a:r>
            <a:r>
              <a:rPr sz="1100" spc="-65" dirty="0">
                <a:latin typeface="Trebuchet MS"/>
                <a:cs typeface="Trebuchet MS"/>
              </a:rPr>
              <a:t>r</a:t>
            </a:r>
            <a:r>
              <a:rPr sz="1100" spc="-105" dirty="0">
                <a:latin typeface="Trebuchet MS"/>
                <a:cs typeface="Trebuchet MS"/>
              </a:rPr>
              <a:t> </a:t>
            </a:r>
            <a:r>
              <a:rPr sz="1100" spc="-165" dirty="0">
                <a:latin typeface="Trebuchet MS"/>
                <a:cs typeface="Trebuchet MS"/>
              </a:rPr>
              <a:t>a</a:t>
            </a:r>
            <a:r>
              <a:rPr sz="1100" spc="-125" dirty="0">
                <a:latin typeface="Trebuchet MS"/>
                <a:cs typeface="Trebuchet MS"/>
              </a:rPr>
              <a:t> </a:t>
            </a:r>
            <a:r>
              <a:rPr sz="1100" spc="-60" dirty="0">
                <a:latin typeface="Trebuchet MS"/>
                <a:cs typeface="Trebuchet MS"/>
              </a:rPr>
              <a:t>r</a:t>
            </a:r>
            <a:r>
              <a:rPr sz="1100" spc="-185" dirty="0">
                <a:latin typeface="Trebuchet MS"/>
                <a:cs typeface="Trebuchet MS"/>
              </a:rPr>
              <a:t>e</a:t>
            </a:r>
            <a:r>
              <a:rPr sz="1100" spc="-165" dirty="0">
                <a:latin typeface="Trebuchet MS"/>
                <a:cs typeface="Trebuchet MS"/>
              </a:rPr>
              <a:t>a</a:t>
            </a:r>
            <a:r>
              <a:rPr sz="1100" spc="-130" dirty="0">
                <a:latin typeface="Trebuchet MS"/>
                <a:cs typeface="Trebuchet MS"/>
              </a:rPr>
              <a:t>l </a:t>
            </a:r>
            <a:r>
              <a:rPr sz="1100" spc="-30" dirty="0">
                <a:latin typeface="Trebuchet MS"/>
                <a:cs typeface="Trebuchet MS"/>
              </a:rPr>
              <a:t>s</a:t>
            </a:r>
            <a:r>
              <a:rPr sz="1100" spc="-165" dirty="0">
                <a:latin typeface="Trebuchet MS"/>
                <a:cs typeface="Trebuchet MS"/>
              </a:rPr>
              <a:t>a</a:t>
            </a:r>
            <a:r>
              <a:rPr sz="1100" spc="-265" dirty="0">
                <a:latin typeface="Trebuchet MS"/>
                <a:cs typeface="Trebuchet MS"/>
              </a:rPr>
              <a:t>m</a:t>
            </a:r>
            <a:r>
              <a:rPr sz="1100" spc="-210" dirty="0">
                <a:latin typeface="Trebuchet MS"/>
                <a:cs typeface="Trebuchet MS"/>
              </a:rPr>
              <a:t>p</a:t>
            </a:r>
            <a:r>
              <a:rPr sz="1100" spc="-135" dirty="0">
                <a:latin typeface="Trebuchet MS"/>
                <a:cs typeface="Trebuchet MS"/>
              </a:rPr>
              <a:t>l</a:t>
            </a:r>
            <a:r>
              <a:rPr sz="1100" spc="-190" dirty="0">
                <a:latin typeface="Trebuchet MS"/>
                <a:cs typeface="Trebuchet MS"/>
              </a:rPr>
              <a:t>e</a:t>
            </a:r>
            <a:endParaRPr sz="1100">
              <a:latin typeface="Trebuchet MS"/>
              <a:cs typeface="Trebuchet MS"/>
            </a:endParaRPr>
          </a:p>
        </p:txBody>
      </p:sp>
      <p:sp>
        <p:nvSpPr>
          <p:cNvPr id="15" name="object 15"/>
          <p:cNvSpPr/>
          <p:nvPr/>
        </p:nvSpPr>
        <p:spPr>
          <a:xfrm>
            <a:off x="1062227" y="3803903"/>
            <a:ext cx="2123440" cy="334010"/>
          </a:xfrm>
          <a:custGeom>
            <a:avLst/>
            <a:gdLst/>
            <a:ahLst/>
            <a:cxnLst/>
            <a:rect l="l" t="t" r="r" b="b"/>
            <a:pathLst>
              <a:path w="2123440" h="334010">
                <a:moveTo>
                  <a:pt x="2122932" y="0"/>
                </a:moveTo>
                <a:lnTo>
                  <a:pt x="0" y="0"/>
                </a:lnTo>
                <a:lnTo>
                  <a:pt x="0" y="333756"/>
                </a:lnTo>
                <a:lnTo>
                  <a:pt x="2122932" y="333756"/>
                </a:lnTo>
                <a:lnTo>
                  <a:pt x="2122932" y="0"/>
                </a:lnTo>
                <a:close/>
              </a:path>
            </a:pathLst>
          </a:custGeom>
          <a:solidFill>
            <a:srgbClr val="FFFFFF"/>
          </a:solidFill>
        </p:spPr>
        <p:txBody>
          <a:bodyPr wrap="square" lIns="0" tIns="0" rIns="0" bIns="0" rtlCol="0"/>
          <a:lstStyle/>
          <a:p>
            <a:endParaRPr/>
          </a:p>
        </p:txBody>
      </p:sp>
      <p:sp>
        <p:nvSpPr>
          <p:cNvPr id="16" name="object 16"/>
          <p:cNvSpPr txBox="1"/>
          <p:nvPr/>
        </p:nvSpPr>
        <p:spPr>
          <a:xfrm>
            <a:off x="1050442" y="3787851"/>
            <a:ext cx="2129155" cy="361950"/>
          </a:xfrm>
          <a:prstGeom prst="rect">
            <a:avLst/>
          </a:prstGeom>
        </p:spPr>
        <p:txBody>
          <a:bodyPr vert="horz" wrap="square" lIns="0" tIns="13335" rIns="0" bIns="0" rtlCol="0">
            <a:spAutoFit/>
          </a:bodyPr>
          <a:lstStyle/>
          <a:p>
            <a:pPr marL="12700">
              <a:lnSpc>
                <a:spcPct val="100000"/>
              </a:lnSpc>
              <a:spcBef>
                <a:spcPts val="105"/>
              </a:spcBef>
            </a:pPr>
            <a:r>
              <a:rPr sz="1100" spc="-55" dirty="0">
                <a:latin typeface="Trebuchet MS"/>
                <a:cs typeface="Trebuchet MS"/>
              </a:rPr>
              <a:t>S</a:t>
            </a:r>
            <a:r>
              <a:rPr sz="1100" spc="-155" dirty="0">
                <a:latin typeface="Trebuchet MS"/>
                <a:cs typeface="Trebuchet MS"/>
              </a:rPr>
              <a:t>t</a:t>
            </a:r>
            <a:r>
              <a:rPr sz="1100" spc="-185" dirty="0">
                <a:latin typeface="Trebuchet MS"/>
                <a:cs typeface="Trebuchet MS"/>
              </a:rPr>
              <a:t>e</a:t>
            </a:r>
            <a:r>
              <a:rPr sz="1100" spc="-200" dirty="0">
                <a:latin typeface="Trebuchet MS"/>
                <a:cs typeface="Trebuchet MS"/>
              </a:rPr>
              <a:t>p</a:t>
            </a:r>
            <a:r>
              <a:rPr sz="1100" spc="-160" dirty="0">
                <a:latin typeface="Trebuchet MS"/>
                <a:cs typeface="Trebuchet MS"/>
              </a:rPr>
              <a:t> </a:t>
            </a:r>
            <a:r>
              <a:rPr sz="1100" spc="-150" dirty="0">
                <a:latin typeface="Trebuchet MS"/>
                <a:cs typeface="Trebuchet MS"/>
              </a:rPr>
              <a:t>2</a:t>
            </a:r>
            <a:r>
              <a:rPr sz="1100" spc="-130" dirty="0">
                <a:latin typeface="Trebuchet MS"/>
                <a:cs typeface="Trebuchet MS"/>
              </a:rPr>
              <a:t> </a:t>
            </a:r>
            <a:r>
              <a:rPr sz="1100" spc="-225" dirty="0">
                <a:latin typeface="Trebuchet MS"/>
                <a:cs typeface="Trebuchet MS"/>
              </a:rPr>
              <a:t>:</a:t>
            </a:r>
            <a:r>
              <a:rPr sz="1100" spc="-120" dirty="0">
                <a:latin typeface="Trebuchet MS"/>
                <a:cs typeface="Trebuchet MS"/>
              </a:rPr>
              <a:t> </a:t>
            </a:r>
            <a:r>
              <a:rPr sz="1100" spc="-155" dirty="0">
                <a:latin typeface="Trebuchet MS"/>
                <a:cs typeface="Trebuchet MS"/>
              </a:rPr>
              <a:t>g</a:t>
            </a:r>
            <a:r>
              <a:rPr sz="1100" spc="-165" dirty="0">
                <a:latin typeface="Trebuchet MS"/>
                <a:cs typeface="Trebuchet MS"/>
              </a:rPr>
              <a:t>e</a:t>
            </a:r>
            <a:r>
              <a:rPr sz="1100" spc="-190" dirty="0">
                <a:latin typeface="Trebuchet MS"/>
                <a:cs typeface="Trebuchet MS"/>
              </a:rPr>
              <a:t>n</a:t>
            </a:r>
            <a:r>
              <a:rPr sz="1100" spc="-180" dirty="0">
                <a:latin typeface="Trebuchet MS"/>
                <a:cs typeface="Trebuchet MS"/>
              </a:rPr>
              <a:t>e</a:t>
            </a:r>
            <a:r>
              <a:rPr sz="1100" spc="-65" dirty="0">
                <a:latin typeface="Trebuchet MS"/>
                <a:cs typeface="Trebuchet MS"/>
              </a:rPr>
              <a:t>r</a:t>
            </a:r>
            <a:r>
              <a:rPr sz="1100" spc="-175" dirty="0">
                <a:latin typeface="Trebuchet MS"/>
                <a:cs typeface="Trebuchet MS"/>
              </a:rPr>
              <a:t>a</a:t>
            </a:r>
            <a:r>
              <a:rPr sz="1100" spc="-170" dirty="0">
                <a:latin typeface="Trebuchet MS"/>
                <a:cs typeface="Trebuchet MS"/>
              </a:rPr>
              <a:t>t</a:t>
            </a:r>
            <a:r>
              <a:rPr sz="1100" spc="-190" dirty="0">
                <a:latin typeface="Trebuchet MS"/>
                <a:cs typeface="Trebuchet MS"/>
              </a:rPr>
              <a:t>e</a:t>
            </a:r>
            <a:r>
              <a:rPr sz="1100" spc="-160" dirty="0">
                <a:latin typeface="Trebuchet MS"/>
                <a:cs typeface="Trebuchet MS"/>
              </a:rPr>
              <a:t> </a:t>
            </a:r>
            <a:r>
              <a:rPr sz="1100" spc="-165" dirty="0">
                <a:latin typeface="Trebuchet MS"/>
                <a:cs typeface="Trebuchet MS"/>
              </a:rPr>
              <a:t>a</a:t>
            </a:r>
            <a:r>
              <a:rPr sz="1100" spc="-110" dirty="0">
                <a:latin typeface="Trebuchet MS"/>
                <a:cs typeface="Trebuchet MS"/>
              </a:rPr>
              <a:t> </a:t>
            </a:r>
            <a:r>
              <a:rPr sz="1100" spc="-155" dirty="0">
                <a:latin typeface="Trebuchet MS"/>
                <a:cs typeface="Trebuchet MS"/>
              </a:rPr>
              <a:t>fa</a:t>
            </a:r>
            <a:r>
              <a:rPr sz="1100" spc="-200" dirty="0">
                <a:latin typeface="Trebuchet MS"/>
                <a:cs typeface="Trebuchet MS"/>
              </a:rPr>
              <a:t>k</a:t>
            </a:r>
            <a:r>
              <a:rPr sz="1100" spc="-190" dirty="0">
                <a:latin typeface="Trebuchet MS"/>
                <a:cs typeface="Trebuchet MS"/>
              </a:rPr>
              <a:t>e</a:t>
            </a:r>
            <a:r>
              <a:rPr sz="1100" spc="-135" dirty="0">
                <a:latin typeface="Trebuchet MS"/>
                <a:cs typeface="Trebuchet MS"/>
              </a:rPr>
              <a:t> </a:t>
            </a:r>
            <a:r>
              <a:rPr sz="1100" spc="-30" dirty="0">
                <a:latin typeface="Trebuchet MS"/>
                <a:cs typeface="Trebuchet MS"/>
              </a:rPr>
              <a:t>s</a:t>
            </a:r>
            <a:r>
              <a:rPr sz="1100" spc="-165" dirty="0">
                <a:latin typeface="Trebuchet MS"/>
                <a:cs typeface="Trebuchet MS"/>
              </a:rPr>
              <a:t>a</a:t>
            </a:r>
            <a:r>
              <a:rPr sz="1100" spc="-280" dirty="0">
                <a:latin typeface="Trebuchet MS"/>
                <a:cs typeface="Trebuchet MS"/>
              </a:rPr>
              <a:t>m</a:t>
            </a:r>
            <a:r>
              <a:rPr sz="1100" spc="-200" dirty="0">
                <a:latin typeface="Trebuchet MS"/>
                <a:cs typeface="Trebuchet MS"/>
              </a:rPr>
              <a:t>p</a:t>
            </a:r>
            <a:r>
              <a:rPr sz="1100" spc="-135" dirty="0">
                <a:latin typeface="Trebuchet MS"/>
                <a:cs typeface="Trebuchet MS"/>
              </a:rPr>
              <a:t>l</a:t>
            </a:r>
            <a:r>
              <a:rPr sz="1100" spc="-190" dirty="0">
                <a:latin typeface="Trebuchet MS"/>
                <a:cs typeface="Trebuchet MS"/>
              </a:rPr>
              <a:t>e</a:t>
            </a:r>
            <a:r>
              <a:rPr sz="1100" spc="-145" dirty="0">
                <a:latin typeface="Trebuchet MS"/>
                <a:cs typeface="Trebuchet MS"/>
              </a:rPr>
              <a:t> </a:t>
            </a:r>
            <a:r>
              <a:rPr sz="1100" spc="-165" dirty="0">
                <a:latin typeface="Trebuchet MS"/>
                <a:cs typeface="Trebuchet MS"/>
              </a:rPr>
              <a:t>a</a:t>
            </a:r>
            <a:r>
              <a:rPr sz="1100" spc="-190" dirty="0">
                <a:latin typeface="Trebuchet MS"/>
                <a:cs typeface="Trebuchet MS"/>
              </a:rPr>
              <a:t>nd</a:t>
            </a:r>
            <a:r>
              <a:rPr sz="1100" spc="-130" dirty="0">
                <a:latin typeface="Trebuchet MS"/>
                <a:cs typeface="Trebuchet MS"/>
              </a:rPr>
              <a:t> </a:t>
            </a:r>
            <a:r>
              <a:rPr sz="1100" spc="-195" dirty="0">
                <a:latin typeface="Trebuchet MS"/>
                <a:cs typeface="Trebuchet MS"/>
              </a:rPr>
              <a:t>d</a:t>
            </a:r>
            <a:r>
              <a:rPr sz="1100" spc="-185" dirty="0">
                <a:latin typeface="Trebuchet MS"/>
                <a:cs typeface="Trebuchet MS"/>
              </a:rPr>
              <a:t>e</a:t>
            </a:r>
            <a:r>
              <a:rPr sz="1100" spc="-135" dirty="0">
                <a:latin typeface="Trebuchet MS"/>
                <a:cs typeface="Trebuchet MS"/>
              </a:rPr>
              <a:t>l</a:t>
            </a:r>
            <a:r>
              <a:rPr sz="1100" spc="-125" dirty="0">
                <a:latin typeface="Trebuchet MS"/>
                <a:cs typeface="Trebuchet MS"/>
              </a:rPr>
              <a:t>i</a:t>
            </a:r>
            <a:r>
              <a:rPr sz="1100" spc="-180" dirty="0">
                <a:latin typeface="Trebuchet MS"/>
                <a:cs typeface="Trebuchet MS"/>
              </a:rPr>
              <a:t>v</a:t>
            </a:r>
            <a:r>
              <a:rPr sz="1100" spc="-185" dirty="0">
                <a:latin typeface="Trebuchet MS"/>
                <a:cs typeface="Trebuchet MS"/>
              </a:rPr>
              <a:t>e</a:t>
            </a:r>
            <a:r>
              <a:rPr sz="1100" spc="-65" dirty="0">
                <a:latin typeface="Trebuchet MS"/>
                <a:cs typeface="Trebuchet MS"/>
              </a:rPr>
              <a:t>r</a:t>
            </a:r>
            <a:r>
              <a:rPr sz="1100" spc="-105" dirty="0">
                <a:latin typeface="Trebuchet MS"/>
                <a:cs typeface="Trebuchet MS"/>
              </a:rPr>
              <a:t> </a:t>
            </a:r>
            <a:r>
              <a:rPr sz="1100" spc="-125" dirty="0">
                <a:latin typeface="Trebuchet MS"/>
                <a:cs typeface="Trebuchet MS"/>
              </a:rPr>
              <a:t>i</a:t>
            </a:r>
            <a:r>
              <a:rPr sz="1100" spc="-160" dirty="0">
                <a:latin typeface="Trebuchet MS"/>
                <a:cs typeface="Trebuchet MS"/>
              </a:rPr>
              <a:t>t</a:t>
            </a:r>
            <a:r>
              <a:rPr sz="1100" spc="-120" dirty="0">
                <a:latin typeface="Trebuchet MS"/>
                <a:cs typeface="Trebuchet MS"/>
              </a:rPr>
              <a:t> </a:t>
            </a:r>
            <a:r>
              <a:rPr sz="1100" spc="-155" dirty="0">
                <a:latin typeface="Trebuchet MS"/>
                <a:cs typeface="Trebuchet MS"/>
              </a:rPr>
              <a:t>t</a:t>
            </a:r>
            <a:r>
              <a:rPr sz="1100" spc="-175" dirty="0">
                <a:latin typeface="Trebuchet MS"/>
                <a:cs typeface="Trebuchet MS"/>
              </a:rPr>
              <a:t>o</a:t>
            </a:r>
            <a:endParaRPr sz="1100">
              <a:latin typeface="Trebuchet MS"/>
              <a:cs typeface="Trebuchet MS"/>
            </a:endParaRPr>
          </a:p>
          <a:p>
            <a:pPr marL="12700">
              <a:lnSpc>
                <a:spcPct val="100000"/>
              </a:lnSpc>
            </a:pPr>
            <a:r>
              <a:rPr sz="1100" spc="-155" dirty="0">
                <a:latin typeface="Trebuchet MS"/>
                <a:cs typeface="Trebuchet MS"/>
              </a:rPr>
              <a:t>t</a:t>
            </a:r>
            <a:r>
              <a:rPr sz="1100" spc="-190" dirty="0">
                <a:latin typeface="Trebuchet MS"/>
                <a:cs typeface="Trebuchet MS"/>
              </a:rPr>
              <a:t>he</a:t>
            </a:r>
            <a:r>
              <a:rPr sz="1100" spc="-145" dirty="0">
                <a:latin typeface="Trebuchet MS"/>
                <a:cs typeface="Trebuchet MS"/>
              </a:rPr>
              <a:t> </a:t>
            </a:r>
            <a:r>
              <a:rPr sz="1100" spc="-200" dirty="0">
                <a:latin typeface="Trebuchet MS"/>
                <a:cs typeface="Trebuchet MS"/>
              </a:rPr>
              <a:t>d</a:t>
            </a:r>
            <a:r>
              <a:rPr sz="1100" spc="-125" dirty="0">
                <a:latin typeface="Trebuchet MS"/>
                <a:cs typeface="Trebuchet MS"/>
              </a:rPr>
              <a:t>i</a:t>
            </a:r>
            <a:r>
              <a:rPr sz="1100" spc="-30" dirty="0">
                <a:latin typeface="Trebuchet MS"/>
                <a:cs typeface="Trebuchet MS"/>
              </a:rPr>
              <a:t>s</a:t>
            </a:r>
            <a:r>
              <a:rPr sz="1100" spc="-130" dirty="0">
                <a:latin typeface="Trebuchet MS"/>
                <a:cs typeface="Trebuchet MS"/>
              </a:rPr>
              <a:t>c</a:t>
            </a:r>
            <a:r>
              <a:rPr sz="1100" spc="-75" dirty="0">
                <a:latin typeface="Trebuchet MS"/>
                <a:cs typeface="Trebuchet MS"/>
              </a:rPr>
              <a:t>r</a:t>
            </a:r>
            <a:r>
              <a:rPr sz="1100" spc="-125" dirty="0">
                <a:latin typeface="Trebuchet MS"/>
                <a:cs typeface="Trebuchet MS"/>
              </a:rPr>
              <a:t>i</a:t>
            </a:r>
            <a:r>
              <a:rPr sz="1100" spc="-270" dirty="0">
                <a:latin typeface="Trebuchet MS"/>
                <a:cs typeface="Trebuchet MS"/>
              </a:rPr>
              <a:t>m</a:t>
            </a:r>
            <a:r>
              <a:rPr sz="1100" spc="-125" dirty="0">
                <a:latin typeface="Trebuchet MS"/>
                <a:cs typeface="Trebuchet MS"/>
              </a:rPr>
              <a:t>i</a:t>
            </a:r>
            <a:r>
              <a:rPr sz="1100" spc="-180" dirty="0">
                <a:latin typeface="Trebuchet MS"/>
                <a:cs typeface="Trebuchet MS"/>
              </a:rPr>
              <a:t>na</a:t>
            </a:r>
            <a:r>
              <a:rPr sz="1100" spc="-165" dirty="0">
                <a:latin typeface="Trebuchet MS"/>
                <a:cs typeface="Trebuchet MS"/>
              </a:rPr>
              <a:t>t</a:t>
            </a:r>
            <a:r>
              <a:rPr sz="1100" spc="-120" dirty="0">
                <a:latin typeface="Trebuchet MS"/>
                <a:cs typeface="Trebuchet MS"/>
              </a:rPr>
              <a:t>or</a:t>
            </a:r>
            <a:endParaRPr sz="1100">
              <a:latin typeface="Trebuchet MS"/>
              <a:cs typeface="Trebuchet MS"/>
            </a:endParaRPr>
          </a:p>
        </p:txBody>
      </p:sp>
      <p:sp>
        <p:nvSpPr>
          <p:cNvPr id="17" name="object 17"/>
          <p:cNvSpPr txBox="1"/>
          <p:nvPr/>
        </p:nvSpPr>
        <p:spPr>
          <a:xfrm>
            <a:off x="2825495" y="4256532"/>
            <a:ext cx="652780" cy="230504"/>
          </a:xfrm>
          <a:prstGeom prst="rect">
            <a:avLst/>
          </a:prstGeom>
          <a:solidFill>
            <a:srgbClr val="CFD7E9"/>
          </a:solidFill>
        </p:spPr>
        <p:txBody>
          <a:bodyPr vert="horz" wrap="square" lIns="0" tIns="29209" rIns="0" bIns="0" rtlCol="0">
            <a:spAutoFit/>
          </a:bodyPr>
          <a:lstStyle/>
          <a:p>
            <a:pPr marL="102870">
              <a:lnSpc>
                <a:spcPct val="100000"/>
              </a:lnSpc>
              <a:spcBef>
                <a:spcPts val="229"/>
              </a:spcBef>
            </a:pPr>
            <a:r>
              <a:rPr sz="1100" spc="-150" dirty="0">
                <a:latin typeface="Trebuchet MS"/>
                <a:cs typeface="Trebuchet MS"/>
              </a:rPr>
              <a:t>generator</a:t>
            </a:r>
            <a:endParaRPr sz="1100">
              <a:latin typeface="Trebuchet MS"/>
              <a:cs typeface="Trebuchet MS"/>
            </a:endParaRPr>
          </a:p>
        </p:txBody>
      </p:sp>
      <p:sp>
        <p:nvSpPr>
          <p:cNvPr id="18" name="object 18"/>
          <p:cNvSpPr txBox="1"/>
          <p:nvPr/>
        </p:nvSpPr>
        <p:spPr>
          <a:xfrm>
            <a:off x="2825495" y="5852159"/>
            <a:ext cx="652780" cy="230504"/>
          </a:xfrm>
          <a:prstGeom prst="rect">
            <a:avLst/>
          </a:prstGeom>
          <a:solidFill>
            <a:srgbClr val="CFD7E9"/>
          </a:solidFill>
        </p:spPr>
        <p:txBody>
          <a:bodyPr vert="horz" wrap="square" lIns="0" tIns="29845" rIns="0" bIns="0" rtlCol="0">
            <a:spAutoFit/>
          </a:bodyPr>
          <a:lstStyle/>
          <a:p>
            <a:pPr marL="102870">
              <a:lnSpc>
                <a:spcPct val="100000"/>
              </a:lnSpc>
              <a:spcBef>
                <a:spcPts val="235"/>
              </a:spcBef>
            </a:pPr>
            <a:r>
              <a:rPr sz="1100" spc="-150" dirty="0">
                <a:latin typeface="Trebuchet MS"/>
                <a:cs typeface="Trebuchet MS"/>
              </a:rPr>
              <a:t>generator</a:t>
            </a:r>
            <a:endParaRPr sz="1100">
              <a:latin typeface="Trebuchet MS"/>
              <a:cs typeface="Trebuchet MS"/>
            </a:endParaRPr>
          </a:p>
        </p:txBody>
      </p:sp>
      <p:sp>
        <p:nvSpPr>
          <p:cNvPr id="19" name="object 19"/>
          <p:cNvSpPr txBox="1"/>
          <p:nvPr/>
        </p:nvSpPr>
        <p:spPr>
          <a:xfrm>
            <a:off x="4579620" y="5050535"/>
            <a:ext cx="762000" cy="177165"/>
          </a:xfrm>
          <a:prstGeom prst="rect">
            <a:avLst/>
          </a:prstGeom>
          <a:solidFill>
            <a:srgbClr val="CFD7E9"/>
          </a:solidFill>
        </p:spPr>
        <p:txBody>
          <a:bodyPr vert="horz" wrap="square" lIns="0" tIns="11430" rIns="0" bIns="0" rtlCol="0">
            <a:spAutoFit/>
          </a:bodyPr>
          <a:lstStyle/>
          <a:p>
            <a:pPr marL="114300">
              <a:lnSpc>
                <a:spcPct val="100000"/>
              </a:lnSpc>
              <a:spcBef>
                <a:spcPts val="90"/>
              </a:spcBef>
            </a:pPr>
            <a:r>
              <a:rPr sz="1000" spc="-135" dirty="0">
                <a:latin typeface="Trebuchet MS"/>
                <a:cs typeface="Trebuchet MS"/>
              </a:rPr>
              <a:t>discriminator</a:t>
            </a:r>
            <a:endParaRPr sz="1000">
              <a:latin typeface="Trebuchet MS"/>
              <a:cs typeface="Trebuchet MS"/>
            </a:endParaRPr>
          </a:p>
        </p:txBody>
      </p:sp>
      <p:sp>
        <p:nvSpPr>
          <p:cNvPr id="20" name="object 20"/>
          <p:cNvSpPr txBox="1"/>
          <p:nvPr/>
        </p:nvSpPr>
        <p:spPr>
          <a:xfrm>
            <a:off x="4579620" y="4282440"/>
            <a:ext cx="762000" cy="177165"/>
          </a:xfrm>
          <a:prstGeom prst="rect">
            <a:avLst/>
          </a:prstGeom>
          <a:solidFill>
            <a:srgbClr val="CFD7E9"/>
          </a:solidFill>
        </p:spPr>
        <p:txBody>
          <a:bodyPr vert="horz" wrap="square" lIns="0" tIns="11430" rIns="0" bIns="0" rtlCol="0">
            <a:spAutoFit/>
          </a:bodyPr>
          <a:lstStyle/>
          <a:p>
            <a:pPr marL="114300">
              <a:lnSpc>
                <a:spcPct val="100000"/>
              </a:lnSpc>
              <a:spcBef>
                <a:spcPts val="90"/>
              </a:spcBef>
            </a:pPr>
            <a:r>
              <a:rPr sz="1000" spc="-135" dirty="0">
                <a:latin typeface="Trebuchet MS"/>
                <a:cs typeface="Trebuchet MS"/>
              </a:rPr>
              <a:t>discriminator</a:t>
            </a:r>
            <a:endParaRPr sz="1000">
              <a:latin typeface="Trebuchet MS"/>
              <a:cs typeface="Trebuchet MS"/>
            </a:endParaRPr>
          </a:p>
        </p:txBody>
      </p:sp>
      <p:sp>
        <p:nvSpPr>
          <p:cNvPr id="21" name="object 21"/>
          <p:cNvSpPr txBox="1"/>
          <p:nvPr/>
        </p:nvSpPr>
        <p:spPr>
          <a:xfrm>
            <a:off x="4579620" y="3506723"/>
            <a:ext cx="762000" cy="177165"/>
          </a:xfrm>
          <a:prstGeom prst="rect">
            <a:avLst/>
          </a:prstGeom>
          <a:solidFill>
            <a:srgbClr val="CFD7E9"/>
          </a:solidFill>
        </p:spPr>
        <p:txBody>
          <a:bodyPr vert="horz" wrap="square" lIns="0" tIns="11430" rIns="0" bIns="0" rtlCol="0">
            <a:spAutoFit/>
          </a:bodyPr>
          <a:lstStyle/>
          <a:p>
            <a:pPr marL="114300">
              <a:lnSpc>
                <a:spcPct val="100000"/>
              </a:lnSpc>
              <a:spcBef>
                <a:spcPts val="90"/>
              </a:spcBef>
            </a:pPr>
            <a:r>
              <a:rPr sz="1000" spc="-135" dirty="0">
                <a:latin typeface="Trebuchet MS"/>
                <a:cs typeface="Trebuchet MS"/>
              </a:rPr>
              <a:t>discriminator</a:t>
            </a:r>
            <a:endParaRPr sz="1000">
              <a:latin typeface="Trebuchet MS"/>
              <a:cs typeface="Trebuchet MS"/>
            </a:endParaRPr>
          </a:p>
        </p:txBody>
      </p:sp>
      <p:sp>
        <p:nvSpPr>
          <p:cNvPr id="22" name="object 22"/>
          <p:cNvSpPr txBox="1"/>
          <p:nvPr/>
        </p:nvSpPr>
        <p:spPr>
          <a:xfrm>
            <a:off x="2090927" y="5000244"/>
            <a:ext cx="2127885" cy="662940"/>
          </a:xfrm>
          <a:prstGeom prst="rect">
            <a:avLst/>
          </a:prstGeom>
          <a:solidFill>
            <a:srgbClr val="FFFFFF"/>
          </a:solidFill>
        </p:spPr>
        <p:txBody>
          <a:bodyPr vert="horz" wrap="square" lIns="0" tIns="60960" rIns="0" bIns="0" rtlCol="0">
            <a:spAutoFit/>
          </a:bodyPr>
          <a:lstStyle/>
          <a:p>
            <a:pPr marL="635">
              <a:lnSpc>
                <a:spcPct val="100000"/>
              </a:lnSpc>
              <a:spcBef>
                <a:spcPts val="480"/>
              </a:spcBef>
            </a:pPr>
            <a:r>
              <a:rPr sz="1100" spc="-55" dirty="0">
                <a:latin typeface="Trebuchet MS"/>
                <a:cs typeface="Trebuchet MS"/>
              </a:rPr>
              <a:t>S</a:t>
            </a:r>
            <a:r>
              <a:rPr sz="1100" spc="-155" dirty="0">
                <a:latin typeface="Trebuchet MS"/>
                <a:cs typeface="Trebuchet MS"/>
              </a:rPr>
              <a:t>t</a:t>
            </a:r>
            <a:r>
              <a:rPr sz="1100" spc="-185" dirty="0">
                <a:latin typeface="Trebuchet MS"/>
                <a:cs typeface="Trebuchet MS"/>
              </a:rPr>
              <a:t>e</a:t>
            </a:r>
            <a:r>
              <a:rPr sz="1100" spc="-200" dirty="0">
                <a:latin typeface="Trebuchet MS"/>
                <a:cs typeface="Trebuchet MS"/>
              </a:rPr>
              <a:t>p</a:t>
            </a:r>
            <a:r>
              <a:rPr sz="1100" spc="-160" dirty="0">
                <a:latin typeface="Trebuchet MS"/>
                <a:cs typeface="Trebuchet MS"/>
              </a:rPr>
              <a:t> </a:t>
            </a:r>
            <a:r>
              <a:rPr sz="1100" spc="-114" dirty="0">
                <a:latin typeface="Trebuchet MS"/>
                <a:cs typeface="Trebuchet MS"/>
              </a:rPr>
              <a:t>3</a:t>
            </a:r>
            <a:r>
              <a:rPr sz="1100" spc="-130" dirty="0">
                <a:latin typeface="Trebuchet MS"/>
                <a:cs typeface="Trebuchet MS"/>
              </a:rPr>
              <a:t> </a:t>
            </a:r>
            <a:r>
              <a:rPr sz="1100" spc="-225" dirty="0">
                <a:latin typeface="Trebuchet MS"/>
                <a:cs typeface="Trebuchet MS"/>
              </a:rPr>
              <a:t>:</a:t>
            </a:r>
            <a:r>
              <a:rPr sz="1100" spc="-120" dirty="0">
                <a:latin typeface="Trebuchet MS"/>
                <a:cs typeface="Trebuchet MS"/>
              </a:rPr>
              <a:t> </a:t>
            </a:r>
            <a:r>
              <a:rPr sz="1100" spc="-155" dirty="0">
                <a:latin typeface="Trebuchet MS"/>
                <a:cs typeface="Trebuchet MS"/>
              </a:rPr>
              <a:t>t</a:t>
            </a:r>
            <a:r>
              <a:rPr sz="1100" spc="-60" dirty="0">
                <a:latin typeface="Trebuchet MS"/>
                <a:cs typeface="Trebuchet MS"/>
              </a:rPr>
              <a:t>r</a:t>
            </a:r>
            <a:r>
              <a:rPr sz="1100" spc="-165" dirty="0">
                <a:latin typeface="Trebuchet MS"/>
                <a:cs typeface="Trebuchet MS"/>
              </a:rPr>
              <a:t>a</a:t>
            </a:r>
            <a:r>
              <a:rPr sz="1100" spc="-125" dirty="0">
                <a:latin typeface="Trebuchet MS"/>
                <a:cs typeface="Trebuchet MS"/>
              </a:rPr>
              <a:t>i</a:t>
            </a:r>
            <a:r>
              <a:rPr sz="1100" spc="-185" dirty="0">
                <a:latin typeface="Trebuchet MS"/>
                <a:cs typeface="Trebuchet MS"/>
              </a:rPr>
              <a:t>n</a:t>
            </a:r>
            <a:r>
              <a:rPr sz="1100" spc="-135" dirty="0">
                <a:latin typeface="Trebuchet MS"/>
                <a:cs typeface="Trebuchet MS"/>
              </a:rPr>
              <a:t> </a:t>
            </a:r>
            <a:r>
              <a:rPr sz="1100" spc="-155" dirty="0">
                <a:latin typeface="Trebuchet MS"/>
                <a:cs typeface="Trebuchet MS"/>
              </a:rPr>
              <a:t>t</a:t>
            </a:r>
            <a:r>
              <a:rPr sz="1100" spc="-190" dirty="0">
                <a:latin typeface="Trebuchet MS"/>
                <a:cs typeface="Trebuchet MS"/>
              </a:rPr>
              <a:t>he</a:t>
            </a:r>
            <a:r>
              <a:rPr sz="1100" spc="-145" dirty="0">
                <a:latin typeface="Trebuchet MS"/>
                <a:cs typeface="Trebuchet MS"/>
              </a:rPr>
              <a:t> </a:t>
            </a:r>
            <a:r>
              <a:rPr sz="1100" spc="-200" dirty="0">
                <a:latin typeface="Trebuchet MS"/>
                <a:cs typeface="Trebuchet MS"/>
              </a:rPr>
              <a:t>d</a:t>
            </a:r>
            <a:r>
              <a:rPr sz="1100" spc="-125" dirty="0">
                <a:latin typeface="Trebuchet MS"/>
                <a:cs typeface="Trebuchet MS"/>
              </a:rPr>
              <a:t>i</a:t>
            </a:r>
            <a:r>
              <a:rPr sz="1100" spc="-30" dirty="0">
                <a:latin typeface="Trebuchet MS"/>
                <a:cs typeface="Trebuchet MS"/>
              </a:rPr>
              <a:t>s</a:t>
            </a:r>
            <a:r>
              <a:rPr sz="1100" spc="-130" dirty="0">
                <a:latin typeface="Trebuchet MS"/>
                <a:cs typeface="Trebuchet MS"/>
              </a:rPr>
              <a:t>c</a:t>
            </a:r>
            <a:r>
              <a:rPr sz="1100" spc="-75" dirty="0">
                <a:latin typeface="Trebuchet MS"/>
                <a:cs typeface="Trebuchet MS"/>
              </a:rPr>
              <a:t>r</a:t>
            </a:r>
            <a:r>
              <a:rPr sz="1100" spc="-125" dirty="0">
                <a:latin typeface="Trebuchet MS"/>
                <a:cs typeface="Trebuchet MS"/>
              </a:rPr>
              <a:t>i</a:t>
            </a:r>
            <a:r>
              <a:rPr sz="1100" spc="-270" dirty="0">
                <a:latin typeface="Trebuchet MS"/>
                <a:cs typeface="Trebuchet MS"/>
              </a:rPr>
              <a:t>m</a:t>
            </a:r>
            <a:r>
              <a:rPr sz="1100" spc="-125" dirty="0">
                <a:latin typeface="Trebuchet MS"/>
                <a:cs typeface="Trebuchet MS"/>
              </a:rPr>
              <a:t>i</a:t>
            </a:r>
            <a:r>
              <a:rPr sz="1100" spc="-180" dirty="0">
                <a:latin typeface="Trebuchet MS"/>
                <a:cs typeface="Trebuchet MS"/>
              </a:rPr>
              <a:t>na</a:t>
            </a:r>
            <a:r>
              <a:rPr sz="1100" spc="-165" dirty="0">
                <a:latin typeface="Trebuchet MS"/>
                <a:cs typeface="Trebuchet MS"/>
              </a:rPr>
              <a:t>t</a:t>
            </a:r>
            <a:r>
              <a:rPr sz="1100" spc="-120" dirty="0">
                <a:latin typeface="Trebuchet MS"/>
                <a:cs typeface="Trebuchet MS"/>
              </a:rPr>
              <a:t>or</a:t>
            </a:r>
            <a:endParaRPr sz="1100">
              <a:latin typeface="Trebuchet MS"/>
              <a:cs typeface="Trebuchet MS"/>
            </a:endParaRPr>
          </a:p>
          <a:p>
            <a:pPr marL="5715" marR="285750">
              <a:lnSpc>
                <a:spcPct val="100000"/>
              </a:lnSpc>
              <a:spcBef>
                <a:spcPts val="630"/>
              </a:spcBef>
            </a:pPr>
            <a:r>
              <a:rPr sz="1100" spc="-55" dirty="0">
                <a:latin typeface="Trebuchet MS"/>
                <a:cs typeface="Trebuchet MS"/>
              </a:rPr>
              <a:t>S</a:t>
            </a:r>
            <a:r>
              <a:rPr sz="1100" spc="-155" dirty="0">
                <a:latin typeface="Trebuchet MS"/>
                <a:cs typeface="Trebuchet MS"/>
              </a:rPr>
              <a:t>t</a:t>
            </a:r>
            <a:r>
              <a:rPr sz="1100" spc="-185" dirty="0">
                <a:latin typeface="Trebuchet MS"/>
                <a:cs typeface="Trebuchet MS"/>
              </a:rPr>
              <a:t>e</a:t>
            </a:r>
            <a:r>
              <a:rPr sz="1100" spc="-200" dirty="0">
                <a:latin typeface="Trebuchet MS"/>
                <a:cs typeface="Trebuchet MS"/>
              </a:rPr>
              <a:t>p</a:t>
            </a:r>
            <a:r>
              <a:rPr sz="1100" spc="-160" dirty="0">
                <a:latin typeface="Trebuchet MS"/>
                <a:cs typeface="Trebuchet MS"/>
              </a:rPr>
              <a:t> </a:t>
            </a:r>
            <a:r>
              <a:rPr sz="1100" spc="-155" dirty="0">
                <a:latin typeface="Trebuchet MS"/>
                <a:cs typeface="Trebuchet MS"/>
              </a:rPr>
              <a:t>4</a:t>
            </a:r>
            <a:r>
              <a:rPr sz="1100" spc="-120" dirty="0">
                <a:latin typeface="Trebuchet MS"/>
                <a:cs typeface="Trebuchet MS"/>
              </a:rPr>
              <a:t> </a:t>
            </a:r>
            <a:r>
              <a:rPr sz="1100" spc="-225" dirty="0">
                <a:latin typeface="Trebuchet MS"/>
                <a:cs typeface="Trebuchet MS"/>
              </a:rPr>
              <a:t>:</a:t>
            </a:r>
            <a:r>
              <a:rPr sz="1100" spc="-120" dirty="0">
                <a:latin typeface="Trebuchet MS"/>
                <a:cs typeface="Trebuchet MS"/>
              </a:rPr>
              <a:t> </a:t>
            </a:r>
            <a:r>
              <a:rPr sz="1100" spc="-155" dirty="0">
                <a:latin typeface="Trebuchet MS"/>
                <a:cs typeface="Trebuchet MS"/>
              </a:rPr>
              <a:t>t</a:t>
            </a:r>
            <a:r>
              <a:rPr sz="1100" spc="-60" dirty="0">
                <a:latin typeface="Trebuchet MS"/>
                <a:cs typeface="Trebuchet MS"/>
              </a:rPr>
              <a:t>r</a:t>
            </a:r>
            <a:r>
              <a:rPr sz="1100" spc="-165" dirty="0">
                <a:latin typeface="Trebuchet MS"/>
                <a:cs typeface="Trebuchet MS"/>
              </a:rPr>
              <a:t>a</a:t>
            </a:r>
            <a:r>
              <a:rPr sz="1100" spc="-125" dirty="0">
                <a:latin typeface="Trebuchet MS"/>
                <a:cs typeface="Trebuchet MS"/>
              </a:rPr>
              <a:t>i</a:t>
            </a:r>
            <a:r>
              <a:rPr sz="1100" spc="-185" dirty="0">
                <a:latin typeface="Trebuchet MS"/>
                <a:cs typeface="Trebuchet MS"/>
              </a:rPr>
              <a:t>n</a:t>
            </a:r>
            <a:r>
              <a:rPr sz="1100" spc="-140" dirty="0">
                <a:latin typeface="Trebuchet MS"/>
                <a:cs typeface="Trebuchet MS"/>
              </a:rPr>
              <a:t> </a:t>
            </a:r>
            <a:r>
              <a:rPr sz="1100" spc="-155" dirty="0">
                <a:latin typeface="Trebuchet MS"/>
                <a:cs typeface="Trebuchet MS"/>
              </a:rPr>
              <a:t>t</a:t>
            </a:r>
            <a:r>
              <a:rPr sz="1100" spc="-190" dirty="0">
                <a:latin typeface="Trebuchet MS"/>
                <a:cs typeface="Trebuchet MS"/>
              </a:rPr>
              <a:t>he</a:t>
            </a:r>
            <a:r>
              <a:rPr sz="1100" spc="-135" dirty="0">
                <a:latin typeface="Trebuchet MS"/>
                <a:cs typeface="Trebuchet MS"/>
              </a:rPr>
              <a:t> </a:t>
            </a:r>
            <a:r>
              <a:rPr sz="1100" spc="-140" dirty="0">
                <a:latin typeface="Trebuchet MS"/>
                <a:cs typeface="Trebuchet MS"/>
              </a:rPr>
              <a:t>g</a:t>
            </a:r>
            <a:r>
              <a:rPr sz="1100" spc="-185" dirty="0">
                <a:latin typeface="Trebuchet MS"/>
                <a:cs typeface="Trebuchet MS"/>
              </a:rPr>
              <a:t>e</a:t>
            </a:r>
            <a:r>
              <a:rPr sz="1100" spc="-190" dirty="0">
                <a:latin typeface="Trebuchet MS"/>
                <a:cs typeface="Trebuchet MS"/>
              </a:rPr>
              <a:t>n</a:t>
            </a:r>
            <a:r>
              <a:rPr sz="1100" spc="-180" dirty="0">
                <a:latin typeface="Trebuchet MS"/>
                <a:cs typeface="Trebuchet MS"/>
              </a:rPr>
              <a:t>e</a:t>
            </a:r>
            <a:r>
              <a:rPr sz="1100" spc="-60" dirty="0">
                <a:latin typeface="Trebuchet MS"/>
                <a:cs typeface="Trebuchet MS"/>
              </a:rPr>
              <a:t>r</a:t>
            </a:r>
            <a:r>
              <a:rPr sz="1100" spc="-175" dirty="0">
                <a:latin typeface="Trebuchet MS"/>
                <a:cs typeface="Trebuchet MS"/>
              </a:rPr>
              <a:t>a</a:t>
            </a:r>
            <a:r>
              <a:rPr sz="1100" spc="-165" dirty="0">
                <a:latin typeface="Trebuchet MS"/>
                <a:cs typeface="Trebuchet MS"/>
              </a:rPr>
              <a:t>t</a:t>
            </a:r>
            <a:r>
              <a:rPr sz="1100" spc="-185" dirty="0">
                <a:latin typeface="Trebuchet MS"/>
                <a:cs typeface="Trebuchet MS"/>
              </a:rPr>
              <a:t>o</a:t>
            </a:r>
            <a:r>
              <a:rPr sz="1100" spc="-65" dirty="0">
                <a:latin typeface="Trebuchet MS"/>
                <a:cs typeface="Trebuchet MS"/>
              </a:rPr>
              <a:t>r</a:t>
            </a:r>
            <a:r>
              <a:rPr sz="1100" spc="-160" dirty="0">
                <a:latin typeface="Trebuchet MS"/>
                <a:cs typeface="Trebuchet MS"/>
              </a:rPr>
              <a:t> (b</a:t>
            </a:r>
            <a:r>
              <a:rPr sz="1100" spc="-175" dirty="0">
                <a:latin typeface="Trebuchet MS"/>
                <a:cs typeface="Trebuchet MS"/>
              </a:rPr>
              <a:t>a</a:t>
            </a:r>
            <a:r>
              <a:rPr sz="1100" spc="-30" dirty="0">
                <a:latin typeface="Trebuchet MS"/>
                <a:cs typeface="Trebuchet MS"/>
              </a:rPr>
              <a:t>s</a:t>
            </a:r>
            <a:r>
              <a:rPr sz="1100" spc="-185" dirty="0">
                <a:latin typeface="Trebuchet MS"/>
                <a:cs typeface="Trebuchet MS"/>
              </a:rPr>
              <a:t>e</a:t>
            </a:r>
            <a:r>
              <a:rPr sz="1100" spc="-200" dirty="0">
                <a:latin typeface="Trebuchet MS"/>
                <a:cs typeface="Trebuchet MS"/>
              </a:rPr>
              <a:t>d</a:t>
            </a:r>
            <a:r>
              <a:rPr sz="1100" spc="-160" dirty="0">
                <a:latin typeface="Trebuchet MS"/>
                <a:cs typeface="Trebuchet MS"/>
              </a:rPr>
              <a:t> </a:t>
            </a:r>
            <a:r>
              <a:rPr sz="1100" spc="-180" dirty="0">
                <a:latin typeface="Trebuchet MS"/>
                <a:cs typeface="Trebuchet MS"/>
              </a:rPr>
              <a:t>on</a:t>
            </a:r>
            <a:r>
              <a:rPr sz="1100" spc="-130" dirty="0">
                <a:latin typeface="Trebuchet MS"/>
                <a:cs typeface="Trebuchet MS"/>
              </a:rPr>
              <a:t> </a:t>
            </a:r>
            <a:r>
              <a:rPr sz="1100" spc="-155" dirty="0">
                <a:latin typeface="Trebuchet MS"/>
                <a:cs typeface="Trebuchet MS"/>
              </a:rPr>
              <a:t>t</a:t>
            </a:r>
            <a:r>
              <a:rPr sz="1100" spc="-145" dirty="0">
                <a:latin typeface="Trebuchet MS"/>
                <a:cs typeface="Trebuchet MS"/>
              </a:rPr>
              <a:t>he  </a:t>
            </a:r>
            <a:r>
              <a:rPr sz="1100" spc="-200" dirty="0">
                <a:latin typeface="Trebuchet MS"/>
                <a:cs typeface="Trebuchet MS"/>
              </a:rPr>
              <a:t>d</a:t>
            </a:r>
            <a:r>
              <a:rPr sz="1100" spc="-125" dirty="0">
                <a:latin typeface="Trebuchet MS"/>
                <a:cs typeface="Trebuchet MS"/>
              </a:rPr>
              <a:t>i</a:t>
            </a:r>
            <a:r>
              <a:rPr sz="1100" spc="-30" dirty="0">
                <a:latin typeface="Trebuchet MS"/>
                <a:cs typeface="Trebuchet MS"/>
              </a:rPr>
              <a:t>s</a:t>
            </a:r>
            <a:r>
              <a:rPr sz="1100" spc="-130" dirty="0">
                <a:latin typeface="Trebuchet MS"/>
                <a:cs typeface="Trebuchet MS"/>
              </a:rPr>
              <a:t>c</a:t>
            </a:r>
            <a:r>
              <a:rPr sz="1100" spc="-75" dirty="0">
                <a:latin typeface="Trebuchet MS"/>
                <a:cs typeface="Trebuchet MS"/>
              </a:rPr>
              <a:t>r</a:t>
            </a:r>
            <a:r>
              <a:rPr sz="1100" spc="-125" dirty="0">
                <a:latin typeface="Trebuchet MS"/>
                <a:cs typeface="Trebuchet MS"/>
              </a:rPr>
              <a:t>i</a:t>
            </a:r>
            <a:r>
              <a:rPr sz="1100" spc="-270" dirty="0">
                <a:latin typeface="Trebuchet MS"/>
                <a:cs typeface="Trebuchet MS"/>
              </a:rPr>
              <a:t>m</a:t>
            </a:r>
            <a:r>
              <a:rPr sz="1100" spc="-125" dirty="0">
                <a:latin typeface="Trebuchet MS"/>
                <a:cs typeface="Trebuchet MS"/>
              </a:rPr>
              <a:t>i</a:t>
            </a:r>
            <a:r>
              <a:rPr sz="1100" spc="-180" dirty="0">
                <a:latin typeface="Trebuchet MS"/>
                <a:cs typeface="Trebuchet MS"/>
              </a:rPr>
              <a:t>na</a:t>
            </a:r>
            <a:r>
              <a:rPr sz="1100" spc="-165" dirty="0">
                <a:latin typeface="Trebuchet MS"/>
                <a:cs typeface="Trebuchet MS"/>
              </a:rPr>
              <a:t>t</a:t>
            </a:r>
            <a:r>
              <a:rPr sz="1100" spc="-185" dirty="0">
                <a:latin typeface="Trebuchet MS"/>
                <a:cs typeface="Trebuchet MS"/>
              </a:rPr>
              <a:t>o</a:t>
            </a:r>
            <a:r>
              <a:rPr sz="1100" spc="-55" dirty="0">
                <a:latin typeface="Trebuchet MS"/>
                <a:cs typeface="Trebuchet MS"/>
              </a:rPr>
              <a:t>r</a:t>
            </a:r>
            <a:r>
              <a:rPr sz="1100" spc="-229" dirty="0">
                <a:latin typeface="Trebuchet MS"/>
                <a:cs typeface="Trebuchet MS"/>
              </a:rPr>
              <a:t>’</a:t>
            </a:r>
            <a:r>
              <a:rPr sz="1100" spc="-50" dirty="0">
                <a:latin typeface="Trebuchet MS"/>
                <a:cs typeface="Trebuchet MS"/>
              </a:rPr>
              <a:t>s</a:t>
            </a:r>
            <a:r>
              <a:rPr sz="1100" spc="-150" dirty="0">
                <a:latin typeface="Trebuchet MS"/>
                <a:cs typeface="Trebuchet MS"/>
              </a:rPr>
              <a:t> </a:t>
            </a:r>
            <a:r>
              <a:rPr sz="1100" spc="-200" dirty="0">
                <a:latin typeface="Trebuchet MS"/>
                <a:cs typeface="Trebuchet MS"/>
              </a:rPr>
              <a:t>p</a:t>
            </a:r>
            <a:r>
              <a:rPr sz="1100" spc="-60" dirty="0">
                <a:latin typeface="Trebuchet MS"/>
                <a:cs typeface="Trebuchet MS"/>
              </a:rPr>
              <a:t>r</a:t>
            </a:r>
            <a:r>
              <a:rPr sz="1100" spc="-185" dirty="0">
                <a:latin typeface="Trebuchet MS"/>
                <a:cs typeface="Trebuchet MS"/>
              </a:rPr>
              <a:t>e</a:t>
            </a:r>
            <a:r>
              <a:rPr sz="1100" spc="-200" dirty="0">
                <a:latin typeface="Trebuchet MS"/>
                <a:cs typeface="Trebuchet MS"/>
              </a:rPr>
              <a:t>d</a:t>
            </a:r>
            <a:r>
              <a:rPr sz="1100" spc="-125" dirty="0">
                <a:latin typeface="Trebuchet MS"/>
                <a:cs typeface="Trebuchet MS"/>
              </a:rPr>
              <a:t>i</a:t>
            </a:r>
            <a:r>
              <a:rPr sz="1100" spc="-130" dirty="0">
                <a:latin typeface="Trebuchet MS"/>
                <a:cs typeface="Trebuchet MS"/>
              </a:rPr>
              <a:t>c</a:t>
            </a:r>
            <a:r>
              <a:rPr sz="1100" spc="-165" dirty="0">
                <a:latin typeface="Trebuchet MS"/>
                <a:cs typeface="Trebuchet MS"/>
              </a:rPr>
              <a:t>t</a:t>
            </a:r>
            <a:r>
              <a:rPr sz="1100" spc="-125" dirty="0">
                <a:latin typeface="Trebuchet MS"/>
                <a:cs typeface="Trebuchet MS"/>
              </a:rPr>
              <a:t>i</a:t>
            </a:r>
            <a:r>
              <a:rPr sz="1100" spc="-180" dirty="0">
                <a:latin typeface="Trebuchet MS"/>
                <a:cs typeface="Trebuchet MS"/>
              </a:rPr>
              <a:t>o</a:t>
            </a:r>
            <a:r>
              <a:rPr sz="1100" spc="-190" dirty="0">
                <a:latin typeface="Trebuchet MS"/>
                <a:cs typeface="Trebuchet MS"/>
              </a:rPr>
              <a:t>n</a:t>
            </a:r>
            <a:r>
              <a:rPr sz="1100" spc="-85" dirty="0">
                <a:latin typeface="Trebuchet MS"/>
                <a:cs typeface="Trebuchet MS"/>
              </a:rPr>
              <a:t>s)</a:t>
            </a:r>
            <a:endParaRPr sz="1100">
              <a:latin typeface="Trebuchet MS"/>
              <a:cs typeface="Trebuchet MS"/>
            </a:endParaRPr>
          </a:p>
        </p:txBody>
      </p:sp>
      <p:sp>
        <p:nvSpPr>
          <p:cNvPr id="23" name="object 23"/>
          <p:cNvSpPr txBox="1"/>
          <p:nvPr/>
        </p:nvSpPr>
        <p:spPr>
          <a:xfrm>
            <a:off x="5577840" y="3140964"/>
            <a:ext cx="702945" cy="302260"/>
          </a:xfrm>
          <a:prstGeom prst="rect">
            <a:avLst/>
          </a:prstGeom>
          <a:solidFill>
            <a:srgbClr val="FFFFFF"/>
          </a:solidFill>
        </p:spPr>
        <p:txBody>
          <a:bodyPr vert="horz" wrap="square" lIns="0" tIns="0" rIns="0" bIns="0" rtlCol="0">
            <a:spAutoFit/>
          </a:bodyPr>
          <a:lstStyle/>
          <a:p>
            <a:pPr marL="1270" algn="ctr">
              <a:lnSpc>
                <a:spcPts val="1120"/>
              </a:lnSpc>
            </a:pPr>
            <a:r>
              <a:rPr sz="1000" spc="-185" dirty="0">
                <a:latin typeface="Trebuchet MS"/>
                <a:cs typeface="Trebuchet MS"/>
              </a:rPr>
              <a:t>Output</a:t>
            </a:r>
            <a:endParaRPr sz="1000">
              <a:latin typeface="Trebuchet MS"/>
              <a:cs typeface="Trebuchet MS"/>
            </a:endParaRPr>
          </a:p>
          <a:p>
            <a:pPr marL="635" algn="ctr">
              <a:lnSpc>
                <a:spcPts val="1140"/>
              </a:lnSpc>
            </a:pPr>
            <a:r>
              <a:rPr sz="1000" spc="-145" dirty="0">
                <a:latin typeface="Trebuchet MS"/>
                <a:cs typeface="Trebuchet MS"/>
              </a:rPr>
              <a:t>(prediction)</a:t>
            </a:r>
            <a:endParaRPr sz="1000">
              <a:latin typeface="Trebuchet MS"/>
              <a:cs typeface="Trebuchet MS"/>
            </a:endParaRPr>
          </a:p>
        </p:txBody>
      </p:sp>
      <p:sp>
        <p:nvSpPr>
          <p:cNvPr id="24" name="object 24"/>
          <p:cNvSpPr/>
          <p:nvPr/>
        </p:nvSpPr>
        <p:spPr>
          <a:xfrm>
            <a:off x="6553200" y="3156204"/>
            <a:ext cx="702945" cy="302260"/>
          </a:xfrm>
          <a:custGeom>
            <a:avLst/>
            <a:gdLst/>
            <a:ahLst/>
            <a:cxnLst/>
            <a:rect l="l" t="t" r="r" b="b"/>
            <a:pathLst>
              <a:path w="702945" h="302260">
                <a:moveTo>
                  <a:pt x="702564" y="0"/>
                </a:moveTo>
                <a:lnTo>
                  <a:pt x="0" y="0"/>
                </a:lnTo>
                <a:lnTo>
                  <a:pt x="0" y="301751"/>
                </a:lnTo>
                <a:lnTo>
                  <a:pt x="702564" y="301751"/>
                </a:lnTo>
                <a:lnTo>
                  <a:pt x="702564" y="0"/>
                </a:lnTo>
                <a:close/>
              </a:path>
            </a:pathLst>
          </a:custGeom>
          <a:solidFill>
            <a:srgbClr val="FFFFFF"/>
          </a:solidFill>
        </p:spPr>
        <p:txBody>
          <a:bodyPr wrap="square" lIns="0" tIns="0" rIns="0" bIns="0" rtlCol="0"/>
          <a:lstStyle/>
          <a:p>
            <a:endParaRPr/>
          </a:p>
        </p:txBody>
      </p:sp>
      <p:sp>
        <p:nvSpPr>
          <p:cNvPr id="25" name="object 25"/>
          <p:cNvSpPr txBox="1"/>
          <p:nvPr/>
        </p:nvSpPr>
        <p:spPr>
          <a:xfrm>
            <a:off x="6618731" y="3216986"/>
            <a:ext cx="635635" cy="177800"/>
          </a:xfrm>
          <a:prstGeom prst="rect">
            <a:avLst/>
          </a:prstGeom>
        </p:spPr>
        <p:txBody>
          <a:bodyPr vert="horz" wrap="square" lIns="0" tIns="12065" rIns="0" bIns="0" rtlCol="0">
            <a:spAutoFit/>
          </a:bodyPr>
          <a:lstStyle/>
          <a:p>
            <a:pPr marL="35560">
              <a:lnSpc>
                <a:spcPct val="100000"/>
              </a:lnSpc>
              <a:spcBef>
                <a:spcPts val="95"/>
              </a:spcBef>
            </a:pPr>
            <a:r>
              <a:rPr sz="1000" spc="-165" dirty="0">
                <a:latin typeface="Trebuchet MS"/>
                <a:cs typeface="Trebuchet MS"/>
              </a:rPr>
              <a:t>A</a:t>
            </a:r>
            <a:r>
              <a:rPr sz="1000" spc="-190" dirty="0">
                <a:latin typeface="Trebuchet MS"/>
                <a:cs typeface="Trebuchet MS"/>
              </a:rPr>
              <a:t>n</a:t>
            </a:r>
            <a:r>
              <a:rPr sz="1000" spc="-60" dirty="0">
                <a:latin typeface="Trebuchet MS"/>
                <a:cs typeface="Trebuchet MS"/>
              </a:rPr>
              <a:t>s</a:t>
            </a:r>
            <a:r>
              <a:rPr sz="1000" spc="-225" dirty="0">
                <a:latin typeface="Trebuchet MS"/>
                <a:cs typeface="Trebuchet MS"/>
              </a:rPr>
              <a:t>w</a:t>
            </a:r>
            <a:r>
              <a:rPr sz="1000" spc="-190" dirty="0">
                <a:latin typeface="Trebuchet MS"/>
                <a:cs typeface="Trebuchet MS"/>
              </a:rPr>
              <a:t>e</a:t>
            </a:r>
            <a:r>
              <a:rPr sz="1000" spc="-60" dirty="0">
                <a:latin typeface="Trebuchet MS"/>
                <a:cs typeface="Trebuchet MS"/>
              </a:rPr>
              <a:t>r</a:t>
            </a:r>
            <a:r>
              <a:rPr sz="1000" spc="-130" dirty="0">
                <a:latin typeface="Trebuchet MS"/>
                <a:cs typeface="Trebuchet MS"/>
              </a:rPr>
              <a:t> </a:t>
            </a:r>
            <a:r>
              <a:rPr sz="1000" spc="-145" dirty="0">
                <a:latin typeface="Trebuchet MS"/>
                <a:cs typeface="Trebuchet MS"/>
              </a:rPr>
              <a:t>l</a:t>
            </a:r>
            <a:r>
              <a:rPr sz="1000" spc="-170" dirty="0">
                <a:latin typeface="Trebuchet MS"/>
                <a:cs typeface="Trebuchet MS"/>
              </a:rPr>
              <a:t>a</a:t>
            </a:r>
            <a:r>
              <a:rPr sz="1000" spc="-190" dirty="0">
                <a:latin typeface="Trebuchet MS"/>
                <a:cs typeface="Trebuchet MS"/>
              </a:rPr>
              <a:t>b</a:t>
            </a:r>
            <a:r>
              <a:rPr sz="1000" spc="-145" dirty="0">
                <a:latin typeface="Trebuchet MS"/>
                <a:cs typeface="Trebuchet MS"/>
              </a:rPr>
              <a:t>el</a:t>
            </a:r>
            <a:endParaRPr sz="1000">
              <a:latin typeface="Trebuchet MS"/>
              <a:cs typeface="Trebuchet MS"/>
            </a:endParaRPr>
          </a:p>
        </p:txBody>
      </p:sp>
      <p:sp>
        <p:nvSpPr>
          <p:cNvPr id="26" name="object 26"/>
          <p:cNvSpPr txBox="1"/>
          <p:nvPr/>
        </p:nvSpPr>
        <p:spPr>
          <a:xfrm>
            <a:off x="5564123" y="3531108"/>
            <a:ext cx="859790" cy="165100"/>
          </a:xfrm>
          <a:prstGeom prst="rect">
            <a:avLst/>
          </a:prstGeom>
          <a:solidFill>
            <a:srgbClr val="FFFFFF"/>
          </a:solidFill>
        </p:spPr>
        <p:txBody>
          <a:bodyPr vert="horz" wrap="square" lIns="0" tIns="0" rIns="0" bIns="0" rtlCol="0">
            <a:spAutoFit/>
          </a:bodyPr>
          <a:lstStyle/>
          <a:p>
            <a:pPr marL="93980">
              <a:lnSpc>
                <a:spcPts val="1270"/>
              </a:lnSpc>
            </a:pPr>
            <a:r>
              <a:rPr sz="1100" spc="-120" dirty="0">
                <a:latin typeface="Trebuchet MS"/>
                <a:cs typeface="Trebuchet MS"/>
              </a:rPr>
              <a:t>P(y=“real”</a:t>
            </a:r>
            <a:r>
              <a:rPr sz="1100" spc="-120" dirty="0">
                <a:latin typeface="Cambria Math"/>
                <a:cs typeface="Cambria Math"/>
              </a:rPr>
              <a:t>∣𝑥</a:t>
            </a:r>
            <a:r>
              <a:rPr sz="1100" spc="-120" dirty="0">
                <a:latin typeface="Lucida Console"/>
                <a:cs typeface="Lucida Console"/>
              </a:rPr>
              <a:t>)</a:t>
            </a:r>
            <a:endParaRPr sz="1100">
              <a:latin typeface="Lucida Console"/>
              <a:cs typeface="Lucida Console"/>
            </a:endParaRPr>
          </a:p>
        </p:txBody>
      </p:sp>
      <p:sp>
        <p:nvSpPr>
          <p:cNvPr id="27" name="object 27"/>
          <p:cNvSpPr/>
          <p:nvPr/>
        </p:nvSpPr>
        <p:spPr>
          <a:xfrm>
            <a:off x="5579364" y="4300728"/>
            <a:ext cx="859790" cy="166370"/>
          </a:xfrm>
          <a:custGeom>
            <a:avLst/>
            <a:gdLst/>
            <a:ahLst/>
            <a:cxnLst/>
            <a:rect l="l" t="t" r="r" b="b"/>
            <a:pathLst>
              <a:path w="859789" h="166370">
                <a:moveTo>
                  <a:pt x="859536" y="0"/>
                </a:moveTo>
                <a:lnTo>
                  <a:pt x="0" y="0"/>
                </a:lnTo>
                <a:lnTo>
                  <a:pt x="0" y="166116"/>
                </a:lnTo>
                <a:lnTo>
                  <a:pt x="859536" y="166116"/>
                </a:lnTo>
                <a:lnTo>
                  <a:pt x="859536" y="0"/>
                </a:lnTo>
                <a:close/>
              </a:path>
            </a:pathLst>
          </a:custGeom>
          <a:solidFill>
            <a:srgbClr val="FFFFFF"/>
          </a:solidFill>
        </p:spPr>
        <p:txBody>
          <a:bodyPr wrap="square" lIns="0" tIns="0" rIns="0" bIns="0" rtlCol="0"/>
          <a:lstStyle/>
          <a:p>
            <a:endParaRPr/>
          </a:p>
        </p:txBody>
      </p:sp>
      <p:sp>
        <p:nvSpPr>
          <p:cNvPr id="28" name="object 28"/>
          <p:cNvSpPr txBox="1"/>
          <p:nvPr/>
        </p:nvSpPr>
        <p:spPr>
          <a:xfrm>
            <a:off x="5660897" y="4282185"/>
            <a:ext cx="699770" cy="193675"/>
          </a:xfrm>
          <a:prstGeom prst="rect">
            <a:avLst/>
          </a:prstGeom>
        </p:spPr>
        <p:txBody>
          <a:bodyPr vert="horz" wrap="square" lIns="0" tIns="12700" rIns="0" bIns="0" rtlCol="0">
            <a:spAutoFit/>
          </a:bodyPr>
          <a:lstStyle/>
          <a:p>
            <a:pPr marL="12700">
              <a:lnSpc>
                <a:spcPct val="100000"/>
              </a:lnSpc>
              <a:spcBef>
                <a:spcPts val="100"/>
              </a:spcBef>
            </a:pPr>
            <a:r>
              <a:rPr sz="1100" spc="-120" dirty="0">
                <a:latin typeface="Trebuchet MS"/>
                <a:cs typeface="Trebuchet MS"/>
              </a:rPr>
              <a:t>P(y=“real”</a:t>
            </a:r>
            <a:r>
              <a:rPr sz="1100" spc="-120" dirty="0">
                <a:latin typeface="Cambria Math"/>
                <a:cs typeface="Cambria Math"/>
              </a:rPr>
              <a:t>∣𝑥</a:t>
            </a:r>
            <a:r>
              <a:rPr sz="1100" spc="-120" dirty="0">
                <a:latin typeface="Lucida Console"/>
                <a:cs typeface="Lucida Console"/>
              </a:rPr>
              <a:t>)</a:t>
            </a:r>
            <a:endParaRPr sz="1100">
              <a:latin typeface="Lucida Console"/>
              <a:cs typeface="Lucida Console"/>
            </a:endParaRPr>
          </a:p>
        </p:txBody>
      </p:sp>
      <p:sp>
        <p:nvSpPr>
          <p:cNvPr id="29" name="object 29"/>
          <p:cNvSpPr txBox="1"/>
          <p:nvPr/>
        </p:nvSpPr>
        <p:spPr>
          <a:xfrm>
            <a:off x="6244590" y="4210303"/>
            <a:ext cx="125730"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Cambria Math"/>
                <a:cs typeface="Cambria Math"/>
              </a:rPr>
              <a:t>∼</a:t>
            </a:r>
            <a:endParaRPr sz="1100">
              <a:latin typeface="Cambria Math"/>
              <a:cs typeface="Cambria Math"/>
            </a:endParaRPr>
          </a:p>
        </p:txBody>
      </p:sp>
      <p:sp>
        <p:nvSpPr>
          <p:cNvPr id="30" name="object 30"/>
          <p:cNvSpPr txBox="1"/>
          <p:nvPr/>
        </p:nvSpPr>
        <p:spPr>
          <a:xfrm>
            <a:off x="6618731" y="3523488"/>
            <a:ext cx="635635" cy="203200"/>
          </a:xfrm>
          <a:prstGeom prst="rect">
            <a:avLst/>
          </a:prstGeom>
          <a:solidFill>
            <a:srgbClr val="FFFFFF"/>
          </a:solidFill>
        </p:spPr>
        <p:txBody>
          <a:bodyPr vert="horz" wrap="square" lIns="0" tIns="15875" rIns="0" bIns="0" rtlCol="0">
            <a:spAutoFit/>
          </a:bodyPr>
          <a:lstStyle/>
          <a:p>
            <a:pPr marL="131445">
              <a:lnSpc>
                <a:spcPct val="100000"/>
              </a:lnSpc>
              <a:spcBef>
                <a:spcPts val="125"/>
              </a:spcBef>
            </a:pPr>
            <a:r>
              <a:rPr sz="1100" spc="-165" dirty="0">
                <a:latin typeface="Trebuchet MS"/>
                <a:cs typeface="Trebuchet MS"/>
              </a:rPr>
              <a:t>y=“real”</a:t>
            </a:r>
            <a:endParaRPr sz="1100">
              <a:latin typeface="Trebuchet MS"/>
              <a:cs typeface="Trebuchet MS"/>
            </a:endParaRPr>
          </a:p>
        </p:txBody>
      </p:sp>
      <p:sp>
        <p:nvSpPr>
          <p:cNvPr id="31" name="object 31"/>
          <p:cNvSpPr txBox="1"/>
          <p:nvPr/>
        </p:nvSpPr>
        <p:spPr>
          <a:xfrm>
            <a:off x="6676643" y="4274820"/>
            <a:ext cx="565785" cy="193675"/>
          </a:xfrm>
          <a:prstGeom prst="rect">
            <a:avLst/>
          </a:prstGeom>
          <a:solidFill>
            <a:srgbClr val="FFFFFF"/>
          </a:solidFill>
        </p:spPr>
        <p:txBody>
          <a:bodyPr vert="horz" wrap="square" lIns="0" tIns="10795" rIns="0" bIns="0" rtlCol="0">
            <a:spAutoFit/>
          </a:bodyPr>
          <a:lstStyle/>
          <a:p>
            <a:pPr marL="92710">
              <a:lnSpc>
                <a:spcPct val="100000"/>
              </a:lnSpc>
              <a:spcBef>
                <a:spcPts val="85"/>
              </a:spcBef>
            </a:pPr>
            <a:r>
              <a:rPr sz="1100" spc="-180" dirty="0">
                <a:latin typeface="Trebuchet MS"/>
                <a:cs typeface="Trebuchet MS"/>
              </a:rPr>
              <a:t>y=“fake”</a:t>
            </a:r>
            <a:endParaRPr sz="1100">
              <a:latin typeface="Trebuchet MS"/>
              <a:cs typeface="Trebuchet MS"/>
            </a:endParaRPr>
          </a:p>
        </p:txBody>
      </p:sp>
      <p:sp>
        <p:nvSpPr>
          <p:cNvPr id="32" name="object 32"/>
          <p:cNvSpPr txBox="1"/>
          <p:nvPr/>
        </p:nvSpPr>
        <p:spPr>
          <a:xfrm>
            <a:off x="6664452" y="5178552"/>
            <a:ext cx="582295" cy="147955"/>
          </a:xfrm>
          <a:prstGeom prst="rect">
            <a:avLst/>
          </a:prstGeom>
          <a:solidFill>
            <a:srgbClr val="FFFFFF"/>
          </a:solidFill>
        </p:spPr>
        <p:txBody>
          <a:bodyPr vert="horz" wrap="square" lIns="0" tIns="0" rIns="0" bIns="0" rtlCol="0">
            <a:spAutoFit/>
          </a:bodyPr>
          <a:lstStyle/>
          <a:p>
            <a:pPr marL="101600">
              <a:lnSpc>
                <a:spcPts val="1165"/>
              </a:lnSpc>
            </a:pPr>
            <a:r>
              <a:rPr sz="1100" spc="-180" dirty="0">
                <a:latin typeface="Trebuchet MS"/>
                <a:cs typeface="Trebuchet MS"/>
              </a:rPr>
              <a:t>y=“fake”</a:t>
            </a:r>
            <a:endParaRPr sz="1100">
              <a:latin typeface="Trebuchet MS"/>
              <a:cs typeface="Trebuchet MS"/>
            </a:endParaRPr>
          </a:p>
        </p:txBody>
      </p:sp>
      <p:sp>
        <p:nvSpPr>
          <p:cNvPr id="33" name="object 33"/>
          <p:cNvSpPr txBox="1"/>
          <p:nvPr/>
        </p:nvSpPr>
        <p:spPr>
          <a:xfrm>
            <a:off x="6664452" y="4966715"/>
            <a:ext cx="582295" cy="203200"/>
          </a:xfrm>
          <a:prstGeom prst="rect">
            <a:avLst/>
          </a:prstGeom>
          <a:solidFill>
            <a:srgbClr val="FFFFFF"/>
          </a:solidFill>
        </p:spPr>
        <p:txBody>
          <a:bodyPr vert="horz" wrap="square" lIns="0" tIns="15875" rIns="0" bIns="0" rtlCol="0">
            <a:spAutoFit/>
          </a:bodyPr>
          <a:lstStyle/>
          <a:p>
            <a:pPr marL="94615">
              <a:lnSpc>
                <a:spcPct val="100000"/>
              </a:lnSpc>
              <a:spcBef>
                <a:spcPts val="125"/>
              </a:spcBef>
            </a:pPr>
            <a:r>
              <a:rPr sz="1100" spc="-165" dirty="0">
                <a:latin typeface="Trebuchet MS"/>
                <a:cs typeface="Trebuchet MS"/>
              </a:rPr>
              <a:t>y=“real”</a:t>
            </a:r>
            <a:endParaRPr sz="1100">
              <a:latin typeface="Trebuchet MS"/>
              <a:cs typeface="Trebuchet MS"/>
            </a:endParaRPr>
          </a:p>
        </p:txBody>
      </p:sp>
      <p:sp>
        <p:nvSpPr>
          <p:cNvPr id="34" name="object 34"/>
          <p:cNvSpPr txBox="1"/>
          <p:nvPr/>
        </p:nvSpPr>
        <p:spPr>
          <a:xfrm>
            <a:off x="6626352" y="5785103"/>
            <a:ext cx="637540" cy="201295"/>
          </a:xfrm>
          <a:prstGeom prst="rect">
            <a:avLst/>
          </a:prstGeom>
          <a:solidFill>
            <a:srgbClr val="FFFFFF"/>
          </a:solidFill>
        </p:spPr>
        <p:txBody>
          <a:bodyPr vert="horz" wrap="square" lIns="0" tIns="15875" rIns="0" bIns="0" rtlCol="0">
            <a:spAutoFit/>
          </a:bodyPr>
          <a:lstStyle/>
          <a:p>
            <a:pPr marL="132715">
              <a:lnSpc>
                <a:spcPct val="100000"/>
              </a:lnSpc>
              <a:spcBef>
                <a:spcPts val="125"/>
              </a:spcBef>
            </a:pPr>
            <a:r>
              <a:rPr sz="1100" spc="-165" dirty="0">
                <a:latin typeface="Trebuchet MS"/>
                <a:cs typeface="Trebuchet MS"/>
              </a:rPr>
              <a:t>y=“real”</a:t>
            </a:r>
            <a:endParaRPr sz="1100">
              <a:latin typeface="Trebuchet MS"/>
              <a:cs typeface="Trebuchet MS"/>
            </a:endParaRPr>
          </a:p>
        </p:txBody>
      </p:sp>
      <p:sp>
        <p:nvSpPr>
          <p:cNvPr id="35" name="object 35"/>
          <p:cNvSpPr txBox="1"/>
          <p:nvPr/>
        </p:nvSpPr>
        <p:spPr>
          <a:xfrm>
            <a:off x="5573267" y="4985003"/>
            <a:ext cx="868680" cy="165100"/>
          </a:xfrm>
          <a:prstGeom prst="rect">
            <a:avLst/>
          </a:prstGeom>
          <a:solidFill>
            <a:srgbClr val="FFFFFF"/>
          </a:solidFill>
        </p:spPr>
        <p:txBody>
          <a:bodyPr vert="horz" wrap="square" lIns="0" tIns="0" rIns="0" bIns="0" rtlCol="0">
            <a:spAutoFit/>
          </a:bodyPr>
          <a:lstStyle/>
          <a:p>
            <a:pPr marL="93345">
              <a:lnSpc>
                <a:spcPts val="1275"/>
              </a:lnSpc>
            </a:pPr>
            <a:r>
              <a:rPr sz="1100" spc="-120" dirty="0">
                <a:latin typeface="Trebuchet MS"/>
                <a:cs typeface="Trebuchet MS"/>
              </a:rPr>
              <a:t>P(y=“real”</a:t>
            </a:r>
            <a:r>
              <a:rPr sz="1100" spc="-120" dirty="0">
                <a:latin typeface="Cambria Math"/>
                <a:cs typeface="Cambria Math"/>
              </a:rPr>
              <a:t>∣𝑥</a:t>
            </a:r>
            <a:r>
              <a:rPr sz="1100" spc="-120" dirty="0">
                <a:latin typeface="Lucida Console"/>
                <a:cs typeface="Lucida Console"/>
              </a:rPr>
              <a:t>)</a:t>
            </a:r>
            <a:endParaRPr sz="1100">
              <a:latin typeface="Lucida Console"/>
              <a:cs typeface="Lucida Console"/>
            </a:endParaRPr>
          </a:p>
        </p:txBody>
      </p:sp>
      <p:sp>
        <p:nvSpPr>
          <p:cNvPr id="36" name="object 36"/>
          <p:cNvSpPr/>
          <p:nvPr/>
        </p:nvSpPr>
        <p:spPr>
          <a:xfrm>
            <a:off x="5582411" y="5164835"/>
            <a:ext cx="859790" cy="166370"/>
          </a:xfrm>
          <a:custGeom>
            <a:avLst/>
            <a:gdLst/>
            <a:ahLst/>
            <a:cxnLst/>
            <a:rect l="l" t="t" r="r" b="b"/>
            <a:pathLst>
              <a:path w="859789" h="166370">
                <a:moveTo>
                  <a:pt x="859536" y="0"/>
                </a:moveTo>
                <a:lnTo>
                  <a:pt x="0" y="0"/>
                </a:lnTo>
                <a:lnTo>
                  <a:pt x="0" y="166115"/>
                </a:lnTo>
                <a:lnTo>
                  <a:pt x="859536" y="166115"/>
                </a:lnTo>
                <a:lnTo>
                  <a:pt x="859536" y="0"/>
                </a:lnTo>
                <a:close/>
              </a:path>
            </a:pathLst>
          </a:custGeom>
          <a:solidFill>
            <a:srgbClr val="FFFFFF"/>
          </a:solidFill>
        </p:spPr>
        <p:txBody>
          <a:bodyPr wrap="square" lIns="0" tIns="0" rIns="0" bIns="0" rtlCol="0"/>
          <a:lstStyle/>
          <a:p>
            <a:endParaRPr/>
          </a:p>
        </p:txBody>
      </p:sp>
      <p:sp>
        <p:nvSpPr>
          <p:cNvPr id="37" name="object 37"/>
          <p:cNvSpPr txBox="1"/>
          <p:nvPr/>
        </p:nvSpPr>
        <p:spPr>
          <a:xfrm>
            <a:off x="5638165" y="5146928"/>
            <a:ext cx="772795" cy="193675"/>
          </a:xfrm>
          <a:prstGeom prst="rect">
            <a:avLst/>
          </a:prstGeom>
        </p:spPr>
        <p:txBody>
          <a:bodyPr vert="horz" wrap="square" lIns="0" tIns="12700" rIns="0" bIns="0" rtlCol="0">
            <a:spAutoFit/>
          </a:bodyPr>
          <a:lstStyle/>
          <a:p>
            <a:pPr marL="38100">
              <a:lnSpc>
                <a:spcPts val="660"/>
              </a:lnSpc>
              <a:spcBef>
                <a:spcPts val="100"/>
              </a:spcBef>
            </a:pPr>
            <a:r>
              <a:rPr sz="1100" spc="-145" dirty="0">
                <a:latin typeface="Trebuchet MS"/>
                <a:cs typeface="Trebuchet MS"/>
              </a:rPr>
              <a:t>P(y=“real”</a:t>
            </a:r>
            <a:r>
              <a:rPr sz="1100" spc="-145" dirty="0">
                <a:latin typeface="Cambria Math"/>
                <a:cs typeface="Cambria Math"/>
              </a:rPr>
              <a:t>∣</a:t>
            </a:r>
            <a:r>
              <a:rPr sz="1100" spc="15" dirty="0">
                <a:latin typeface="Cambria Math"/>
                <a:cs typeface="Cambria Math"/>
              </a:rPr>
              <a:t>  </a:t>
            </a:r>
            <a:r>
              <a:rPr sz="1650" baseline="27777" dirty="0">
                <a:latin typeface="Cambria Math"/>
                <a:cs typeface="Cambria Math"/>
              </a:rPr>
              <a:t>∼</a:t>
            </a:r>
            <a:endParaRPr sz="1650" baseline="27777">
              <a:latin typeface="Cambria Math"/>
              <a:cs typeface="Cambria Math"/>
            </a:endParaRPr>
          </a:p>
          <a:p>
            <a:pPr marR="52069" algn="r">
              <a:lnSpc>
                <a:spcPts val="660"/>
              </a:lnSpc>
            </a:pPr>
            <a:r>
              <a:rPr sz="1100" spc="15" dirty="0">
                <a:latin typeface="Cambria Math"/>
                <a:cs typeface="Cambria Math"/>
              </a:rPr>
              <a:t>𝑥</a:t>
            </a:r>
            <a:r>
              <a:rPr sz="1100" spc="15" dirty="0">
                <a:latin typeface="Lucida Console"/>
                <a:cs typeface="Lucida Console"/>
              </a:rPr>
              <a:t>)</a:t>
            </a:r>
            <a:endParaRPr sz="1100">
              <a:latin typeface="Lucida Console"/>
              <a:cs typeface="Lucida Console"/>
            </a:endParaRPr>
          </a:p>
        </p:txBody>
      </p:sp>
      <p:sp>
        <p:nvSpPr>
          <p:cNvPr id="38" name="object 38"/>
          <p:cNvSpPr/>
          <p:nvPr/>
        </p:nvSpPr>
        <p:spPr>
          <a:xfrm>
            <a:off x="5558028" y="5817108"/>
            <a:ext cx="859790" cy="165100"/>
          </a:xfrm>
          <a:custGeom>
            <a:avLst/>
            <a:gdLst/>
            <a:ahLst/>
            <a:cxnLst/>
            <a:rect l="l" t="t" r="r" b="b"/>
            <a:pathLst>
              <a:path w="859789" h="165100">
                <a:moveTo>
                  <a:pt x="859536" y="0"/>
                </a:moveTo>
                <a:lnTo>
                  <a:pt x="0" y="0"/>
                </a:lnTo>
                <a:lnTo>
                  <a:pt x="0" y="164592"/>
                </a:lnTo>
                <a:lnTo>
                  <a:pt x="859536" y="164592"/>
                </a:lnTo>
                <a:lnTo>
                  <a:pt x="859536" y="0"/>
                </a:lnTo>
                <a:close/>
              </a:path>
            </a:pathLst>
          </a:custGeom>
          <a:solidFill>
            <a:srgbClr val="FFFFFF"/>
          </a:solidFill>
        </p:spPr>
        <p:txBody>
          <a:bodyPr wrap="square" lIns="0" tIns="0" rIns="0" bIns="0" rtlCol="0"/>
          <a:lstStyle/>
          <a:p>
            <a:endParaRPr/>
          </a:p>
        </p:txBody>
      </p:sp>
      <p:sp>
        <p:nvSpPr>
          <p:cNvPr id="39" name="object 39"/>
          <p:cNvSpPr txBox="1"/>
          <p:nvPr/>
        </p:nvSpPr>
        <p:spPr>
          <a:xfrm>
            <a:off x="5640070" y="5798007"/>
            <a:ext cx="699770" cy="193675"/>
          </a:xfrm>
          <a:prstGeom prst="rect">
            <a:avLst/>
          </a:prstGeom>
        </p:spPr>
        <p:txBody>
          <a:bodyPr vert="horz" wrap="square" lIns="0" tIns="12700" rIns="0" bIns="0" rtlCol="0">
            <a:spAutoFit/>
          </a:bodyPr>
          <a:lstStyle/>
          <a:p>
            <a:pPr marL="12700">
              <a:lnSpc>
                <a:spcPct val="100000"/>
              </a:lnSpc>
              <a:spcBef>
                <a:spcPts val="100"/>
              </a:spcBef>
            </a:pPr>
            <a:r>
              <a:rPr sz="1100" spc="-120" dirty="0">
                <a:latin typeface="Trebuchet MS"/>
                <a:cs typeface="Trebuchet MS"/>
              </a:rPr>
              <a:t>P(y=“real”</a:t>
            </a:r>
            <a:r>
              <a:rPr sz="1100" spc="-120" dirty="0">
                <a:latin typeface="Cambria Math"/>
                <a:cs typeface="Cambria Math"/>
              </a:rPr>
              <a:t>∣𝑥</a:t>
            </a:r>
            <a:r>
              <a:rPr sz="1100" spc="-120" dirty="0">
                <a:latin typeface="Lucida Console"/>
                <a:cs typeface="Lucida Console"/>
              </a:rPr>
              <a:t>)</a:t>
            </a:r>
            <a:endParaRPr sz="1100">
              <a:latin typeface="Lucida Console"/>
              <a:cs typeface="Lucida Console"/>
            </a:endParaRPr>
          </a:p>
        </p:txBody>
      </p:sp>
      <p:sp>
        <p:nvSpPr>
          <p:cNvPr id="40" name="object 40"/>
          <p:cNvSpPr txBox="1"/>
          <p:nvPr/>
        </p:nvSpPr>
        <p:spPr>
          <a:xfrm>
            <a:off x="6223761" y="5726074"/>
            <a:ext cx="125730"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Cambria Math"/>
                <a:cs typeface="Cambria Math"/>
              </a:rPr>
              <a:t>∼</a:t>
            </a:r>
            <a:endParaRPr sz="1100">
              <a:latin typeface="Cambria Math"/>
              <a:cs typeface="Cambria Math"/>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2951" cy="2997319"/>
          </a:xfrm>
          <a:prstGeom prst="rect">
            <a:avLst/>
          </a:prstGeom>
        </p:spPr>
      </p:pic>
      <p:sp>
        <p:nvSpPr>
          <p:cNvPr id="3" name="object 3"/>
          <p:cNvSpPr/>
          <p:nvPr/>
        </p:nvSpPr>
        <p:spPr>
          <a:xfrm>
            <a:off x="449580" y="6425184"/>
            <a:ext cx="9001125" cy="0"/>
          </a:xfrm>
          <a:custGeom>
            <a:avLst/>
            <a:gdLst/>
            <a:ahLst/>
            <a:cxnLst/>
            <a:rect l="l" t="t" r="r" b="b"/>
            <a:pathLst>
              <a:path w="9001125">
                <a:moveTo>
                  <a:pt x="0" y="0"/>
                </a:moveTo>
                <a:lnTo>
                  <a:pt x="9000744" y="0"/>
                </a:lnTo>
              </a:path>
            </a:pathLst>
          </a:custGeom>
          <a:ln w="6096">
            <a:solidFill>
              <a:srgbClr val="BEBEBE"/>
            </a:solidFill>
          </a:ln>
        </p:spPr>
        <p:txBody>
          <a:bodyPr wrap="square" lIns="0" tIns="0" rIns="0" bIns="0" rtlCol="0"/>
          <a:lstStyle/>
          <a:p>
            <a:endParaRPr/>
          </a:p>
        </p:txBody>
      </p:sp>
      <p:pic>
        <p:nvPicPr>
          <p:cNvPr id="4" name="object 4"/>
          <p:cNvPicPr/>
          <p:nvPr/>
        </p:nvPicPr>
        <p:blipFill>
          <a:blip r:embed="rId3" cstate="print"/>
          <a:stretch>
            <a:fillRect/>
          </a:stretch>
        </p:blipFill>
        <p:spPr>
          <a:xfrm>
            <a:off x="9331543" y="6524434"/>
            <a:ext cx="111922" cy="90487"/>
          </a:xfrm>
          <a:prstGeom prst="rect">
            <a:avLst/>
          </a:prstGeom>
        </p:spPr>
      </p:pic>
      <p:pic>
        <p:nvPicPr>
          <p:cNvPr id="5" name="object 5"/>
          <p:cNvPicPr/>
          <p:nvPr/>
        </p:nvPicPr>
        <p:blipFill>
          <a:blip r:embed="rId4" cstate="print"/>
          <a:stretch>
            <a:fillRect/>
          </a:stretch>
        </p:blipFill>
        <p:spPr>
          <a:xfrm>
            <a:off x="454151" y="6527292"/>
            <a:ext cx="1794510" cy="142494"/>
          </a:xfrm>
          <a:prstGeom prst="rect">
            <a:avLst/>
          </a:prstGeom>
        </p:spPr>
      </p:pic>
      <p:pic>
        <p:nvPicPr>
          <p:cNvPr id="6" name="object 6"/>
          <p:cNvPicPr/>
          <p:nvPr/>
        </p:nvPicPr>
        <p:blipFill>
          <a:blip r:embed="rId5" cstate="print"/>
          <a:stretch>
            <a:fillRect/>
          </a:stretch>
        </p:blipFill>
        <p:spPr>
          <a:xfrm>
            <a:off x="7147559" y="6521195"/>
            <a:ext cx="2045970" cy="118110"/>
          </a:xfrm>
          <a:prstGeom prst="rect">
            <a:avLst/>
          </a:prstGeom>
        </p:spPr>
      </p:pic>
      <p:pic>
        <p:nvPicPr>
          <p:cNvPr id="7" name="object 7"/>
          <p:cNvPicPr/>
          <p:nvPr/>
        </p:nvPicPr>
        <p:blipFill>
          <a:blip r:embed="rId6" cstate="print"/>
          <a:stretch>
            <a:fillRect/>
          </a:stretch>
        </p:blipFill>
        <p:spPr>
          <a:xfrm>
            <a:off x="1007363" y="2807207"/>
            <a:ext cx="700277" cy="195834"/>
          </a:xfrm>
          <a:prstGeom prst="rect">
            <a:avLst/>
          </a:prstGeom>
        </p:spPr>
      </p:pic>
      <p:pic>
        <p:nvPicPr>
          <p:cNvPr id="8" name="object 8"/>
          <p:cNvPicPr/>
          <p:nvPr/>
        </p:nvPicPr>
        <p:blipFill>
          <a:blip r:embed="rId7" cstate="print"/>
          <a:stretch>
            <a:fillRect/>
          </a:stretch>
        </p:blipFill>
        <p:spPr>
          <a:xfrm>
            <a:off x="1004316" y="3224771"/>
            <a:ext cx="7415022" cy="890790"/>
          </a:xfrm>
          <a:prstGeom prst="rect">
            <a:avLst/>
          </a:prstGeom>
        </p:spPr>
      </p:pic>
      <p:pic>
        <p:nvPicPr>
          <p:cNvPr id="9" name="object 9"/>
          <p:cNvPicPr/>
          <p:nvPr/>
        </p:nvPicPr>
        <p:blipFill>
          <a:blip r:embed="rId8" cstate="print"/>
          <a:stretch>
            <a:fillRect/>
          </a:stretch>
        </p:blipFill>
        <p:spPr>
          <a:xfrm>
            <a:off x="1243583" y="4447032"/>
            <a:ext cx="1162050" cy="182118"/>
          </a:xfrm>
          <a:prstGeom prst="rect">
            <a:avLst/>
          </a:prstGeom>
        </p:spPr>
      </p:pic>
      <p:sp>
        <p:nvSpPr>
          <p:cNvPr id="10" name="object 10"/>
          <p:cNvSpPr/>
          <p:nvPr/>
        </p:nvSpPr>
        <p:spPr>
          <a:xfrm>
            <a:off x="1051560" y="4396740"/>
            <a:ext cx="35560" cy="253365"/>
          </a:xfrm>
          <a:custGeom>
            <a:avLst/>
            <a:gdLst/>
            <a:ahLst/>
            <a:cxnLst/>
            <a:rect l="l" t="t" r="r" b="b"/>
            <a:pathLst>
              <a:path w="35559" h="253364">
                <a:moveTo>
                  <a:pt x="35052" y="0"/>
                </a:moveTo>
                <a:lnTo>
                  <a:pt x="0" y="0"/>
                </a:lnTo>
                <a:lnTo>
                  <a:pt x="0" y="252984"/>
                </a:lnTo>
                <a:lnTo>
                  <a:pt x="35052" y="252984"/>
                </a:lnTo>
                <a:lnTo>
                  <a:pt x="35052" y="0"/>
                </a:lnTo>
                <a:close/>
              </a:path>
            </a:pathLst>
          </a:custGeom>
          <a:solidFill>
            <a:srgbClr val="A6A6A6"/>
          </a:solidFill>
        </p:spPr>
        <p:txBody>
          <a:bodyPr wrap="square" lIns="0" tIns="0" rIns="0" bIns="0" rtlCol="0"/>
          <a:lstStyle/>
          <a:p>
            <a:endParaRPr/>
          </a:p>
        </p:txBody>
      </p:sp>
      <p:pic>
        <p:nvPicPr>
          <p:cNvPr id="11" name="object 11"/>
          <p:cNvPicPr/>
          <p:nvPr/>
        </p:nvPicPr>
        <p:blipFill>
          <a:blip r:embed="rId9" cstate="print"/>
          <a:stretch>
            <a:fillRect/>
          </a:stretch>
        </p:blipFill>
        <p:spPr>
          <a:xfrm>
            <a:off x="1243583" y="4895088"/>
            <a:ext cx="3858005" cy="203454"/>
          </a:xfrm>
          <a:prstGeom prst="rect">
            <a:avLst/>
          </a:prstGeom>
        </p:spPr>
      </p:pic>
      <p:sp>
        <p:nvSpPr>
          <p:cNvPr id="12" name="object 12"/>
          <p:cNvSpPr/>
          <p:nvPr/>
        </p:nvSpPr>
        <p:spPr>
          <a:xfrm>
            <a:off x="1051560" y="4844796"/>
            <a:ext cx="35560" cy="253365"/>
          </a:xfrm>
          <a:custGeom>
            <a:avLst/>
            <a:gdLst/>
            <a:ahLst/>
            <a:cxnLst/>
            <a:rect l="l" t="t" r="r" b="b"/>
            <a:pathLst>
              <a:path w="35559" h="253364">
                <a:moveTo>
                  <a:pt x="35052" y="0"/>
                </a:moveTo>
                <a:lnTo>
                  <a:pt x="0" y="0"/>
                </a:lnTo>
                <a:lnTo>
                  <a:pt x="0" y="252983"/>
                </a:lnTo>
                <a:lnTo>
                  <a:pt x="35052" y="252983"/>
                </a:lnTo>
                <a:lnTo>
                  <a:pt x="35052" y="0"/>
                </a:lnTo>
                <a:close/>
              </a:path>
            </a:pathLst>
          </a:custGeom>
          <a:solidFill>
            <a:srgbClr val="A6A6A6"/>
          </a:solidFill>
        </p:spPr>
        <p:txBody>
          <a:bodyPr wrap="square" lIns="0" tIns="0" rIns="0" bIns="0" rtlCol="0"/>
          <a:lstStyle/>
          <a:p>
            <a:endParaRPr/>
          </a:p>
        </p:txBody>
      </p:sp>
      <p:pic>
        <p:nvPicPr>
          <p:cNvPr id="13" name="object 13"/>
          <p:cNvPicPr/>
          <p:nvPr/>
        </p:nvPicPr>
        <p:blipFill>
          <a:blip r:embed="rId10" cstate="print"/>
          <a:stretch>
            <a:fillRect/>
          </a:stretch>
        </p:blipFill>
        <p:spPr>
          <a:xfrm>
            <a:off x="1243583" y="5356859"/>
            <a:ext cx="4001262" cy="168402"/>
          </a:xfrm>
          <a:prstGeom prst="rect">
            <a:avLst/>
          </a:prstGeom>
        </p:spPr>
      </p:pic>
      <p:sp>
        <p:nvSpPr>
          <p:cNvPr id="14" name="object 14"/>
          <p:cNvSpPr/>
          <p:nvPr/>
        </p:nvSpPr>
        <p:spPr>
          <a:xfrm>
            <a:off x="1051560" y="5294376"/>
            <a:ext cx="35560" cy="253365"/>
          </a:xfrm>
          <a:custGeom>
            <a:avLst/>
            <a:gdLst/>
            <a:ahLst/>
            <a:cxnLst/>
            <a:rect l="l" t="t" r="r" b="b"/>
            <a:pathLst>
              <a:path w="35559" h="253364">
                <a:moveTo>
                  <a:pt x="35052" y="0"/>
                </a:moveTo>
                <a:lnTo>
                  <a:pt x="0" y="0"/>
                </a:lnTo>
                <a:lnTo>
                  <a:pt x="0" y="252984"/>
                </a:lnTo>
                <a:lnTo>
                  <a:pt x="35052" y="252984"/>
                </a:lnTo>
                <a:lnTo>
                  <a:pt x="35052" y="0"/>
                </a:lnTo>
                <a:close/>
              </a:path>
            </a:pathLst>
          </a:custGeom>
          <a:solidFill>
            <a:srgbClr val="13299F"/>
          </a:solidFill>
        </p:spPr>
        <p:txBody>
          <a:bodyPr wrap="square" lIns="0" tIns="0" rIns="0" bIns="0" rtlCol="0"/>
          <a:lstStyle/>
          <a:p>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7639" y="6524434"/>
            <a:ext cx="11192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321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pic>
        <p:nvPicPr>
          <p:cNvPr id="7" name="object 7"/>
          <p:cNvPicPr/>
          <p:nvPr/>
        </p:nvPicPr>
        <p:blipFill>
          <a:blip r:embed="rId5" cstate="print"/>
          <a:stretch>
            <a:fillRect/>
          </a:stretch>
        </p:blipFill>
        <p:spPr>
          <a:xfrm>
            <a:off x="460248" y="1443177"/>
            <a:ext cx="4973574" cy="279704"/>
          </a:xfrm>
          <a:prstGeom prst="rect">
            <a:avLst/>
          </a:prstGeom>
        </p:spPr>
      </p:pic>
      <p:sp>
        <p:nvSpPr>
          <p:cNvPr id="8" name="object 8"/>
          <p:cNvSpPr/>
          <p:nvPr/>
        </p:nvSpPr>
        <p:spPr>
          <a:xfrm>
            <a:off x="559308" y="1914144"/>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1708" y="1937004"/>
            <a:ext cx="1963674" cy="176022"/>
          </a:xfrm>
          <a:prstGeom prst="rect">
            <a:avLst/>
          </a:prstGeom>
        </p:spPr>
      </p:pic>
      <p:pic>
        <p:nvPicPr>
          <p:cNvPr id="10" name="object 10"/>
          <p:cNvPicPr/>
          <p:nvPr/>
        </p:nvPicPr>
        <p:blipFill>
          <a:blip r:embed="rId7" cstate="print"/>
          <a:stretch>
            <a:fillRect/>
          </a:stretch>
        </p:blipFill>
        <p:spPr>
          <a:xfrm>
            <a:off x="710183" y="2350007"/>
            <a:ext cx="7640574" cy="2558034"/>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1482" y="6524434"/>
            <a:ext cx="110459"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321" y="459181"/>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pic>
        <p:nvPicPr>
          <p:cNvPr id="7" name="object 7"/>
          <p:cNvPicPr/>
          <p:nvPr/>
        </p:nvPicPr>
        <p:blipFill>
          <a:blip r:embed="rId5" cstate="print"/>
          <a:stretch>
            <a:fillRect/>
          </a:stretch>
        </p:blipFill>
        <p:spPr>
          <a:xfrm>
            <a:off x="557216" y="1797323"/>
            <a:ext cx="4220253" cy="2910469"/>
          </a:xfrm>
          <a:prstGeom prst="rect">
            <a:avLst/>
          </a:prstGeom>
        </p:spPr>
      </p:pic>
      <p:sp>
        <p:nvSpPr>
          <p:cNvPr id="8" name="object 8"/>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1708" y="1463039"/>
            <a:ext cx="1963674" cy="176022"/>
          </a:xfrm>
          <a:prstGeom prst="rect">
            <a:avLst/>
          </a:prstGeom>
        </p:spPr>
      </p:pic>
      <p:pic>
        <p:nvPicPr>
          <p:cNvPr id="10" name="object 10"/>
          <p:cNvPicPr/>
          <p:nvPr/>
        </p:nvPicPr>
        <p:blipFill>
          <a:blip r:embed="rId7" cstate="print"/>
          <a:stretch>
            <a:fillRect/>
          </a:stretch>
        </p:blipFill>
        <p:spPr>
          <a:xfrm>
            <a:off x="4945379" y="1871472"/>
            <a:ext cx="4080510" cy="1436369"/>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1543" y="6524434"/>
            <a:ext cx="11192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3039"/>
            <a:ext cx="2006346" cy="176022"/>
          </a:xfrm>
          <a:prstGeom prst="rect">
            <a:avLst/>
          </a:prstGeom>
        </p:spPr>
      </p:pic>
      <p:pic>
        <p:nvPicPr>
          <p:cNvPr id="9" name="object 9"/>
          <p:cNvPicPr/>
          <p:nvPr/>
        </p:nvPicPr>
        <p:blipFill>
          <a:blip r:embed="rId6" cstate="print"/>
          <a:stretch>
            <a:fillRect/>
          </a:stretch>
        </p:blipFill>
        <p:spPr>
          <a:xfrm>
            <a:off x="710183" y="1767839"/>
            <a:ext cx="3710178" cy="162305"/>
          </a:xfrm>
          <a:prstGeom prst="rect">
            <a:avLst/>
          </a:prstGeom>
        </p:spPr>
      </p:pic>
      <p:grpSp>
        <p:nvGrpSpPr>
          <p:cNvPr id="10" name="object 10"/>
          <p:cNvGrpSpPr/>
          <p:nvPr/>
        </p:nvGrpSpPr>
        <p:grpSpPr>
          <a:xfrm>
            <a:off x="2781300" y="2336292"/>
            <a:ext cx="4156075" cy="3470275"/>
            <a:chOff x="2781300" y="2336292"/>
            <a:chExt cx="4156075" cy="3470275"/>
          </a:xfrm>
        </p:grpSpPr>
        <p:pic>
          <p:nvPicPr>
            <p:cNvPr id="11" name="object 11"/>
            <p:cNvPicPr/>
            <p:nvPr/>
          </p:nvPicPr>
          <p:blipFill>
            <a:blip r:embed="rId7" cstate="print"/>
            <a:stretch>
              <a:fillRect/>
            </a:stretch>
          </p:blipFill>
          <p:spPr>
            <a:xfrm>
              <a:off x="2790444" y="2401450"/>
              <a:ext cx="4137659" cy="3395846"/>
            </a:xfrm>
            <a:prstGeom prst="rect">
              <a:avLst/>
            </a:prstGeom>
          </p:spPr>
        </p:pic>
        <p:sp>
          <p:nvSpPr>
            <p:cNvPr id="12" name="object 12"/>
            <p:cNvSpPr/>
            <p:nvPr/>
          </p:nvSpPr>
          <p:spPr>
            <a:xfrm>
              <a:off x="2785872" y="2340864"/>
              <a:ext cx="4147185" cy="3461385"/>
            </a:xfrm>
            <a:custGeom>
              <a:avLst/>
              <a:gdLst/>
              <a:ahLst/>
              <a:cxnLst/>
              <a:rect l="l" t="t" r="r" b="b"/>
              <a:pathLst>
                <a:path w="4147184" h="3461385">
                  <a:moveTo>
                    <a:pt x="0" y="3461004"/>
                  </a:moveTo>
                  <a:lnTo>
                    <a:pt x="4146804" y="3461004"/>
                  </a:lnTo>
                  <a:lnTo>
                    <a:pt x="4146804" y="0"/>
                  </a:lnTo>
                  <a:lnTo>
                    <a:pt x="0" y="0"/>
                  </a:lnTo>
                  <a:lnTo>
                    <a:pt x="0" y="3461004"/>
                  </a:lnTo>
                  <a:close/>
                </a:path>
              </a:pathLst>
            </a:custGeom>
            <a:ln w="9144">
              <a:solidFill>
                <a:srgbClr val="D9D9D9"/>
              </a:solidFill>
            </a:ln>
          </p:spPr>
          <p:txBody>
            <a:bodyPr wrap="square" lIns="0" tIns="0" rIns="0" bIns="0" rtlCol="0"/>
            <a:lstStyle/>
            <a:p>
              <a:endParaRPr/>
            </a:p>
          </p:txBody>
        </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42278" y="6524434"/>
            <a:ext cx="108806"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321"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grpSp>
        <p:nvGrpSpPr>
          <p:cNvPr id="7" name="object 7"/>
          <p:cNvGrpSpPr/>
          <p:nvPr/>
        </p:nvGrpSpPr>
        <p:grpSpPr>
          <a:xfrm>
            <a:off x="2566416" y="2287523"/>
            <a:ext cx="4297680" cy="3670300"/>
            <a:chOff x="2566416" y="2287523"/>
            <a:chExt cx="4297680" cy="3670300"/>
          </a:xfrm>
        </p:grpSpPr>
        <p:pic>
          <p:nvPicPr>
            <p:cNvPr id="8" name="object 8"/>
            <p:cNvPicPr/>
            <p:nvPr/>
          </p:nvPicPr>
          <p:blipFill>
            <a:blip r:embed="rId5" cstate="print"/>
            <a:stretch>
              <a:fillRect/>
            </a:stretch>
          </p:blipFill>
          <p:spPr>
            <a:xfrm>
              <a:off x="2575560" y="2296667"/>
              <a:ext cx="4279392" cy="3651504"/>
            </a:xfrm>
            <a:prstGeom prst="rect">
              <a:avLst/>
            </a:prstGeom>
          </p:spPr>
        </p:pic>
        <p:sp>
          <p:nvSpPr>
            <p:cNvPr id="9" name="object 9"/>
            <p:cNvSpPr/>
            <p:nvPr/>
          </p:nvSpPr>
          <p:spPr>
            <a:xfrm>
              <a:off x="2570988" y="2292095"/>
              <a:ext cx="4288790" cy="3660775"/>
            </a:xfrm>
            <a:custGeom>
              <a:avLst/>
              <a:gdLst/>
              <a:ahLst/>
              <a:cxnLst/>
              <a:rect l="l" t="t" r="r" b="b"/>
              <a:pathLst>
                <a:path w="4288790" h="3660775">
                  <a:moveTo>
                    <a:pt x="0" y="3660648"/>
                  </a:moveTo>
                  <a:lnTo>
                    <a:pt x="4288536" y="3660648"/>
                  </a:lnTo>
                  <a:lnTo>
                    <a:pt x="4288536" y="0"/>
                  </a:lnTo>
                  <a:lnTo>
                    <a:pt x="0" y="0"/>
                  </a:lnTo>
                  <a:lnTo>
                    <a:pt x="0" y="3660648"/>
                  </a:lnTo>
                  <a:close/>
                </a:path>
              </a:pathLst>
            </a:custGeom>
            <a:ln w="9144">
              <a:solidFill>
                <a:srgbClr val="D9D9D9"/>
              </a:solidFill>
            </a:ln>
          </p:spPr>
          <p:txBody>
            <a:bodyPr wrap="square" lIns="0" tIns="0" rIns="0" bIns="0" rtlCol="0"/>
            <a:lstStyle/>
            <a:p>
              <a:endParaRPr/>
            </a:p>
          </p:txBody>
        </p:sp>
      </p:grpSp>
      <p:pic>
        <p:nvPicPr>
          <p:cNvPr id="10" name="object 10"/>
          <p:cNvPicPr/>
          <p:nvPr/>
        </p:nvPicPr>
        <p:blipFill>
          <a:blip r:embed="rId6" cstate="print"/>
          <a:stretch>
            <a:fillRect/>
          </a:stretch>
        </p:blipFill>
        <p:spPr>
          <a:xfrm>
            <a:off x="710183" y="1767839"/>
            <a:ext cx="5121402" cy="162305"/>
          </a:xfrm>
          <a:prstGeom prst="rect">
            <a:avLst/>
          </a:prstGeom>
        </p:spPr>
      </p:pic>
      <p:sp>
        <p:nvSpPr>
          <p:cNvPr id="11" name="object 11"/>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2" name="object 12"/>
          <p:cNvPicPr/>
          <p:nvPr/>
        </p:nvPicPr>
        <p:blipFill>
          <a:blip r:embed="rId7" cstate="print"/>
          <a:stretch>
            <a:fillRect/>
          </a:stretch>
        </p:blipFill>
        <p:spPr>
          <a:xfrm>
            <a:off x="719327" y="1463039"/>
            <a:ext cx="2006346" cy="176022"/>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1543" y="6524434"/>
            <a:ext cx="11192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dirty="0"/>
              <a:t>3.3.</a:t>
            </a:r>
            <a:r>
              <a:rPr spc="-15" dirty="0"/>
              <a:t> </a:t>
            </a:r>
            <a:r>
              <a:rPr spc="-5" dirty="0"/>
              <a:t>Generative</a:t>
            </a:r>
            <a:r>
              <a:rPr spc="-10" dirty="0"/>
              <a:t> </a:t>
            </a:r>
            <a:r>
              <a:rPr spc="-5" dirty="0"/>
              <a:t>Adversarial</a:t>
            </a:r>
            <a:r>
              <a:rPr spc="-15" dirty="0"/>
              <a:t> </a:t>
            </a:r>
            <a:r>
              <a:rPr spc="-5" dirty="0"/>
              <a:t>Networks</a:t>
            </a:r>
            <a:r>
              <a:rPr dirty="0"/>
              <a:t> </a:t>
            </a:r>
            <a:r>
              <a:rPr spc="-5" dirty="0"/>
              <a:t>Exercise</a:t>
            </a:r>
          </a:p>
        </p:txBody>
      </p:sp>
      <p:sp>
        <p:nvSpPr>
          <p:cNvPr id="6" name="object 6"/>
          <p:cNvSpPr txBox="1"/>
          <p:nvPr/>
        </p:nvSpPr>
        <p:spPr>
          <a:xfrm>
            <a:off x="867283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1708" y="1463039"/>
            <a:ext cx="1963674" cy="176022"/>
          </a:xfrm>
          <a:prstGeom prst="rect">
            <a:avLst/>
          </a:prstGeom>
        </p:spPr>
      </p:pic>
      <p:pic>
        <p:nvPicPr>
          <p:cNvPr id="9" name="object 9"/>
          <p:cNvPicPr/>
          <p:nvPr/>
        </p:nvPicPr>
        <p:blipFill>
          <a:blip r:embed="rId6" cstate="print"/>
          <a:stretch>
            <a:fillRect/>
          </a:stretch>
        </p:blipFill>
        <p:spPr>
          <a:xfrm>
            <a:off x="710183" y="1805939"/>
            <a:ext cx="4856226" cy="162305"/>
          </a:xfrm>
          <a:prstGeom prst="rect">
            <a:avLst/>
          </a:prstGeom>
        </p:spPr>
      </p:pic>
      <p:grpSp>
        <p:nvGrpSpPr>
          <p:cNvPr id="10" name="object 10"/>
          <p:cNvGrpSpPr/>
          <p:nvPr/>
        </p:nvGrpSpPr>
        <p:grpSpPr>
          <a:xfrm>
            <a:off x="1560575" y="2279904"/>
            <a:ext cx="6951345" cy="3961129"/>
            <a:chOff x="1560575" y="2279904"/>
            <a:chExt cx="6951345" cy="3961129"/>
          </a:xfrm>
        </p:grpSpPr>
        <p:pic>
          <p:nvPicPr>
            <p:cNvPr id="11" name="object 11"/>
            <p:cNvPicPr/>
            <p:nvPr/>
          </p:nvPicPr>
          <p:blipFill>
            <a:blip r:embed="rId7" cstate="print"/>
            <a:stretch>
              <a:fillRect/>
            </a:stretch>
          </p:blipFill>
          <p:spPr>
            <a:xfrm>
              <a:off x="1560575" y="2347786"/>
              <a:ext cx="6950964" cy="3892993"/>
            </a:xfrm>
            <a:prstGeom prst="rect">
              <a:avLst/>
            </a:prstGeom>
          </p:spPr>
        </p:pic>
        <p:sp>
          <p:nvSpPr>
            <p:cNvPr id="12" name="object 12"/>
            <p:cNvSpPr/>
            <p:nvPr/>
          </p:nvSpPr>
          <p:spPr>
            <a:xfrm>
              <a:off x="2409443" y="2279904"/>
              <a:ext cx="3526790" cy="262255"/>
            </a:xfrm>
            <a:custGeom>
              <a:avLst/>
              <a:gdLst/>
              <a:ahLst/>
              <a:cxnLst/>
              <a:rect l="l" t="t" r="r" b="b"/>
              <a:pathLst>
                <a:path w="3526790" h="262255">
                  <a:moveTo>
                    <a:pt x="3526535" y="0"/>
                  </a:moveTo>
                  <a:lnTo>
                    <a:pt x="0" y="0"/>
                  </a:lnTo>
                  <a:lnTo>
                    <a:pt x="0" y="262127"/>
                  </a:lnTo>
                  <a:lnTo>
                    <a:pt x="3526535" y="262127"/>
                  </a:lnTo>
                  <a:lnTo>
                    <a:pt x="3526535" y="0"/>
                  </a:lnTo>
                  <a:close/>
                </a:path>
              </a:pathLst>
            </a:custGeom>
            <a:solidFill>
              <a:srgbClr val="FFFFFF"/>
            </a:solidFill>
          </p:spPr>
          <p:txBody>
            <a:bodyPr wrap="square" lIns="0" tIns="0" rIns="0" bIns="0" rtlCol="0"/>
            <a:lstStyle/>
            <a:p>
              <a:endParaRPr/>
            </a:p>
          </p:txBody>
        </p:sp>
      </p:grpSp>
      <p:sp>
        <p:nvSpPr>
          <p:cNvPr id="13" name="object 13"/>
          <p:cNvSpPr txBox="1"/>
          <p:nvPr/>
        </p:nvSpPr>
        <p:spPr>
          <a:xfrm>
            <a:off x="3013329" y="2289429"/>
            <a:ext cx="2319655" cy="239395"/>
          </a:xfrm>
          <a:prstGeom prst="rect">
            <a:avLst/>
          </a:prstGeom>
        </p:spPr>
        <p:txBody>
          <a:bodyPr vert="horz" wrap="square" lIns="0" tIns="13335" rIns="0" bIns="0" rtlCol="0">
            <a:spAutoFit/>
          </a:bodyPr>
          <a:lstStyle/>
          <a:p>
            <a:pPr marL="12700">
              <a:lnSpc>
                <a:spcPct val="100000"/>
              </a:lnSpc>
              <a:spcBef>
                <a:spcPts val="105"/>
              </a:spcBef>
            </a:pPr>
            <a:r>
              <a:rPr sz="1400" spc="-204" dirty="0">
                <a:latin typeface="Trebuchet MS"/>
                <a:cs typeface="Trebuchet MS"/>
              </a:rPr>
              <a:t>Tr</a:t>
            </a:r>
            <a:r>
              <a:rPr sz="1400" spc="-210" dirty="0">
                <a:latin typeface="Trebuchet MS"/>
                <a:cs typeface="Trebuchet MS"/>
              </a:rPr>
              <a:t>a</a:t>
            </a:r>
            <a:r>
              <a:rPr sz="1400" spc="-165" dirty="0">
                <a:latin typeface="Trebuchet MS"/>
                <a:cs typeface="Trebuchet MS"/>
              </a:rPr>
              <a:t>i</a:t>
            </a:r>
            <a:r>
              <a:rPr sz="1400" spc="-229" dirty="0">
                <a:latin typeface="Trebuchet MS"/>
                <a:cs typeface="Trebuchet MS"/>
              </a:rPr>
              <a:t>n</a:t>
            </a:r>
            <a:r>
              <a:rPr sz="1400" spc="-165" dirty="0">
                <a:latin typeface="Trebuchet MS"/>
                <a:cs typeface="Trebuchet MS"/>
              </a:rPr>
              <a:t>i</a:t>
            </a:r>
            <a:r>
              <a:rPr sz="1400" spc="-229" dirty="0">
                <a:latin typeface="Trebuchet MS"/>
                <a:cs typeface="Trebuchet MS"/>
              </a:rPr>
              <a:t>n</a:t>
            </a:r>
            <a:r>
              <a:rPr sz="1400" spc="-175" dirty="0">
                <a:latin typeface="Trebuchet MS"/>
                <a:cs typeface="Trebuchet MS"/>
              </a:rPr>
              <a:t>g</a:t>
            </a:r>
            <a:r>
              <a:rPr sz="1400" spc="-185" dirty="0">
                <a:latin typeface="Trebuchet MS"/>
                <a:cs typeface="Trebuchet MS"/>
              </a:rPr>
              <a:t> </a:t>
            </a:r>
            <a:r>
              <a:rPr sz="1400" spc="-330" dirty="0">
                <a:latin typeface="Trebuchet MS"/>
                <a:cs typeface="Trebuchet MS"/>
              </a:rPr>
              <a:t>G</a:t>
            </a:r>
            <a:r>
              <a:rPr sz="1400" spc="-265" dirty="0">
                <a:latin typeface="Trebuchet MS"/>
                <a:cs typeface="Trebuchet MS"/>
              </a:rPr>
              <a:t>A</a:t>
            </a:r>
            <a:r>
              <a:rPr sz="1400" spc="-280" dirty="0">
                <a:latin typeface="Trebuchet MS"/>
                <a:cs typeface="Trebuchet MS"/>
              </a:rPr>
              <a:t>N</a:t>
            </a:r>
            <a:r>
              <a:rPr sz="1400" spc="-175" dirty="0">
                <a:latin typeface="Trebuchet MS"/>
                <a:cs typeface="Trebuchet MS"/>
              </a:rPr>
              <a:t> </a:t>
            </a:r>
            <a:r>
              <a:rPr sz="1400" spc="-330" dirty="0">
                <a:latin typeface="Trebuchet MS"/>
                <a:cs typeface="Trebuchet MS"/>
              </a:rPr>
              <a:t>m</a:t>
            </a:r>
            <a:r>
              <a:rPr sz="1400" spc="-235" dirty="0">
                <a:latin typeface="Trebuchet MS"/>
                <a:cs typeface="Trebuchet MS"/>
              </a:rPr>
              <a:t>o</a:t>
            </a:r>
            <a:r>
              <a:rPr sz="1400" spc="-250" dirty="0">
                <a:latin typeface="Trebuchet MS"/>
                <a:cs typeface="Trebuchet MS"/>
              </a:rPr>
              <a:t>de</a:t>
            </a:r>
            <a:r>
              <a:rPr sz="1400" spc="-165" dirty="0">
                <a:latin typeface="Trebuchet MS"/>
                <a:cs typeface="Trebuchet MS"/>
              </a:rPr>
              <a:t>l</a:t>
            </a:r>
            <a:r>
              <a:rPr sz="1400" spc="-185" dirty="0">
                <a:latin typeface="Trebuchet MS"/>
                <a:cs typeface="Trebuchet MS"/>
              </a:rPr>
              <a:t> </a:t>
            </a:r>
            <a:r>
              <a:rPr sz="1400" spc="-165" dirty="0">
                <a:latin typeface="Trebuchet MS"/>
                <a:cs typeface="Trebuchet MS"/>
              </a:rPr>
              <a:t>i</a:t>
            </a:r>
            <a:r>
              <a:rPr sz="1400" spc="-235" dirty="0">
                <a:latin typeface="Trebuchet MS"/>
                <a:cs typeface="Trebuchet MS"/>
              </a:rPr>
              <a:t>n</a:t>
            </a:r>
            <a:r>
              <a:rPr sz="1400" spc="-140" dirty="0">
                <a:latin typeface="Trebuchet MS"/>
                <a:cs typeface="Trebuchet MS"/>
              </a:rPr>
              <a:t> </a:t>
            </a:r>
            <a:r>
              <a:rPr sz="1400" spc="-320" dirty="0">
                <a:latin typeface="Trebuchet MS"/>
                <a:cs typeface="Trebuchet MS"/>
              </a:rPr>
              <a:t>G</a:t>
            </a:r>
            <a:r>
              <a:rPr sz="1400" spc="-250" dirty="0">
                <a:latin typeface="Trebuchet MS"/>
                <a:cs typeface="Trebuchet MS"/>
              </a:rPr>
              <a:t>o</a:t>
            </a:r>
            <a:r>
              <a:rPr sz="1400" spc="-215" dirty="0">
                <a:latin typeface="Trebuchet MS"/>
                <a:cs typeface="Trebuchet MS"/>
              </a:rPr>
              <a:t>og</a:t>
            </a:r>
            <a:r>
              <a:rPr sz="1400" spc="-140" dirty="0">
                <a:latin typeface="Trebuchet MS"/>
                <a:cs typeface="Trebuchet MS"/>
              </a:rPr>
              <a:t>l</a:t>
            </a:r>
            <a:r>
              <a:rPr sz="1400" spc="-240" dirty="0">
                <a:latin typeface="Trebuchet MS"/>
                <a:cs typeface="Trebuchet MS"/>
              </a:rPr>
              <a:t>e</a:t>
            </a:r>
            <a:r>
              <a:rPr sz="1400" spc="-155" dirty="0">
                <a:latin typeface="Trebuchet MS"/>
                <a:cs typeface="Trebuchet MS"/>
              </a:rPr>
              <a:t> </a:t>
            </a:r>
            <a:r>
              <a:rPr sz="1400" spc="-245" dirty="0">
                <a:latin typeface="Trebuchet MS"/>
                <a:cs typeface="Trebuchet MS"/>
              </a:rPr>
              <a:t>C</a:t>
            </a:r>
            <a:r>
              <a:rPr sz="1400" spc="-210" dirty="0">
                <a:latin typeface="Trebuchet MS"/>
                <a:cs typeface="Trebuchet MS"/>
              </a:rPr>
              <a:t>o</a:t>
            </a:r>
            <a:r>
              <a:rPr sz="1400" spc="-180" dirty="0">
                <a:latin typeface="Trebuchet MS"/>
                <a:cs typeface="Trebuchet MS"/>
              </a:rPr>
              <a:t>l</a:t>
            </a:r>
            <a:r>
              <a:rPr sz="1400" spc="-200" dirty="0">
                <a:latin typeface="Trebuchet MS"/>
                <a:cs typeface="Trebuchet MS"/>
              </a:rPr>
              <a:t>a</a:t>
            </a:r>
            <a:r>
              <a:rPr sz="1400" spc="-245" dirty="0">
                <a:latin typeface="Trebuchet MS"/>
                <a:cs typeface="Trebuchet MS"/>
              </a:rPr>
              <a:t>b</a:t>
            </a:r>
            <a:r>
              <a:rPr sz="1400" spc="-305" dirty="0">
                <a:latin typeface="Trebuchet MS"/>
                <a:cs typeface="Trebuchet MS"/>
              </a:rPr>
              <a:t>.</a:t>
            </a:r>
            <a:r>
              <a:rPr sz="1400" spc="-165" dirty="0">
                <a:latin typeface="Trebuchet MS"/>
                <a:cs typeface="Trebuchet MS"/>
              </a:rPr>
              <a:t>i</a:t>
            </a:r>
            <a:r>
              <a:rPr sz="1400" spc="-250" dirty="0">
                <a:latin typeface="Trebuchet MS"/>
                <a:cs typeface="Trebuchet MS"/>
              </a:rPr>
              <a:t>p</a:t>
            </a:r>
            <a:r>
              <a:rPr sz="1400" spc="-215" dirty="0">
                <a:latin typeface="Trebuchet MS"/>
                <a:cs typeface="Trebuchet MS"/>
              </a:rPr>
              <a:t>y</a:t>
            </a:r>
            <a:r>
              <a:rPr sz="1400" spc="-229" dirty="0">
                <a:latin typeface="Trebuchet MS"/>
                <a:cs typeface="Trebuchet MS"/>
              </a:rPr>
              <a:t>n</a:t>
            </a:r>
            <a:r>
              <a:rPr sz="1400" spc="-250" dirty="0">
                <a:latin typeface="Trebuchet MS"/>
                <a:cs typeface="Trebuchet MS"/>
              </a:rPr>
              <a:t>b</a:t>
            </a:r>
            <a:endParaRPr sz="1400">
              <a:latin typeface="Trebuchet MS"/>
              <a:cs typeface="Trebuchet MS"/>
            </a:endParaRPr>
          </a:p>
        </p:txBody>
      </p:sp>
      <p:sp>
        <p:nvSpPr>
          <p:cNvPr id="14" name="object 14"/>
          <p:cNvSpPr txBox="1"/>
          <p:nvPr/>
        </p:nvSpPr>
        <p:spPr>
          <a:xfrm>
            <a:off x="2897123" y="4067555"/>
            <a:ext cx="4333240" cy="193675"/>
          </a:xfrm>
          <a:prstGeom prst="rect">
            <a:avLst/>
          </a:prstGeom>
          <a:solidFill>
            <a:srgbClr val="F7F7F7"/>
          </a:solidFill>
        </p:spPr>
        <p:txBody>
          <a:bodyPr vert="horz" wrap="square" lIns="0" tIns="16510" rIns="0" bIns="0" rtlCol="0">
            <a:spAutoFit/>
          </a:bodyPr>
          <a:lstStyle/>
          <a:p>
            <a:pPr>
              <a:lnSpc>
                <a:spcPct val="100000"/>
              </a:lnSpc>
              <a:spcBef>
                <a:spcPts val="130"/>
              </a:spcBef>
            </a:pPr>
            <a:r>
              <a:rPr sz="1000" spc="-30" dirty="0">
                <a:latin typeface="Trebuchet MS"/>
                <a:cs typeface="Trebuchet MS"/>
              </a:rPr>
              <a:t>(</a:t>
            </a:r>
            <a:r>
              <a:rPr sz="1000" spc="-30" dirty="0">
                <a:solidFill>
                  <a:srgbClr val="A11515"/>
                </a:solidFill>
                <a:latin typeface="Trebuchet MS"/>
                <a:cs typeface="Trebuchet MS"/>
              </a:rPr>
              <a:t>"</a:t>
            </a:r>
            <a:r>
              <a:rPr sz="1000" spc="-30" dirty="0">
                <a:solidFill>
                  <a:srgbClr val="A11515"/>
                </a:solidFill>
                <a:latin typeface="Lucida Console"/>
                <a:cs typeface="Lucida Console"/>
              </a:rPr>
              <a:t>GPU</a:t>
            </a:r>
            <a:r>
              <a:rPr sz="1000" spc="25" dirty="0">
                <a:solidFill>
                  <a:srgbClr val="A11515"/>
                </a:solidFill>
                <a:latin typeface="Lucida Console"/>
                <a:cs typeface="Lucida Console"/>
              </a:rPr>
              <a:t> </a:t>
            </a:r>
            <a:r>
              <a:rPr sz="1000" spc="-5" dirty="0">
                <a:solidFill>
                  <a:srgbClr val="A11515"/>
                </a:solidFill>
                <a:latin typeface="Lucida Console"/>
                <a:cs typeface="Lucida Console"/>
              </a:rPr>
              <a:t>compatibility:</a:t>
            </a:r>
            <a:r>
              <a:rPr sz="1000" spc="-395" dirty="0">
                <a:solidFill>
                  <a:srgbClr val="A11515"/>
                </a:solidFill>
                <a:latin typeface="Lucida Console"/>
                <a:cs typeface="Lucida Console"/>
              </a:rPr>
              <a:t> </a:t>
            </a:r>
            <a:r>
              <a:rPr sz="1000" spc="-120" dirty="0">
                <a:solidFill>
                  <a:srgbClr val="A11515"/>
                </a:solidFill>
                <a:latin typeface="Trebuchet MS"/>
                <a:cs typeface="Trebuchet MS"/>
              </a:rPr>
              <a:t>"</a:t>
            </a:r>
            <a:r>
              <a:rPr sz="1000" spc="-120" dirty="0">
                <a:latin typeface="Trebuchet MS"/>
                <a:cs typeface="Trebuchet MS"/>
              </a:rPr>
              <a:t>,</a:t>
            </a:r>
            <a:r>
              <a:rPr sz="1000" spc="-85" dirty="0">
                <a:latin typeface="Trebuchet MS"/>
                <a:cs typeface="Trebuchet MS"/>
              </a:rPr>
              <a:t> </a:t>
            </a:r>
            <a:r>
              <a:rPr sz="1000" spc="-125" dirty="0">
                <a:solidFill>
                  <a:srgbClr val="968357"/>
                </a:solidFill>
                <a:latin typeface="Trebuchet MS"/>
                <a:cs typeface="Trebuchet MS"/>
              </a:rPr>
              <a:t>len</a:t>
            </a:r>
            <a:r>
              <a:rPr sz="1000" spc="-125" dirty="0">
                <a:latin typeface="Trebuchet MS"/>
                <a:cs typeface="Trebuchet MS"/>
              </a:rPr>
              <a:t>(tf.config.list_physical_devices('</a:t>
            </a:r>
            <a:r>
              <a:rPr sz="1000" spc="-125" dirty="0">
                <a:solidFill>
                  <a:srgbClr val="A11515"/>
                </a:solidFill>
                <a:latin typeface="Lucida Console"/>
                <a:cs typeface="Lucida Console"/>
              </a:rPr>
              <a:t>GPU</a:t>
            </a:r>
            <a:r>
              <a:rPr sz="1000" spc="-125" dirty="0">
                <a:latin typeface="Trebuchet MS"/>
                <a:cs typeface="Trebuchet MS"/>
              </a:rPr>
              <a:t>'))</a:t>
            </a:r>
            <a:r>
              <a:rPr sz="1000" spc="-60" dirty="0">
                <a:latin typeface="Trebuchet MS"/>
                <a:cs typeface="Trebuchet MS"/>
              </a:rPr>
              <a:t> </a:t>
            </a:r>
            <a:r>
              <a:rPr sz="1000" spc="-185" dirty="0">
                <a:latin typeface="Trebuchet MS"/>
                <a:cs typeface="Trebuchet MS"/>
              </a:rPr>
              <a:t>&gt;</a:t>
            </a:r>
            <a:r>
              <a:rPr sz="1000" spc="-90" dirty="0">
                <a:latin typeface="Trebuchet MS"/>
                <a:cs typeface="Trebuchet MS"/>
              </a:rPr>
              <a:t> </a:t>
            </a:r>
            <a:r>
              <a:rPr sz="1000" spc="-105" dirty="0">
                <a:solidFill>
                  <a:srgbClr val="00AF50"/>
                </a:solidFill>
                <a:latin typeface="Trebuchet MS"/>
                <a:cs typeface="Trebuchet MS"/>
              </a:rPr>
              <a:t>0</a:t>
            </a:r>
            <a:r>
              <a:rPr sz="1000" spc="-105" dirty="0">
                <a:latin typeface="Trebuchet MS"/>
                <a:cs typeface="Trebuchet MS"/>
              </a:rPr>
              <a:t>)</a:t>
            </a:r>
            <a:endParaRPr sz="1000">
              <a:latin typeface="Trebuchet MS"/>
              <a:cs typeface="Trebuchet MS"/>
            </a:endParaRPr>
          </a:p>
        </p:txBody>
      </p:sp>
      <p:sp>
        <p:nvSpPr>
          <p:cNvPr id="15" name="object 15"/>
          <p:cNvSpPr txBox="1"/>
          <p:nvPr/>
        </p:nvSpPr>
        <p:spPr>
          <a:xfrm>
            <a:off x="2458211" y="5846064"/>
            <a:ext cx="1411605" cy="208915"/>
          </a:xfrm>
          <a:prstGeom prst="rect">
            <a:avLst/>
          </a:prstGeom>
          <a:solidFill>
            <a:srgbClr val="FFFFFF"/>
          </a:solidFill>
        </p:spPr>
        <p:txBody>
          <a:bodyPr vert="horz" wrap="square" lIns="0" tIns="27305" rIns="0" bIns="0" rtlCol="0">
            <a:spAutoFit/>
          </a:bodyPr>
          <a:lstStyle/>
          <a:p>
            <a:pPr marL="257175">
              <a:lnSpc>
                <a:spcPct val="100000"/>
              </a:lnSpc>
              <a:spcBef>
                <a:spcPts val="215"/>
              </a:spcBef>
            </a:pPr>
            <a:r>
              <a:rPr sz="1000" spc="-250" dirty="0">
                <a:solidFill>
                  <a:srgbClr val="404040"/>
                </a:solidFill>
                <a:latin typeface="Trebuchet MS"/>
                <a:cs typeface="Trebuchet MS"/>
              </a:rPr>
              <a:t>G</a:t>
            </a:r>
            <a:r>
              <a:rPr sz="1000" spc="-130" dirty="0">
                <a:solidFill>
                  <a:srgbClr val="404040"/>
                </a:solidFill>
                <a:latin typeface="Trebuchet MS"/>
                <a:cs typeface="Trebuchet MS"/>
              </a:rPr>
              <a:t>P</a:t>
            </a:r>
            <a:r>
              <a:rPr sz="1000" spc="-215" dirty="0">
                <a:solidFill>
                  <a:srgbClr val="404040"/>
                </a:solidFill>
                <a:latin typeface="Trebuchet MS"/>
                <a:cs typeface="Trebuchet MS"/>
              </a:rPr>
              <a:t>U</a:t>
            </a:r>
            <a:r>
              <a:rPr sz="1000" spc="-125" dirty="0">
                <a:solidFill>
                  <a:srgbClr val="404040"/>
                </a:solidFill>
                <a:latin typeface="Trebuchet MS"/>
                <a:cs typeface="Trebuchet MS"/>
              </a:rPr>
              <a:t> </a:t>
            </a:r>
            <a:r>
              <a:rPr sz="1000" spc="-140" dirty="0">
                <a:solidFill>
                  <a:srgbClr val="404040"/>
                </a:solidFill>
                <a:latin typeface="Trebuchet MS"/>
                <a:cs typeface="Trebuchet MS"/>
              </a:rPr>
              <a:t>c</a:t>
            </a:r>
            <a:r>
              <a:rPr sz="1000" spc="-180" dirty="0">
                <a:solidFill>
                  <a:srgbClr val="404040"/>
                </a:solidFill>
                <a:latin typeface="Trebuchet MS"/>
                <a:cs typeface="Trebuchet MS"/>
              </a:rPr>
              <a:t>o</a:t>
            </a:r>
            <a:r>
              <a:rPr sz="1000" spc="-260" dirty="0">
                <a:solidFill>
                  <a:srgbClr val="404040"/>
                </a:solidFill>
                <a:latin typeface="Trebuchet MS"/>
                <a:cs typeface="Trebuchet MS"/>
              </a:rPr>
              <a:t>m</a:t>
            </a:r>
            <a:r>
              <a:rPr sz="1000" spc="-185" dirty="0">
                <a:solidFill>
                  <a:srgbClr val="404040"/>
                </a:solidFill>
                <a:latin typeface="Trebuchet MS"/>
                <a:cs typeface="Trebuchet MS"/>
              </a:rPr>
              <a:t>p</a:t>
            </a:r>
            <a:r>
              <a:rPr sz="1000" spc="-155" dirty="0">
                <a:solidFill>
                  <a:srgbClr val="404040"/>
                </a:solidFill>
                <a:latin typeface="Trebuchet MS"/>
                <a:cs typeface="Trebuchet MS"/>
              </a:rPr>
              <a:t>at</a:t>
            </a:r>
            <a:r>
              <a:rPr sz="1000" spc="-114" dirty="0">
                <a:solidFill>
                  <a:srgbClr val="404040"/>
                </a:solidFill>
                <a:latin typeface="Trebuchet MS"/>
                <a:cs typeface="Trebuchet MS"/>
              </a:rPr>
              <a:t>i</a:t>
            </a:r>
            <a:r>
              <a:rPr sz="1000" spc="-175" dirty="0">
                <a:solidFill>
                  <a:srgbClr val="404040"/>
                </a:solidFill>
                <a:latin typeface="Trebuchet MS"/>
                <a:cs typeface="Trebuchet MS"/>
              </a:rPr>
              <a:t>b</a:t>
            </a:r>
            <a:r>
              <a:rPr sz="1000" spc="-120" dirty="0">
                <a:solidFill>
                  <a:srgbClr val="404040"/>
                </a:solidFill>
                <a:latin typeface="Trebuchet MS"/>
                <a:cs typeface="Trebuchet MS"/>
              </a:rPr>
              <a:t>il</a:t>
            </a:r>
            <a:r>
              <a:rPr sz="1000" spc="-125" dirty="0">
                <a:solidFill>
                  <a:srgbClr val="404040"/>
                </a:solidFill>
                <a:latin typeface="Trebuchet MS"/>
                <a:cs typeface="Trebuchet MS"/>
              </a:rPr>
              <a:t>i</a:t>
            </a:r>
            <a:r>
              <a:rPr sz="1000" spc="-150" dirty="0">
                <a:solidFill>
                  <a:srgbClr val="404040"/>
                </a:solidFill>
                <a:latin typeface="Trebuchet MS"/>
                <a:cs typeface="Trebuchet MS"/>
              </a:rPr>
              <a:t>ty</a:t>
            </a:r>
            <a:r>
              <a:rPr sz="1000" spc="-50" dirty="0">
                <a:solidFill>
                  <a:srgbClr val="404040"/>
                </a:solidFill>
                <a:latin typeface="Trebuchet MS"/>
                <a:cs typeface="Trebuchet MS"/>
              </a:rPr>
              <a:t> </a:t>
            </a:r>
            <a:r>
              <a:rPr sz="1000" spc="-270" dirty="0">
                <a:solidFill>
                  <a:srgbClr val="404040"/>
                </a:solidFill>
                <a:latin typeface="Trebuchet MS"/>
                <a:cs typeface="Trebuchet MS"/>
              </a:rPr>
              <a:t>T</a:t>
            </a:r>
            <a:r>
              <a:rPr sz="1000" spc="-80" dirty="0">
                <a:solidFill>
                  <a:srgbClr val="404040"/>
                </a:solidFill>
                <a:latin typeface="Trebuchet MS"/>
                <a:cs typeface="Trebuchet MS"/>
              </a:rPr>
              <a:t>r</a:t>
            </a:r>
            <a:r>
              <a:rPr sz="1000" spc="-175" dirty="0">
                <a:solidFill>
                  <a:srgbClr val="404040"/>
                </a:solidFill>
                <a:latin typeface="Trebuchet MS"/>
                <a:cs typeface="Trebuchet MS"/>
              </a:rPr>
              <a:t>ue</a:t>
            </a:r>
            <a:endParaRPr sz="1000">
              <a:latin typeface="Trebuchet MS"/>
              <a:cs typeface="Trebuchet MS"/>
            </a:endParaRPr>
          </a:p>
        </p:txBody>
      </p:sp>
      <p:sp>
        <p:nvSpPr>
          <p:cNvPr id="16" name="object 16"/>
          <p:cNvSpPr/>
          <p:nvPr/>
        </p:nvSpPr>
        <p:spPr>
          <a:xfrm>
            <a:off x="2194560" y="2583179"/>
            <a:ext cx="330835" cy="260985"/>
          </a:xfrm>
          <a:custGeom>
            <a:avLst/>
            <a:gdLst/>
            <a:ahLst/>
            <a:cxnLst/>
            <a:rect l="l" t="t" r="r" b="b"/>
            <a:pathLst>
              <a:path w="330835" h="260985">
                <a:moveTo>
                  <a:pt x="330707" y="0"/>
                </a:moveTo>
                <a:lnTo>
                  <a:pt x="0" y="0"/>
                </a:lnTo>
                <a:lnTo>
                  <a:pt x="0" y="260603"/>
                </a:lnTo>
                <a:lnTo>
                  <a:pt x="330707" y="260603"/>
                </a:lnTo>
                <a:lnTo>
                  <a:pt x="330707" y="0"/>
                </a:lnTo>
                <a:close/>
              </a:path>
            </a:pathLst>
          </a:custGeom>
          <a:solidFill>
            <a:srgbClr val="FFFFFF"/>
          </a:solidFill>
        </p:spPr>
        <p:txBody>
          <a:bodyPr wrap="square" lIns="0" tIns="0" rIns="0" bIns="0" rtlCol="0"/>
          <a:lstStyle/>
          <a:p>
            <a:endParaRPr/>
          </a:p>
        </p:txBody>
      </p:sp>
      <p:sp>
        <p:nvSpPr>
          <p:cNvPr id="17" name="object 17"/>
          <p:cNvSpPr txBox="1"/>
          <p:nvPr/>
        </p:nvSpPr>
        <p:spPr>
          <a:xfrm>
            <a:off x="2283079" y="2623261"/>
            <a:ext cx="155575" cy="177800"/>
          </a:xfrm>
          <a:prstGeom prst="rect">
            <a:avLst/>
          </a:prstGeom>
        </p:spPr>
        <p:txBody>
          <a:bodyPr vert="horz" wrap="square" lIns="0" tIns="12065" rIns="0" bIns="0" rtlCol="0">
            <a:spAutoFit/>
          </a:bodyPr>
          <a:lstStyle/>
          <a:p>
            <a:pPr marL="12700">
              <a:lnSpc>
                <a:spcPct val="100000"/>
              </a:lnSpc>
              <a:spcBef>
                <a:spcPts val="95"/>
              </a:spcBef>
            </a:pPr>
            <a:r>
              <a:rPr sz="1000" spc="-195" dirty="0">
                <a:latin typeface="Trebuchet MS"/>
                <a:cs typeface="Trebuchet MS"/>
              </a:rPr>
              <a:t>F</a:t>
            </a:r>
            <a:r>
              <a:rPr sz="1000" spc="-135" dirty="0">
                <a:latin typeface="Trebuchet MS"/>
                <a:cs typeface="Trebuchet MS"/>
              </a:rPr>
              <a:t>i</a:t>
            </a:r>
            <a:r>
              <a:rPr sz="1000" spc="-145" dirty="0">
                <a:latin typeface="Trebuchet MS"/>
                <a:cs typeface="Trebuchet MS"/>
              </a:rPr>
              <a:t>l</a:t>
            </a:r>
            <a:r>
              <a:rPr sz="1000" spc="-175" dirty="0">
                <a:latin typeface="Trebuchet MS"/>
                <a:cs typeface="Trebuchet MS"/>
              </a:rPr>
              <a:t>e</a:t>
            </a:r>
            <a:endParaRPr sz="1000">
              <a:latin typeface="Trebuchet MS"/>
              <a:cs typeface="Trebuchet MS"/>
            </a:endParaRPr>
          </a:p>
        </p:txBody>
      </p:sp>
      <p:graphicFrame>
        <p:nvGraphicFramePr>
          <p:cNvPr id="18" name="object 18"/>
          <p:cNvGraphicFramePr>
            <a:graphicFrameLocks noGrp="1"/>
          </p:cNvGraphicFramePr>
          <p:nvPr/>
        </p:nvGraphicFramePr>
        <p:xfrm>
          <a:off x="2366772" y="2542032"/>
          <a:ext cx="2239009" cy="229361"/>
        </p:xfrm>
        <a:graphic>
          <a:graphicData uri="http://schemas.openxmlformats.org/drawingml/2006/table">
            <a:tbl>
              <a:tblPr firstRow="1" bandRow="1">
                <a:tableStyleId>{2D5ABB26-0587-4C30-8999-92F81FD0307C}</a:tableStyleId>
              </a:tblPr>
              <a:tblGrid>
                <a:gridCol w="121285">
                  <a:extLst>
                    <a:ext uri="{9D8B030D-6E8A-4147-A177-3AD203B41FA5}">
                      <a16:colId xmlns:a16="http://schemas.microsoft.com/office/drawing/2014/main" val="20000"/>
                    </a:ext>
                  </a:extLst>
                </a:gridCol>
                <a:gridCol w="383540">
                  <a:extLst>
                    <a:ext uri="{9D8B030D-6E8A-4147-A177-3AD203B41FA5}">
                      <a16:colId xmlns:a16="http://schemas.microsoft.com/office/drawing/2014/main" val="20001"/>
                    </a:ext>
                  </a:extLst>
                </a:gridCol>
                <a:gridCol w="365125">
                  <a:extLst>
                    <a:ext uri="{9D8B030D-6E8A-4147-A177-3AD203B41FA5}">
                      <a16:colId xmlns:a16="http://schemas.microsoft.com/office/drawing/2014/main" val="20002"/>
                    </a:ext>
                  </a:extLst>
                </a:gridCol>
                <a:gridCol w="464184">
                  <a:extLst>
                    <a:ext uri="{9D8B030D-6E8A-4147-A177-3AD203B41FA5}">
                      <a16:colId xmlns:a16="http://schemas.microsoft.com/office/drawing/2014/main" val="20003"/>
                    </a:ext>
                  </a:extLst>
                </a:gridCol>
                <a:gridCol w="564515">
                  <a:extLst>
                    <a:ext uri="{9D8B030D-6E8A-4147-A177-3AD203B41FA5}">
                      <a16:colId xmlns:a16="http://schemas.microsoft.com/office/drawing/2014/main" val="20004"/>
                    </a:ext>
                  </a:extLst>
                </a:gridCol>
                <a:gridCol w="340360">
                  <a:extLst>
                    <a:ext uri="{9D8B030D-6E8A-4147-A177-3AD203B41FA5}">
                      <a16:colId xmlns:a16="http://schemas.microsoft.com/office/drawing/2014/main" val="20005"/>
                    </a:ext>
                  </a:extLst>
                </a:gridCol>
              </a:tblGrid>
              <a:tr h="229361">
                <a:tc>
                  <a:txBody>
                    <a:bodyPr/>
                    <a:lstStyle/>
                    <a:p>
                      <a:pPr>
                        <a:lnSpc>
                          <a:spcPct val="100000"/>
                        </a:lnSpc>
                      </a:pPr>
                      <a:endParaRPr sz="1200">
                        <a:latin typeface="Times New Roman"/>
                        <a:cs typeface="Times New Roman"/>
                      </a:endParaRPr>
                    </a:p>
                  </a:txBody>
                  <a:tcPr marL="0" marR="0" marT="0" marB="0">
                    <a:lnR w="12700">
                      <a:solidFill>
                        <a:srgbClr val="183DAF"/>
                      </a:solidFill>
                      <a:prstDash val="solid"/>
                    </a:lnR>
                    <a:lnT w="85344">
                      <a:solidFill>
                        <a:srgbClr val="000000"/>
                      </a:solidFill>
                      <a:prstDash val="solid"/>
                    </a:lnT>
                    <a:solidFill>
                      <a:srgbClr val="FFFFFF"/>
                    </a:solidFill>
                  </a:tcPr>
                </a:tc>
                <a:tc>
                  <a:txBody>
                    <a:bodyPr/>
                    <a:lstStyle/>
                    <a:p>
                      <a:pPr marL="111760">
                        <a:lnSpc>
                          <a:spcPct val="100000"/>
                        </a:lnSpc>
                        <a:spcBef>
                          <a:spcPts val="400"/>
                        </a:spcBef>
                      </a:pPr>
                      <a:r>
                        <a:rPr sz="1000" spc="-165" dirty="0">
                          <a:latin typeface="Trebuchet MS"/>
                          <a:cs typeface="Trebuchet MS"/>
                        </a:rPr>
                        <a:t>Edit</a:t>
                      </a:r>
                      <a:endParaRPr sz="1000">
                        <a:latin typeface="Trebuchet MS"/>
                        <a:cs typeface="Trebuchet MS"/>
                      </a:endParaRPr>
                    </a:p>
                  </a:txBody>
                  <a:tcPr marL="0" marR="0" marT="50800" marB="0">
                    <a:lnL w="12700">
                      <a:solidFill>
                        <a:srgbClr val="183DAF"/>
                      </a:solidFill>
                      <a:prstDash val="solid"/>
                    </a:lnL>
                    <a:lnR w="53975">
                      <a:solidFill>
                        <a:srgbClr val="183DAF"/>
                      </a:solidFill>
                      <a:prstDash val="solid"/>
                    </a:lnR>
                    <a:lnT w="85344">
                      <a:solidFill>
                        <a:srgbClr val="000000"/>
                      </a:solidFill>
                      <a:prstDash val="solid"/>
                    </a:lnT>
                    <a:solidFill>
                      <a:srgbClr val="FFFFFF"/>
                    </a:solidFill>
                  </a:tcPr>
                </a:tc>
                <a:tc>
                  <a:txBody>
                    <a:bodyPr/>
                    <a:lstStyle/>
                    <a:p>
                      <a:pPr marL="88265">
                        <a:lnSpc>
                          <a:spcPct val="100000"/>
                        </a:lnSpc>
                        <a:spcBef>
                          <a:spcPts val="400"/>
                        </a:spcBef>
                      </a:pPr>
                      <a:r>
                        <a:rPr sz="1000" spc="-190" dirty="0">
                          <a:latin typeface="Trebuchet MS"/>
                          <a:cs typeface="Trebuchet MS"/>
                        </a:rPr>
                        <a:t>View</a:t>
                      </a:r>
                      <a:endParaRPr sz="1000">
                        <a:latin typeface="Trebuchet MS"/>
                        <a:cs typeface="Trebuchet MS"/>
                      </a:endParaRPr>
                    </a:p>
                  </a:txBody>
                  <a:tcPr marL="0" marR="0" marT="50800" marB="0">
                    <a:lnL w="53975">
                      <a:solidFill>
                        <a:srgbClr val="183DAF"/>
                      </a:solidFill>
                      <a:prstDash val="solid"/>
                    </a:lnL>
                    <a:lnR w="53975">
                      <a:solidFill>
                        <a:srgbClr val="FFFFFF"/>
                      </a:solidFill>
                      <a:prstDash val="solid"/>
                    </a:lnR>
                    <a:lnT w="85344">
                      <a:solidFill>
                        <a:srgbClr val="000000"/>
                      </a:solidFill>
                      <a:prstDash val="solid"/>
                    </a:lnT>
                    <a:solidFill>
                      <a:srgbClr val="FFFFFF"/>
                    </a:solidFill>
                  </a:tcPr>
                </a:tc>
                <a:tc>
                  <a:txBody>
                    <a:bodyPr/>
                    <a:lstStyle/>
                    <a:p>
                      <a:pPr marL="124460">
                        <a:lnSpc>
                          <a:spcPct val="100000"/>
                        </a:lnSpc>
                        <a:spcBef>
                          <a:spcPts val="400"/>
                        </a:spcBef>
                      </a:pPr>
                      <a:r>
                        <a:rPr sz="1000" spc="-125" dirty="0">
                          <a:latin typeface="Trebuchet MS"/>
                          <a:cs typeface="Trebuchet MS"/>
                        </a:rPr>
                        <a:t>Insert</a:t>
                      </a:r>
                      <a:endParaRPr sz="1000">
                        <a:latin typeface="Trebuchet MS"/>
                        <a:cs typeface="Trebuchet MS"/>
                      </a:endParaRPr>
                    </a:p>
                  </a:txBody>
                  <a:tcPr marL="0" marR="0" marT="50800" marB="0">
                    <a:lnL w="53975">
                      <a:solidFill>
                        <a:srgbClr val="FFFFFF"/>
                      </a:solidFill>
                      <a:prstDash val="solid"/>
                    </a:lnL>
                    <a:lnR w="12700">
                      <a:solidFill>
                        <a:srgbClr val="183DAF"/>
                      </a:solidFill>
                      <a:prstDash val="solid"/>
                    </a:lnR>
                    <a:lnT w="85344">
                      <a:solidFill>
                        <a:srgbClr val="000000"/>
                      </a:solidFill>
                      <a:prstDash val="solid"/>
                    </a:lnT>
                    <a:solidFill>
                      <a:srgbClr val="FFFFFF"/>
                    </a:solidFill>
                  </a:tcPr>
                </a:tc>
                <a:tc>
                  <a:txBody>
                    <a:bodyPr/>
                    <a:lstStyle/>
                    <a:p>
                      <a:pPr marL="116205">
                        <a:lnSpc>
                          <a:spcPct val="100000"/>
                        </a:lnSpc>
                        <a:spcBef>
                          <a:spcPts val="400"/>
                        </a:spcBef>
                      </a:pPr>
                      <a:r>
                        <a:rPr sz="1000" spc="-180" dirty="0">
                          <a:latin typeface="Trebuchet MS"/>
                          <a:cs typeface="Trebuchet MS"/>
                        </a:rPr>
                        <a:t>Runtime</a:t>
                      </a:r>
                      <a:endParaRPr sz="1000">
                        <a:latin typeface="Trebuchet MS"/>
                        <a:cs typeface="Trebuchet MS"/>
                      </a:endParaRPr>
                    </a:p>
                  </a:txBody>
                  <a:tcPr marL="0" marR="0" marT="50800" marB="0">
                    <a:lnL w="12700">
                      <a:solidFill>
                        <a:srgbClr val="183DAF"/>
                      </a:solidFill>
                      <a:prstDash val="solid"/>
                    </a:lnL>
                    <a:lnR w="38100">
                      <a:solidFill>
                        <a:srgbClr val="FFFFFF"/>
                      </a:solidFill>
                      <a:prstDash val="solid"/>
                    </a:lnR>
                    <a:lnT w="85344">
                      <a:solidFill>
                        <a:srgbClr val="000000"/>
                      </a:solidFill>
                      <a:prstDash val="solid"/>
                    </a:lnT>
                    <a:solidFill>
                      <a:srgbClr val="FFFFFF"/>
                    </a:solidFill>
                  </a:tcPr>
                </a:tc>
                <a:tc>
                  <a:txBody>
                    <a:bodyPr/>
                    <a:lstStyle/>
                    <a:p>
                      <a:pPr marL="104139">
                        <a:lnSpc>
                          <a:spcPct val="100000"/>
                        </a:lnSpc>
                        <a:spcBef>
                          <a:spcPts val="400"/>
                        </a:spcBef>
                      </a:pPr>
                      <a:r>
                        <a:rPr sz="1000" spc="-185" dirty="0">
                          <a:latin typeface="Trebuchet MS"/>
                          <a:cs typeface="Trebuchet MS"/>
                        </a:rPr>
                        <a:t>Tool</a:t>
                      </a:r>
                      <a:endParaRPr sz="1000">
                        <a:latin typeface="Trebuchet MS"/>
                        <a:cs typeface="Trebuchet MS"/>
                      </a:endParaRPr>
                    </a:p>
                  </a:txBody>
                  <a:tcPr marL="0" marR="0" marT="50800" marB="0">
                    <a:lnL w="38100">
                      <a:solidFill>
                        <a:srgbClr val="FFFFFF"/>
                      </a:solidFill>
                      <a:prstDash val="solid"/>
                    </a:lnL>
                    <a:lnT w="85344">
                      <a:solidFill>
                        <a:srgbClr val="000000"/>
                      </a:solidFill>
                      <a:prstDash val="solid"/>
                    </a:lnT>
                    <a:solidFill>
                      <a:srgbClr val="FFFFFF"/>
                    </a:solidFill>
                  </a:tcPr>
                </a:tc>
                <a:extLst>
                  <a:ext uri="{0D108BD9-81ED-4DB2-BD59-A6C34878D82A}">
                    <a16:rowId xmlns:a16="http://schemas.microsoft.com/office/drawing/2014/main" val="10000"/>
                  </a:ext>
                </a:extLst>
              </a:tr>
            </a:tbl>
          </a:graphicData>
        </a:graphic>
      </p:graphicFrame>
      <p:sp>
        <p:nvSpPr>
          <p:cNvPr id="19" name="object 19"/>
          <p:cNvSpPr/>
          <p:nvPr/>
        </p:nvSpPr>
        <p:spPr>
          <a:xfrm>
            <a:off x="2535936" y="2627375"/>
            <a:ext cx="1201420" cy="172720"/>
          </a:xfrm>
          <a:custGeom>
            <a:avLst/>
            <a:gdLst/>
            <a:ahLst/>
            <a:cxnLst/>
            <a:rect l="l" t="t" r="r" b="b"/>
            <a:pathLst>
              <a:path w="1201420" h="172719">
                <a:moveTo>
                  <a:pt x="353568" y="0"/>
                </a:moveTo>
                <a:lnTo>
                  <a:pt x="0" y="0"/>
                </a:lnTo>
                <a:lnTo>
                  <a:pt x="0" y="172212"/>
                </a:lnTo>
                <a:lnTo>
                  <a:pt x="353568" y="172212"/>
                </a:lnTo>
                <a:lnTo>
                  <a:pt x="353568" y="0"/>
                </a:lnTo>
                <a:close/>
              </a:path>
              <a:path w="1201420" h="172719">
                <a:moveTo>
                  <a:pt x="1200912" y="0"/>
                </a:moveTo>
                <a:lnTo>
                  <a:pt x="768096" y="0"/>
                </a:lnTo>
                <a:lnTo>
                  <a:pt x="768096" y="172212"/>
                </a:lnTo>
                <a:lnTo>
                  <a:pt x="1200912" y="172212"/>
                </a:lnTo>
                <a:lnTo>
                  <a:pt x="1200912" y="0"/>
                </a:lnTo>
                <a:close/>
              </a:path>
            </a:pathLst>
          </a:custGeom>
          <a:solidFill>
            <a:srgbClr val="FFFFFF"/>
          </a:solidFill>
        </p:spPr>
        <p:txBody>
          <a:bodyPr wrap="square" lIns="0" tIns="0" rIns="0" bIns="0" rtlCol="0"/>
          <a:lstStyle/>
          <a:p>
            <a:endParaRPr/>
          </a:p>
        </p:txBody>
      </p:sp>
      <p:sp>
        <p:nvSpPr>
          <p:cNvPr id="20" name="object 20"/>
          <p:cNvSpPr/>
          <p:nvPr/>
        </p:nvSpPr>
        <p:spPr>
          <a:xfrm>
            <a:off x="4718303" y="2625851"/>
            <a:ext cx="424180" cy="175260"/>
          </a:xfrm>
          <a:custGeom>
            <a:avLst/>
            <a:gdLst/>
            <a:ahLst/>
            <a:cxnLst/>
            <a:rect l="l" t="t" r="r" b="b"/>
            <a:pathLst>
              <a:path w="424179" h="175260">
                <a:moveTo>
                  <a:pt x="423672" y="0"/>
                </a:moveTo>
                <a:lnTo>
                  <a:pt x="0" y="0"/>
                </a:lnTo>
                <a:lnTo>
                  <a:pt x="0" y="175260"/>
                </a:lnTo>
                <a:lnTo>
                  <a:pt x="423672" y="175260"/>
                </a:lnTo>
                <a:lnTo>
                  <a:pt x="423672" y="0"/>
                </a:lnTo>
                <a:close/>
              </a:path>
            </a:pathLst>
          </a:custGeom>
          <a:solidFill>
            <a:srgbClr val="FFFFFF"/>
          </a:solidFill>
        </p:spPr>
        <p:txBody>
          <a:bodyPr wrap="square" lIns="0" tIns="0" rIns="0" bIns="0" rtlCol="0"/>
          <a:lstStyle/>
          <a:p>
            <a:endParaRPr/>
          </a:p>
        </p:txBody>
      </p:sp>
      <p:sp>
        <p:nvSpPr>
          <p:cNvPr id="21" name="object 21"/>
          <p:cNvSpPr txBox="1"/>
          <p:nvPr/>
        </p:nvSpPr>
        <p:spPr>
          <a:xfrm>
            <a:off x="4834890" y="2623261"/>
            <a:ext cx="193675" cy="177800"/>
          </a:xfrm>
          <a:prstGeom prst="rect">
            <a:avLst/>
          </a:prstGeom>
        </p:spPr>
        <p:txBody>
          <a:bodyPr vert="horz" wrap="square" lIns="0" tIns="12065" rIns="0" bIns="0" rtlCol="0">
            <a:spAutoFit/>
          </a:bodyPr>
          <a:lstStyle/>
          <a:p>
            <a:pPr marL="12700">
              <a:lnSpc>
                <a:spcPct val="100000"/>
              </a:lnSpc>
              <a:spcBef>
                <a:spcPts val="95"/>
              </a:spcBef>
            </a:pPr>
            <a:r>
              <a:rPr sz="1000" spc="-225" dirty="0">
                <a:latin typeface="Trebuchet MS"/>
                <a:cs typeface="Trebuchet MS"/>
              </a:rPr>
              <a:t>H</a:t>
            </a:r>
            <a:r>
              <a:rPr sz="1000" spc="-190" dirty="0">
                <a:latin typeface="Trebuchet MS"/>
                <a:cs typeface="Trebuchet MS"/>
              </a:rPr>
              <a:t>e</a:t>
            </a:r>
            <a:r>
              <a:rPr sz="1000" spc="-145" dirty="0">
                <a:latin typeface="Trebuchet MS"/>
                <a:cs typeface="Trebuchet MS"/>
              </a:rPr>
              <a:t>l</a:t>
            </a:r>
            <a:r>
              <a:rPr sz="1000" spc="-185" dirty="0">
                <a:latin typeface="Trebuchet MS"/>
                <a:cs typeface="Trebuchet MS"/>
              </a:rPr>
              <a:t>p</a:t>
            </a:r>
            <a:endParaRPr sz="1000">
              <a:latin typeface="Trebuchet MS"/>
              <a:cs typeface="Trebuchet MS"/>
            </a:endParaRPr>
          </a:p>
        </p:txBody>
      </p:sp>
      <p:sp>
        <p:nvSpPr>
          <p:cNvPr id="22" name="object 22"/>
          <p:cNvSpPr txBox="1"/>
          <p:nvPr/>
        </p:nvSpPr>
        <p:spPr>
          <a:xfrm>
            <a:off x="5180076" y="2609088"/>
            <a:ext cx="1556385" cy="212090"/>
          </a:xfrm>
          <a:prstGeom prst="rect">
            <a:avLst/>
          </a:prstGeom>
          <a:solidFill>
            <a:srgbClr val="FFFFFF"/>
          </a:solidFill>
        </p:spPr>
        <p:txBody>
          <a:bodyPr vert="horz" wrap="square" lIns="0" tIns="24130" rIns="0" bIns="0" rtlCol="0">
            <a:spAutoFit/>
          </a:bodyPr>
          <a:lstStyle/>
          <a:p>
            <a:pPr marL="403860">
              <a:lnSpc>
                <a:spcPct val="100000"/>
              </a:lnSpc>
              <a:spcBef>
                <a:spcPts val="190"/>
              </a:spcBef>
            </a:pPr>
            <a:r>
              <a:rPr sz="1050" u="sng" spc="-170" dirty="0">
                <a:solidFill>
                  <a:srgbClr val="7E7E7E"/>
                </a:solidFill>
                <a:uFill>
                  <a:solidFill>
                    <a:srgbClr val="7E7E7E"/>
                  </a:solidFill>
                </a:uFill>
                <a:latin typeface="Trebuchet MS"/>
                <a:cs typeface="Trebuchet MS"/>
              </a:rPr>
              <a:t>A</a:t>
            </a:r>
            <a:r>
              <a:rPr sz="1050" u="sng" spc="-125" dirty="0">
                <a:solidFill>
                  <a:srgbClr val="7E7E7E"/>
                </a:solidFill>
                <a:uFill>
                  <a:solidFill>
                    <a:srgbClr val="7E7E7E"/>
                  </a:solidFill>
                </a:uFill>
                <a:latin typeface="Trebuchet MS"/>
                <a:cs typeface="Trebuchet MS"/>
              </a:rPr>
              <a:t>ll</a:t>
            </a:r>
            <a:r>
              <a:rPr sz="1050" u="sng" spc="-160" dirty="0">
                <a:solidFill>
                  <a:srgbClr val="7E7E7E"/>
                </a:solidFill>
                <a:uFill>
                  <a:solidFill>
                    <a:srgbClr val="7E7E7E"/>
                  </a:solidFill>
                </a:uFill>
                <a:latin typeface="Trebuchet MS"/>
                <a:cs typeface="Trebuchet MS"/>
              </a:rPr>
              <a:t> </a:t>
            </a:r>
            <a:r>
              <a:rPr sz="1050" u="sng" spc="-110" dirty="0">
                <a:solidFill>
                  <a:srgbClr val="7E7E7E"/>
                </a:solidFill>
                <a:uFill>
                  <a:solidFill>
                    <a:srgbClr val="7E7E7E"/>
                  </a:solidFill>
                </a:uFill>
                <a:latin typeface="Trebuchet MS"/>
                <a:cs typeface="Trebuchet MS"/>
              </a:rPr>
              <a:t>c</a:t>
            </a:r>
            <a:r>
              <a:rPr sz="1050" u="sng" spc="-170" dirty="0">
                <a:solidFill>
                  <a:srgbClr val="7E7E7E"/>
                </a:solidFill>
                <a:uFill>
                  <a:solidFill>
                    <a:srgbClr val="7E7E7E"/>
                  </a:solidFill>
                </a:uFill>
                <a:latin typeface="Trebuchet MS"/>
                <a:cs typeface="Trebuchet MS"/>
              </a:rPr>
              <a:t>h</a:t>
            </a:r>
            <a:r>
              <a:rPr sz="1050" u="sng" spc="-165" dirty="0">
                <a:solidFill>
                  <a:srgbClr val="7E7E7E"/>
                </a:solidFill>
                <a:uFill>
                  <a:solidFill>
                    <a:srgbClr val="7E7E7E"/>
                  </a:solidFill>
                </a:uFill>
                <a:latin typeface="Trebuchet MS"/>
                <a:cs typeface="Trebuchet MS"/>
              </a:rPr>
              <a:t>an</a:t>
            </a:r>
            <a:r>
              <a:rPr sz="1050" u="sng" spc="-150" dirty="0">
                <a:solidFill>
                  <a:srgbClr val="7E7E7E"/>
                </a:solidFill>
                <a:uFill>
                  <a:solidFill>
                    <a:srgbClr val="7E7E7E"/>
                  </a:solidFill>
                </a:uFill>
                <a:latin typeface="Trebuchet MS"/>
                <a:cs typeface="Trebuchet MS"/>
              </a:rPr>
              <a:t>g</a:t>
            </a:r>
            <a:r>
              <a:rPr sz="1050" u="sng" spc="-180" dirty="0">
                <a:solidFill>
                  <a:srgbClr val="7E7E7E"/>
                </a:solidFill>
                <a:uFill>
                  <a:solidFill>
                    <a:srgbClr val="7E7E7E"/>
                  </a:solidFill>
                </a:uFill>
                <a:latin typeface="Trebuchet MS"/>
                <a:cs typeface="Trebuchet MS"/>
              </a:rPr>
              <a:t>e</a:t>
            </a:r>
            <a:r>
              <a:rPr sz="1050" u="sng" spc="-50" dirty="0">
                <a:solidFill>
                  <a:srgbClr val="7E7E7E"/>
                </a:solidFill>
                <a:uFill>
                  <a:solidFill>
                    <a:srgbClr val="7E7E7E"/>
                  </a:solidFill>
                </a:uFill>
                <a:latin typeface="Trebuchet MS"/>
                <a:cs typeface="Trebuchet MS"/>
              </a:rPr>
              <a:t>s</a:t>
            </a:r>
            <a:r>
              <a:rPr sz="1050" u="sng" spc="-160" dirty="0">
                <a:solidFill>
                  <a:srgbClr val="7E7E7E"/>
                </a:solidFill>
                <a:uFill>
                  <a:solidFill>
                    <a:srgbClr val="7E7E7E"/>
                  </a:solidFill>
                </a:uFill>
                <a:latin typeface="Trebuchet MS"/>
                <a:cs typeface="Trebuchet MS"/>
              </a:rPr>
              <a:t> </a:t>
            </a:r>
            <a:r>
              <a:rPr sz="1050" u="sng" spc="-25" dirty="0">
                <a:solidFill>
                  <a:srgbClr val="7E7E7E"/>
                </a:solidFill>
                <a:uFill>
                  <a:solidFill>
                    <a:srgbClr val="7E7E7E"/>
                  </a:solidFill>
                </a:uFill>
                <a:latin typeface="Trebuchet MS"/>
                <a:cs typeface="Trebuchet MS"/>
              </a:rPr>
              <a:t>s</a:t>
            </a:r>
            <a:r>
              <a:rPr sz="1050" u="sng" spc="-150" dirty="0">
                <a:solidFill>
                  <a:srgbClr val="7E7E7E"/>
                </a:solidFill>
                <a:uFill>
                  <a:solidFill>
                    <a:srgbClr val="7E7E7E"/>
                  </a:solidFill>
                </a:uFill>
                <a:latin typeface="Trebuchet MS"/>
                <a:cs typeface="Trebuchet MS"/>
              </a:rPr>
              <a:t>a</a:t>
            </a:r>
            <a:r>
              <a:rPr sz="1050" u="sng" spc="-170" dirty="0">
                <a:solidFill>
                  <a:srgbClr val="7E7E7E"/>
                </a:solidFill>
                <a:uFill>
                  <a:solidFill>
                    <a:srgbClr val="7E7E7E"/>
                  </a:solidFill>
                </a:uFill>
                <a:latin typeface="Trebuchet MS"/>
                <a:cs typeface="Trebuchet MS"/>
              </a:rPr>
              <a:t>v</a:t>
            </a:r>
            <a:r>
              <a:rPr sz="1050" u="sng" spc="-185" dirty="0">
                <a:solidFill>
                  <a:srgbClr val="7E7E7E"/>
                </a:solidFill>
                <a:uFill>
                  <a:solidFill>
                    <a:srgbClr val="7E7E7E"/>
                  </a:solidFill>
                </a:uFill>
                <a:latin typeface="Trebuchet MS"/>
                <a:cs typeface="Trebuchet MS"/>
              </a:rPr>
              <a:t>ed</a:t>
            </a:r>
            <a:endParaRPr sz="1050">
              <a:latin typeface="Trebuchet MS"/>
              <a:cs typeface="Trebuchet MS"/>
            </a:endParaRPr>
          </a:p>
        </p:txBody>
      </p:sp>
      <p:sp>
        <p:nvSpPr>
          <p:cNvPr id="23" name="object 23"/>
          <p:cNvSpPr txBox="1"/>
          <p:nvPr/>
        </p:nvSpPr>
        <p:spPr>
          <a:xfrm>
            <a:off x="2037588" y="2916935"/>
            <a:ext cx="508000" cy="215265"/>
          </a:xfrm>
          <a:prstGeom prst="rect">
            <a:avLst/>
          </a:prstGeom>
          <a:solidFill>
            <a:srgbClr val="FFFFFF"/>
          </a:solidFill>
        </p:spPr>
        <p:txBody>
          <a:bodyPr vert="horz" wrap="square" lIns="0" tIns="22225" rIns="0" bIns="0" rtlCol="0">
            <a:spAutoFit/>
          </a:bodyPr>
          <a:lstStyle/>
          <a:p>
            <a:pPr marL="105410">
              <a:lnSpc>
                <a:spcPct val="100000"/>
              </a:lnSpc>
              <a:spcBef>
                <a:spcPts val="175"/>
              </a:spcBef>
            </a:pPr>
            <a:r>
              <a:rPr sz="1100" spc="-130" dirty="0">
                <a:solidFill>
                  <a:srgbClr val="7E7E7E"/>
                </a:solidFill>
                <a:latin typeface="Trebuchet MS"/>
                <a:cs typeface="Trebuchet MS"/>
              </a:rPr>
              <a:t>+</a:t>
            </a:r>
            <a:r>
              <a:rPr sz="1100" spc="-125" dirty="0">
                <a:solidFill>
                  <a:srgbClr val="7E7E7E"/>
                </a:solidFill>
                <a:latin typeface="Trebuchet MS"/>
                <a:cs typeface="Trebuchet MS"/>
              </a:rPr>
              <a:t> </a:t>
            </a:r>
            <a:r>
              <a:rPr sz="1100" spc="-130" dirty="0">
                <a:solidFill>
                  <a:srgbClr val="7E7E7E"/>
                </a:solidFill>
                <a:latin typeface="Trebuchet MS"/>
                <a:cs typeface="Trebuchet MS"/>
              </a:rPr>
              <a:t>c</a:t>
            </a:r>
            <a:r>
              <a:rPr sz="1100" spc="-185" dirty="0">
                <a:solidFill>
                  <a:srgbClr val="7E7E7E"/>
                </a:solidFill>
                <a:latin typeface="Trebuchet MS"/>
                <a:cs typeface="Trebuchet MS"/>
              </a:rPr>
              <a:t>od</a:t>
            </a:r>
            <a:r>
              <a:rPr sz="1100" spc="-190" dirty="0">
                <a:solidFill>
                  <a:srgbClr val="7E7E7E"/>
                </a:solidFill>
                <a:latin typeface="Trebuchet MS"/>
                <a:cs typeface="Trebuchet MS"/>
              </a:rPr>
              <a:t>e</a:t>
            </a:r>
            <a:endParaRPr sz="1100">
              <a:latin typeface="Trebuchet MS"/>
              <a:cs typeface="Trebuchet MS"/>
            </a:endParaRPr>
          </a:p>
        </p:txBody>
      </p:sp>
      <p:sp>
        <p:nvSpPr>
          <p:cNvPr id="24" name="object 24"/>
          <p:cNvSpPr txBox="1"/>
          <p:nvPr/>
        </p:nvSpPr>
        <p:spPr>
          <a:xfrm>
            <a:off x="2641092" y="2919983"/>
            <a:ext cx="581025" cy="218440"/>
          </a:xfrm>
          <a:prstGeom prst="rect">
            <a:avLst/>
          </a:prstGeom>
          <a:solidFill>
            <a:srgbClr val="FFFFFF"/>
          </a:solidFill>
        </p:spPr>
        <p:txBody>
          <a:bodyPr vert="horz" wrap="square" lIns="0" tIns="23495" rIns="0" bIns="0" rtlCol="0">
            <a:spAutoFit/>
          </a:bodyPr>
          <a:lstStyle/>
          <a:p>
            <a:pPr marL="161925">
              <a:lnSpc>
                <a:spcPct val="100000"/>
              </a:lnSpc>
              <a:spcBef>
                <a:spcPts val="185"/>
              </a:spcBef>
            </a:pPr>
            <a:r>
              <a:rPr sz="1100" spc="-130" dirty="0">
                <a:solidFill>
                  <a:srgbClr val="7E7E7E"/>
                </a:solidFill>
                <a:latin typeface="Trebuchet MS"/>
                <a:cs typeface="Trebuchet MS"/>
              </a:rPr>
              <a:t>+</a:t>
            </a:r>
            <a:r>
              <a:rPr sz="1100" spc="-125" dirty="0">
                <a:solidFill>
                  <a:srgbClr val="7E7E7E"/>
                </a:solidFill>
                <a:latin typeface="Trebuchet MS"/>
                <a:cs typeface="Trebuchet MS"/>
              </a:rPr>
              <a:t> </a:t>
            </a:r>
            <a:r>
              <a:rPr sz="1100" spc="-155" dirty="0">
                <a:solidFill>
                  <a:srgbClr val="7E7E7E"/>
                </a:solidFill>
                <a:latin typeface="Trebuchet MS"/>
                <a:cs typeface="Trebuchet MS"/>
              </a:rPr>
              <a:t>t</a:t>
            </a:r>
            <a:r>
              <a:rPr sz="1100" spc="-185" dirty="0">
                <a:solidFill>
                  <a:srgbClr val="7E7E7E"/>
                </a:solidFill>
                <a:latin typeface="Trebuchet MS"/>
                <a:cs typeface="Trebuchet MS"/>
              </a:rPr>
              <a:t>e</a:t>
            </a:r>
            <a:r>
              <a:rPr sz="1100" spc="-210" dirty="0">
                <a:solidFill>
                  <a:srgbClr val="7E7E7E"/>
                </a:solidFill>
                <a:latin typeface="Trebuchet MS"/>
                <a:cs typeface="Trebuchet MS"/>
              </a:rPr>
              <a:t>x</a:t>
            </a:r>
            <a:r>
              <a:rPr sz="1100" spc="-160" dirty="0">
                <a:solidFill>
                  <a:srgbClr val="7E7E7E"/>
                </a:solidFill>
                <a:latin typeface="Trebuchet MS"/>
                <a:cs typeface="Trebuchet MS"/>
              </a:rPr>
              <a:t>t</a:t>
            </a:r>
            <a:endParaRPr sz="1100">
              <a:latin typeface="Trebuchet MS"/>
              <a:cs typeface="Trebuchet MS"/>
            </a:endParaRPr>
          </a:p>
        </p:txBody>
      </p:sp>
      <p:sp>
        <p:nvSpPr>
          <p:cNvPr id="25" name="object 25"/>
          <p:cNvSpPr/>
          <p:nvPr/>
        </p:nvSpPr>
        <p:spPr>
          <a:xfrm>
            <a:off x="1527047" y="2164079"/>
            <a:ext cx="6985000" cy="4084320"/>
          </a:xfrm>
          <a:custGeom>
            <a:avLst/>
            <a:gdLst/>
            <a:ahLst/>
            <a:cxnLst/>
            <a:rect l="l" t="t" r="r" b="b"/>
            <a:pathLst>
              <a:path w="6985000" h="4084320">
                <a:moveTo>
                  <a:pt x="0" y="4084320"/>
                </a:moveTo>
                <a:lnTo>
                  <a:pt x="6984492" y="4084320"/>
                </a:lnTo>
                <a:lnTo>
                  <a:pt x="6984492" y="0"/>
                </a:lnTo>
                <a:lnTo>
                  <a:pt x="0" y="0"/>
                </a:lnTo>
                <a:lnTo>
                  <a:pt x="0" y="4084320"/>
                </a:lnTo>
                <a:close/>
              </a:path>
            </a:pathLst>
          </a:custGeom>
          <a:ln w="12192">
            <a:solidFill>
              <a:srgbClr val="D9D9D9"/>
            </a:solidFill>
          </a:ln>
        </p:spPr>
        <p:txBody>
          <a:bodyPr wrap="square" lIns="0" tIns="0" rIns="0" bIns="0" rtlCol="0"/>
          <a:lstStyle/>
          <a:p>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1543" y="6524434"/>
            <a:ext cx="11192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83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pic>
        <p:nvPicPr>
          <p:cNvPr id="7" name="object 7"/>
          <p:cNvPicPr/>
          <p:nvPr/>
        </p:nvPicPr>
        <p:blipFill>
          <a:blip r:embed="rId5" cstate="print"/>
          <a:stretch>
            <a:fillRect/>
          </a:stretch>
        </p:blipFill>
        <p:spPr>
          <a:xfrm>
            <a:off x="600630" y="2583354"/>
            <a:ext cx="4090769" cy="3067052"/>
          </a:xfrm>
          <a:prstGeom prst="rect">
            <a:avLst/>
          </a:prstGeom>
        </p:spPr>
      </p:pic>
      <p:pic>
        <p:nvPicPr>
          <p:cNvPr id="8" name="object 8"/>
          <p:cNvPicPr/>
          <p:nvPr/>
        </p:nvPicPr>
        <p:blipFill>
          <a:blip r:embed="rId6" cstate="print"/>
          <a:stretch>
            <a:fillRect/>
          </a:stretch>
        </p:blipFill>
        <p:spPr>
          <a:xfrm>
            <a:off x="4832603" y="2659379"/>
            <a:ext cx="4374642" cy="2522982"/>
          </a:xfrm>
          <a:prstGeom prst="rect">
            <a:avLst/>
          </a:prstGeom>
        </p:spPr>
      </p:pic>
      <p:sp>
        <p:nvSpPr>
          <p:cNvPr id="9" name="object 9"/>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0" name="object 10"/>
          <p:cNvPicPr/>
          <p:nvPr/>
        </p:nvPicPr>
        <p:blipFill>
          <a:blip r:embed="rId7" cstate="print"/>
          <a:stretch>
            <a:fillRect/>
          </a:stretch>
        </p:blipFill>
        <p:spPr>
          <a:xfrm>
            <a:off x="719327" y="1464563"/>
            <a:ext cx="2995422" cy="174498"/>
          </a:xfrm>
          <a:prstGeom prst="rect">
            <a:avLst/>
          </a:prstGeom>
        </p:spPr>
      </p:pic>
      <p:pic>
        <p:nvPicPr>
          <p:cNvPr id="11" name="object 11"/>
          <p:cNvPicPr/>
          <p:nvPr/>
        </p:nvPicPr>
        <p:blipFill>
          <a:blip r:embed="rId8" cstate="print"/>
          <a:stretch>
            <a:fillRect/>
          </a:stretch>
        </p:blipFill>
        <p:spPr>
          <a:xfrm>
            <a:off x="710183" y="1805927"/>
            <a:ext cx="8271509" cy="435114"/>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9084"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dirty="0"/>
              <a:t>3.3.</a:t>
            </a:r>
            <a:r>
              <a:rPr spc="-15" dirty="0"/>
              <a:t> </a:t>
            </a:r>
            <a:r>
              <a:rPr spc="-5" dirty="0"/>
              <a:t>Generative</a:t>
            </a:r>
            <a:r>
              <a:rPr spc="-10" dirty="0"/>
              <a:t> </a:t>
            </a:r>
            <a:r>
              <a:rPr spc="-5" dirty="0"/>
              <a:t>Adversarial</a:t>
            </a:r>
            <a:r>
              <a:rPr spc="-15" dirty="0"/>
              <a:t> </a:t>
            </a:r>
            <a:r>
              <a:rPr spc="-5" dirty="0"/>
              <a:t>Networks</a:t>
            </a:r>
            <a:r>
              <a:rPr dirty="0"/>
              <a:t> </a:t>
            </a:r>
            <a:r>
              <a:rPr spc="-5" dirty="0"/>
              <a:t>Exercise</a:t>
            </a:r>
          </a:p>
        </p:txBody>
      </p:sp>
      <p:sp>
        <p:nvSpPr>
          <p:cNvPr id="6" name="object 6"/>
          <p:cNvSpPr txBox="1"/>
          <p:nvPr/>
        </p:nvSpPr>
        <p:spPr>
          <a:xfrm>
            <a:off x="8672576"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grpSp>
        <p:nvGrpSpPr>
          <p:cNvPr id="7" name="object 7"/>
          <p:cNvGrpSpPr/>
          <p:nvPr/>
        </p:nvGrpSpPr>
        <p:grpSpPr>
          <a:xfrm>
            <a:off x="595883" y="2205227"/>
            <a:ext cx="4265930" cy="4032885"/>
            <a:chOff x="595883" y="2205227"/>
            <a:chExt cx="4265930" cy="4032885"/>
          </a:xfrm>
        </p:grpSpPr>
        <p:pic>
          <p:nvPicPr>
            <p:cNvPr id="8" name="object 8"/>
            <p:cNvPicPr/>
            <p:nvPr/>
          </p:nvPicPr>
          <p:blipFill>
            <a:blip r:embed="rId5" cstate="print"/>
            <a:stretch>
              <a:fillRect/>
            </a:stretch>
          </p:blipFill>
          <p:spPr>
            <a:xfrm>
              <a:off x="595883" y="2205227"/>
              <a:ext cx="4265676" cy="4032504"/>
            </a:xfrm>
            <a:prstGeom prst="rect">
              <a:avLst/>
            </a:prstGeom>
          </p:spPr>
        </p:pic>
        <p:sp>
          <p:nvSpPr>
            <p:cNvPr id="9" name="object 9"/>
            <p:cNvSpPr/>
            <p:nvPr/>
          </p:nvSpPr>
          <p:spPr>
            <a:xfrm>
              <a:off x="1039367" y="3264408"/>
              <a:ext cx="2304415" cy="167640"/>
            </a:xfrm>
            <a:custGeom>
              <a:avLst/>
              <a:gdLst/>
              <a:ahLst/>
              <a:cxnLst/>
              <a:rect l="l" t="t" r="r" b="b"/>
              <a:pathLst>
                <a:path w="2304415" h="167639">
                  <a:moveTo>
                    <a:pt x="2304287" y="0"/>
                  </a:moveTo>
                  <a:lnTo>
                    <a:pt x="0" y="0"/>
                  </a:lnTo>
                  <a:lnTo>
                    <a:pt x="0" y="167639"/>
                  </a:lnTo>
                  <a:lnTo>
                    <a:pt x="2304287" y="167639"/>
                  </a:lnTo>
                  <a:lnTo>
                    <a:pt x="2304287" y="0"/>
                  </a:lnTo>
                  <a:close/>
                </a:path>
              </a:pathLst>
            </a:custGeom>
            <a:solidFill>
              <a:srgbClr val="F7F7F7"/>
            </a:solidFill>
          </p:spPr>
          <p:txBody>
            <a:bodyPr wrap="square" lIns="0" tIns="0" rIns="0" bIns="0" rtlCol="0"/>
            <a:lstStyle/>
            <a:p>
              <a:endParaRPr/>
            </a:p>
          </p:txBody>
        </p:sp>
      </p:grpSp>
      <p:sp>
        <p:nvSpPr>
          <p:cNvPr id="10" name="object 10"/>
          <p:cNvSpPr txBox="1"/>
          <p:nvPr/>
        </p:nvSpPr>
        <p:spPr>
          <a:xfrm>
            <a:off x="1026667" y="3171080"/>
            <a:ext cx="1779270" cy="185420"/>
          </a:xfrm>
          <a:prstGeom prst="rect">
            <a:avLst/>
          </a:prstGeom>
        </p:spPr>
        <p:txBody>
          <a:bodyPr vert="horz" wrap="square" lIns="0" tIns="12700" rIns="0" bIns="0" rtlCol="0">
            <a:spAutoFit/>
          </a:bodyPr>
          <a:lstStyle/>
          <a:p>
            <a:pPr marL="12700">
              <a:lnSpc>
                <a:spcPct val="100000"/>
              </a:lnSpc>
              <a:spcBef>
                <a:spcPts val="100"/>
              </a:spcBef>
            </a:pPr>
            <a:r>
              <a:rPr sz="1050" spc="-35" dirty="0">
                <a:solidFill>
                  <a:srgbClr val="238E23"/>
                </a:solidFill>
                <a:latin typeface="Lucida Console"/>
                <a:cs typeface="Lucida Console"/>
              </a:rPr>
              <a:t>##</a:t>
            </a:r>
            <a:r>
              <a:rPr sz="1050" spc="-50" dirty="0">
                <a:solidFill>
                  <a:srgbClr val="238E23"/>
                </a:solidFill>
                <a:latin typeface="Lucida Console"/>
                <a:cs typeface="Lucida Console"/>
              </a:rPr>
              <a:t> </a:t>
            </a:r>
            <a:r>
              <a:rPr sz="1050" spc="-35" dirty="0">
                <a:solidFill>
                  <a:srgbClr val="238E23"/>
                </a:solidFill>
                <a:latin typeface="Lucida Console"/>
                <a:cs typeface="Lucida Console"/>
              </a:rPr>
              <a:t>Define</a:t>
            </a:r>
            <a:r>
              <a:rPr sz="1050" spc="-70" dirty="0">
                <a:solidFill>
                  <a:srgbClr val="238E23"/>
                </a:solidFill>
                <a:latin typeface="Lucida Console"/>
                <a:cs typeface="Lucida Console"/>
              </a:rPr>
              <a:t> </a:t>
            </a:r>
            <a:r>
              <a:rPr sz="1050" spc="-35" dirty="0">
                <a:solidFill>
                  <a:srgbClr val="238E23"/>
                </a:solidFill>
                <a:latin typeface="Lucida Console"/>
                <a:cs typeface="Lucida Console"/>
              </a:rPr>
              <a:t>the</a:t>
            </a:r>
            <a:r>
              <a:rPr sz="1050" spc="-50" dirty="0">
                <a:solidFill>
                  <a:srgbClr val="238E23"/>
                </a:solidFill>
                <a:latin typeface="Lucida Console"/>
                <a:cs typeface="Lucida Console"/>
              </a:rPr>
              <a:t> </a:t>
            </a:r>
            <a:r>
              <a:rPr sz="1050" spc="-35" dirty="0">
                <a:solidFill>
                  <a:srgbClr val="238E23"/>
                </a:solidFill>
                <a:latin typeface="Lucida Console"/>
                <a:cs typeface="Lucida Console"/>
              </a:rPr>
              <a:t>generator</a:t>
            </a:r>
            <a:endParaRPr sz="1050">
              <a:latin typeface="Lucida Console"/>
              <a:cs typeface="Lucida Console"/>
            </a:endParaRPr>
          </a:p>
        </p:txBody>
      </p:sp>
      <p:sp>
        <p:nvSpPr>
          <p:cNvPr id="11" name="object 11"/>
          <p:cNvSpPr txBox="1"/>
          <p:nvPr/>
        </p:nvSpPr>
        <p:spPr>
          <a:xfrm>
            <a:off x="1026667" y="3323158"/>
            <a:ext cx="714375" cy="186055"/>
          </a:xfrm>
          <a:prstGeom prst="rect">
            <a:avLst/>
          </a:prstGeom>
        </p:spPr>
        <p:txBody>
          <a:bodyPr vert="horz" wrap="square" lIns="0" tIns="12700" rIns="0" bIns="0" rtlCol="0">
            <a:spAutoFit/>
          </a:bodyPr>
          <a:lstStyle/>
          <a:p>
            <a:pPr marL="12700">
              <a:lnSpc>
                <a:spcPct val="100000"/>
              </a:lnSpc>
              <a:spcBef>
                <a:spcPts val="100"/>
              </a:spcBef>
            </a:pPr>
            <a:r>
              <a:rPr sz="1050" spc="-35" dirty="0">
                <a:solidFill>
                  <a:srgbClr val="238E23"/>
                </a:solidFill>
                <a:latin typeface="Lucida Console"/>
                <a:cs typeface="Lucida Console"/>
              </a:rPr>
              <a:t>function:</a:t>
            </a:r>
            <a:endParaRPr sz="1050">
              <a:latin typeface="Lucida Console"/>
              <a:cs typeface="Lucida Console"/>
            </a:endParaRPr>
          </a:p>
        </p:txBody>
      </p:sp>
      <p:grpSp>
        <p:nvGrpSpPr>
          <p:cNvPr id="12" name="object 12"/>
          <p:cNvGrpSpPr/>
          <p:nvPr/>
        </p:nvGrpSpPr>
        <p:grpSpPr>
          <a:xfrm>
            <a:off x="4946903" y="3145535"/>
            <a:ext cx="4464050" cy="3077210"/>
            <a:chOff x="4946903" y="3145535"/>
            <a:chExt cx="4464050" cy="3077210"/>
          </a:xfrm>
        </p:grpSpPr>
        <p:pic>
          <p:nvPicPr>
            <p:cNvPr id="13" name="object 13"/>
            <p:cNvPicPr/>
            <p:nvPr/>
          </p:nvPicPr>
          <p:blipFill>
            <a:blip r:embed="rId6" cstate="print"/>
            <a:stretch>
              <a:fillRect/>
            </a:stretch>
          </p:blipFill>
          <p:spPr>
            <a:xfrm>
              <a:off x="4946903" y="3145535"/>
              <a:ext cx="4463796" cy="3076956"/>
            </a:xfrm>
            <a:prstGeom prst="rect">
              <a:avLst/>
            </a:prstGeom>
          </p:spPr>
        </p:pic>
        <p:sp>
          <p:nvSpPr>
            <p:cNvPr id="14" name="object 14"/>
            <p:cNvSpPr/>
            <p:nvPr/>
          </p:nvSpPr>
          <p:spPr>
            <a:xfrm>
              <a:off x="5129783" y="3255263"/>
              <a:ext cx="2475230" cy="195580"/>
            </a:xfrm>
            <a:custGeom>
              <a:avLst/>
              <a:gdLst/>
              <a:ahLst/>
              <a:cxnLst/>
              <a:rect l="l" t="t" r="r" b="b"/>
              <a:pathLst>
                <a:path w="2475229" h="195579">
                  <a:moveTo>
                    <a:pt x="2474975" y="0"/>
                  </a:moveTo>
                  <a:lnTo>
                    <a:pt x="0" y="0"/>
                  </a:lnTo>
                  <a:lnTo>
                    <a:pt x="0" y="195072"/>
                  </a:lnTo>
                  <a:lnTo>
                    <a:pt x="2474975" y="195072"/>
                  </a:lnTo>
                  <a:lnTo>
                    <a:pt x="2474975" y="0"/>
                  </a:lnTo>
                  <a:close/>
                </a:path>
              </a:pathLst>
            </a:custGeom>
            <a:solidFill>
              <a:srgbClr val="F7F7F7"/>
            </a:solidFill>
          </p:spPr>
          <p:txBody>
            <a:bodyPr wrap="square" lIns="0" tIns="0" rIns="0" bIns="0" rtlCol="0"/>
            <a:lstStyle/>
            <a:p>
              <a:endParaRPr/>
            </a:p>
          </p:txBody>
        </p:sp>
      </p:grpSp>
      <p:sp>
        <p:nvSpPr>
          <p:cNvPr id="15" name="object 15"/>
          <p:cNvSpPr txBox="1"/>
          <p:nvPr/>
        </p:nvSpPr>
        <p:spPr>
          <a:xfrm>
            <a:off x="5117972" y="3175398"/>
            <a:ext cx="2089150" cy="185420"/>
          </a:xfrm>
          <a:prstGeom prst="rect">
            <a:avLst/>
          </a:prstGeom>
        </p:spPr>
        <p:txBody>
          <a:bodyPr vert="horz" wrap="square" lIns="0" tIns="12700" rIns="0" bIns="0" rtlCol="0">
            <a:spAutoFit/>
          </a:bodyPr>
          <a:lstStyle/>
          <a:p>
            <a:pPr marL="12700">
              <a:lnSpc>
                <a:spcPct val="100000"/>
              </a:lnSpc>
              <a:spcBef>
                <a:spcPts val="100"/>
              </a:spcBef>
            </a:pPr>
            <a:r>
              <a:rPr sz="1050" spc="-35" dirty="0">
                <a:solidFill>
                  <a:srgbClr val="238E23"/>
                </a:solidFill>
                <a:latin typeface="Lucida Console"/>
                <a:cs typeface="Lucida Console"/>
              </a:rPr>
              <a:t>##</a:t>
            </a:r>
            <a:r>
              <a:rPr sz="1050" spc="-50" dirty="0">
                <a:solidFill>
                  <a:srgbClr val="238E23"/>
                </a:solidFill>
                <a:latin typeface="Lucida Console"/>
                <a:cs typeface="Lucida Console"/>
              </a:rPr>
              <a:t> </a:t>
            </a:r>
            <a:r>
              <a:rPr sz="1050" spc="-35" dirty="0">
                <a:solidFill>
                  <a:srgbClr val="238E23"/>
                </a:solidFill>
                <a:latin typeface="Lucida Console"/>
                <a:cs typeface="Lucida Console"/>
              </a:rPr>
              <a:t>Define</a:t>
            </a:r>
            <a:r>
              <a:rPr sz="1050" spc="-50" dirty="0">
                <a:solidFill>
                  <a:srgbClr val="238E23"/>
                </a:solidFill>
                <a:latin typeface="Lucida Console"/>
                <a:cs typeface="Lucida Console"/>
              </a:rPr>
              <a:t> </a:t>
            </a:r>
            <a:r>
              <a:rPr sz="1050" spc="-35" dirty="0">
                <a:solidFill>
                  <a:srgbClr val="238E23"/>
                </a:solidFill>
                <a:latin typeface="Lucida Console"/>
                <a:cs typeface="Lucida Console"/>
              </a:rPr>
              <a:t>the</a:t>
            </a:r>
            <a:r>
              <a:rPr sz="1050" spc="-45" dirty="0">
                <a:solidFill>
                  <a:srgbClr val="238E23"/>
                </a:solidFill>
                <a:latin typeface="Lucida Console"/>
                <a:cs typeface="Lucida Console"/>
              </a:rPr>
              <a:t> </a:t>
            </a:r>
            <a:r>
              <a:rPr sz="1050" spc="-35" dirty="0">
                <a:solidFill>
                  <a:srgbClr val="238E23"/>
                </a:solidFill>
                <a:latin typeface="Lucida Console"/>
                <a:cs typeface="Lucida Console"/>
              </a:rPr>
              <a:t>discriminator</a:t>
            </a:r>
            <a:endParaRPr sz="1050">
              <a:latin typeface="Lucida Console"/>
              <a:cs typeface="Lucida Console"/>
            </a:endParaRPr>
          </a:p>
        </p:txBody>
      </p:sp>
      <p:sp>
        <p:nvSpPr>
          <p:cNvPr id="16" name="object 16"/>
          <p:cNvSpPr txBox="1"/>
          <p:nvPr/>
        </p:nvSpPr>
        <p:spPr>
          <a:xfrm>
            <a:off x="5117972" y="3327798"/>
            <a:ext cx="711200" cy="185420"/>
          </a:xfrm>
          <a:prstGeom prst="rect">
            <a:avLst/>
          </a:prstGeom>
        </p:spPr>
        <p:txBody>
          <a:bodyPr vert="horz" wrap="square" lIns="0" tIns="12700" rIns="0" bIns="0" rtlCol="0">
            <a:spAutoFit/>
          </a:bodyPr>
          <a:lstStyle/>
          <a:p>
            <a:pPr marL="12700">
              <a:lnSpc>
                <a:spcPct val="100000"/>
              </a:lnSpc>
              <a:spcBef>
                <a:spcPts val="100"/>
              </a:spcBef>
            </a:pPr>
            <a:r>
              <a:rPr sz="1050" spc="-40" dirty="0">
                <a:solidFill>
                  <a:srgbClr val="238E23"/>
                </a:solidFill>
                <a:latin typeface="Lucida Console"/>
                <a:cs typeface="Lucida Console"/>
              </a:rPr>
              <a:t>function:</a:t>
            </a:r>
            <a:endParaRPr sz="1050">
              <a:latin typeface="Lucida Console"/>
              <a:cs typeface="Lucida Console"/>
            </a:endParaRPr>
          </a:p>
        </p:txBody>
      </p:sp>
      <p:sp>
        <p:nvSpPr>
          <p:cNvPr id="17" name="object 1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8" name="object 18"/>
          <p:cNvPicPr/>
          <p:nvPr/>
        </p:nvPicPr>
        <p:blipFill>
          <a:blip r:embed="rId7" cstate="print"/>
          <a:stretch>
            <a:fillRect/>
          </a:stretch>
        </p:blipFill>
        <p:spPr>
          <a:xfrm>
            <a:off x="719327" y="1464563"/>
            <a:ext cx="3650741" cy="174498"/>
          </a:xfrm>
          <a:prstGeom prst="rect">
            <a:avLst/>
          </a:prstGeom>
        </p:spPr>
      </p:pic>
      <p:pic>
        <p:nvPicPr>
          <p:cNvPr id="19" name="object 19"/>
          <p:cNvPicPr/>
          <p:nvPr/>
        </p:nvPicPr>
        <p:blipFill>
          <a:blip r:embed="rId8" cstate="print"/>
          <a:stretch>
            <a:fillRect/>
          </a:stretch>
        </p:blipFill>
        <p:spPr>
          <a:xfrm>
            <a:off x="710183" y="1805939"/>
            <a:ext cx="6014466" cy="162305"/>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86609" y="6524434"/>
            <a:ext cx="58380"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576"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grpSp>
        <p:nvGrpSpPr>
          <p:cNvPr id="7" name="object 7"/>
          <p:cNvGrpSpPr/>
          <p:nvPr/>
        </p:nvGrpSpPr>
        <p:grpSpPr>
          <a:xfrm>
            <a:off x="550163" y="1763267"/>
            <a:ext cx="4038600" cy="4555490"/>
            <a:chOff x="550163" y="1763267"/>
            <a:chExt cx="4038600" cy="4555490"/>
          </a:xfrm>
        </p:grpSpPr>
        <p:pic>
          <p:nvPicPr>
            <p:cNvPr id="8" name="object 8"/>
            <p:cNvPicPr/>
            <p:nvPr/>
          </p:nvPicPr>
          <p:blipFill>
            <a:blip r:embed="rId5" cstate="print"/>
            <a:stretch>
              <a:fillRect/>
            </a:stretch>
          </p:blipFill>
          <p:spPr>
            <a:xfrm>
              <a:off x="559307" y="1772411"/>
              <a:ext cx="4020312" cy="4339948"/>
            </a:xfrm>
            <a:prstGeom prst="rect">
              <a:avLst/>
            </a:prstGeom>
          </p:spPr>
        </p:pic>
        <p:sp>
          <p:nvSpPr>
            <p:cNvPr id="9" name="object 9"/>
            <p:cNvSpPr/>
            <p:nvPr/>
          </p:nvSpPr>
          <p:spPr>
            <a:xfrm>
              <a:off x="554735" y="1767839"/>
              <a:ext cx="4029710" cy="4546600"/>
            </a:xfrm>
            <a:custGeom>
              <a:avLst/>
              <a:gdLst/>
              <a:ahLst/>
              <a:cxnLst/>
              <a:rect l="l" t="t" r="r" b="b"/>
              <a:pathLst>
                <a:path w="4029710" h="4546600">
                  <a:moveTo>
                    <a:pt x="0" y="4546091"/>
                  </a:moveTo>
                  <a:lnTo>
                    <a:pt x="4029455" y="4546091"/>
                  </a:lnTo>
                  <a:lnTo>
                    <a:pt x="4029455" y="0"/>
                  </a:lnTo>
                  <a:lnTo>
                    <a:pt x="0" y="0"/>
                  </a:lnTo>
                  <a:lnTo>
                    <a:pt x="0" y="4546091"/>
                  </a:lnTo>
                  <a:close/>
                </a:path>
              </a:pathLst>
            </a:custGeom>
            <a:ln w="9144">
              <a:solidFill>
                <a:srgbClr val="D9D9D9"/>
              </a:solidFill>
            </a:ln>
          </p:spPr>
          <p:txBody>
            <a:bodyPr wrap="square" lIns="0" tIns="0" rIns="0" bIns="0" rtlCol="0"/>
            <a:lstStyle/>
            <a:p>
              <a:endParaRPr/>
            </a:p>
          </p:txBody>
        </p:sp>
      </p:grpSp>
      <p:sp>
        <p:nvSpPr>
          <p:cNvPr id="10" name="object 10"/>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11" name="object 11"/>
          <p:cNvPicPr/>
          <p:nvPr/>
        </p:nvPicPr>
        <p:blipFill>
          <a:blip r:embed="rId6" cstate="print"/>
          <a:stretch>
            <a:fillRect/>
          </a:stretch>
        </p:blipFill>
        <p:spPr>
          <a:xfrm>
            <a:off x="719327" y="1464563"/>
            <a:ext cx="2939034" cy="174498"/>
          </a:xfrm>
          <a:prstGeom prst="rect">
            <a:avLst/>
          </a:prstGeom>
        </p:spPr>
      </p:pic>
      <p:pic>
        <p:nvPicPr>
          <p:cNvPr id="12" name="object 12"/>
          <p:cNvPicPr/>
          <p:nvPr/>
        </p:nvPicPr>
        <p:blipFill>
          <a:blip r:embed="rId7" cstate="print"/>
          <a:stretch>
            <a:fillRect/>
          </a:stretch>
        </p:blipFill>
        <p:spPr>
          <a:xfrm>
            <a:off x="4753355" y="1805939"/>
            <a:ext cx="4525517" cy="2126742"/>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8924" y="6524434"/>
            <a:ext cx="83017"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83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4563"/>
            <a:ext cx="2939034" cy="174498"/>
          </a:xfrm>
          <a:prstGeom prst="rect">
            <a:avLst/>
          </a:prstGeom>
        </p:spPr>
      </p:pic>
      <p:grpSp>
        <p:nvGrpSpPr>
          <p:cNvPr id="9" name="object 9"/>
          <p:cNvGrpSpPr/>
          <p:nvPr/>
        </p:nvGrpSpPr>
        <p:grpSpPr>
          <a:xfrm>
            <a:off x="2205227" y="1836420"/>
            <a:ext cx="5636260" cy="4444365"/>
            <a:chOff x="2205227" y="1836420"/>
            <a:chExt cx="5636260" cy="4444365"/>
          </a:xfrm>
        </p:grpSpPr>
        <p:pic>
          <p:nvPicPr>
            <p:cNvPr id="10" name="object 10"/>
            <p:cNvPicPr/>
            <p:nvPr/>
          </p:nvPicPr>
          <p:blipFill>
            <a:blip r:embed="rId6" cstate="print"/>
            <a:stretch>
              <a:fillRect/>
            </a:stretch>
          </p:blipFill>
          <p:spPr>
            <a:xfrm>
              <a:off x="2214371" y="1845564"/>
              <a:ext cx="5617464" cy="4370026"/>
            </a:xfrm>
            <a:prstGeom prst="rect">
              <a:avLst/>
            </a:prstGeom>
          </p:spPr>
        </p:pic>
        <p:sp>
          <p:nvSpPr>
            <p:cNvPr id="11" name="object 11"/>
            <p:cNvSpPr/>
            <p:nvPr/>
          </p:nvSpPr>
          <p:spPr>
            <a:xfrm>
              <a:off x="2209799" y="1840992"/>
              <a:ext cx="5626735" cy="4434840"/>
            </a:xfrm>
            <a:custGeom>
              <a:avLst/>
              <a:gdLst/>
              <a:ahLst/>
              <a:cxnLst/>
              <a:rect l="l" t="t" r="r" b="b"/>
              <a:pathLst>
                <a:path w="5626734" h="4434840">
                  <a:moveTo>
                    <a:pt x="0" y="4434839"/>
                  </a:moveTo>
                  <a:lnTo>
                    <a:pt x="5626608" y="4434839"/>
                  </a:lnTo>
                  <a:lnTo>
                    <a:pt x="5626608" y="0"/>
                  </a:lnTo>
                  <a:lnTo>
                    <a:pt x="0" y="0"/>
                  </a:lnTo>
                  <a:lnTo>
                    <a:pt x="0" y="4434839"/>
                  </a:lnTo>
                  <a:close/>
                </a:path>
              </a:pathLst>
            </a:custGeom>
            <a:ln w="9144">
              <a:solidFill>
                <a:srgbClr val="D9D9D9"/>
              </a:solidFill>
            </a:ln>
          </p:spPr>
          <p:txBody>
            <a:bodyPr wrap="square" lIns="0" tIns="0" rIns="0" bIns="0" rtlCol="0"/>
            <a:lstStyle/>
            <a:p>
              <a:endParaRPr/>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9003"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321"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4563"/>
            <a:ext cx="1056894" cy="142494"/>
          </a:xfrm>
          <a:prstGeom prst="rect">
            <a:avLst/>
          </a:prstGeom>
        </p:spPr>
      </p:pic>
      <p:pic>
        <p:nvPicPr>
          <p:cNvPr id="9" name="object 9"/>
          <p:cNvPicPr/>
          <p:nvPr/>
        </p:nvPicPr>
        <p:blipFill>
          <a:blip r:embed="rId6" cstate="print"/>
          <a:stretch>
            <a:fillRect/>
          </a:stretch>
        </p:blipFill>
        <p:spPr>
          <a:xfrm>
            <a:off x="710183" y="1805927"/>
            <a:ext cx="7750302" cy="986802"/>
          </a:xfrm>
          <a:prstGeom prst="rect">
            <a:avLst/>
          </a:prstGeom>
        </p:spPr>
      </p:pic>
      <p:grpSp>
        <p:nvGrpSpPr>
          <p:cNvPr id="10" name="object 10"/>
          <p:cNvGrpSpPr/>
          <p:nvPr/>
        </p:nvGrpSpPr>
        <p:grpSpPr>
          <a:xfrm>
            <a:off x="838200" y="3276600"/>
            <a:ext cx="7629525" cy="3031490"/>
            <a:chOff x="838200" y="3276600"/>
            <a:chExt cx="7629525" cy="3031490"/>
          </a:xfrm>
        </p:grpSpPr>
        <p:pic>
          <p:nvPicPr>
            <p:cNvPr id="11" name="object 11"/>
            <p:cNvPicPr/>
            <p:nvPr/>
          </p:nvPicPr>
          <p:blipFill>
            <a:blip r:embed="rId7" cstate="print"/>
            <a:stretch>
              <a:fillRect/>
            </a:stretch>
          </p:blipFill>
          <p:spPr>
            <a:xfrm>
              <a:off x="847344" y="3285744"/>
              <a:ext cx="7610856" cy="3012948"/>
            </a:xfrm>
            <a:prstGeom prst="rect">
              <a:avLst/>
            </a:prstGeom>
          </p:spPr>
        </p:pic>
        <p:sp>
          <p:nvSpPr>
            <p:cNvPr id="12" name="object 12"/>
            <p:cNvSpPr/>
            <p:nvPr/>
          </p:nvSpPr>
          <p:spPr>
            <a:xfrm>
              <a:off x="842772" y="3281172"/>
              <a:ext cx="7620000" cy="3022600"/>
            </a:xfrm>
            <a:custGeom>
              <a:avLst/>
              <a:gdLst/>
              <a:ahLst/>
              <a:cxnLst/>
              <a:rect l="l" t="t" r="r" b="b"/>
              <a:pathLst>
                <a:path w="7620000" h="3022600">
                  <a:moveTo>
                    <a:pt x="0" y="3022091"/>
                  </a:moveTo>
                  <a:lnTo>
                    <a:pt x="7620000" y="3022091"/>
                  </a:lnTo>
                  <a:lnTo>
                    <a:pt x="7620000" y="0"/>
                  </a:lnTo>
                  <a:lnTo>
                    <a:pt x="0" y="0"/>
                  </a:lnTo>
                  <a:lnTo>
                    <a:pt x="0" y="3022091"/>
                  </a:lnTo>
                  <a:close/>
                </a:path>
              </a:pathLst>
            </a:custGeom>
            <a:ln w="9144">
              <a:solidFill>
                <a:srgbClr val="D9D9D9"/>
              </a:solidFill>
            </a:ln>
          </p:spPr>
          <p:txBody>
            <a:bodyPr wrap="square" lIns="0" tIns="0" rIns="0" bIns="0" rtlCol="0"/>
            <a:lstStyle/>
            <a:p>
              <a:endParaRPr/>
            </a:p>
          </p:txBody>
        </p:sp>
      </p:gr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5100"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194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90"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4563"/>
            <a:ext cx="1056894" cy="142494"/>
          </a:xfrm>
          <a:prstGeom prst="rect">
            <a:avLst/>
          </a:prstGeom>
        </p:spPr>
      </p:pic>
      <p:pic>
        <p:nvPicPr>
          <p:cNvPr id="9" name="object 9"/>
          <p:cNvPicPr/>
          <p:nvPr/>
        </p:nvPicPr>
        <p:blipFill>
          <a:blip r:embed="rId6" cstate="print"/>
          <a:stretch>
            <a:fillRect/>
          </a:stretch>
        </p:blipFill>
        <p:spPr>
          <a:xfrm>
            <a:off x="710183" y="1805939"/>
            <a:ext cx="6425945" cy="983741"/>
          </a:xfrm>
          <a:prstGeom prst="rect">
            <a:avLst/>
          </a:prstGeom>
        </p:spPr>
      </p:pic>
      <p:grpSp>
        <p:nvGrpSpPr>
          <p:cNvPr id="10" name="object 10"/>
          <p:cNvGrpSpPr/>
          <p:nvPr/>
        </p:nvGrpSpPr>
        <p:grpSpPr>
          <a:xfrm>
            <a:off x="868680" y="3112007"/>
            <a:ext cx="8068309" cy="3206750"/>
            <a:chOff x="868680" y="3112007"/>
            <a:chExt cx="8068309" cy="3206750"/>
          </a:xfrm>
        </p:grpSpPr>
        <p:pic>
          <p:nvPicPr>
            <p:cNvPr id="11" name="object 11"/>
            <p:cNvPicPr/>
            <p:nvPr/>
          </p:nvPicPr>
          <p:blipFill>
            <a:blip r:embed="rId7" cstate="print"/>
            <a:stretch>
              <a:fillRect/>
            </a:stretch>
          </p:blipFill>
          <p:spPr>
            <a:xfrm>
              <a:off x="877824" y="3121151"/>
              <a:ext cx="8049768" cy="3188208"/>
            </a:xfrm>
            <a:prstGeom prst="rect">
              <a:avLst/>
            </a:prstGeom>
          </p:spPr>
        </p:pic>
        <p:sp>
          <p:nvSpPr>
            <p:cNvPr id="12" name="object 12"/>
            <p:cNvSpPr/>
            <p:nvPr/>
          </p:nvSpPr>
          <p:spPr>
            <a:xfrm>
              <a:off x="873252" y="3116579"/>
              <a:ext cx="8059420" cy="3197860"/>
            </a:xfrm>
            <a:custGeom>
              <a:avLst/>
              <a:gdLst/>
              <a:ahLst/>
              <a:cxnLst/>
              <a:rect l="l" t="t" r="r" b="b"/>
              <a:pathLst>
                <a:path w="8059420" h="3197860">
                  <a:moveTo>
                    <a:pt x="0" y="3197352"/>
                  </a:moveTo>
                  <a:lnTo>
                    <a:pt x="8058911" y="3197352"/>
                  </a:lnTo>
                  <a:lnTo>
                    <a:pt x="8058911" y="0"/>
                  </a:lnTo>
                  <a:lnTo>
                    <a:pt x="0" y="0"/>
                  </a:lnTo>
                  <a:lnTo>
                    <a:pt x="0" y="3197352"/>
                  </a:lnTo>
                  <a:close/>
                </a:path>
              </a:pathLst>
            </a:custGeom>
            <a:ln w="9144">
              <a:solidFill>
                <a:srgbClr val="D9D9D9"/>
              </a:solidFill>
            </a:ln>
          </p:spPr>
          <p:txBody>
            <a:bodyPr wrap="square" lIns="0" tIns="0" rIns="0" bIns="0" rtlCol="0"/>
            <a:lstStyle/>
            <a:p>
              <a:endParaRPr/>
            </a:p>
          </p:txBody>
        </p:sp>
      </p:gr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8924" y="6524434"/>
            <a:ext cx="83017"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dirty="0"/>
              <a:t>3.3.</a:t>
            </a:r>
            <a:r>
              <a:rPr spc="-15" dirty="0"/>
              <a:t> </a:t>
            </a:r>
            <a:r>
              <a:rPr spc="-5" dirty="0"/>
              <a:t>Generative</a:t>
            </a:r>
            <a:r>
              <a:rPr spc="-10" dirty="0"/>
              <a:t> </a:t>
            </a:r>
            <a:r>
              <a:rPr spc="-5" dirty="0"/>
              <a:t>Adversarial</a:t>
            </a:r>
            <a:r>
              <a:rPr spc="-15" dirty="0"/>
              <a:t> </a:t>
            </a:r>
            <a:r>
              <a:rPr spc="-5" dirty="0"/>
              <a:t>Networks</a:t>
            </a:r>
            <a:r>
              <a:rPr dirty="0"/>
              <a:t> </a:t>
            </a:r>
            <a:r>
              <a:rPr spc="-5" dirty="0"/>
              <a:t>Exercise</a:t>
            </a:r>
          </a:p>
        </p:txBody>
      </p:sp>
      <p:sp>
        <p:nvSpPr>
          <p:cNvPr id="6" name="object 6"/>
          <p:cNvSpPr txBox="1"/>
          <p:nvPr/>
        </p:nvSpPr>
        <p:spPr>
          <a:xfrm>
            <a:off x="8672321"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4563"/>
            <a:ext cx="1824989" cy="174498"/>
          </a:xfrm>
          <a:prstGeom prst="rect">
            <a:avLst/>
          </a:prstGeom>
        </p:spPr>
      </p:pic>
      <p:grpSp>
        <p:nvGrpSpPr>
          <p:cNvPr id="9" name="object 9"/>
          <p:cNvGrpSpPr/>
          <p:nvPr/>
        </p:nvGrpSpPr>
        <p:grpSpPr>
          <a:xfrm>
            <a:off x="566737" y="1763077"/>
            <a:ext cx="8724265" cy="3662679"/>
            <a:chOff x="566737" y="1763077"/>
            <a:chExt cx="8724265" cy="3662679"/>
          </a:xfrm>
        </p:grpSpPr>
        <p:pic>
          <p:nvPicPr>
            <p:cNvPr id="10" name="object 10"/>
            <p:cNvPicPr/>
            <p:nvPr/>
          </p:nvPicPr>
          <p:blipFill>
            <a:blip r:embed="rId6" cstate="print"/>
            <a:stretch>
              <a:fillRect/>
            </a:stretch>
          </p:blipFill>
          <p:spPr>
            <a:xfrm>
              <a:off x="576072" y="1772411"/>
              <a:ext cx="8705088" cy="3475469"/>
            </a:xfrm>
            <a:prstGeom prst="rect">
              <a:avLst/>
            </a:prstGeom>
          </p:spPr>
        </p:pic>
        <p:sp>
          <p:nvSpPr>
            <p:cNvPr id="11" name="object 11"/>
            <p:cNvSpPr/>
            <p:nvPr/>
          </p:nvSpPr>
          <p:spPr>
            <a:xfrm>
              <a:off x="571500" y="1767839"/>
              <a:ext cx="8714740" cy="3653154"/>
            </a:xfrm>
            <a:custGeom>
              <a:avLst/>
              <a:gdLst/>
              <a:ahLst/>
              <a:cxnLst/>
              <a:rect l="l" t="t" r="r" b="b"/>
              <a:pathLst>
                <a:path w="8714740" h="3653154">
                  <a:moveTo>
                    <a:pt x="0" y="3653028"/>
                  </a:moveTo>
                  <a:lnTo>
                    <a:pt x="8714232" y="3653028"/>
                  </a:lnTo>
                  <a:lnTo>
                    <a:pt x="8714232" y="0"/>
                  </a:lnTo>
                  <a:lnTo>
                    <a:pt x="0" y="0"/>
                  </a:lnTo>
                  <a:lnTo>
                    <a:pt x="0" y="3653028"/>
                  </a:lnTo>
                  <a:close/>
                </a:path>
              </a:pathLst>
            </a:custGeom>
            <a:ln w="9144">
              <a:solidFill>
                <a:srgbClr val="D9D9D9"/>
              </a:solidFill>
            </a:ln>
          </p:spPr>
          <p:txBody>
            <a:bodyPr wrap="square" lIns="0" tIns="0" rIns="0" bIns="0" rtlCol="0"/>
            <a:lstStyle/>
            <a:p>
              <a:endParaRPr/>
            </a:p>
          </p:txBody>
        </p:sp>
        <p:sp>
          <p:nvSpPr>
            <p:cNvPr id="12" name="object 12"/>
            <p:cNvSpPr/>
            <p:nvPr/>
          </p:nvSpPr>
          <p:spPr>
            <a:xfrm>
              <a:off x="1082040" y="4469891"/>
              <a:ext cx="1600200" cy="629920"/>
            </a:xfrm>
            <a:custGeom>
              <a:avLst/>
              <a:gdLst/>
              <a:ahLst/>
              <a:cxnLst/>
              <a:rect l="l" t="t" r="r" b="b"/>
              <a:pathLst>
                <a:path w="1600200" h="629920">
                  <a:moveTo>
                    <a:pt x="1545336" y="0"/>
                  </a:moveTo>
                  <a:lnTo>
                    <a:pt x="0" y="0"/>
                  </a:lnTo>
                  <a:lnTo>
                    <a:pt x="0" y="214884"/>
                  </a:lnTo>
                  <a:lnTo>
                    <a:pt x="1545336" y="214884"/>
                  </a:lnTo>
                  <a:lnTo>
                    <a:pt x="1545336" y="0"/>
                  </a:lnTo>
                  <a:close/>
                </a:path>
                <a:path w="1600200" h="629920">
                  <a:moveTo>
                    <a:pt x="1600200" y="409956"/>
                  </a:moveTo>
                  <a:lnTo>
                    <a:pt x="3048" y="409956"/>
                  </a:lnTo>
                  <a:lnTo>
                    <a:pt x="3048" y="629412"/>
                  </a:lnTo>
                  <a:lnTo>
                    <a:pt x="1600200" y="629412"/>
                  </a:lnTo>
                  <a:lnTo>
                    <a:pt x="1600200" y="409956"/>
                  </a:lnTo>
                  <a:close/>
                </a:path>
              </a:pathLst>
            </a:custGeom>
            <a:solidFill>
              <a:srgbClr val="FFFFFF"/>
            </a:solidFill>
          </p:spPr>
          <p:txBody>
            <a:bodyPr wrap="square" lIns="0" tIns="0" rIns="0" bIns="0" rtlCol="0"/>
            <a:lstStyle/>
            <a:p>
              <a:endParaRPr/>
            </a:p>
          </p:txBody>
        </p:sp>
      </p:grpSp>
      <p:sp>
        <p:nvSpPr>
          <p:cNvPr id="13" name="object 13"/>
          <p:cNvSpPr txBox="1"/>
          <p:nvPr/>
        </p:nvSpPr>
        <p:spPr>
          <a:xfrm>
            <a:off x="1082039" y="4390390"/>
            <a:ext cx="1277620" cy="774065"/>
          </a:xfrm>
          <a:prstGeom prst="rect">
            <a:avLst/>
          </a:prstGeom>
        </p:spPr>
        <p:txBody>
          <a:bodyPr vert="horz" wrap="square" lIns="0" tIns="12700" rIns="0" bIns="0" rtlCol="0">
            <a:spAutoFit/>
          </a:bodyPr>
          <a:lstStyle/>
          <a:p>
            <a:pPr marR="8255">
              <a:lnSpc>
                <a:spcPct val="100000"/>
              </a:lnSpc>
              <a:spcBef>
                <a:spcPts val="100"/>
              </a:spcBef>
            </a:pPr>
            <a:r>
              <a:rPr sz="1100" spc="-5" dirty="0">
                <a:solidFill>
                  <a:srgbClr val="404040"/>
                </a:solidFill>
                <a:latin typeface="Lucida Console"/>
                <a:cs typeface="Lucida Console"/>
              </a:rPr>
              <a:t>after </a:t>
            </a:r>
            <a:r>
              <a:rPr sz="1100" dirty="0">
                <a:solidFill>
                  <a:srgbClr val="404040"/>
                </a:solidFill>
                <a:latin typeface="Lucida Console"/>
                <a:cs typeface="Lucida Console"/>
              </a:rPr>
              <a:t> </a:t>
            </a:r>
            <a:r>
              <a:rPr sz="1100" spc="-5" dirty="0">
                <a:solidFill>
                  <a:srgbClr val="404040"/>
                </a:solidFill>
                <a:latin typeface="Lucida Console"/>
                <a:cs typeface="Lucida Console"/>
              </a:rPr>
              <a:t>prepro</a:t>
            </a:r>
            <a:r>
              <a:rPr sz="1100" spc="5" dirty="0">
                <a:solidFill>
                  <a:srgbClr val="404040"/>
                </a:solidFill>
                <a:latin typeface="Lucida Console"/>
                <a:cs typeface="Lucida Console"/>
              </a:rPr>
              <a:t>c</a:t>
            </a:r>
            <a:r>
              <a:rPr sz="1100" spc="-5" dirty="0">
                <a:solidFill>
                  <a:srgbClr val="404040"/>
                </a:solidFill>
                <a:latin typeface="Lucida Console"/>
                <a:cs typeface="Lucida Console"/>
              </a:rPr>
              <a:t>eess</a:t>
            </a:r>
            <a:r>
              <a:rPr sz="1100" spc="5" dirty="0">
                <a:solidFill>
                  <a:srgbClr val="404040"/>
                </a:solidFill>
                <a:latin typeface="Lucida Console"/>
                <a:cs typeface="Lucida Console"/>
              </a:rPr>
              <a:t>i</a:t>
            </a:r>
            <a:r>
              <a:rPr sz="1100" spc="-5" dirty="0">
                <a:solidFill>
                  <a:srgbClr val="404040"/>
                </a:solidFill>
                <a:latin typeface="Lucida Console"/>
                <a:cs typeface="Lucida Console"/>
              </a:rPr>
              <a:t>n</a:t>
            </a:r>
            <a:r>
              <a:rPr sz="1100" spc="-10" dirty="0">
                <a:solidFill>
                  <a:srgbClr val="404040"/>
                </a:solidFill>
                <a:latin typeface="Lucida Console"/>
                <a:cs typeface="Lucida Console"/>
              </a:rPr>
              <a:t>g</a:t>
            </a:r>
            <a:r>
              <a:rPr sz="1100" dirty="0">
                <a:solidFill>
                  <a:srgbClr val="404040"/>
                </a:solidFill>
                <a:latin typeface="Lucida Console"/>
                <a:cs typeface="Lucida Console"/>
              </a:rPr>
              <a:t>:</a:t>
            </a:r>
            <a:endParaRPr sz="1100">
              <a:latin typeface="Lucida Console"/>
              <a:cs typeface="Lucida Console"/>
            </a:endParaRPr>
          </a:p>
          <a:p>
            <a:pPr marL="2540" marR="5080">
              <a:lnSpc>
                <a:spcPct val="100000"/>
              </a:lnSpc>
              <a:spcBef>
                <a:spcPts val="615"/>
              </a:spcBef>
            </a:pPr>
            <a:r>
              <a:rPr sz="1100" spc="-5" dirty="0">
                <a:solidFill>
                  <a:srgbClr val="404040"/>
                </a:solidFill>
                <a:latin typeface="Lucida Console"/>
                <a:cs typeface="Lucida Console"/>
              </a:rPr>
              <a:t>before </a:t>
            </a:r>
            <a:r>
              <a:rPr sz="1100" dirty="0">
                <a:solidFill>
                  <a:srgbClr val="404040"/>
                </a:solidFill>
                <a:latin typeface="Lucida Console"/>
                <a:cs typeface="Lucida Console"/>
              </a:rPr>
              <a:t> p</a:t>
            </a:r>
            <a:r>
              <a:rPr sz="1100" spc="-10" dirty="0">
                <a:solidFill>
                  <a:srgbClr val="404040"/>
                </a:solidFill>
                <a:latin typeface="Lucida Console"/>
                <a:cs typeface="Lucida Console"/>
              </a:rPr>
              <a:t>r</a:t>
            </a:r>
            <a:r>
              <a:rPr sz="1100" dirty="0">
                <a:solidFill>
                  <a:srgbClr val="404040"/>
                </a:solidFill>
                <a:latin typeface="Lucida Console"/>
                <a:cs typeface="Lucida Console"/>
              </a:rPr>
              <a:t>e</a:t>
            </a:r>
            <a:r>
              <a:rPr sz="1100" spc="-10" dirty="0">
                <a:solidFill>
                  <a:srgbClr val="404040"/>
                </a:solidFill>
                <a:latin typeface="Lucida Console"/>
                <a:cs typeface="Lucida Console"/>
              </a:rPr>
              <a:t>p</a:t>
            </a:r>
            <a:r>
              <a:rPr sz="1100" dirty="0">
                <a:solidFill>
                  <a:srgbClr val="404040"/>
                </a:solidFill>
                <a:latin typeface="Lucida Console"/>
                <a:cs typeface="Lucida Console"/>
              </a:rPr>
              <a:t>r</a:t>
            </a:r>
            <a:r>
              <a:rPr sz="1100" spc="-10" dirty="0">
                <a:solidFill>
                  <a:srgbClr val="404040"/>
                </a:solidFill>
                <a:latin typeface="Lucida Console"/>
                <a:cs typeface="Lucida Console"/>
              </a:rPr>
              <a:t>o</a:t>
            </a:r>
            <a:r>
              <a:rPr sz="1100" spc="5" dirty="0">
                <a:solidFill>
                  <a:srgbClr val="404040"/>
                </a:solidFill>
                <a:latin typeface="Lucida Console"/>
                <a:cs typeface="Lucida Console"/>
              </a:rPr>
              <a:t>c</a:t>
            </a:r>
            <a:r>
              <a:rPr sz="1100" dirty="0">
                <a:solidFill>
                  <a:srgbClr val="404040"/>
                </a:solidFill>
                <a:latin typeface="Lucida Console"/>
                <a:cs typeface="Lucida Console"/>
              </a:rPr>
              <a:t>e</a:t>
            </a:r>
            <a:r>
              <a:rPr sz="1100" spc="-10" dirty="0">
                <a:solidFill>
                  <a:srgbClr val="404040"/>
                </a:solidFill>
                <a:latin typeface="Lucida Console"/>
                <a:cs typeface="Lucida Console"/>
              </a:rPr>
              <a:t>e</a:t>
            </a:r>
            <a:r>
              <a:rPr sz="1100" dirty="0">
                <a:solidFill>
                  <a:srgbClr val="404040"/>
                </a:solidFill>
                <a:latin typeface="Lucida Console"/>
                <a:cs typeface="Lucida Console"/>
              </a:rPr>
              <a:t>s</a:t>
            </a:r>
            <a:r>
              <a:rPr sz="1100" spc="-10" dirty="0">
                <a:solidFill>
                  <a:srgbClr val="404040"/>
                </a:solidFill>
                <a:latin typeface="Lucida Console"/>
                <a:cs typeface="Lucida Console"/>
              </a:rPr>
              <a:t>s</a:t>
            </a:r>
            <a:r>
              <a:rPr sz="1100" spc="5" dirty="0">
                <a:solidFill>
                  <a:srgbClr val="404040"/>
                </a:solidFill>
                <a:latin typeface="Lucida Console"/>
                <a:cs typeface="Lucida Console"/>
              </a:rPr>
              <a:t>i</a:t>
            </a:r>
            <a:r>
              <a:rPr sz="1100" dirty="0">
                <a:solidFill>
                  <a:srgbClr val="404040"/>
                </a:solidFill>
                <a:latin typeface="Lucida Console"/>
                <a:cs typeface="Lucida Console"/>
              </a:rPr>
              <a:t>n</a:t>
            </a:r>
            <a:r>
              <a:rPr sz="1100" spc="-40" dirty="0">
                <a:solidFill>
                  <a:srgbClr val="404040"/>
                </a:solidFill>
                <a:latin typeface="Lucida Console"/>
                <a:cs typeface="Lucida Console"/>
              </a:rPr>
              <a:t>g</a:t>
            </a:r>
            <a:r>
              <a:rPr sz="1100" dirty="0">
                <a:solidFill>
                  <a:srgbClr val="404040"/>
                </a:solidFill>
                <a:latin typeface="Lucida Console"/>
                <a:cs typeface="Lucida Console"/>
              </a:rPr>
              <a:t>:</a:t>
            </a:r>
            <a:endParaRPr sz="1100">
              <a:latin typeface="Lucida Console"/>
              <a:cs typeface="Lucida Console"/>
            </a:endParaRPr>
          </a:p>
        </p:txBody>
      </p:sp>
      <p:grpSp>
        <p:nvGrpSpPr>
          <p:cNvPr id="14" name="object 14"/>
          <p:cNvGrpSpPr/>
          <p:nvPr/>
        </p:nvGrpSpPr>
        <p:grpSpPr>
          <a:xfrm>
            <a:off x="1536191" y="2345435"/>
            <a:ext cx="6179820" cy="2956560"/>
            <a:chOff x="1536191" y="2345435"/>
            <a:chExt cx="6179820" cy="2956560"/>
          </a:xfrm>
        </p:grpSpPr>
        <p:sp>
          <p:nvSpPr>
            <p:cNvPr id="15" name="object 15"/>
            <p:cNvSpPr/>
            <p:nvPr/>
          </p:nvSpPr>
          <p:spPr>
            <a:xfrm>
              <a:off x="3122675" y="4669535"/>
              <a:ext cx="1758950" cy="234950"/>
            </a:xfrm>
            <a:custGeom>
              <a:avLst/>
              <a:gdLst/>
              <a:ahLst/>
              <a:cxnLst/>
              <a:rect l="l" t="t" r="r" b="b"/>
              <a:pathLst>
                <a:path w="1758950" h="234950">
                  <a:moveTo>
                    <a:pt x="1758696" y="0"/>
                  </a:moveTo>
                  <a:lnTo>
                    <a:pt x="0" y="0"/>
                  </a:lnTo>
                  <a:lnTo>
                    <a:pt x="0" y="234695"/>
                  </a:lnTo>
                  <a:lnTo>
                    <a:pt x="1758696" y="234695"/>
                  </a:lnTo>
                  <a:lnTo>
                    <a:pt x="1758696" y="0"/>
                  </a:lnTo>
                  <a:close/>
                </a:path>
              </a:pathLst>
            </a:custGeom>
            <a:solidFill>
              <a:srgbClr val="FFFFFF"/>
            </a:solidFill>
          </p:spPr>
          <p:txBody>
            <a:bodyPr wrap="square" lIns="0" tIns="0" rIns="0" bIns="0" rtlCol="0"/>
            <a:lstStyle/>
            <a:p>
              <a:endParaRPr/>
            </a:p>
          </p:txBody>
        </p:sp>
        <p:sp>
          <p:nvSpPr>
            <p:cNvPr id="16" name="object 16"/>
            <p:cNvSpPr/>
            <p:nvPr/>
          </p:nvSpPr>
          <p:spPr>
            <a:xfrm>
              <a:off x="1536192" y="2345435"/>
              <a:ext cx="2125980" cy="1492250"/>
            </a:xfrm>
            <a:custGeom>
              <a:avLst/>
              <a:gdLst/>
              <a:ahLst/>
              <a:cxnLst/>
              <a:rect l="l" t="t" r="r" b="b"/>
              <a:pathLst>
                <a:path w="2125979" h="1492250">
                  <a:moveTo>
                    <a:pt x="1993392" y="1290828"/>
                  </a:moveTo>
                  <a:lnTo>
                    <a:pt x="0" y="1290828"/>
                  </a:lnTo>
                  <a:lnTo>
                    <a:pt x="0" y="1491996"/>
                  </a:lnTo>
                  <a:lnTo>
                    <a:pt x="1993392" y="1491996"/>
                  </a:lnTo>
                  <a:lnTo>
                    <a:pt x="1993392" y="1290828"/>
                  </a:lnTo>
                  <a:close/>
                </a:path>
                <a:path w="2125979" h="1492250">
                  <a:moveTo>
                    <a:pt x="2125980" y="0"/>
                  </a:moveTo>
                  <a:lnTo>
                    <a:pt x="0" y="0"/>
                  </a:lnTo>
                  <a:lnTo>
                    <a:pt x="0" y="195072"/>
                  </a:lnTo>
                  <a:lnTo>
                    <a:pt x="2125980" y="195072"/>
                  </a:lnTo>
                  <a:lnTo>
                    <a:pt x="2125980" y="0"/>
                  </a:lnTo>
                  <a:close/>
                </a:path>
              </a:pathLst>
            </a:custGeom>
            <a:solidFill>
              <a:srgbClr val="F7F7F7"/>
            </a:solidFill>
          </p:spPr>
          <p:txBody>
            <a:bodyPr wrap="square" lIns="0" tIns="0" rIns="0" bIns="0" rtlCol="0"/>
            <a:lstStyle/>
            <a:p>
              <a:endParaRPr/>
            </a:p>
          </p:txBody>
        </p:sp>
        <p:sp>
          <p:nvSpPr>
            <p:cNvPr id="17" name="object 17"/>
            <p:cNvSpPr/>
            <p:nvPr/>
          </p:nvSpPr>
          <p:spPr>
            <a:xfrm>
              <a:off x="3401568" y="5065775"/>
              <a:ext cx="4314825" cy="236220"/>
            </a:xfrm>
            <a:custGeom>
              <a:avLst/>
              <a:gdLst/>
              <a:ahLst/>
              <a:cxnLst/>
              <a:rect l="l" t="t" r="r" b="b"/>
              <a:pathLst>
                <a:path w="4314825" h="236220">
                  <a:moveTo>
                    <a:pt x="4314444" y="0"/>
                  </a:moveTo>
                  <a:lnTo>
                    <a:pt x="0" y="0"/>
                  </a:lnTo>
                  <a:lnTo>
                    <a:pt x="0" y="236220"/>
                  </a:lnTo>
                  <a:lnTo>
                    <a:pt x="4314444" y="236220"/>
                  </a:lnTo>
                  <a:lnTo>
                    <a:pt x="4314444" y="0"/>
                  </a:lnTo>
                  <a:close/>
                </a:path>
              </a:pathLst>
            </a:custGeom>
            <a:solidFill>
              <a:srgbClr val="FFFFFF"/>
            </a:solidFill>
          </p:spPr>
          <p:txBody>
            <a:bodyPr wrap="square" lIns="0" tIns="0" rIns="0" bIns="0" rtlCol="0"/>
            <a:lstStyle/>
            <a:p>
              <a:endParaRPr/>
            </a:p>
          </p:txBody>
        </p:sp>
      </p:grpSp>
      <p:sp>
        <p:nvSpPr>
          <p:cNvPr id="18" name="object 18"/>
          <p:cNvSpPr txBox="1"/>
          <p:nvPr/>
        </p:nvSpPr>
        <p:spPr>
          <a:xfrm>
            <a:off x="3203448" y="4600194"/>
            <a:ext cx="3328035" cy="758190"/>
          </a:xfrm>
          <a:prstGeom prst="rect">
            <a:avLst/>
          </a:prstGeom>
        </p:spPr>
        <p:txBody>
          <a:bodyPr vert="horz" wrap="square" lIns="0" tIns="12700" rIns="0" bIns="0" rtlCol="0">
            <a:spAutoFit/>
          </a:bodyPr>
          <a:lstStyle/>
          <a:p>
            <a:pPr marR="1720214" algn="ctr">
              <a:lnSpc>
                <a:spcPct val="100000"/>
              </a:lnSpc>
              <a:spcBef>
                <a:spcPts val="100"/>
              </a:spcBef>
            </a:pPr>
            <a:r>
              <a:rPr sz="1100" spc="-5" dirty="0">
                <a:solidFill>
                  <a:srgbClr val="404040"/>
                </a:solidFill>
                <a:latin typeface="Lucida Console"/>
                <a:cs typeface="Lucida Console"/>
              </a:rPr>
              <a:t>minimum:</a:t>
            </a:r>
            <a:r>
              <a:rPr sz="1100" spc="-25" dirty="0">
                <a:solidFill>
                  <a:srgbClr val="404040"/>
                </a:solidFill>
                <a:latin typeface="Lucida Console"/>
                <a:cs typeface="Lucida Console"/>
              </a:rPr>
              <a:t> </a:t>
            </a:r>
            <a:r>
              <a:rPr sz="1100" dirty="0">
                <a:solidFill>
                  <a:srgbClr val="404040"/>
                </a:solidFill>
                <a:latin typeface="Lucida Console"/>
                <a:cs typeface="Lucida Console"/>
              </a:rPr>
              <a:t>0</a:t>
            </a:r>
            <a:r>
              <a:rPr sz="1100" spc="-20" dirty="0">
                <a:solidFill>
                  <a:srgbClr val="404040"/>
                </a:solidFill>
                <a:latin typeface="Lucida Console"/>
                <a:cs typeface="Lucida Console"/>
              </a:rPr>
              <a:t> </a:t>
            </a:r>
            <a:r>
              <a:rPr sz="1100" dirty="0">
                <a:solidFill>
                  <a:srgbClr val="404040"/>
                </a:solidFill>
                <a:latin typeface="Lucida Console"/>
                <a:cs typeface="Lucida Console"/>
              </a:rPr>
              <a:t>maximum:</a:t>
            </a:r>
            <a:endParaRPr sz="1100">
              <a:latin typeface="Lucida Console"/>
              <a:cs typeface="Lucida Console"/>
            </a:endParaRPr>
          </a:p>
          <a:p>
            <a:pPr marR="1724025" algn="ctr">
              <a:lnSpc>
                <a:spcPct val="100000"/>
              </a:lnSpc>
              <a:spcBef>
                <a:spcPts val="5"/>
              </a:spcBef>
            </a:pPr>
            <a:r>
              <a:rPr sz="1100" spc="-10" dirty="0">
                <a:solidFill>
                  <a:srgbClr val="404040"/>
                </a:solidFill>
                <a:latin typeface="Lucida Console"/>
                <a:cs typeface="Lucida Console"/>
              </a:rPr>
              <a:t>255</a:t>
            </a:r>
            <a:endParaRPr sz="1100">
              <a:latin typeface="Lucida Console"/>
              <a:cs typeface="Lucida Console"/>
            </a:endParaRPr>
          </a:p>
          <a:p>
            <a:pPr marL="198120">
              <a:lnSpc>
                <a:spcPct val="100000"/>
              </a:lnSpc>
              <a:spcBef>
                <a:spcPts val="480"/>
              </a:spcBef>
            </a:pPr>
            <a:r>
              <a:rPr sz="1100" spc="-5" dirty="0">
                <a:solidFill>
                  <a:srgbClr val="404040"/>
                </a:solidFill>
                <a:latin typeface="Lucida Console"/>
                <a:cs typeface="Lucida Console"/>
              </a:rPr>
              <a:t>minimum:</a:t>
            </a:r>
            <a:r>
              <a:rPr sz="1100" spc="5" dirty="0">
                <a:solidFill>
                  <a:srgbClr val="404040"/>
                </a:solidFill>
                <a:latin typeface="Lucida Console"/>
                <a:cs typeface="Lucida Console"/>
              </a:rPr>
              <a:t> </a:t>
            </a:r>
            <a:r>
              <a:rPr sz="1100" spc="-5" dirty="0">
                <a:solidFill>
                  <a:srgbClr val="404040"/>
                </a:solidFill>
                <a:latin typeface="Lucida Console"/>
                <a:cs typeface="Lucida Console"/>
              </a:rPr>
              <a:t>-0.8737728595733643</a:t>
            </a:r>
            <a:r>
              <a:rPr sz="1100" spc="5" dirty="0">
                <a:solidFill>
                  <a:srgbClr val="404040"/>
                </a:solidFill>
                <a:latin typeface="Lucida Console"/>
                <a:cs typeface="Lucida Console"/>
              </a:rPr>
              <a:t> </a:t>
            </a:r>
            <a:r>
              <a:rPr sz="1100" dirty="0">
                <a:solidFill>
                  <a:srgbClr val="404040"/>
                </a:solidFill>
                <a:latin typeface="Lucida Console"/>
                <a:cs typeface="Lucida Console"/>
              </a:rPr>
              <a:t>maximum:</a:t>
            </a:r>
            <a:endParaRPr sz="1100">
              <a:latin typeface="Lucida Console"/>
              <a:cs typeface="Lucida Console"/>
            </a:endParaRPr>
          </a:p>
          <a:p>
            <a:pPr marL="198120">
              <a:lnSpc>
                <a:spcPct val="100000"/>
              </a:lnSpc>
            </a:pPr>
            <a:r>
              <a:rPr sz="1100" spc="-5" dirty="0">
                <a:solidFill>
                  <a:srgbClr val="404040"/>
                </a:solidFill>
                <a:latin typeface="Lucida Console"/>
                <a:cs typeface="Lucida Console"/>
              </a:rPr>
              <a:t>0.9460210800170898</a:t>
            </a:r>
            <a:endParaRPr sz="1100">
              <a:latin typeface="Lucida Console"/>
              <a:cs typeface="Lucida Console"/>
            </a:endParaRPr>
          </a:p>
        </p:txBody>
      </p:sp>
      <p:sp>
        <p:nvSpPr>
          <p:cNvPr id="19" name="object 19"/>
          <p:cNvSpPr/>
          <p:nvPr/>
        </p:nvSpPr>
        <p:spPr>
          <a:xfrm>
            <a:off x="3730752" y="1888235"/>
            <a:ext cx="5288280" cy="2505710"/>
          </a:xfrm>
          <a:custGeom>
            <a:avLst/>
            <a:gdLst/>
            <a:ahLst/>
            <a:cxnLst/>
            <a:rect l="l" t="t" r="r" b="b"/>
            <a:pathLst>
              <a:path w="5288280" h="2505710">
                <a:moveTo>
                  <a:pt x="5288280" y="882396"/>
                </a:moveTo>
                <a:lnTo>
                  <a:pt x="4418076" y="882396"/>
                </a:lnTo>
                <a:lnTo>
                  <a:pt x="4418076" y="0"/>
                </a:lnTo>
                <a:lnTo>
                  <a:pt x="3985260" y="0"/>
                </a:lnTo>
                <a:lnTo>
                  <a:pt x="3985260" y="882396"/>
                </a:lnTo>
                <a:lnTo>
                  <a:pt x="0" y="882396"/>
                </a:lnTo>
                <a:lnTo>
                  <a:pt x="0" y="1075944"/>
                </a:lnTo>
                <a:lnTo>
                  <a:pt x="3985260" y="1075944"/>
                </a:lnTo>
                <a:lnTo>
                  <a:pt x="3985260" y="2505456"/>
                </a:lnTo>
                <a:lnTo>
                  <a:pt x="4418076" y="2505456"/>
                </a:lnTo>
                <a:lnTo>
                  <a:pt x="4418076" y="1075944"/>
                </a:lnTo>
                <a:lnTo>
                  <a:pt x="5288280" y="1075944"/>
                </a:lnTo>
                <a:lnTo>
                  <a:pt x="5288280" y="882396"/>
                </a:lnTo>
                <a:close/>
              </a:path>
            </a:pathLst>
          </a:custGeom>
          <a:solidFill>
            <a:srgbClr val="F7F7F7"/>
          </a:solidFill>
        </p:spPr>
        <p:txBody>
          <a:bodyPr wrap="square" lIns="0" tIns="0" rIns="0" bIns="0" rtlCol="0"/>
          <a:lstStyle/>
          <a:p>
            <a:endParaRPr/>
          </a:p>
        </p:txBody>
      </p:sp>
      <p:sp>
        <p:nvSpPr>
          <p:cNvPr id="20" name="object 20"/>
          <p:cNvSpPr txBox="1"/>
          <p:nvPr/>
        </p:nvSpPr>
        <p:spPr>
          <a:xfrm>
            <a:off x="1536446" y="2255647"/>
            <a:ext cx="6415405" cy="786130"/>
          </a:xfrm>
          <a:prstGeom prst="rect">
            <a:avLst/>
          </a:prstGeom>
        </p:spPr>
        <p:txBody>
          <a:bodyPr vert="horz" wrap="square" lIns="0" tIns="13335" rIns="0" bIns="0" rtlCol="0">
            <a:spAutoFit/>
          </a:bodyPr>
          <a:lstStyle/>
          <a:p>
            <a:pPr>
              <a:lnSpc>
                <a:spcPct val="100000"/>
              </a:lnSpc>
              <a:spcBef>
                <a:spcPts val="105"/>
              </a:spcBef>
            </a:pPr>
            <a:r>
              <a:rPr sz="1100" spc="-5" dirty="0">
                <a:solidFill>
                  <a:srgbClr val="404040"/>
                </a:solidFill>
                <a:latin typeface="Lucida Console"/>
                <a:cs typeface="Lucida Console"/>
              </a:rPr>
              <a:t>(</a:t>
            </a:r>
            <a:r>
              <a:rPr sz="1100" spc="-5" dirty="0">
                <a:solidFill>
                  <a:srgbClr val="A11515"/>
                </a:solidFill>
                <a:latin typeface="Lucida Console"/>
                <a:cs typeface="Lucida Console"/>
              </a:rPr>
              <a:t>'before</a:t>
            </a:r>
            <a:r>
              <a:rPr sz="1100" spc="-10" dirty="0">
                <a:solidFill>
                  <a:srgbClr val="A11515"/>
                </a:solidFill>
                <a:latin typeface="Lucida Console"/>
                <a:cs typeface="Lucida Console"/>
              </a:rPr>
              <a:t> </a:t>
            </a:r>
            <a:r>
              <a:rPr sz="1100" spc="-5" dirty="0">
                <a:solidFill>
                  <a:srgbClr val="A11515"/>
                </a:solidFill>
                <a:latin typeface="Lucida Console"/>
                <a:cs typeface="Lucida Console"/>
              </a:rPr>
              <a:t>preproceessing:</a:t>
            </a:r>
            <a:endParaRPr sz="1100">
              <a:latin typeface="Lucida Console"/>
              <a:cs typeface="Lucida Console"/>
            </a:endParaRPr>
          </a:p>
          <a:p>
            <a:pPr>
              <a:lnSpc>
                <a:spcPct val="100000"/>
              </a:lnSpc>
            </a:pPr>
            <a:r>
              <a:rPr sz="1100" spc="-5" dirty="0">
                <a:solidFill>
                  <a:srgbClr val="A11515"/>
                </a:solidFill>
                <a:latin typeface="Lucida Console"/>
                <a:cs typeface="Lucida Console"/>
              </a:rPr>
              <a:t>'</a:t>
            </a:r>
            <a:r>
              <a:rPr sz="1100" spc="-5" dirty="0">
                <a:solidFill>
                  <a:srgbClr val="404040"/>
                </a:solidFill>
                <a:latin typeface="Lucida Console"/>
                <a:cs typeface="Lucida Console"/>
              </a:rPr>
              <a:t>)</a:t>
            </a:r>
            <a:endParaRPr sz="1100">
              <a:latin typeface="Lucida Console"/>
              <a:cs typeface="Lucida Console"/>
            </a:endParaRPr>
          </a:p>
          <a:p>
            <a:pPr marL="2194560" marR="5080">
              <a:lnSpc>
                <a:spcPct val="100000"/>
              </a:lnSpc>
              <a:spcBef>
                <a:spcPts val="700"/>
              </a:spcBef>
            </a:pPr>
            <a:r>
              <a:rPr sz="1100" spc="-5" dirty="0">
                <a:solidFill>
                  <a:srgbClr val="404040"/>
                </a:solidFill>
                <a:latin typeface="Lucida Console"/>
                <a:cs typeface="Lucida Console"/>
              </a:rPr>
              <a:t>(</a:t>
            </a:r>
            <a:r>
              <a:rPr sz="1100" spc="-5" dirty="0">
                <a:solidFill>
                  <a:srgbClr val="A11515"/>
                </a:solidFill>
                <a:latin typeface="Lucida Console"/>
                <a:cs typeface="Lucida Console"/>
              </a:rPr>
              <a:t>'minimum:</a:t>
            </a:r>
            <a:r>
              <a:rPr sz="1100" dirty="0">
                <a:solidFill>
                  <a:srgbClr val="A11515"/>
                </a:solidFill>
                <a:latin typeface="Lucida Console"/>
                <a:cs typeface="Lucida Console"/>
              </a:rPr>
              <a:t> {}</a:t>
            </a:r>
            <a:r>
              <a:rPr sz="1100" spc="5" dirty="0">
                <a:solidFill>
                  <a:srgbClr val="A11515"/>
                </a:solidFill>
                <a:latin typeface="Lucida Console"/>
                <a:cs typeface="Lucida Console"/>
              </a:rPr>
              <a:t> </a:t>
            </a:r>
            <a:r>
              <a:rPr sz="1100" dirty="0">
                <a:solidFill>
                  <a:srgbClr val="A11515"/>
                </a:solidFill>
                <a:latin typeface="Lucida Console"/>
                <a:cs typeface="Lucida Console"/>
              </a:rPr>
              <a:t>maximum:</a:t>
            </a:r>
            <a:r>
              <a:rPr sz="1100" spc="5" dirty="0">
                <a:solidFill>
                  <a:srgbClr val="A11515"/>
                </a:solidFill>
                <a:latin typeface="Lucida Console"/>
                <a:cs typeface="Lucida Console"/>
              </a:rPr>
              <a:t> </a:t>
            </a:r>
            <a:r>
              <a:rPr sz="1100" spc="-5" dirty="0">
                <a:solidFill>
                  <a:srgbClr val="A11515"/>
                </a:solidFill>
                <a:latin typeface="Lucida Console"/>
                <a:cs typeface="Lucida Console"/>
              </a:rPr>
              <a:t>{}'</a:t>
            </a:r>
            <a:r>
              <a:rPr sz="1100" spc="-5" dirty="0">
                <a:solidFill>
                  <a:srgbClr val="404040"/>
                </a:solidFill>
                <a:latin typeface="Lucida Console"/>
                <a:cs typeface="Lucida Console"/>
              </a:rPr>
              <a:t>.</a:t>
            </a:r>
            <a:r>
              <a:rPr sz="1100" spc="-5" dirty="0">
                <a:solidFill>
                  <a:srgbClr val="8E7748"/>
                </a:solidFill>
                <a:latin typeface="Lucida Console"/>
                <a:cs typeface="Lucida Console"/>
              </a:rPr>
              <a:t>format</a:t>
            </a:r>
            <a:r>
              <a:rPr sz="1100" spc="-5" dirty="0">
                <a:solidFill>
                  <a:srgbClr val="404040"/>
                </a:solidFill>
                <a:latin typeface="Lucida Console"/>
                <a:cs typeface="Lucida Console"/>
              </a:rPr>
              <a:t>(np.</a:t>
            </a:r>
            <a:r>
              <a:rPr sz="1100" spc="-5" dirty="0">
                <a:solidFill>
                  <a:srgbClr val="8E7748"/>
                </a:solidFill>
                <a:latin typeface="Lucida Console"/>
                <a:cs typeface="Lucida Console"/>
              </a:rPr>
              <a:t>min</a:t>
            </a:r>
            <a:r>
              <a:rPr sz="1100" spc="-5" dirty="0">
                <a:solidFill>
                  <a:srgbClr val="404040"/>
                </a:solidFill>
                <a:latin typeface="Lucida Console"/>
                <a:cs typeface="Lucida Console"/>
              </a:rPr>
              <a:t>(example), </a:t>
            </a:r>
            <a:r>
              <a:rPr sz="1100" spc="-650" dirty="0">
                <a:solidFill>
                  <a:srgbClr val="404040"/>
                </a:solidFill>
                <a:latin typeface="Lucida Console"/>
                <a:cs typeface="Lucida Console"/>
              </a:rPr>
              <a:t> </a:t>
            </a:r>
            <a:r>
              <a:rPr sz="1100" spc="-5" dirty="0">
                <a:solidFill>
                  <a:srgbClr val="404040"/>
                </a:solidFill>
                <a:latin typeface="Lucida Console"/>
                <a:cs typeface="Lucida Console"/>
              </a:rPr>
              <a:t>np.</a:t>
            </a:r>
            <a:r>
              <a:rPr sz="1100" spc="-5" dirty="0">
                <a:solidFill>
                  <a:srgbClr val="8E7748"/>
                </a:solidFill>
                <a:latin typeface="Lucida Console"/>
                <a:cs typeface="Lucida Console"/>
              </a:rPr>
              <a:t>max</a:t>
            </a:r>
            <a:r>
              <a:rPr sz="1100" spc="-5" dirty="0">
                <a:solidFill>
                  <a:srgbClr val="404040"/>
                </a:solidFill>
                <a:latin typeface="Lucida Console"/>
                <a:cs typeface="Lucida Console"/>
              </a:rPr>
              <a:t>(example)))</a:t>
            </a:r>
            <a:endParaRPr sz="1100">
              <a:latin typeface="Lucida Console"/>
              <a:cs typeface="Lucida Console"/>
            </a:endParaRPr>
          </a:p>
        </p:txBody>
      </p:sp>
      <p:sp>
        <p:nvSpPr>
          <p:cNvPr id="21" name="object 21"/>
          <p:cNvSpPr/>
          <p:nvPr/>
        </p:nvSpPr>
        <p:spPr>
          <a:xfrm>
            <a:off x="3750564" y="4055364"/>
            <a:ext cx="5287010" cy="251460"/>
          </a:xfrm>
          <a:custGeom>
            <a:avLst/>
            <a:gdLst/>
            <a:ahLst/>
            <a:cxnLst/>
            <a:rect l="l" t="t" r="r" b="b"/>
            <a:pathLst>
              <a:path w="5287009" h="251460">
                <a:moveTo>
                  <a:pt x="5286755" y="0"/>
                </a:moveTo>
                <a:lnTo>
                  <a:pt x="0" y="0"/>
                </a:lnTo>
                <a:lnTo>
                  <a:pt x="0" y="251460"/>
                </a:lnTo>
                <a:lnTo>
                  <a:pt x="5286755" y="251460"/>
                </a:lnTo>
                <a:lnTo>
                  <a:pt x="5286755" y="0"/>
                </a:lnTo>
                <a:close/>
              </a:path>
            </a:pathLst>
          </a:custGeom>
          <a:solidFill>
            <a:srgbClr val="F7F7F7"/>
          </a:solidFill>
        </p:spPr>
        <p:txBody>
          <a:bodyPr wrap="square" lIns="0" tIns="0" rIns="0" bIns="0" rtlCol="0"/>
          <a:lstStyle/>
          <a:p>
            <a:endParaRPr/>
          </a:p>
        </p:txBody>
      </p:sp>
      <p:sp>
        <p:nvSpPr>
          <p:cNvPr id="22" name="object 22"/>
          <p:cNvSpPr txBox="1"/>
          <p:nvPr/>
        </p:nvSpPr>
        <p:spPr>
          <a:xfrm>
            <a:off x="1536446" y="3549853"/>
            <a:ext cx="6351905" cy="805815"/>
          </a:xfrm>
          <a:prstGeom prst="rect">
            <a:avLst/>
          </a:prstGeom>
        </p:spPr>
        <p:txBody>
          <a:bodyPr vert="horz" wrap="square" lIns="0" tIns="13335" rIns="0" bIns="0" rtlCol="0">
            <a:spAutoFit/>
          </a:bodyPr>
          <a:lstStyle/>
          <a:p>
            <a:pPr>
              <a:lnSpc>
                <a:spcPct val="100000"/>
              </a:lnSpc>
              <a:spcBef>
                <a:spcPts val="105"/>
              </a:spcBef>
            </a:pPr>
            <a:r>
              <a:rPr sz="1100" spc="-5" dirty="0">
                <a:solidFill>
                  <a:srgbClr val="404040"/>
                </a:solidFill>
                <a:latin typeface="Lucida Console"/>
                <a:cs typeface="Lucida Console"/>
              </a:rPr>
              <a:t>(</a:t>
            </a:r>
            <a:r>
              <a:rPr sz="1100" spc="-5" dirty="0">
                <a:solidFill>
                  <a:srgbClr val="A11515"/>
                </a:solidFill>
                <a:latin typeface="Lucida Console"/>
                <a:cs typeface="Lucida Console"/>
              </a:rPr>
              <a:t>'after</a:t>
            </a:r>
            <a:r>
              <a:rPr sz="1100" spc="-50" dirty="0">
                <a:solidFill>
                  <a:srgbClr val="A11515"/>
                </a:solidFill>
                <a:latin typeface="Lucida Console"/>
                <a:cs typeface="Lucida Console"/>
              </a:rPr>
              <a:t> </a:t>
            </a:r>
            <a:r>
              <a:rPr sz="1100" spc="-5" dirty="0">
                <a:solidFill>
                  <a:srgbClr val="A11515"/>
                </a:solidFill>
                <a:latin typeface="Lucida Console"/>
                <a:cs typeface="Lucida Console"/>
              </a:rPr>
              <a:t>preproceessing:</a:t>
            </a:r>
            <a:endParaRPr sz="1100">
              <a:latin typeface="Lucida Console"/>
              <a:cs typeface="Lucida Console"/>
            </a:endParaRPr>
          </a:p>
          <a:p>
            <a:pPr>
              <a:lnSpc>
                <a:spcPct val="100000"/>
              </a:lnSpc>
            </a:pPr>
            <a:r>
              <a:rPr sz="1100" spc="-5" dirty="0">
                <a:solidFill>
                  <a:srgbClr val="A11515"/>
                </a:solidFill>
                <a:latin typeface="Lucida Console"/>
                <a:cs typeface="Lucida Console"/>
              </a:rPr>
              <a:t>'</a:t>
            </a:r>
            <a:r>
              <a:rPr sz="1100" spc="-5" dirty="0">
                <a:solidFill>
                  <a:srgbClr val="404040"/>
                </a:solidFill>
                <a:latin typeface="Lucida Console"/>
                <a:cs typeface="Lucida Console"/>
              </a:rPr>
              <a:t>)</a:t>
            </a:r>
            <a:endParaRPr sz="1100">
              <a:latin typeface="Lucida Console"/>
              <a:cs typeface="Lucida Console"/>
            </a:endParaRPr>
          </a:p>
          <a:p>
            <a:pPr marL="2214245">
              <a:lnSpc>
                <a:spcPct val="100000"/>
              </a:lnSpc>
              <a:spcBef>
                <a:spcPts val="855"/>
              </a:spcBef>
            </a:pPr>
            <a:r>
              <a:rPr sz="1100" dirty="0">
                <a:solidFill>
                  <a:srgbClr val="A11515"/>
                </a:solidFill>
                <a:latin typeface="Lucida Console"/>
                <a:cs typeface="Lucida Console"/>
              </a:rPr>
              <a:t>'minimum:</a:t>
            </a:r>
            <a:r>
              <a:rPr sz="1100" spc="-25" dirty="0">
                <a:solidFill>
                  <a:srgbClr val="A11515"/>
                </a:solidFill>
                <a:latin typeface="Lucida Console"/>
                <a:cs typeface="Lucida Console"/>
              </a:rPr>
              <a:t> </a:t>
            </a:r>
            <a:r>
              <a:rPr sz="1100" dirty="0">
                <a:solidFill>
                  <a:srgbClr val="A11515"/>
                </a:solidFill>
                <a:latin typeface="Lucida Console"/>
                <a:cs typeface="Lucida Console"/>
              </a:rPr>
              <a:t>{}</a:t>
            </a:r>
            <a:r>
              <a:rPr sz="1100" spc="-15" dirty="0">
                <a:solidFill>
                  <a:srgbClr val="A11515"/>
                </a:solidFill>
                <a:latin typeface="Lucida Console"/>
                <a:cs typeface="Lucida Console"/>
              </a:rPr>
              <a:t> </a:t>
            </a:r>
            <a:r>
              <a:rPr sz="1100" dirty="0">
                <a:solidFill>
                  <a:srgbClr val="A11515"/>
                </a:solidFill>
                <a:latin typeface="Lucida Console"/>
                <a:cs typeface="Lucida Console"/>
              </a:rPr>
              <a:t>maximum:</a:t>
            </a:r>
            <a:r>
              <a:rPr sz="1100" spc="-25" dirty="0">
                <a:solidFill>
                  <a:srgbClr val="A11515"/>
                </a:solidFill>
                <a:latin typeface="Lucida Console"/>
                <a:cs typeface="Lucida Console"/>
              </a:rPr>
              <a:t> </a:t>
            </a:r>
            <a:r>
              <a:rPr sz="1100" spc="-5" dirty="0">
                <a:solidFill>
                  <a:srgbClr val="A11515"/>
                </a:solidFill>
                <a:latin typeface="Lucida Console"/>
                <a:cs typeface="Lucida Console"/>
              </a:rPr>
              <a:t>{}'</a:t>
            </a:r>
            <a:r>
              <a:rPr sz="1100" spc="-5" dirty="0">
                <a:solidFill>
                  <a:srgbClr val="404040"/>
                </a:solidFill>
                <a:latin typeface="Lucida Console"/>
                <a:cs typeface="Lucida Console"/>
              </a:rPr>
              <a:t>.</a:t>
            </a:r>
            <a:r>
              <a:rPr sz="1100" spc="-5" dirty="0">
                <a:solidFill>
                  <a:srgbClr val="8E7748"/>
                </a:solidFill>
                <a:latin typeface="Lucida Console"/>
                <a:cs typeface="Lucida Console"/>
              </a:rPr>
              <a:t>format</a:t>
            </a:r>
            <a:r>
              <a:rPr sz="1100" spc="-5" dirty="0">
                <a:solidFill>
                  <a:srgbClr val="404040"/>
                </a:solidFill>
                <a:latin typeface="Lucida Console"/>
                <a:cs typeface="Lucida Console"/>
              </a:rPr>
              <a:t>(np.</a:t>
            </a:r>
            <a:r>
              <a:rPr sz="1100" spc="-5" dirty="0">
                <a:solidFill>
                  <a:srgbClr val="8E7748"/>
                </a:solidFill>
                <a:latin typeface="Lucida Console"/>
                <a:cs typeface="Lucida Console"/>
              </a:rPr>
              <a:t>min</a:t>
            </a:r>
            <a:r>
              <a:rPr sz="1100" spc="-5" dirty="0">
                <a:solidFill>
                  <a:srgbClr val="404040"/>
                </a:solidFill>
                <a:latin typeface="Lucida Console"/>
                <a:cs typeface="Lucida Console"/>
              </a:rPr>
              <a:t>(example),</a:t>
            </a:r>
            <a:endParaRPr sz="1100">
              <a:latin typeface="Lucida Console"/>
              <a:cs typeface="Lucida Console"/>
            </a:endParaRPr>
          </a:p>
          <a:p>
            <a:pPr marL="2214245">
              <a:lnSpc>
                <a:spcPct val="100000"/>
              </a:lnSpc>
            </a:pPr>
            <a:r>
              <a:rPr sz="1100" spc="-5" dirty="0">
                <a:solidFill>
                  <a:srgbClr val="404040"/>
                </a:solidFill>
                <a:latin typeface="Lucida Console"/>
                <a:cs typeface="Lucida Console"/>
              </a:rPr>
              <a:t>np.</a:t>
            </a:r>
            <a:r>
              <a:rPr sz="1100" spc="-5" dirty="0">
                <a:solidFill>
                  <a:srgbClr val="8E7748"/>
                </a:solidFill>
                <a:latin typeface="Lucida Console"/>
                <a:cs typeface="Lucida Console"/>
              </a:rPr>
              <a:t>max</a:t>
            </a:r>
            <a:r>
              <a:rPr sz="1100" spc="-5" dirty="0">
                <a:solidFill>
                  <a:srgbClr val="404040"/>
                </a:solidFill>
                <a:latin typeface="Lucida Console"/>
                <a:cs typeface="Lucida Console"/>
              </a:rPr>
              <a:t>(example)))</a:t>
            </a:r>
            <a:endParaRPr sz="1100">
              <a:latin typeface="Lucida Console"/>
              <a:cs typeface="Lucida Console"/>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9003"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83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464563"/>
            <a:ext cx="5438394" cy="174498"/>
          </a:xfrm>
          <a:prstGeom prst="rect">
            <a:avLst/>
          </a:prstGeom>
        </p:spPr>
      </p:pic>
      <p:grpSp>
        <p:nvGrpSpPr>
          <p:cNvPr id="9" name="object 9"/>
          <p:cNvGrpSpPr/>
          <p:nvPr/>
        </p:nvGrpSpPr>
        <p:grpSpPr>
          <a:xfrm>
            <a:off x="549973" y="1793557"/>
            <a:ext cx="6499225" cy="2074545"/>
            <a:chOff x="549973" y="1793557"/>
            <a:chExt cx="6499225" cy="2074545"/>
          </a:xfrm>
        </p:grpSpPr>
        <p:pic>
          <p:nvPicPr>
            <p:cNvPr id="10" name="object 10"/>
            <p:cNvPicPr/>
            <p:nvPr/>
          </p:nvPicPr>
          <p:blipFill>
            <a:blip r:embed="rId6" cstate="print"/>
            <a:stretch>
              <a:fillRect/>
            </a:stretch>
          </p:blipFill>
          <p:spPr>
            <a:xfrm>
              <a:off x="559308" y="1802892"/>
              <a:ext cx="6480047" cy="1984983"/>
            </a:xfrm>
            <a:prstGeom prst="rect">
              <a:avLst/>
            </a:prstGeom>
          </p:spPr>
        </p:pic>
        <p:sp>
          <p:nvSpPr>
            <p:cNvPr id="11" name="object 11"/>
            <p:cNvSpPr/>
            <p:nvPr/>
          </p:nvSpPr>
          <p:spPr>
            <a:xfrm>
              <a:off x="554736" y="1798320"/>
              <a:ext cx="6489700" cy="2065020"/>
            </a:xfrm>
            <a:custGeom>
              <a:avLst/>
              <a:gdLst/>
              <a:ahLst/>
              <a:cxnLst/>
              <a:rect l="l" t="t" r="r" b="b"/>
              <a:pathLst>
                <a:path w="6489700" h="2065020">
                  <a:moveTo>
                    <a:pt x="0" y="2065019"/>
                  </a:moveTo>
                  <a:lnTo>
                    <a:pt x="6489192" y="2065019"/>
                  </a:lnTo>
                  <a:lnTo>
                    <a:pt x="6489192" y="0"/>
                  </a:lnTo>
                  <a:lnTo>
                    <a:pt x="0" y="0"/>
                  </a:lnTo>
                  <a:lnTo>
                    <a:pt x="0" y="2065019"/>
                  </a:lnTo>
                  <a:close/>
                </a:path>
              </a:pathLst>
            </a:custGeom>
            <a:ln w="9144">
              <a:solidFill>
                <a:srgbClr val="BEBEBE"/>
              </a:solidFill>
            </a:ln>
          </p:spPr>
          <p:txBody>
            <a:bodyPr wrap="square" lIns="0" tIns="0" rIns="0" bIns="0" rtlCol="0"/>
            <a:lstStyle/>
            <a:p>
              <a:endParaRPr/>
            </a:p>
          </p:txBody>
        </p:sp>
        <p:sp>
          <p:nvSpPr>
            <p:cNvPr id="12" name="object 12"/>
            <p:cNvSpPr/>
            <p:nvPr/>
          </p:nvSpPr>
          <p:spPr>
            <a:xfrm>
              <a:off x="1994916" y="3390900"/>
              <a:ext cx="398145" cy="213360"/>
            </a:xfrm>
            <a:custGeom>
              <a:avLst/>
              <a:gdLst/>
              <a:ahLst/>
              <a:cxnLst/>
              <a:rect l="l" t="t" r="r" b="b"/>
              <a:pathLst>
                <a:path w="398144" h="213360">
                  <a:moveTo>
                    <a:pt x="397763" y="0"/>
                  </a:moveTo>
                  <a:lnTo>
                    <a:pt x="0" y="0"/>
                  </a:lnTo>
                  <a:lnTo>
                    <a:pt x="0" y="213360"/>
                  </a:lnTo>
                  <a:lnTo>
                    <a:pt x="397763" y="213360"/>
                  </a:lnTo>
                  <a:lnTo>
                    <a:pt x="397763" y="0"/>
                  </a:lnTo>
                  <a:close/>
                </a:path>
              </a:pathLst>
            </a:custGeom>
            <a:solidFill>
              <a:srgbClr val="FFFFFF"/>
            </a:solidFill>
          </p:spPr>
          <p:txBody>
            <a:bodyPr wrap="square" lIns="0" tIns="0" rIns="0" bIns="0" rtlCol="0"/>
            <a:lstStyle/>
            <a:p>
              <a:endParaRPr/>
            </a:p>
          </p:txBody>
        </p:sp>
        <p:sp>
          <p:nvSpPr>
            <p:cNvPr id="13" name="object 13"/>
            <p:cNvSpPr/>
            <p:nvPr/>
          </p:nvSpPr>
          <p:spPr>
            <a:xfrm>
              <a:off x="2610612" y="2276856"/>
              <a:ext cx="384175" cy="238125"/>
            </a:xfrm>
            <a:custGeom>
              <a:avLst/>
              <a:gdLst/>
              <a:ahLst/>
              <a:cxnLst/>
              <a:rect l="l" t="t" r="r" b="b"/>
              <a:pathLst>
                <a:path w="384175" h="238125">
                  <a:moveTo>
                    <a:pt x="384048" y="0"/>
                  </a:moveTo>
                  <a:lnTo>
                    <a:pt x="0" y="0"/>
                  </a:lnTo>
                  <a:lnTo>
                    <a:pt x="0" y="237744"/>
                  </a:lnTo>
                  <a:lnTo>
                    <a:pt x="384048" y="237744"/>
                  </a:lnTo>
                  <a:lnTo>
                    <a:pt x="384048" y="0"/>
                  </a:lnTo>
                  <a:close/>
                </a:path>
              </a:pathLst>
            </a:custGeom>
            <a:solidFill>
              <a:srgbClr val="F7F7F7"/>
            </a:solidFill>
          </p:spPr>
          <p:txBody>
            <a:bodyPr wrap="square" lIns="0" tIns="0" rIns="0" bIns="0" rtlCol="0"/>
            <a:lstStyle/>
            <a:p>
              <a:endParaRPr/>
            </a:p>
          </p:txBody>
        </p:sp>
      </p:grpSp>
      <p:sp>
        <p:nvSpPr>
          <p:cNvPr id="14" name="object 14"/>
          <p:cNvSpPr txBox="1"/>
          <p:nvPr/>
        </p:nvSpPr>
        <p:spPr>
          <a:xfrm>
            <a:off x="2610866" y="2193163"/>
            <a:ext cx="380365" cy="208279"/>
          </a:xfrm>
          <a:prstGeom prst="rect">
            <a:avLst/>
          </a:prstGeom>
        </p:spPr>
        <p:txBody>
          <a:bodyPr vert="horz" wrap="square" lIns="0" tIns="12700" rIns="0" bIns="0" rtlCol="0">
            <a:spAutoFit/>
          </a:bodyPr>
          <a:lstStyle/>
          <a:p>
            <a:pPr>
              <a:lnSpc>
                <a:spcPct val="100000"/>
              </a:lnSpc>
              <a:spcBef>
                <a:spcPts val="100"/>
              </a:spcBef>
            </a:pPr>
            <a:r>
              <a:rPr sz="1200" dirty="0">
                <a:solidFill>
                  <a:srgbClr val="A11515"/>
                </a:solidFill>
                <a:latin typeface="Lucida Console"/>
                <a:cs typeface="Lucida Console"/>
              </a:rPr>
              <a:t>s</a:t>
            </a:r>
            <a:r>
              <a:rPr sz="1200" spc="-10" dirty="0">
                <a:solidFill>
                  <a:srgbClr val="A11515"/>
                </a:solidFill>
                <a:latin typeface="Lucida Console"/>
                <a:cs typeface="Lucida Console"/>
              </a:rPr>
              <a:t>h</a:t>
            </a:r>
            <a:r>
              <a:rPr sz="1200" spc="5" dirty="0">
                <a:solidFill>
                  <a:srgbClr val="A11515"/>
                </a:solidFill>
                <a:latin typeface="Lucida Console"/>
                <a:cs typeface="Lucida Console"/>
              </a:rPr>
              <a:t>a</a:t>
            </a:r>
            <a:r>
              <a:rPr sz="1200" dirty="0">
                <a:solidFill>
                  <a:srgbClr val="A11515"/>
                </a:solidFill>
                <a:latin typeface="Lucida Console"/>
                <a:cs typeface="Lucida Console"/>
              </a:rPr>
              <a:t>p</a:t>
            </a:r>
            <a:endParaRPr sz="1200">
              <a:latin typeface="Lucida Console"/>
              <a:cs typeface="Lucida Console"/>
            </a:endParaRPr>
          </a:p>
        </p:txBody>
      </p:sp>
      <p:sp>
        <p:nvSpPr>
          <p:cNvPr id="15" name="object 15"/>
          <p:cNvSpPr txBox="1"/>
          <p:nvPr/>
        </p:nvSpPr>
        <p:spPr>
          <a:xfrm>
            <a:off x="2610866" y="2376042"/>
            <a:ext cx="104775" cy="208279"/>
          </a:xfrm>
          <a:prstGeom prst="rect">
            <a:avLst/>
          </a:prstGeom>
        </p:spPr>
        <p:txBody>
          <a:bodyPr vert="horz" wrap="square" lIns="0" tIns="12700" rIns="0" bIns="0" rtlCol="0">
            <a:spAutoFit/>
          </a:bodyPr>
          <a:lstStyle/>
          <a:p>
            <a:pPr>
              <a:lnSpc>
                <a:spcPct val="100000"/>
              </a:lnSpc>
              <a:spcBef>
                <a:spcPts val="100"/>
              </a:spcBef>
            </a:pPr>
            <a:r>
              <a:rPr sz="1200" dirty="0">
                <a:solidFill>
                  <a:srgbClr val="A11515"/>
                </a:solidFill>
                <a:latin typeface="Lucida Console"/>
                <a:cs typeface="Lucida Console"/>
              </a:rPr>
              <a:t>e</a:t>
            </a:r>
            <a:endParaRPr sz="1200">
              <a:latin typeface="Lucida Console"/>
              <a:cs typeface="Lucida Console"/>
            </a:endParaRPr>
          </a:p>
        </p:txBody>
      </p:sp>
      <p:sp>
        <p:nvSpPr>
          <p:cNvPr id="16" name="object 16"/>
          <p:cNvSpPr/>
          <p:nvPr/>
        </p:nvSpPr>
        <p:spPr>
          <a:xfrm>
            <a:off x="2874264" y="2505455"/>
            <a:ext cx="384175" cy="238125"/>
          </a:xfrm>
          <a:custGeom>
            <a:avLst/>
            <a:gdLst/>
            <a:ahLst/>
            <a:cxnLst/>
            <a:rect l="l" t="t" r="r" b="b"/>
            <a:pathLst>
              <a:path w="384175" h="238125">
                <a:moveTo>
                  <a:pt x="384048" y="0"/>
                </a:moveTo>
                <a:lnTo>
                  <a:pt x="0" y="0"/>
                </a:lnTo>
                <a:lnTo>
                  <a:pt x="0" y="237744"/>
                </a:lnTo>
                <a:lnTo>
                  <a:pt x="384048" y="237744"/>
                </a:lnTo>
                <a:lnTo>
                  <a:pt x="384048" y="0"/>
                </a:lnTo>
                <a:close/>
              </a:path>
            </a:pathLst>
          </a:custGeom>
          <a:solidFill>
            <a:srgbClr val="F7F7F7"/>
          </a:solidFill>
        </p:spPr>
        <p:txBody>
          <a:bodyPr wrap="square" lIns="0" tIns="0" rIns="0" bIns="0" rtlCol="0"/>
          <a:lstStyle/>
          <a:p>
            <a:endParaRPr/>
          </a:p>
        </p:txBody>
      </p:sp>
      <p:sp>
        <p:nvSpPr>
          <p:cNvPr id="17" name="object 17"/>
          <p:cNvSpPr txBox="1"/>
          <p:nvPr/>
        </p:nvSpPr>
        <p:spPr>
          <a:xfrm>
            <a:off x="2875152" y="2421077"/>
            <a:ext cx="381000" cy="392430"/>
          </a:xfrm>
          <a:prstGeom prst="rect">
            <a:avLst/>
          </a:prstGeom>
        </p:spPr>
        <p:txBody>
          <a:bodyPr vert="horz" wrap="square" lIns="0" tIns="12700" rIns="0" bIns="0" rtlCol="0">
            <a:spAutoFit/>
          </a:bodyPr>
          <a:lstStyle/>
          <a:p>
            <a:pPr>
              <a:lnSpc>
                <a:spcPct val="100000"/>
              </a:lnSpc>
              <a:spcBef>
                <a:spcPts val="100"/>
              </a:spcBef>
            </a:pPr>
            <a:r>
              <a:rPr sz="1200" spc="-5" dirty="0">
                <a:solidFill>
                  <a:srgbClr val="A11515"/>
                </a:solidFill>
                <a:latin typeface="Lucida Console"/>
                <a:cs typeface="Lucida Console"/>
              </a:rPr>
              <a:t>sh</a:t>
            </a:r>
            <a:r>
              <a:rPr sz="1200" spc="5" dirty="0">
                <a:solidFill>
                  <a:srgbClr val="A11515"/>
                </a:solidFill>
                <a:latin typeface="Lucida Console"/>
                <a:cs typeface="Lucida Console"/>
              </a:rPr>
              <a:t>a</a:t>
            </a:r>
            <a:r>
              <a:rPr sz="1200" dirty="0">
                <a:solidFill>
                  <a:srgbClr val="A11515"/>
                </a:solidFill>
                <a:latin typeface="Lucida Console"/>
                <a:cs typeface="Lucida Console"/>
              </a:rPr>
              <a:t>p</a:t>
            </a:r>
            <a:endParaRPr sz="1200">
              <a:latin typeface="Lucida Console"/>
              <a:cs typeface="Lucida Console"/>
            </a:endParaRPr>
          </a:p>
          <a:p>
            <a:pPr>
              <a:lnSpc>
                <a:spcPct val="100000"/>
              </a:lnSpc>
              <a:spcBef>
                <a:spcPts val="5"/>
              </a:spcBef>
            </a:pPr>
            <a:r>
              <a:rPr sz="1200" dirty="0">
                <a:solidFill>
                  <a:srgbClr val="A11515"/>
                </a:solidFill>
                <a:latin typeface="Lucida Console"/>
                <a:cs typeface="Lucida Console"/>
              </a:rPr>
              <a:t>e</a:t>
            </a:r>
            <a:endParaRPr sz="1200">
              <a:latin typeface="Lucida Console"/>
              <a:cs typeface="Lucida Console"/>
            </a:endParaRPr>
          </a:p>
        </p:txBody>
      </p:sp>
      <p:sp>
        <p:nvSpPr>
          <p:cNvPr id="18" name="object 18"/>
          <p:cNvSpPr/>
          <p:nvPr/>
        </p:nvSpPr>
        <p:spPr>
          <a:xfrm>
            <a:off x="2228088" y="3581400"/>
            <a:ext cx="398145" cy="212090"/>
          </a:xfrm>
          <a:custGeom>
            <a:avLst/>
            <a:gdLst/>
            <a:ahLst/>
            <a:cxnLst/>
            <a:rect l="l" t="t" r="r" b="b"/>
            <a:pathLst>
              <a:path w="398144" h="212089">
                <a:moveTo>
                  <a:pt x="397763" y="0"/>
                </a:moveTo>
                <a:lnTo>
                  <a:pt x="0" y="0"/>
                </a:lnTo>
                <a:lnTo>
                  <a:pt x="0" y="211836"/>
                </a:lnTo>
                <a:lnTo>
                  <a:pt x="397763" y="211836"/>
                </a:lnTo>
                <a:lnTo>
                  <a:pt x="397763" y="0"/>
                </a:lnTo>
                <a:close/>
              </a:path>
            </a:pathLst>
          </a:custGeom>
          <a:solidFill>
            <a:srgbClr val="FFFFFF"/>
          </a:solidFill>
        </p:spPr>
        <p:txBody>
          <a:bodyPr wrap="square" lIns="0" tIns="0" rIns="0" bIns="0" rtlCol="0"/>
          <a:lstStyle/>
          <a:p>
            <a:endParaRPr/>
          </a:p>
        </p:txBody>
      </p:sp>
      <p:sp>
        <p:nvSpPr>
          <p:cNvPr id="19" name="object 19"/>
          <p:cNvSpPr txBox="1"/>
          <p:nvPr/>
        </p:nvSpPr>
        <p:spPr>
          <a:xfrm>
            <a:off x="2009520" y="3294964"/>
            <a:ext cx="614045" cy="581660"/>
          </a:xfrm>
          <a:prstGeom prst="rect">
            <a:avLst/>
          </a:prstGeom>
        </p:spPr>
        <p:txBody>
          <a:bodyPr vert="horz" wrap="square" lIns="0" tIns="12700" rIns="0" bIns="0" rtlCol="0">
            <a:spAutoFit/>
          </a:bodyPr>
          <a:lstStyle/>
          <a:p>
            <a:pPr>
              <a:lnSpc>
                <a:spcPct val="100000"/>
              </a:lnSpc>
              <a:spcBef>
                <a:spcPts val="100"/>
              </a:spcBef>
            </a:pPr>
            <a:r>
              <a:rPr sz="1200" dirty="0">
                <a:solidFill>
                  <a:srgbClr val="7E7E7E"/>
                </a:solidFill>
                <a:latin typeface="Lucida Console"/>
                <a:cs typeface="Lucida Console"/>
              </a:rPr>
              <a:t>shap</a:t>
            </a:r>
            <a:endParaRPr sz="1200">
              <a:latin typeface="Lucida Console"/>
              <a:cs typeface="Lucida Console"/>
            </a:endParaRPr>
          </a:p>
          <a:p>
            <a:pPr marL="371475" marR="5080" indent="-233679">
              <a:lnSpc>
                <a:spcPct val="100000"/>
              </a:lnSpc>
              <a:spcBef>
                <a:spcPts val="55"/>
              </a:spcBef>
            </a:pPr>
            <a:r>
              <a:rPr sz="1800" spc="22" baseline="2314" dirty="0">
                <a:solidFill>
                  <a:srgbClr val="7E7E7E"/>
                </a:solidFill>
                <a:latin typeface="Lucida Console"/>
                <a:cs typeface="Lucida Console"/>
              </a:rPr>
              <a:t>e</a:t>
            </a:r>
            <a:r>
              <a:rPr sz="1200" dirty="0">
                <a:solidFill>
                  <a:srgbClr val="7E7E7E"/>
                </a:solidFill>
                <a:latin typeface="Lucida Console"/>
                <a:cs typeface="Lucida Console"/>
              </a:rPr>
              <a:t>sh</a:t>
            </a:r>
            <a:r>
              <a:rPr sz="1200" spc="5" dirty="0">
                <a:solidFill>
                  <a:srgbClr val="7E7E7E"/>
                </a:solidFill>
                <a:latin typeface="Lucida Console"/>
                <a:cs typeface="Lucida Console"/>
              </a:rPr>
              <a:t>a</a:t>
            </a:r>
            <a:r>
              <a:rPr sz="1200" dirty="0">
                <a:solidFill>
                  <a:srgbClr val="7E7E7E"/>
                </a:solidFill>
                <a:latin typeface="Lucida Console"/>
                <a:cs typeface="Lucida Console"/>
              </a:rPr>
              <a:t>p  e</a:t>
            </a:r>
            <a:endParaRPr sz="1200">
              <a:latin typeface="Lucida Console"/>
              <a:cs typeface="Lucida Console"/>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69763" y="6524434"/>
            <a:ext cx="8132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2543936" y="3461384"/>
            <a:ext cx="5054600" cy="412292"/>
          </a:xfrm>
          <a:prstGeom prst="rect">
            <a:avLst/>
          </a:prstGeom>
        </p:spPr>
        <p:txBody>
          <a:bodyPr vert="horz" wrap="square" lIns="0" tIns="12065" rIns="0" bIns="0" rtlCol="0">
            <a:spAutoFit/>
          </a:bodyPr>
          <a:lstStyle/>
          <a:p>
            <a:pPr marL="12700">
              <a:lnSpc>
                <a:spcPct val="100000"/>
              </a:lnSpc>
              <a:spcBef>
                <a:spcPts val="95"/>
              </a:spcBef>
            </a:pPr>
            <a:r>
              <a:rPr sz="1300" dirty="0">
                <a:solidFill>
                  <a:srgbClr val="252525"/>
                </a:solidFill>
                <a:latin typeface="Trebuchet MS"/>
                <a:cs typeface="Trebuchet MS"/>
              </a:rPr>
              <a:t>Two logits, d_logits_fake and d_logits_real, are used to compute the loss function during training.</a:t>
            </a:r>
            <a:endParaRPr sz="1300" dirty="0">
              <a:latin typeface="Trebuchet MS"/>
              <a:cs typeface="Trebuchet MS"/>
            </a:endParaRPr>
          </a:p>
        </p:txBody>
      </p:sp>
      <p:sp>
        <p:nvSpPr>
          <p:cNvPr id="6" name="object 6"/>
          <p:cNvSpPr txBox="1">
            <a:spLocks noGrp="1"/>
          </p:cNvSpPr>
          <p:nvPr>
            <p:ph type="title"/>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dirty="0"/>
              <a:t>3.3.</a:t>
            </a:r>
            <a:r>
              <a:rPr spc="-15" dirty="0"/>
              <a:t> </a:t>
            </a:r>
            <a:r>
              <a:rPr spc="-5" dirty="0"/>
              <a:t>Generative</a:t>
            </a:r>
            <a:r>
              <a:rPr spc="-10" dirty="0"/>
              <a:t> </a:t>
            </a:r>
            <a:r>
              <a:rPr spc="-5" dirty="0"/>
              <a:t>Adversarial</a:t>
            </a:r>
            <a:r>
              <a:rPr spc="-15" dirty="0"/>
              <a:t> </a:t>
            </a:r>
            <a:r>
              <a:rPr spc="-5" dirty="0"/>
              <a:t>Networks</a:t>
            </a:r>
            <a:r>
              <a:rPr dirty="0"/>
              <a:t> </a:t>
            </a:r>
            <a:r>
              <a:rPr spc="-5" dirty="0"/>
              <a:t>Exercise</a:t>
            </a:r>
          </a:p>
        </p:txBody>
      </p:sp>
      <p:sp>
        <p:nvSpPr>
          <p:cNvPr id="7" name="object 7"/>
          <p:cNvSpPr txBox="1"/>
          <p:nvPr/>
        </p:nvSpPr>
        <p:spPr>
          <a:xfrm>
            <a:off x="867321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8" name="object 8"/>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5" cstate="print"/>
          <a:stretch>
            <a:fillRect/>
          </a:stretch>
        </p:blipFill>
        <p:spPr>
          <a:xfrm>
            <a:off x="719327" y="1464563"/>
            <a:ext cx="7111746" cy="174498"/>
          </a:xfrm>
          <a:prstGeom prst="rect">
            <a:avLst/>
          </a:prstGeom>
        </p:spPr>
      </p:pic>
      <p:pic>
        <p:nvPicPr>
          <p:cNvPr id="10" name="object 10"/>
          <p:cNvPicPr/>
          <p:nvPr/>
        </p:nvPicPr>
        <p:blipFill>
          <a:blip r:embed="rId6" cstate="print"/>
          <a:stretch>
            <a:fillRect/>
          </a:stretch>
        </p:blipFill>
        <p:spPr>
          <a:xfrm>
            <a:off x="710183" y="2013204"/>
            <a:ext cx="7620761" cy="988313"/>
          </a:xfrm>
          <a:prstGeom prst="rect">
            <a:avLst/>
          </a:prstGeom>
        </p:spPr>
      </p:pic>
      <p:grpSp>
        <p:nvGrpSpPr>
          <p:cNvPr id="11" name="object 11"/>
          <p:cNvGrpSpPr/>
          <p:nvPr/>
        </p:nvGrpSpPr>
        <p:grpSpPr>
          <a:xfrm>
            <a:off x="2220467" y="3867911"/>
            <a:ext cx="5244465" cy="2254885"/>
            <a:chOff x="2220467" y="3867911"/>
            <a:chExt cx="5244465" cy="2254885"/>
          </a:xfrm>
        </p:grpSpPr>
        <p:pic>
          <p:nvPicPr>
            <p:cNvPr id="12" name="object 12"/>
            <p:cNvPicPr/>
            <p:nvPr/>
          </p:nvPicPr>
          <p:blipFill>
            <a:blip r:embed="rId7" cstate="print"/>
            <a:stretch>
              <a:fillRect/>
            </a:stretch>
          </p:blipFill>
          <p:spPr>
            <a:xfrm>
              <a:off x="2220467" y="3867911"/>
              <a:ext cx="5244083" cy="2254272"/>
            </a:xfrm>
            <a:prstGeom prst="rect">
              <a:avLst/>
            </a:prstGeom>
          </p:spPr>
        </p:pic>
        <p:sp>
          <p:nvSpPr>
            <p:cNvPr id="13" name="object 13"/>
            <p:cNvSpPr/>
            <p:nvPr/>
          </p:nvSpPr>
          <p:spPr>
            <a:xfrm>
              <a:off x="3072384" y="4180331"/>
              <a:ext cx="3982720" cy="1226820"/>
            </a:xfrm>
            <a:custGeom>
              <a:avLst/>
              <a:gdLst/>
              <a:ahLst/>
              <a:cxnLst/>
              <a:rect l="l" t="t" r="r" b="b"/>
              <a:pathLst>
                <a:path w="3982720" h="1226820">
                  <a:moveTo>
                    <a:pt x="3322320" y="0"/>
                  </a:moveTo>
                  <a:lnTo>
                    <a:pt x="0" y="0"/>
                  </a:lnTo>
                  <a:lnTo>
                    <a:pt x="0" y="193548"/>
                  </a:lnTo>
                  <a:lnTo>
                    <a:pt x="3322320" y="193548"/>
                  </a:lnTo>
                  <a:lnTo>
                    <a:pt x="3322320" y="0"/>
                  </a:lnTo>
                  <a:close/>
                </a:path>
                <a:path w="3982720" h="1226820">
                  <a:moveTo>
                    <a:pt x="3979164" y="818400"/>
                  </a:moveTo>
                  <a:lnTo>
                    <a:pt x="12192" y="818400"/>
                  </a:lnTo>
                  <a:lnTo>
                    <a:pt x="12192" y="1013472"/>
                  </a:lnTo>
                  <a:lnTo>
                    <a:pt x="3979164" y="1013472"/>
                  </a:lnTo>
                  <a:lnTo>
                    <a:pt x="3979164" y="818400"/>
                  </a:lnTo>
                  <a:close/>
                </a:path>
                <a:path w="3982720" h="1226820">
                  <a:moveTo>
                    <a:pt x="3982212" y="1031748"/>
                  </a:moveTo>
                  <a:lnTo>
                    <a:pt x="15240" y="1031748"/>
                  </a:lnTo>
                  <a:lnTo>
                    <a:pt x="15240" y="1226820"/>
                  </a:lnTo>
                  <a:lnTo>
                    <a:pt x="3982212" y="1226820"/>
                  </a:lnTo>
                  <a:lnTo>
                    <a:pt x="3982212" y="1031748"/>
                  </a:lnTo>
                  <a:close/>
                </a:path>
              </a:pathLst>
            </a:custGeom>
            <a:solidFill>
              <a:srgbClr val="F7F7F7"/>
            </a:solidFill>
          </p:spPr>
          <p:txBody>
            <a:bodyPr wrap="square" lIns="0" tIns="0" rIns="0" bIns="0" rtlCol="0"/>
            <a:lstStyle/>
            <a:p>
              <a:endParaRPr/>
            </a:p>
          </p:txBody>
        </p:sp>
      </p:grpSp>
      <p:sp>
        <p:nvSpPr>
          <p:cNvPr id="14" name="object 14"/>
          <p:cNvSpPr txBox="1"/>
          <p:nvPr/>
        </p:nvSpPr>
        <p:spPr>
          <a:xfrm>
            <a:off x="2215895" y="3863340"/>
            <a:ext cx="5253355" cy="2342515"/>
          </a:xfrm>
          <a:prstGeom prst="rect">
            <a:avLst/>
          </a:prstGeom>
          <a:ln w="9144">
            <a:solidFill>
              <a:srgbClr val="BEBEBE"/>
            </a:solidFill>
          </a:ln>
        </p:spPr>
        <p:txBody>
          <a:bodyPr vert="horz" wrap="square" lIns="0" tIns="5715" rIns="0" bIns="0" rtlCol="0">
            <a:spAutoFit/>
          </a:bodyPr>
          <a:lstStyle/>
          <a:p>
            <a:pPr>
              <a:lnSpc>
                <a:spcPct val="100000"/>
              </a:lnSpc>
              <a:spcBef>
                <a:spcPts val="45"/>
              </a:spcBef>
            </a:pPr>
            <a:endParaRPr sz="1600">
              <a:latin typeface="Times New Roman"/>
              <a:cs typeface="Times New Roman"/>
            </a:endParaRPr>
          </a:p>
          <a:p>
            <a:pPr marL="857250" marR="1864360">
              <a:lnSpc>
                <a:spcPct val="100000"/>
              </a:lnSpc>
            </a:pPr>
            <a:r>
              <a:rPr sz="1100" spc="-5" dirty="0">
                <a:solidFill>
                  <a:srgbClr val="515151"/>
                </a:solidFill>
                <a:latin typeface="Lucida Console"/>
                <a:cs typeface="Lucida Console"/>
              </a:rPr>
              <a:t>(</a:t>
            </a:r>
            <a:r>
              <a:rPr sz="1100" spc="-5" dirty="0">
                <a:solidFill>
                  <a:srgbClr val="B03A3A"/>
                </a:solidFill>
                <a:latin typeface="Lucida Console"/>
                <a:cs typeface="Lucida Console"/>
              </a:rPr>
              <a:t>'Generator</a:t>
            </a:r>
            <a:r>
              <a:rPr sz="1100" dirty="0">
                <a:solidFill>
                  <a:srgbClr val="B03A3A"/>
                </a:solidFill>
                <a:latin typeface="Lucida Console"/>
                <a:cs typeface="Lucida Console"/>
              </a:rPr>
              <a:t> </a:t>
            </a:r>
            <a:r>
              <a:rPr sz="1100" spc="-5" dirty="0">
                <a:solidFill>
                  <a:srgbClr val="B03A3A"/>
                </a:solidFill>
                <a:latin typeface="Lucida Console"/>
                <a:cs typeface="Lucida Console"/>
              </a:rPr>
              <a:t>output</a:t>
            </a:r>
            <a:r>
              <a:rPr sz="1100" spc="5" dirty="0">
                <a:solidFill>
                  <a:srgbClr val="B03A3A"/>
                </a:solidFill>
                <a:latin typeface="Lucida Console"/>
                <a:cs typeface="Lucida Console"/>
              </a:rPr>
              <a:t> </a:t>
            </a:r>
            <a:r>
              <a:rPr sz="1100" spc="-5" dirty="0">
                <a:solidFill>
                  <a:srgbClr val="B03A3A"/>
                </a:solidFill>
                <a:latin typeface="Lucida Console"/>
                <a:cs typeface="Lucida Console"/>
              </a:rPr>
              <a:t>--</a:t>
            </a:r>
            <a:r>
              <a:rPr sz="1100" spc="-10" dirty="0">
                <a:solidFill>
                  <a:srgbClr val="B03A3A"/>
                </a:solidFill>
                <a:latin typeface="Lucida Console"/>
                <a:cs typeface="Lucida Console"/>
              </a:rPr>
              <a:t> </a:t>
            </a:r>
            <a:r>
              <a:rPr sz="1100" spc="-5" dirty="0">
                <a:solidFill>
                  <a:srgbClr val="B03A3A"/>
                </a:solidFill>
                <a:latin typeface="Lucida Console"/>
                <a:cs typeface="Lucida Console"/>
              </a:rPr>
              <a:t>shape:'</a:t>
            </a:r>
            <a:r>
              <a:rPr sz="1100" spc="-5" dirty="0">
                <a:solidFill>
                  <a:srgbClr val="515151"/>
                </a:solidFill>
                <a:latin typeface="Lucida Console"/>
                <a:cs typeface="Lucida Console"/>
              </a:rPr>
              <a:t>, </a:t>
            </a:r>
            <a:r>
              <a:rPr sz="1100" spc="-650" dirty="0">
                <a:solidFill>
                  <a:srgbClr val="515151"/>
                </a:solidFill>
                <a:latin typeface="Lucida Console"/>
                <a:cs typeface="Lucida Console"/>
              </a:rPr>
              <a:t> </a:t>
            </a:r>
            <a:r>
              <a:rPr sz="1100" spc="-5" dirty="0">
                <a:solidFill>
                  <a:srgbClr val="515151"/>
                </a:solidFill>
                <a:latin typeface="Lucida Console"/>
                <a:cs typeface="Lucida Console"/>
              </a:rPr>
              <a:t>g_output.shape)</a:t>
            </a:r>
            <a:endParaRPr sz="1100">
              <a:latin typeface="Lucida Console"/>
              <a:cs typeface="Lucida Console"/>
            </a:endParaRPr>
          </a:p>
          <a:p>
            <a:pPr>
              <a:lnSpc>
                <a:spcPct val="100000"/>
              </a:lnSpc>
            </a:pPr>
            <a:endParaRPr sz="1100">
              <a:latin typeface="Lucida Console"/>
              <a:cs typeface="Lucida Console"/>
            </a:endParaRPr>
          </a:p>
          <a:p>
            <a:pPr>
              <a:lnSpc>
                <a:spcPct val="100000"/>
              </a:lnSpc>
            </a:pPr>
            <a:endParaRPr sz="1100">
              <a:latin typeface="Lucida Console"/>
              <a:cs typeface="Lucida Console"/>
            </a:endParaRPr>
          </a:p>
          <a:p>
            <a:pPr>
              <a:lnSpc>
                <a:spcPct val="100000"/>
              </a:lnSpc>
              <a:spcBef>
                <a:spcPts val="15"/>
              </a:spcBef>
            </a:pPr>
            <a:endParaRPr sz="1600">
              <a:latin typeface="Lucida Console"/>
              <a:cs typeface="Lucida Console"/>
            </a:endParaRPr>
          </a:p>
          <a:p>
            <a:pPr marL="868680">
              <a:lnSpc>
                <a:spcPct val="100000"/>
              </a:lnSpc>
            </a:pPr>
            <a:r>
              <a:rPr sz="1100" spc="-5" dirty="0">
                <a:solidFill>
                  <a:srgbClr val="515151"/>
                </a:solidFill>
                <a:latin typeface="Lucida Console"/>
                <a:cs typeface="Lucida Console"/>
              </a:rPr>
              <a:t>(</a:t>
            </a:r>
            <a:r>
              <a:rPr sz="1100" spc="-5" dirty="0">
                <a:solidFill>
                  <a:srgbClr val="B03A3A"/>
                </a:solidFill>
                <a:latin typeface="Lucida Console"/>
                <a:cs typeface="Lucida Console"/>
              </a:rPr>
              <a:t>'discriminator</a:t>
            </a:r>
            <a:r>
              <a:rPr sz="1100" spc="5" dirty="0">
                <a:solidFill>
                  <a:srgbClr val="B03A3A"/>
                </a:solidFill>
                <a:latin typeface="Lucida Console"/>
                <a:cs typeface="Lucida Console"/>
              </a:rPr>
              <a:t> </a:t>
            </a:r>
            <a:r>
              <a:rPr sz="1100" spc="-5" dirty="0">
                <a:solidFill>
                  <a:srgbClr val="B03A3A"/>
                </a:solidFill>
                <a:latin typeface="Lucida Console"/>
                <a:cs typeface="Lucida Console"/>
              </a:rPr>
              <a:t>(real)</a:t>
            </a:r>
            <a:r>
              <a:rPr sz="1100" dirty="0">
                <a:solidFill>
                  <a:srgbClr val="B03A3A"/>
                </a:solidFill>
                <a:latin typeface="Lucida Console"/>
                <a:cs typeface="Lucida Console"/>
              </a:rPr>
              <a:t> </a:t>
            </a:r>
            <a:r>
              <a:rPr sz="1100" spc="-5" dirty="0">
                <a:solidFill>
                  <a:srgbClr val="B03A3A"/>
                </a:solidFill>
                <a:latin typeface="Lucida Console"/>
                <a:cs typeface="Lucida Console"/>
              </a:rPr>
              <a:t>--</a:t>
            </a:r>
            <a:r>
              <a:rPr sz="1100" spc="5" dirty="0">
                <a:solidFill>
                  <a:srgbClr val="B03A3A"/>
                </a:solidFill>
                <a:latin typeface="Lucida Console"/>
                <a:cs typeface="Lucida Console"/>
              </a:rPr>
              <a:t> </a:t>
            </a:r>
            <a:r>
              <a:rPr sz="1100" spc="-5" dirty="0">
                <a:solidFill>
                  <a:srgbClr val="B03A3A"/>
                </a:solidFill>
                <a:latin typeface="Lucida Console"/>
                <a:cs typeface="Lucida Console"/>
              </a:rPr>
              <a:t>shape:'</a:t>
            </a:r>
            <a:r>
              <a:rPr sz="1100" spc="-5" dirty="0">
                <a:solidFill>
                  <a:srgbClr val="515151"/>
                </a:solidFill>
                <a:latin typeface="Lucida Console"/>
                <a:cs typeface="Lucida Console"/>
              </a:rPr>
              <a:t>,</a:t>
            </a:r>
            <a:endParaRPr sz="1100">
              <a:latin typeface="Lucida Console"/>
              <a:cs typeface="Lucida Console"/>
            </a:endParaRPr>
          </a:p>
          <a:p>
            <a:pPr marL="872490" marR="1512570" indent="-4445">
              <a:lnSpc>
                <a:spcPct val="100000"/>
              </a:lnSpc>
              <a:spcBef>
                <a:spcPts val="365"/>
              </a:spcBef>
            </a:pPr>
            <a:r>
              <a:rPr sz="1650" spc="-952" baseline="17676" dirty="0">
                <a:solidFill>
                  <a:srgbClr val="515151"/>
                </a:solidFill>
                <a:latin typeface="Lucida Console"/>
                <a:cs typeface="Lucida Console"/>
              </a:rPr>
              <a:t>d</a:t>
            </a:r>
            <a:r>
              <a:rPr sz="1100" spc="-40" dirty="0">
                <a:solidFill>
                  <a:srgbClr val="515151"/>
                </a:solidFill>
                <a:latin typeface="Lucida Console"/>
                <a:cs typeface="Lucida Console"/>
              </a:rPr>
              <a:t>(</a:t>
            </a:r>
            <a:r>
              <a:rPr sz="1650" spc="-952" baseline="17676" dirty="0">
                <a:solidFill>
                  <a:srgbClr val="515151"/>
                </a:solidFill>
                <a:latin typeface="Lucida Console"/>
                <a:cs typeface="Lucida Console"/>
              </a:rPr>
              <a:t>_</a:t>
            </a:r>
            <a:r>
              <a:rPr sz="1100" spc="-40" dirty="0">
                <a:solidFill>
                  <a:srgbClr val="B03A3A"/>
                </a:solidFill>
                <a:latin typeface="Lucida Console"/>
                <a:cs typeface="Lucida Console"/>
              </a:rPr>
              <a:t>'</a:t>
            </a:r>
            <a:r>
              <a:rPr sz="1650" spc="-952" baseline="17676" dirty="0">
                <a:solidFill>
                  <a:srgbClr val="515151"/>
                </a:solidFill>
                <a:latin typeface="Lucida Console"/>
                <a:cs typeface="Lucida Console"/>
              </a:rPr>
              <a:t>l</a:t>
            </a:r>
            <a:r>
              <a:rPr sz="1100" spc="-40" dirty="0">
                <a:solidFill>
                  <a:srgbClr val="B03A3A"/>
                </a:solidFill>
                <a:latin typeface="Lucida Console"/>
                <a:cs typeface="Lucida Console"/>
              </a:rPr>
              <a:t>d</a:t>
            </a:r>
            <a:r>
              <a:rPr sz="1650" spc="-952" baseline="17676" dirty="0">
                <a:solidFill>
                  <a:srgbClr val="515151"/>
                </a:solidFill>
                <a:latin typeface="Lucida Console"/>
                <a:cs typeface="Lucida Console"/>
              </a:rPr>
              <a:t>o</a:t>
            </a:r>
            <a:r>
              <a:rPr sz="1100" spc="-40" dirty="0">
                <a:solidFill>
                  <a:srgbClr val="B03A3A"/>
                </a:solidFill>
                <a:latin typeface="Lucida Console"/>
                <a:cs typeface="Lucida Console"/>
              </a:rPr>
              <a:t>i</a:t>
            </a:r>
            <a:r>
              <a:rPr sz="1650" spc="-952" baseline="17676" dirty="0">
                <a:solidFill>
                  <a:srgbClr val="515151"/>
                </a:solidFill>
                <a:latin typeface="Lucida Console"/>
                <a:cs typeface="Lucida Console"/>
              </a:rPr>
              <a:t>g</a:t>
            </a:r>
            <a:r>
              <a:rPr sz="1100" spc="-40" dirty="0">
                <a:solidFill>
                  <a:srgbClr val="B03A3A"/>
                </a:solidFill>
                <a:latin typeface="Lucida Console"/>
                <a:cs typeface="Lucida Console"/>
              </a:rPr>
              <a:t>s</a:t>
            </a:r>
            <a:r>
              <a:rPr sz="1650" spc="-952" baseline="17676" dirty="0">
                <a:solidFill>
                  <a:srgbClr val="515151"/>
                </a:solidFill>
                <a:latin typeface="Lucida Console"/>
                <a:cs typeface="Lucida Console"/>
              </a:rPr>
              <a:t>i</a:t>
            </a:r>
            <a:r>
              <a:rPr sz="1100" spc="-40" dirty="0">
                <a:solidFill>
                  <a:srgbClr val="B03A3A"/>
                </a:solidFill>
                <a:latin typeface="Lucida Console"/>
                <a:cs typeface="Lucida Console"/>
              </a:rPr>
              <a:t>c</a:t>
            </a:r>
            <a:r>
              <a:rPr sz="1650" spc="-952" baseline="17676" dirty="0">
                <a:solidFill>
                  <a:srgbClr val="515151"/>
                </a:solidFill>
                <a:latin typeface="Lucida Console"/>
                <a:cs typeface="Lucida Console"/>
              </a:rPr>
              <a:t>t</a:t>
            </a:r>
            <a:r>
              <a:rPr sz="1100" spc="-30" dirty="0">
                <a:solidFill>
                  <a:srgbClr val="B03A3A"/>
                </a:solidFill>
                <a:latin typeface="Lucida Console"/>
                <a:cs typeface="Lucida Console"/>
              </a:rPr>
              <a:t>r</a:t>
            </a:r>
            <a:r>
              <a:rPr sz="1650" spc="-952" baseline="17676" dirty="0">
                <a:solidFill>
                  <a:srgbClr val="515151"/>
                </a:solidFill>
                <a:latin typeface="Lucida Console"/>
                <a:cs typeface="Lucida Console"/>
              </a:rPr>
              <a:t>s</a:t>
            </a:r>
            <a:r>
              <a:rPr sz="1100" spc="-40" dirty="0">
                <a:solidFill>
                  <a:srgbClr val="B03A3A"/>
                </a:solidFill>
                <a:latin typeface="Lucida Console"/>
                <a:cs typeface="Lucida Console"/>
              </a:rPr>
              <a:t>i</a:t>
            </a:r>
            <a:r>
              <a:rPr sz="1650" spc="-952" baseline="17676" dirty="0">
                <a:solidFill>
                  <a:srgbClr val="515151"/>
                </a:solidFill>
                <a:latin typeface="Lucida Console"/>
                <a:cs typeface="Lucida Console"/>
              </a:rPr>
              <a:t>_</a:t>
            </a:r>
            <a:r>
              <a:rPr sz="1100" spc="-40" dirty="0">
                <a:solidFill>
                  <a:srgbClr val="B03A3A"/>
                </a:solidFill>
                <a:latin typeface="Lucida Console"/>
                <a:cs typeface="Lucida Console"/>
              </a:rPr>
              <a:t>m</a:t>
            </a:r>
            <a:r>
              <a:rPr sz="1650" spc="-952" baseline="17676" dirty="0">
                <a:solidFill>
                  <a:srgbClr val="515151"/>
                </a:solidFill>
                <a:latin typeface="Lucida Console"/>
                <a:cs typeface="Lucida Console"/>
              </a:rPr>
              <a:t>r</a:t>
            </a:r>
            <a:r>
              <a:rPr sz="1100" spc="-40" dirty="0">
                <a:solidFill>
                  <a:srgbClr val="B03A3A"/>
                </a:solidFill>
                <a:latin typeface="Lucida Console"/>
                <a:cs typeface="Lucida Console"/>
              </a:rPr>
              <a:t>i</a:t>
            </a:r>
            <a:r>
              <a:rPr sz="1650" spc="-952" baseline="17676" dirty="0">
                <a:solidFill>
                  <a:srgbClr val="515151"/>
                </a:solidFill>
                <a:latin typeface="Lucida Console"/>
                <a:cs typeface="Lucida Console"/>
              </a:rPr>
              <a:t>e</a:t>
            </a:r>
            <a:r>
              <a:rPr sz="1100" spc="-5" dirty="0">
                <a:solidFill>
                  <a:srgbClr val="B03A3A"/>
                </a:solidFill>
                <a:latin typeface="Lucida Console"/>
                <a:cs typeface="Lucida Console"/>
              </a:rPr>
              <a:t>n</a:t>
            </a:r>
            <a:r>
              <a:rPr sz="1100" spc="-30" dirty="0">
                <a:solidFill>
                  <a:srgbClr val="B03A3A"/>
                </a:solidFill>
                <a:latin typeface="Lucida Console"/>
                <a:cs typeface="Lucida Console"/>
              </a:rPr>
              <a:t>a</a:t>
            </a:r>
            <a:r>
              <a:rPr sz="1650" spc="-952" baseline="17676" dirty="0">
                <a:solidFill>
                  <a:srgbClr val="515151"/>
                </a:solidFill>
                <a:latin typeface="Lucida Console"/>
                <a:cs typeface="Lucida Console"/>
              </a:rPr>
              <a:t>l</a:t>
            </a:r>
            <a:r>
              <a:rPr sz="1100" spc="-40" dirty="0">
                <a:solidFill>
                  <a:srgbClr val="B03A3A"/>
                </a:solidFill>
                <a:latin typeface="Lucida Console"/>
                <a:cs typeface="Lucida Console"/>
              </a:rPr>
              <a:t>t</a:t>
            </a:r>
            <a:r>
              <a:rPr sz="1650" spc="-952" baseline="17676" dirty="0">
                <a:solidFill>
                  <a:srgbClr val="515151"/>
                </a:solidFill>
                <a:latin typeface="Lucida Console"/>
                <a:cs typeface="Lucida Console"/>
              </a:rPr>
              <a:t>.</a:t>
            </a:r>
            <a:r>
              <a:rPr sz="1100" spc="-40" dirty="0">
                <a:solidFill>
                  <a:srgbClr val="B03A3A"/>
                </a:solidFill>
                <a:latin typeface="Lucida Console"/>
                <a:cs typeface="Lucida Console"/>
              </a:rPr>
              <a:t>o</a:t>
            </a:r>
            <a:r>
              <a:rPr sz="1650" spc="-952" baseline="17676" dirty="0">
                <a:solidFill>
                  <a:srgbClr val="515151"/>
                </a:solidFill>
                <a:latin typeface="Lucida Console"/>
                <a:cs typeface="Lucida Console"/>
              </a:rPr>
              <a:t>s</a:t>
            </a:r>
            <a:r>
              <a:rPr sz="1100" spc="-40" dirty="0">
                <a:solidFill>
                  <a:srgbClr val="B03A3A"/>
                </a:solidFill>
                <a:latin typeface="Lucida Console"/>
                <a:cs typeface="Lucida Console"/>
              </a:rPr>
              <a:t>r</a:t>
            </a:r>
            <a:r>
              <a:rPr sz="1650" spc="7" baseline="17676" dirty="0">
                <a:solidFill>
                  <a:srgbClr val="515151"/>
                </a:solidFill>
                <a:latin typeface="Lucida Console"/>
                <a:cs typeface="Lucida Console"/>
              </a:rPr>
              <a:t>h</a:t>
            </a:r>
            <a:r>
              <a:rPr sz="1650" spc="-952" baseline="17676" dirty="0">
                <a:solidFill>
                  <a:srgbClr val="515151"/>
                </a:solidFill>
                <a:latin typeface="Lucida Console"/>
                <a:cs typeface="Lucida Console"/>
              </a:rPr>
              <a:t>a</a:t>
            </a:r>
            <a:r>
              <a:rPr sz="1100" spc="-40" dirty="0">
                <a:solidFill>
                  <a:srgbClr val="B03A3A"/>
                </a:solidFill>
                <a:latin typeface="Lucida Console"/>
                <a:cs typeface="Lucida Console"/>
              </a:rPr>
              <a:t>(</a:t>
            </a:r>
            <a:r>
              <a:rPr sz="1650" spc="-952" baseline="17676" dirty="0">
                <a:solidFill>
                  <a:srgbClr val="515151"/>
                </a:solidFill>
                <a:latin typeface="Lucida Console"/>
                <a:cs typeface="Lucida Console"/>
              </a:rPr>
              <a:t>p</a:t>
            </a:r>
            <a:r>
              <a:rPr sz="1100" spc="-30" dirty="0">
                <a:solidFill>
                  <a:srgbClr val="B03A3A"/>
                </a:solidFill>
                <a:latin typeface="Lucida Console"/>
                <a:cs typeface="Lucida Console"/>
              </a:rPr>
              <a:t>f</a:t>
            </a:r>
            <a:r>
              <a:rPr sz="1650" spc="-952" baseline="17676" dirty="0">
                <a:solidFill>
                  <a:srgbClr val="515151"/>
                </a:solidFill>
                <a:latin typeface="Lucida Console"/>
                <a:cs typeface="Lucida Console"/>
              </a:rPr>
              <a:t>e</a:t>
            </a:r>
            <a:r>
              <a:rPr sz="1100" spc="-35" dirty="0">
                <a:solidFill>
                  <a:srgbClr val="B03A3A"/>
                </a:solidFill>
                <a:latin typeface="Lucida Console"/>
                <a:cs typeface="Lucida Console"/>
              </a:rPr>
              <a:t>a</a:t>
            </a:r>
            <a:r>
              <a:rPr sz="1650" spc="-960" baseline="17676" dirty="0">
                <a:solidFill>
                  <a:srgbClr val="515151"/>
                </a:solidFill>
                <a:latin typeface="Lucida Console"/>
                <a:cs typeface="Lucida Console"/>
              </a:rPr>
              <a:t>)</a:t>
            </a:r>
            <a:r>
              <a:rPr sz="1100" spc="-5" dirty="0">
                <a:solidFill>
                  <a:srgbClr val="B03A3A"/>
                </a:solidFill>
                <a:latin typeface="Lucida Console"/>
                <a:cs typeface="Lucida Console"/>
              </a:rPr>
              <a:t>ke</a:t>
            </a:r>
            <a:r>
              <a:rPr sz="1100" dirty="0">
                <a:solidFill>
                  <a:srgbClr val="B03A3A"/>
                </a:solidFill>
                <a:latin typeface="Lucida Console"/>
                <a:cs typeface="Lucida Console"/>
              </a:rPr>
              <a:t>)</a:t>
            </a:r>
            <a:r>
              <a:rPr sz="1100" spc="-10" dirty="0">
                <a:solidFill>
                  <a:srgbClr val="B03A3A"/>
                </a:solidFill>
                <a:latin typeface="Lucida Console"/>
                <a:cs typeface="Lucida Console"/>
              </a:rPr>
              <a:t> -</a:t>
            </a:r>
            <a:r>
              <a:rPr sz="1100" dirty="0">
                <a:solidFill>
                  <a:srgbClr val="B03A3A"/>
                </a:solidFill>
                <a:latin typeface="Lucida Console"/>
                <a:cs typeface="Lucida Console"/>
              </a:rPr>
              <a:t>- </a:t>
            </a:r>
            <a:r>
              <a:rPr sz="1100" spc="-5" dirty="0">
                <a:solidFill>
                  <a:srgbClr val="B03A3A"/>
                </a:solidFill>
                <a:latin typeface="Lucida Console"/>
                <a:cs typeface="Lucida Console"/>
              </a:rPr>
              <a:t>sha</a:t>
            </a:r>
            <a:r>
              <a:rPr sz="1100" spc="5" dirty="0">
                <a:solidFill>
                  <a:srgbClr val="B03A3A"/>
                </a:solidFill>
                <a:latin typeface="Lucida Console"/>
                <a:cs typeface="Lucida Console"/>
              </a:rPr>
              <a:t>p</a:t>
            </a:r>
            <a:r>
              <a:rPr sz="1100" spc="-5" dirty="0">
                <a:solidFill>
                  <a:srgbClr val="B03A3A"/>
                </a:solidFill>
                <a:latin typeface="Lucida Console"/>
                <a:cs typeface="Lucida Console"/>
              </a:rPr>
              <a:t>e:</a:t>
            </a:r>
            <a:r>
              <a:rPr sz="1100" spc="-10" dirty="0">
                <a:solidFill>
                  <a:srgbClr val="B03A3A"/>
                </a:solidFill>
                <a:latin typeface="Lucida Console"/>
                <a:cs typeface="Lucida Console"/>
              </a:rPr>
              <a:t>'</a:t>
            </a:r>
            <a:r>
              <a:rPr sz="1100" dirty="0">
                <a:solidFill>
                  <a:srgbClr val="515151"/>
                </a:solidFill>
                <a:latin typeface="Lucida Console"/>
                <a:cs typeface="Lucida Console"/>
              </a:rPr>
              <a:t>,  </a:t>
            </a:r>
            <a:r>
              <a:rPr sz="1100" spc="-5" dirty="0">
                <a:solidFill>
                  <a:srgbClr val="515151"/>
                </a:solidFill>
                <a:latin typeface="Lucida Console"/>
                <a:cs typeface="Lucida Console"/>
              </a:rPr>
              <a:t>d_logits_fake.shape)</a:t>
            </a:r>
            <a:endParaRPr sz="1100">
              <a:latin typeface="Lucida Console"/>
              <a:cs typeface="Lucida Console"/>
            </a:endParaRPr>
          </a:p>
          <a:p>
            <a:pPr marL="367030">
              <a:lnSpc>
                <a:spcPct val="100000"/>
              </a:lnSpc>
              <a:spcBef>
                <a:spcPts val="980"/>
              </a:spcBef>
            </a:pPr>
            <a:r>
              <a:rPr sz="1100" spc="-5" dirty="0">
                <a:solidFill>
                  <a:srgbClr val="515151"/>
                </a:solidFill>
                <a:latin typeface="Lucida Console"/>
                <a:cs typeface="Lucida Console"/>
              </a:rPr>
              <a:t>(Generator</a:t>
            </a:r>
            <a:r>
              <a:rPr sz="1100" spc="-10" dirty="0">
                <a:solidFill>
                  <a:srgbClr val="515151"/>
                </a:solidFill>
                <a:latin typeface="Lucida Console"/>
                <a:cs typeface="Lucida Console"/>
              </a:rPr>
              <a:t> </a:t>
            </a:r>
            <a:r>
              <a:rPr sz="1100" dirty="0">
                <a:solidFill>
                  <a:srgbClr val="515151"/>
                </a:solidFill>
                <a:latin typeface="Lucida Console"/>
                <a:cs typeface="Lucida Console"/>
              </a:rPr>
              <a:t>output</a:t>
            </a:r>
            <a:r>
              <a:rPr sz="1100" spc="5" dirty="0">
                <a:solidFill>
                  <a:srgbClr val="515151"/>
                </a:solidFill>
                <a:latin typeface="Lucida Console"/>
                <a:cs typeface="Lucida Console"/>
              </a:rPr>
              <a:t> </a:t>
            </a:r>
            <a:r>
              <a:rPr sz="1100" spc="-5" dirty="0">
                <a:solidFill>
                  <a:srgbClr val="515151"/>
                </a:solidFill>
                <a:latin typeface="Lucida Console"/>
                <a:cs typeface="Lucida Console"/>
              </a:rPr>
              <a:t>-- shape:</a:t>
            </a:r>
            <a:r>
              <a:rPr sz="1100" spc="-10" dirty="0">
                <a:solidFill>
                  <a:srgbClr val="515151"/>
                </a:solidFill>
                <a:latin typeface="Lucida Console"/>
                <a:cs typeface="Lucida Console"/>
              </a:rPr>
              <a:t> </a:t>
            </a:r>
            <a:r>
              <a:rPr sz="1100" spc="-5" dirty="0">
                <a:solidFill>
                  <a:srgbClr val="515151"/>
                </a:solidFill>
                <a:latin typeface="Lucida Console"/>
                <a:cs typeface="Lucida Console"/>
              </a:rPr>
              <a:t>(32, </a:t>
            </a:r>
            <a:r>
              <a:rPr sz="1100" dirty="0">
                <a:solidFill>
                  <a:srgbClr val="515151"/>
                </a:solidFill>
                <a:latin typeface="Lucida Console"/>
                <a:cs typeface="Lucida Console"/>
              </a:rPr>
              <a:t>784)</a:t>
            </a:r>
            <a:endParaRPr sz="1100">
              <a:latin typeface="Lucida Console"/>
              <a:cs typeface="Lucida Console"/>
            </a:endParaRPr>
          </a:p>
          <a:p>
            <a:pPr marL="367030">
              <a:lnSpc>
                <a:spcPct val="100000"/>
              </a:lnSpc>
              <a:spcBef>
                <a:spcPts val="5"/>
              </a:spcBef>
            </a:pPr>
            <a:r>
              <a:rPr sz="1100" spc="-5" dirty="0">
                <a:solidFill>
                  <a:srgbClr val="515151"/>
                </a:solidFill>
                <a:latin typeface="Lucida Console"/>
                <a:cs typeface="Lucida Console"/>
              </a:rPr>
              <a:t>(discriminator </a:t>
            </a:r>
            <a:r>
              <a:rPr sz="1100" dirty="0">
                <a:solidFill>
                  <a:srgbClr val="515151"/>
                </a:solidFill>
                <a:latin typeface="Lucida Console"/>
                <a:cs typeface="Lucida Console"/>
              </a:rPr>
              <a:t>(real) </a:t>
            </a:r>
            <a:r>
              <a:rPr sz="1100" spc="-5" dirty="0">
                <a:solidFill>
                  <a:srgbClr val="515151"/>
                </a:solidFill>
                <a:latin typeface="Lucida Console"/>
                <a:cs typeface="Lucida Console"/>
              </a:rPr>
              <a:t>--</a:t>
            </a:r>
            <a:r>
              <a:rPr sz="1100" spc="5" dirty="0">
                <a:solidFill>
                  <a:srgbClr val="515151"/>
                </a:solidFill>
                <a:latin typeface="Lucida Console"/>
                <a:cs typeface="Lucida Console"/>
              </a:rPr>
              <a:t> </a:t>
            </a:r>
            <a:r>
              <a:rPr sz="1100" spc="-5" dirty="0">
                <a:solidFill>
                  <a:srgbClr val="515151"/>
                </a:solidFill>
                <a:latin typeface="Lucida Console"/>
                <a:cs typeface="Lucida Console"/>
              </a:rPr>
              <a:t>shape: (32,</a:t>
            </a:r>
            <a:r>
              <a:rPr sz="1100" spc="5" dirty="0">
                <a:solidFill>
                  <a:srgbClr val="515151"/>
                </a:solidFill>
                <a:latin typeface="Lucida Console"/>
                <a:cs typeface="Lucida Console"/>
              </a:rPr>
              <a:t> </a:t>
            </a:r>
            <a:r>
              <a:rPr sz="1100" spc="-5" dirty="0">
                <a:solidFill>
                  <a:srgbClr val="515151"/>
                </a:solidFill>
                <a:latin typeface="Lucida Console"/>
                <a:cs typeface="Lucida Console"/>
              </a:rPr>
              <a:t>1)</a:t>
            </a:r>
            <a:endParaRPr sz="1100">
              <a:latin typeface="Lucida Console"/>
              <a:cs typeface="Lucida Console"/>
            </a:endParaRPr>
          </a:p>
          <a:p>
            <a:pPr marL="367030">
              <a:lnSpc>
                <a:spcPct val="100000"/>
              </a:lnSpc>
            </a:pPr>
            <a:r>
              <a:rPr sz="1100" spc="-5" dirty="0">
                <a:solidFill>
                  <a:srgbClr val="515151"/>
                </a:solidFill>
                <a:latin typeface="Lucida Console"/>
                <a:cs typeface="Lucida Console"/>
              </a:rPr>
              <a:t>(discriminator </a:t>
            </a:r>
            <a:r>
              <a:rPr sz="1100" dirty="0">
                <a:solidFill>
                  <a:srgbClr val="515151"/>
                </a:solidFill>
                <a:latin typeface="Lucida Console"/>
                <a:cs typeface="Lucida Console"/>
              </a:rPr>
              <a:t>(fake)</a:t>
            </a:r>
            <a:r>
              <a:rPr sz="1100" spc="-5" dirty="0">
                <a:solidFill>
                  <a:srgbClr val="515151"/>
                </a:solidFill>
                <a:latin typeface="Lucida Console"/>
                <a:cs typeface="Lucida Console"/>
              </a:rPr>
              <a:t> --</a:t>
            </a:r>
            <a:r>
              <a:rPr sz="1100" spc="5" dirty="0">
                <a:solidFill>
                  <a:srgbClr val="515151"/>
                </a:solidFill>
                <a:latin typeface="Lucida Console"/>
                <a:cs typeface="Lucida Console"/>
              </a:rPr>
              <a:t> </a:t>
            </a:r>
            <a:r>
              <a:rPr sz="1100" spc="-5" dirty="0">
                <a:solidFill>
                  <a:srgbClr val="515151"/>
                </a:solidFill>
                <a:latin typeface="Lucida Console"/>
                <a:cs typeface="Lucida Console"/>
              </a:rPr>
              <a:t>shape: (32,</a:t>
            </a:r>
            <a:r>
              <a:rPr sz="1100" spc="5" dirty="0">
                <a:solidFill>
                  <a:srgbClr val="515151"/>
                </a:solidFill>
                <a:latin typeface="Lucida Console"/>
                <a:cs typeface="Lucida Console"/>
              </a:rPr>
              <a:t> </a:t>
            </a:r>
            <a:r>
              <a:rPr sz="1100" spc="-5" dirty="0">
                <a:solidFill>
                  <a:srgbClr val="515151"/>
                </a:solidFill>
                <a:latin typeface="Lucida Console"/>
                <a:cs typeface="Lucida Console"/>
              </a:rPr>
              <a:t>1)</a:t>
            </a:r>
            <a:endParaRPr sz="1100">
              <a:latin typeface="Lucida Console"/>
              <a:cs typeface="Lucida Console"/>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9003"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dirty="0"/>
              <a:t>3.3.</a:t>
            </a:r>
            <a:r>
              <a:rPr spc="-15" dirty="0"/>
              <a:t> </a:t>
            </a:r>
            <a:r>
              <a:rPr spc="-5" dirty="0"/>
              <a:t>Generative</a:t>
            </a:r>
            <a:r>
              <a:rPr spc="-10" dirty="0"/>
              <a:t> </a:t>
            </a:r>
            <a:r>
              <a:rPr spc="-5" dirty="0"/>
              <a:t>Adversarial</a:t>
            </a:r>
            <a:r>
              <a:rPr spc="-15" dirty="0"/>
              <a:t> </a:t>
            </a:r>
            <a:r>
              <a:rPr spc="-5" dirty="0"/>
              <a:t>Networks</a:t>
            </a:r>
            <a:r>
              <a:rPr dirty="0"/>
              <a:t> </a:t>
            </a:r>
            <a:r>
              <a:rPr spc="-5" dirty="0"/>
              <a:t>Exercise</a:t>
            </a:r>
          </a:p>
        </p:txBody>
      </p:sp>
      <p:sp>
        <p:nvSpPr>
          <p:cNvPr id="6" name="object 6"/>
          <p:cNvSpPr txBox="1"/>
          <p:nvPr/>
        </p:nvSpPr>
        <p:spPr>
          <a:xfrm>
            <a:off x="8671052"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1708" y="1463039"/>
            <a:ext cx="1076706" cy="176022"/>
          </a:xfrm>
          <a:prstGeom prst="rect">
            <a:avLst/>
          </a:prstGeom>
        </p:spPr>
      </p:pic>
      <p:pic>
        <p:nvPicPr>
          <p:cNvPr id="9" name="object 9"/>
          <p:cNvPicPr/>
          <p:nvPr/>
        </p:nvPicPr>
        <p:blipFill>
          <a:blip r:embed="rId6" cstate="print"/>
          <a:stretch>
            <a:fillRect/>
          </a:stretch>
        </p:blipFill>
        <p:spPr>
          <a:xfrm>
            <a:off x="710183" y="1805927"/>
            <a:ext cx="7672578" cy="986802"/>
          </a:xfrm>
          <a:prstGeom prst="rect">
            <a:avLst/>
          </a:prstGeom>
        </p:spPr>
      </p:pic>
      <p:grpSp>
        <p:nvGrpSpPr>
          <p:cNvPr id="10" name="object 10"/>
          <p:cNvGrpSpPr/>
          <p:nvPr/>
        </p:nvGrpSpPr>
        <p:grpSpPr>
          <a:xfrm>
            <a:off x="870203" y="3368040"/>
            <a:ext cx="6301740" cy="1583690"/>
            <a:chOff x="870203" y="3368040"/>
            <a:chExt cx="6301740" cy="1583690"/>
          </a:xfrm>
        </p:grpSpPr>
        <p:pic>
          <p:nvPicPr>
            <p:cNvPr id="11" name="object 11"/>
            <p:cNvPicPr/>
            <p:nvPr/>
          </p:nvPicPr>
          <p:blipFill>
            <a:blip r:embed="rId7" cstate="print"/>
            <a:stretch>
              <a:fillRect/>
            </a:stretch>
          </p:blipFill>
          <p:spPr>
            <a:xfrm>
              <a:off x="870203" y="3368040"/>
              <a:ext cx="6301740" cy="1583436"/>
            </a:xfrm>
            <a:prstGeom prst="rect">
              <a:avLst/>
            </a:prstGeom>
          </p:spPr>
        </p:pic>
        <p:sp>
          <p:nvSpPr>
            <p:cNvPr id="12" name="object 12"/>
            <p:cNvSpPr/>
            <p:nvPr/>
          </p:nvSpPr>
          <p:spPr>
            <a:xfrm>
              <a:off x="1367028" y="3910584"/>
              <a:ext cx="1699260" cy="890269"/>
            </a:xfrm>
            <a:custGeom>
              <a:avLst/>
              <a:gdLst/>
              <a:ahLst/>
              <a:cxnLst/>
              <a:rect l="l" t="t" r="r" b="b"/>
              <a:pathLst>
                <a:path w="1699260" h="890270">
                  <a:moveTo>
                    <a:pt x="1379220" y="0"/>
                  </a:moveTo>
                  <a:lnTo>
                    <a:pt x="0" y="0"/>
                  </a:lnTo>
                  <a:lnTo>
                    <a:pt x="0" y="260604"/>
                  </a:lnTo>
                  <a:lnTo>
                    <a:pt x="1379220" y="260604"/>
                  </a:lnTo>
                  <a:lnTo>
                    <a:pt x="1379220" y="0"/>
                  </a:lnTo>
                  <a:close/>
                </a:path>
                <a:path w="1699260" h="890270">
                  <a:moveTo>
                    <a:pt x="1699260" y="704088"/>
                  </a:moveTo>
                  <a:lnTo>
                    <a:pt x="525780" y="704088"/>
                  </a:lnTo>
                  <a:lnTo>
                    <a:pt x="525780" y="890016"/>
                  </a:lnTo>
                  <a:lnTo>
                    <a:pt x="1699260" y="890016"/>
                  </a:lnTo>
                  <a:lnTo>
                    <a:pt x="1699260" y="704088"/>
                  </a:lnTo>
                  <a:close/>
                </a:path>
              </a:pathLst>
            </a:custGeom>
            <a:solidFill>
              <a:srgbClr val="F7F7F7"/>
            </a:solidFill>
          </p:spPr>
          <p:txBody>
            <a:bodyPr wrap="square" lIns="0" tIns="0" rIns="0" bIns="0" rtlCol="0"/>
            <a:lstStyle/>
            <a:p>
              <a:endParaRPr/>
            </a:p>
          </p:txBody>
        </p:sp>
      </p:grpSp>
      <p:sp>
        <p:nvSpPr>
          <p:cNvPr id="13" name="object 13"/>
          <p:cNvSpPr txBox="1"/>
          <p:nvPr/>
        </p:nvSpPr>
        <p:spPr>
          <a:xfrm>
            <a:off x="865632" y="3363467"/>
            <a:ext cx="6311265" cy="1592580"/>
          </a:xfrm>
          <a:prstGeom prst="rect">
            <a:avLst/>
          </a:prstGeom>
          <a:ln w="9144">
            <a:solidFill>
              <a:srgbClr val="BEBEBE"/>
            </a:solidFill>
          </a:ln>
        </p:spPr>
        <p:txBody>
          <a:bodyPr vert="horz" wrap="square" lIns="0" tIns="0" rIns="0" bIns="0" rtlCol="0">
            <a:spAutoFit/>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marL="501015">
              <a:lnSpc>
                <a:spcPts val="1470"/>
              </a:lnSpc>
              <a:spcBef>
                <a:spcPts val="1030"/>
              </a:spcBef>
            </a:pPr>
            <a:r>
              <a:rPr sz="1250" spc="-35" dirty="0">
                <a:solidFill>
                  <a:srgbClr val="238E23"/>
                </a:solidFill>
                <a:latin typeface="Lucida Console"/>
                <a:cs typeface="Lucida Console"/>
              </a:rPr>
              <a:t>##</a:t>
            </a:r>
            <a:r>
              <a:rPr sz="1250" spc="-65" dirty="0">
                <a:solidFill>
                  <a:srgbClr val="238E23"/>
                </a:solidFill>
                <a:latin typeface="Lucida Console"/>
                <a:cs typeface="Lucida Console"/>
              </a:rPr>
              <a:t> </a:t>
            </a:r>
            <a:r>
              <a:rPr sz="1250" spc="-35" dirty="0">
                <a:solidFill>
                  <a:srgbClr val="238E23"/>
                </a:solidFill>
                <a:latin typeface="Lucida Console"/>
                <a:cs typeface="Lucida Console"/>
              </a:rPr>
              <a:t>Generator</a:t>
            </a:r>
            <a:endParaRPr sz="1250">
              <a:latin typeface="Lucida Console"/>
              <a:cs typeface="Lucida Console"/>
            </a:endParaRPr>
          </a:p>
          <a:p>
            <a:pPr marL="501015">
              <a:lnSpc>
                <a:spcPts val="1470"/>
              </a:lnSpc>
            </a:pPr>
            <a:r>
              <a:rPr sz="1250" spc="-30" dirty="0">
                <a:solidFill>
                  <a:srgbClr val="238E23"/>
                </a:solidFill>
                <a:latin typeface="Lucida Console"/>
                <a:cs typeface="Lucida Console"/>
              </a:rPr>
              <a:t>loss</a:t>
            </a:r>
            <a:endParaRPr sz="1250">
              <a:latin typeface="Lucida Console"/>
              <a:cs typeface="Lucida Console"/>
            </a:endParaRPr>
          </a:p>
          <a:p>
            <a:pPr>
              <a:lnSpc>
                <a:spcPct val="100000"/>
              </a:lnSpc>
            </a:pPr>
            <a:endParaRPr sz="1200">
              <a:latin typeface="Lucida Console"/>
              <a:cs typeface="Lucida Console"/>
            </a:endParaRPr>
          </a:p>
          <a:p>
            <a:pPr>
              <a:lnSpc>
                <a:spcPct val="100000"/>
              </a:lnSpc>
              <a:spcBef>
                <a:spcPts val="35"/>
              </a:spcBef>
            </a:pPr>
            <a:endParaRPr sz="1250">
              <a:latin typeface="Lucida Console"/>
              <a:cs typeface="Lucida Console"/>
            </a:endParaRPr>
          </a:p>
          <a:p>
            <a:pPr marL="1028065" marR="4434205">
              <a:lnSpc>
                <a:spcPct val="100000"/>
              </a:lnSpc>
            </a:pPr>
            <a:r>
              <a:rPr sz="1100" spc="-5" dirty="0">
                <a:solidFill>
                  <a:srgbClr val="B03A3A"/>
                </a:solidFill>
                <a:latin typeface="Lucida Console"/>
                <a:cs typeface="Lucida Console"/>
              </a:rPr>
              <a:t>'Gener</a:t>
            </a:r>
            <a:r>
              <a:rPr sz="1100" spc="5" dirty="0">
                <a:solidFill>
                  <a:srgbClr val="B03A3A"/>
                </a:solidFill>
                <a:latin typeface="Lucida Console"/>
                <a:cs typeface="Lucida Console"/>
              </a:rPr>
              <a:t>a</a:t>
            </a:r>
            <a:r>
              <a:rPr sz="1100" spc="-5" dirty="0">
                <a:solidFill>
                  <a:srgbClr val="B03A3A"/>
                </a:solidFill>
                <a:latin typeface="Lucida Console"/>
                <a:cs typeface="Lucida Console"/>
              </a:rPr>
              <a:t>to</a:t>
            </a:r>
            <a:r>
              <a:rPr sz="1100" dirty="0">
                <a:solidFill>
                  <a:srgbClr val="B03A3A"/>
                </a:solidFill>
                <a:latin typeface="Lucida Console"/>
                <a:cs typeface="Lucida Console"/>
              </a:rPr>
              <a:t>r  </a:t>
            </a:r>
            <a:r>
              <a:rPr sz="1100" spc="-10" dirty="0">
                <a:solidFill>
                  <a:srgbClr val="B03A3A"/>
                </a:solidFill>
                <a:latin typeface="Lucida Console"/>
                <a:cs typeface="Lucida Console"/>
              </a:rPr>
              <a:t>loss:</a:t>
            </a:r>
            <a:endParaRPr sz="1100">
              <a:latin typeface="Lucida Console"/>
              <a:cs typeface="Lucida Console"/>
            </a:endParaRPr>
          </a:p>
        </p:txBody>
      </p:sp>
      <p:sp>
        <p:nvSpPr>
          <p:cNvPr id="14" name="object 14"/>
          <p:cNvSpPr txBox="1"/>
          <p:nvPr/>
        </p:nvSpPr>
        <p:spPr>
          <a:xfrm>
            <a:off x="1138224" y="4942459"/>
            <a:ext cx="1286510" cy="361315"/>
          </a:xfrm>
          <a:prstGeom prst="rect">
            <a:avLst/>
          </a:prstGeom>
        </p:spPr>
        <p:txBody>
          <a:bodyPr vert="horz" wrap="square" lIns="0" tIns="12700" rIns="0" bIns="0" rtlCol="0">
            <a:spAutoFit/>
          </a:bodyPr>
          <a:lstStyle/>
          <a:p>
            <a:pPr marL="12700" marR="5080">
              <a:lnSpc>
                <a:spcPct val="100000"/>
              </a:lnSpc>
              <a:spcBef>
                <a:spcPts val="100"/>
              </a:spcBef>
            </a:pPr>
            <a:r>
              <a:rPr sz="1100" spc="-5" dirty="0">
                <a:solidFill>
                  <a:srgbClr val="515151"/>
                </a:solidFill>
                <a:latin typeface="Lucida Console"/>
                <a:cs typeface="Lucida Console"/>
              </a:rPr>
              <a:t>Generator</a:t>
            </a:r>
            <a:r>
              <a:rPr sz="1100" spc="-70" dirty="0">
                <a:solidFill>
                  <a:srgbClr val="515151"/>
                </a:solidFill>
                <a:latin typeface="Lucida Console"/>
                <a:cs typeface="Lucida Console"/>
              </a:rPr>
              <a:t> </a:t>
            </a:r>
            <a:r>
              <a:rPr sz="1100" dirty="0">
                <a:solidFill>
                  <a:srgbClr val="515151"/>
                </a:solidFill>
                <a:latin typeface="Lucida Console"/>
                <a:cs typeface="Lucida Console"/>
              </a:rPr>
              <a:t>loss: </a:t>
            </a:r>
            <a:r>
              <a:rPr sz="1100" spc="-655" dirty="0">
                <a:solidFill>
                  <a:srgbClr val="515151"/>
                </a:solidFill>
                <a:latin typeface="Lucida Console"/>
                <a:cs typeface="Lucida Console"/>
              </a:rPr>
              <a:t> </a:t>
            </a:r>
            <a:r>
              <a:rPr sz="1100" spc="-10" dirty="0">
                <a:solidFill>
                  <a:srgbClr val="515151"/>
                </a:solidFill>
                <a:latin typeface="Lucida Console"/>
                <a:cs typeface="Lucida Console"/>
              </a:rPr>
              <a:t>0.6775</a:t>
            </a:r>
            <a:endParaRPr sz="1100">
              <a:latin typeface="Lucida Console"/>
              <a:cs typeface="Lucida Console"/>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9003" y="6524434"/>
            <a:ext cx="84461"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dirty="0"/>
              <a:t>3.3.</a:t>
            </a:r>
            <a:r>
              <a:rPr spc="-15" dirty="0"/>
              <a:t> </a:t>
            </a:r>
            <a:r>
              <a:rPr spc="-5" dirty="0"/>
              <a:t>Generative</a:t>
            </a:r>
            <a:r>
              <a:rPr spc="-10" dirty="0"/>
              <a:t> </a:t>
            </a:r>
            <a:r>
              <a:rPr spc="-5" dirty="0"/>
              <a:t>Adversarial</a:t>
            </a:r>
            <a:r>
              <a:rPr spc="-15" dirty="0"/>
              <a:t> </a:t>
            </a:r>
            <a:r>
              <a:rPr spc="-5" dirty="0"/>
              <a:t>Networks</a:t>
            </a:r>
            <a:r>
              <a:rPr dirty="0"/>
              <a:t> </a:t>
            </a:r>
            <a:r>
              <a:rPr spc="-5" dirty="0"/>
              <a:t>Exercise</a:t>
            </a:r>
          </a:p>
        </p:txBody>
      </p:sp>
      <p:sp>
        <p:nvSpPr>
          <p:cNvPr id="6" name="object 6"/>
          <p:cNvSpPr txBox="1"/>
          <p:nvPr/>
        </p:nvSpPr>
        <p:spPr>
          <a:xfrm>
            <a:off x="8671686"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1708" y="1463039"/>
            <a:ext cx="1076706" cy="176022"/>
          </a:xfrm>
          <a:prstGeom prst="rect">
            <a:avLst/>
          </a:prstGeom>
        </p:spPr>
      </p:pic>
      <p:pic>
        <p:nvPicPr>
          <p:cNvPr id="9" name="object 9"/>
          <p:cNvPicPr/>
          <p:nvPr/>
        </p:nvPicPr>
        <p:blipFill>
          <a:blip r:embed="rId6" cstate="print"/>
          <a:stretch>
            <a:fillRect/>
          </a:stretch>
        </p:blipFill>
        <p:spPr>
          <a:xfrm>
            <a:off x="710183" y="1805927"/>
            <a:ext cx="7088885" cy="438162"/>
          </a:xfrm>
          <a:prstGeom prst="rect">
            <a:avLst/>
          </a:prstGeom>
        </p:spPr>
      </p:pic>
      <p:pic>
        <p:nvPicPr>
          <p:cNvPr id="10" name="object 10"/>
          <p:cNvPicPr/>
          <p:nvPr/>
        </p:nvPicPr>
        <p:blipFill>
          <a:blip r:embed="rId7" cstate="print"/>
          <a:stretch>
            <a:fillRect/>
          </a:stretch>
        </p:blipFill>
        <p:spPr>
          <a:xfrm>
            <a:off x="720851" y="4989576"/>
            <a:ext cx="5747766" cy="162306"/>
          </a:xfrm>
          <a:prstGeom prst="rect">
            <a:avLst/>
          </a:prstGeom>
        </p:spPr>
      </p:pic>
      <p:grpSp>
        <p:nvGrpSpPr>
          <p:cNvPr id="11" name="object 11"/>
          <p:cNvGrpSpPr/>
          <p:nvPr/>
        </p:nvGrpSpPr>
        <p:grpSpPr>
          <a:xfrm>
            <a:off x="893063" y="2633472"/>
            <a:ext cx="5892165" cy="1805939"/>
            <a:chOff x="893063" y="2633472"/>
            <a:chExt cx="5892165" cy="1805939"/>
          </a:xfrm>
        </p:grpSpPr>
        <p:pic>
          <p:nvPicPr>
            <p:cNvPr id="12" name="object 12"/>
            <p:cNvPicPr/>
            <p:nvPr/>
          </p:nvPicPr>
          <p:blipFill>
            <a:blip r:embed="rId8" cstate="print"/>
            <a:stretch>
              <a:fillRect/>
            </a:stretch>
          </p:blipFill>
          <p:spPr>
            <a:xfrm>
              <a:off x="893063" y="2633472"/>
              <a:ext cx="5891784" cy="1805939"/>
            </a:xfrm>
            <a:prstGeom prst="rect">
              <a:avLst/>
            </a:prstGeom>
          </p:spPr>
        </p:pic>
        <p:sp>
          <p:nvSpPr>
            <p:cNvPr id="13" name="object 13"/>
            <p:cNvSpPr/>
            <p:nvPr/>
          </p:nvSpPr>
          <p:spPr>
            <a:xfrm>
              <a:off x="1360932" y="2688335"/>
              <a:ext cx="3683635" cy="1468120"/>
            </a:xfrm>
            <a:custGeom>
              <a:avLst/>
              <a:gdLst/>
              <a:ahLst/>
              <a:cxnLst/>
              <a:rect l="l" t="t" r="r" b="b"/>
              <a:pathLst>
                <a:path w="3683635" h="1468120">
                  <a:moveTo>
                    <a:pt x="1379220" y="0"/>
                  </a:moveTo>
                  <a:lnTo>
                    <a:pt x="0" y="0"/>
                  </a:lnTo>
                  <a:lnTo>
                    <a:pt x="0" y="262128"/>
                  </a:lnTo>
                  <a:lnTo>
                    <a:pt x="1379220" y="262128"/>
                  </a:lnTo>
                  <a:lnTo>
                    <a:pt x="1379220" y="0"/>
                  </a:lnTo>
                  <a:close/>
                </a:path>
                <a:path w="3683635" h="1468120">
                  <a:moveTo>
                    <a:pt x="3683508" y="1283208"/>
                  </a:moveTo>
                  <a:lnTo>
                    <a:pt x="492252" y="1283208"/>
                  </a:lnTo>
                  <a:lnTo>
                    <a:pt x="492252" y="1467612"/>
                  </a:lnTo>
                  <a:lnTo>
                    <a:pt x="3683508" y="1467612"/>
                  </a:lnTo>
                  <a:lnTo>
                    <a:pt x="3683508" y="1283208"/>
                  </a:lnTo>
                  <a:close/>
                </a:path>
              </a:pathLst>
            </a:custGeom>
            <a:solidFill>
              <a:srgbClr val="F7F7F7"/>
            </a:solidFill>
          </p:spPr>
          <p:txBody>
            <a:bodyPr wrap="square" lIns="0" tIns="0" rIns="0" bIns="0" rtlCol="0"/>
            <a:lstStyle/>
            <a:p>
              <a:endParaRPr/>
            </a:p>
          </p:txBody>
        </p:sp>
      </p:grpSp>
      <p:sp>
        <p:nvSpPr>
          <p:cNvPr id="14" name="object 14"/>
          <p:cNvSpPr txBox="1"/>
          <p:nvPr/>
        </p:nvSpPr>
        <p:spPr>
          <a:xfrm>
            <a:off x="888491" y="2628900"/>
            <a:ext cx="5901055" cy="1815464"/>
          </a:xfrm>
          <a:prstGeom prst="rect">
            <a:avLst/>
          </a:prstGeom>
          <a:ln w="9144">
            <a:solidFill>
              <a:srgbClr val="BEBEBE"/>
            </a:solidFill>
          </a:ln>
        </p:spPr>
        <p:txBody>
          <a:bodyPr vert="horz" wrap="square" lIns="0" tIns="6985" rIns="0" bIns="0" rtlCol="0">
            <a:spAutoFit/>
          </a:bodyPr>
          <a:lstStyle/>
          <a:p>
            <a:pPr marL="473075" marR="4316095">
              <a:lnSpc>
                <a:spcPts val="1440"/>
              </a:lnSpc>
              <a:spcBef>
                <a:spcPts val="55"/>
              </a:spcBef>
            </a:pPr>
            <a:r>
              <a:rPr sz="1250" spc="-35" dirty="0">
                <a:solidFill>
                  <a:srgbClr val="238E23"/>
                </a:solidFill>
                <a:latin typeface="Lucida Console"/>
                <a:cs typeface="Lucida Console"/>
              </a:rPr>
              <a:t>##</a:t>
            </a:r>
            <a:r>
              <a:rPr sz="1250" spc="-80" dirty="0">
                <a:solidFill>
                  <a:srgbClr val="238E23"/>
                </a:solidFill>
                <a:latin typeface="Lucida Console"/>
                <a:cs typeface="Lucida Console"/>
              </a:rPr>
              <a:t> </a:t>
            </a:r>
            <a:r>
              <a:rPr sz="1250" spc="-35" dirty="0">
                <a:solidFill>
                  <a:srgbClr val="238E23"/>
                </a:solidFill>
                <a:latin typeface="Lucida Console"/>
                <a:cs typeface="Lucida Console"/>
              </a:rPr>
              <a:t>Generator </a:t>
            </a:r>
            <a:r>
              <a:rPr sz="1250" spc="-740" dirty="0">
                <a:solidFill>
                  <a:srgbClr val="238E23"/>
                </a:solidFill>
                <a:latin typeface="Lucida Console"/>
                <a:cs typeface="Lucida Console"/>
              </a:rPr>
              <a:t> </a:t>
            </a:r>
            <a:r>
              <a:rPr sz="1250" spc="-35" dirty="0">
                <a:solidFill>
                  <a:srgbClr val="238E23"/>
                </a:solidFill>
                <a:latin typeface="Lucida Console"/>
                <a:cs typeface="Lucida Console"/>
              </a:rPr>
              <a:t>lossx</a:t>
            </a:r>
            <a:endParaRPr sz="1250">
              <a:latin typeface="Lucida Console"/>
              <a:cs typeface="Lucida Console"/>
            </a:endParaRPr>
          </a:p>
          <a:p>
            <a:pPr>
              <a:lnSpc>
                <a:spcPct val="100000"/>
              </a:lnSpc>
            </a:pPr>
            <a:endParaRPr sz="1200">
              <a:latin typeface="Lucida Console"/>
              <a:cs typeface="Lucida Console"/>
            </a:endParaRPr>
          </a:p>
          <a:p>
            <a:pPr>
              <a:lnSpc>
                <a:spcPct val="100000"/>
              </a:lnSpc>
            </a:pPr>
            <a:endParaRPr sz="1200">
              <a:latin typeface="Lucida Console"/>
              <a:cs typeface="Lucida Console"/>
            </a:endParaRPr>
          </a:p>
          <a:p>
            <a:pPr>
              <a:lnSpc>
                <a:spcPct val="100000"/>
              </a:lnSpc>
            </a:pPr>
            <a:endParaRPr sz="1200">
              <a:latin typeface="Lucida Console"/>
              <a:cs typeface="Lucida Console"/>
            </a:endParaRPr>
          </a:p>
          <a:p>
            <a:pPr>
              <a:lnSpc>
                <a:spcPct val="100000"/>
              </a:lnSpc>
            </a:pPr>
            <a:endParaRPr sz="1200">
              <a:latin typeface="Lucida Console"/>
              <a:cs typeface="Lucida Console"/>
            </a:endParaRPr>
          </a:p>
          <a:p>
            <a:pPr>
              <a:lnSpc>
                <a:spcPct val="100000"/>
              </a:lnSpc>
            </a:pPr>
            <a:endParaRPr sz="1200">
              <a:latin typeface="Lucida Console"/>
              <a:cs typeface="Lucida Console"/>
            </a:endParaRPr>
          </a:p>
          <a:p>
            <a:pPr marL="965200">
              <a:lnSpc>
                <a:spcPct val="100000"/>
              </a:lnSpc>
              <a:spcBef>
                <a:spcPts val="990"/>
              </a:spcBef>
            </a:pPr>
            <a:r>
              <a:rPr sz="1100" spc="-5" dirty="0">
                <a:solidFill>
                  <a:srgbClr val="B03A3A"/>
                </a:solidFill>
                <a:latin typeface="Lucida Console"/>
                <a:cs typeface="Lucida Console"/>
              </a:rPr>
              <a:t>'discriminator</a:t>
            </a:r>
            <a:r>
              <a:rPr sz="1100" spc="-20" dirty="0">
                <a:solidFill>
                  <a:srgbClr val="B03A3A"/>
                </a:solidFill>
                <a:latin typeface="Lucida Console"/>
                <a:cs typeface="Lucida Console"/>
              </a:rPr>
              <a:t> </a:t>
            </a:r>
            <a:r>
              <a:rPr sz="1100" spc="-5" dirty="0">
                <a:solidFill>
                  <a:srgbClr val="B03A3A"/>
                </a:solidFill>
                <a:latin typeface="Lucida Console"/>
                <a:cs typeface="Lucida Console"/>
              </a:rPr>
              <a:t>loss:</a:t>
            </a:r>
            <a:r>
              <a:rPr sz="1100" spc="-15" dirty="0">
                <a:solidFill>
                  <a:srgbClr val="B03A3A"/>
                </a:solidFill>
                <a:latin typeface="Lucida Console"/>
                <a:cs typeface="Lucida Console"/>
              </a:rPr>
              <a:t> </a:t>
            </a:r>
            <a:r>
              <a:rPr sz="1100" spc="-5" dirty="0">
                <a:solidFill>
                  <a:srgbClr val="B03A3A"/>
                </a:solidFill>
                <a:latin typeface="Lucida Console"/>
                <a:cs typeface="Lucida Console"/>
              </a:rPr>
              <a:t>real</a:t>
            </a:r>
            <a:r>
              <a:rPr sz="1100" spc="-10" dirty="0">
                <a:solidFill>
                  <a:srgbClr val="B03A3A"/>
                </a:solidFill>
                <a:latin typeface="Lucida Console"/>
                <a:cs typeface="Lucida Console"/>
              </a:rPr>
              <a:t> </a:t>
            </a:r>
            <a:r>
              <a:rPr sz="1100" spc="-5" dirty="0">
                <a:solidFill>
                  <a:srgbClr val="B03A3A"/>
                </a:solidFill>
                <a:latin typeface="Lucida Console"/>
                <a:cs typeface="Lucida Console"/>
              </a:rPr>
              <a:t>{:.4f}</a:t>
            </a:r>
            <a:r>
              <a:rPr sz="1100" spc="-15" dirty="0">
                <a:solidFill>
                  <a:srgbClr val="B03A3A"/>
                </a:solidFill>
                <a:latin typeface="Lucida Console"/>
                <a:cs typeface="Lucida Console"/>
              </a:rPr>
              <a:t> </a:t>
            </a:r>
            <a:r>
              <a:rPr sz="1100" dirty="0">
                <a:solidFill>
                  <a:srgbClr val="B03A3A"/>
                </a:solidFill>
                <a:latin typeface="Lucida Console"/>
                <a:cs typeface="Lucida Console"/>
              </a:rPr>
              <a:t>fake</a:t>
            </a:r>
            <a:endParaRPr sz="1100">
              <a:latin typeface="Lucida Console"/>
              <a:cs typeface="Lucida Console"/>
            </a:endParaRPr>
          </a:p>
          <a:p>
            <a:pPr marL="965200">
              <a:lnSpc>
                <a:spcPct val="100000"/>
              </a:lnSpc>
            </a:pPr>
            <a:r>
              <a:rPr sz="1100" spc="-10" dirty="0">
                <a:solidFill>
                  <a:srgbClr val="B03A3A"/>
                </a:solidFill>
                <a:latin typeface="Lucida Console"/>
                <a:cs typeface="Lucida Console"/>
              </a:rPr>
              <a:t>{:.4f}'</a:t>
            </a:r>
            <a:endParaRPr sz="1100">
              <a:latin typeface="Lucida Console"/>
              <a:cs typeface="Lucida Console"/>
            </a:endParaRPr>
          </a:p>
        </p:txBody>
      </p:sp>
      <p:sp>
        <p:nvSpPr>
          <p:cNvPr id="15" name="object 15"/>
          <p:cNvSpPr txBox="1"/>
          <p:nvPr/>
        </p:nvSpPr>
        <p:spPr>
          <a:xfrm>
            <a:off x="1314450" y="4463288"/>
            <a:ext cx="3054985" cy="361315"/>
          </a:xfrm>
          <a:prstGeom prst="rect">
            <a:avLst/>
          </a:prstGeom>
        </p:spPr>
        <p:txBody>
          <a:bodyPr vert="horz" wrap="square" lIns="0" tIns="12700" rIns="0" bIns="0" rtlCol="0">
            <a:spAutoFit/>
          </a:bodyPr>
          <a:lstStyle/>
          <a:p>
            <a:pPr marL="12700" marR="5080">
              <a:lnSpc>
                <a:spcPct val="100000"/>
              </a:lnSpc>
              <a:spcBef>
                <a:spcPts val="100"/>
              </a:spcBef>
            </a:pPr>
            <a:r>
              <a:rPr sz="1100" spc="-5" dirty="0">
                <a:solidFill>
                  <a:srgbClr val="515151"/>
                </a:solidFill>
                <a:latin typeface="Lucida Console"/>
                <a:cs typeface="Lucida Console"/>
              </a:rPr>
              <a:t>discriminator</a:t>
            </a:r>
            <a:r>
              <a:rPr sz="1100" spc="-10" dirty="0">
                <a:solidFill>
                  <a:srgbClr val="515151"/>
                </a:solidFill>
                <a:latin typeface="Lucida Console"/>
                <a:cs typeface="Lucida Console"/>
              </a:rPr>
              <a:t> </a:t>
            </a:r>
            <a:r>
              <a:rPr sz="1100" dirty="0">
                <a:solidFill>
                  <a:srgbClr val="515151"/>
                </a:solidFill>
                <a:latin typeface="Lucida Console"/>
                <a:cs typeface="Lucida Console"/>
              </a:rPr>
              <a:t>loss:</a:t>
            </a:r>
            <a:r>
              <a:rPr sz="1100" spc="-5" dirty="0">
                <a:solidFill>
                  <a:srgbClr val="515151"/>
                </a:solidFill>
                <a:latin typeface="Lucida Console"/>
                <a:cs typeface="Lucida Console"/>
              </a:rPr>
              <a:t> real</a:t>
            </a:r>
            <a:r>
              <a:rPr sz="1100" spc="5" dirty="0">
                <a:solidFill>
                  <a:srgbClr val="515151"/>
                </a:solidFill>
                <a:latin typeface="Lucida Console"/>
                <a:cs typeface="Lucida Console"/>
              </a:rPr>
              <a:t> </a:t>
            </a:r>
            <a:r>
              <a:rPr sz="1100" spc="-5" dirty="0">
                <a:solidFill>
                  <a:srgbClr val="515151"/>
                </a:solidFill>
                <a:latin typeface="Lucida Console"/>
                <a:cs typeface="Lucida Console"/>
              </a:rPr>
              <a:t>0.3724 </a:t>
            </a:r>
            <a:r>
              <a:rPr sz="1100" dirty="0">
                <a:solidFill>
                  <a:srgbClr val="515151"/>
                </a:solidFill>
                <a:latin typeface="Lucida Console"/>
                <a:cs typeface="Lucida Console"/>
              </a:rPr>
              <a:t>fake </a:t>
            </a:r>
            <a:r>
              <a:rPr sz="1100" spc="-650" dirty="0">
                <a:solidFill>
                  <a:srgbClr val="515151"/>
                </a:solidFill>
                <a:latin typeface="Lucida Console"/>
                <a:cs typeface="Lucida Console"/>
              </a:rPr>
              <a:t> </a:t>
            </a:r>
            <a:r>
              <a:rPr sz="1100" spc="-10" dirty="0">
                <a:solidFill>
                  <a:srgbClr val="515151"/>
                </a:solidFill>
                <a:latin typeface="Lucida Console"/>
                <a:cs typeface="Lucida Console"/>
              </a:rPr>
              <a:t>0.7138</a:t>
            </a:r>
            <a:endParaRPr sz="1100">
              <a:latin typeface="Lucida Console"/>
              <a:cs typeface="Lucida Console"/>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3128" y="6524434"/>
            <a:ext cx="11338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576"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grpSp>
        <p:nvGrpSpPr>
          <p:cNvPr id="7" name="object 7"/>
          <p:cNvGrpSpPr/>
          <p:nvPr/>
        </p:nvGrpSpPr>
        <p:grpSpPr>
          <a:xfrm>
            <a:off x="440436" y="1908048"/>
            <a:ext cx="3927475" cy="3069590"/>
            <a:chOff x="440436" y="1908048"/>
            <a:chExt cx="3927475" cy="3069590"/>
          </a:xfrm>
        </p:grpSpPr>
        <p:pic>
          <p:nvPicPr>
            <p:cNvPr id="8" name="object 8"/>
            <p:cNvPicPr/>
            <p:nvPr/>
          </p:nvPicPr>
          <p:blipFill>
            <a:blip r:embed="rId5" cstate="print"/>
            <a:stretch>
              <a:fillRect/>
            </a:stretch>
          </p:blipFill>
          <p:spPr>
            <a:xfrm>
              <a:off x="449580" y="1917192"/>
              <a:ext cx="3909060" cy="3051048"/>
            </a:xfrm>
            <a:prstGeom prst="rect">
              <a:avLst/>
            </a:prstGeom>
          </p:spPr>
        </p:pic>
        <p:sp>
          <p:nvSpPr>
            <p:cNvPr id="9" name="object 9"/>
            <p:cNvSpPr/>
            <p:nvPr/>
          </p:nvSpPr>
          <p:spPr>
            <a:xfrm>
              <a:off x="445008" y="1912620"/>
              <a:ext cx="3918585" cy="3060700"/>
            </a:xfrm>
            <a:custGeom>
              <a:avLst/>
              <a:gdLst/>
              <a:ahLst/>
              <a:cxnLst/>
              <a:rect l="l" t="t" r="r" b="b"/>
              <a:pathLst>
                <a:path w="3918585" h="3060700">
                  <a:moveTo>
                    <a:pt x="0" y="3060191"/>
                  </a:moveTo>
                  <a:lnTo>
                    <a:pt x="3918204" y="3060191"/>
                  </a:lnTo>
                  <a:lnTo>
                    <a:pt x="3918204" y="0"/>
                  </a:lnTo>
                  <a:lnTo>
                    <a:pt x="0" y="0"/>
                  </a:lnTo>
                  <a:lnTo>
                    <a:pt x="0" y="3060191"/>
                  </a:lnTo>
                  <a:close/>
                </a:path>
              </a:pathLst>
            </a:custGeom>
            <a:ln w="9144">
              <a:solidFill>
                <a:srgbClr val="D9D9D9"/>
              </a:solidFill>
            </a:ln>
          </p:spPr>
          <p:txBody>
            <a:bodyPr wrap="square" lIns="0" tIns="0" rIns="0" bIns="0" rtlCol="0"/>
            <a:lstStyle/>
            <a:p>
              <a:endParaRPr/>
            </a:p>
          </p:txBody>
        </p:sp>
      </p:grpSp>
      <p:grpSp>
        <p:nvGrpSpPr>
          <p:cNvPr id="10" name="object 10"/>
          <p:cNvGrpSpPr/>
          <p:nvPr/>
        </p:nvGrpSpPr>
        <p:grpSpPr>
          <a:xfrm>
            <a:off x="4504944" y="1921764"/>
            <a:ext cx="4919980" cy="2668905"/>
            <a:chOff x="4504944" y="1921764"/>
            <a:chExt cx="4919980" cy="2668905"/>
          </a:xfrm>
        </p:grpSpPr>
        <p:pic>
          <p:nvPicPr>
            <p:cNvPr id="11" name="object 11"/>
            <p:cNvPicPr/>
            <p:nvPr/>
          </p:nvPicPr>
          <p:blipFill>
            <a:blip r:embed="rId6" cstate="print"/>
            <a:stretch>
              <a:fillRect/>
            </a:stretch>
          </p:blipFill>
          <p:spPr>
            <a:xfrm>
              <a:off x="4514088" y="1930908"/>
              <a:ext cx="4901184" cy="2650236"/>
            </a:xfrm>
            <a:prstGeom prst="rect">
              <a:avLst/>
            </a:prstGeom>
          </p:spPr>
        </p:pic>
        <p:sp>
          <p:nvSpPr>
            <p:cNvPr id="12" name="object 12"/>
            <p:cNvSpPr/>
            <p:nvPr/>
          </p:nvSpPr>
          <p:spPr>
            <a:xfrm>
              <a:off x="4509516" y="1926336"/>
              <a:ext cx="4910455" cy="2659380"/>
            </a:xfrm>
            <a:custGeom>
              <a:avLst/>
              <a:gdLst/>
              <a:ahLst/>
              <a:cxnLst/>
              <a:rect l="l" t="t" r="r" b="b"/>
              <a:pathLst>
                <a:path w="4910455" h="2659379">
                  <a:moveTo>
                    <a:pt x="0" y="2659380"/>
                  </a:moveTo>
                  <a:lnTo>
                    <a:pt x="4910328" y="2659380"/>
                  </a:lnTo>
                  <a:lnTo>
                    <a:pt x="4910328" y="0"/>
                  </a:lnTo>
                  <a:lnTo>
                    <a:pt x="0" y="0"/>
                  </a:lnTo>
                  <a:lnTo>
                    <a:pt x="0" y="2659380"/>
                  </a:lnTo>
                  <a:close/>
                </a:path>
              </a:pathLst>
            </a:custGeom>
            <a:ln w="9144">
              <a:solidFill>
                <a:srgbClr val="D9D9D9"/>
              </a:solidFill>
            </a:ln>
          </p:spPr>
          <p:txBody>
            <a:bodyPr wrap="square" lIns="0" tIns="0" rIns="0" bIns="0" rtlCol="0"/>
            <a:lstStyle/>
            <a:p>
              <a:endParaRPr/>
            </a:p>
          </p:txBody>
        </p:sp>
      </p:grpSp>
      <p:pic>
        <p:nvPicPr>
          <p:cNvPr id="13" name="object 13"/>
          <p:cNvPicPr/>
          <p:nvPr/>
        </p:nvPicPr>
        <p:blipFill>
          <a:blip r:embed="rId7" cstate="print"/>
          <a:stretch>
            <a:fillRect/>
          </a:stretch>
        </p:blipFill>
        <p:spPr>
          <a:xfrm>
            <a:off x="473963" y="1443177"/>
            <a:ext cx="2481834" cy="302564"/>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59084" y="6524434"/>
            <a:ext cx="8590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321"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pic>
        <p:nvPicPr>
          <p:cNvPr id="7" name="object 7"/>
          <p:cNvPicPr/>
          <p:nvPr/>
        </p:nvPicPr>
        <p:blipFill>
          <a:blip r:embed="rId5" cstate="print"/>
          <a:stretch>
            <a:fillRect/>
          </a:stretch>
        </p:blipFill>
        <p:spPr>
          <a:xfrm>
            <a:off x="473963" y="1443177"/>
            <a:ext cx="2481834" cy="302564"/>
          </a:xfrm>
          <a:prstGeom prst="rect">
            <a:avLst/>
          </a:prstGeom>
        </p:spPr>
      </p:pic>
      <p:grpSp>
        <p:nvGrpSpPr>
          <p:cNvPr id="8" name="object 8"/>
          <p:cNvGrpSpPr/>
          <p:nvPr/>
        </p:nvGrpSpPr>
        <p:grpSpPr>
          <a:xfrm>
            <a:off x="2718816" y="2205227"/>
            <a:ext cx="4608830" cy="1792605"/>
            <a:chOff x="2718816" y="2205227"/>
            <a:chExt cx="4608830" cy="1792605"/>
          </a:xfrm>
        </p:grpSpPr>
        <p:pic>
          <p:nvPicPr>
            <p:cNvPr id="9" name="object 9"/>
            <p:cNvPicPr/>
            <p:nvPr/>
          </p:nvPicPr>
          <p:blipFill>
            <a:blip r:embed="rId6" cstate="print"/>
            <a:stretch>
              <a:fillRect/>
            </a:stretch>
          </p:blipFill>
          <p:spPr>
            <a:xfrm>
              <a:off x="2718816" y="2205227"/>
              <a:ext cx="4608576" cy="1792224"/>
            </a:xfrm>
            <a:prstGeom prst="rect">
              <a:avLst/>
            </a:prstGeom>
          </p:spPr>
        </p:pic>
        <p:sp>
          <p:nvSpPr>
            <p:cNvPr id="10" name="object 10"/>
            <p:cNvSpPr/>
            <p:nvPr/>
          </p:nvSpPr>
          <p:spPr>
            <a:xfrm>
              <a:off x="3209544" y="2249423"/>
              <a:ext cx="1379220" cy="262255"/>
            </a:xfrm>
            <a:custGeom>
              <a:avLst/>
              <a:gdLst/>
              <a:ahLst/>
              <a:cxnLst/>
              <a:rect l="l" t="t" r="r" b="b"/>
              <a:pathLst>
                <a:path w="1379220" h="262255">
                  <a:moveTo>
                    <a:pt x="1379220" y="0"/>
                  </a:moveTo>
                  <a:lnTo>
                    <a:pt x="0" y="0"/>
                  </a:lnTo>
                  <a:lnTo>
                    <a:pt x="0" y="262127"/>
                  </a:lnTo>
                  <a:lnTo>
                    <a:pt x="1379220" y="262127"/>
                  </a:lnTo>
                  <a:lnTo>
                    <a:pt x="1379220" y="0"/>
                  </a:lnTo>
                  <a:close/>
                </a:path>
              </a:pathLst>
            </a:custGeom>
            <a:solidFill>
              <a:srgbClr val="F7F7F7"/>
            </a:solidFill>
          </p:spPr>
          <p:txBody>
            <a:bodyPr wrap="square" lIns="0" tIns="0" rIns="0" bIns="0" rtlCol="0"/>
            <a:lstStyle/>
            <a:p>
              <a:endParaRPr/>
            </a:p>
          </p:txBody>
        </p:sp>
      </p:grpSp>
      <p:sp>
        <p:nvSpPr>
          <p:cNvPr id="11" name="object 11"/>
          <p:cNvSpPr txBox="1"/>
          <p:nvPr/>
        </p:nvSpPr>
        <p:spPr>
          <a:xfrm>
            <a:off x="2714244" y="2200655"/>
            <a:ext cx="4617720" cy="1801495"/>
          </a:xfrm>
          <a:prstGeom prst="rect">
            <a:avLst/>
          </a:prstGeom>
          <a:ln w="9144">
            <a:solidFill>
              <a:srgbClr val="BEBEBE"/>
            </a:solidFill>
          </a:ln>
        </p:spPr>
        <p:txBody>
          <a:bodyPr vert="horz" wrap="square" lIns="0" tIns="0" rIns="0" bIns="0" rtlCol="0">
            <a:spAutoFit/>
          </a:bodyPr>
          <a:lstStyle/>
          <a:p>
            <a:pPr marL="495300">
              <a:lnSpc>
                <a:spcPts val="1340"/>
              </a:lnSpc>
            </a:pPr>
            <a:r>
              <a:rPr sz="1250" spc="-35" dirty="0">
                <a:solidFill>
                  <a:srgbClr val="238E23"/>
                </a:solidFill>
                <a:latin typeface="Lucida Console"/>
                <a:cs typeface="Lucida Console"/>
              </a:rPr>
              <a:t>##</a:t>
            </a:r>
            <a:r>
              <a:rPr sz="1250" spc="-70" dirty="0">
                <a:solidFill>
                  <a:srgbClr val="238E23"/>
                </a:solidFill>
                <a:latin typeface="Lucida Console"/>
                <a:cs typeface="Lucida Console"/>
              </a:rPr>
              <a:t> </a:t>
            </a:r>
            <a:r>
              <a:rPr sz="1250" spc="-35" dirty="0">
                <a:solidFill>
                  <a:srgbClr val="238E23"/>
                </a:solidFill>
                <a:latin typeface="Lucida Console"/>
                <a:cs typeface="Lucida Console"/>
              </a:rPr>
              <a:t>Prepare</a:t>
            </a:r>
            <a:endParaRPr sz="1250">
              <a:latin typeface="Lucida Console"/>
              <a:cs typeface="Lucida Console"/>
            </a:endParaRPr>
          </a:p>
          <a:p>
            <a:pPr marL="495300">
              <a:lnSpc>
                <a:spcPts val="1470"/>
              </a:lnSpc>
            </a:pPr>
            <a:r>
              <a:rPr sz="1250" spc="-35" dirty="0">
                <a:solidFill>
                  <a:srgbClr val="238E23"/>
                </a:solidFill>
                <a:latin typeface="Lucida Console"/>
                <a:cs typeface="Lucida Console"/>
              </a:rPr>
              <a:t>dataset</a:t>
            </a:r>
            <a:endParaRPr sz="1250">
              <a:latin typeface="Lucida Console"/>
              <a:cs typeface="Lucida Console"/>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7643" y="6524434"/>
            <a:ext cx="10734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dirty="0"/>
              <a:t>3.3.</a:t>
            </a:r>
            <a:r>
              <a:rPr spc="-15" dirty="0"/>
              <a:t> </a:t>
            </a:r>
            <a:r>
              <a:rPr spc="-5" dirty="0"/>
              <a:t>Generative</a:t>
            </a:r>
            <a:r>
              <a:rPr spc="-10" dirty="0"/>
              <a:t> </a:t>
            </a:r>
            <a:r>
              <a:rPr spc="-5" dirty="0"/>
              <a:t>Adversarial</a:t>
            </a:r>
            <a:r>
              <a:rPr spc="-15" dirty="0"/>
              <a:t> </a:t>
            </a:r>
            <a:r>
              <a:rPr spc="-5" dirty="0"/>
              <a:t>Networks</a:t>
            </a:r>
            <a:r>
              <a:rPr dirty="0"/>
              <a:t> </a:t>
            </a:r>
            <a:r>
              <a:rPr spc="-5" dirty="0"/>
              <a:t>Exercise</a:t>
            </a:r>
          </a:p>
        </p:txBody>
      </p:sp>
      <p:sp>
        <p:nvSpPr>
          <p:cNvPr id="6" name="object 6"/>
          <p:cNvSpPr txBox="1"/>
          <p:nvPr/>
        </p:nvSpPr>
        <p:spPr>
          <a:xfrm>
            <a:off x="8672576"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pic>
        <p:nvPicPr>
          <p:cNvPr id="7" name="object 7"/>
          <p:cNvPicPr/>
          <p:nvPr/>
        </p:nvPicPr>
        <p:blipFill>
          <a:blip r:embed="rId5" cstate="print"/>
          <a:stretch>
            <a:fillRect/>
          </a:stretch>
        </p:blipFill>
        <p:spPr>
          <a:xfrm>
            <a:off x="473963" y="1443177"/>
            <a:ext cx="2481834" cy="302564"/>
          </a:xfrm>
          <a:prstGeom prst="rect">
            <a:avLst/>
          </a:prstGeom>
        </p:spPr>
      </p:pic>
      <p:grpSp>
        <p:nvGrpSpPr>
          <p:cNvPr id="8" name="object 8"/>
          <p:cNvGrpSpPr/>
          <p:nvPr/>
        </p:nvGrpSpPr>
        <p:grpSpPr>
          <a:xfrm>
            <a:off x="1801367" y="2133600"/>
            <a:ext cx="6265545" cy="2519680"/>
            <a:chOff x="1801367" y="2133600"/>
            <a:chExt cx="6265545" cy="2519680"/>
          </a:xfrm>
        </p:grpSpPr>
        <p:pic>
          <p:nvPicPr>
            <p:cNvPr id="9" name="object 9"/>
            <p:cNvPicPr/>
            <p:nvPr/>
          </p:nvPicPr>
          <p:blipFill>
            <a:blip r:embed="rId6" cstate="print"/>
            <a:stretch>
              <a:fillRect/>
            </a:stretch>
          </p:blipFill>
          <p:spPr>
            <a:xfrm>
              <a:off x="1801367" y="2133600"/>
              <a:ext cx="6265163" cy="2519172"/>
            </a:xfrm>
            <a:prstGeom prst="rect">
              <a:avLst/>
            </a:prstGeom>
          </p:spPr>
        </p:pic>
        <p:sp>
          <p:nvSpPr>
            <p:cNvPr id="10" name="object 10"/>
            <p:cNvSpPr/>
            <p:nvPr/>
          </p:nvSpPr>
          <p:spPr>
            <a:xfrm>
              <a:off x="2246375" y="2170176"/>
              <a:ext cx="1379220" cy="262255"/>
            </a:xfrm>
            <a:custGeom>
              <a:avLst/>
              <a:gdLst/>
              <a:ahLst/>
              <a:cxnLst/>
              <a:rect l="l" t="t" r="r" b="b"/>
              <a:pathLst>
                <a:path w="1379220" h="262255">
                  <a:moveTo>
                    <a:pt x="1379220" y="0"/>
                  </a:moveTo>
                  <a:lnTo>
                    <a:pt x="0" y="0"/>
                  </a:lnTo>
                  <a:lnTo>
                    <a:pt x="0" y="262127"/>
                  </a:lnTo>
                  <a:lnTo>
                    <a:pt x="1379220" y="262127"/>
                  </a:lnTo>
                  <a:lnTo>
                    <a:pt x="1379220" y="0"/>
                  </a:lnTo>
                  <a:close/>
                </a:path>
              </a:pathLst>
            </a:custGeom>
            <a:solidFill>
              <a:srgbClr val="F7F7F7"/>
            </a:solidFill>
          </p:spPr>
          <p:txBody>
            <a:bodyPr wrap="square" lIns="0" tIns="0" rIns="0" bIns="0" rtlCol="0"/>
            <a:lstStyle/>
            <a:p>
              <a:endParaRPr/>
            </a:p>
          </p:txBody>
        </p:sp>
      </p:grpSp>
      <p:sp>
        <p:nvSpPr>
          <p:cNvPr id="11" name="object 11"/>
          <p:cNvSpPr txBox="1"/>
          <p:nvPr/>
        </p:nvSpPr>
        <p:spPr>
          <a:xfrm>
            <a:off x="1796795" y="2129027"/>
            <a:ext cx="6274435" cy="2528570"/>
          </a:xfrm>
          <a:prstGeom prst="rect">
            <a:avLst/>
          </a:prstGeom>
          <a:ln w="9144">
            <a:solidFill>
              <a:srgbClr val="BEBEBE"/>
            </a:solidFill>
          </a:ln>
        </p:spPr>
        <p:txBody>
          <a:bodyPr vert="horz" wrap="square" lIns="0" tIns="0" rIns="0" bIns="0" rtlCol="0">
            <a:spAutoFit/>
          </a:bodyPr>
          <a:lstStyle/>
          <a:p>
            <a:pPr marL="449580">
              <a:lnSpc>
                <a:spcPts val="1280"/>
              </a:lnSpc>
            </a:pPr>
            <a:r>
              <a:rPr sz="1250" spc="-35" dirty="0">
                <a:solidFill>
                  <a:srgbClr val="238E23"/>
                </a:solidFill>
                <a:latin typeface="Lucida Console"/>
                <a:cs typeface="Lucida Console"/>
              </a:rPr>
              <a:t>##</a:t>
            </a:r>
            <a:r>
              <a:rPr sz="1250" spc="-70" dirty="0">
                <a:solidFill>
                  <a:srgbClr val="238E23"/>
                </a:solidFill>
                <a:latin typeface="Lucida Console"/>
                <a:cs typeface="Lucida Console"/>
              </a:rPr>
              <a:t> </a:t>
            </a:r>
            <a:r>
              <a:rPr sz="1250" spc="-35" dirty="0">
                <a:solidFill>
                  <a:srgbClr val="238E23"/>
                </a:solidFill>
                <a:latin typeface="Lucida Console"/>
                <a:cs typeface="Lucida Console"/>
              </a:rPr>
              <a:t>Prepare</a:t>
            </a:r>
            <a:endParaRPr sz="1250">
              <a:latin typeface="Lucida Console"/>
              <a:cs typeface="Lucida Console"/>
            </a:endParaRPr>
          </a:p>
          <a:p>
            <a:pPr marL="449580">
              <a:lnSpc>
                <a:spcPts val="1470"/>
              </a:lnSpc>
            </a:pPr>
            <a:r>
              <a:rPr sz="1250" spc="-35" dirty="0">
                <a:solidFill>
                  <a:srgbClr val="238E23"/>
                </a:solidFill>
                <a:latin typeface="Lucida Console"/>
                <a:cs typeface="Lucida Console"/>
              </a:rPr>
              <a:t>model</a:t>
            </a:r>
            <a:endParaRPr sz="1250">
              <a:latin typeface="Lucida Console"/>
              <a:cs typeface="Lucida Console"/>
            </a:endParaRPr>
          </a:p>
        </p:txBody>
      </p:sp>
      <p:grpSp>
        <p:nvGrpSpPr>
          <p:cNvPr id="12" name="object 12"/>
          <p:cNvGrpSpPr/>
          <p:nvPr/>
        </p:nvGrpSpPr>
        <p:grpSpPr>
          <a:xfrm>
            <a:off x="1837944" y="4797552"/>
            <a:ext cx="6265545" cy="1042669"/>
            <a:chOff x="1837944" y="4797552"/>
            <a:chExt cx="6265545" cy="1042669"/>
          </a:xfrm>
        </p:grpSpPr>
        <p:pic>
          <p:nvPicPr>
            <p:cNvPr id="13" name="object 13"/>
            <p:cNvPicPr/>
            <p:nvPr/>
          </p:nvPicPr>
          <p:blipFill>
            <a:blip r:embed="rId7" cstate="print"/>
            <a:stretch>
              <a:fillRect/>
            </a:stretch>
          </p:blipFill>
          <p:spPr>
            <a:xfrm>
              <a:off x="1837944" y="4797552"/>
              <a:ext cx="6265163" cy="1042416"/>
            </a:xfrm>
            <a:prstGeom prst="rect">
              <a:avLst/>
            </a:prstGeom>
          </p:spPr>
        </p:pic>
        <p:sp>
          <p:nvSpPr>
            <p:cNvPr id="14" name="object 14"/>
            <p:cNvSpPr/>
            <p:nvPr/>
          </p:nvSpPr>
          <p:spPr>
            <a:xfrm>
              <a:off x="2267712" y="4824984"/>
              <a:ext cx="2292350" cy="260985"/>
            </a:xfrm>
            <a:custGeom>
              <a:avLst/>
              <a:gdLst/>
              <a:ahLst/>
              <a:cxnLst/>
              <a:rect l="l" t="t" r="r" b="b"/>
              <a:pathLst>
                <a:path w="2292350" h="260985">
                  <a:moveTo>
                    <a:pt x="2292095" y="0"/>
                  </a:moveTo>
                  <a:lnTo>
                    <a:pt x="0" y="0"/>
                  </a:lnTo>
                  <a:lnTo>
                    <a:pt x="0" y="260604"/>
                  </a:lnTo>
                  <a:lnTo>
                    <a:pt x="2292095" y="260604"/>
                  </a:lnTo>
                  <a:lnTo>
                    <a:pt x="2292095" y="0"/>
                  </a:lnTo>
                  <a:close/>
                </a:path>
              </a:pathLst>
            </a:custGeom>
            <a:solidFill>
              <a:srgbClr val="F7F7F7"/>
            </a:solidFill>
          </p:spPr>
          <p:txBody>
            <a:bodyPr wrap="square" lIns="0" tIns="0" rIns="0" bIns="0" rtlCol="0"/>
            <a:lstStyle/>
            <a:p>
              <a:endParaRPr/>
            </a:p>
          </p:txBody>
        </p:sp>
      </p:grpSp>
      <p:sp>
        <p:nvSpPr>
          <p:cNvPr id="15" name="object 15"/>
          <p:cNvSpPr txBox="1"/>
          <p:nvPr/>
        </p:nvSpPr>
        <p:spPr>
          <a:xfrm>
            <a:off x="1833372" y="4792979"/>
            <a:ext cx="6274435" cy="1051560"/>
          </a:xfrm>
          <a:prstGeom prst="rect">
            <a:avLst/>
          </a:prstGeom>
          <a:ln w="9144">
            <a:solidFill>
              <a:srgbClr val="BEBEBE"/>
            </a:solidFill>
          </a:ln>
        </p:spPr>
        <p:txBody>
          <a:bodyPr vert="horz" wrap="square" lIns="0" tIns="0" rIns="0" bIns="0" rtlCol="0">
            <a:spAutoFit/>
          </a:bodyPr>
          <a:lstStyle/>
          <a:p>
            <a:pPr marL="434975">
              <a:lnSpc>
                <a:spcPts val="1205"/>
              </a:lnSpc>
            </a:pPr>
            <a:r>
              <a:rPr sz="1250" spc="-30" dirty="0">
                <a:solidFill>
                  <a:srgbClr val="238E23"/>
                </a:solidFill>
                <a:latin typeface="Lucida Console"/>
                <a:cs typeface="Lucida Console"/>
              </a:rPr>
              <a:t>##</a:t>
            </a:r>
            <a:r>
              <a:rPr sz="1250" spc="-45" dirty="0">
                <a:solidFill>
                  <a:srgbClr val="238E23"/>
                </a:solidFill>
                <a:latin typeface="Lucida Console"/>
                <a:cs typeface="Lucida Console"/>
              </a:rPr>
              <a:t> </a:t>
            </a:r>
            <a:r>
              <a:rPr sz="1250" spc="-30" dirty="0">
                <a:solidFill>
                  <a:srgbClr val="238E23"/>
                </a:solidFill>
                <a:latin typeface="Lucida Console"/>
                <a:cs typeface="Lucida Console"/>
              </a:rPr>
              <a:t>Loss</a:t>
            </a:r>
            <a:r>
              <a:rPr sz="1250" spc="-45" dirty="0">
                <a:solidFill>
                  <a:srgbClr val="238E23"/>
                </a:solidFill>
                <a:latin typeface="Lucida Console"/>
                <a:cs typeface="Lucida Console"/>
              </a:rPr>
              <a:t> </a:t>
            </a:r>
            <a:r>
              <a:rPr sz="1250" spc="-30" dirty="0">
                <a:solidFill>
                  <a:srgbClr val="238E23"/>
                </a:solidFill>
                <a:latin typeface="Lucida Console"/>
                <a:cs typeface="Lucida Console"/>
              </a:rPr>
              <a:t>function</a:t>
            </a:r>
            <a:r>
              <a:rPr sz="1250" spc="-40" dirty="0">
                <a:solidFill>
                  <a:srgbClr val="238E23"/>
                </a:solidFill>
                <a:latin typeface="Lucida Console"/>
                <a:cs typeface="Lucida Console"/>
              </a:rPr>
              <a:t> </a:t>
            </a:r>
            <a:r>
              <a:rPr sz="1250" spc="-30" dirty="0">
                <a:solidFill>
                  <a:srgbClr val="238E23"/>
                </a:solidFill>
                <a:latin typeface="Lucida Console"/>
                <a:cs typeface="Lucida Console"/>
              </a:rPr>
              <a:t>and</a:t>
            </a:r>
            <a:endParaRPr sz="1250">
              <a:latin typeface="Lucida Console"/>
              <a:cs typeface="Lucida Console"/>
            </a:endParaRPr>
          </a:p>
          <a:p>
            <a:pPr marL="434975">
              <a:lnSpc>
                <a:spcPts val="1470"/>
              </a:lnSpc>
            </a:pPr>
            <a:r>
              <a:rPr sz="1250" spc="-30" dirty="0">
                <a:solidFill>
                  <a:srgbClr val="238E23"/>
                </a:solidFill>
                <a:latin typeface="Lucida Console"/>
                <a:cs typeface="Lucida Console"/>
              </a:rPr>
              <a:t>optimizer</a:t>
            </a:r>
            <a:endParaRPr sz="1250">
              <a:latin typeface="Lucida Console"/>
              <a:cs typeface="Lucida Console"/>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4591" y="6524434"/>
            <a:ext cx="11192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83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856232"/>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879092"/>
            <a:ext cx="6099810" cy="176022"/>
          </a:xfrm>
          <a:prstGeom prst="rect">
            <a:avLst/>
          </a:prstGeom>
        </p:spPr>
      </p:pic>
      <p:pic>
        <p:nvPicPr>
          <p:cNvPr id="9" name="object 9"/>
          <p:cNvPicPr/>
          <p:nvPr/>
        </p:nvPicPr>
        <p:blipFill>
          <a:blip r:embed="rId6" cstate="print"/>
          <a:stretch>
            <a:fillRect/>
          </a:stretch>
        </p:blipFill>
        <p:spPr>
          <a:xfrm>
            <a:off x="473963" y="1443177"/>
            <a:ext cx="2481834" cy="302564"/>
          </a:xfrm>
          <a:prstGeom prst="rect">
            <a:avLst/>
          </a:prstGeom>
        </p:spPr>
      </p:pic>
      <p:graphicFrame>
        <p:nvGraphicFramePr>
          <p:cNvPr id="10" name="object 10"/>
          <p:cNvGraphicFramePr>
            <a:graphicFrameLocks noGrp="1"/>
          </p:cNvGraphicFramePr>
          <p:nvPr/>
        </p:nvGraphicFramePr>
        <p:xfrm>
          <a:off x="562355" y="2179320"/>
          <a:ext cx="8008620" cy="4058412"/>
        </p:xfrm>
        <a:graphic>
          <a:graphicData uri="http://schemas.openxmlformats.org/drawingml/2006/table">
            <a:tbl>
              <a:tblPr firstRow="1" bandRow="1">
                <a:tableStyleId>{2D5ABB26-0587-4C30-8999-92F81FD0307C}</a:tableStyleId>
              </a:tblPr>
              <a:tblGrid>
                <a:gridCol w="6112510">
                  <a:extLst>
                    <a:ext uri="{9D8B030D-6E8A-4147-A177-3AD203B41FA5}">
                      <a16:colId xmlns:a16="http://schemas.microsoft.com/office/drawing/2014/main" val="20000"/>
                    </a:ext>
                  </a:extLst>
                </a:gridCol>
                <a:gridCol w="215900">
                  <a:extLst>
                    <a:ext uri="{9D8B030D-6E8A-4147-A177-3AD203B41FA5}">
                      <a16:colId xmlns:a16="http://schemas.microsoft.com/office/drawing/2014/main" val="20001"/>
                    </a:ext>
                  </a:extLst>
                </a:gridCol>
                <a:gridCol w="1680210">
                  <a:extLst>
                    <a:ext uri="{9D8B030D-6E8A-4147-A177-3AD203B41FA5}">
                      <a16:colId xmlns:a16="http://schemas.microsoft.com/office/drawing/2014/main" val="20002"/>
                    </a:ext>
                  </a:extLst>
                </a:gridCol>
              </a:tblGrid>
              <a:tr h="4058412">
                <a:tc>
                  <a:txBody>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45"/>
                        </a:spcBef>
                      </a:pPr>
                      <a:endParaRPr sz="1600">
                        <a:latin typeface="Times New Roman"/>
                        <a:cs typeface="Times New Roman"/>
                      </a:endParaRPr>
                    </a:p>
                    <a:p>
                      <a:pPr marL="957580" indent="-5080">
                        <a:lnSpc>
                          <a:spcPct val="100000"/>
                        </a:lnSpc>
                        <a:spcBef>
                          <a:spcPts val="5"/>
                        </a:spcBef>
                      </a:pPr>
                      <a:r>
                        <a:rPr sz="1100" i="1" dirty="0">
                          <a:solidFill>
                            <a:srgbClr val="238E23"/>
                          </a:solidFill>
                          <a:latin typeface="Arial"/>
                          <a:cs typeface="Arial"/>
                        </a:rPr>
                        <a:t>##</a:t>
                      </a:r>
                      <a:r>
                        <a:rPr sz="1100" i="1" spc="-20" dirty="0">
                          <a:solidFill>
                            <a:srgbClr val="238E23"/>
                          </a:solidFill>
                          <a:latin typeface="Arial"/>
                          <a:cs typeface="Arial"/>
                        </a:rPr>
                        <a:t> </a:t>
                      </a:r>
                      <a:r>
                        <a:rPr sz="1100" i="1" spc="-5" dirty="0">
                          <a:solidFill>
                            <a:srgbClr val="238E23"/>
                          </a:solidFill>
                          <a:latin typeface="Arial"/>
                          <a:cs typeface="Arial"/>
                        </a:rPr>
                        <a:t>Calculate</a:t>
                      </a:r>
                      <a:r>
                        <a:rPr sz="1100" i="1" dirty="0">
                          <a:solidFill>
                            <a:srgbClr val="238E23"/>
                          </a:solidFill>
                          <a:latin typeface="Arial"/>
                          <a:cs typeface="Arial"/>
                        </a:rPr>
                        <a:t> the</a:t>
                      </a:r>
                      <a:r>
                        <a:rPr sz="1100" i="1" spc="-30" dirty="0">
                          <a:solidFill>
                            <a:srgbClr val="238E23"/>
                          </a:solidFill>
                          <a:latin typeface="Arial"/>
                          <a:cs typeface="Arial"/>
                        </a:rPr>
                        <a:t> </a:t>
                      </a:r>
                      <a:r>
                        <a:rPr sz="1100" i="1" spc="-5" dirty="0">
                          <a:solidFill>
                            <a:srgbClr val="238E23"/>
                          </a:solidFill>
                          <a:latin typeface="Arial"/>
                          <a:cs typeface="Arial"/>
                        </a:rPr>
                        <a:t>loss </a:t>
                      </a:r>
                      <a:r>
                        <a:rPr sz="1100" i="1" dirty="0">
                          <a:solidFill>
                            <a:srgbClr val="238E23"/>
                          </a:solidFill>
                          <a:latin typeface="Arial"/>
                          <a:cs typeface="Arial"/>
                        </a:rPr>
                        <a:t>of</a:t>
                      </a:r>
                      <a:r>
                        <a:rPr sz="1100" i="1" spc="-20" dirty="0">
                          <a:solidFill>
                            <a:srgbClr val="238E23"/>
                          </a:solidFill>
                          <a:latin typeface="Arial"/>
                          <a:cs typeface="Arial"/>
                        </a:rPr>
                        <a:t> </a:t>
                      </a:r>
                      <a:r>
                        <a:rPr sz="1100" i="1" dirty="0">
                          <a:solidFill>
                            <a:srgbClr val="238E23"/>
                          </a:solidFill>
                          <a:latin typeface="Arial"/>
                          <a:cs typeface="Arial"/>
                        </a:rPr>
                        <a:t>generator.</a:t>
                      </a:r>
                      <a:endParaRPr sz="1100">
                        <a:latin typeface="Arial"/>
                        <a:cs typeface="Arial"/>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40"/>
                        </a:spcBef>
                      </a:pPr>
                      <a:endParaRPr sz="1400">
                        <a:latin typeface="Times New Roman"/>
                        <a:cs typeface="Times New Roman"/>
                      </a:endParaRPr>
                    </a:p>
                    <a:p>
                      <a:pPr marL="952500" marR="3037205" indent="5080">
                        <a:lnSpc>
                          <a:spcPct val="302700"/>
                        </a:lnSpc>
                      </a:pPr>
                      <a:r>
                        <a:rPr sz="1100" i="1" dirty="0">
                          <a:solidFill>
                            <a:srgbClr val="238E23"/>
                          </a:solidFill>
                          <a:latin typeface="Arial"/>
                          <a:cs typeface="Arial"/>
                        </a:rPr>
                        <a:t># </a:t>
                      </a:r>
                      <a:r>
                        <a:rPr sz="1100" i="1" spc="-5" dirty="0">
                          <a:solidFill>
                            <a:srgbClr val="238E23"/>
                          </a:solidFill>
                          <a:latin typeface="Arial"/>
                          <a:cs typeface="Arial"/>
                        </a:rPr>
                        <a:t>Calculate </a:t>
                      </a:r>
                      <a:r>
                        <a:rPr sz="1100" i="1" dirty="0">
                          <a:solidFill>
                            <a:srgbClr val="238E23"/>
                          </a:solidFill>
                          <a:latin typeface="Arial"/>
                          <a:cs typeface="Arial"/>
                        </a:rPr>
                        <a:t>the </a:t>
                      </a:r>
                      <a:r>
                        <a:rPr sz="1100" i="1" spc="-5" dirty="0">
                          <a:solidFill>
                            <a:srgbClr val="238E23"/>
                          </a:solidFill>
                          <a:latin typeface="Arial"/>
                          <a:cs typeface="Arial"/>
                        </a:rPr>
                        <a:t>gradient </a:t>
                      </a:r>
                      <a:r>
                        <a:rPr sz="1100" i="1" dirty="0">
                          <a:solidFill>
                            <a:srgbClr val="238E23"/>
                          </a:solidFill>
                          <a:latin typeface="Arial"/>
                          <a:cs typeface="Arial"/>
                        </a:rPr>
                        <a:t>of </a:t>
                      </a:r>
                      <a:r>
                        <a:rPr sz="1100" i="1" spc="-5" dirty="0">
                          <a:solidFill>
                            <a:srgbClr val="238E23"/>
                          </a:solidFill>
                          <a:latin typeface="Arial"/>
                          <a:cs typeface="Arial"/>
                        </a:rPr>
                        <a:t>g_loss. </a:t>
                      </a:r>
                      <a:r>
                        <a:rPr sz="1100" i="1" spc="-295" dirty="0">
                          <a:solidFill>
                            <a:srgbClr val="238E23"/>
                          </a:solidFill>
                          <a:latin typeface="Arial"/>
                          <a:cs typeface="Arial"/>
                        </a:rPr>
                        <a:t> </a:t>
                      </a:r>
                      <a:r>
                        <a:rPr sz="1100" i="1" dirty="0">
                          <a:solidFill>
                            <a:srgbClr val="238E23"/>
                          </a:solidFill>
                          <a:latin typeface="Arial"/>
                          <a:cs typeface="Arial"/>
                        </a:rPr>
                        <a:t>#</a:t>
                      </a:r>
                      <a:r>
                        <a:rPr sz="1100" i="1" spc="-15" dirty="0">
                          <a:solidFill>
                            <a:srgbClr val="238E23"/>
                          </a:solidFill>
                          <a:latin typeface="Arial"/>
                          <a:cs typeface="Arial"/>
                        </a:rPr>
                        <a:t> </a:t>
                      </a:r>
                      <a:r>
                        <a:rPr sz="1100" i="1" spc="-5" dirty="0">
                          <a:solidFill>
                            <a:srgbClr val="238E23"/>
                          </a:solidFill>
                          <a:latin typeface="Arial"/>
                          <a:cs typeface="Arial"/>
                        </a:rPr>
                        <a:t>Optimizer: Apply</a:t>
                      </a:r>
                      <a:r>
                        <a:rPr sz="1100" i="1" dirty="0">
                          <a:solidFill>
                            <a:srgbClr val="238E23"/>
                          </a:solidFill>
                          <a:latin typeface="Arial"/>
                          <a:cs typeface="Arial"/>
                        </a:rPr>
                        <a:t> gradients.</a:t>
                      </a:r>
                      <a:endParaRPr sz="1100">
                        <a:latin typeface="Arial"/>
                        <a:cs typeface="Arial"/>
                      </a:endParaRPr>
                    </a:p>
                  </a:txBody>
                  <a:tcPr marL="0" marR="0" marT="0" marB="0">
                    <a:lnL w="9525">
                      <a:solidFill>
                        <a:srgbClr val="BEBEBE"/>
                      </a:solidFill>
                      <a:prstDash val="solid"/>
                    </a:lnL>
                    <a:lnT w="9525">
                      <a:solidFill>
                        <a:srgbClr val="BEBEBE"/>
                      </a:solidFill>
                      <a:prstDash val="solid"/>
                    </a:lnT>
                    <a:lnB w="9525">
                      <a:solidFill>
                        <a:srgbClr val="BEBEBE"/>
                      </a:solidFill>
                      <a:prstDash val="solid"/>
                    </a:lnB>
                  </a:tcPr>
                </a:tc>
                <a:tc>
                  <a:txBody>
                    <a:bodyPr/>
                    <a:lstStyle/>
                    <a:p>
                      <a:pPr>
                        <a:lnSpc>
                          <a:spcPct val="100000"/>
                        </a:lnSpc>
                      </a:pPr>
                      <a:endParaRPr sz="1300">
                        <a:latin typeface="Times New Roman"/>
                        <a:cs typeface="Times New Roman"/>
                      </a:endParaRPr>
                    </a:p>
                  </a:txBody>
                  <a:tcPr marL="0" marR="0" marT="0" marB="0">
                    <a:lnT w="9525">
                      <a:solidFill>
                        <a:srgbClr val="BEBEBE"/>
                      </a:solidFill>
                      <a:prstDash val="solid"/>
                    </a:lnT>
                    <a:lnB w="9525">
                      <a:solidFill>
                        <a:srgbClr val="BEBEBE"/>
                      </a:solidFill>
                      <a:prstDash val="solid"/>
                    </a:lnB>
                    <a:solidFill>
                      <a:srgbClr val="F7F7F7"/>
                    </a:solidFill>
                  </a:tcPr>
                </a:tc>
                <a:tc>
                  <a:txBody>
                    <a:bodyPr/>
                    <a:lstStyle/>
                    <a:p>
                      <a:pPr>
                        <a:lnSpc>
                          <a:spcPct val="100000"/>
                        </a:lnSpc>
                      </a:pPr>
                      <a:endParaRPr sz="1300">
                        <a:latin typeface="Times New Roman"/>
                        <a:cs typeface="Times New Roman"/>
                      </a:endParaRPr>
                    </a:p>
                  </a:txBody>
                  <a:tcPr marL="0" marR="0" marT="0" marB="0">
                    <a:lnR w="9525">
                      <a:solidFill>
                        <a:srgbClr val="BEBEBE"/>
                      </a:solidFill>
                      <a:prstDash val="solid"/>
                    </a:lnR>
                    <a:lnT w="9525">
                      <a:solidFill>
                        <a:srgbClr val="BEBEBE"/>
                      </a:solidFill>
                      <a:prstDash val="solid"/>
                    </a:lnT>
                    <a:lnB w="9525">
                      <a:solidFill>
                        <a:srgbClr val="BEBEBE"/>
                      </a:solidFill>
                      <a:prstDash val="solid"/>
                    </a:lnB>
                  </a:tcPr>
                </a:tc>
                <a:extLst>
                  <a:ext uri="{0D108BD9-81ED-4DB2-BD59-A6C34878D82A}">
                    <a16:rowId xmlns:a16="http://schemas.microsoft.com/office/drawing/2014/main" val="10000"/>
                  </a:ext>
                </a:extLst>
              </a:tr>
            </a:tbl>
          </a:graphicData>
        </a:graphic>
      </p:graphicFrame>
      <p:grpSp>
        <p:nvGrpSpPr>
          <p:cNvPr id="11" name="object 11"/>
          <p:cNvGrpSpPr/>
          <p:nvPr/>
        </p:nvGrpSpPr>
        <p:grpSpPr>
          <a:xfrm>
            <a:off x="571500" y="2188464"/>
            <a:ext cx="8001000" cy="4049395"/>
            <a:chOff x="571500" y="2188464"/>
            <a:chExt cx="8001000" cy="4049395"/>
          </a:xfrm>
        </p:grpSpPr>
        <p:pic>
          <p:nvPicPr>
            <p:cNvPr id="12" name="object 12"/>
            <p:cNvPicPr/>
            <p:nvPr/>
          </p:nvPicPr>
          <p:blipFill>
            <a:blip r:embed="rId7" cstate="print"/>
            <a:stretch>
              <a:fillRect/>
            </a:stretch>
          </p:blipFill>
          <p:spPr>
            <a:xfrm>
              <a:off x="571500" y="2188464"/>
              <a:ext cx="8001000" cy="4049267"/>
            </a:xfrm>
            <a:prstGeom prst="rect">
              <a:avLst/>
            </a:prstGeom>
          </p:spPr>
        </p:pic>
        <p:sp>
          <p:nvSpPr>
            <p:cNvPr id="13" name="object 13"/>
            <p:cNvSpPr/>
            <p:nvPr/>
          </p:nvSpPr>
          <p:spPr>
            <a:xfrm>
              <a:off x="1519428" y="3822191"/>
              <a:ext cx="2569845" cy="1920239"/>
            </a:xfrm>
            <a:custGeom>
              <a:avLst/>
              <a:gdLst/>
              <a:ahLst/>
              <a:cxnLst/>
              <a:rect l="l" t="t" r="r" b="b"/>
              <a:pathLst>
                <a:path w="2569845" h="1920239">
                  <a:moveTo>
                    <a:pt x="2564892" y="1761744"/>
                  </a:moveTo>
                  <a:lnTo>
                    <a:pt x="0" y="1761744"/>
                  </a:lnTo>
                  <a:lnTo>
                    <a:pt x="0" y="1920240"/>
                  </a:lnTo>
                  <a:lnTo>
                    <a:pt x="2564892" y="1920240"/>
                  </a:lnTo>
                  <a:lnTo>
                    <a:pt x="2564892" y="1761744"/>
                  </a:lnTo>
                  <a:close/>
                </a:path>
                <a:path w="2569845" h="1920239">
                  <a:moveTo>
                    <a:pt x="2564892" y="0"/>
                  </a:moveTo>
                  <a:lnTo>
                    <a:pt x="0" y="0"/>
                  </a:lnTo>
                  <a:lnTo>
                    <a:pt x="0" y="181356"/>
                  </a:lnTo>
                  <a:lnTo>
                    <a:pt x="2564892" y="181356"/>
                  </a:lnTo>
                  <a:lnTo>
                    <a:pt x="2564892" y="0"/>
                  </a:lnTo>
                  <a:close/>
                </a:path>
                <a:path w="2569845" h="1920239">
                  <a:moveTo>
                    <a:pt x="2569464" y="1242072"/>
                  </a:moveTo>
                  <a:lnTo>
                    <a:pt x="4572" y="1242072"/>
                  </a:lnTo>
                  <a:lnTo>
                    <a:pt x="4572" y="1423416"/>
                  </a:lnTo>
                  <a:lnTo>
                    <a:pt x="2569464" y="1423416"/>
                  </a:lnTo>
                  <a:lnTo>
                    <a:pt x="2569464" y="1242072"/>
                  </a:lnTo>
                  <a:close/>
                </a:path>
              </a:pathLst>
            </a:custGeom>
            <a:solidFill>
              <a:srgbClr val="F7F7F7"/>
            </a:solidFill>
          </p:spPr>
          <p:txBody>
            <a:bodyPr wrap="square" lIns="0" tIns="0" rIns="0" bIns="0" rtlCol="0"/>
            <a:lstStyle/>
            <a:p>
              <a:endParaRPr/>
            </a:p>
          </p:txBody>
        </p:sp>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7639" y="6524434"/>
            <a:ext cx="11192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83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856232"/>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879092"/>
            <a:ext cx="6099810" cy="176022"/>
          </a:xfrm>
          <a:prstGeom prst="rect">
            <a:avLst/>
          </a:prstGeom>
        </p:spPr>
      </p:pic>
      <p:pic>
        <p:nvPicPr>
          <p:cNvPr id="9" name="object 9"/>
          <p:cNvPicPr/>
          <p:nvPr/>
        </p:nvPicPr>
        <p:blipFill>
          <a:blip r:embed="rId6" cstate="print"/>
          <a:stretch>
            <a:fillRect/>
          </a:stretch>
        </p:blipFill>
        <p:spPr>
          <a:xfrm>
            <a:off x="473963" y="1443177"/>
            <a:ext cx="2481834" cy="302564"/>
          </a:xfrm>
          <a:prstGeom prst="rect">
            <a:avLst/>
          </a:prstGeom>
        </p:spPr>
      </p:pic>
      <p:graphicFrame>
        <p:nvGraphicFramePr>
          <p:cNvPr id="10" name="object 10"/>
          <p:cNvGraphicFramePr>
            <a:graphicFrameLocks noGrp="1"/>
          </p:cNvGraphicFramePr>
          <p:nvPr/>
        </p:nvGraphicFramePr>
        <p:xfrm>
          <a:off x="594359" y="2177795"/>
          <a:ext cx="7955913" cy="3605784"/>
        </p:xfrm>
        <a:graphic>
          <a:graphicData uri="http://schemas.openxmlformats.org/drawingml/2006/table">
            <a:tbl>
              <a:tblPr firstRow="1" bandRow="1">
                <a:tableStyleId>{2D5ABB26-0587-4C30-8999-92F81FD0307C}</a:tableStyleId>
              </a:tblPr>
              <a:tblGrid>
                <a:gridCol w="6012180">
                  <a:extLst>
                    <a:ext uri="{9D8B030D-6E8A-4147-A177-3AD203B41FA5}">
                      <a16:colId xmlns:a16="http://schemas.microsoft.com/office/drawing/2014/main" val="20000"/>
                    </a:ext>
                  </a:extLst>
                </a:gridCol>
                <a:gridCol w="288289">
                  <a:extLst>
                    <a:ext uri="{9D8B030D-6E8A-4147-A177-3AD203B41FA5}">
                      <a16:colId xmlns:a16="http://schemas.microsoft.com/office/drawing/2014/main" val="20001"/>
                    </a:ext>
                  </a:extLst>
                </a:gridCol>
                <a:gridCol w="1655444">
                  <a:extLst>
                    <a:ext uri="{9D8B030D-6E8A-4147-A177-3AD203B41FA5}">
                      <a16:colId xmlns:a16="http://schemas.microsoft.com/office/drawing/2014/main" val="20002"/>
                    </a:ext>
                  </a:extLst>
                </a:gridCol>
              </a:tblGrid>
              <a:tr h="3605784">
                <a:tc>
                  <a:txBody>
                    <a:bodyPr/>
                    <a:lstStyle/>
                    <a:p>
                      <a:pPr>
                        <a:lnSpc>
                          <a:spcPct val="100000"/>
                        </a:lnSpc>
                        <a:spcBef>
                          <a:spcPts val="30"/>
                        </a:spcBef>
                      </a:pPr>
                      <a:endParaRPr sz="1250">
                        <a:latin typeface="Times New Roman"/>
                        <a:cs typeface="Times New Roman"/>
                      </a:endParaRPr>
                    </a:p>
                    <a:p>
                      <a:pPr marL="938530">
                        <a:lnSpc>
                          <a:spcPct val="100000"/>
                        </a:lnSpc>
                      </a:pPr>
                      <a:r>
                        <a:rPr sz="1100" i="1" dirty="0">
                          <a:solidFill>
                            <a:srgbClr val="238E23"/>
                          </a:solidFill>
                          <a:latin typeface="Arial"/>
                          <a:cs typeface="Arial"/>
                        </a:rPr>
                        <a:t>##</a:t>
                      </a:r>
                      <a:r>
                        <a:rPr sz="1100" i="1" spc="-10" dirty="0">
                          <a:solidFill>
                            <a:srgbClr val="238E23"/>
                          </a:solidFill>
                          <a:latin typeface="Arial"/>
                          <a:cs typeface="Arial"/>
                        </a:rPr>
                        <a:t> </a:t>
                      </a:r>
                      <a:r>
                        <a:rPr sz="1100" i="1" spc="-5" dirty="0">
                          <a:solidFill>
                            <a:srgbClr val="238E23"/>
                          </a:solidFill>
                          <a:latin typeface="Arial"/>
                          <a:cs typeface="Arial"/>
                        </a:rPr>
                        <a:t>Calculate</a:t>
                      </a:r>
                      <a:r>
                        <a:rPr sz="1100" i="1" spc="5" dirty="0">
                          <a:solidFill>
                            <a:srgbClr val="238E23"/>
                          </a:solidFill>
                          <a:latin typeface="Arial"/>
                          <a:cs typeface="Arial"/>
                        </a:rPr>
                        <a:t> </a:t>
                      </a:r>
                      <a:r>
                        <a:rPr sz="1100" i="1" dirty="0">
                          <a:solidFill>
                            <a:srgbClr val="238E23"/>
                          </a:solidFill>
                          <a:latin typeface="Arial"/>
                          <a:cs typeface="Arial"/>
                        </a:rPr>
                        <a:t>the</a:t>
                      </a:r>
                      <a:r>
                        <a:rPr sz="1100" i="1" spc="-20" dirty="0">
                          <a:solidFill>
                            <a:srgbClr val="238E23"/>
                          </a:solidFill>
                          <a:latin typeface="Arial"/>
                          <a:cs typeface="Arial"/>
                        </a:rPr>
                        <a:t> </a:t>
                      </a:r>
                      <a:r>
                        <a:rPr sz="1100" i="1" spc="-5" dirty="0">
                          <a:solidFill>
                            <a:srgbClr val="238E23"/>
                          </a:solidFill>
                          <a:latin typeface="Arial"/>
                          <a:cs typeface="Arial"/>
                        </a:rPr>
                        <a:t>loss</a:t>
                      </a:r>
                      <a:r>
                        <a:rPr sz="1100" i="1" dirty="0">
                          <a:solidFill>
                            <a:srgbClr val="238E23"/>
                          </a:solidFill>
                          <a:latin typeface="Arial"/>
                          <a:cs typeface="Arial"/>
                        </a:rPr>
                        <a:t> of</a:t>
                      </a:r>
                      <a:r>
                        <a:rPr sz="1100" i="1" spc="-15" dirty="0">
                          <a:solidFill>
                            <a:srgbClr val="238E23"/>
                          </a:solidFill>
                          <a:latin typeface="Arial"/>
                          <a:cs typeface="Arial"/>
                        </a:rPr>
                        <a:t> </a:t>
                      </a:r>
                      <a:r>
                        <a:rPr sz="1100" i="1" spc="-5" dirty="0">
                          <a:solidFill>
                            <a:srgbClr val="238E23"/>
                          </a:solidFill>
                          <a:latin typeface="Arial"/>
                          <a:cs typeface="Arial"/>
                        </a:rPr>
                        <a:t>discriminator</a:t>
                      </a:r>
                      <a:endParaRPr sz="1100">
                        <a:latin typeface="Arial"/>
                        <a:cs typeface="Arial"/>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0"/>
                        </a:spcBef>
                      </a:pPr>
                      <a:endParaRPr sz="950">
                        <a:latin typeface="Times New Roman"/>
                        <a:cs typeface="Times New Roman"/>
                      </a:endParaRPr>
                    </a:p>
                    <a:p>
                      <a:pPr marL="951865">
                        <a:lnSpc>
                          <a:spcPct val="100000"/>
                        </a:lnSpc>
                      </a:pPr>
                      <a:r>
                        <a:rPr sz="1100" i="1" dirty="0">
                          <a:solidFill>
                            <a:srgbClr val="238E23"/>
                          </a:solidFill>
                          <a:latin typeface="Arial"/>
                          <a:cs typeface="Arial"/>
                        </a:rPr>
                        <a:t>##</a:t>
                      </a:r>
                      <a:r>
                        <a:rPr sz="1100" i="1" spc="-10" dirty="0">
                          <a:solidFill>
                            <a:srgbClr val="238E23"/>
                          </a:solidFill>
                          <a:latin typeface="Arial"/>
                          <a:cs typeface="Arial"/>
                        </a:rPr>
                        <a:t> </a:t>
                      </a:r>
                      <a:r>
                        <a:rPr sz="1100" i="1" spc="-5" dirty="0">
                          <a:solidFill>
                            <a:srgbClr val="238E23"/>
                          </a:solidFill>
                          <a:latin typeface="Arial"/>
                          <a:cs typeface="Arial"/>
                        </a:rPr>
                        <a:t>Calculate</a:t>
                      </a:r>
                      <a:r>
                        <a:rPr sz="1100" i="1" spc="5" dirty="0">
                          <a:solidFill>
                            <a:srgbClr val="238E23"/>
                          </a:solidFill>
                          <a:latin typeface="Arial"/>
                          <a:cs typeface="Arial"/>
                        </a:rPr>
                        <a:t> </a:t>
                      </a:r>
                      <a:r>
                        <a:rPr sz="1100" i="1" dirty="0">
                          <a:solidFill>
                            <a:srgbClr val="238E23"/>
                          </a:solidFill>
                          <a:latin typeface="Arial"/>
                          <a:cs typeface="Arial"/>
                        </a:rPr>
                        <a:t>the</a:t>
                      </a:r>
                      <a:r>
                        <a:rPr sz="1100" i="1" spc="-20" dirty="0">
                          <a:solidFill>
                            <a:srgbClr val="238E23"/>
                          </a:solidFill>
                          <a:latin typeface="Arial"/>
                          <a:cs typeface="Arial"/>
                        </a:rPr>
                        <a:t> </a:t>
                      </a:r>
                      <a:r>
                        <a:rPr sz="1100" i="1" spc="-5" dirty="0">
                          <a:solidFill>
                            <a:srgbClr val="238E23"/>
                          </a:solidFill>
                          <a:latin typeface="Arial"/>
                          <a:cs typeface="Arial"/>
                        </a:rPr>
                        <a:t>gradient </a:t>
                      </a:r>
                      <a:r>
                        <a:rPr sz="1100" i="1" dirty="0">
                          <a:solidFill>
                            <a:srgbClr val="238E23"/>
                          </a:solidFill>
                          <a:latin typeface="Arial"/>
                          <a:cs typeface="Arial"/>
                        </a:rPr>
                        <a:t>of</a:t>
                      </a:r>
                      <a:r>
                        <a:rPr sz="1100" i="1" spc="-10" dirty="0">
                          <a:solidFill>
                            <a:srgbClr val="238E23"/>
                          </a:solidFill>
                          <a:latin typeface="Arial"/>
                          <a:cs typeface="Arial"/>
                        </a:rPr>
                        <a:t> </a:t>
                      </a:r>
                      <a:r>
                        <a:rPr sz="1100" i="1" spc="-5" dirty="0">
                          <a:solidFill>
                            <a:srgbClr val="238E23"/>
                          </a:solidFill>
                          <a:latin typeface="Arial"/>
                          <a:cs typeface="Arial"/>
                        </a:rPr>
                        <a:t>d_loss.</a:t>
                      </a:r>
                      <a:endParaRPr sz="1100">
                        <a:latin typeface="Arial"/>
                        <a:cs typeface="Arial"/>
                      </a:endParaRPr>
                    </a:p>
                  </a:txBody>
                  <a:tcPr marL="0" marR="0" marT="3810" marB="0">
                    <a:lnL w="3175">
                      <a:solidFill>
                        <a:srgbClr val="BEBEBE"/>
                      </a:solidFill>
                      <a:prstDash val="solid"/>
                    </a:lnL>
                    <a:lnT w="3175">
                      <a:solidFill>
                        <a:srgbClr val="BEBEBE"/>
                      </a:solidFill>
                      <a:prstDash val="solid"/>
                    </a:lnT>
                    <a:lnB w="3175">
                      <a:solidFill>
                        <a:srgbClr val="BEBEBE"/>
                      </a:solidFill>
                      <a:prstDash val="solid"/>
                    </a:lnB>
                  </a:tcPr>
                </a:tc>
                <a:tc>
                  <a:txBody>
                    <a:bodyPr/>
                    <a:lstStyle/>
                    <a:p>
                      <a:pPr>
                        <a:lnSpc>
                          <a:spcPct val="100000"/>
                        </a:lnSpc>
                      </a:pPr>
                      <a:endParaRPr sz="1300">
                        <a:latin typeface="Times New Roman"/>
                        <a:cs typeface="Times New Roman"/>
                      </a:endParaRPr>
                    </a:p>
                  </a:txBody>
                  <a:tcPr marL="0" marR="0" marT="0" marB="0">
                    <a:lnT w="3175">
                      <a:solidFill>
                        <a:srgbClr val="BEBEBE"/>
                      </a:solidFill>
                      <a:prstDash val="solid"/>
                    </a:lnT>
                    <a:lnB w="3175">
                      <a:solidFill>
                        <a:srgbClr val="BEBEBE"/>
                      </a:solidFill>
                      <a:prstDash val="solid"/>
                    </a:lnB>
                    <a:solidFill>
                      <a:srgbClr val="F7F7F7"/>
                    </a:solidFill>
                  </a:tcPr>
                </a:tc>
                <a:tc>
                  <a:txBody>
                    <a:bodyPr/>
                    <a:lstStyle/>
                    <a:p>
                      <a:pPr>
                        <a:lnSpc>
                          <a:spcPct val="100000"/>
                        </a:lnSpc>
                      </a:pPr>
                      <a:endParaRPr sz="1300">
                        <a:latin typeface="Times New Roman"/>
                        <a:cs typeface="Times New Roman"/>
                      </a:endParaRPr>
                    </a:p>
                  </a:txBody>
                  <a:tcPr marL="0" marR="0" marT="0" marB="0">
                    <a:lnR w="3175">
                      <a:solidFill>
                        <a:srgbClr val="BEBEBE"/>
                      </a:solidFill>
                      <a:prstDash val="solid"/>
                    </a:lnR>
                    <a:lnT w="3175">
                      <a:solidFill>
                        <a:srgbClr val="BEBEBE"/>
                      </a:solidFill>
                      <a:prstDash val="solid"/>
                    </a:lnT>
                    <a:lnB w="3175">
                      <a:solidFill>
                        <a:srgbClr val="BEBEBE"/>
                      </a:solidFill>
                      <a:prstDash val="solid"/>
                    </a:lnB>
                  </a:tcPr>
                </a:tc>
                <a:extLst>
                  <a:ext uri="{0D108BD9-81ED-4DB2-BD59-A6C34878D82A}">
                    <a16:rowId xmlns:a16="http://schemas.microsoft.com/office/drawing/2014/main" val="10000"/>
                  </a:ext>
                </a:extLst>
              </a:tr>
            </a:tbl>
          </a:graphicData>
        </a:graphic>
      </p:graphicFrame>
      <p:grpSp>
        <p:nvGrpSpPr>
          <p:cNvPr id="11" name="object 11"/>
          <p:cNvGrpSpPr/>
          <p:nvPr/>
        </p:nvGrpSpPr>
        <p:grpSpPr>
          <a:xfrm>
            <a:off x="585216" y="2188464"/>
            <a:ext cx="7980045" cy="3596640"/>
            <a:chOff x="585216" y="2188464"/>
            <a:chExt cx="7980045" cy="3596640"/>
          </a:xfrm>
        </p:grpSpPr>
        <p:pic>
          <p:nvPicPr>
            <p:cNvPr id="12" name="object 12"/>
            <p:cNvPicPr/>
            <p:nvPr/>
          </p:nvPicPr>
          <p:blipFill>
            <a:blip r:embed="rId7" cstate="print"/>
            <a:stretch>
              <a:fillRect/>
            </a:stretch>
          </p:blipFill>
          <p:spPr>
            <a:xfrm>
              <a:off x="585216" y="2188464"/>
              <a:ext cx="7979664" cy="3596640"/>
            </a:xfrm>
            <a:prstGeom prst="rect">
              <a:avLst/>
            </a:prstGeom>
          </p:spPr>
        </p:pic>
        <p:sp>
          <p:nvSpPr>
            <p:cNvPr id="13" name="object 13"/>
            <p:cNvSpPr/>
            <p:nvPr/>
          </p:nvSpPr>
          <p:spPr>
            <a:xfrm>
              <a:off x="1534668" y="2350007"/>
              <a:ext cx="2865120" cy="3144520"/>
            </a:xfrm>
            <a:custGeom>
              <a:avLst/>
              <a:gdLst/>
              <a:ahLst/>
              <a:cxnLst/>
              <a:rect l="l" t="t" r="r" b="b"/>
              <a:pathLst>
                <a:path w="2865120" h="3144520">
                  <a:moveTo>
                    <a:pt x="2578608" y="2938272"/>
                  </a:moveTo>
                  <a:lnTo>
                    <a:pt x="12192" y="2938272"/>
                  </a:lnTo>
                  <a:lnTo>
                    <a:pt x="12192" y="3144012"/>
                  </a:lnTo>
                  <a:lnTo>
                    <a:pt x="2578608" y="3144012"/>
                  </a:lnTo>
                  <a:lnTo>
                    <a:pt x="2578608" y="2938272"/>
                  </a:lnTo>
                  <a:close/>
                </a:path>
                <a:path w="2865120" h="3144520">
                  <a:moveTo>
                    <a:pt x="2865120" y="0"/>
                  </a:moveTo>
                  <a:lnTo>
                    <a:pt x="0" y="0"/>
                  </a:lnTo>
                  <a:lnTo>
                    <a:pt x="0" y="205740"/>
                  </a:lnTo>
                  <a:lnTo>
                    <a:pt x="2865120" y="205740"/>
                  </a:lnTo>
                  <a:lnTo>
                    <a:pt x="2865120" y="0"/>
                  </a:lnTo>
                  <a:close/>
                </a:path>
              </a:pathLst>
            </a:custGeom>
            <a:solidFill>
              <a:srgbClr val="F7F7F7"/>
            </a:solidFill>
          </p:spPr>
          <p:txBody>
            <a:bodyPr wrap="square" lIns="0" tIns="0" rIns="0" bIns="0" rtlCol="0"/>
            <a:lstStyle/>
            <a:p>
              <a:endParaRPr/>
            </a:p>
          </p:txBody>
        </p:sp>
      </p:gr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4530" y="6524434"/>
            <a:ext cx="110459"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a:spLocks noGrp="1"/>
          </p:cNvSpPr>
          <p:nvPr>
            <p:ph type="title"/>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dirty="0"/>
              <a:t>3.3.</a:t>
            </a:r>
            <a:r>
              <a:rPr spc="-15" dirty="0"/>
              <a:t> </a:t>
            </a:r>
            <a:r>
              <a:rPr spc="-5" dirty="0"/>
              <a:t>Generative</a:t>
            </a:r>
            <a:r>
              <a:rPr spc="-10" dirty="0"/>
              <a:t> </a:t>
            </a:r>
            <a:r>
              <a:rPr spc="-5" dirty="0"/>
              <a:t>Adversarial</a:t>
            </a:r>
            <a:r>
              <a:rPr spc="-15" dirty="0"/>
              <a:t> </a:t>
            </a:r>
            <a:r>
              <a:rPr spc="-5" dirty="0"/>
              <a:t>Networks</a:t>
            </a:r>
            <a:r>
              <a:rPr dirty="0"/>
              <a:t> </a:t>
            </a:r>
            <a:r>
              <a:rPr spc="-5" dirty="0"/>
              <a:t>Exercise</a:t>
            </a:r>
          </a:p>
        </p:txBody>
      </p:sp>
      <p:sp>
        <p:nvSpPr>
          <p:cNvPr id="6" name="object 6"/>
          <p:cNvSpPr txBox="1"/>
          <p:nvPr/>
        </p:nvSpPr>
        <p:spPr>
          <a:xfrm>
            <a:off x="867283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856232"/>
            <a:ext cx="36830" cy="180340"/>
          </a:xfrm>
          <a:custGeom>
            <a:avLst/>
            <a:gdLst/>
            <a:ahLst/>
            <a:cxnLst/>
            <a:rect l="l" t="t" r="r" b="b"/>
            <a:pathLst>
              <a:path w="36829" h="180339">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9327" y="1879092"/>
            <a:ext cx="6099810" cy="176022"/>
          </a:xfrm>
          <a:prstGeom prst="rect">
            <a:avLst/>
          </a:prstGeom>
        </p:spPr>
      </p:pic>
      <p:pic>
        <p:nvPicPr>
          <p:cNvPr id="9" name="object 9"/>
          <p:cNvPicPr/>
          <p:nvPr/>
        </p:nvPicPr>
        <p:blipFill>
          <a:blip r:embed="rId6" cstate="print"/>
          <a:stretch>
            <a:fillRect/>
          </a:stretch>
        </p:blipFill>
        <p:spPr>
          <a:xfrm>
            <a:off x="569976" y="2179320"/>
            <a:ext cx="7368540" cy="3934967"/>
          </a:xfrm>
          <a:prstGeom prst="rect">
            <a:avLst/>
          </a:prstGeom>
        </p:spPr>
      </p:pic>
      <p:sp>
        <p:nvSpPr>
          <p:cNvPr id="10" name="object 10"/>
          <p:cNvSpPr txBox="1"/>
          <p:nvPr/>
        </p:nvSpPr>
        <p:spPr>
          <a:xfrm>
            <a:off x="1383791" y="2286000"/>
            <a:ext cx="2075814" cy="152400"/>
          </a:xfrm>
          <a:prstGeom prst="rect">
            <a:avLst/>
          </a:prstGeom>
          <a:solidFill>
            <a:srgbClr val="F7F7F7"/>
          </a:solidFill>
        </p:spPr>
        <p:txBody>
          <a:bodyPr vert="horz" wrap="square" lIns="0" tIns="0" rIns="0" bIns="0" rtlCol="0">
            <a:spAutoFit/>
          </a:bodyPr>
          <a:lstStyle/>
          <a:p>
            <a:pPr marL="635">
              <a:lnSpc>
                <a:spcPts val="1180"/>
              </a:lnSpc>
            </a:pPr>
            <a:r>
              <a:rPr sz="1050" spc="-85" dirty="0">
                <a:solidFill>
                  <a:srgbClr val="00AF50"/>
                </a:solidFill>
                <a:latin typeface="Lucida Console"/>
                <a:cs typeface="Lucida Console"/>
              </a:rPr>
              <a:t>#</a:t>
            </a:r>
            <a:r>
              <a:rPr sz="1050" spc="-35" dirty="0">
                <a:solidFill>
                  <a:srgbClr val="00AF50"/>
                </a:solidFill>
                <a:latin typeface="Lucida Console"/>
                <a:cs typeface="Lucida Console"/>
              </a:rPr>
              <a:t>#</a:t>
            </a:r>
            <a:r>
              <a:rPr sz="1050" spc="-310" dirty="0">
                <a:solidFill>
                  <a:srgbClr val="00AF50"/>
                </a:solidFill>
                <a:latin typeface="Lucida Console"/>
                <a:cs typeface="Lucida Console"/>
              </a:rPr>
              <a:t> </a:t>
            </a:r>
            <a:r>
              <a:rPr sz="1050" spc="-85" dirty="0">
                <a:solidFill>
                  <a:srgbClr val="00AF50"/>
                </a:solidFill>
                <a:latin typeface="Lucida Console"/>
                <a:cs typeface="Lucida Console"/>
              </a:rPr>
              <a:t>O</a:t>
            </a:r>
            <a:r>
              <a:rPr sz="1050" spc="-229" dirty="0">
                <a:solidFill>
                  <a:srgbClr val="00AF50"/>
                </a:solidFill>
                <a:latin typeface="Lucida Console"/>
                <a:cs typeface="Lucida Console"/>
              </a:rPr>
              <a:t>p</a:t>
            </a:r>
            <a:r>
              <a:rPr sz="1050" spc="-315" dirty="0">
                <a:solidFill>
                  <a:srgbClr val="00AF50"/>
                </a:solidFill>
                <a:latin typeface="Lucida Console"/>
                <a:cs typeface="Lucida Console"/>
              </a:rPr>
              <a:t>t</a:t>
            </a:r>
            <a:r>
              <a:rPr sz="1050" spc="-60" dirty="0">
                <a:solidFill>
                  <a:srgbClr val="00AF50"/>
                </a:solidFill>
                <a:latin typeface="Lucida Console"/>
                <a:cs typeface="Lucida Console"/>
              </a:rPr>
              <a:t>i</a:t>
            </a:r>
            <a:r>
              <a:rPr sz="1050" spc="-229" dirty="0">
                <a:solidFill>
                  <a:srgbClr val="00AF50"/>
                </a:solidFill>
                <a:latin typeface="Lucida Console"/>
                <a:cs typeface="Lucida Console"/>
              </a:rPr>
              <a:t>m</a:t>
            </a:r>
            <a:r>
              <a:rPr sz="1050" spc="-135" dirty="0">
                <a:solidFill>
                  <a:srgbClr val="00AF50"/>
                </a:solidFill>
                <a:latin typeface="Lucida Console"/>
                <a:cs typeface="Lucida Console"/>
              </a:rPr>
              <a:t>i</a:t>
            </a:r>
            <a:r>
              <a:rPr sz="1050" spc="-110" dirty="0">
                <a:solidFill>
                  <a:srgbClr val="00AF50"/>
                </a:solidFill>
                <a:latin typeface="Lucida Console"/>
                <a:cs typeface="Lucida Console"/>
              </a:rPr>
              <a:t>z</a:t>
            </a:r>
            <a:r>
              <a:rPr sz="1050" spc="-204" dirty="0">
                <a:solidFill>
                  <a:srgbClr val="00AF50"/>
                </a:solidFill>
                <a:latin typeface="Lucida Console"/>
                <a:cs typeface="Lucida Console"/>
              </a:rPr>
              <a:t>e</a:t>
            </a:r>
            <a:r>
              <a:rPr sz="1050" spc="-120" dirty="0">
                <a:solidFill>
                  <a:srgbClr val="00AF50"/>
                </a:solidFill>
                <a:latin typeface="Lucida Console"/>
                <a:cs typeface="Lucida Console"/>
              </a:rPr>
              <a:t>r</a:t>
            </a:r>
            <a:r>
              <a:rPr sz="1050" spc="-35" dirty="0">
                <a:solidFill>
                  <a:srgbClr val="00AF50"/>
                </a:solidFill>
                <a:latin typeface="Lucida Console"/>
                <a:cs typeface="Lucida Console"/>
              </a:rPr>
              <a:t>:</a:t>
            </a:r>
            <a:r>
              <a:rPr sz="1050" spc="-345" dirty="0">
                <a:solidFill>
                  <a:srgbClr val="00AF50"/>
                </a:solidFill>
                <a:latin typeface="Lucida Console"/>
                <a:cs typeface="Lucida Console"/>
              </a:rPr>
              <a:t> </a:t>
            </a:r>
            <a:r>
              <a:rPr sz="1050" spc="-85" dirty="0">
                <a:solidFill>
                  <a:srgbClr val="00AF50"/>
                </a:solidFill>
                <a:latin typeface="Lucida Console"/>
                <a:cs typeface="Lucida Console"/>
              </a:rPr>
              <a:t>A</a:t>
            </a:r>
            <a:r>
              <a:rPr sz="1050" spc="-60" dirty="0">
                <a:solidFill>
                  <a:srgbClr val="00AF50"/>
                </a:solidFill>
                <a:latin typeface="Lucida Console"/>
                <a:cs typeface="Lucida Console"/>
              </a:rPr>
              <a:t>p</a:t>
            </a:r>
            <a:r>
              <a:rPr sz="1050" spc="-240" dirty="0">
                <a:solidFill>
                  <a:srgbClr val="00AF50"/>
                </a:solidFill>
                <a:latin typeface="Lucida Console"/>
                <a:cs typeface="Lucida Console"/>
              </a:rPr>
              <a:t>p</a:t>
            </a:r>
            <a:r>
              <a:rPr sz="1050" spc="-145" dirty="0">
                <a:solidFill>
                  <a:srgbClr val="00AF50"/>
                </a:solidFill>
                <a:latin typeface="Lucida Console"/>
                <a:cs typeface="Lucida Console"/>
              </a:rPr>
              <a:t>l</a:t>
            </a:r>
            <a:r>
              <a:rPr sz="1050" spc="-35" dirty="0">
                <a:solidFill>
                  <a:srgbClr val="00AF50"/>
                </a:solidFill>
                <a:latin typeface="Lucida Console"/>
                <a:cs typeface="Lucida Console"/>
              </a:rPr>
              <a:t>y</a:t>
            </a:r>
            <a:r>
              <a:rPr sz="1050" spc="-355" dirty="0">
                <a:solidFill>
                  <a:srgbClr val="00AF50"/>
                </a:solidFill>
                <a:latin typeface="Lucida Console"/>
                <a:cs typeface="Lucida Console"/>
              </a:rPr>
              <a:t> </a:t>
            </a:r>
            <a:r>
              <a:rPr sz="1050" spc="-110" dirty="0">
                <a:solidFill>
                  <a:srgbClr val="00AF50"/>
                </a:solidFill>
                <a:latin typeface="Lucida Console"/>
                <a:cs typeface="Lucida Console"/>
              </a:rPr>
              <a:t>‘</a:t>
            </a:r>
            <a:r>
              <a:rPr sz="1050" spc="-204" dirty="0">
                <a:solidFill>
                  <a:srgbClr val="00AF50"/>
                </a:solidFill>
                <a:latin typeface="Lucida Console"/>
                <a:cs typeface="Lucida Console"/>
              </a:rPr>
              <a:t>g</a:t>
            </a:r>
            <a:r>
              <a:rPr sz="1050" spc="-145" dirty="0">
                <a:solidFill>
                  <a:srgbClr val="00AF50"/>
                </a:solidFill>
                <a:latin typeface="Lucida Console"/>
                <a:cs typeface="Lucida Console"/>
              </a:rPr>
              <a:t>r</a:t>
            </a:r>
            <a:r>
              <a:rPr sz="1050" spc="-120" dirty="0">
                <a:solidFill>
                  <a:srgbClr val="00AF50"/>
                </a:solidFill>
                <a:latin typeface="Lucida Console"/>
                <a:cs typeface="Lucida Console"/>
              </a:rPr>
              <a:t>a</a:t>
            </a:r>
            <a:r>
              <a:rPr sz="1050" spc="-265" dirty="0">
                <a:solidFill>
                  <a:srgbClr val="00AF50"/>
                </a:solidFill>
                <a:latin typeface="Lucida Console"/>
                <a:cs typeface="Lucida Console"/>
              </a:rPr>
              <a:t>di</a:t>
            </a:r>
            <a:r>
              <a:rPr sz="1050" spc="-85" dirty="0">
                <a:solidFill>
                  <a:srgbClr val="00AF50"/>
                </a:solidFill>
                <a:latin typeface="Lucida Console"/>
                <a:cs typeface="Lucida Console"/>
              </a:rPr>
              <a:t>e</a:t>
            </a:r>
            <a:r>
              <a:rPr sz="1050" spc="-215" dirty="0">
                <a:solidFill>
                  <a:srgbClr val="00AF50"/>
                </a:solidFill>
                <a:latin typeface="Lucida Console"/>
                <a:cs typeface="Lucida Console"/>
              </a:rPr>
              <a:t>n</a:t>
            </a:r>
            <a:r>
              <a:rPr sz="1050" spc="-180" dirty="0">
                <a:solidFill>
                  <a:srgbClr val="00AF50"/>
                </a:solidFill>
                <a:latin typeface="Lucida Console"/>
                <a:cs typeface="Lucida Console"/>
              </a:rPr>
              <a:t>t</a:t>
            </a:r>
            <a:r>
              <a:rPr sz="1050" spc="-110" dirty="0">
                <a:solidFill>
                  <a:srgbClr val="00AF50"/>
                </a:solidFill>
                <a:latin typeface="Lucida Console"/>
                <a:cs typeface="Lucida Console"/>
              </a:rPr>
              <a:t>s</a:t>
            </a:r>
            <a:r>
              <a:rPr sz="1050" spc="-35" dirty="0">
                <a:solidFill>
                  <a:srgbClr val="00AF50"/>
                </a:solidFill>
                <a:latin typeface="Lucida Console"/>
                <a:cs typeface="Lucida Console"/>
              </a:rPr>
              <a:t>’</a:t>
            </a:r>
            <a:endParaRPr sz="1050">
              <a:latin typeface="Lucida Console"/>
              <a:cs typeface="Lucida Console"/>
            </a:endParaRPr>
          </a:p>
        </p:txBody>
      </p:sp>
      <p:grpSp>
        <p:nvGrpSpPr>
          <p:cNvPr id="11" name="object 11"/>
          <p:cNvGrpSpPr/>
          <p:nvPr/>
        </p:nvGrpSpPr>
        <p:grpSpPr>
          <a:xfrm>
            <a:off x="554545" y="2168461"/>
            <a:ext cx="8794115" cy="3950970"/>
            <a:chOff x="554545" y="2168461"/>
            <a:chExt cx="8794115" cy="3950970"/>
          </a:xfrm>
        </p:grpSpPr>
        <p:sp>
          <p:nvSpPr>
            <p:cNvPr id="12" name="object 12"/>
            <p:cNvSpPr/>
            <p:nvPr/>
          </p:nvSpPr>
          <p:spPr>
            <a:xfrm>
              <a:off x="559308" y="2173223"/>
              <a:ext cx="8784590" cy="3941445"/>
            </a:xfrm>
            <a:custGeom>
              <a:avLst/>
              <a:gdLst/>
              <a:ahLst/>
              <a:cxnLst/>
              <a:rect l="l" t="t" r="r" b="b"/>
              <a:pathLst>
                <a:path w="8784590" h="3941445">
                  <a:moveTo>
                    <a:pt x="0" y="3941064"/>
                  </a:moveTo>
                  <a:lnTo>
                    <a:pt x="8784336" y="3941064"/>
                  </a:lnTo>
                  <a:lnTo>
                    <a:pt x="8784336" y="0"/>
                  </a:lnTo>
                  <a:lnTo>
                    <a:pt x="0" y="0"/>
                  </a:lnTo>
                  <a:lnTo>
                    <a:pt x="0" y="3941064"/>
                  </a:lnTo>
                  <a:close/>
                </a:path>
              </a:pathLst>
            </a:custGeom>
            <a:ln w="9143">
              <a:solidFill>
                <a:srgbClr val="D9D9D9"/>
              </a:solidFill>
            </a:ln>
          </p:spPr>
          <p:txBody>
            <a:bodyPr wrap="square" lIns="0" tIns="0" rIns="0" bIns="0" rtlCol="0"/>
            <a:lstStyle/>
            <a:p>
              <a:endParaRPr/>
            </a:p>
          </p:txBody>
        </p:sp>
        <p:sp>
          <p:nvSpPr>
            <p:cNvPr id="13" name="object 13"/>
            <p:cNvSpPr/>
            <p:nvPr/>
          </p:nvSpPr>
          <p:spPr>
            <a:xfrm>
              <a:off x="5599175" y="2186939"/>
              <a:ext cx="216535" cy="3278504"/>
            </a:xfrm>
            <a:custGeom>
              <a:avLst/>
              <a:gdLst/>
              <a:ahLst/>
              <a:cxnLst/>
              <a:rect l="l" t="t" r="r" b="b"/>
              <a:pathLst>
                <a:path w="216535" h="3278504">
                  <a:moveTo>
                    <a:pt x="216408" y="0"/>
                  </a:moveTo>
                  <a:lnTo>
                    <a:pt x="0" y="0"/>
                  </a:lnTo>
                  <a:lnTo>
                    <a:pt x="0" y="3278124"/>
                  </a:lnTo>
                  <a:lnTo>
                    <a:pt x="216408" y="3278124"/>
                  </a:lnTo>
                  <a:lnTo>
                    <a:pt x="216408" y="0"/>
                  </a:lnTo>
                  <a:close/>
                </a:path>
              </a:pathLst>
            </a:custGeom>
            <a:solidFill>
              <a:srgbClr val="F7F7F7"/>
            </a:solidFill>
          </p:spPr>
          <p:txBody>
            <a:bodyPr wrap="square" lIns="0" tIns="0" rIns="0" bIns="0" rtlCol="0"/>
            <a:lstStyle/>
            <a:p>
              <a:endParaRPr/>
            </a:p>
          </p:txBody>
        </p:sp>
        <p:pic>
          <p:nvPicPr>
            <p:cNvPr id="14" name="object 14"/>
            <p:cNvPicPr/>
            <p:nvPr/>
          </p:nvPicPr>
          <p:blipFill>
            <a:blip r:embed="rId7" cstate="print"/>
            <a:stretch>
              <a:fillRect/>
            </a:stretch>
          </p:blipFill>
          <p:spPr>
            <a:xfrm>
              <a:off x="7871460" y="2179319"/>
              <a:ext cx="1466088" cy="3934967"/>
            </a:xfrm>
            <a:prstGeom prst="rect">
              <a:avLst/>
            </a:prstGeom>
          </p:spPr>
        </p:pic>
        <p:sp>
          <p:nvSpPr>
            <p:cNvPr id="15" name="object 15"/>
            <p:cNvSpPr/>
            <p:nvPr/>
          </p:nvSpPr>
          <p:spPr>
            <a:xfrm>
              <a:off x="1467612" y="4329696"/>
              <a:ext cx="3144520" cy="142240"/>
            </a:xfrm>
            <a:custGeom>
              <a:avLst/>
              <a:gdLst/>
              <a:ahLst/>
              <a:cxnLst/>
              <a:rect l="l" t="t" r="r" b="b"/>
              <a:pathLst>
                <a:path w="3144520" h="142239">
                  <a:moveTo>
                    <a:pt x="376428" y="0"/>
                  </a:moveTo>
                  <a:lnTo>
                    <a:pt x="0" y="0"/>
                  </a:lnTo>
                  <a:lnTo>
                    <a:pt x="0" y="138671"/>
                  </a:lnTo>
                  <a:lnTo>
                    <a:pt x="376428" y="138671"/>
                  </a:lnTo>
                  <a:lnTo>
                    <a:pt x="376428" y="0"/>
                  </a:lnTo>
                  <a:close/>
                </a:path>
                <a:path w="3144520" h="142239">
                  <a:moveTo>
                    <a:pt x="3144012" y="3048"/>
                  </a:moveTo>
                  <a:lnTo>
                    <a:pt x="2014728" y="3048"/>
                  </a:lnTo>
                  <a:lnTo>
                    <a:pt x="2014728" y="141719"/>
                  </a:lnTo>
                  <a:lnTo>
                    <a:pt x="3144012" y="141719"/>
                  </a:lnTo>
                  <a:lnTo>
                    <a:pt x="3144012" y="3048"/>
                  </a:lnTo>
                  <a:close/>
                </a:path>
              </a:pathLst>
            </a:custGeom>
            <a:solidFill>
              <a:srgbClr val="F7F7F7"/>
            </a:solidFill>
          </p:spPr>
          <p:txBody>
            <a:bodyPr wrap="square" lIns="0" tIns="0" rIns="0" bIns="0" rtlCol="0"/>
            <a:lstStyle/>
            <a:p>
              <a:endParaRPr/>
            </a:p>
          </p:txBody>
        </p:sp>
        <p:sp>
          <p:nvSpPr>
            <p:cNvPr id="16" name="object 16"/>
            <p:cNvSpPr/>
            <p:nvPr/>
          </p:nvSpPr>
          <p:spPr>
            <a:xfrm>
              <a:off x="812292" y="5486400"/>
              <a:ext cx="640080" cy="576580"/>
            </a:xfrm>
            <a:custGeom>
              <a:avLst/>
              <a:gdLst/>
              <a:ahLst/>
              <a:cxnLst/>
              <a:rect l="l" t="t" r="r" b="b"/>
              <a:pathLst>
                <a:path w="640080" h="576579">
                  <a:moveTo>
                    <a:pt x="640080" y="0"/>
                  </a:moveTo>
                  <a:lnTo>
                    <a:pt x="0" y="0"/>
                  </a:lnTo>
                  <a:lnTo>
                    <a:pt x="0" y="576072"/>
                  </a:lnTo>
                  <a:lnTo>
                    <a:pt x="640080" y="576072"/>
                  </a:lnTo>
                  <a:lnTo>
                    <a:pt x="640080" y="0"/>
                  </a:lnTo>
                  <a:close/>
                </a:path>
              </a:pathLst>
            </a:custGeom>
            <a:solidFill>
              <a:srgbClr val="FFFFFF"/>
            </a:solidFill>
          </p:spPr>
          <p:txBody>
            <a:bodyPr wrap="square" lIns="0" tIns="0" rIns="0" bIns="0" rtlCol="0"/>
            <a:lstStyle/>
            <a:p>
              <a:endParaRPr/>
            </a:p>
          </p:txBody>
        </p:sp>
        <p:sp>
          <p:nvSpPr>
            <p:cNvPr id="17" name="object 17"/>
            <p:cNvSpPr/>
            <p:nvPr/>
          </p:nvSpPr>
          <p:spPr>
            <a:xfrm>
              <a:off x="1485900" y="4335779"/>
              <a:ext cx="6385560" cy="289560"/>
            </a:xfrm>
            <a:custGeom>
              <a:avLst/>
              <a:gdLst/>
              <a:ahLst/>
              <a:cxnLst/>
              <a:rect l="l" t="t" r="r" b="b"/>
              <a:pathLst>
                <a:path w="6385559" h="289560">
                  <a:moveTo>
                    <a:pt x="6385560" y="132588"/>
                  </a:moveTo>
                  <a:lnTo>
                    <a:pt x="1246632" y="132588"/>
                  </a:lnTo>
                  <a:lnTo>
                    <a:pt x="1246632" y="0"/>
                  </a:lnTo>
                  <a:lnTo>
                    <a:pt x="870204" y="0"/>
                  </a:lnTo>
                  <a:lnTo>
                    <a:pt x="870204" y="132588"/>
                  </a:lnTo>
                  <a:lnTo>
                    <a:pt x="0" y="132588"/>
                  </a:lnTo>
                  <a:lnTo>
                    <a:pt x="0" y="289560"/>
                  </a:lnTo>
                  <a:lnTo>
                    <a:pt x="6385560" y="289560"/>
                  </a:lnTo>
                  <a:lnTo>
                    <a:pt x="6385560" y="132588"/>
                  </a:lnTo>
                  <a:close/>
                </a:path>
              </a:pathLst>
            </a:custGeom>
            <a:solidFill>
              <a:srgbClr val="F7F7F7"/>
            </a:solidFill>
          </p:spPr>
          <p:txBody>
            <a:bodyPr wrap="square" lIns="0" tIns="0" rIns="0" bIns="0" rtlCol="0"/>
            <a:lstStyle/>
            <a:p>
              <a:endParaRPr/>
            </a:p>
          </p:txBody>
        </p:sp>
      </p:grpSp>
      <p:sp>
        <p:nvSpPr>
          <p:cNvPr id="18" name="object 18"/>
          <p:cNvSpPr txBox="1"/>
          <p:nvPr/>
        </p:nvSpPr>
        <p:spPr>
          <a:xfrm>
            <a:off x="1441196" y="4306061"/>
            <a:ext cx="7665720" cy="327660"/>
          </a:xfrm>
          <a:prstGeom prst="rect">
            <a:avLst/>
          </a:prstGeom>
        </p:spPr>
        <p:txBody>
          <a:bodyPr vert="horz" wrap="square" lIns="0" tIns="13335" rIns="0" bIns="0" rtlCol="0">
            <a:spAutoFit/>
          </a:bodyPr>
          <a:lstStyle/>
          <a:p>
            <a:pPr marL="12700">
              <a:lnSpc>
                <a:spcPts val="1185"/>
              </a:lnSpc>
              <a:spcBef>
                <a:spcPts val="105"/>
              </a:spcBef>
              <a:tabLst>
                <a:tab pos="941069" algn="l"/>
                <a:tab pos="1918335" algn="l"/>
              </a:tabLst>
            </a:pPr>
            <a:r>
              <a:rPr sz="1575" baseline="2645" dirty="0">
                <a:solidFill>
                  <a:srgbClr val="AC3030"/>
                </a:solidFill>
                <a:latin typeface="Lucida Console"/>
                <a:cs typeface="Lucida Console"/>
              </a:rPr>
              <a:t>epoch	</a:t>
            </a:r>
            <a:r>
              <a:rPr sz="1050" spc="-5" dirty="0">
                <a:solidFill>
                  <a:srgbClr val="AC3030"/>
                </a:solidFill>
                <a:latin typeface="Lucida Console"/>
                <a:cs typeface="Lucida Console"/>
              </a:rPr>
              <a:t>time	</a:t>
            </a:r>
            <a:r>
              <a:rPr sz="1575" baseline="2645" dirty="0">
                <a:solidFill>
                  <a:srgbClr val="AC3030"/>
                </a:solidFill>
                <a:latin typeface="Lucida Console"/>
                <a:cs typeface="Lucida Console"/>
              </a:rPr>
              <a:t>Average</a:t>
            </a:r>
            <a:r>
              <a:rPr sz="1575" spc="-30" baseline="2645" dirty="0">
                <a:solidFill>
                  <a:srgbClr val="AC3030"/>
                </a:solidFill>
                <a:latin typeface="Lucida Console"/>
                <a:cs typeface="Lucida Console"/>
              </a:rPr>
              <a:t> </a:t>
            </a:r>
            <a:r>
              <a:rPr sz="1575" baseline="2645" dirty="0">
                <a:solidFill>
                  <a:srgbClr val="AC3030"/>
                </a:solidFill>
                <a:latin typeface="Lucida Console"/>
                <a:cs typeface="Lucida Console"/>
              </a:rPr>
              <a:t>loss</a:t>
            </a:r>
            <a:r>
              <a:rPr sz="1575" spc="-15" baseline="2645" dirty="0">
                <a:solidFill>
                  <a:srgbClr val="AC3030"/>
                </a:solidFill>
                <a:latin typeface="Lucida Console"/>
                <a:cs typeface="Lucida Console"/>
              </a:rPr>
              <a:t> </a:t>
            </a:r>
            <a:r>
              <a:rPr sz="1575" baseline="2645" dirty="0">
                <a:solidFill>
                  <a:srgbClr val="AC3030"/>
                </a:solidFill>
                <a:latin typeface="Lucida Console"/>
                <a:cs typeface="Lucida Console"/>
              </a:rPr>
              <a:t>&gt;&gt;'</a:t>
            </a:r>
            <a:endParaRPr sz="1575" baseline="2645">
              <a:latin typeface="Lucida Console"/>
              <a:cs typeface="Lucida Console"/>
            </a:endParaRPr>
          </a:p>
          <a:p>
            <a:pPr marL="45085">
              <a:lnSpc>
                <a:spcPts val="1185"/>
              </a:lnSpc>
            </a:pPr>
            <a:r>
              <a:rPr sz="1050" dirty="0">
                <a:solidFill>
                  <a:srgbClr val="AC3030"/>
                </a:solidFill>
                <a:latin typeface="Lucida Console"/>
                <a:cs typeface="Lucida Console"/>
              </a:rPr>
              <a:t>Generator/Discriminator</a:t>
            </a:r>
            <a:r>
              <a:rPr sz="1050" spc="20" dirty="0">
                <a:solidFill>
                  <a:srgbClr val="AC3030"/>
                </a:solidFill>
                <a:latin typeface="Lucida Console"/>
                <a:cs typeface="Lucida Console"/>
              </a:rPr>
              <a:t> </a:t>
            </a:r>
            <a:r>
              <a:rPr sz="1050" dirty="0">
                <a:solidFill>
                  <a:srgbClr val="AC3030"/>
                </a:solidFill>
                <a:latin typeface="Lucida Console"/>
                <a:cs typeface="Lucida Console"/>
              </a:rPr>
              <a:t>{:,4f}/{:,4f}</a:t>
            </a:r>
            <a:r>
              <a:rPr sz="1050" spc="30" dirty="0">
                <a:solidFill>
                  <a:srgbClr val="AC3030"/>
                </a:solidFill>
                <a:latin typeface="Lucida Console"/>
                <a:cs typeface="Lucida Console"/>
              </a:rPr>
              <a:t> </a:t>
            </a:r>
            <a:r>
              <a:rPr sz="1050" dirty="0">
                <a:solidFill>
                  <a:srgbClr val="AC3030"/>
                </a:solidFill>
                <a:latin typeface="Lucida Console"/>
                <a:cs typeface="Lucida Console"/>
              </a:rPr>
              <a:t>[Discriminator-Real:</a:t>
            </a:r>
            <a:r>
              <a:rPr sz="1050" spc="25" dirty="0">
                <a:solidFill>
                  <a:srgbClr val="AC3030"/>
                </a:solidFill>
                <a:latin typeface="Lucida Console"/>
                <a:cs typeface="Lucida Console"/>
              </a:rPr>
              <a:t> </a:t>
            </a:r>
            <a:r>
              <a:rPr sz="1050" dirty="0">
                <a:solidFill>
                  <a:srgbClr val="AC3030"/>
                </a:solidFill>
                <a:latin typeface="Lucida Console"/>
                <a:cs typeface="Lucida Console"/>
              </a:rPr>
              <a:t>{:,4f}</a:t>
            </a:r>
            <a:r>
              <a:rPr sz="1050" spc="25" dirty="0">
                <a:solidFill>
                  <a:srgbClr val="AC3030"/>
                </a:solidFill>
                <a:latin typeface="Lucida Console"/>
                <a:cs typeface="Lucida Console"/>
              </a:rPr>
              <a:t> </a:t>
            </a:r>
            <a:r>
              <a:rPr sz="1050" dirty="0">
                <a:solidFill>
                  <a:srgbClr val="AC3030"/>
                </a:solidFill>
                <a:latin typeface="Lucida Console"/>
                <a:cs typeface="Lucida Console"/>
              </a:rPr>
              <a:t>Discriminator-Fake:</a:t>
            </a:r>
            <a:r>
              <a:rPr sz="1050" spc="25" dirty="0">
                <a:solidFill>
                  <a:srgbClr val="AC3030"/>
                </a:solidFill>
                <a:latin typeface="Lucida Console"/>
                <a:cs typeface="Lucida Console"/>
              </a:rPr>
              <a:t> </a:t>
            </a:r>
            <a:r>
              <a:rPr sz="1050" dirty="0">
                <a:solidFill>
                  <a:srgbClr val="AC3030"/>
                </a:solidFill>
                <a:latin typeface="Lucida Console"/>
                <a:cs typeface="Lucida Console"/>
              </a:rPr>
              <a:t>{:,4f}]'</a:t>
            </a:r>
            <a:endParaRPr sz="1050">
              <a:latin typeface="Lucida Console"/>
              <a:cs typeface="Lucida Console"/>
            </a:endParaRPr>
          </a:p>
        </p:txBody>
      </p:sp>
      <p:sp>
        <p:nvSpPr>
          <p:cNvPr id="19" name="object 19"/>
          <p:cNvSpPr/>
          <p:nvPr/>
        </p:nvSpPr>
        <p:spPr>
          <a:xfrm>
            <a:off x="1552956" y="5484876"/>
            <a:ext cx="7790815" cy="573405"/>
          </a:xfrm>
          <a:custGeom>
            <a:avLst/>
            <a:gdLst/>
            <a:ahLst/>
            <a:cxnLst/>
            <a:rect l="l" t="t" r="r" b="b"/>
            <a:pathLst>
              <a:path w="7790815" h="573404">
                <a:moveTo>
                  <a:pt x="7790688" y="0"/>
                </a:moveTo>
                <a:lnTo>
                  <a:pt x="1083564" y="0"/>
                </a:lnTo>
                <a:lnTo>
                  <a:pt x="1083564" y="21336"/>
                </a:lnTo>
                <a:lnTo>
                  <a:pt x="0" y="21336"/>
                </a:lnTo>
                <a:lnTo>
                  <a:pt x="0" y="557784"/>
                </a:lnTo>
                <a:lnTo>
                  <a:pt x="1083564" y="557784"/>
                </a:lnTo>
                <a:lnTo>
                  <a:pt x="1083564" y="573024"/>
                </a:lnTo>
                <a:lnTo>
                  <a:pt x="7790688" y="573024"/>
                </a:lnTo>
                <a:lnTo>
                  <a:pt x="7790688" y="0"/>
                </a:lnTo>
                <a:close/>
              </a:path>
            </a:pathLst>
          </a:custGeom>
          <a:solidFill>
            <a:srgbClr val="FFFFFF"/>
          </a:solidFill>
        </p:spPr>
        <p:txBody>
          <a:bodyPr wrap="square" lIns="0" tIns="0" rIns="0" bIns="0" rtlCol="0"/>
          <a:lstStyle/>
          <a:p>
            <a:endParaRPr/>
          </a:p>
        </p:txBody>
      </p:sp>
      <p:sp>
        <p:nvSpPr>
          <p:cNvPr id="20" name="object 20"/>
          <p:cNvSpPr txBox="1"/>
          <p:nvPr/>
        </p:nvSpPr>
        <p:spPr>
          <a:xfrm>
            <a:off x="2534411" y="5196840"/>
            <a:ext cx="2075814" cy="152400"/>
          </a:xfrm>
          <a:prstGeom prst="rect">
            <a:avLst/>
          </a:prstGeom>
          <a:solidFill>
            <a:srgbClr val="F7F7F7"/>
          </a:solidFill>
        </p:spPr>
        <p:txBody>
          <a:bodyPr vert="horz" wrap="square" lIns="0" tIns="0" rIns="0" bIns="0" rtlCol="0">
            <a:spAutoFit/>
          </a:bodyPr>
          <a:lstStyle/>
          <a:p>
            <a:pPr marL="635">
              <a:lnSpc>
                <a:spcPts val="1190"/>
              </a:lnSpc>
            </a:pPr>
            <a:r>
              <a:rPr sz="1050" spc="-85" dirty="0">
                <a:solidFill>
                  <a:srgbClr val="00AF50"/>
                </a:solidFill>
                <a:latin typeface="Lucida Console"/>
                <a:cs typeface="Lucida Console"/>
              </a:rPr>
              <a:t>#</a:t>
            </a:r>
            <a:r>
              <a:rPr sz="1050" spc="-35" dirty="0">
                <a:solidFill>
                  <a:srgbClr val="00AF50"/>
                </a:solidFill>
                <a:latin typeface="Lucida Console"/>
                <a:cs typeface="Lucida Console"/>
              </a:rPr>
              <a:t>#</a:t>
            </a:r>
            <a:r>
              <a:rPr sz="1050" spc="-310" dirty="0">
                <a:solidFill>
                  <a:srgbClr val="00AF50"/>
                </a:solidFill>
                <a:latin typeface="Lucida Console"/>
                <a:cs typeface="Lucida Console"/>
              </a:rPr>
              <a:t> </a:t>
            </a:r>
            <a:r>
              <a:rPr sz="1050" spc="-85" dirty="0">
                <a:solidFill>
                  <a:srgbClr val="00AF50"/>
                </a:solidFill>
                <a:latin typeface="Lucida Console"/>
                <a:cs typeface="Lucida Console"/>
              </a:rPr>
              <a:t>O</a:t>
            </a:r>
            <a:r>
              <a:rPr sz="1050" spc="-229" dirty="0">
                <a:solidFill>
                  <a:srgbClr val="00AF50"/>
                </a:solidFill>
                <a:latin typeface="Lucida Console"/>
                <a:cs typeface="Lucida Console"/>
              </a:rPr>
              <a:t>p</a:t>
            </a:r>
            <a:r>
              <a:rPr sz="1050" spc="-315" dirty="0">
                <a:solidFill>
                  <a:srgbClr val="00AF50"/>
                </a:solidFill>
                <a:latin typeface="Lucida Console"/>
                <a:cs typeface="Lucida Console"/>
              </a:rPr>
              <a:t>t</a:t>
            </a:r>
            <a:r>
              <a:rPr sz="1050" spc="-60" dirty="0">
                <a:solidFill>
                  <a:srgbClr val="00AF50"/>
                </a:solidFill>
                <a:latin typeface="Lucida Console"/>
                <a:cs typeface="Lucida Console"/>
              </a:rPr>
              <a:t>i</a:t>
            </a:r>
            <a:r>
              <a:rPr sz="1050" spc="-229" dirty="0">
                <a:solidFill>
                  <a:srgbClr val="00AF50"/>
                </a:solidFill>
                <a:latin typeface="Lucida Console"/>
                <a:cs typeface="Lucida Console"/>
              </a:rPr>
              <a:t>m</a:t>
            </a:r>
            <a:r>
              <a:rPr sz="1050" spc="-135" dirty="0">
                <a:solidFill>
                  <a:srgbClr val="00AF50"/>
                </a:solidFill>
                <a:latin typeface="Lucida Console"/>
                <a:cs typeface="Lucida Console"/>
              </a:rPr>
              <a:t>i</a:t>
            </a:r>
            <a:r>
              <a:rPr sz="1050" spc="-110" dirty="0">
                <a:solidFill>
                  <a:srgbClr val="00AF50"/>
                </a:solidFill>
                <a:latin typeface="Lucida Console"/>
                <a:cs typeface="Lucida Console"/>
              </a:rPr>
              <a:t>z</a:t>
            </a:r>
            <a:r>
              <a:rPr sz="1050" spc="-204" dirty="0">
                <a:solidFill>
                  <a:srgbClr val="00AF50"/>
                </a:solidFill>
                <a:latin typeface="Lucida Console"/>
                <a:cs typeface="Lucida Console"/>
              </a:rPr>
              <a:t>e</a:t>
            </a:r>
            <a:r>
              <a:rPr sz="1050" spc="-120" dirty="0">
                <a:solidFill>
                  <a:srgbClr val="00AF50"/>
                </a:solidFill>
                <a:latin typeface="Lucida Console"/>
                <a:cs typeface="Lucida Console"/>
              </a:rPr>
              <a:t>r</a:t>
            </a:r>
            <a:r>
              <a:rPr sz="1050" spc="-35" dirty="0">
                <a:solidFill>
                  <a:srgbClr val="00AF50"/>
                </a:solidFill>
                <a:latin typeface="Lucida Console"/>
                <a:cs typeface="Lucida Console"/>
              </a:rPr>
              <a:t>:</a:t>
            </a:r>
            <a:r>
              <a:rPr sz="1050" spc="-345" dirty="0">
                <a:solidFill>
                  <a:srgbClr val="00AF50"/>
                </a:solidFill>
                <a:latin typeface="Lucida Console"/>
                <a:cs typeface="Lucida Console"/>
              </a:rPr>
              <a:t> </a:t>
            </a:r>
            <a:r>
              <a:rPr sz="1050" spc="-85" dirty="0">
                <a:solidFill>
                  <a:srgbClr val="00AF50"/>
                </a:solidFill>
                <a:latin typeface="Lucida Console"/>
                <a:cs typeface="Lucida Console"/>
              </a:rPr>
              <a:t>A</a:t>
            </a:r>
            <a:r>
              <a:rPr sz="1050" spc="-60" dirty="0">
                <a:solidFill>
                  <a:srgbClr val="00AF50"/>
                </a:solidFill>
                <a:latin typeface="Lucida Console"/>
                <a:cs typeface="Lucida Console"/>
              </a:rPr>
              <a:t>p</a:t>
            </a:r>
            <a:r>
              <a:rPr sz="1050" spc="-240" dirty="0">
                <a:solidFill>
                  <a:srgbClr val="00AF50"/>
                </a:solidFill>
                <a:latin typeface="Lucida Console"/>
                <a:cs typeface="Lucida Console"/>
              </a:rPr>
              <a:t>p</a:t>
            </a:r>
            <a:r>
              <a:rPr sz="1050" spc="-145" dirty="0">
                <a:solidFill>
                  <a:srgbClr val="00AF50"/>
                </a:solidFill>
                <a:latin typeface="Lucida Console"/>
                <a:cs typeface="Lucida Console"/>
              </a:rPr>
              <a:t>l</a:t>
            </a:r>
            <a:r>
              <a:rPr sz="1050" spc="-35" dirty="0">
                <a:solidFill>
                  <a:srgbClr val="00AF50"/>
                </a:solidFill>
                <a:latin typeface="Lucida Console"/>
                <a:cs typeface="Lucida Console"/>
              </a:rPr>
              <a:t>y</a:t>
            </a:r>
            <a:r>
              <a:rPr sz="1050" spc="-355" dirty="0">
                <a:solidFill>
                  <a:srgbClr val="00AF50"/>
                </a:solidFill>
                <a:latin typeface="Lucida Console"/>
                <a:cs typeface="Lucida Console"/>
              </a:rPr>
              <a:t> </a:t>
            </a:r>
            <a:r>
              <a:rPr sz="1050" spc="-110" dirty="0">
                <a:solidFill>
                  <a:srgbClr val="00AF50"/>
                </a:solidFill>
                <a:latin typeface="Lucida Console"/>
                <a:cs typeface="Lucida Console"/>
              </a:rPr>
              <a:t>‘</a:t>
            </a:r>
            <a:r>
              <a:rPr sz="1050" spc="-204" dirty="0">
                <a:solidFill>
                  <a:srgbClr val="00AF50"/>
                </a:solidFill>
                <a:latin typeface="Lucida Console"/>
                <a:cs typeface="Lucida Console"/>
              </a:rPr>
              <a:t>g</a:t>
            </a:r>
            <a:r>
              <a:rPr sz="1050" spc="-145" dirty="0">
                <a:solidFill>
                  <a:srgbClr val="00AF50"/>
                </a:solidFill>
                <a:latin typeface="Lucida Console"/>
                <a:cs typeface="Lucida Console"/>
              </a:rPr>
              <a:t>r</a:t>
            </a:r>
            <a:r>
              <a:rPr sz="1050" spc="-120" dirty="0">
                <a:solidFill>
                  <a:srgbClr val="00AF50"/>
                </a:solidFill>
                <a:latin typeface="Lucida Console"/>
                <a:cs typeface="Lucida Console"/>
              </a:rPr>
              <a:t>a</a:t>
            </a:r>
            <a:r>
              <a:rPr sz="1050" spc="-265" dirty="0">
                <a:solidFill>
                  <a:srgbClr val="00AF50"/>
                </a:solidFill>
                <a:latin typeface="Lucida Console"/>
                <a:cs typeface="Lucida Console"/>
              </a:rPr>
              <a:t>di</a:t>
            </a:r>
            <a:r>
              <a:rPr sz="1050" spc="-85" dirty="0">
                <a:solidFill>
                  <a:srgbClr val="00AF50"/>
                </a:solidFill>
                <a:latin typeface="Lucida Console"/>
                <a:cs typeface="Lucida Console"/>
              </a:rPr>
              <a:t>e</a:t>
            </a:r>
            <a:r>
              <a:rPr sz="1050" spc="-215" dirty="0">
                <a:solidFill>
                  <a:srgbClr val="00AF50"/>
                </a:solidFill>
                <a:latin typeface="Lucida Console"/>
                <a:cs typeface="Lucida Console"/>
              </a:rPr>
              <a:t>n</a:t>
            </a:r>
            <a:r>
              <a:rPr sz="1050" spc="-180" dirty="0">
                <a:solidFill>
                  <a:srgbClr val="00AF50"/>
                </a:solidFill>
                <a:latin typeface="Lucida Console"/>
                <a:cs typeface="Lucida Console"/>
              </a:rPr>
              <a:t>t</a:t>
            </a:r>
            <a:r>
              <a:rPr sz="1050" spc="-110" dirty="0">
                <a:solidFill>
                  <a:srgbClr val="00AF50"/>
                </a:solidFill>
                <a:latin typeface="Lucida Console"/>
                <a:cs typeface="Lucida Console"/>
              </a:rPr>
              <a:t>s</a:t>
            </a:r>
            <a:r>
              <a:rPr sz="1050" spc="-35" dirty="0">
                <a:solidFill>
                  <a:srgbClr val="00AF50"/>
                </a:solidFill>
                <a:latin typeface="Lucida Console"/>
                <a:cs typeface="Lucida Console"/>
              </a:rPr>
              <a:t>’</a:t>
            </a:r>
            <a:endParaRPr sz="1050">
              <a:latin typeface="Lucida Console"/>
              <a:cs typeface="Lucida Console"/>
            </a:endParaRPr>
          </a:p>
        </p:txBody>
      </p:sp>
      <p:sp>
        <p:nvSpPr>
          <p:cNvPr id="21" name="object 21"/>
          <p:cNvSpPr txBox="1"/>
          <p:nvPr/>
        </p:nvSpPr>
        <p:spPr>
          <a:xfrm>
            <a:off x="756310" y="5470347"/>
            <a:ext cx="9157970" cy="568325"/>
          </a:xfrm>
          <a:prstGeom prst="rect">
            <a:avLst/>
          </a:prstGeom>
        </p:spPr>
        <p:txBody>
          <a:bodyPr vert="horz" wrap="square" lIns="0" tIns="46355" rIns="0" bIns="0" rtlCol="0">
            <a:spAutoFit/>
          </a:bodyPr>
          <a:lstStyle/>
          <a:p>
            <a:pPr marL="12700" marR="5080" algn="just">
              <a:lnSpc>
                <a:spcPct val="79400"/>
              </a:lnSpc>
              <a:spcBef>
                <a:spcPts val="365"/>
              </a:spcBef>
            </a:pPr>
            <a:r>
              <a:rPr sz="1050" dirty="0">
                <a:solidFill>
                  <a:srgbClr val="404040"/>
                </a:solidFill>
                <a:latin typeface="Lucida Console"/>
                <a:cs typeface="Lucida Console"/>
              </a:rPr>
              <a:t>Epoch</a:t>
            </a:r>
            <a:r>
              <a:rPr sz="1050" spc="5" dirty="0">
                <a:solidFill>
                  <a:srgbClr val="404040"/>
                </a:solidFill>
                <a:latin typeface="Lucida Console"/>
                <a:cs typeface="Lucida Console"/>
              </a:rPr>
              <a:t> </a:t>
            </a:r>
            <a:r>
              <a:rPr sz="1050" dirty="0">
                <a:solidFill>
                  <a:srgbClr val="404040"/>
                </a:solidFill>
                <a:latin typeface="Lucida Console"/>
                <a:cs typeface="Lucida Console"/>
              </a:rPr>
              <a:t>001</a:t>
            </a:r>
            <a:r>
              <a:rPr sz="1050" spc="-180" dirty="0">
                <a:solidFill>
                  <a:srgbClr val="404040"/>
                </a:solidFill>
                <a:latin typeface="Lucida Console"/>
                <a:cs typeface="Lucida Console"/>
              </a:rPr>
              <a:t> </a:t>
            </a:r>
            <a:r>
              <a:rPr sz="1050" dirty="0">
                <a:solidFill>
                  <a:srgbClr val="404040"/>
                </a:solidFill>
                <a:latin typeface="Lucida Console"/>
                <a:cs typeface="Lucida Console"/>
              </a:rPr>
              <a:t>Time</a:t>
            </a:r>
            <a:r>
              <a:rPr sz="1050" spc="10" dirty="0">
                <a:solidFill>
                  <a:srgbClr val="404040"/>
                </a:solidFill>
                <a:latin typeface="Lucida Console"/>
                <a:cs typeface="Lucida Console"/>
              </a:rPr>
              <a:t> </a:t>
            </a:r>
            <a:r>
              <a:rPr sz="1050" spc="5" dirty="0">
                <a:solidFill>
                  <a:srgbClr val="404040"/>
                </a:solidFill>
                <a:latin typeface="Lucida Console"/>
                <a:cs typeface="Lucida Console"/>
              </a:rPr>
              <a:t>0.66</a:t>
            </a:r>
            <a:r>
              <a:rPr sz="1050" dirty="0">
                <a:solidFill>
                  <a:srgbClr val="404040"/>
                </a:solidFill>
                <a:latin typeface="Lucida Console"/>
                <a:cs typeface="Lucida Console"/>
              </a:rPr>
              <a:t> </a:t>
            </a:r>
            <a:r>
              <a:rPr sz="1050" spc="5" dirty="0">
                <a:solidFill>
                  <a:srgbClr val="404040"/>
                </a:solidFill>
                <a:latin typeface="Lucida Console"/>
                <a:cs typeface="Lucida Console"/>
              </a:rPr>
              <a:t>min</a:t>
            </a:r>
            <a:r>
              <a:rPr sz="1050" spc="-375" dirty="0">
                <a:solidFill>
                  <a:srgbClr val="404040"/>
                </a:solidFill>
                <a:latin typeface="Lucida Console"/>
                <a:cs typeface="Lucida Console"/>
              </a:rPr>
              <a:t> </a:t>
            </a:r>
            <a:r>
              <a:rPr sz="1050" dirty="0">
                <a:solidFill>
                  <a:srgbClr val="404040"/>
                </a:solidFill>
                <a:latin typeface="Lucida Console"/>
                <a:cs typeface="Lucida Console"/>
              </a:rPr>
              <a:t>Average</a:t>
            </a:r>
            <a:r>
              <a:rPr sz="1050" spc="15" dirty="0">
                <a:solidFill>
                  <a:srgbClr val="404040"/>
                </a:solidFill>
                <a:latin typeface="Lucida Console"/>
                <a:cs typeface="Lucida Console"/>
              </a:rPr>
              <a:t> </a:t>
            </a:r>
            <a:r>
              <a:rPr sz="1050" spc="-5" dirty="0">
                <a:solidFill>
                  <a:srgbClr val="404040"/>
                </a:solidFill>
                <a:latin typeface="Lucida Console"/>
                <a:cs typeface="Lucida Console"/>
              </a:rPr>
              <a:t>loss</a:t>
            </a:r>
            <a:r>
              <a:rPr sz="1050" spc="20" dirty="0">
                <a:solidFill>
                  <a:srgbClr val="404040"/>
                </a:solidFill>
                <a:latin typeface="Lucida Console"/>
                <a:cs typeface="Lucida Console"/>
              </a:rPr>
              <a:t> </a:t>
            </a:r>
            <a:r>
              <a:rPr sz="1050" dirty="0">
                <a:solidFill>
                  <a:srgbClr val="404040"/>
                </a:solidFill>
                <a:latin typeface="Lucida Console"/>
                <a:cs typeface="Lucida Console"/>
              </a:rPr>
              <a:t>&gt;&gt;</a:t>
            </a:r>
            <a:r>
              <a:rPr sz="1050" spc="15" dirty="0">
                <a:solidFill>
                  <a:srgbClr val="404040"/>
                </a:solidFill>
                <a:latin typeface="Lucida Console"/>
                <a:cs typeface="Lucida Console"/>
              </a:rPr>
              <a:t> </a:t>
            </a:r>
            <a:r>
              <a:rPr sz="1050" dirty="0">
                <a:solidFill>
                  <a:srgbClr val="404040"/>
                </a:solidFill>
                <a:latin typeface="Lucida Console"/>
                <a:cs typeface="Lucida Console"/>
              </a:rPr>
              <a:t>Generator/Discriminator</a:t>
            </a:r>
            <a:r>
              <a:rPr sz="1050" spc="15" dirty="0">
                <a:solidFill>
                  <a:srgbClr val="404040"/>
                </a:solidFill>
                <a:latin typeface="Lucida Console"/>
                <a:cs typeface="Lucida Console"/>
              </a:rPr>
              <a:t> </a:t>
            </a:r>
            <a:r>
              <a:rPr sz="1050" dirty="0">
                <a:solidFill>
                  <a:srgbClr val="404040"/>
                </a:solidFill>
                <a:latin typeface="Lucida Console"/>
                <a:cs typeface="Lucida Console"/>
              </a:rPr>
              <a:t>2.8728/0.2887</a:t>
            </a:r>
            <a:r>
              <a:rPr sz="1050" spc="10" dirty="0">
                <a:solidFill>
                  <a:srgbClr val="404040"/>
                </a:solidFill>
                <a:latin typeface="Lucida Console"/>
                <a:cs typeface="Lucida Console"/>
              </a:rPr>
              <a:t> </a:t>
            </a:r>
            <a:r>
              <a:rPr sz="1050" spc="-90" dirty="0">
                <a:solidFill>
                  <a:srgbClr val="404040"/>
                </a:solidFill>
                <a:latin typeface="Lucida Console"/>
                <a:cs typeface="Lucida Console"/>
              </a:rPr>
              <a:t>[Discriminator-Real:</a:t>
            </a:r>
            <a:r>
              <a:rPr sz="1050" spc="-180" dirty="0">
                <a:solidFill>
                  <a:srgbClr val="404040"/>
                </a:solidFill>
                <a:latin typeface="Lucida Console"/>
                <a:cs typeface="Lucida Console"/>
              </a:rPr>
              <a:t> </a:t>
            </a:r>
            <a:r>
              <a:rPr sz="1050" spc="-85" dirty="0">
                <a:solidFill>
                  <a:srgbClr val="404040"/>
                </a:solidFill>
                <a:latin typeface="Lucida Console"/>
                <a:cs typeface="Lucida Console"/>
              </a:rPr>
              <a:t>0.0332</a:t>
            </a:r>
            <a:r>
              <a:rPr sz="1050" spc="-180" dirty="0">
                <a:solidFill>
                  <a:srgbClr val="404040"/>
                </a:solidFill>
                <a:latin typeface="Lucida Console"/>
                <a:cs typeface="Lucida Console"/>
              </a:rPr>
              <a:t> </a:t>
            </a:r>
            <a:r>
              <a:rPr sz="1050" spc="-95" dirty="0">
                <a:solidFill>
                  <a:srgbClr val="404040"/>
                </a:solidFill>
                <a:latin typeface="Lucida Console"/>
                <a:cs typeface="Lucida Console"/>
              </a:rPr>
              <a:t>Discriminator- </a:t>
            </a:r>
            <a:r>
              <a:rPr sz="1050" spc="-620" dirty="0">
                <a:solidFill>
                  <a:srgbClr val="404040"/>
                </a:solidFill>
                <a:latin typeface="Lucida Console"/>
                <a:cs typeface="Lucida Console"/>
              </a:rPr>
              <a:t> </a:t>
            </a:r>
            <a:r>
              <a:rPr sz="1050" dirty="0">
                <a:solidFill>
                  <a:srgbClr val="404040"/>
                </a:solidFill>
                <a:latin typeface="Lucida Console"/>
                <a:cs typeface="Lucida Console"/>
              </a:rPr>
              <a:t>Epoch</a:t>
            </a:r>
            <a:r>
              <a:rPr sz="1050" spc="15" dirty="0">
                <a:solidFill>
                  <a:srgbClr val="404040"/>
                </a:solidFill>
                <a:latin typeface="Lucida Console"/>
                <a:cs typeface="Lucida Console"/>
              </a:rPr>
              <a:t> </a:t>
            </a:r>
            <a:r>
              <a:rPr sz="1050" dirty="0">
                <a:solidFill>
                  <a:srgbClr val="404040"/>
                </a:solidFill>
                <a:latin typeface="Lucida Console"/>
                <a:cs typeface="Lucida Console"/>
              </a:rPr>
              <a:t>002</a:t>
            </a:r>
            <a:r>
              <a:rPr sz="1050" spc="-180" dirty="0">
                <a:solidFill>
                  <a:srgbClr val="404040"/>
                </a:solidFill>
                <a:latin typeface="Lucida Console"/>
                <a:cs typeface="Lucida Console"/>
              </a:rPr>
              <a:t> </a:t>
            </a:r>
            <a:r>
              <a:rPr sz="1050" dirty="0">
                <a:solidFill>
                  <a:srgbClr val="404040"/>
                </a:solidFill>
                <a:latin typeface="Lucida Console"/>
                <a:cs typeface="Lucida Console"/>
              </a:rPr>
              <a:t>Time</a:t>
            </a:r>
            <a:r>
              <a:rPr sz="1050" spc="15" dirty="0">
                <a:solidFill>
                  <a:srgbClr val="404040"/>
                </a:solidFill>
                <a:latin typeface="Lucida Console"/>
                <a:cs typeface="Lucida Console"/>
              </a:rPr>
              <a:t> </a:t>
            </a:r>
            <a:r>
              <a:rPr sz="1050" dirty="0">
                <a:solidFill>
                  <a:srgbClr val="404040"/>
                </a:solidFill>
                <a:latin typeface="Lucida Console"/>
                <a:cs typeface="Lucida Console"/>
              </a:rPr>
              <a:t>1.25</a:t>
            </a:r>
            <a:r>
              <a:rPr sz="1050" spc="10" dirty="0">
                <a:solidFill>
                  <a:srgbClr val="404040"/>
                </a:solidFill>
                <a:latin typeface="Lucida Console"/>
                <a:cs typeface="Lucida Console"/>
              </a:rPr>
              <a:t> </a:t>
            </a:r>
            <a:r>
              <a:rPr sz="1050" spc="5" dirty="0">
                <a:solidFill>
                  <a:srgbClr val="404040"/>
                </a:solidFill>
                <a:latin typeface="Lucida Console"/>
                <a:cs typeface="Lucida Console"/>
              </a:rPr>
              <a:t>min</a:t>
            </a:r>
            <a:r>
              <a:rPr sz="1050" spc="-375" dirty="0">
                <a:solidFill>
                  <a:srgbClr val="404040"/>
                </a:solidFill>
                <a:latin typeface="Lucida Console"/>
                <a:cs typeface="Lucida Console"/>
              </a:rPr>
              <a:t> </a:t>
            </a:r>
            <a:r>
              <a:rPr sz="1050" dirty="0">
                <a:solidFill>
                  <a:srgbClr val="404040"/>
                </a:solidFill>
                <a:latin typeface="Lucida Console"/>
                <a:cs typeface="Lucida Console"/>
              </a:rPr>
              <a:t>Average</a:t>
            </a:r>
            <a:r>
              <a:rPr sz="1050" spc="15" dirty="0">
                <a:solidFill>
                  <a:srgbClr val="404040"/>
                </a:solidFill>
                <a:latin typeface="Lucida Console"/>
                <a:cs typeface="Lucida Console"/>
              </a:rPr>
              <a:t> </a:t>
            </a:r>
            <a:r>
              <a:rPr sz="1050" spc="-5" dirty="0">
                <a:solidFill>
                  <a:srgbClr val="404040"/>
                </a:solidFill>
                <a:latin typeface="Lucida Console"/>
                <a:cs typeface="Lucida Console"/>
              </a:rPr>
              <a:t>loss</a:t>
            </a:r>
            <a:r>
              <a:rPr sz="1050" spc="25" dirty="0">
                <a:solidFill>
                  <a:srgbClr val="404040"/>
                </a:solidFill>
                <a:latin typeface="Lucida Console"/>
                <a:cs typeface="Lucida Console"/>
              </a:rPr>
              <a:t> </a:t>
            </a:r>
            <a:r>
              <a:rPr sz="1050" dirty="0">
                <a:solidFill>
                  <a:srgbClr val="404040"/>
                </a:solidFill>
                <a:latin typeface="Lucida Console"/>
                <a:cs typeface="Lucida Console"/>
              </a:rPr>
              <a:t>&gt;&gt;</a:t>
            </a:r>
            <a:r>
              <a:rPr sz="1050" spc="15" dirty="0">
                <a:solidFill>
                  <a:srgbClr val="404040"/>
                </a:solidFill>
                <a:latin typeface="Lucida Console"/>
                <a:cs typeface="Lucida Console"/>
              </a:rPr>
              <a:t> </a:t>
            </a:r>
            <a:r>
              <a:rPr sz="1050" dirty="0">
                <a:solidFill>
                  <a:srgbClr val="404040"/>
                </a:solidFill>
                <a:latin typeface="Lucida Console"/>
                <a:cs typeface="Lucida Console"/>
              </a:rPr>
              <a:t>Generator/Discriminator</a:t>
            </a:r>
            <a:r>
              <a:rPr sz="1050" spc="20" dirty="0">
                <a:solidFill>
                  <a:srgbClr val="404040"/>
                </a:solidFill>
                <a:latin typeface="Lucida Console"/>
                <a:cs typeface="Lucida Console"/>
              </a:rPr>
              <a:t> </a:t>
            </a:r>
            <a:r>
              <a:rPr sz="1050" dirty="0">
                <a:solidFill>
                  <a:srgbClr val="404040"/>
                </a:solidFill>
                <a:latin typeface="Lucida Console"/>
                <a:cs typeface="Lucida Console"/>
              </a:rPr>
              <a:t>5.1191/0.3697</a:t>
            </a:r>
            <a:r>
              <a:rPr sz="1050" spc="15" dirty="0">
                <a:solidFill>
                  <a:srgbClr val="404040"/>
                </a:solidFill>
                <a:latin typeface="Lucida Console"/>
                <a:cs typeface="Lucida Console"/>
              </a:rPr>
              <a:t> </a:t>
            </a:r>
            <a:r>
              <a:rPr sz="1050" spc="-90" dirty="0">
                <a:solidFill>
                  <a:srgbClr val="404040"/>
                </a:solidFill>
                <a:latin typeface="Lucida Console"/>
                <a:cs typeface="Lucida Console"/>
              </a:rPr>
              <a:t>[Discriminator-Real:</a:t>
            </a:r>
            <a:r>
              <a:rPr sz="1050" spc="-180" dirty="0">
                <a:solidFill>
                  <a:srgbClr val="404040"/>
                </a:solidFill>
                <a:latin typeface="Lucida Console"/>
                <a:cs typeface="Lucida Console"/>
              </a:rPr>
              <a:t> </a:t>
            </a:r>
            <a:r>
              <a:rPr sz="1050" spc="-85" dirty="0">
                <a:solidFill>
                  <a:srgbClr val="404040"/>
                </a:solidFill>
                <a:latin typeface="Lucida Console"/>
                <a:cs typeface="Lucida Console"/>
              </a:rPr>
              <a:t>0.1236</a:t>
            </a:r>
            <a:r>
              <a:rPr sz="1050" spc="-180" dirty="0">
                <a:solidFill>
                  <a:srgbClr val="404040"/>
                </a:solidFill>
                <a:latin typeface="Lucida Console"/>
                <a:cs typeface="Lucida Console"/>
              </a:rPr>
              <a:t> </a:t>
            </a:r>
            <a:r>
              <a:rPr sz="1050" spc="-95" dirty="0">
                <a:solidFill>
                  <a:srgbClr val="404040"/>
                </a:solidFill>
                <a:latin typeface="Lucida Console"/>
                <a:cs typeface="Lucida Console"/>
              </a:rPr>
              <a:t>Discriminator- </a:t>
            </a:r>
            <a:r>
              <a:rPr sz="1050" spc="-620" dirty="0">
                <a:solidFill>
                  <a:srgbClr val="404040"/>
                </a:solidFill>
                <a:latin typeface="Lucida Console"/>
                <a:cs typeface="Lucida Console"/>
              </a:rPr>
              <a:t> </a:t>
            </a:r>
            <a:r>
              <a:rPr sz="1050" dirty="0">
                <a:solidFill>
                  <a:srgbClr val="404040"/>
                </a:solidFill>
                <a:latin typeface="Lucida Console"/>
                <a:cs typeface="Lucida Console"/>
              </a:rPr>
              <a:t>Epoch</a:t>
            </a:r>
            <a:r>
              <a:rPr sz="1050" spc="15" dirty="0">
                <a:solidFill>
                  <a:srgbClr val="404040"/>
                </a:solidFill>
                <a:latin typeface="Lucida Console"/>
                <a:cs typeface="Lucida Console"/>
              </a:rPr>
              <a:t> </a:t>
            </a:r>
            <a:r>
              <a:rPr sz="1050" dirty="0">
                <a:solidFill>
                  <a:srgbClr val="404040"/>
                </a:solidFill>
                <a:latin typeface="Lucida Console"/>
                <a:cs typeface="Lucida Console"/>
              </a:rPr>
              <a:t>003</a:t>
            </a:r>
            <a:r>
              <a:rPr sz="1050" spc="-180" dirty="0">
                <a:solidFill>
                  <a:srgbClr val="404040"/>
                </a:solidFill>
                <a:latin typeface="Lucida Console"/>
                <a:cs typeface="Lucida Console"/>
              </a:rPr>
              <a:t> </a:t>
            </a:r>
            <a:r>
              <a:rPr sz="1050" dirty="0">
                <a:solidFill>
                  <a:srgbClr val="404040"/>
                </a:solidFill>
                <a:latin typeface="Lucida Console"/>
                <a:cs typeface="Lucida Console"/>
              </a:rPr>
              <a:t>Time</a:t>
            </a:r>
            <a:r>
              <a:rPr sz="1050" spc="15" dirty="0">
                <a:solidFill>
                  <a:srgbClr val="404040"/>
                </a:solidFill>
                <a:latin typeface="Lucida Console"/>
                <a:cs typeface="Lucida Console"/>
              </a:rPr>
              <a:t> </a:t>
            </a:r>
            <a:r>
              <a:rPr sz="1050" dirty="0">
                <a:solidFill>
                  <a:srgbClr val="404040"/>
                </a:solidFill>
                <a:latin typeface="Lucida Console"/>
                <a:cs typeface="Lucida Console"/>
              </a:rPr>
              <a:t>1.83</a:t>
            </a:r>
            <a:r>
              <a:rPr sz="1050" spc="10" dirty="0">
                <a:solidFill>
                  <a:srgbClr val="404040"/>
                </a:solidFill>
                <a:latin typeface="Lucida Console"/>
                <a:cs typeface="Lucida Console"/>
              </a:rPr>
              <a:t> </a:t>
            </a:r>
            <a:r>
              <a:rPr sz="1050" spc="5" dirty="0">
                <a:solidFill>
                  <a:srgbClr val="404040"/>
                </a:solidFill>
                <a:latin typeface="Lucida Console"/>
                <a:cs typeface="Lucida Console"/>
              </a:rPr>
              <a:t>min</a:t>
            </a:r>
            <a:r>
              <a:rPr sz="1050" spc="-375" dirty="0">
                <a:solidFill>
                  <a:srgbClr val="404040"/>
                </a:solidFill>
                <a:latin typeface="Lucida Console"/>
                <a:cs typeface="Lucida Console"/>
              </a:rPr>
              <a:t> </a:t>
            </a:r>
            <a:r>
              <a:rPr sz="1050" dirty="0">
                <a:solidFill>
                  <a:srgbClr val="404040"/>
                </a:solidFill>
                <a:latin typeface="Lucida Console"/>
                <a:cs typeface="Lucida Console"/>
              </a:rPr>
              <a:t>Average</a:t>
            </a:r>
            <a:r>
              <a:rPr sz="1050" spc="15" dirty="0">
                <a:solidFill>
                  <a:srgbClr val="404040"/>
                </a:solidFill>
                <a:latin typeface="Lucida Console"/>
                <a:cs typeface="Lucida Console"/>
              </a:rPr>
              <a:t> </a:t>
            </a:r>
            <a:r>
              <a:rPr sz="1050" spc="-5" dirty="0">
                <a:solidFill>
                  <a:srgbClr val="404040"/>
                </a:solidFill>
                <a:latin typeface="Lucida Console"/>
                <a:cs typeface="Lucida Console"/>
              </a:rPr>
              <a:t>loss</a:t>
            </a:r>
            <a:r>
              <a:rPr sz="1050" spc="25" dirty="0">
                <a:solidFill>
                  <a:srgbClr val="404040"/>
                </a:solidFill>
                <a:latin typeface="Lucida Console"/>
                <a:cs typeface="Lucida Console"/>
              </a:rPr>
              <a:t> </a:t>
            </a:r>
            <a:r>
              <a:rPr sz="1050" dirty="0">
                <a:solidFill>
                  <a:srgbClr val="404040"/>
                </a:solidFill>
                <a:latin typeface="Lucida Console"/>
                <a:cs typeface="Lucida Console"/>
              </a:rPr>
              <a:t>&gt;&gt;</a:t>
            </a:r>
            <a:r>
              <a:rPr sz="1050" spc="15" dirty="0">
                <a:solidFill>
                  <a:srgbClr val="404040"/>
                </a:solidFill>
                <a:latin typeface="Lucida Console"/>
                <a:cs typeface="Lucida Console"/>
              </a:rPr>
              <a:t> </a:t>
            </a:r>
            <a:r>
              <a:rPr sz="1050" dirty="0">
                <a:solidFill>
                  <a:srgbClr val="404040"/>
                </a:solidFill>
                <a:latin typeface="Lucida Console"/>
                <a:cs typeface="Lucida Console"/>
              </a:rPr>
              <a:t>Generator/Discriminator</a:t>
            </a:r>
            <a:r>
              <a:rPr sz="1050" spc="20" dirty="0">
                <a:solidFill>
                  <a:srgbClr val="404040"/>
                </a:solidFill>
                <a:latin typeface="Lucida Console"/>
                <a:cs typeface="Lucida Console"/>
              </a:rPr>
              <a:t> </a:t>
            </a:r>
            <a:r>
              <a:rPr sz="1050" dirty="0">
                <a:solidFill>
                  <a:srgbClr val="404040"/>
                </a:solidFill>
                <a:latin typeface="Lucida Console"/>
                <a:cs typeface="Lucida Console"/>
              </a:rPr>
              <a:t>3.0876/0.7191</a:t>
            </a:r>
            <a:r>
              <a:rPr sz="1050" spc="15" dirty="0">
                <a:solidFill>
                  <a:srgbClr val="404040"/>
                </a:solidFill>
                <a:latin typeface="Lucida Console"/>
                <a:cs typeface="Lucida Console"/>
              </a:rPr>
              <a:t> </a:t>
            </a:r>
            <a:r>
              <a:rPr sz="1050" spc="-90" dirty="0">
                <a:solidFill>
                  <a:srgbClr val="404040"/>
                </a:solidFill>
                <a:latin typeface="Lucida Console"/>
                <a:cs typeface="Lucida Console"/>
              </a:rPr>
              <a:t>[Discriminator-Real:</a:t>
            </a:r>
            <a:r>
              <a:rPr sz="1050" spc="-180" dirty="0">
                <a:solidFill>
                  <a:srgbClr val="404040"/>
                </a:solidFill>
                <a:latin typeface="Lucida Console"/>
                <a:cs typeface="Lucida Console"/>
              </a:rPr>
              <a:t> </a:t>
            </a:r>
            <a:r>
              <a:rPr sz="1050" spc="-85" dirty="0">
                <a:solidFill>
                  <a:srgbClr val="404040"/>
                </a:solidFill>
                <a:latin typeface="Lucida Console"/>
                <a:cs typeface="Lucida Console"/>
              </a:rPr>
              <a:t>0.3233</a:t>
            </a:r>
            <a:r>
              <a:rPr sz="1050" spc="-180" dirty="0">
                <a:solidFill>
                  <a:srgbClr val="404040"/>
                </a:solidFill>
                <a:latin typeface="Lucida Console"/>
                <a:cs typeface="Lucida Console"/>
              </a:rPr>
              <a:t> </a:t>
            </a:r>
            <a:r>
              <a:rPr sz="1050" spc="-95" dirty="0">
                <a:solidFill>
                  <a:srgbClr val="404040"/>
                </a:solidFill>
                <a:latin typeface="Lucida Console"/>
                <a:cs typeface="Lucida Console"/>
              </a:rPr>
              <a:t>Discriminator- </a:t>
            </a:r>
            <a:r>
              <a:rPr sz="1050" spc="-620" dirty="0">
                <a:solidFill>
                  <a:srgbClr val="404040"/>
                </a:solidFill>
                <a:latin typeface="Lucida Console"/>
                <a:cs typeface="Lucida Console"/>
              </a:rPr>
              <a:t> </a:t>
            </a:r>
            <a:r>
              <a:rPr sz="1050" dirty="0">
                <a:solidFill>
                  <a:srgbClr val="404040"/>
                </a:solidFill>
                <a:latin typeface="Lucida Console"/>
                <a:cs typeface="Lucida Console"/>
              </a:rPr>
              <a:t>Epoch</a:t>
            </a:r>
            <a:r>
              <a:rPr sz="1050" spc="15" dirty="0">
                <a:solidFill>
                  <a:srgbClr val="404040"/>
                </a:solidFill>
                <a:latin typeface="Lucida Console"/>
                <a:cs typeface="Lucida Console"/>
              </a:rPr>
              <a:t> </a:t>
            </a:r>
            <a:r>
              <a:rPr sz="1050" dirty="0">
                <a:solidFill>
                  <a:srgbClr val="404040"/>
                </a:solidFill>
                <a:latin typeface="Lucida Console"/>
                <a:cs typeface="Lucida Console"/>
              </a:rPr>
              <a:t>004</a:t>
            </a:r>
            <a:r>
              <a:rPr sz="1050" spc="-180" dirty="0">
                <a:solidFill>
                  <a:srgbClr val="404040"/>
                </a:solidFill>
                <a:latin typeface="Lucida Console"/>
                <a:cs typeface="Lucida Console"/>
              </a:rPr>
              <a:t> </a:t>
            </a:r>
            <a:r>
              <a:rPr sz="1050" dirty="0">
                <a:solidFill>
                  <a:srgbClr val="404040"/>
                </a:solidFill>
                <a:latin typeface="Lucida Console"/>
                <a:cs typeface="Lucida Console"/>
              </a:rPr>
              <a:t>Time</a:t>
            </a:r>
            <a:r>
              <a:rPr sz="1050" spc="15" dirty="0">
                <a:solidFill>
                  <a:srgbClr val="404040"/>
                </a:solidFill>
                <a:latin typeface="Lucida Console"/>
                <a:cs typeface="Lucida Console"/>
              </a:rPr>
              <a:t> </a:t>
            </a:r>
            <a:r>
              <a:rPr sz="1050" dirty="0">
                <a:solidFill>
                  <a:srgbClr val="404040"/>
                </a:solidFill>
                <a:latin typeface="Lucida Console"/>
                <a:cs typeface="Lucida Console"/>
              </a:rPr>
              <a:t>2.43</a:t>
            </a:r>
            <a:r>
              <a:rPr sz="1050" spc="10" dirty="0">
                <a:solidFill>
                  <a:srgbClr val="404040"/>
                </a:solidFill>
                <a:latin typeface="Lucida Console"/>
                <a:cs typeface="Lucida Console"/>
              </a:rPr>
              <a:t> </a:t>
            </a:r>
            <a:r>
              <a:rPr sz="1050" spc="5" dirty="0">
                <a:solidFill>
                  <a:srgbClr val="404040"/>
                </a:solidFill>
                <a:latin typeface="Lucida Console"/>
                <a:cs typeface="Lucida Console"/>
              </a:rPr>
              <a:t>min</a:t>
            </a:r>
            <a:r>
              <a:rPr sz="1050" spc="-375" dirty="0">
                <a:solidFill>
                  <a:srgbClr val="404040"/>
                </a:solidFill>
                <a:latin typeface="Lucida Console"/>
                <a:cs typeface="Lucida Console"/>
              </a:rPr>
              <a:t> </a:t>
            </a:r>
            <a:r>
              <a:rPr sz="1050" dirty="0">
                <a:solidFill>
                  <a:srgbClr val="404040"/>
                </a:solidFill>
                <a:latin typeface="Lucida Console"/>
                <a:cs typeface="Lucida Console"/>
              </a:rPr>
              <a:t>Average</a:t>
            </a:r>
            <a:r>
              <a:rPr sz="1050" spc="15" dirty="0">
                <a:solidFill>
                  <a:srgbClr val="404040"/>
                </a:solidFill>
                <a:latin typeface="Lucida Console"/>
                <a:cs typeface="Lucida Console"/>
              </a:rPr>
              <a:t> </a:t>
            </a:r>
            <a:r>
              <a:rPr sz="1050" spc="-5" dirty="0">
                <a:solidFill>
                  <a:srgbClr val="404040"/>
                </a:solidFill>
                <a:latin typeface="Lucida Console"/>
                <a:cs typeface="Lucida Console"/>
              </a:rPr>
              <a:t>loss</a:t>
            </a:r>
            <a:r>
              <a:rPr sz="1050" spc="25" dirty="0">
                <a:solidFill>
                  <a:srgbClr val="404040"/>
                </a:solidFill>
                <a:latin typeface="Lucida Console"/>
                <a:cs typeface="Lucida Console"/>
              </a:rPr>
              <a:t> </a:t>
            </a:r>
            <a:r>
              <a:rPr sz="1050" dirty="0">
                <a:solidFill>
                  <a:srgbClr val="404040"/>
                </a:solidFill>
                <a:latin typeface="Lucida Console"/>
                <a:cs typeface="Lucida Console"/>
              </a:rPr>
              <a:t>&gt;&gt;</a:t>
            </a:r>
            <a:r>
              <a:rPr sz="1050" spc="15" dirty="0">
                <a:solidFill>
                  <a:srgbClr val="404040"/>
                </a:solidFill>
                <a:latin typeface="Lucida Console"/>
                <a:cs typeface="Lucida Console"/>
              </a:rPr>
              <a:t> </a:t>
            </a:r>
            <a:r>
              <a:rPr sz="1050" dirty="0">
                <a:solidFill>
                  <a:srgbClr val="404040"/>
                </a:solidFill>
                <a:latin typeface="Lucida Console"/>
                <a:cs typeface="Lucida Console"/>
              </a:rPr>
              <a:t>Generator/Discriminator</a:t>
            </a:r>
            <a:r>
              <a:rPr sz="1050" spc="20" dirty="0">
                <a:solidFill>
                  <a:srgbClr val="404040"/>
                </a:solidFill>
                <a:latin typeface="Lucida Console"/>
                <a:cs typeface="Lucida Console"/>
              </a:rPr>
              <a:t> </a:t>
            </a:r>
            <a:r>
              <a:rPr sz="1050" dirty="0">
                <a:solidFill>
                  <a:srgbClr val="404040"/>
                </a:solidFill>
                <a:latin typeface="Lucida Console"/>
                <a:cs typeface="Lucida Console"/>
              </a:rPr>
              <a:t>2.3511/0.7997</a:t>
            </a:r>
            <a:r>
              <a:rPr sz="1050" spc="15" dirty="0">
                <a:solidFill>
                  <a:srgbClr val="404040"/>
                </a:solidFill>
                <a:latin typeface="Lucida Console"/>
                <a:cs typeface="Lucida Console"/>
              </a:rPr>
              <a:t> </a:t>
            </a:r>
            <a:r>
              <a:rPr sz="1050" spc="-90" dirty="0">
                <a:solidFill>
                  <a:srgbClr val="404040"/>
                </a:solidFill>
                <a:latin typeface="Lucida Console"/>
                <a:cs typeface="Lucida Console"/>
              </a:rPr>
              <a:t>[Discriminator-Real:</a:t>
            </a:r>
            <a:r>
              <a:rPr sz="1050" spc="-180" dirty="0">
                <a:solidFill>
                  <a:srgbClr val="404040"/>
                </a:solidFill>
                <a:latin typeface="Lucida Console"/>
                <a:cs typeface="Lucida Console"/>
              </a:rPr>
              <a:t> </a:t>
            </a:r>
            <a:r>
              <a:rPr sz="1050" spc="-85" dirty="0">
                <a:solidFill>
                  <a:srgbClr val="404040"/>
                </a:solidFill>
                <a:latin typeface="Lucida Console"/>
                <a:cs typeface="Lucida Console"/>
              </a:rPr>
              <a:t>0.4111</a:t>
            </a:r>
            <a:r>
              <a:rPr sz="1050" spc="-180" dirty="0">
                <a:solidFill>
                  <a:srgbClr val="404040"/>
                </a:solidFill>
                <a:latin typeface="Lucida Console"/>
                <a:cs typeface="Lucida Console"/>
              </a:rPr>
              <a:t> </a:t>
            </a:r>
            <a:r>
              <a:rPr sz="1050" spc="-95" dirty="0">
                <a:solidFill>
                  <a:srgbClr val="404040"/>
                </a:solidFill>
                <a:latin typeface="Lucida Console"/>
                <a:cs typeface="Lucida Console"/>
              </a:rPr>
              <a:t>Discriminator-</a:t>
            </a:r>
            <a:endParaRPr sz="1050">
              <a:latin typeface="Lucida Console"/>
              <a:cs typeface="Lucida Console"/>
            </a:endParaRPr>
          </a:p>
        </p:txBody>
      </p:sp>
      <p:pic>
        <p:nvPicPr>
          <p:cNvPr id="22" name="object 22"/>
          <p:cNvPicPr/>
          <p:nvPr/>
        </p:nvPicPr>
        <p:blipFill>
          <a:blip r:embed="rId8" cstate="print"/>
          <a:stretch>
            <a:fillRect/>
          </a:stretch>
        </p:blipFill>
        <p:spPr>
          <a:xfrm>
            <a:off x="473963" y="1443177"/>
            <a:ext cx="2481834" cy="302564"/>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3067" y="6524434"/>
            <a:ext cx="11192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576"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1708" y="1463039"/>
            <a:ext cx="1076706" cy="176022"/>
          </a:xfrm>
          <a:prstGeom prst="rect">
            <a:avLst/>
          </a:prstGeom>
        </p:spPr>
      </p:pic>
      <p:pic>
        <p:nvPicPr>
          <p:cNvPr id="9" name="object 9"/>
          <p:cNvPicPr/>
          <p:nvPr/>
        </p:nvPicPr>
        <p:blipFill>
          <a:blip r:embed="rId6" cstate="print"/>
          <a:stretch>
            <a:fillRect/>
          </a:stretch>
        </p:blipFill>
        <p:spPr>
          <a:xfrm>
            <a:off x="710183" y="1805927"/>
            <a:ext cx="6759702" cy="435114"/>
          </a:xfrm>
          <a:prstGeom prst="rect">
            <a:avLst/>
          </a:prstGeom>
        </p:spPr>
      </p:pic>
      <p:grpSp>
        <p:nvGrpSpPr>
          <p:cNvPr id="10" name="object 10"/>
          <p:cNvGrpSpPr/>
          <p:nvPr/>
        </p:nvGrpSpPr>
        <p:grpSpPr>
          <a:xfrm>
            <a:off x="5051200" y="2595372"/>
            <a:ext cx="4195445" cy="2738755"/>
            <a:chOff x="5051200" y="2595372"/>
            <a:chExt cx="4195445" cy="2738755"/>
          </a:xfrm>
        </p:grpSpPr>
        <p:pic>
          <p:nvPicPr>
            <p:cNvPr id="11" name="object 11"/>
            <p:cNvPicPr/>
            <p:nvPr/>
          </p:nvPicPr>
          <p:blipFill>
            <a:blip r:embed="rId7" cstate="print"/>
            <a:stretch>
              <a:fillRect/>
            </a:stretch>
          </p:blipFill>
          <p:spPr>
            <a:xfrm>
              <a:off x="5051200" y="2595372"/>
              <a:ext cx="4194907" cy="2738628"/>
            </a:xfrm>
            <a:prstGeom prst="rect">
              <a:avLst/>
            </a:prstGeom>
          </p:spPr>
        </p:pic>
        <p:sp>
          <p:nvSpPr>
            <p:cNvPr id="12" name="object 12"/>
            <p:cNvSpPr/>
            <p:nvPr/>
          </p:nvSpPr>
          <p:spPr>
            <a:xfrm>
              <a:off x="5105399" y="2656332"/>
              <a:ext cx="1286510" cy="163195"/>
            </a:xfrm>
            <a:custGeom>
              <a:avLst/>
              <a:gdLst/>
              <a:ahLst/>
              <a:cxnLst/>
              <a:rect l="l" t="t" r="r" b="b"/>
              <a:pathLst>
                <a:path w="1286510" h="163194">
                  <a:moveTo>
                    <a:pt x="1286255" y="0"/>
                  </a:moveTo>
                  <a:lnTo>
                    <a:pt x="0" y="0"/>
                  </a:lnTo>
                  <a:lnTo>
                    <a:pt x="0" y="163067"/>
                  </a:lnTo>
                  <a:lnTo>
                    <a:pt x="1286255" y="163067"/>
                  </a:lnTo>
                  <a:lnTo>
                    <a:pt x="1286255" y="0"/>
                  </a:lnTo>
                  <a:close/>
                </a:path>
              </a:pathLst>
            </a:custGeom>
            <a:solidFill>
              <a:srgbClr val="F7F7F7"/>
            </a:solidFill>
          </p:spPr>
          <p:txBody>
            <a:bodyPr wrap="square" lIns="0" tIns="0" rIns="0" bIns="0" rtlCol="0"/>
            <a:lstStyle/>
            <a:p>
              <a:endParaRPr/>
            </a:p>
          </p:txBody>
        </p:sp>
      </p:grpSp>
      <p:sp>
        <p:nvSpPr>
          <p:cNvPr id="13" name="object 13"/>
          <p:cNvSpPr txBox="1"/>
          <p:nvPr/>
        </p:nvSpPr>
        <p:spPr>
          <a:xfrm>
            <a:off x="4971288" y="2580132"/>
            <a:ext cx="4274820" cy="2753995"/>
          </a:xfrm>
          <a:prstGeom prst="rect">
            <a:avLst/>
          </a:prstGeom>
          <a:ln w="9144">
            <a:solidFill>
              <a:srgbClr val="D9D9D9"/>
            </a:solidFill>
          </a:ln>
        </p:spPr>
        <p:txBody>
          <a:bodyPr vert="horz" wrap="square" lIns="0" tIns="77470" rIns="0" bIns="0" rtlCol="0">
            <a:spAutoFit/>
          </a:bodyPr>
          <a:lstStyle/>
          <a:p>
            <a:pPr marL="134620">
              <a:lnSpc>
                <a:spcPct val="100000"/>
              </a:lnSpc>
              <a:spcBef>
                <a:spcPts val="610"/>
              </a:spcBef>
            </a:pPr>
            <a:r>
              <a:rPr sz="950" spc="-35" dirty="0">
                <a:solidFill>
                  <a:srgbClr val="558E8E"/>
                </a:solidFill>
                <a:latin typeface="Lucida Console"/>
                <a:cs typeface="Lucida Console"/>
              </a:rPr>
              <a:t>##</a:t>
            </a:r>
            <a:r>
              <a:rPr sz="950" spc="-40" dirty="0">
                <a:solidFill>
                  <a:srgbClr val="558E8E"/>
                </a:solidFill>
                <a:latin typeface="Lucida Console"/>
                <a:cs typeface="Lucida Console"/>
              </a:rPr>
              <a:t> Print discriminator</a:t>
            </a:r>
            <a:endParaRPr sz="950">
              <a:latin typeface="Lucida Console"/>
              <a:cs typeface="Lucida Console"/>
            </a:endParaRPr>
          </a:p>
        </p:txBody>
      </p:sp>
      <p:pic>
        <p:nvPicPr>
          <p:cNvPr id="14" name="object 14"/>
          <p:cNvPicPr/>
          <p:nvPr/>
        </p:nvPicPr>
        <p:blipFill>
          <a:blip r:embed="rId8" cstate="print"/>
          <a:stretch>
            <a:fillRect/>
          </a:stretch>
        </p:blipFill>
        <p:spPr>
          <a:xfrm>
            <a:off x="789815" y="2587751"/>
            <a:ext cx="4086984" cy="3433572"/>
          </a:xfrm>
          <a:prstGeom prst="rect">
            <a:avLst/>
          </a:prstGeom>
        </p:spPr>
      </p:pic>
      <p:sp>
        <p:nvSpPr>
          <p:cNvPr id="15" name="object 15"/>
          <p:cNvSpPr txBox="1"/>
          <p:nvPr/>
        </p:nvSpPr>
        <p:spPr>
          <a:xfrm>
            <a:off x="702563" y="2580132"/>
            <a:ext cx="4174490" cy="3441700"/>
          </a:xfrm>
          <a:prstGeom prst="rect">
            <a:avLst/>
          </a:prstGeom>
          <a:ln w="9144">
            <a:solidFill>
              <a:srgbClr val="D9D9D9"/>
            </a:solidFill>
          </a:ln>
        </p:spPr>
        <p:txBody>
          <a:bodyPr vert="horz" wrap="square" lIns="0" tIns="0" rIns="0" bIns="0" rtlCol="0">
            <a:spAutoFit/>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marL="88900">
              <a:lnSpc>
                <a:spcPct val="100000"/>
              </a:lnSpc>
              <a:spcBef>
                <a:spcPts val="550"/>
              </a:spcBef>
            </a:pPr>
            <a:r>
              <a:rPr sz="950" spc="-40" dirty="0">
                <a:solidFill>
                  <a:srgbClr val="558E8E"/>
                </a:solidFill>
                <a:latin typeface="Lucida Console"/>
                <a:cs typeface="Lucida Console"/>
              </a:rPr>
              <a:t>#</a:t>
            </a:r>
            <a:endParaRPr sz="950">
              <a:latin typeface="Lucida Console"/>
              <a:cs typeface="Lucida Console"/>
            </a:endParaRPr>
          </a:p>
        </p:txBody>
      </p:sp>
      <p:sp>
        <p:nvSpPr>
          <p:cNvPr id="16" name="object 16"/>
          <p:cNvSpPr txBox="1"/>
          <p:nvPr/>
        </p:nvSpPr>
        <p:spPr>
          <a:xfrm>
            <a:off x="813816" y="3197351"/>
            <a:ext cx="881380" cy="117475"/>
          </a:xfrm>
          <a:prstGeom prst="rect">
            <a:avLst/>
          </a:prstGeom>
          <a:solidFill>
            <a:srgbClr val="F7F7F7"/>
          </a:solidFill>
        </p:spPr>
        <p:txBody>
          <a:bodyPr vert="horz" wrap="square" lIns="0" tIns="0" rIns="0" bIns="0" rtlCol="0">
            <a:spAutoFit/>
          </a:bodyPr>
          <a:lstStyle/>
          <a:p>
            <a:pPr marL="46355">
              <a:lnSpc>
                <a:spcPts val="925"/>
              </a:lnSpc>
            </a:pPr>
            <a:r>
              <a:rPr sz="950" spc="-35" dirty="0">
                <a:solidFill>
                  <a:srgbClr val="558E8E"/>
                </a:solidFill>
                <a:latin typeface="Lucida Console"/>
                <a:cs typeface="Lucida Console"/>
              </a:rPr>
              <a:t>#</a:t>
            </a:r>
            <a:r>
              <a:rPr sz="950" spc="-45" dirty="0">
                <a:solidFill>
                  <a:srgbClr val="558E8E"/>
                </a:solidFill>
                <a:latin typeface="Lucida Console"/>
                <a:cs typeface="Lucida Console"/>
              </a:rPr>
              <a:t> </a:t>
            </a:r>
            <a:r>
              <a:rPr sz="950" spc="-35" dirty="0">
                <a:solidFill>
                  <a:srgbClr val="558E8E"/>
                </a:solidFill>
                <a:latin typeface="Lucida Console"/>
                <a:cs typeface="Lucida Console"/>
              </a:rPr>
              <a:t>Loss</a:t>
            </a:r>
            <a:r>
              <a:rPr sz="950" spc="-55" dirty="0">
                <a:solidFill>
                  <a:srgbClr val="558E8E"/>
                </a:solidFill>
                <a:latin typeface="Lucida Console"/>
                <a:cs typeface="Lucida Console"/>
              </a:rPr>
              <a:t> </a:t>
            </a:r>
            <a:r>
              <a:rPr sz="950" spc="-40" dirty="0">
                <a:solidFill>
                  <a:srgbClr val="558E8E"/>
                </a:solidFill>
                <a:latin typeface="Lucida Console"/>
                <a:cs typeface="Lucida Console"/>
              </a:rPr>
              <a:t>graph</a:t>
            </a:r>
            <a:endParaRPr sz="950">
              <a:latin typeface="Lucida Console"/>
              <a:cs typeface="Lucida Console"/>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42278" y="6524434"/>
            <a:ext cx="108806"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83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1708" y="1463039"/>
            <a:ext cx="1076706" cy="176022"/>
          </a:xfrm>
          <a:prstGeom prst="rect">
            <a:avLst/>
          </a:prstGeom>
        </p:spPr>
      </p:pic>
      <p:pic>
        <p:nvPicPr>
          <p:cNvPr id="9" name="object 9"/>
          <p:cNvPicPr/>
          <p:nvPr/>
        </p:nvPicPr>
        <p:blipFill>
          <a:blip r:embed="rId6" cstate="print"/>
          <a:stretch>
            <a:fillRect/>
          </a:stretch>
        </p:blipFill>
        <p:spPr>
          <a:xfrm>
            <a:off x="710183" y="1805927"/>
            <a:ext cx="6759702" cy="435114"/>
          </a:xfrm>
          <a:prstGeom prst="rect">
            <a:avLst/>
          </a:prstGeom>
        </p:spPr>
      </p:pic>
      <p:grpSp>
        <p:nvGrpSpPr>
          <p:cNvPr id="10" name="object 10"/>
          <p:cNvGrpSpPr/>
          <p:nvPr/>
        </p:nvGrpSpPr>
        <p:grpSpPr>
          <a:xfrm>
            <a:off x="987902" y="2593848"/>
            <a:ext cx="8027034" cy="3519170"/>
            <a:chOff x="987902" y="2593848"/>
            <a:chExt cx="8027034" cy="3519170"/>
          </a:xfrm>
        </p:grpSpPr>
        <p:pic>
          <p:nvPicPr>
            <p:cNvPr id="11" name="object 11"/>
            <p:cNvPicPr/>
            <p:nvPr/>
          </p:nvPicPr>
          <p:blipFill>
            <a:blip r:embed="rId7" cstate="print"/>
            <a:stretch>
              <a:fillRect/>
            </a:stretch>
          </p:blipFill>
          <p:spPr>
            <a:xfrm>
              <a:off x="987902" y="2593848"/>
              <a:ext cx="8026557" cy="3518620"/>
            </a:xfrm>
            <a:prstGeom prst="rect">
              <a:avLst/>
            </a:prstGeom>
          </p:spPr>
        </p:pic>
        <p:sp>
          <p:nvSpPr>
            <p:cNvPr id="12" name="object 12"/>
            <p:cNvSpPr/>
            <p:nvPr/>
          </p:nvSpPr>
          <p:spPr>
            <a:xfrm>
              <a:off x="1033271" y="2624328"/>
              <a:ext cx="1568450" cy="201295"/>
            </a:xfrm>
            <a:custGeom>
              <a:avLst/>
              <a:gdLst/>
              <a:ahLst/>
              <a:cxnLst/>
              <a:rect l="l" t="t" r="r" b="b"/>
              <a:pathLst>
                <a:path w="1568450" h="201294">
                  <a:moveTo>
                    <a:pt x="1568196" y="0"/>
                  </a:moveTo>
                  <a:lnTo>
                    <a:pt x="0" y="0"/>
                  </a:lnTo>
                  <a:lnTo>
                    <a:pt x="0" y="201167"/>
                  </a:lnTo>
                  <a:lnTo>
                    <a:pt x="1568196" y="201167"/>
                  </a:lnTo>
                  <a:lnTo>
                    <a:pt x="1568196" y="0"/>
                  </a:lnTo>
                  <a:close/>
                </a:path>
              </a:pathLst>
            </a:custGeom>
            <a:solidFill>
              <a:srgbClr val="F7F7F7"/>
            </a:solidFill>
          </p:spPr>
          <p:txBody>
            <a:bodyPr wrap="square" lIns="0" tIns="0" rIns="0" bIns="0" rtlCol="0"/>
            <a:lstStyle/>
            <a:p>
              <a:endParaRPr/>
            </a:p>
          </p:txBody>
        </p:sp>
      </p:grpSp>
      <p:sp>
        <p:nvSpPr>
          <p:cNvPr id="13" name="object 13"/>
          <p:cNvSpPr txBox="1"/>
          <p:nvPr/>
        </p:nvSpPr>
        <p:spPr>
          <a:xfrm>
            <a:off x="847344" y="2580132"/>
            <a:ext cx="8388350" cy="3630295"/>
          </a:xfrm>
          <a:prstGeom prst="rect">
            <a:avLst/>
          </a:prstGeom>
          <a:ln w="9144">
            <a:solidFill>
              <a:srgbClr val="D9D9D9"/>
            </a:solidFill>
          </a:ln>
        </p:spPr>
        <p:txBody>
          <a:bodyPr vert="horz" wrap="square" lIns="0" tIns="46990" rIns="0" bIns="0" rtlCol="0">
            <a:spAutoFit/>
          </a:bodyPr>
          <a:lstStyle/>
          <a:p>
            <a:pPr marL="45085">
              <a:lnSpc>
                <a:spcPct val="100000"/>
              </a:lnSpc>
              <a:spcBef>
                <a:spcPts val="370"/>
              </a:spcBef>
            </a:pPr>
            <a:r>
              <a:rPr sz="1150" spc="-35" dirty="0">
                <a:solidFill>
                  <a:srgbClr val="558E8E"/>
                </a:solidFill>
                <a:latin typeface="Lucida Console"/>
                <a:cs typeface="Lucida Console"/>
              </a:rPr>
              <a:t>##</a:t>
            </a:r>
            <a:r>
              <a:rPr sz="1150" spc="-75" dirty="0">
                <a:solidFill>
                  <a:srgbClr val="558E8E"/>
                </a:solidFill>
                <a:latin typeface="Lucida Console"/>
                <a:cs typeface="Lucida Console"/>
              </a:rPr>
              <a:t> </a:t>
            </a:r>
            <a:r>
              <a:rPr sz="1150" spc="-30" dirty="0">
                <a:solidFill>
                  <a:srgbClr val="558E8E"/>
                </a:solidFill>
                <a:latin typeface="Lucida Console"/>
                <a:cs typeface="Lucida Console"/>
              </a:rPr>
              <a:t>Print</a:t>
            </a:r>
            <a:r>
              <a:rPr sz="1150" spc="-75" dirty="0">
                <a:solidFill>
                  <a:srgbClr val="558E8E"/>
                </a:solidFill>
                <a:latin typeface="Lucida Console"/>
                <a:cs typeface="Lucida Console"/>
              </a:rPr>
              <a:t> </a:t>
            </a:r>
            <a:r>
              <a:rPr sz="1150" spc="-30" dirty="0">
                <a:solidFill>
                  <a:srgbClr val="558E8E"/>
                </a:solidFill>
                <a:latin typeface="Lucida Console"/>
                <a:cs typeface="Lucida Console"/>
              </a:rPr>
              <a:t>discriminator</a:t>
            </a:r>
            <a:endParaRPr sz="1150">
              <a:latin typeface="Lucida Console"/>
              <a:cs typeface="Lucida Console"/>
            </a:endParaRPr>
          </a:p>
        </p:txBody>
      </p:sp>
      <p:pic>
        <p:nvPicPr>
          <p:cNvPr id="14" name="object 14"/>
          <p:cNvPicPr/>
          <p:nvPr/>
        </p:nvPicPr>
        <p:blipFill>
          <a:blip r:embed="rId8" cstate="print"/>
          <a:stretch>
            <a:fillRect/>
          </a:stretch>
        </p:blipFill>
        <p:spPr>
          <a:xfrm>
            <a:off x="8572500" y="2595372"/>
            <a:ext cx="662940" cy="3549396"/>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3067" y="6524434"/>
            <a:ext cx="11192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pic>
        <p:nvPicPr>
          <p:cNvPr id="5" name="object 5"/>
          <p:cNvPicPr/>
          <p:nvPr/>
        </p:nvPicPr>
        <p:blipFill>
          <a:blip r:embed="rId5" cstate="print"/>
          <a:stretch>
            <a:fillRect/>
          </a:stretch>
        </p:blipFill>
        <p:spPr>
          <a:xfrm>
            <a:off x="1502448" y="3044016"/>
            <a:ext cx="6529149" cy="2832527"/>
          </a:xfrm>
          <a:prstGeom prst="rect">
            <a:avLst/>
          </a:prstGeom>
        </p:spPr>
      </p:pic>
      <p:sp>
        <p:nvSpPr>
          <p:cNvPr id="6" name="object 6"/>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7" name="object 7"/>
          <p:cNvSpPr txBox="1"/>
          <p:nvPr/>
        </p:nvSpPr>
        <p:spPr>
          <a:xfrm>
            <a:off x="8672830"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8" name="object 8"/>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1708" y="1463039"/>
            <a:ext cx="1076706" cy="176022"/>
          </a:xfrm>
          <a:prstGeom prst="rect">
            <a:avLst/>
          </a:prstGeom>
        </p:spPr>
      </p:pic>
      <p:pic>
        <p:nvPicPr>
          <p:cNvPr id="10" name="object 10"/>
          <p:cNvPicPr/>
          <p:nvPr/>
        </p:nvPicPr>
        <p:blipFill>
          <a:blip r:embed="rId7" cstate="print"/>
          <a:stretch>
            <a:fillRect/>
          </a:stretch>
        </p:blipFill>
        <p:spPr>
          <a:xfrm>
            <a:off x="710183" y="1805927"/>
            <a:ext cx="6759702" cy="435114"/>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3067" y="6524434"/>
            <a:ext cx="111922"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sp>
        <p:nvSpPr>
          <p:cNvPr id="5" name="object 5"/>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6" name="object 6"/>
          <p:cNvSpPr txBox="1"/>
          <p:nvPr/>
        </p:nvSpPr>
        <p:spPr>
          <a:xfrm>
            <a:off x="8672321" y="463677"/>
            <a:ext cx="80962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dirty="0">
                <a:solidFill>
                  <a:srgbClr val="D9D9D9"/>
                </a:solidFill>
                <a:latin typeface="Ebrima"/>
                <a:cs typeface="Ebrima"/>
              </a:rPr>
              <a:t>03</a:t>
            </a:r>
            <a:endParaRPr sz="1600">
              <a:latin typeface="Ebrima"/>
              <a:cs typeface="Ebrima"/>
            </a:endParaRPr>
          </a:p>
        </p:txBody>
      </p:sp>
      <p:sp>
        <p:nvSpPr>
          <p:cNvPr id="7" name="object 7"/>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8" name="object 8"/>
          <p:cNvPicPr/>
          <p:nvPr/>
        </p:nvPicPr>
        <p:blipFill>
          <a:blip r:embed="rId5" cstate="print"/>
          <a:stretch>
            <a:fillRect/>
          </a:stretch>
        </p:blipFill>
        <p:spPr>
          <a:xfrm>
            <a:off x="711708" y="1463039"/>
            <a:ext cx="1076706" cy="176022"/>
          </a:xfrm>
          <a:prstGeom prst="rect">
            <a:avLst/>
          </a:prstGeom>
        </p:spPr>
      </p:pic>
      <p:grpSp>
        <p:nvGrpSpPr>
          <p:cNvPr id="9" name="object 9"/>
          <p:cNvGrpSpPr/>
          <p:nvPr/>
        </p:nvGrpSpPr>
        <p:grpSpPr>
          <a:xfrm>
            <a:off x="577595" y="1766316"/>
            <a:ext cx="8874760" cy="4464050"/>
            <a:chOff x="577595" y="1766316"/>
            <a:chExt cx="8874760" cy="4464050"/>
          </a:xfrm>
        </p:grpSpPr>
        <p:pic>
          <p:nvPicPr>
            <p:cNvPr id="10" name="object 10"/>
            <p:cNvPicPr/>
            <p:nvPr/>
          </p:nvPicPr>
          <p:blipFill>
            <a:blip r:embed="rId6" cstate="print"/>
            <a:stretch>
              <a:fillRect/>
            </a:stretch>
          </p:blipFill>
          <p:spPr>
            <a:xfrm>
              <a:off x="791336" y="1917814"/>
              <a:ext cx="7765923" cy="4112821"/>
            </a:xfrm>
            <a:prstGeom prst="rect">
              <a:avLst/>
            </a:prstGeom>
          </p:spPr>
        </p:pic>
        <p:pic>
          <p:nvPicPr>
            <p:cNvPr id="11" name="object 11"/>
            <p:cNvPicPr/>
            <p:nvPr/>
          </p:nvPicPr>
          <p:blipFill>
            <a:blip r:embed="rId7" cstate="print"/>
            <a:stretch>
              <a:fillRect/>
            </a:stretch>
          </p:blipFill>
          <p:spPr>
            <a:xfrm>
              <a:off x="8336279" y="1775460"/>
              <a:ext cx="1109472" cy="4454652"/>
            </a:xfrm>
            <a:prstGeom prst="rect">
              <a:avLst/>
            </a:prstGeom>
          </p:spPr>
        </p:pic>
        <p:sp>
          <p:nvSpPr>
            <p:cNvPr id="12" name="object 12"/>
            <p:cNvSpPr/>
            <p:nvPr/>
          </p:nvSpPr>
          <p:spPr>
            <a:xfrm>
              <a:off x="583691" y="1772412"/>
              <a:ext cx="8862060" cy="4438015"/>
            </a:xfrm>
            <a:custGeom>
              <a:avLst/>
              <a:gdLst/>
              <a:ahLst/>
              <a:cxnLst/>
              <a:rect l="l" t="t" r="r" b="b"/>
              <a:pathLst>
                <a:path w="8862060" h="4438015">
                  <a:moveTo>
                    <a:pt x="0" y="4437888"/>
                  </a:moveTo>
                  <a:lnTo>
                    <a:pt x="8862060" y="4437888"/>
                  </a:lnTo>
                  <a:lnTo>
                    <a:pt x="8862060" y="0"/>
                  </a:lnTo>
                  <a:lnTo>
                    <a:pt x="0" y="0"/>
                  </a:lnTo>
                  <a:lnTo>
                    <a:pt x="0" y="4437888"/>
                  </a:lnTo>
                  <a:close/>
                </a:path>
              </a:pathLst>
            </a:custGeom>
            <a:ln w="12192">
              <a:solidFill>
                <a:srgbClr val="D9D9D9"/>
              </a:solidFill>
            </a:ln>
          </p:spPr>
          <p:txBody>
            <a:bodyPr wrap="square" lIns="0" tIns="0" rIns="0" bIns="0" rtlCol="0"/>
            <a:lstStyle/>
            <a:p>
              <a:endParaRPr/>
            </a:p>
          </p:txBody>
        </p:sp>
      </p:gr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331604" y="6524434"/>
            <a:ext cx="113385" cy="90487"/>
          </a:xfrm>
          <a:prstGeom prst="rect">
            <a:avLst/>
          </a:prstGeom>
        </p:spPr>
      </p:pic>
      <p:pic>
        <p:nvPicPr>
          <p:cNvPr id="3" name="object 3"/>
          <p:cNvPicPr/>
          <p:nvPr/>
        </p:nvPicPr>
        <p:blipFill>
          <a:blip r:embed="rId3" cstate="print"/>
          <a:stretch>
            <a:fillRect/>
          </a:stretch>
        </p:blipFill>
        <p:spPr>
          <a:xfrm>
            <a:off x="454151" y="6527292"/>
            <a:ext cx="1794510" cy="142494"/>
          </a:xfrm>
          <a:prstGeom prst="rect">
            <a:avLst/>
          </a:prstGeom>
        </p:spPr>
      </p:pic>
      <p:pic>
        <p:nvPicPr>
          <p:cNvPr id="4" name="object 4"/>
          <p:cNvPicPr/>
          <p:nvPr/>
        </p:nvPicPr>
        <p:blipFill>
          <a:blip r:embed="rId4" cstate="print"/>
          <a:stretch>
            <a:fillRect/>
          </a:stretch>
        </p:blipFill>
        <p:spPr>
          <a:xfrm>
            <a:off x="7147559" y="6521195"/>
            <a:ext cx="2045970" cy="118110"/>
          </a:xfrm>
          <a:prstGeom prst="rect">
            <a:avLst/>
          </a:prstGeom>
        </p:spPr>
      </p:pic>
      <p:pic>
        <p:nvPicPr>
          <p:cNvPr id="5" name="object 5"/>
          <p:cNvPicPr/>
          <p:nvPr/>
        </p:nvPicPr>
        <p:blipFill>
          <a:blip r:embed="rId5" cstate="print"/>
          <a:stretch>
            <a:fillRect/>
          </a:stretch>
        </p:blipFill>
        <p:spPr>
          <a:xfrm>
            <a:off x="2707000" y="1802360"/>
            <a:ext cx="4177663" cy="4363065"/>
          </a:xfrm>
          <a:prstGeom prst="rect">
            <a:avLst/>
          </a:prstGeom>
        </p:spPr>
      </p:pic>
      <p:sp>
        <p:nvSpPr>
          <p:cNvPr id="6" name="object 6"/>
          <p:cNvSpPr txBox="1"/>
          <p:nvPr/>
        </p:nvSpPr>
        <p:spPr>
          <a:xfrm>
            <a:off x="437489" y="431419"/>
            <a:ext cx="45631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Ebrima"/>
                <a:cs typeface="Ebrima"/>
              </a:rPr>
              <a:t>3.3.</a:t>
            </a:r>
            <a:r>
              <a:rPr sz="1800" spc="-15" dirty="0">
                <a:solidFill>
                  <a:srgbClr val="FFFFFF"/>
                </a:solidFill>
                <a:latin typeface="Ebrima"/>
                <a:cs typeface="Ebrima"/>
              </a:rPr>
              <a:t> </a:t>
            </a:r>
            <a:r>
              <a:rPr sz="1800" spc="-5" dirty="0">
                <a:solidFill>
                  <a:srgbClr val="FFFFFF"/>
                </a:solidFill>
                <a:latin typeface="Ebrima"/>
                <a:cs typeface="Ebrima"/>
              </a:rPr>
              <a:t>Generative</a:t>
            </a:r>
            <a:r>
              <a:rPr sz="1800" spc="-10" dirty="0">
                <a:solidFill>
                  <a:srgbClr val="FFFFFF"/>
                </a:solidFill>
                <a:latin typeface="Ebrima"/>
                <a:cs typeface="Ebrima"/>
              </a:rPr>
              <a:t> </a:t>
            </a:r>
            <a:r>
              <a:rPr sz="1800" spc="-5" dirty="0">
                <a:solidFill>
                  <a:srgbClr val="FFFFFF"/>
                </a:solidFill>
                <a:latin typeface="Ebrima"/>
                <a:cs typeface="Ebrima"/>
              </a:rPr>
              <a:t>Adversarial</a:t>
            </a:r>
            <a:r>
              <a:rPr sz="1800" spc="-15" dirty="0">
                <a:solidFill>
                  <a:srgbClr val="FFFFFF"/>
                </a:solidFill>
                <a:latin typeface="Ebrima"/>
                <a:cs typeface="Ebrima"/>
              </a:rPr>
              <a:t> </a:t>
            </a:r>
            <a:r>
              <a:rPr sz="1800" spc="-5" dirty="0">
                <a:solidFill>
                  <a:srgbClr val="FFFFFF"/>
                </a:solidFill>
                <a:latin typeface="Ebrima"/>
                <a:cs typeface="Ebrima"/>
              </a:rPr>
              <a:t>Networks</a:t>
            </a:r>
            <a:r>
              <a:rPr sz="1800" dirty="0">
                <a:solidFill>
                  <a:srgbClr val="FFFFFF"/>
                </a:solidFill>
                <a:latin typeface="Ebrima"/>
                <a:cs typeface="Ebrima"/>
              </a:rPr>
              <a:t> </a:t>
            </a:r>
            <a:r>
              <a:rPr sz="1800" spc="-5" dirty="0">
                <a:solidFill>
                  <a:srgbClr val="FFFFFF"/>
                </a:solidFill>
                <a:latin typeface="Ebrima"/>
                <a:cs typeface="Ebrima"/>
              </a:rPr>
              <a:t>Exercise</a:t>
            </a:r>
            <a:endParaRPr sz="1800">
              <a:latin typeface="Ebrima"/>
              <a:cs typeface="Ebrima"/>
            </a:endParaRPr>
          </a:p>
        </p:txBody>
      </p:sp>
      <p:sp>
        <p:nvSpPr>
          <p:cNvPr id="7" name="object 7"/>
          <p:cNvSpPr txBox="1"/>
          <p:nvPr/>
        </p:nvSpPr>
        <p:spPr>
          <a:xfrm>
            <a:off x="8672576" y="463677"/>
            <a:ext cx="80899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D9D9D9"/>
                </a:solidFill>
                <a:latin typeface="Ebrima"/>
                <a:cs typeface="Ebrima"/>
              </a:rPr>
              <a:t>UNIT</a:t>
            </a:r>
            <a:r>
              <a:rPr sz="1600" spc="385" dirty="0">
                <a:solidFill>
                  <a:srgbClr val="D9D9D9"/>
                </a:solidFill>
                <a:latin typeface="Ebrima"/>
                <a:cs typeface="Ebrima"/>
              </a:rPr>
              <a:t> </a:t>
            </a:r>
            <a:r>
              <a:rPr sz="1600" spc="-5" dirty="0">
                <a:solidFill>
                  <a:srgbClr val="D9D9D9"/>
                </a:solidFill>
                <a:latin typeface="Ebrima"/>
                <a:cs typeface="Ebrima"/>
              </a:rPr>
              <a:t>03</a:t>
            </a:r>
            <a:endParaRPr sz="1600">
              <a:latin typeface="Ebrima"/>
              <a:cs typeface="Ebrima"/>
            </a:endParaRPr>
          </a:p>
        </p:txBody>
      </p:sp>
      <p:sp>
        <p:nvSpPr>
          <p:cNvPr id="8" name="object 8"/>
          <p:cNvSpPr/>
          <p:nvPr/>
        </p:nvSpPr>
        <p:spPr>
          <a:xfrm>
            <a:off x="559308" y="1440180"/>
            <a:ext cx="36830" cy="180340"/>
          </a:xfrm>
          <a:custGeom>
            <a:avLst/>
            <a:gdLst/>
            <a:ahLst/>
            <a:cxnLst/>
            <a:rect l="l" t="t" r="r" b="b"/>
            <a:pathLst>
              <a:path w="36829" h="180340">
                <a:moveTo>
                  <a:pt x="36576" y="0"/>
                </a:moveTo>
                <a:lnTo>
                  <a:pt x="0" y="0"/>
                </a:lnTo>
                <a:lnTo>
                  <a:pt x="0" y="179832"/>
                </a:lnTo>
                <a:lnTo>
                  <a:pt x="36576" y="179832"/>
                </a:lnTo>
                <a:lnTo>
                  <a:pt x="36576" y="0"/>
                </a:lnTo>
                <a:close/>
              </a:path>
            </a:pathLst>
          </a:custGeom>
          <a:solidFill>
            <a:srgbClr val="183DAF"/>
          </a:solidFill>
        </p:spPr>
        <p:txBody>
          <a:bodyPr wrap="square" lIns="0" tIns="0" rIns="0" bIns="0" rtlCol="0"/>
          <a:lstStyle/>
          <a:p>
            <a:endParaRPr/>
          </a:p>
        </p:txBody>
      </p:sp>
      <p:pic>
        <p:nvPicPr>
          <p:cNvPr id="9" name="object 9"/>
          <p:cNvPicPr/>
          <p:nvPr/>
        </p:nvPicPr>
        <p:blipFill>
          <a:blip r:embed="rId6" cstate="print"/>
          <a:stretch>
            <a:fillRect/>
          </a:stretch>
        </p:blipFill>
        <p:spPr>
          <a:xfrm>
            <a:off x="711708" y="1463039"/>
            <a:ext cx="1076706" cy="176022"/>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260591" y="6376415"/>
            <a:ext cx="2494025" cy="144018"/>
          </a:xfrm>
          <a:prstGeom prst="rect">
            <a:avLst/>
          </a:prstGeom>
        </p:spPr>
      </p:pic>
      <p:grpSp>
        <p:nvGrpSpPr>
          <p:cNvPr id="3" name="object 3"/>
          <p:cNvGrpSpPr/>
          <p:nvPr/>
        </p:nvGrpSpPr>
        <p:grpSpPr>
          <a:xfrm>
            <a:off x="0" y="1523"/>
            <a:ext cx="9903460" cy="6856730"/>
            <a:chOff x="0" y="1523"/>
            <a:chExt cx="9903460" cy="6856730"/>
          </a:xfrm>
        </p:grpSpPr>
        <p:pic>
          <p:nvPicPr>
            <p:cNvPr id="4" name="object 4"/>
            <p:cNvPicPr/>
            <p:nvPr/>
          </p:nvPicPr>
          <p:blipFill>
            <a:blip r:embed="rId3" cstate="print"/>
            <a:stretch>
              <a:fillRect/>
            </a:stretch>
          </p:blipFill>
          <p:spPr>
            <a:xfrm>
              <a:off x="9061703" y="6374891"/>
              <a:ext cx="282701" cy="113537"/>
            </a:xfrm>
            <a:prstGeom prst="rect">
              <a:avLst/>
            </a:prstGeom>
          </p:spPr>
        </p:pic>
        <p:pic>
          <p:nvPicPr>
            <p:cNvPr id="5" name="object 5"/>
            <p:cNvPicPr/>
            <p:nvPr/>
          </p:nvPicPr>
          <p:blipFill>
            <a:blip r:embed="rId4" cstate="print"/>
            <a:stretch>
              <a:fillRect/>
            </a:stretch>
          </p:blipFill>
          <p:spPr>
            <a:xfrm>
              <a:off x="0" y="1523"/>
              <a:ext cx="9902951" cy="6856472"/>
            </a:xfrm>
            <a:prstGeom prst="rect">
              <a:avLst/>
            </a:prstGeom>
          </p:spPr>
        </p:pic>
      </p:grpSp>
      <p:sp>
        <p:nvSpPr>
          <p:cNvPr id="6" name="object 6"/>
          <p:cNvSpPr/>
          <p:nvPr/>
        </p:nvSpPr>
        <p:spPr>
          <a:xfrm>
            <a:off x="0" y="0"/>
            <a:ext cx="9903460" cy="6858000"/>
          </a:xfrm>
          <a:custGeom>
            <a:avLst/>
            <a:gdLst/>
            <a:ahLst/>
            <a:cxnLst/>
            <a:rect l="l" t="t" r="r" b="b"/>
            <a:pathLst>
              <a:path w="9903460" h="6858000">
                <a:moveTo>
                  <a:pt x="9902952" y="0"/>
                </a:moveTo>
                <a:lnTo>
                  <a:pt x="0" y="0"/>
                </a:lnTo>
                <a:lnTo>
                  <a:pt x="0" y="6858000"/>
                </a:lnTo>
                <a:lnTo>
                  <a:pt x="9902952" y="6858000"/>
                </a:lnTo>
                <a:lnTo>
                  <a:pt x="9902952" y="0"/>
                </a:lnTo>
                <a:close/>
              </a:path>
            </a:pathLst>
          </a:custGeom>
          <a:solidFill>
            <a:srgbClr val="000000">
              <a:alpha val="74900"/>
            </a:srgbClr>
          </a:solidFill>
        </p:spPr>
        <p:txBody>
          <a:bodyPr wrap="square" lIns="0" tIns="0" rIns="0" bIns="0" rtlCol="0"/>
          <a:lstStyle/>
          <a:p>
            <a:endParaRPr/>
          </a:p>
        </p:txBody>
      </p:sp>
      <p:sp>
        <p:nvSpPr>
          <p:cNvPr id="7" name="object 7"/>
          <p:cNvSpPr/>
          <p:nvPr/>
        </p:nvSpPr>
        <p:spPr>
          <a:xfrm>
            <a:off x="657605" y="2327910"/>
            <a:ext cx="0" cy="1976120"/>
          </a:xfrm>
          <a:custGeom>
            <a:avLst/>
            <a:gdLst/>
            <a:ahLst/>
            <a:cxnLst/>
            <a:rect l="l" t="t" r="r" b="b"/>
            <a:pathLst>
              <a:path h="1976120">
                <a:moveTo>
                  <a:pt x="0" y="0"/>
                </a:moveTo>
                <a:lnTo>
                  <a:pt x="0" y="1975992"/>
                </a:lnTo>
              </a:path>
            </a:pathLst>
          </a:custGeom>
          <a:ln w="38100">
            <a:solidFill>
              <a:srgbClr val="FFFFFF"/>
            </a:solidFill>
          </a:ln>
        </p:spPr>
        <p:txBody>
          <a:bodyPr wrap="square" lIns="0" tIns="0" rIns="0" bIns="0" rtlCol="0"/>
          <a:lstStyle/>
          <a:p>
            <a:endParaRPr/>
          </a:p>
        </p:txBody>
      </p:sp>
      <p:pic>
        <p:nvPicPr>
          <p:cNvPr id="8" name="object 8"/>
          <p:cNvPicPr/>
          <p:nvPr/>
        </p:nvPicPr>
        <p:blipFill>
          <a:blip r:embed="rId5" cstate="print"/>
          <a:stretch>
            <a:fillRect/>
          </a:stretch>
        </p:blipFill>
        <p:spPr>
          <a:xfrm>
            <a:off x="1005839" y="2628900"/>
            <a:ext cx="3137154" cy="1375410"/>
          </a:xfrm>
          <a:prstGeom prst="rect">
            <a:avLst/>
          </a:prstGeom>
        </p:spPr>
      </p:pic>
      <p:sp>
        <p:nvSpPr>
          <p:cNvPr id="9" name="object 9"/>
          <p:cNvSpPr/>
          <p:nvPr/>
        </p:nvSpPr>
        <p:spPr>
          <a:xfrm>
            <a:off x="569976" y="6208776"/>
            <a:ext cx="8774430" cy="0"/>
          </a:xfrm>
          <a:custGeom>
            <a:avLst/>
            <a:gdLst/>
            <a:ahLst/>
            <a:cxnLst/>
            <a:rect l="l" t="t" r="r" b="b"/>
            <a:pathLst>
              <a:path w="8774430">
                <a:moveTo>
                  <a:pt x="0" y="0"/>
                </a:moveTo>
                <a:lnTo>
                  <a:pt x="8774303" y="0"/>
                </a:lnTo>
              </a:path>
            </a:pathLst>
          </a:custGeom>
          <a:ln w="6096">
            <a:solidFill>
              <a:srgbClr val="BEBEBE"/>
            </a:solidFill>
          </a:ln>
        </p:spPr>
        <p:txBody>
          <a:bodyPr wrap="square" lIns="0" tIns="0" rIns="0" bIns="0" rtlCol="0"/>
          <a:lstStyle/>
          <a:p>
            <a:endParaRPr/>
          </a:p>
        </p:txBody>
      </p:sp>
      <p:pic>
        <p:nvPicPr>
          <p:cNvPr id="10" name="object 10"/>
          <p:cNvPicPr/>
          <p:nvPr/>
        </p:nvPicPr>
        <p:blipFill>
          <a:blip r:embed="rId6" cstate="print"/>
          <a:stretch>
            <a:fillRect/>
          </a:stretch>
        </p:blipFill>
        <p:spPr>
          <a:xfrm>
            <a:off x="579119" y="6391655"/>
            <a:ext cx="2111502" cy="165354"/>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900285" cy="6858000"/>
          </a:xfrm>
          <a:custGeom>
            <a:avLst/>
            <a:gdLst/>
            <a:ahLst/>
            <a:cxnLst/>
            <a:rect l="l" t="t" r="r" b="b"/>
            <a:pathLst>
              <a:path w="9900285" h="6858000">
                <a:moveTo>
                  <a:pt x="9899904" y="0"/>
                </a:moveTo>
                <a:lnTo>
                  <a:pt x="0" y="0"/>
                </a:lnTo>
                <a:lnTo>
                  <a:pt x="0" y="6858000"/>
                </a:lnTo>
                <a:lnTo>
                  <a:pt x="9899904" y="6858000"/>
                </a:lnTo>
                <a:lnTo>
                  <a:pt x="9899904" y="0"/>
                </a:lnTo>
                <a:close/>
              </a:path>
            </a:pathLst>
          </a:custGeom>
          <a:solidFill>
            <a:srgbClr val="13289F">
              <a:alpha val="89802"/>
            </a:srgbClr>
          </a:solidFill>
        </p:spPr>
        <p:txBody>
          <a:bodyPr wrap="square" lIns="0" tIns="0" rIns="0" bIns="0" rtlCol="0"/>
          <a:lstStyle/>
          <a:p>
            <a:endParaRPr/>
          </a:p>
        </p:txBody>
      </p:sp>
      <p:pic>
        <p:nvPicPr>
          <p:cNvPr id="3" name="object 3"/>
          <p:cNvPicPr/>
          <p:nvPr/>
        </p:nvPicPr>
        <p:blipFill>
          <a:blip r:embed="rId2" cstate="print"/>
          <a:stretch>
            <a:fillRect/>
          </a:stretch>
        </p:blipFill>
        <p:spPr>
          <a:xfrm>
            <a:off x="443483" y="5692140"/>
            <a:ext cx="7820406" cy="704850"/>
          </a:xfrm>
          <a:prstGeom prst="rect">
            <a:avLst/>
          </a:prstGeom>
        </p:spPr>
      </p:pic>
      <p:pic>
        <p:nvPicPr>
          <p:cNvPr id="4" name="object 4"/>
          <p:cNvPicPr/>
          <p:nvPr/>
        </p:nvPicPr>
        <p:blipFill>
          <a:blip r:embed="rId3" cstate="print"/>
          <a:stretch>
            <a:fillRect/>
          </a:stretch>
        </p:blipFill>
        <p:spPr>
          <a:xfrm>
            <a:off x="3712464" y="3023616"/>
            <a:ext cx="2474976" cy="810768"/>
          </a:xfrm>
          <a:prstGeom prst="rect">
            <a:avLst/>
          </a:prstGeom>
        </p:spPr>
      </p:pic>
      <p:sp>
        <p:nvSpPr>
          <p:cNvPr id="5" name="object 5"/>
          <p:cNvSpPr/>
          <p:nvPr/>
        </p:nvSpPr>
        <p:spPr>
          <a:xfrm>
            <a:off x="449580" y="449580"/>
            <a:ext cx="1290955" cy="198120"/>
          </a:xfrm>
          <a:custGeom>
            <a:avLst/>
            <a:gdLst/>
            <a:ahLst/>
            <a:cxnLst/>
            <a:rect l="l" t="t" r="r" b="b"/>
            <a:pathLst>
              <a:path w="1290955" h="198120">
                <a:moveTo>
                  <a:pt x="49174" y="130556"/>
                </a:moveTo>
                <a:lnTo>
                  <a:pt x="0" y="130556"/>
                </a:lnTo>
                <a:lnTo>
                  <a:pt x="44" y="144982"/>
                </a:lnTo>
                <a:lnTo>
                  <a:pt x="5626" y="170366"/>
                </a:lnTo>
                <a:lnTo>
                  <a:pt x="20583" y="186785"/>
                </a:lnTo>
                <a:lnTo>
                  <a:pt x="41983" y="195536"/>
                </a:lnTo>
                <a:lnTo>
                  <a:pt x="66941" y="198120"/>
                </a:lnTo>
                <a:lnTo>
                  <a:pt x="90534" y="195871"/>
                </a:lnTo>
                <a:lnTo>
                  <a:pt x="110405" y="188610"/>
                </a:lnTo>
                <a:lnTo>
                  <a:pt x="124836" y="175563"/>
                </a:lnTo>
                <a:lnTo>
                  <a:pt x="128809" y="164846"/>
                </a:lnTo>
                <a:lnTo>
                  <a:pt x="56273" y="164846"/>
                </a:lnTo>
                <a:lnTo>
                  <a:pt x="49758" y="158369"/>
                </a:lnTo>
                <a:lnTo>
                  <a:pt x="49641" y="144780"/>
                </a:lnTo>
                <a:lnTo>
                  <a:pt x="49174" y="130556"/>
                </a:lnTo>
                <a:close/>
              </a:path>
              <a:path w="1290955" h="198120">
                <a:moveTo>
                  <a:pt x="66344" y="0"/>
                </a:moveTo>
                <a:lnTo>
                  <a:pt x="23920" y="9429"/>
                </a:lnTo>
                <a:lnTo>
                  <a:pt x="2374" y="41529"/>
                </a:lnTo>
                <a:lnTo>
                  <a:pt x="596" y="49784"/>
                </a:lnTo>
                <a:lnTo>
                  <a:pt x="596" y="56896"/>
                </a:lnTo>
                <a:lnTo>
                  <a:pt x="2374" y="66421"/>
                </a:lnTo>
                <a:lnTo>
                  <a:pt x="17508" y="90144"/>
                </a:lnTo>
                <a:lnTo>
                  <a:pt x="43472" y="107711"/>
                </a:lnTo>
                <a:lnTo>
                  <a:pt x="69769" y="122731"/>
                </a:lnTo>
                <a:lnTo>
                  <a:pt x="85902" y="138811"/>
                </a:lnTo>
                <a:lnTo>
                  <a:pt x="87668" y="143002"/>
                </a:lnTo>
                <a:lnTo>
                  <a:pt x="87083" y="148844"/>
                </a:lnTo>
                <a:lnTo>
                  <a:pt x="85902" y="152400"/>
                </a:lnTo>
                <a:lnTo>
                  <a:pt x="84709" y="158369"/>
                </a:lnTo>
                <a:lnTo>
                  <a:pt x="80568" y="164846"/>
                </a:lnTo>
                <a:lnTo>
                  <a:pt x="128809" y="164846"/>
                </a:lnTo>
                <a:lnTo>
                  <a:pt x="132105" y="155956"/>
                </a:lnTo>
                <a:lnTo>
                  <a:pt x="133185" y="144982"/>
                </a:lnTo>
                <a:lnTo>
                  <a:pt x="133215" y="136175"/>
                </a:lnTo>
                <a:lnTo>
                  <a:pt x="132689" y="129702"/>
                </a:lnTo>
                <a:lnTo>
                  <a:pt x="132105" y="125730"/>
                </a:lnTo>
                <a:lnTo>
                  <a:pt x="116643" y="101016"/>
                </a:lnTo>
                <a:lnTo>
                  <a:pt x="89744" y="83185"/>
                </a:lnTo>
                <a:lnTo>
                  <a:pt x="63293" y="68687"/>
                </a:lnTo>
                <a:lnTo>
                  <a:pt x="49174" y="53975"/>
                </a:lnTo>
                <a:lnTo>
                  <a:pt x="47980" y="49784"/>
                </a:lnTo>
                <a:lnTo>
                  <a:pt x="48470" y="46862"/>
                </a:lnTo>
                <a:lnTo>
                  <a:pt x="48577" y="43942"/>
                </a:lnTo>
                <a:lnTo>
                  <a:pt x="49758" y="37973"/>
                </a:lnTo>
                <a:lnTo>
                  <a:pt x="53911" y="31496"/>
                </a:lnTo>
                <a:lnTo>
                  <a:pt x="125269" y="31496"/>
                </a:lnTo>
                <a:lnTo>
                  <a:pt x="123000" y="22502"/>
                </a:lnTo>
                <a:lnTo>
                  <a:pt x="107522" y="8286"/>
                </a:lnTo>
                <a:lnTo>
                  <a:pt x="87157" y="1643"/>
                </a:lnTo>
                <a:lnTo>
                  <a:pt x="66344" y="0"/>
                </a:lnTo>
                <a:close/>
              </a:path>
              <a:path w="1290955" h="198120">
                <a:moveTo>
                  <a:pt x="125269" y="31496"/>
                </a:moveTo>
                <a:lnTo>
                  <a:pt x="76415" y="31496"/>
                </a:lnTo>
                <a:lnTo>
                  <a:pt x="82931" y="38608"/>
                </a:lnTo>
                <a:lnTo>
                  <a:pt x="82931" y="59944"/>
                </a:lnTo>
                <a:lnTo>
                  <a:pt x="129146" y="59944"/>
                </a:lnTo>
                <a:lnTo>
                  <a:pt x="129146" y="46862"/>
                </a:lnTo>
                <a:lnTo>
                  <a:pt x="125269" y="31496"/>
                </a:lnTo>
                <a:close/>
              </a:path>
              <a:path w="1290955" h="198120">
                <a:moveTo>
                  <a:pt x="649858" y="129921"/>
                </a:moveTo>
                <a:lnTo>
                  <a:pt x="600684" y="129921"/>
                </a:lnTo>
                <a:lnTo>
                  <a:pt x="600771" y="144545"/>
                </a:lnTo>
                <a:lnTo>
                  <a:pt x="606220" y="169652"/>
                </a:lnTo>
                <a:lnTo>
                  <a:pt x="620976" y="185896"/>
                </a:lnTo>
                <a:lnTo>
                  <a:pt x="642175" y="194472"/>
                </a:lnTo>
                <a:lnTo>
                  <a:pt x="667042" y="196977"/>
                </a:lnTo>
                <a:lnTo>
                  <a:pt x="690541" y="194738"/>
                </a:lnTo>
                <a:lnTo>
                  <a:pt x="710207" y="187547"/>
                </a:lnTo>
                <a:lnTo>
                  <a:pt x="724433" y="174688"/>
                </a:lnTo>
                <a:lnTo>
                  <a:pt x="728293" y="164337"/>
                </a:lnTo>
                <a:lnTo>
                  <a:pt x="656374" y="164337"/>
                </a:lnTo>
                <a:lnTo>
                  <a:pt x="649858" y="157734"/>
                </a:lnTo>
                <a:lnTo>
                  <a:pt x="649858" y="129921"/>
                </a:lnTo>
                <a:close/>
              </a:path>
              <a:path w="1290955" h="198120">
                <a:moveTo>
                  <a:pt x="666445" y="1143"/>
                </a:moveTo>
                <a:lnTo>
                  <a:pt x="624233" y="10271"/>
                </a:lnTo>
                <a:lnTo>
                  <a:pt x="602462" y="42164"/>
                </a:lnTo>
                <a:lnTo>
                  <a:pt x="601281" y="49784"/>
                </a:lnTo>
                <a:lnTo>
                  <a:pt x="601281" y="57531"/>
                </a:lnTo>
                <a:lnTo>
                  <a:pt x="603059" y="66421"/>
                </a:lnTo>
                <a:lnTo>
                  <a:pt x="618090" y="90044"/>
                </a:lnTo>
                <a:lnTo>
                  <a:pt x="643785" y="107394"/>
                </a:lnTo>
                <a:lnTo>
                  <a:pt x="669703" y="122195"/>
                </a:lnTo>
                <a:lnTo>
                  <a:pt x="685406" y="138175"/>
                </a:lnTo>
                <a:lnTo>
                  <a:pt x="687171" y="143002"/>
                </a:lnTo>
                <a:lnTo>
                  <a:pt x="686587" y="148336"/>
                </a:lnTo>
                <a:lnTo>
                  <a:pt x="685990" y="151892"/>
                </a:lnTo>
                <a:lnTo>
                  <a:pt x="684212" y="158369"/>
                </a:lnTo>
                <a:lnTo>
                  <a:pt x="680072" y="164337"/>
                </a:lnTo>
                <a:lnTo>
                  <a:pt x="728293" y="164337"/>
                </a:lnTo>
                <a:lnTo>
                  <a:pt x="731608" y="155448"/>
                </a:lnTo>
                <a:lnTo>
                  <a:pt x="732433" y="144545"/>
                </a:lnTo>
                <a:lnTo>
                  <a:pt x="732424" y="135858"/>
                </a:lnTo>
                <a:lnTo>
                  <a:pt x="715741" y="101070"/>
                </a:lnTo>
                <a:lnTo>
                  <a:pt x="663203" y="68768"/>
                </a:lnTo>
                <a:lnTo>
                  <a:pt x="649262" y="53975"/>
                </a:lnTo>
                <a:lnTo>
                  <a:pt x="648081" y="50419"/>
                </a:lnTo>
                <a:lnTo>
                  <a:pt x="648677" y="46862"/>
                </a:lnTo>
                <a:lnTo>
                  <a:pt x="649262" y="44450"/>
                </a:lnTo>
                <a:lnTo>
                  <a:pt x="650443" y="38608"/>
                </a:lnTo>
                <a:lnTo>
                  <a:pt x="653999" y="32004"/>
                </a:lnTo>
                <a:lnTo>
                  <a:pt x="724206" y="32004"/>
                </a:lnTo>
                <a:lnTo>
                  <a:pt x="722091" y="23485"/>
                </a:lnTo>
                <a:lnTo>
                  <a:pt x="707021" y="9413"/>
                </a:lnTo>
                <a:lnTo>
                  <a:pt x="687065" y="2795"/>
                </a:lnTo>
                <a:lnTo>
                  <a:pt x="666445" y="1143"/>
                </a:lnTo>
                <a:close/>
              </a:path>
              <a:path w="1290955" h="198120">
                <a:moveTo>
                  <a:pt x="724206" y="32004"/>
                </a:moveTo>
                <a:lnTo>
                  <a:pt x="676516" y="32004"/>
                </a:lnTo>
                <a:lnTo>
                  <a:pt x="682434" y="39116"/>
                </a:lnTo>
                <a:lnTo>
                  <a:pt x="682434" y="60452"/>
                </a:lnTo>
                <a:lnTo>
                  <a:pt x="728052" y="60452"/>
                </a:lnTo>
                <a:lnTo>
                  <a:pt x="728052" y="47498"/>
                </a:lnTo>
                <a:lnTo>
                  <a:pt x="724206" y="32004"/>
                </a:lnTo>
                <a:close/>
              </a:path>
              <a:path w="1290955" h="198120">
                <a:moveTo>
                  <a:pt x="1024889" y="5969"/>
                </a:moveTo>
                <a:lnTo>
                  <a:pt x="956182" y="5969"/>
                </a:lnTo>
                <a:lnTo>
                  <a:pt x="956182" y="189230"/>
                </a:lnTo>
                <a:lnTo>
                  <a:pt x="1001776" y="189230"/>
                </a:lnTo>
                <a:lnTo>
                  <a:pt x="998728" y="35560"/>
                </a:lnTo>
                <a:lnTo>
                  <a:pt x="1033474" y="35560"/>
                </a:lnTo>
                <a:lnTo>
                  <a:pt x="1024889" y="5969"/>
                </a:lnTo>
                <a:close/>
              </a:path>
              <a:path w="1290955" h="198120">
                <a:moveTo>
                  <a:pt x="1033474" y="35560"/>
                </a:moveTo>
                <a:lnTo>
                  <a:pt x="998728" y="35560"/>
                </a:lnTo>
                <a:lnTo>
                  <a:pt x="1045591" y="189230"/>
                </a:lnTo>
                <a:lnTo>
                  <a:pt x="1111377" y="189230"/>
                </a:lnTo>
                <a:lnTo>
                  <a:pt x="1111377" y="154812"/>
                </a:lnTo>
                <a:lnTo>
                  <a:pt x="1068070" y="154812"/>
                </a:lnTo>
                <a:lnTo>
                  <a:pt x="1033474" y="35560"/>
                </a:lnTo>
                <a:close/>
              </a:path>
              <a:path w="1290955" h="198120">
                <a:moveTo>
                  <a:pt x="1111377" y="5969"/>
                </a:moveTo>
                <a:lnTo>
                  <a:pt x="1065657" y="5969"/>
                </a:lnTo>
                <a:lnTo>
                  <a:pt x="1068070" y="154812"/>
                </a:lnTo>
                <a:lnTo>
                  <a:pt x="1111377" y="154812"/>
                </a:lnTo>
                <a:lnTo>
                  <a:pt x="1111377" y="5969"/>
                </a:lnTo>
                <a:close/>
              </a:path>
              <a:path w="1290955" h="198120">
                <a:moveTo>
                  <a:pt x="279615" y="5969"/>
                </a:moveTo>
                <a:lnTo>
                  <a:pt x="197269" y="5969"/>
                </a:lnTo>
                <a:lnTo>
                  <a:pt x="163499" y="191008"/>
                </a:lnTo>
                <a:lnTo>
                  <a:pt x="213258" y="191008"/>
                </a:lnTo>
                <a:lnTo>
                  <a:pt x="238734" y="19558"/>
                </a:lnTo>
                <a:lnTo>
                  <a:pt x="282094" y="19558"/>
                </a:lnTo>
                <a:lnTo>
                  <a:pt x="279615" y="5969"/>
                </a:lnTo>
                <a:close/>
              </a:path>
              <a:path w="1290955" h="198120">
                <a:moveTo>
                  <a:pt x="282094" y="19558"/>
                </a:moveTo>
                <a:lnTo>
                  <a:pt x="238734" y="19558"/>
                </a:lnTo>
                <a:lnTo>
                  <a:pt x="264210" y="191008"/>
                </a:lnTo>
                <a:lnTo>
                  <a:pt x="313372" y="191008"/>
                </a:lnTo>
                <a:lnTo>
                  <a:pt x="282094" y="19558"/>
                </a:lnTo>
                <a:close/>
              </a:path>
              <a:path w="1290955" h="198120">
                <a:moveTo>
                  <a:pt x="429488" y="5969"/>
                </a:moveTo>
                <a:lnTo>
                  <a:pt x="354253" y="5969"/>
                </a:lnTo>
                <a:lnTo>
                  <a:pt x="350697" y="191008"/>
                </a:lnTo>
                <a:lnTo>
                  <a:pt x="396316" y="191008"/>
                </a:lnTo>
                <a:lnTo>
                  <a:pt x="397497" y="19558"/>
                </a:lnTo>
                <a:lnTo>
                  <a:pt x="431714" y="19558"/>
                </a:lnTo>
                <a:lnTo>
                  <a:pt x="429488" y="5969"/>
                </a:lnTo>
                <a:close/>
              </a:path>
              <a:path w="1290955" h="198120">
                <a:moveTo>
                  <a:pt x="431714" y="19558"/>
                </a:moveTo>
                <a:lnTo>
                  <a:pt x="397497" y="19558"/>
                </a:lnTo>
                <a:lnTo>
                  <a:pt x="429488" y="191008"/>
                </a:lnTo>
                <a:lnTo>
                  <a:pt x="476288" y="191008"/>
                </a:lnTo>
                <a:lnTo>
                  <a:pt x="483823" y="150622"/>
                </a:lnTo>
                <a:lnTo>
                  <a:pt x="453186" y="150622"/>
                </a:lnTo>
                <a:lnTo>
                  <a:pt x="431714" y="19558"/>
                </a:lnTo>
                <a:close/>
              </a:path>
              <a:path w="1290955" h="198120">
                <a:moveTo>
                  <a:pt x="551826" y="19558"/>
                </a:moveTo>
                <a:lnTo>
                  <a:pt x="508279" y="19558"/>
                </a:lnTo>
                <a:lnTo>
                  <a:pt x="509460" y="191008"/>
                </a:lnTo>
                <a:lnTo>
                  <a:pt x="555663" y="191008"/>
                </a:lnTo>
                <a:lnTo>
                  <a:pt x="551826" y="19558"/>
                </a:lnTo>
                <a:close/>
              </a:path>
              <a:path w="1290955" h="198120">
                <a:moveTo>
                  <a:pt x="551522" y="5969"/>
                </a:moveTo>
                <a:lnTo>
                  <a:pt x="476288" y="5969"/>
                </a:lnTo>
                <a:lnTo>
                  <a:pt x="453186" y="150622"/>
                </a:lnTo>
                <a:lnTo>
                  <a:pt x="483823" y="150622"/>
                </a:lnTo>
                <a:lnTo>
                  <a:pt x="508279" y="19558"/>
                </a:lnTo>
                <a:lnTo>
                  <a:pt x="551826" y="19558"/>
                </a:lnTo>
                <a:lnTo>
                  <a:pt x="551522" y="5969"/>
                </a:lnTo>
                <a:close/>
              </a:path>
              <a:path w="1290955" h="198120">
                <a:moveTo>
                  <a:pt x="822198" y="5969"/>
                </a:moveTo>
                <a:lnTo>
                  <a:pt x="775449" y="5969"/>
                </a:lnTo>
                <a:lnTo>
                  <a:pt x="775449" y="148844"/>
                </a:lnTo>
                <a:lnTo>
                  <a:pt x="776033" y="150622"/>
                </a:lnTo>
                <a:lnTo>
                  <a:pt x="782529" y="172285"/>
                </a:lnTo>
                <a:lnTo>
                  <a:pt x="796466" y="186388"/>
                </a:lnTo>
                <a:lnTo>
                  <a:pt x="816172" y="194038"/>
                </a:lnTo>
                <a:lnTo>
                  <a:pt x="839978" y="196342"/>
                </a:lnTo>
                <a:lnTo>
                  <a:pt x="864169" y="194038"/>
                </a:lnTo>
                <a:lnTo>
                  <a:pt x="884062" y="186388"/>
                </a:lnTo>
                <a:lnTo>
                  <a:pt x="898074" y="172285"/>
                </a:lnTo>
                <a:lnTo>
                  <a:pt x="900859" y="163068"/>
                </a:lnTo>
                <a:lnTo>
                  <a:pt x="827532" y="163068"/>
                </a:lnTo>
                <a:lnTo>
                  <a:pt x="823468" y="154178"/>
                </a:lnTo>
                <a:lnTo>
                  <a:pt x="822832" y="150114"/>
                </a:lnTo>
                <a:lnTo>
                  <a:pt x="822198" y="147700"/>
                </a:lnTo>
                <a:lnTo>
                  <a:pt x="822198" y="5969"/>
                </a:lnTo>
                <a:close/>
              </a:path>
              <a:path w="1290955" h="198120">
                <a:moveTo>
                  <a:pt x="905129" y="5969"/>
                </a:moveTo>
                <a:lnTo>
                  <a:pt x="858393" y="5969"/>
                </a:lnTo>
                <a:lnTo>
                  <a:pt x="858393" y="147700"/>
                </a:lnTo>
                <a:lnTo>
                  <a:pt x="857757" y="150114"/>
                </a:lnTo>
                <a:lnTo>
                  <a:pt x="857250" y="154178"/>
                </a:lnTo>
                <a:lnTo>
                  <a:pt x="853058" y="163068"/>
                </a:lnTo>
                <a:lnTo>
                  <a:pt x="900859" y="163068"/>
                </a:lnTo>
                <a:lnTo>
                  <a:pt x="904620" y="150622"/>
                </a:lnTo>
                <a:lnTo>
                  <a:pt x="905129" y="148844"/>
                </a:lnTo>
                <a:lnTo>
                  <a:pt x="905129" y="5969"/>
                </a:lnTo>
                <a:close/>
              </a:path>
              <a:path w="1290955" h="198120">
                <a:moveTo>
                  <a:pt x="1225042" y="1143"/>
                </a:moveTo>
                <a:lnTo>
                  <a:pt x="1182115" y="11096"/>
                </a:lnTo>
                <a:lnTo>
                  <a:pt x="1160526" y="46862"/>
                </a:lnTo>
                <a:lnTo>
                  <a:pt x="1159891" y="49784"/>
                </a:lnTo>
                <a:lnTo>
                  <a:pt x="1159891" y="143002"/>
                </a:lnTo>
                <a:lnTo>
                  <a:pt x="1181687" y="184419"/>
                </a:lnTo>
                <a:lnTo>
                  <a:pt x="1225042" y="194564"/>
                </a:lnTo>
                <a:lnTo>
                  <a:pt x="1248794" y="192188"/>
                </a:lnTo>
                <a:lnTo>
                  <a:pt x="1268952" y="184419"/>
                </a:lnTo>
                <a:lnTo>
                  <a:pt x="1283442" y="170293"/>
                </a:lnTo>
                <a:lnTo>
                  <a:pt x="1286275" y="161290"/>
                </a:lnTo>
                <a:lnTo>
                  <a:pt x="1211452" y="161290"/>
                </a:lnTo>
                <a:lnTo>
                  <a:pt x="1207262" y="153035"/>
                </a:lnTo>
                <a:lnTo>
                  <a:pt x="1206119" y="147700"/>
                </a:lnTo>
                <a:lnTo>
                  <a:pt x="1206119" y="145923"/>
                </a:lnTo>
                <a:lnTo>
                  <a:pt x="1205483" y="143002"/>
                </a:lnTo>
                <a:lnTo>
                  <a:pt x="1205594" y="52832"/>
                </a:lnTo>
                <a:lnTo>
                  <a:pt x="1206753" y="47498"/>
                </a:lnTo>
                <a:lnTo>
                  <a:pt x="1207262" y="43307"/>
                </a:lnTo>
                <a:lnTo>
                  <a:pt x="1211452" y="34417"/>
                </a:lnTo>
                <a:lnTo>
                  <a:pt x="1286209" y="34417"/>
                </a:lnTo>
                <a:lnTo>
                  <a:pt x="1283174" y="24931"/>
                </a:lnTo>
                <a:lnTo>
                  <a:pt x="1268714" y="10858"/>
                </a:lnTo>
                <a:lnTo>
                  <a:pt x="1248705" y="3357"/>
                </a:lnTo>
                <a:lnTo>
                  <a:pt x="1225042" y="1143"/>
                </a:lnTo>
                <a:close/>
              </a:path>
              <a:path w="1290955" h="198120">
                <a:moveTo>
                  <a:pt x="1290827" y="87249"/>
                </a:moveTo>
                <a:lnTo>
                  <a:pt x="1225677" y="87249"/>
                </a:lnTo>
                <a:lnTo>
                  <a:pt x="1225677" y="113919"/>
                </a:lnTo>
                <a:lnTo>
                  <a:pt x="1244600" y="113919"/>
                </a:lnTo>
                <a:lnTo>
                  <a:pt x="1244600" y="145923"/>
                </a:lnTo>
                <a:lnTo>
                  <a:pt x="1244092" y="147700"/>
                </a:lnTo>
                <a:lnTo>
                  <a:pt x="1243457" y="153035"/>
                </a:lnTo>
                <a:lnTo>
                  <a:pt x="1238758" y="161290"/>
                </a:lnTo>
                <a:lnTo>
                  <a:pt x="1286275" y="161290"/>
                </a:lnTo>
                <a:lnTo>
                  <a:pt x="1290193" y="148844"/>
                </a:lnTo>
                <a:lnTo>
                  <a:pt x="1290827" y="143002"/>
                </a:lnTo>
                <a:lnTo>
                  <a:pt x="1290827" y="87249"/>
                </a:lnTo>
                <a:close/>
              </a:path>
              <a:path w="1290955" h="198120">
                <a:moveTo>
                  <a:pt x="1286209" y="34417"/>
                </a:moveTo>
                <a:lnTo>
                  <a:pt x="1239265" y="34417"/>
                </a:lnTo>
                <a:lnTo>
                  <a:pt x="1242821" y="43942"/>
                </a:lnTo>
                <a:lnTo>
                  <a:pt x="1243457" y="47498"/>
                </a:lnTo>
                <a:lnTo>
                  <a:pt x="1244092" y="50419"/>
                </a:lnTo>
                <a:lnTo>
                  <a:pt x="1244092" y="65278"/>
                </a:lnTo>
                <a:lnTo>
                  <a:pt x="1290193" y="65278"/>
                </a:lnTo>
                <a:lnTo>
                  <a:pt x="1290193" y="58674"/>
                </a:lnTo>
                <a:lnTo>
                  <a:pt x="1290827" y="52832"/>
                </a:lnTo>
                <a:lnTo>
                  <a:pt x="1290193" y="46862"/>
                </a:lnTo>
                <a:lnTo>
                  <a:pt x="1286209" y="34417"/>
                </a:lnTo>
                <a:close/>
              </a:path>
            </a:pathLst>
          </a:custGeom>
          <a:solidFill>
            <a:srgbClr val="FFFFFF"/>
          </a:solid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TotalTime>
  <Words>5838</Words>
  <Application>Microsoft Office PowerPoint</Application>
  <PresentationFormat>A4 Paper (210x297 mm)</PresentationFormat>
  <Paragraphs>1307</Paragraphs>
  <Slides>132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132</vt:i4>
      </vt:variant>
    </vt:vector>
  </HeadingPairs>
  <TitlesOfParts>
    <vt:vector size="143" baseType="lpstr">
      <vt:lpstr>Arial</vt:lpstr>
      <vt:lpstr>Arial MT</vt:lpstr>
      <vt:lpstr>Calibri</vt:lpstr>
      <vt:lpstr>Cambria Math</vt:lpstr>
      <vt:lpstr>Ebrima</vt:lpstr>
      <vt:lpstr>Lucida Console</vt:lpstr>
      <vt:lpstr>Symbol</vt:lpstr>
      <vt:lpstr>Tahoma</vt:lpstr>
      <vt:lpstr>Times New Roman</vt:lpstr>
      <vt:lpstr>Trebuchet MS</vt:lpstr>
      <vt:lpstr>Office Theme</vt:lpstr>
      <vt:lpstr>PowerPoint Presentation</vt:lpstr>
      <vt:lpstr>PowerPoint Presentation</vt:lpstr>
      <vt:lpstr>Chapter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1.2. Components of Convolutional Neural Network (CNN)</vt:lpstr>
      <vt:lpstr>1.2. Components of Convolutional Neural Network (CNN)</vt:lpstr>
      <vt:lpstr>1.2. Components of Convolutional Neural Network (CNN)</vt:lpstr>
      <vt:lpstr>1.2. Components of Convolutional Neural Network (CNN)</vt:lpstr>
      <vt:lpstr>1.2. Components of Convolutional Neural Network (CNN)</vt:lpstr>
      <vt:lpstr>1.2. Components of Convolutional Neural Network (CNN)</vt:lpstr>
      <vt:lpstr>1.2. Components of Convolutional Neural Network (CNN)</vt:lpstr>
      <vt:lpstr>1.2. Components of Convolutional Neural Network (CNN)</vt:lpstr>
      <vt:lpstr>1.2. Components of Convolutional Neural Network (CNN)</vt:lpstr>
      <vt:lpstr>1.2. Components of Convolutional Neural Network (CNN)</vt:lpstr>
      <vt:lpstr>1.2. Components of Convolutional Neural Network (CNN)</vt:lpstr>
      <vt:lpstr>PowerPoint Presentation</vt:lpstr>
      <vt:lpstr>1.3. Building Deep Convolutional Neural Network using Basic Components</vt:lpstr>
      <vt:lpstr>1.3. Building Deep Convolutional Neural Network using Basic Components</vt:lpstr>
      <vt:lpstr>1.3. Building Deep Convolutional Neural Network using Basic Components</vt:lpstr>
      <vt:lpstr>1.3. Building Deep Convolutional Neural Network using Basic Components</vt:lpstr>
      <vt:lpstr>1.3. Building Deep Convolutional Neural Network using Basic Components</vt:lpstr>
      <vt:lpstr>1.3. Building Deep Convolutional Neural Network using Basic Components</vt:lpstr>
      <vt:lpstr>1.3. Building Deep Convolutional Neural Network using Basic Components</vt:lpstr>
      <vt:lpstr>1.3. Building Deep Convolutional Neural Network using Basic Components</vt:lpstr>
      <vt:lpstr>1.3. Building Deep Convolutional Neural Network using Basic Components</vt:lpstr>
      <vt:lpstr>1.3. Building Deep Convolutional Neural Network using Basic Components</vt:lpstr>
      <vt:lpstr>1.3. Building Deep Convolutional Neural Network using Basic Components</vt:lpstr>
      <vt:lpstr>PowerPoint Presentation</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1.4. Building Convolutional Neural Network using TensorFlow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3.1. AutoEncoder</vt:lpstr>
      <vt:lpstr>PowerPoint Presentation</vt:lpstr>
      <vt:lpstr>PowerPoint Presentation</vt:lpstr>
      <vt:lpstr>PowerPoint Presentation</vt:lpstr>
      <vt:lpstr>PowerPoint Presentation</vt:lpstr>
      <vt:lpstr>3.2. About the Generative Adversarial Networks (GAN)</vt:lpstr>
      <vt:lpstr>3.2. About the Generative Adversarial Networks (GAN)</vt:lpstr>
      <vt:lpstr>3.2. About the Generative Adversarial Networks (GAN)</vt:lpstr>
      <vt:lpstr>3.2. About the Generative Adversarial Networks (GAN)</vt:lpstr>
      <vt:lpstr>3.2. About the Generative Adversarial Networks (GAN)</vt:lpstr>
      <vt:lpstr>3.2. About the Generative Adversarial Networks (GAN)</vt:lpstr>
      <vt:lpstr>3.2. About the Generative Adversarial Networks (GAN)</vt:lpstr>
      <vt:lpstr>3.2. About the Generative Adversarial Networks (GAN)</vt:lpstr>
      <vt:lpstr>3.2. About the Generative Adversarial Networks (GAN)</vt:lpstr>
      <vt:lpstr>3.2. About the Generative Adversarial Networks (GAN)</vt:lpstr>
      <vt:lpstr>3.2. About the Generative Adversarial Networks (GAN)</vt:lpstr>
      <vt:lpstr>3.2. About the Generative Adversarial Networks (GAN)</vt:lpstr>
      <vt:lpstr>3.2. About the Generative Adversarial Networks (GAN)</vt:lpstr>
      <vt:lpstr>PowerPoint Presentation</vt:lpstr>
      <vt:lpstr>PowerPoint Presentation</vt:lpstr>
      <vt:lpstr>PowerPoint Presentation</vt:lpstr>
      <vt:lpstr>PowerPoint Presentation</vt:lpstr>
      <vt:lpstr>PowerPoint Presentation</vt:lpstr>
      <vt:lpstr>3.3. Generative Adversarial Networks Exercise</vt:lpstr>
      <vt:lpstr>PowerPoint Presentation</vt:lpstr>
      <vt:lpstr>3.3. Generative Adversarial Networks Exercise</vt:lpstr>
      <vt:lpstr>PowerPoint Presentation</vt:lpstr>
      <vt:lpstr>PowerPoint Presentation</vt:lpstr>
      <vt:lpstr>PowerPoint Presentation</vt:lpstr>
      <vt:lpstr>PowerPoint Presentation</vt:lpstr>
      <vt:lpstr>3.3. Generative Adversarial Networks Exercise</vt:lpstr>
      <vt:lpstr>PowerPoint Presentation</vt:lpstr>
      <vt:lpstr>3.3. Generative Adversarial Networks Exercise</vt:lpstr>
      <vt:lpstr>3.3. Generative Adversarial Networks Exercise</vt:lpstr>
      <vt:lpstr>3.3. Generative Adversarial Networks Exercise</vt:lpstr>
      <vt:lpstr>PowerPoint Presentation</vt:lpstr>
      <vt:lpstr>PowerPoint Presentation</vt:lpstr>
      <vt:lpstr>3.3. Generative Adversarial Networks Exercise</vt:lpstr>
      <vt:lpstr>PowerPoint Presentation</vt:lpstr>
      <vt:lpstr>PowerPoint Presentation</vt:lpstr>
      <vt:lpstr>3.3. Generative Adversarial Networks Exercise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GKN GKN</dc:creator>
  <cp:lastModifiedBy>New Era</cp:lastModifiedBy>
  <cp:revision>8</cp:revision>
  <dcterms:created xsi:type="dcterms:W3CDTF">2023-08-11T06:33:23Z</dcterms:created>
  <dcterms:modified xsi:type="dcterms:W3CDTF">2023-09-10T13:23:34Z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2023-02-07T00:00:00Z</vt:filetime>
  </property>
  <property fmtid="{D5CDD505-2E9C-101B-9397-08002B2CF9AE}" pid="3" name="Creator">
    <vt:lpwstr>Microsoft® PowerPoint® 2016</vt:lpwstr>
  </property>
  <property fmtid="{D5CDD505-2E9C-101B-9397-08002B2CF9AE}" pid="4" name="LastSaved">
    <vt:filetime>2023-08-11T00:00:00Z</vt:filetime>
  </property>
</Properties>
</file>