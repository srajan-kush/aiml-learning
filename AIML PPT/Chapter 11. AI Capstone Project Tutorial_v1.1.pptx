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906000" cy="6858000" type="A4"/>
  <p:notesSz cx="9906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06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22-Aug-23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22-Aug-23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22-Aug-23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22-Aug-23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22-Aug-23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902951" cy="142535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7489" y="431419"/>
            <a:ext cx="9031020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300" y="1577340"/>
            <a:ext cx="89154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22-Aug-23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8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5" Type="http://schemas.openxmlformats.org/officeDocument/2006/relationships/image" Target="../media/image21.png"/><Relationship Id="rId2" Type="http://schemas.openxmlformats.org/officeDocument/2006/relationships/image" Target="../media/image22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10" Type="http://schemas.openxmlformats.org/officeDocument/2006/relationships/image" Target="../media/image28.png"/><Relationship Id="rId19" Type="http://schemas.openxmlformats.org/officeDocument/2006/relationships/image" Target="../media/image37.jpg"/><Relationship Id="rId4" Type="http://schemas.openxmlformats.org/officeDocument/2006/relationships/image" Target="../media/image18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40.png"/><Relationship Id="rId3" Type="http://schemas.openxmlformats.org/officeDocument/2006/relationships/image" Target="../media/image8.png"/><Relationship Id="rId7" Type="http://schemas.openxmlformats.org/officeDocument/2006/relationships/image" Target="../media/image46.png"/><Relationship Id="rId12" Type="http://schemas.openxmlformats.org/officeDocument/2006/relationships/image" Target="../media/image3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png"/><Relationship Id="rId11" Type="http://schemas.openxmlformats.org/officeDocument/2006/relationships/image" Target="../media/image38.png"/><Relationship Id="rId5" Type="http://schemas.openxmlformats.org/officeDocument/2006/relationships/image" Target="../media/image44.png"/><Relationship Id="rId15" Type="http://schemas.openxmlformats.org/officeDocument/2006/relationships/image" Target="../media/image21.png"/><Relationship Id="rId10" Type="http://schemas.openxmlformats.org/officeDocument/2006/relationships/image" Target="../media/image49.png"/><Relationship Id="rId4" Type="http://schemas.openxmlformats.org/officeDocument/2006/relationships/image" Target="../media/image18.png"/><Relationship Id="rId9" Type="http://schemas.openxmlformats.org/officeDocument/2006/relationships/image" Target="../media/image48.png"/><Relationship Id="rId14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30.png"/><Relationship Id="rId18" Type="http://schemas.openxmlformats.org/officeDocument/2006/relationships/image" Target="../media/image57.png"/><Relationship Id="rId26" Type="http://schemas.openxmlformats.org/officeDocument/2006/relationships/image" Target="../media/image21.png"/><Relationship Id="rId3" Type="http://schemas.openxmlformats.org/officeDocument/2006/relationships/image" Target="../media/image8.png"/><Relationship Id="rId21" Type="http://schemas.openxmlformats.org/officeDocument/2006/relationships/image" Target="../media/image39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56.png"/><Relationship Id="rId25" Type="http://schemas.openxmlformats.org/officeDocument/2006/relationships/image" Target="../media/image61.jpg"/><Relationship Id="rId2" Type="http://schemas.openxmlformats.org/officeDocument/2006/relationships/image" Target="../media/image51.png"/><Relationship Id="rId16" Type="http://schemas.openxmlformats.org/officeDocument/2006/relationships/image" Target="../media/image55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11" Type="http://schemas.openxmlformats.org/officeDocument/2006/relationships/image" Target="../media/image54.png"/><Relationship Id="rId24" Type="http://schemas.openxmlformats.org/officeDocument/2006/relationships/image" Target="../media/image60.png"/><Relationship Id="rId5" Type="http://schemas.openxmlformats.org/officeDocument/2006/relationships/image" Target="../media/image28.png"/><Relationship Id="rId15" Type="http://schemas.openxmlformats.org/officeDocument/2006/relationships/image" Target="../media/image32.png"/><Relationship Id="rId23" Type="http://schemas.openxmlformats.org/officeDocument/2006/relationships/image" Target="../media/image41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18.png"/><Relationship Id="rId9" Type="http://schemas.openxmlformats.org/officeDocument/2006/relationships/image" Target="../media/image53.png"/><Relationship Id="rId14" Type="http://schemas.openxmlformats.org/officeDocument/2006/relationships/image" Target="../media/image31.png"/><Relationship Id="rId22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26" Type="http://schemas.openxmlformats.org/officeDocument/2006/relationships/image" Target="../media/image61.jpg"/><Relationship Id="rId3" Type="http://schemas.openxmlformats.org/officeDocument/2006/relationships/image" Target="../media/image8.png"/><Relationship Id="rId21" Type="http://schemas.openxmlformats.org/officeDocument/2006/relationships/image" Target="../media/image66.png"/><Relationship Id="rId7" Type="http://schemas.openxmlformats.org/officeDocument/2006/relationships/image" Target="../media/image26.png"/><Relationship Id="rId12" Type="http://schemas.openxmlformats.org/officeDocument/2006/relationships/image" Target="../media/image27.png"/><Relationship Id="rId17" Type="http://schemas.openxmlformats.org/officeDocument/2006/relationships/image" Target="../media/image55.png"/><Relationship Id="rId25" Type="http://schemas.openxmlformats.org/officeDocument/2006/relationships/image" Target="../media/image68.png"/><Relationship Id="rId2" Type="http://schemas.openxmlformats.org/officeDocument/2006/relationships/image" Target="../media/image62.png"/><Relationship Id="rId16" Type="http://schemas.openxmlformats.org/officeDocument/2006/relationships/image" Target="../media/image32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11" Type="http://schemas.openxmlformats.org/officeDocument/2006/relationships/image" Target="../media/image64.png"/><Relationship Id="rId24" Type="http://schemas.openxmlformats.org/officeDocument/2006/relationships/image" Target="../media/image41.png"/><Relationship Id="rId5" Type="http://schemas.openxmlformats.org/officeDocument/2006/relationships/image" Target="../media/image23.png"/><Relationship Id="rId15" Type="http://schemas.openxmlformats.org/officeDocument/2006/relationships/image" Target="../media/image31.png"/><Relationship Id="rId23" Type="http://schemas.openxmlformats.org/officeDocument/2006/relationships/image" Target="../media/image40.png"/><Relationship Id="rId10" Type="http://schemas.openxmlformats.org/officeDocument/2006/relationships/image" Target="../media/image63.png"/><Relationship Id="rId19" Type="http://schemas.openxmlformats.org/officeDocument/2006/relationships/image" Target="../media/image35.png"/><Relationship Id="rId4" Type="http://schemas.openxmlformats.org/officeDocument/2006/relationships/image" Target="../media/image18.png"/><Relationship Id="rId9" Type="http://schemas.openxmlformats.org/officeDocument/2006/relationships/image" Target="../media/image28.png"/><Relationship Id="rId14" Type="http://schemas.openxmlformats.org/officeDocument/2006/relationships/image" Target="../media/image30.png"/><Relationship Id="rId22" Type="http://schemas.openxmlformats.org/officeDocument/2006/relationships/image" Target="../media/image67.png"/><Relationship Id="rId27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26" Type="http://schemas.openxmlformats.org/officeDocument/2006/relationships/image" Target="../media/image91.png"/><Relationship Id="rId39" Type="http://schemas.openxmlformats.org/officeDocument/2006/relationships/image" Target="../media/image104.png"/><Relationship Id="rId21" Type="http://schemas.openxmlformats.org/officeDocument/2006/relationships/image" Target="../media/image86.png"/><Relationship Id="rId34" Type="http://schemas.openxmlformats.org/officeDocument/2006/relationships/image" Target="../media/image99.png"/><Relationship Id="rId42" Type="http://schemas.openxmlformats.org/officeDocument/2006/relationships/image" Target="../media/image107.png"/><Relationship Id="rId47" Type="http://schemas.openxmlformats.org/officeDocument/2006/relationships/image" Target="../media/image112.png"/><Relationship Id="rId50" Type="http://schemas.openxmlformats.org/officeDocument/2006/relationships/image" Target="../media/image115.png"/><Relationship Id="rId7" Type="http://schemas.openxmlformats.org/officeDocument/2006/relationships/image" Target="../media/image72.png"/><Relationship Id="rId2" Type="http://schemas.openxmlformats.org/officeDocument/2006/relationships/image" Target="../media/image69.png"/><Relationship Id="rId16" Type="http://schemas.openxmlformats.org/officeDocument/2006/relationships/image" Target="../media/image81.png"/><Relationship Id="rId29" Type="http://schemas.openxmlformats.org/officeDocument/2006/relationships/image" Target="../media/image94.png"/><Relationship Id="rId11" Type="http://schemas.openxmlformats.org/officeDocument/2006/relationships/image" Target="../media/image76.png"/><Relationship Id="rId24" Type="http://schemas.openxmlformats.org/officeDocument/2006/relationships/image" Target="../media/image89.png"/><Relationship Id="rId32" Type="http://schemas.openxmlformats.org/officeDocument/2006/relationships/image" Target="../media/image97.png"/><Relationship Id="rId37" Type="http://schemas.openxmlformats.org/officeDocument/2006/relationships/image" Target="../media/image102.png"/><Relationship Id="rId40" Type="http://schemas.openxmlformats.org/officeDocument/2006/relationships/image" Target="../media/image105.png"/><Relationship Id="rId45" Type="http://schemas.openxmlformats.org/officeDocument/2006/relationships/image" Target="../media/image110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23" Type="http://schemas.openxmlformats.org/officeDocument/2006/relationships/image" Target="../media/image88.png"/><Relationship Id="rId28" Type="http://schemas.openxmlformats.org/officeDocument/2006/relationships/image" Target="../media/image93.png"/><Relationship Id="rId36" Type="http://schemas.openxmlformats.org/officeDocument/2006/relationships/image" Target="../media/image101.png"/><Relationship Id="rId49" Type="http://schemas.openxmlformats.org/officeDocument/2006/relationships/image" Target="../media/image114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31" Type="http://schemas.openxmlformats.org/officeDocument/2006/relationships/image" Target="../media/image96.png"/><Relationship Id="rId44" Type="http://schemas.openxmlformats.org/officeDocument/2006/relationships/image" Target="../media/image109.png"/><Relationship Id="rId52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87.png"/><Relationship Id="rId27" Type="http://schemas.openxmlformats.org/officeDocument/2006/relationships/image" Target="../media/image92.png"/><Relationship Id="rId30" Type="http://schemas.openxmlformats.org/officeDocument/2006/relationships/image" Target="../media/image95.png"/><Relationship Id="rId35" Type="http://schemas.openxmlformats.org/officeDocument/2006/relationships/image" Target="../media/image100.png"/><Relationship Id="rId43" Type="http://schemas.openxmlformats.org/officeDocument/2006/relationships/image" Target="../media/image108.png"/><Relationship Id="rId48" Type="http://schemas.openxmlformats.org/officeDocument/2006/relationships/image" Target="../media/image113.png"/><Relationship Id="rId8" Type="http://schemas.openxmlformats.org/officeDocument/2006/relationships/image" Target="../media/image73.png"/><Relationship Id="rId51" Type="http://schemas.openxmlformats.org/officeDocument/2006/relationships/image" Target="../media/image116.png"/><Relationship Id="rId3" Type="http://schemas.openxmlformats.org/officeDocument/2006/relationships/image" Target="../media/image8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5" Type="http://schemas.openxmlformats.org/officeDocument/2006/relationships/image" Target="../media/image90.png"/><Relationship Id="rId33" Type="http://schemas.openxmlformats.org/officeDocument/2006/relationships/image" Target="../media/image98.png"/><Relationship Id="rId38" Type="http://schemas.openxmlformats.org/officeDocument/2006/relationships/image" Target="../media/image103.png"/><Relationship Id="rId46" Type="http://schemas.openxmlformats.org/officeDocument/2006/relationships/image" Target="../media/image111.png"/><Relationship Id="rId20" Type="http://schemas.openxmlformats.org/officeDocument/2006/relationships/image" Target="../media/image85.png"/><Relationship Id="rId41" Type="http://schemas.openxmlformats.org/officeDocument/2006/relationships/image" Target="../media/image10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29.png"/><Relationship Id="rId18" Type="http://schemas.openxmlformats.org/officeDocument/2006/relationships/image" Target="../media/image32.png"/><Relationship Id="rId3" Type="http://schemas.openxmlformats.org/officeDocument/2006/relationships/image" Target="../media/image8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17" Type="http://schemas.openxmlformats.org/officeDocument/2006/relationships/image" Target="../media/image126.png"/><Relationship Id="rId2" Type="http://schemas.openxmlformats.org/officeDocument/2006/relationships/image" Target="../media/image117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5" Type="http://schemas.openxmlformats.org/officeDocument/2006/relationships/image" Target="../media/image38.png"/><Relationship Id="rId10" Type="http://schemas.openxmlformats.org/officeDocument/2006/relationships/image" Target="../media/image123.png"/><Relationship Id="rId19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image" Target="../media/image122.png"/><Relationship Id="rId1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1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0" Type="http://schemas.openxmlformats.org/officeDocument/2006/relationships/image" Target="../media/image136.png"/><Relationship Id="rId4" Type="http://schemas.openxmlformats.org/officeDocument/2006/relationships/image" Target="../media/image18.png"/><Relationship Id="rId9" Type="http://schemas.openxmlformats.org/officeDocument/2006/relationships/image" Target="../media/image1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2.png"/><Relationship Id="rId7" Type="http://schemas.openxmlformats.org/officeDocument/2006/relationships/image" Target="../media/image144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3.png"/><Relationship Id="rId5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4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56.png"/><Relationship Id="rId3" Type="http://schemas.openxmlformats.org/officeDocument/2006/relationships/image" Target="../media/image8.png"/><Relationship Id="rId7" Type="http://schemas.openxmlformats.org/officeDocument/2006/relationships/image" Target="../media/image150.png"/><Relationship Id="rId12" Type="http://schemas.openxmlformats.org/officeDocument/2006/relationships/image" Target="../media/image155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9.png"/><Relationship Id="rId11" Type="http://schemas.openxmlformats.org/officeDocument/2006/relationships/image" Target="../media/image154.png"/><Relationship Id="rId5" Type="http://schemas.openxmlformats.org/officeDocument/2006/relationships/image" Target="../media/image148.jpg"/><Relationship Id="rId10" Type="http://schemas.openxmlformats.org/officeDocument/2006/relationships/image" Target="../media/image153.png"/><Relationship Id="rId4" Type="http://schemas.openxmlformats.org/officeDocument/2006/relationships/image" Target="../media/image18.png"/><Relationship Id="rId9" Type="http://schemas.openxmlformats.org/officeDocument/2006/relationships/image" Target="../media/image152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6.png"/><Relationship Id="rId18" Type="http://schemas.openxmlformats.org/officeDocument/2006/relationships/image" Target="../media/image171.png"/><Relationship Id="rId26" Type="http://schemas.openxmlformats.org/officeDocument/2006/relationships/image" Target="../media/image179.png"/><Relationship Id="rId39" Type="http://schemas.openxmlformats.org/officeDocument/2006/relationships/image" Target="../media/image192.png"/><Relationship Id="rId21" Type="http://schemas.openxmlformats.org/officeDocument/2006/relationships/image" Target="../media/image174.png"/><Relationship Id="rId34" Type="http://schemas.openxmlformats.org/officeDocument/2006/relationships/image" Target="../media/image187.png"/><Relationship Id="rId42" Type="http://schemas.openxmlformats.org/officeDocument/2006/relationships/image" Target="../media/image154.png"/><Relationship Id="rId7" Type="http://schemas.openxmlformats.org/officeDocument/2006/relationships/image" Target="../media/image160.png"/><Relationship Id="rId2" Type="http://schemas.openxmlformats.org/officeDocument/2006/relationships/image" Target="../media/image157.png"/><Relationship Id="rId16" Type="http://schemas.openxmlformats.org/officeDocument/2006/relationships/image" Target="../media/image169.png"/><Relationship Id="rId29" Type="http://schemas.openxmlformats.org/officeDocument/2006/relationships/image" Target="../media/image18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9.png"/><Relationship Id="rId11" Type="http://schemas.openxmlformats.org/officeDocument/2006/relationships/image" Target="../media/image164.png"/><Relationship Id="rId24" Type="http://schemas.openxmlformats.org/officeDocument/2006/relationships/image" Target="../media/image177.png"/><Relationship Id="rId32" Type="http://schemas.openxmlformats.org/officeDocument/2006/relationships/image" Target="../media/image185.png"/><Relationship Id="rId37" Type="http://schemas.openxmlformats.org/officeDocument/2006/relationships/image" Target="../media/image190.png"/><Relationship Id="rId40" Type="http://schemas.openxmlformats.org/officeDocument/2006/relationships/image" Target="../media/image152.png"/><Relationship Id="rId45" Type="http://schemas.openxmlformats.org/officeDocument/2006/relationships/image" Target="../media/image149.png"/><Relationship Id="rId5" Type="http://schemas.openxmlformats.org/officeDocument/2006/relationships/image" Target="../media/image158.png"/><Relationship Id="rId15" Type="http://schemas.openxmlformats.org/officeDocument/2006/relationships/image" Target="../media/image168.png"/><Relationship Id="rId23" Type="http://schemas.openxmlformats.org/officeDocument/2006/relationships/image" Target="../media/image176.png"/><Relationship Id="rId28" Type="http://schemas.openxmlformats.org/officeDocument/2006/relationships/image" Target="../media/image181.png"/><Relationship Id="rId36" Type="http://schemas.openxmlformats.org/officeDocument/2006/relationships/image" Target="../media/image189.png"/><Relationship Id="rId10" Type="http://schemas.openxmlformats.org/officeDocument/2006/relationships/image" Target="../media/image163.png"/><Relationship Id="rId19" Type="http://schemas.openxmlformats.org/officeDocument/2006/relationships/image" Target="../media/image172.png"/><Relationship Id="rId31" Type="http://schemas.openxmlformats.org/officeDocument/2006/relationships/image" Target="../media/image184.png"/><Relationship Id="rId44" Type="http://schemas.openxmlformats.org/officeDocument/2006/relationships/image" Target="../media/image156.png"/><Relationship Id="rId4" Type="http://schemas.openxmlformats.org/officeDocument/2006/relationships/image" Target="../media/image18.png"/><Relationship Id="rId9" Type="http://schemas.openxmlformats.org/officeDocument/2006/relationships/image" Target="../media/image162.png"/><Relationship Id="rId14" Type="http://schemas.openxmlformats.org/officeDocument/2006/relationships/image" Target="../media/image167.png"/><Relationship Id="rId22" Type="http://schemas.openxmlformats.org/officeDocument/2006/relationships/image" Target="../media/image175.png"/><Relationship Id="rId27" Type="http://schemas.openxmlformats.org/officeDocument/2006/relationships/image" Target="../media/image180.png"/><Relationship Id="rId30" Type="http://schemas.openxmlformats.org/officeDocument/2006/relationships/image" Target="../media/image183.png"/><Relationship Id="rId35" Type="http://schemas.openxmlformats.org/officeDocument/2006/relationships/image" Target="../media/image188.png"/><Relationship Id="rId43" Type="http://schemas.openxmlformats.org/officeDocument/2006/relationships/image" Target="../media/image155.png"/><Relationship Id="rId8" Type="http://schemas.openxmlformats.org/officeDocument/2006/relationships/image" Target="../media/image161.png"/><Relationship Id="rId3" Type="http://schemas.openxmlformats.org/officeDocument/2006/relationships/image" Target="../media/image8.png"/><Relationship Id="rId12" Type="http://schemas.openxmlformats.org/officeDocument/2006/relationships/image" Target="../media/image165.png"/><Relationship Id="rId17" Type="http://schemas.openxmlformats.org/officeDocument/2006/relationships/image" Target="../media/image170.png"/><Relationship Id="rId25" Type="http://schemas.openxmlformats.org/officeDocument/2006/relationships/image" Target="../media/image178.png"/><Relationship Id="rId33" Type="http://schemas.openxmlformats.org/officeDocument/2006/relationships/image" Target="../media/image186.png"/><Relationship Id="rId38" Type="http://schemas.openxmlformats.org/officeDocument/2006/relationships/image" Target="../media/image191.png"/><Relationship Id="rId20" Type="http://schemas.openxmlformats.org/officeDocument/2006/relationships/image" Target="../media/image173.png"/><Relationship Id="rId41" Type="http://schemas.openxmlformats.org/officeDocument/2006/relationships/image" Target="../media/image15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13" Type="http://schemas.openxmlformats.org/officeDocument/2006/relationships/image" Target="../media/image149.png"/><Relationship Id="rId3" Type="http://schemas.openxmlformats.org/officeDocument/2006/relationships/image" Target="../media/image8.png"/><Relationship Id="rId7" Type="http://schemas.openxmlformats.org/officeDocument/2006/relationships/image" Target="../media/image196.png"/><Relationship Id="rId12" Type="http://schemas.openxmlformats.org/officeDocument/2006/relationships/image" Target="../media/image199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png"/><Relationship Id="rId11" Type="http://schemas.openxmlformats.org/officeDocument/2006/relationships/image" Target="../media/image198.png"/><Relationship Id="rId5" Type="http://schemas.openxmlformats.org/officeDocument/2006/relationships/image" Target="../media/image194.png"/><Relationship Id="rId10" Type="http://schemas.openxmlformats.org/officeDocument/2006/relationships/image" Target="../media/image156.png"/><Relationship Id="rId4" Type="http://schemas.openxmlformats.org/officeDocument/2006/relationships/image" Target="../media/image18.png"/><Relationship Id="rId9" Type="http://schemas.openxmlformats.org/officeDocument/2006/relationships/image" Target="../media/image15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154.png"/><Relationship Id="rId3" Type="http://schemas.openxmlformats.org/officeDocument/2006/relationships/image" Target="../media/image8.png"/><Relationship Id="rId7" Type="http://schemas.openxmlformats.org/officeDocument/2006/relationships/image" Target="../media/image203.png"/><Relationship Id="rId12" Type="http://schemas.openxmlformats.org/officeDocument/2006/relationships/image" Target="../media/image208.png"/><Relationship Id="rId2" Type="http://schemas.openxmlformats.org/officeDocument/2006/relationships/image" Target="../media/image200.png"/><Relationship Id="rId16" Type="http://schemas.openxmlformats.org/officeDocument/2006/relationships/image" Target="../media/image14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2.png"/><Relationship Id="rId11" Type="http://schemas.openxmlformats.org/officeDocument/2006/relationships/image" Target="../media/image207.png"/><Relationship Id="rId5" Type="http://schemas.openxmlformats.org/officeDocument/2006/relationships/image" Target="../media/image201.png"/><Relationship Id="rId15" Type="http://schemas.openxmlformats.org/officeDocument/2006/relationships/image" Target="../media/image156.png"/><Relationship Id="rId10" Type="http://schemas.openxmlformats.org/officeDocument/2006/relationships/image" Target="../media/image206.png"/><Relationship Id="rId4" Type="http://schemas.openxmlformats.org/officeDocument/2006/relationships/image" Target="../media/image18.png"/><Relationship Id="rId9" Type="http://schemas.openxmlformats.org/officeDocument/2006/relationships/image" Target="../media/image205.png"/><Relationship Id="rId14" Type="http://schemas.openxmlformats.org/officeDocument/2006/relationships/image" Target="../media/image15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13" Type="http://schemas.openxmlformats.org/officeDocument/2006/relationships/image" Target="../media/image215.png"/><Relationship Id="rId3" Type="http://schemas.openxmlformats.org/officeDocument/2006/relationships/image" Target="../media/image8.png"/><Relationship Id="rId7" Type="http://schemas.openxmlformats.org/officeDocument/2006/relationships/image" Target="../media/image212.png"/><Relationship Id="rId12" Type="http://schemas.openxmlformats.org/officeDocument/2006/relationships/image" Target="../media/image214.png"/><Relationship Id="rId2" Type="http://schemas.openxmlformats.org/officeDocument/2006/relationships/image" Target="../media/image209.png"/><Relationship Id="rId16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11" Type="http://schemas.openxmlformats.org/officeDocument/2006/relationships/image" Target="../media/image156.png"/><Relationship Id="rId5" Type="http://schemas.openxmlformats.org/officeDocument/2006/relationships/image" Target="../media/image210.png"/><Relationship Id="rId15" Type="http://schemas.openxmlformats.org/officeDocument/2006/relationships/image" Target="../media/image217.png"/><Relationship Id="rId10" Type="http://schemas.openxmlformats.org/officeDocument/2006/relationships/image" Target="../media/image155.png"/><Relationship Id="rId4" Type="http://schemas.openxmlformats.org/officeDocument/2006/relationships/image" Target="../media/image18.png"/><Relationship Id="rId9" Type="http://schemas.openxmlformats.org/officeDocument/2006/relationships/image" Target="../media/image197.png"/><Relationship Id="rId14" Type="http://schemas.openxmlformats.org/officeDocument/2006/relationships/image" Target="../media/image2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223.png"/><Relationship Id="rId3" Type="http://schemas.openxmlformats.org/officeDocument/2006/relationships/image" Target="../media/image8.png"/><Relationship Id="rId7" Type="http://schemas.openxmlformats.org/officeDocument/2006/relationships/image" Target="../media/image153.png"/><Relationship Id="rId12" Type="http://schemas.openxmlformats.org/officeDocument/2006/relationships/image" Target="../media/image222.png"/><Relationship Id="rId2" Type="http://schemas.openxmlformats.org/officeDocument/2006/relationships/image" Target="../media/image218.png"/><Relationship Id="rId16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7.png"/><Relationship Id="rId11" Type="http://schemas.openxmlformats.org/officeDocument/2006/relationships/image" Target="../media/image221.png"/><Relationship Id="rId5" Type="http://schemas.openxmlformats.org/officeDocument/2006/relationships/image" Target="../media/image219.png"/><Relationship Id="rId15" Type="http://schemas.openxmlformats.org/officeDocument/2006/relationships/image" Target="../media/image225.png"/><Relationship Id="rId10" Type="http://schemas.openxmlformats.org/officeDocument/2006/relationships/image" Target="../media/image156.png"/><Relationship Id="rId4" Type="http://schemas.openxmlformats.org/officeDocument/2006/relationships/image" Target="../media/image18.png"/><Relationship Id="rId9" Type="http://schemas.openxmlformats.org/officeDocument/2006/relationships/image" Target="../media/image155.png"/><Relationship Id="rId14" Type="http://schemas.openxmlformats.org/officeDocument/2006/relationships/image" Target="../media/image22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230.png"/><Relationship Id="rId3" Type="http://schemas.openxmlformats.org/officeDocument/2006/relationships/image" Target="../media/image8.png"/><Relationship Id="rId7" Type="http://schemas.openxmlformats.org/officeDocument/2006/relationships/image" Target="../media/image196.png"/><Relationship Id="rId12" Type="http://schemas.openxmlformats.org/officeDocument/2006/relationships/image" Target="../media/image229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11" Type="http://schemas.openxmlformats.org/officeDocument/2006/relationships/image" Target="../media/image228.png"/><Relationship Id="rId5" Type="http://schemas.openxmlformats.org/officeDocument/2006/relationships/image" Target="../media/image227.png"/><Relationship Id="rId10" Type="http://schemas.openxmlformats.org/officeDocument/2006/relationships/image" Target="../media/image156.png"/><Relationship Id="rId4" Type="http://schemas.openxmlformats.org/officeDocument/2006/relationships/image" Target="../media/image18.png"/><Relationship Id="rId9" Type="http://schemas.openxmlformats.org/officeDocument/2006/relationships/image" Target="../media/image155.png"/><Relationship Id="rId14" Type="http://schemas.openxmlformats.org/officeDocument/2006/relationships/image" Target="../media/image14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236.png"/><Relationship Id="rId3" Type="http://schemas.openxmlformats.org/officeDocument/2006/relationships/image" Target="../media/image8.png"/><Relationship Id="rId7" Type="http://schemas.openxmlformats.org/officeDocument/2006/relationships/image" Target="../media/image196.png"/><Relationship Id="rId12" Type="http://schemas.openxmlformats.org/officeDocument/2006/relationships/image" Target="../media/image235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2.png"/><Relationship Id="rId11" Type="http://schemas.openxmlformats.org/officeDocument/2006/relationships/image" Target="../media/image234.png"/><Relationship Id="rId5" Type="http://schemas.openxmlformats.org/officeDocument/2006/relationships/image" Target="../media/image232.png"/><Relationship Id="rId15" Type="http://schemas.openxmlformats.org/officeDocument/2006/relationships/image" Target="../media/image149.png"/><Relationship Id="rId10" Type="http://schemas.openxmlformats.org/officeDocument/2006/relationships/image" Target="../media/image156.png"/><Relationship Id="rId4" Type="http://schemas.openxmlformats.org/officeDocument/2006/relationships/image" Target="../media/image18.png"/><Relationship Id="rId9" Type="http://schemas.openxmlformats.org/officeDocument/2006/relationships/image" Target="../media/image233.png"/><Relationship Id="rId14" Type="http://schemas.openxmlformats.org/officeDocument/2006/relationships/image" Target="../media/image23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13" Type="http://schemas.openxmlformats.org/officeDocument/2006/relationships/image" Target="../media/image156.png"/><Relationship Id="rId3" Type="http://schemas.openxmlformats.org/officeDocument/2006/relationships/image" Target="../media/image8.png"/><Relationship Id="rId7" Type="http://schemas.openxmlformats.org/officeDocument/2006/relationships/image" Target="../media/image241.png"/><Relationship Id="rId12" Type="http://schemas.openxmlformats.org/officeDocument/2006/relationships/image" Target="../media/image243.png"/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0.jpg"/><Relationship Id="rId11" Type="http://schemas.openxmlformats.org/officeDocument/2006/relationships/image" Target="../media/image154.png"/><Relationship Id="rId5" Type="http://schemas.openxmlformats.org/officeDocument/2006/relationships/image" Target="../media/image239.png"/><Relationship Id="rId15" Type="http://schemas.openxmlformats.org/officeDocument/2006/relationships/image" Target="../media/image149.png"/><Relationship Id="rId10" Type="http://schemas.openxmlformats.org/officeDocument/2006/relationships/image" Target="../media/image153.png"/><Relationship Id="rId4" Type="http://schemas.openxmlformats.org/officeDocument/2006/relationships/image" Target="../media/image18.png"/><Relationship Id="rId9" Type="http://schemas.openxmlformats.org/officeDocument/2006/relationships/image" Target="../media/image207.png"/><Relationship Id="rId14" Type="http://schemas.openxmlformats.org/officeDocument/2006/relationships/image" Target="../media/image24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249.jpg"/><Relationship Id="rId3" Type="http://schemas.openxmlformats.org/officeDocument/2006/relationships/image" Target="../media/image8.png"/><Relationship Id="rId7" Type="http://schemas.openxmlformats.org/officeDocument/2006/relationships/image" Target="../media/image153.png"/><Relationship Id="rId12" Type="http://schemas.openxmlformats.org/officeDocument/2006/relationships/image" Target="../media/image248.jpg"/><Relationship Id="rId17" Type="http://schemas.openxmlformats.org/officeDocument/2006/relationships/image" Target="../media/image149.png"/><Relationship Id="rId2" Type="http://schemas.openxmlformats.org/officeDocument/2006/relationships/image" Target="../media/image245.png"/><Relationship Id="rId16" Type="http://schemas.openxmlformats.org/officeDocument/2006/relationships/image" Target="../media/image25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7.png"/><Relationship Id="rId11" Type="http://schemas.openxmlformats.org/officeDocument/2006/relationships/image" Target="../media/image247.png"/><Relationship Id="rId5" Type="http://schemas.openxmlformats.org/officeDocument/2006/relationships/image" Target="../media/image246.png"/><Relationship Id="rId15" Type="http://schemas.openxmlformats.org/officeDocument/2006/relationships/image" Target="../media/image251.jpg"/><Relationship Id="rId10" Type="http://schemas.openxmlformats.org/officeDocument/2006/relationships/image" Target="../media/image156.png"/><Relationship Id="rId4" Type="http://schemas.openxmlformats.org/officeDocument/2006/relationships/image" Target="../media/image18.png"/><Relationship Id="rId9" Type="http://schemas.openxmlformats.org/officeDocument/2006/relationships/image" Target="../media/image243.png"/><Relationship Id="rId14" Type="http://schemas.openxmlformats.org/officeDocument/2006/relationships/image" Target="../media/image250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13" Type="http://schemas.openxmlformats.org/officeDocument/2006/relationships/image" Target="../media/image149.png"/><Relationship Id="rId3" Type="http://schemas.openxmlformats.org/officeDocument/2006/relationships/image" Target="../media/image8.png"/><Relationship Id="rId7" Type="http://schemas.openxmlformats.org/officeDocument/2006/relationships/image" Target="../media/image196.png"/><Relationship Id="rId12" Type="http://schemas.openxmlformats.org/officeDocument/2006/relationships/image" Target="../media/image257.png"/><Relationship Id="rId2" Type="http://schemas.openxmlformats.org/officeDocument/2006/relationships/image" Target="../media/image2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2.png"/><Relationship Id="rId11" Type="http://schemas.openxmlformats.org/officeDocument/2006/relationships/image" Target="../media/image256.png"/><Relationship Id="rId5" Type="http://schemas.openxmlformats.org/officeDocument/2006/relationships/image" Target="../media/image254.png"/><Relationship Id="rId10" Type="http://schemas.openxmlformats.org/officeDocument/2006/relationships/image" Target="../media/image156.png"/><Relationship Id="rId4" Type="http://schemas.openxmlformats.org/officeDocument/2006/relationships/image" Target="../media/image18.png"/><Relationship Id="rId9" Type="http://schemas.openxmlformats.org/officeDocument/2006/relationships/image" Target="../media/image25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149.png"/><Relationship Id="rId3" Type="http://schemas.openxmlformats.org/officeDocument/2006/relationships/image" Target="../media/image8.png"/><Relationship Id="rId7" Type="http://schemas.openxmlformats.org/officeDocument/2006/relationships/image" Target="../media/image196.png"/><Relationship Id="rId12" Type="http://schemas.openxmlformats.org/officeDocument/2006/relationships/image" Target="../media/image260.jpg"/><Relationship Id="rId2" Type="http://schemas.openxmlformats.org/officeDocument/2006/relationships/image" Target="../media/image2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2.png"/><Relationship Id="rId11" Type="http://schemas.openxmlformats.org/officeDocument/2006/relationships/image" Target="../media/image259.png"/><Relationship Id="rId5" Type="http://schemas.openxmlformats.org/officeDocument/2006/relationships/image" Target="../media/image254.png"/><Relationship Id="rId10" Type="http://schemas.openxmlformats.org/officeDocument/2006/relationships/image" Target="../media/image156.png"/><Relationship Id="rId4" Type="http://schemas.openxmlformats.org/officeDocument/2006/relationships/image" Target="../media/image18.png"/><Relationship Id="rId9" Type="http://schemas.openxmlformats.org/officeDocument/2006/relationships/image" Target="../media/image24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13" Type="http://schemas.openxmlformats.org/officeDocument/2006/relationships/image" Target="../media/image149.png"/><Relationship Id="rId3" Type="http://schemas.openxmlformats.org/officeDocument/2006/relationships/image" Target="../media/image8.png"/><Relationship Id="rId7" Type="http://schemas.openxmlformats.org/officeDocument/2006/relationships/image" Target="../media/image153.png"/><Relationship Id="rId12" Type="http://schemas.openxmlformats.org/officeDocument/2006/relationships/image" Target="../media/image264.jp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7.png"/><Relationship Id="rId11" Type="http://schemas.openxmlformats.org/officeDocument/2006/relationships/image" Target="../media/image263.png"/><Relationship Id="rId5" Type="http://schemas.openxmlformats.org/officeDocument/2006/relationships/image" Target="../media/image262.png"/><Relationship Id="rId10" Type="http://schemas.openxmlformats.org/officeDocument/2006/relationships/image" Target="../media/image156.png"/><Relationship Id="rId4" Type="http://schemas.openxmlformats.org/officeDocument/2006/relationships/image" Target="../media/image18.png"/><Relationship Id="rId9" Type="http://schemas.openxmlformats.org/officeDocument/2006/relationships/image" Target="../media/image24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269.png"/><Relationship Id="rId18" Type="http://schemas.openxmlformats.org/officeDocument/2006/relationships/image" Target="../media/image274.png"/><Relationship Id="rId3" Type="http://schemas.openxmlformats.org/officeDocument/2006/relationships/image" Target="../media/image8.png"/><Relationship Id="rId21" Type="http://schemas.openxmlformats.org/officeDocument/2006/relationships/image" Target="../media/image277.png"/><Relationship Id="rId7" Type="http://schemas.openxmlformats.org/officeDocument/2006/relationships/image" Target="../media/image153.png"/><Relationship Id="rId12" Type="http://schemas.openxmlformats.org/officeDocument/2006/relationships/image" Target="../media/image268.png"/><Relationship Id="rId17" Type="http://schemas.openxmlformats.org/officeDocument/2006/relationships/image" Target="../media/image273.png"/><Relationship Id="rId2" Type="http://schemas.openxmlformats.org/officeDocument/2006/relationships/image" Target="../media/image265.png"/><Relationship Id="rId16" Type="http://schemas.openxmlformats.org/officeDocument/2006/relationships/image" Target="../media/image272.png"/><Relationship Id="rId20" Type="http://schemas.openxmlformats.org/officeDocument/2006/relationships/image" Target="../media/image27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7.png"/><Relationship Id="rId11" Type="http://schemas.openxmlformats.org/officeDocument/2006/relationships/image" Target="../media/image267.png"/><Relationship Id="rId24" Type="http://schemas.openxmlformats.org/officeDocument/2006/relationships/image" Target="../media/image149.png"/><Relationship Id="rId5" Type="http://schemas.openxmlformats.org/officeDocument/2006/relationships/image" Target="../media/image266.png"/><Relationship Id="rId15" Type="http://schemas.openxmlformats.org/officeDocument/2006/relationships/image" Target="../media/image271.png"/><Relationship Id="rId23" Type="http://schemas.openxmlformats.org/officeDocument/2006/relationships/image" Target="../media/image279.png"/><Relationship Id="rId10" Type="http://schemas.openxmlformats.org/officeDocument/2006/relationships/image" Target="../media/image156.png"/><Relationship Id="rId19" Type="http://schemas.openxmlformats.org/officeDocument/2006/relationships/image" Target="../media/image275.png"/><Relationship Id="rId4" Type="http://schemas.openxmlformats.org/officeDocument/2006/relationships/image" Target="../media/image18.png"/><Relationship Id="rId9" Type="http://schemas.openxmlformats.org/officeDocument/2006/relationships/image" Target="../media/image243.png"/><Relationship Id="rId14" Type="http://schemas.openxmlformats.org/officeDocument/2006/relationships/image" Target="../media/image270.png"/><Relationship Id="rId22" Type="http://schemas.openxmlformats.org/officeDocument/2006/relationships/image" Target="../media/image27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13" Type="http://schemas.openxmlformats.org/officeDocument/2006/relationships/image" Target="../media/image149.png"/><Relationship Id="rId3" Type="http://schemas.openxmlformats.org/officeDocument/2006/relationships/image" Target="../media/image8.png"/><Relationship Id="rId7" Type="http://schemas.openxmlformats.org/officeDocument/2006/relationships/image" Target="../media/image153.png"/><Relationship Id="rId12" Type="http://schemas.openxmlformats.org/officeDocument/2006/relationships/image" Target="../media/image284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7.png"/><Relationship Id="rId11" Type="http://schemas.openxmlformats.org/officeDocument/2006/relationships/image" Target="../media/image283.jpg"/><Relationship Id="rId5" Type="http://schemas.openxmlformats.org/officeDocument/2006/relationships/image" Target="../media/image281.png"/><Relationship Id="rId10" Type="http://schemas.openxmlformats.org/officeDocument/2006/relationships/image" Target="../media/image282.png"/><Relationship Id="rId4" Type="http://schemas.openxmlformats.org/officeDocument/2006/relationships/image" Target="../media/image18.png"/><Relationship Id="rId9" Type="http://schemas.openxmlformats.org/officeDocument/2006/relationships/image" Target="../media/image15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png"/><Relationship Id="rId3" Type="http://schemas.openxmlformats.org/officeDocument/2006/relationships/image" Target="../media/image285.png"/><Relationship Id="rId7" Type="http://schemas.openxmlformats.org/officeDocument/2006/relationships/image" Target="../media/image144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3.png"/><Relationship Id="rId5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28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png"/><Relationship Id="rId13" Type="http://schemas.openxmlformats.org/officeDocument/2006/relationships/image" Target="../media/image297.png"/><Relationship Id="rId3" Type="http://schemas.openxmlformats.org/officeDocument/2006/relationships/image" Target="../media/image8.png"/><Relationship Id="rId7" Type="http://schemas.openxmlformats.org/officeDocument/2006/relationships/image" Target="../media/image291.png"/><Relationship Id="rId12" Type="http://schemas.openxmlformats.org/officeDocument/2006/relationships/image" Target="../media/image296.png"/><Relationship Id="rId2" Type="http://schemas.openxmlformats.org/officeDocument/2006/relationships/image" Target="../media/image28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0.png"/><Relationship Id="rId11" Type="http://schemas.openxmlformats.org/officeDocument/2006/relationships/image" Target="../media/image295.png"/><Relationship Id="rId5" Type="http://schemas.openxmlformats.org/officeDocument/2006/relationships/image" Target="../media/image289.png"/><Relationship Id="rId15" Type="http://schemas.openxmlformats.org/officeDocument/2006/relationships/image" Target="../media/image299.png"/><Relationship Id="rId10" Type="http://schemas.openxmlformats.org/officeDocument/2006/relationships/image" Target="../media/image294.png"/><Relationship Id="rId4" Type="http://schemas.openxmlformats.org/officeDocument/2006/relationships/image" Target="../media/image18.png"/><Relationship Id="rId9" Type="http://schemas.openxmlformats.org/officeDocument/2006/relationships/image" Target="../media/image293.jpg"/><Relationship Id="rId14" Type="http://schemas.openxmlformats.org/officeDocument/2006/relationships/image" Target="../media/image29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png"/><Relationship Id="rId13" Type="http://schemas.openxmlformats.org/officeDocument/2006/relationships/image" Target="../media/image306.png"/><Relationship Id="rId3" Type="http://schemas.openxmlformats.org/officeDocument/2006/relationships/image" Target="../media/image8.png"/><Relationship Id="rId7" Type="http://schemas.openxmlformats.org/officeDocument/2006/relationships/image" Target="../media/image291.png"/><Relationship Id="rId12" Type="http://schemas.openxmlformats.org/officeDocument/2006/relationships/image" Target="../media/image305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0.png"/><Relationship Id="rId11" Type="http://schemas.openxmlformats.org/officeDocument/2006/relationships/image" Target="../media/image304.png"/><Relationship Id="rId5" Type="http://schemas.openxmlformats.org/officeDocument/2006/relationships/image" Target="../media/image301.png"/><Relationship Id="rId15" Type="http://schemas.openxmlformats.org/officeDocument/2006/relationships/image" Target="../media/image299.png"/><Relationship Id="rId10" Type="http://schemas.openxmlformats.org/officeDocument/2006/relationships/image" Target="../media/image303.png"/><Relationship Id="rId4" Type="http://schemas.openxmlformats.org/officeDocument/2006/relationships/image" Target="../media/image18.png"/><Relationship Id="rId9" Type="http://schemas.openxmlformats.org/officeDocument/2006/relationships/image" Target="../media/image302.png"/><Relationship Id="rId14" Type="http://schemas.openxmlformats.org/officeDocument/2006/relationships/image" Target="../media/image30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13" Type="http://schemas.openxmlformats.org/officeDocument/2006/relationships/image" Target="../media/image314.png"/><Relationship Id="rId3" Type="http://schemas.openxmlformats.org/officeDocument/2006/relationships/image" Target="../media/image8.png"/><Relationship Id="rId7" Type="http://schemas.openxmlformats.org/officeDocument/2006/relationships/image" Target="../media/image311.jpg"/><Relationship Id="rId12" Type="http://schemas.openxmlformats.org/officeDocument/2006/relationships/image" Target="../media/image313.png"/><Relationship Id="rId2" Type="http://schemas.openxmlformats.org/officeDocument/2006/relationships/image" Target="../media/image30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0.png"/><Relationship Id="rId11" Type="http://schemas.openxmlformats.org/officeDocument/2006/relationships/image" Target="../media/image312.png"/><Relationship Id="rId5" Type="http://schemas.openxmlformats.org/officeDocument/2006/relationships/image" Target="../media/image309.png"/><Relationship Id="rId15" Type="http://schemas.openxmlformats.org/officeDocument/2006/relationships/image" Target="../media/image299.png"/><Relationship Id="rId10" Type="http://schemas.openxmlformats.org/officeDocument/2006/relationships/image" Target="../media/image292.png"/><Relationship Id="rId4" Type="http://schemas.openxmlformats.org/officeDocument/2006/relationships/image" Target="../media/image18.png"/><Relationship Id="rId9" Type="http://schemas.openxmlformats.org/officeDocument/2006/relationships/image" Target="../media/image291.png"/><Relationship Id="rId14" Type="http://schemas.openxmlformats.org/officeDocument/2006/relationships/image" Target="../media/image31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png"/><Relationship Id="rId13" Type="http://schemas.openxmlformats.org/officeDocument/2006/relationships/image" Target="../media/image322.jpg"/><Relationship Id="rId3" Type="http://schemas.openxmlformats.org/officeDocument/2006/relationships/image" Target="../media/image8.png"/><Relationship Id="rId7" Type="http://schemas.openxmlformats.org/officeDocument/2006/relationships/image" Target="../media/image291.png"/><Relationship Id="rId12" Type="http://schemas.openxmlformats.org/officeDocument/2006/relationships/image" Target="../media/image321.png"/><Relationship Id="rId2" Type="http://schemas.openxmlformats.org/officeDocument/2006/relationships/image" Target="../media/image3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0.png"/><Relationship Id="rId11" Type="http://schemas.openxmlformats.org/officeDocument/2006/relationships/image" Target="../media/image320.png"/><Relationship Id="rId5" Type="http://schemas.openxmlformats.org/officeDocument/2006/relationships/image" Target="../media/image317.png"/><Relationship Id="rId15" Type="http://schemas.openxmlformats.org/officeDocument/2006/relationships/image" Target="../media/image299.png"/><Relationship Id="rId10" Type="http://schemas.openxmlformats.org/officeDocument/2006/relationships/image" Target="../media/image319.png"/><Relationship Id="rId4" Type="http://schemas.openxmlformats.org/officeDocument/2006/relationships/image" Target="../media/image18.png"/><Relationship Id="rId9" Type="http://schemas.openxmlformats.org/officeDocument/2006/relationships/image" Target="../media/image318.png"/><Relationship Id="rId14" Type="http://schemas.openxmlformats.org/officeDocument/2006/relationships/image" Target="../media/image3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4.png"/><Relationship Id="rId2" Type="http://schemas.openxmlformats.org/officeDocument/2006/relationships/image" Target="../media/image32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7.png"/><Relationship Id="rId2" Type="http://schemas.openxmlformats.org/officeDocument/2006/relationships/image" Target="../media/image32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903460" cy="6858000"/>
            <a:chOff x="0" y="0"/>
            <a:chExt cx="99034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902952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9580" y="449580"/>
              <a:ext cx="1282065" cy="198120"/>
            </a:xfrm>
            <a:custGeom>
              <a:avLst/>
              <a:gdLst/>
              <a:ahLst/>
              <a:cxnLst/>
              <a:rect l="l" t="t" r="r" b="b"/>
              <a:pathLst>
                <a:path w="1282064" h="198120">
                  <a:moveTo>
                    <a:pt x="48818" y="130556"/>
                  </a:moveTo>
                  <a:lnTo>
                    <a:pt x="0" y="130556"/>
                  </a:lnTo>
                  <a:lnTo>
                    <a:pt x="44" y="144982"/>
                  </a:lnTo>
                  <a:lnTo>
                    <a:pt x="5587" y="170366"/>
                  </a:lnTo>
                  <a:lnTo>
                    <a:pt x="20439" y="186785"/>
                  </a:lnTo>
                  <a:lnTo>
                    <a:pt x="41689" y="195536"/>
                  </a:lnTo>
                  <a:lnTo>
                    <a:pt x="66471" y="198120"/>
                  </a:lnTo>
                  <a:lnTo>
                    <a:pt x="89894" y="195871"/>
                  </a:lnTo>
                  <a:lnTo>
                    <a:pt x="109624" y="188610"/>
                  </a:lnTo>
                  <a:lnTo>
                    <a:pt x="123952" y="175563"/>
                  </a:lnTo>
                  <a:lnTo>
                    <a:pt x="127895" y="164846"/>
                  </a:lnTo>
                  <a:lnTo>
                    <a:pt x="55879" y="164846"/>
                  </a:lnTo>
                  <a:lnTo>
                    <a:pt x="49403" y="158369"/>
                  </a:lnTo>
                  <a:lnTo>
                    <a:pt x="49286" y="144780"/>
                  </a:lnTo>
                  <a:lnTo>
                    <a:pt x="48818" y="130556"/>
                  </a:lnTo>
                  <a:close/>
                </a:path>
                <a:path w="1282064" h="198120">
                  <a:moveTo>
                    <a:pt x="65874" y="0"/>
                  </a:moveTo>
                  <a:lnTo>
                    <a:pt x="23748" y="9429"/>
                  </a:lnTo>
                  <a:lnTo>
                    <a:pt x="2349" y="41529"/>
                  </a:lnTo>
                  <a:lnTo>
                    <a:pt x="584" y="49784"/>
                  </a:lnTo>
                  <a:lnTo>
                    <a:pt x="584" y="56896"/>
                  </a:lnTo>
                  <a:lnTo>
                    <a:pt x="2349" y="66421"/>
                  </a:lnTo>
                  <a:lnTo>
                    <a:pt x="17379" y="90144"/>
                  </a:lnTo>
                  <a:lnTo>
                    <a:pt x="43159" y="107711"/>
                  </a:lnTo>
                  <a:lnTo>
                    <a:pt x="69270" y="122731"/>
                  </a:lnTo>
                  <a:lnTo>
                    <a:pt x="85293" y="138811"/>
                  </a:lnTo>
                  <a:lnTo>
                    <a:pt x="87058" y="143002"/>
                  </a:lnTo>
                  <a:lnTo>
                    <a:pt x="86461" y="148844"/>
                  </a:lnTo>
                  <a:lnTo>
                    <a:pt x="85293" y="152400"/>
                  </a:lnTo>
                  <a:lnTo>
                    <a:pt x="84112" y="158369"/>
                  </a:lnTo>
                  <a:lnTo>
                    <a:pt x="79997" y="164846"/>
                  </a:lnTo>
                  <a:lnTo>
                    <a:pt x="127895" y="164846"/>
                  </a:lnTo>
                  <a:lnTo>
                    <a:pt x="131165" y="155956"/>
                  </a:lnTo>
                  <a:lnTo>
                    <a:pt x="132240" y="144982"/>
                  </a:lnTo>
                  <a:lnTo>
                    <a:pt x="132270" y="136175"/>
                  </a:lnTo>
                  <a:lnTo>
                    <a:pt x="131747" y="129702"/>
                  </a:lnTo>
                  <a:lnTo>
                    <a:pt x="131165" y="125730"/>
                  </a:lnTo>
                  <a:lnTo>
                    <a:pt x="115818" y="101016"/>
                  </a:lnTo>
                  <a:lnTo>
                    <a:pt x="89111" y="83185"/>
                  </a:lnTo>
                  <a:lnTo>
                    <a:pt x="62844" y="68687"/>
                  </a:lnTo>
                  <a:lnTo>
                    <a:pt x="48818" y="53975"/>
                  </a:lnTo>
                  <a:lnTo>
                    <a:pt x="47637" y="49784"/>
                  </a:lnTo>
                  <a:lnTo>
                    <a:pt x="48128" y="46862"/>
                  </a:lnTo>
                  <a:lnTo>
                    <a:pt x="48234" y="43942"/>
                  </a:lnTo>
                  <a:lnTo>
                    <a:pt x="49403" y="37973"/>
                  </a:lnTo>
                  <a:lnTo>
                    <a:pt x="53530" y="31496"/>
                  </a:lnTo>
                  <a:lnTo>
                    <a:pt x="124381" y="31496"/>
                  </a:lnTo>
                  <a:lnTo>
                    <a:pt x="122128" y="22502"/>
                  </a:lnTo>
                  <a:lnTo>
                    <a:pt x="106759" y="8286"/>
                  </a:lnTo>
                  <a:lnTo>
                    <a:pt x="86537" y="1643"/>
                  </a:lnTo>
                  <a:lnTo>
                    <a:pt x="65874" y="0"/>
                  </a:lnTo>
                  <a:close/>
                </a:path>
                <a:path w="1282064" h="198120">
                  <a:moveTo>
                    <a:pt x="124381" y="31496"/>
                  </a:moveTo>
                  <a:lnTo>
                    <a:pt x="75882" y="31496"/>
                  </a:lnTo>
                  <a:lnTo>
                    <a:pt x="82346" y="38608"/>
                  </a:lnTo>
                  <a:lnTo>
                    <a:pt x="82346" y="59944"/>
                  </a:lnTo>
                  <a:lnTo>
                    <a:pt x="128231" y="59944"/>
                  </a:lnTo>
                  <a:lnTo>
                    <a:pt x="128231" y="46862"/>
                  </a:lnTo>
                  <a:lnTo>
                    <a:pt x="124381" y="31496"/>
                  </a:lnTo>
                  <a:close/>
                </a:path>
                <a:path w="1282064" h="198120">
                  <a:moveTo>
                    <a:pt x="645248" y="129921"/>
                  </a:moveTo>
                  <a:lnTo>
                    <a:pt x="596430" y="129921"/>
                  </a:lnTo>
                  <a:lnTo>
                    <a:pt x="596516" y="144545"/>
                  </a:lnTo>
                  <a:lnTo>
                    <a:pt x="601926" y="169652"/>
                  </a:lnTo>
                  <a:lnTo>
                    <a:pt x="616575" y="185896"/>
                  </a:lnTo>
                  <a:lnTo>
                    <a:pt x="637620" y="194472"/>
                  </a:lnTo>
                  <a:lnTo>
                    <a:pt x="662305" y="196977"/>
                  </a:lnTo>
                  <a:lnTo>
                    <a:pt x="685643" y="194738"/>
                  </a:lnTo>
                  <a:lnTo>
                    <a:pt x="705177" y="187547"/>
                  </a:lnTo>
                  <a:lnTo>
                    <a:pt x="719304" y="174688"/>
                  </a:lnTo>
                  <a:lnTo>
                    <a:pt x="723136" y="164337"/>
                  </a:lnTo>
                  <a:lnTo>
                    <a:pt x="651725" y="164337"/>
                  </a:lnTo>
                  <a:lnTo>
                    <a:pt x="645248" y="157734"/>
                  </a:lnTo>
                  <a:lnTo>
                    <a:pt x="645248" y="129921"/>
                  </a:lnTo>
                  <a:close/>
                </a:path>
                <a:path w="1282064" h="198120">
                  <a:moveTo>
                    <a:pt x="661720" y="1143"/>
                  </a:moveTo>
                  <a:lnTo>
                    <a:pt x="619813" y="10271"/>
                  </a:lnTo>
                  <a:lnTo>
                    <a:pt x="598195" y="42164"/>
                  </a:lnTo>
                  <a:lnTo>
                    <a:pt x="597027" y="49784"/>
                  </a:lnTo>
                  <a:lnTo>
                    <a:pt x="597027" y="57531"/>
                  </a:lnTo>
                  <a:lnTo>
                    <a:pt x="598779" y="66421"/>
                  </a:lnTo>
                  <a:lnTo>
                    <a:pt x="613708" y="90044"/>
                  </a:lnTo>
                  <a:lnTo>
                    <a:pt x="639222" y="107394"/>
                  </a:lnTo>
                  <a:lnTo>
                    <a:pt x="664955" y="122195"/>
                  </a:lnTo>
                  <a:lnTo>
                    <a:pt x="680542" y="138175"/>
                  </a:lnTo>
                  <a:lnTo>
                    <a:pt x="682307" y="143002"/>
                  </a:lnTo>
                  <a:lnTo>
                    <a:pt x="681723" y="148336"/>
                  </a:lnTo>
                  <a:lnTo>
                    <a:pt x="681139" y="151892"/>
                  </a:lnTo>
                  <a:lnTo>
                    <a:pt x="679373" y="158369"/>
                  </a:lnTo>
                  <a:lnTo>
                    <a:pt x="675246" y="164337"/>
                  </a:lnTo>
                  <a:lnTo>
                    <a:pt x="723136" y="164337"/>
                  </a:lnTo>
                  <a:lnTo>
                    <a:pt x="726427" y="155448"/>
                  </a:lnTo>
                  <a:lnTo>
                    <a:pt x="727244" y="144545"/>
                  </a:lnTo>
                  <a:lnTo>
                    <a:pt x="727233" y="135858"/>
                  </a:lnTo>
                  <a:lnTo>
                    <a:pt x="710667" y="101070"/>
                  </a:lnTo>
                  <a:lnTo>
                    <a:pt x="658505" y="68768"/>
                  </a:lnTo>
                  <a:lnTo>
                    <a:pt x="644664" y="53975"/>
                  </a:lnTo>
                  <a:lnTo>
                    <a:pt x="643483" y="50419"/>
                  </a:lnTo>
                  <a:lnTo>
                    <a:pt x="644080" y="46862"/>
                  </a:lnTo>
                  <a:lnTo>
                    <a:pt x="644664" y="44450"/>
                  </a:lnTo>
                  <a:lnTo>
                    <a:pt x="645845" y="38608"/>
                  </a:lnTo>
                  <a:lnTo>
                    <a:pt x="649376" y="32004"/>
                  </a:lnTo>
                  <a:lnTo>
                    <a:pt x="719077" y="32004"/>
                  </a:lnTo>
                  <a:lnTo>
                    <a:pt x="716977" y="23485"/>
                  </a:lnTo>
                  <a:lnTo>
                    <a:pt x="702014" y="9413"/>
                  </a:lnTo>
                  <a:lnTo>
                    <a:pt x="682198" y="2795"/>
                  </a:lnTo>
                  <a:lnTo>
                    <a:pt x="661720" y="1143"/>
                  </a:lnTo>
                  <a:close/>
                </a:path>
                <a:path w="1282064" h="198120">
                  <a:moveTo>
                    <a:pt x="719077" y="32004"/>
                  </a:moveTo>
                  <a:lnTo>
                    <a:pt x="671728" y="32004"/>
                  </a:lnTo>
                  <a:lnTo>
                    <a:pt x="677608" y="39116"/>
                  </a:lnTo>
                  <a:lnTo>
                    <a:pt x="677608" y="60452"/>
                  </a:lnTo>
                  <a:lnTo>
                    <a:pt x="722896" y="60452"/>
                  </a:lnTo>
                  <a:lnTo>
                    <a:pt x="722896" y="47498"/>
                  </a:lnTo>
                  <a:lnTo>
                    <a:pt x="719077" y="32004"/>
                  </a:lnTo>
                  <a:close/>
                </a:path>
                <a:path w="1282064" h="198120">
                  <a:moveTo>
                    <a:pt x="1017524" y="5969"/>
                  </a:moveTo>
                  <a:lnTo>
                    <a:pt x="949325" y="5969"/>
                  </a:lnTo>
                  <a:lnTo>
                    <a:pt x="949325" y="189230"/>
                  </a:lnTo>
                  <a:lnTo>
                    <a:pt x="994663" y="189230"/>
                  </a:lnTo>
                  <a:lnTo>
                    <a:pt x="991743" y="35560"/>
                  </a:lnTo>
                  <a:lnTo>
                    <a:pt x="1026083" y="35560"/>
                  </a:lnTo>
                  <a:lnTo>
                    <a:pt x="1017524" y="5969"/>
                  </a:lnTo>
                  <a:close/>
                </a:path>
                <a:path w="1282064" h="198120">
                  <a:moveTo>
                    <a:pt x="1026083" y="35560"/>
                  </a:moveTo>
                  <a:lnTo>
                    <a:pt x="991743" y="35560"/>
                  </a:lnTo>
                  <a:lnTo>
                    <a:pt x="1038225" y="189230"/>
                  </a:lnTo>
                  <a:lnTo>
                    <a:pt x="1103503" y="189230"/>
                  </a:lnTo>
                  <a:lnTo>
                    <a:pt x="1103503" y="154812"/>
                  </a:lnTo>
                  <a:lnTo>
                    <a:pt x="1060577" y="154812"/>
                  </a:lnTo>
                  <a:lnTo>
                    <a:pt x="1026083" y="35560"/>
                  </a:lnTo>
                  <a:close/>
                </a:path>
                <a:path w="1282064" h="198120">
                  <a:moveTo>
                    <a:pt x="1103503" y="5969"/>
                  </a:moveTo>
                  <a:lnTo>
                    <a:pt x="1058164" y="5969"/>
                  </a:lnTo>
                  <a:lnTo>
                    <a:pt x="1060577" y="154812"/>
                  </a:lnTo>
                  <a:lnTo>
                    <a:pt x="1103503" y="154812"/>
                  </a:lnTo>
                  <a:lnTo>
                    <a:pt x="1103503" y="5969"/>
                  </a:lnTo>
                  <a:close/>
                </a:path>
                <a:path w="1282064" h="198120">
                  <a:moveTo>
                    <a:pt x="277634" y="5969"/>
                  </a:moveTo>
                  <a:lnTo>
                    <a:pt x="195872" y="5969"/>
                  </a:lnTo>
                  <a:lnTo>
                    <a:pt x="162344" y="191008"/>
                  </a:lnTo>
                  <a:lnTo>
                    <a:pt x="211747" y="191008"/>
                  </a:lnTo>
                  <a:lnTo>
                    <a:pt x="237045" y="19558"/>
                  </a:lnTo>
                  <a:lnTo>
                    <a:pt x="280096" y="19558"/>
                  </a:lnTo>
                  <a:lnTo>
                    <a:pt x="277634" y="5969"/>
                  </a:lnTo>
                  <a:close/>
                </a:path>
                <a:path w="1282064" h="198120">
                  <a:moveTo>
                    <a:pt x="280096" y="19558"/>
                  </a:moveTo>
                  <a:lnTo>
                    <a:pt x="237045" y="19558"/>
                  </a:lnTo>
                  <a:lnTo>
                    <a:pt x="262331" y="191008"/>
                  </a:lnTo>
                  <a:lnTo>
                    <a:pt x="311162" y="191008"/>
                  </a:lnTo>
                  <a:lnTo>
                    <a:pt x="280096" y="19558"/>
                  </a:lnTo>
                  <a:close/>
                </a:path>
                <a:path w="1282064" h="198120">
                  <a:moveTo>
                    <a:pt x="426440" y="5969"/>
                  </a:moveTo>
                  <a:lnTo>
                    <a:pt x="351739" y="5969"/>
                  </a:lnTo>
                  <a:lnTo>
                    <a:pt x="348208" y="191008"/>
                  </a:lnTo>
                  <a:lnTo>
                    <a:pt x="393509" y="191008"/>
                  </a:lnTo>
                  <a:lnTo>
                    <a:pt x="394677" y="19558"/>
                  </a:lnTo>
                  <a:lnTo>
                    <a:pt x="428651" y="19558"/>
                  </a:lnTo>
                  <a:lnTo>
                    <a:pt x="426440" y="5969"/>
                  </a:lnTo>
                  <a:close/>
                </a:path>
                <a:path w="1282064" h="198120">
                  <a:moveTo>
                    <a:pt x="428651" y="19558"/>
                  </a:moveTo>
                  <a:lnTo>
                    <a:pt x="394677" y="19558"/>
                  </a:lnTo>
                  <a:lnTo>
                    <a:pt x="426440" y="191008"/>
                  </a:lnTo>
                  <a:lnTo>
                    <a:pt x="472909" y="191008"/>
                  </a:lnTo>
                  <a:lnTo>
                    <a:pt x="480391" y="150622"/>
                  </a:lnTo>
                  <a:lnTo>
                    <a:pt x="449973" y="150622"/>
                  </a:lnTo>
                  <a:lnTo>
                    <a:pt x="428651" y="19558"/>
                  </a:lnTo>
                  <a:close/>
                </a:path>
                <a:path w="1282064" h="198120">
                  <a:moveTo>
                    <a:pt x="547913" y="19558"/>
                  </a:moveTo>
                  <a:lnTo>
                    <a:pt x="504672" y="19558"/>
                  </a:lnTo>
                  <a:lnTo>
                    <a:pt x="505853" y="191008"/>
                  </a:lnTo>
                  <a:lnTo>
                    <a:pt x="551726" y="191008"/>
                  </a:lnTo>
                  <a:lnTo>
                    <a:pt x="547913" y="19558"/>
                  </a:lnTo>
                  <a:close/>
                </a:path>
                <a:path w="1282064" h="198120">
                  <a:moveTo>
                    <a:pt x="547611" y="5969"/>
                  </a:moveTo>
                  <a:lnTo>
                    <a:pt x="472909" y="5969"/>
                  </a:lnTo>
                  <a:lnTo>
                    <a:pt x="449973" y="150622"/>
                  </a:lnTo>
                  <a:lnTo>
                    <a:pt x="480391" y="150622"/>
                  </a:lnTo>
                  <a:lnTo>
                    <a:pt x="504672" y="19558"/>
                  </a:lnTo>
                  <a:lnTo>
                    <a:pt x="547913" y="19558"/>
                  </a:lnTo>
                  <a:lnTo>
                    <a:pt x="547611" y="5969"/>
                  </a:lnTo>
                  <a:close/>
                </a:path>
                <a:path w="1282064" h="198120">
                  <a:moveTo>
                    <a:pt x="816419" y="5969"/>
                  </a:moveTo>
                  <a:lnTo>
                    <a:pt x="769950" y="5969"/>
                  </a:lnTo>
                  <a:lnTo>
                    <a:pt x="769950" y="148844"/>
                  </a:lnTo>
                  <a:lnTo>
                    <a:pt x="770534" y="150622"/>
                  </a:lnTo>
                  <a:lnTo>
                    <a:pt x="776987" y="172285"/>
                  </a:lnTo>
                  <a:lnTo>
                    <a:pt x="790822" y="186388"/>
                  </a:lnTo>
                  <a:lnTo>
                    <a:pt x="810382" y="194038"/>
                  </a:lnTo>
                  <a:lnTo>
                    <a:pt x="834008" y="196342"/>
                  </a:lnTo>
                  <a:lnTo>
                    <a:pt x="858031" y="194038"/>
                  </a:lnTo>
                  <a:lnTo>
                    <a:pt x="877792" y="186388"/>
                  </a:lnTo>
                  <a:lnTo>
                    <a:pt x="891694" y="172285"/>
                  </a:lnTo>
                  <a:lnTo>
                    <a:pt x="894438" y="163068"/>
                  </a:lnTo>
                  <a:lnTo>
                    <a:pt x="821689" y="163068"/>
                  </a:lnTo>
                  <a:lnTo>
                    <a:pt x="817600" y="154178"/>
                  </a:lnTo>
                  <a:lnTo>
                    <a:pt x="817003" y="150114"/>
                  </a:lnTo>
                  <a:lnTo>
                    <a:pt x="816419" y="147700"/>
                  </a:lnTo>
                  <a:lnTo>
                    <a:pt x="816419" y="5969"/>
                  </a:lnTo>
                  <a:close/>
                </a:path>
                <a:path w="1282064" h="198120">
                  <a:moveTo>
                    <a:pt x="898779" y="5969"/>
                  </a:moveTo>
                  <a:lnTo>
                    <a:pt x="852297" y="5969"/>
                  </a:lnTo>
                  <a:lnTo>
                    <a:pt x="852297" y="147700"/>
                  </a:lnTo>
                  <a:lnTo>
                    <a:pt x="851662" y="150114"/>
                  </a:lnTo>
                  <a:lnTo>
                    <a:pt x="851154" y="154178"/>
                  </a:lnTo>
                  <a:lnTo>
                    <a:pt x="846963" y="163068"/>
                  </a:lnTo>
                  <a:lnTo>
                    <a:pt x="894438" y="163068"/>
                  </a:lnTo>
                  <a:lnTo>
                    <a:pt x="898144" y="150622"/>
                  </a:lnTo>
                  <a:lnTo>
                    <a:pt x="898779" y="148844"/>
                  </a:lnTo>
                  <a:lnTo>
                    <a:pt x="898779" y="5969"/>
                  </a:lnTo>
                  <a:close/>
                </a:path>
                <a:path w="1282064" h="198120">
                  <a:moveTo>
                    <a:pt x="1216406" y="1143"/>
                  </a:moveTo>
                  <a:lnTo>
                    <a:pt x="1173718" y="11096"/>
                  </a:lnTo>
                  <a:lnTo>
                    <a:pt x="1152270" y="46862"/>
                  </a:lnTo>
                  <a:lnTo>
                    <a:pt x="1151636" y="49784"/>
                  </a:lnTo>
                  <a:lnTo>
                    <a:pt x="1151636" y="143002"/>
                  </a:lnTo>
                  <a:lnTo>
                    <a:pt x="1173289" y="184419"/>
                  </a:lnTo>
                  <a:lnTo>
                    <a:pt x="1216406" y="194564"/>
                  </a:lnTo>
                  <a:lnTo>
                    <a:pt x="1239972" y="192188"/>
                  </a:lnTo>
                  <a:lnTo>
                    <a:pt x="1259967" y="184419"/>
                  </a:lnTo>
                  <a:lnTo>
                    <a:pt x="1274341" y="170293"/>
                  </a:lnTo>
                  <a:lnTo>
                    <a:pt x="1277157" y="161290"/>
                  </a:lnTo>
                  <a:lnTo>
                    <a:pt x="1202817" y="161290"/>
                  </a:lnTo>
                  <a:lnTo>
                    <a:pt x="1198752" y="153035"/>
                  </a:lnTo>
                  <a:lnTo>
                    <a:pt x="1197609" y="147700"/>
                  </a:lnTo>
                  <a:lnTo>
                    <a:pt x="1197609" y="145923"/>
                  </a:lnTo>
                  <a:lnTo>
                    <a:pt x="1196975" y="143002"/>
                  </a:lnTo>
                  <a:lnTo>
                    <a:pt x="1197085" y="52832"/>
                  </a:lnTo>
                  <a:lnTo>
                    <a:pt x="1197609" y="50419"/>
                  </a:lnTo>
                  <a:lnTo>
                    <a:pt x="1198214" y="46862"/>
                  </a:lnTo>
                  <a:lnTo>
                    <a:pt x="1198752" y="43307"/>
                  </a:lnTo>
                  <a:lnTo>
                    <a:pt x="1202817" y="34417"/>
                  </a:lnTo>
                  <a:lnTo>
                    <a:pt x="1277121" y="34417"/>
                  </a:lnTo>
                  <a:lnTo>
                    <a:pt x="1274127" y="24931"/>
                  </a:lnTo>
                  <a:lnTo>
                    <a:pt x="1259776" y="10858"/>
                  </a:lnTo>
                  <a:lnTo>
                    <a:pt x="1239901" y="3357"/>
                  </a:lnTo>
                  <a:lnTo>
                    <a:pt x="1216406" y="1143"/>
                  </a:lnTo>
                  <a:close/>
                </a:path>
                <a:path w="1282064" h="198120">
                  <a:moveTo>
                    <a:pt x="1281683" y="87249"/>
                  </a:moveTo>
                  <a:lnTo>
                    <a:pt x="1217040" y="87249"/>
                  </a:lnTo>
                  <a:lnTo>
                    <a:pt x="1217040" y="113919"/>
                  </a:lnTo>
                  <a:lnTo>
                    <a:pt x="1235837" y="113919"/>
                  </a:lnTo>
                  <a:lnTo>
                    <a:pt x="1235837" y="145923"/>
                  </a:lnTo>
                  <a:lnTo>
                    <a:pt x="1235202" y="147700"/>
                  </a:lnTo>
                  <a:lnTo>
                    <a:pt x="1234567" y="153035"/>
                  </a:lnTo>
                  <a:lnTo>
                    <a:pt x="1229868" y="161290"/>
                  </a:lnTo>
                  <a:lnTo>
                    <a:pt x="1277157" y="161290"/>
                  </a:lnTo>
                  <a:lnTo>
                    <a:pt x="1281049" y="148844"/>
                  </a:lnTo>
                  <a:lnTo>
                    <a:pt x="1281683" y="143002"/>
                  </a:lnTo>
                  <a:lnTo>
                    <a:pt x="1281683" y="87249"/>
                  </a:lnTo>
                  <a:close/>
                </a:path>
                <a:path w="1282064" h="198120">
                  <a:moveTo>
                    <a:pt x="1277121" y="34417"/>
                  </a:moveTo>
                  <a:lnTo>
                    <a:pt x="1230502" y="34417"/>
                  </a:lnTo>
                  <a:lnTo>
                    <a:pt x="1234058" y="43942"/>
                  </a:lnTo>
                  <a:lnTo>
                    <a:pt x="1234567" y="47498"/>
                  </a:lnTo>
                  <a:lnTo>
                    <a:pt x="1235202" y="50419"/>
                  </a:lnTo>
                  <a:lnTo>
                    <a:pt x="1235202" y="65278"/>
                  </a:lnTo>
                  <a:lnTo>
                    <a:pt x="1281049" y="65278"/>
                  </a:lnTo>
                  <a:lnTo>
                    <a:pt x="1281049" y="58674"/>
                  </a:lnTo>
                  <a:lnTo>
                    <a:pt x="1281683" y="52832"/>
                  </a:lnTo>
                  <a:lnTo>
                    <a:pt x="1281049" y="46862"/>
                  </a:lnTo>
                  <a:lnTo>
                    <a:pt x="1277121" y="34417"/>
                  </a:lnTo>
                  <a:close/>
                </a:path>
              </a:pathLst>
            </a:custGeom>
            <a:solidFill>
              <a:srgbClr val="0923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5676" y="6141720"/>
              <a:ext cx="1371600" cy="4495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995" y="1865376"/>
              <a:ext cx="2815590" cy="20429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9075" y="4386046"/>
              <a:ext cx="3729990" cy="3055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23900" y="4319015"/>
              <a:ext cx="55244" cy="361315"/>
            </a:xfrm>
            <a:custGeom>
              <a:avLst/>
              <a:gdLst/>
              <a:ahLst/>
              <a:cxnLst/>
              <a:rect l="l" t="t" r="r" b="b"/>
              <a:pathLst>
                <a:path w="55245" h="361314">
                  <a:moveTo>
                    <a:pt x="54864" y="0"/>
                  </a:moveTo>
                  <a:lnTo>
                    <a:pt x="0" y="0"/>
                  </a:lnTo>
                  <a:lnTo>
                    <a:pt x="0" y="361187"/>
                  </a:lnTo>
                  <a:lnTo>
                    <a:pt x="54864" y="361187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132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0600" y="2698978"/>
            <a:ext cx="6206490" cy="5006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8219" y="2125967"/>
            <a:ext cx="1265682" cy="25223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19327" y="2071116"/>
            <a:ext cx="60960" cy="1943100"/>
          </a:xfrm>
          <a:custGeom>
            <a:avLst/>
            <a:gdLst/>
            <a:ahLst/>
            <a:cxnLst/>
            <a:rect l="l" t="t" r="r" b="b"/>
            <a:pathLst>
              <a:path w="60959" h="1943100">
                <a:moveTo>
                  <a:pt x="60959" y="0"/>
                </a:moveTo>
                <a:lnTo>
                  <a:pt x="0" y="0"/>
                </a:lnTo>
                <a:lnTo>
                  <a:pt x="0" y="1943099"/>
                </a:lnTo>
                <a:lnTo>
                  <a:pt x="60959" y="1943099"/>
                </a:lnTo>
                <a:lnTo>
                  <a:pt x="60959" y="0"/>
                </a:lnTo>
                <a:close/>
              </a:path>
            </a:pathLst>
          </a:custGeom>
          <a:solidFill>
            <a:srgbClr val="13289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9075" y="4421098"/>
            <a:ext cx="3271266" cy="26901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719327" y="4364735"/>
            <a:ext cx="60960" cy="323215"/>
          </a:xfrm>
          <a:custGeom>
            <a:avLst/>
            <a:gdLst/>
            <a:ahLst/>
            <a:cxnLst/>
            <a:rect l="l" t="t" r="r" b="b"/>
            <a:pathLst>
              <a:path w="60959" h="323214">
                <a:moveTo>
                  <a:pt x="60959" y="0"/>
                </a:moveTo>
                <a:lnTo>
                  <a:pt x="0" y="0"/>
                </a:lnTo>
                <a:lnTo>
                  <a:pt x="0" y="323088"/>
                </a:lnTo>
                <a:lnTo>
                  <a:pt x="60959" y="323088"/>
                </a:lnTo>
                <a:lnTo>
                  <a:pt x="60959" y="0"/>
                </a:lnTo>
                <a:close/>
              </a:path>
            </a:pathLst>
          </a:custGeom>
          <a:solidFill>
            <a:srgbClr val="1328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7844" y="3224771"/>
            <a:ext cx="5910833" cy="4031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7728" y="6524434"/>
            <a:ext cx="4183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0072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2124455"/>
            <a:ext cx="1703070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1708" y="2526792"/>
            <a:ext cx="5183886" cy="19591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614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Using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Ready-Made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CNN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Model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8451" y="1543761"/>
            <a:ext cx="4438650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604" y="6524434"/>
            <a:ext cx="3533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091169" y="2965069"/>
          <a:ext cx="400685" cy="2022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2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1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3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2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2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79765" y="3036823"/>
            <a:ext cx="27558" cy="675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79765" y="3239135"/>
            <a:ext cx="27558" cy="675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35568" y="3441319"/>
            <a:ext cx="118109" cy="675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34044" y="3643629"/>
            <a:ext cx="120523" cy="6743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34044" y="3845814"/>
            <a:ext cx="121411" cy="6756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79765" y="4047997"/>
            <a:ext cx="27558" cy="6756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79765" y="4452492"/>
            <a:ext cx="27558" cy="6756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79765" y="4250309"/>
            <a:ext cx="27558" cy="6756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79765" y="4856988"/>
            <a:ext cx="27558" cy="6756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79765" y="4654803"/>
            <a:ext cx="27558" cy="6743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86492" y="2696056"/>
            <a:ext cx="398517" cy="17287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039120" y="2692966"/>
            <a:ext cx="514329" cy="17596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503932" y="3855720"/>
            <a:ext cx="306324" cy="24841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890515" y="3855720"/>
            <a:ext cx="307848" cy="24841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743955" y="2692907"/>
            <a:ext cx="881633" cy="131825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5465064" y="2962655"/>
            <a:ext cx="1442085" cy="2034539"/>
            <a:chOff x="5465064" y="2962655"/>
            <a:chExt cx="1442085" cy="2034539"/>
          </a:xfrm>
        </p:grpSpPr>
        <p:sp>
          <p:nvSpPr>
            <p:cNvPr id="22" name="object 22"/>
            <p:cNvSpPr/>
            <p:nvPr/>
          </p:nvSpPr>
          <p:spPr>
            <a:xfrm>
              <a:off x="5471160" y="2968751"/>
              <a:ext cx="1430020" cy="2022475"/>
            </a:xfrm>
            <a:custGeom>
              <a:avLst/>
              <a:gdLst/>
              <a:ahLst/>
              <a:cxnLst/>
              <a:rect l="l" t="t" r="r" b="b"/>
              <a:pathLst>
                <a:path w="1430020" h="2022475">
                  <a:moveTo>
                    <a:pt x="1429512" y="0"/>
                  </a:moveTo>
                  <a:lnTo>
                    <a:pt x="0" y="0"/>
                  </a:lnTo>
                  <a:lnTo>
                    <a:pt x="0" y="2022348"/>
                  </a:lnTo>
                  <a:lnTo>
                    <a:pt x="1429512" y="2022348"/>
                  </a:lnTo>
                  <a:lnTo>
                    <a:pt x="1429512" y="0"/>
                  </a:lnTo>
                  <a:close/>
                </a:path>
              </a:pathLst>
            </a:custGeom>
            <a:solidFill>
              <a:srgbClr val="00AF5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471160" y="2968751"/>
              <a:ext cx="1430020" cy="2022475"/>
            </a:xfrm>
            <a:custGeom>
              <a:avLst/>
              <a:gdLst/>
              <a:ahLst/>
              <a:cxnLst/>
              <a:rect l="l" t="t" r="r" b="b"/>
              <a:pathLst>
                <a:path w="1430020" h="2022475">
                  <a:moveTo>
                    <a:pt x="0" y="2022348"/>
                  </a:moveTo>
                  <a:lnTo>
                    <a:pt x="1429512" y="2022348"/>
                  </a:lnTo>
                  <a:lnTo>
                    <a:pt x="1429512" y="0"/>
                  </a:lnTo>
                  <a:lnTo>
                    <a:pt x="0" y="0"/>
                  </a:lnTo>
                  <a:lnTo>
                    <a:pt x="0" y="2022348"/>
                  </a:lnTo>
                  <a:close/>
                </a:path>
              </a:pathLst>
            </a:custGeom>
            <a:ln w="12192">
              <a:solidFill>
                <a:srgbClr val="00AF5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06034" y="3057905"/>
              <a:ext cx="401320" cy="1844039"/>
            </a:xfrm>
            <a:custGeom>
              <a:avLst/>
              <a:gdLst/>
              <a:ahLst/>
              <a:cxnLst/>
              <a:rect l="l" t="t" r="r" b="b"/>
              <a:pathLst>
                <a:path w="401320" h="1844039">
                  <a:moveTo>
                    <a:pt x="400812" y="0"/>
                  </a:moveTo>
                  <a:lnTo>
                    <a:pt x="0" y="0"/>
                  </a:lnTo>
                  <a:lnTo>
                    <a:pt x="0" y="1844040"/>
                  </a:lnTo>
                  <a:lnTo>
                    <a:pt x="400812" y="1844040"/>
                  </a:lnTo>
                  <a:lnTo>
                    <a:pt x="400812" y="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06034" y="3057905"/>
              <a:ext cx="401320" cy="1844039"/>
            </a:xfrm>
            <a:custGeom>
              <a:avLst/>
              <a:gdLst/>
              <a:ahLst/>
              <a:cxnLst/>
              <a:rect l="l" t="t" r="r" b="b"/>
              <a:pathLst>
                <a:path w="401320" h="1844039">
                  <a:moveTo>
                    <a:pt x="0" y="1844040"/>
                  </a:moveTo>
                  <a:lnTo>
                    <a:pt x="400812" y="1844040"/>
                  </a:lnTo>
                  <a:lnTo>
                    <a:pt x="400812" y="0"/>
                  </a:lnTo>
                  <a:lnTo>
                    <a:pt x="0" y="0"/>
                  </a:lnTo>
                  <a:lnTo>
                    <a:pt x="0" y="1844040"/>
                  </a:lnTo>
                  <a:close/>
                </a:path>
              </a:pathLst>
            </a:custGeom>
            <a:ln w="1981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11952" y="3528059"/>
              <a:ext cx="163829" cy="91058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404610" y="3057905"/>
              <a:ext cx="399415" cy="1844039"/>
            </a:xfrm>
            <a:custGeom>
              <a:avLst/>
              <a:gdLst/>
              <a:ahLst/>
              <a:cxnLst/>
              <a:rect l="l" t="t" r="r" b="b"/>
              <a:pathLst>
                <a:path w="399415" h="1844039">
                  <a:moveTo>
                    <a:pt x="399288" y="0"/>
                  </a:moveTo>
                  <a:lnTo>
                    <a:pt x="0" y="0"/>
                  </a:lnTo>
                  <a:lnTo>
                    <a:pt x="0" y="1844040"/>
                  </a:lnTo>
                  <a:lnTo>
                    <a:pt x="399288" y="1844040"/>
                  </a:lnTo>
                  <a:lnTo>
                    <a:pt x="399288" y="0"/>
                  </a:lnTo>
                  <a:close/>
                </a:path>
              </a:pathLst>
            </a:custGeom>
            <a:solidFill>
              <a:srgbClr val="FFC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04610" y="3057905"/>
              <a:ext cx="399415" cy="1844039"/>
            </a:xfrm>
            <a:custGeom>
              <a:avLst/>
              <a:gdLst/>
              <a:ahLst/>
              <a:cxnLst/>
              <a:rect l="l" t="t" r="r" b="b"/>
              <a:pathLst>
                <a:path w="399415" h="1844039">
                  <a:moveTo>
                    <a:pt x="0" y="1844040"/>
                  </a:moveTo>
                  <a:lnTo>
                    <a:pt x="399288" y="1844040"/>
                  </a:lnTo>
                  <a:lnTo>
                    <a:pt x="399288" y="0"/>
                  </a:lnTo>
                  <a:lnTo>
                    <a:pt x="0" y="0"/>
                  </a:lnTo>
                  <a:lnTo>
                    <a:pt x="0" y="1844040"/>
                  </a:lnTo>
                  <a:close/>
                </a:path>
              </a:pathLst>
            </a:custGeom>
            <a:ln w="19811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10528" y="3285743"/>
              <a:ext cx="162305" cy="1395221"/>
            </a:xfrm>
            <a:prstGeom prst="rect">
              <a:avLst/>
            </a:prstGeom>
          </p:spPr>
        </p:pic>
      </p:grpSp>
      <p:pic>
        <p:nvPicPr>
          <p:cNvPr id="30" name="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324343" y="3855720"/>
            <a:ext cx="307848" cy="248412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559308" y="2098548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17804" y="2122932"/>
            <a:ext cx="1764030" cy="174498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1347216" y="3575303"/>
            <a:ext cx="861060" cy="733425"/>
            <a:chOff x="1347216" y="3575303"/>
            <a:chExt cx="861060" cy="733425"/>
          </a:xfrm>
        </p:grpSpPr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53312" y="3581399"/>
              <a:ext cx="848868" cy="72085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350264" y="3578351"/>
              <a:ext cx="855344" cy="727075"/>
            </a:xfrm>
            <a:custGeom>
              <a:avLst/>
              <a:gdLst/>
              <a:ahLst/>
              <a:cxnLst/>
              <a:rect l="l" t="t" r="r" b="b"/>
              <a:pathLst>
                <a:path w="855344" h="727075">
                  <a:moveTo>
                    <a:pt x="0" y="726948"/>
                  </a:moveTo>
                  <a:lnTo>
                    <a:pt x="854963" y="726948"/>
                  </a:lnTo>
                  <a:lnTo>
                    <a:pt x="854963" y="0"/>
                  </a:lnTo>
                  <a:lnTo>
                    <a:pt x="0" y="0"/>
                  </a:lnTo>
                  <a:lnTo>
                    <a:pt x="0" y="726948"/>
                  </a:lnTo>
                  <a:close/>
                </a:path>
              </a:pathLst>
            </a:custGeom>
            <a:ln w="6096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6" name="object 3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182111" y="2697479"/>
            <a:ext cx="1203198" cy="127253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3061716" y="2962655"/>
            <a:ext cx="1440180" cy="2034539"/>
            <a:chOff x="3061716" y="2962655"/>
            <a:chExt cx="1440180" cy="2034539"/>
          </a:xfrm>
        </p:grpSpPr>
        <p:sp>
          <p:nvSpPr>
            <p:cNvPr id="38" name="object 38"/>
            <p:cNvSpPr/>
            <p:nvPr/>
          </p:nvSpPr>
          <p:spPr>
            <a:xfrm>
              <a:off x="3067812" y="2968751"/>
              <a:ext cx="1428115" cy="2022475"/>
            </a:xfrm>
            <a:custGeom>
              <a:avLst/>
              <a:gdLst/>
              <a:ahLst/>
              <a:cxnLst/>
              <a:rect l="l" t="t" r="r" b="b"/>
              <a:pathLst>
                <a:path w="1428114" h="2022475">
                  <a:moveTo>
                    <a:pt x="1427988" y="0"/>
                  </a:moveTo>
                  <a:lnTo>
                    <a:pt x="0" y="0"/>
                  </a:lnTo>
                  <a:lnTo>
                    <a:pt x="0" y="2022348"/>
                  </a:lnTo>
                  <a:lnTo>
                    <a:pt x="1427988" y="2022348"/>
                  </a:lnTo>
                  <a:lnTo>
                    <a:pt x="1427988" y="0"/>
                  </a:lnTo>
                  <a:close/>
                </a:path>
              </a:pathLst>
            </a:custGeom>
            <a:solidFill>
              <a:srgbClr val="FF000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67812" y="2968751"/>
              <a:ext cx="1428115" cy="2022475"/>
            </a:xfrm>
            <a:custGeom>
              <a:avLst/>
              <a:gdLst/>
              <a:ahLst/>
              <a:cxnLst/>
              <a:rect l="l" t="t" r="r" b="b"/>
              <a:pathLst>
                <a:path w="1428114" h="2022475">
                  <a:moveTo>
                    <a:pt x="0" y="2022348"/>
                  </a:moveTo>
                  <a:lnTo>
                    <a:pt x="1427988" y="2022348"/>
                  </a:lnTo>
                  <a:lnTo>
                    <a:pt x="1427988" y="0"/>
                  </a:lnTo>
                  <a:lnTo>
                    <a:pt x="0" y="0"/>
                  </a:lnTo>
                  <a:lnTo>
                    <a:pt x="0" y="2022348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01162" y="3057905"/>
              <a:ext cx="401320" cy="1844039"/>
            </a:xfrm>
            <a:custGeom>
              <a:avLst/>
              <a:gdLst/>
              <a:ahLst/>
              <a:cxnLst/>
              <a:rect l="l" t="t" r="r" b="b"/>
              <a:pathLst>
                <a:path w="401320" h="1844039">
                  <a:moveTo>
                    <a:pt x="400812" y="0"/>
                  </a:moveTo>
                  <a:lnTo>
                    <a:pt x="0" y="0"/>
                  </a:lnTo>
                  <a:lnTo>
                    <a:pt x="0" y="1844040"/>
                  </a:lnTo>
                  <a:lnTo>
                    <a:pt x="400812" y="1844040"/>
                  </a:lnTo>
                  <a:lnTo>
                    <a:pt x="400812" y="0"/>
                  </a:lnTo>
                  <a:close/>
                </a:path>
              </a:pathLst>
            </a:custGeom>
            <a:solidFill>
              <a:srgbClr val="6FAC46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01162" y="3057905"/>
              <a:ext cx="401320" cy="1844039"/>
            </a:xfrm>
            <a:custGeom>
              <a:avLst/>
              <a:gdLst/>
              <a:ahLst/>
              <a:cxnLst/>
              <a:rect l="l" t="t" r="r" b="b"/>
              <a:pathLst>
                <a:path w="401320" h="1844039">
                  <a:moveTo>
                    <a:pt x="0" y="1844040"/>
                  </a:moveTo>
                  <a:lnTo>
                    <a:pt x="400812" y="1844040"/>
                  </a:lnTo>
                  <a:lnTo>
                    <a:pt x="400812" y="0"/>
                  </a:lnTo>
                  <a:lnTo>
                    <a:pt x="0" y="0"/>
                  </a:lnTo>
                  <a:lnTo>
                    <a:pt x="0" y="1844040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08604" y="3395472"/>
              <a:ext cx="162305" cy="116814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999738" y="3057905"/>
              <a:ext cx="399415" cy="1844039"/>
            </a:xfrm>
            <a:custGeom>
              <a:avLst/>
              <a:gdLst/>
              <a:ahLst/>
              <a:cxnLst/>
              <a:rect l="l" t="t" r="r" b="b"/>
              <a:pathLst>
                <a:path w="399414" h="1844039">
                  <a:moveTo>
                    <a:pt x="399288" y="0"/>
                  </a:moveTo>
                  <a:lnTo>
                    <a:pt x="0" y="0"/>
                  </a:lnTo>
                  <a:lnTo>
                    <a:pt x="0" y="1844040"/>
                  </a:lnTo>
                  <a:lnTo>
                    <a:pt x="399288" y="1844040"/>
                  </a:lnTo>
                  <a:lnTo>
                    <a:pt x="399288" y="0"/>
                  </a:lnTo>
                  <a:close/>
                </a:path>
              </a:pathLst>
            </a:custGeom>
            <a:solidFill>
              <a:srgbClr val="006FC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999738" y="3057905"/>
              <a:ext cx="399415" cy="1844039"/>
            </a:xfrm>
            <a:custGeom>
              <a:avLst/>
              <a:gdLst/>
              <a:ahLst/>
              <a:cxnLst/>
              <a:rect l="l" t="t" r="r" b="b"/>
              <a:pathLst>
                <a:path w="399414" h="1844039">
                  <a:moveTo>
                    <a:pt x="0" y="1844040"/>
                  </a:moveTo>
                  <a:lnTo>
                    <a:pt x="399288" y="1844040"/>
                  </a:lnTo>
                  <a:lnTo>
                    <a:pt x="399288" y="0"/>
                  </a:lnTo>
                  <a:lnTo>
                    <a:pt x="0" y="0"/>
                  </a:lnTo>
                  <a:lnTo>
                    <a:pt x="0" y="1844040"/>
                  </a:lnTo>
                  <a:close/>
                </a:path>
              </a:pathLst>
            </a:custGeom>
            <a:ln w="19811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105655" y="3540251"/>
              <a:ext cx="162305" cy="884682"/>
            </a:xfrm>
            <a:prstGeom prst="rect">
              <a:avLst/>
            </a:prstGeom>
          </p:spPr>
        </p:pic>
      </p:grpSp>
      <p:pic>
        <p:nvPicPr>
          <p:cNvPr id="46" name="object 4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128772" y="5172455"/>
            <a:ext cx="1306829" cy="174497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05612" y="5727191"/>
            <a:ext cx="3062478" cy="162306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437489" y="431419"/>
            <a:ext cx="3614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Using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Ready-Made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CNN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Model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50" name="object 5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68451" y="1543761"/>
            <a:ext cx="4438650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3120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04" y="2125979"/>
            <a:ext cx="1764030" cy="1760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5612" y="5730240"/>
            <a:ext cx="1782318" cy="16230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90515" y="3858767"/>
            <a:ext cx="307848" cy="2499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43955" y="2697479"/>
            <a:ext cx="881633" cy="13182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5596128" y="3052572"/>
            <a:ext cx="421005" cy="1864360"/>
            <a:chOff x="5596128" y="3052572"/>
            <a:chExt cx="421005" cy="1864360"/>
          </a:xfrm>
        </p:grpSpPr>
        <p:sp>
          <p:nvSpPr>
            <p:cNvPr id="11" name="object 11"/>
            <p:cNvSpPr/>
            <p:nvPr/>
          </p:nvSpPr>
          <p:spPr>
            <a:xfrm>
              <a:off x="5606034" y="3062478"/>
              <a:ext cx="401320" cy="1844039"/>
            </a:xfrm>
            <a:custGeom>
              <a:avLst/>
              <a:gdLst/>
              <a:ahLst/>
              <a:cxnLst/>
              <a:rect l="l" t="t" r="r" b="b"/>
              <a:pathLst>
                <a:path w="401320" h="1844039">
                  <a:moveTo>
                    <a:pt x="400812" y="0"/>
                  </a:moveTo>
                  <a:lnTo>
                    <a:pt x="0" y="0"/>
                  </a:lnTo>
                  <a:lnTo>
                    <a:pt x="0" y="1844040"/>
                  </a:lnTo>
                  <a:lnTo>
                    <a:pt x="400812" y="1844040"/>
                  </a:lnTo>
                  <a:lnTo>
                    <a:pt x="40081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06034" y="3062478"/>
              <a:ext cx="401320" cy="1844039"/>
            </a:xfrm>
            <a:custGeom>
              <a:avLst/>
              <a:gdLst/>
              <a:ahLst/>
              <a:cxnLst/>
              <a:rect l="l" t="t" r="r" b="b"/>
              <a:pathLst>
                <a:path w="401320" h="1844039">
                  <a:moveTo>
                    <a:pt x="0" y="1844040"/>
                  </a:moveTo>
                  <a:lnTo>
                    <a:pt x="400812" y="1844040"/>
                  </a:lnTo>
                  <a:lnTo>
                    <a:pt x="400812" y="0"/>
                  </a:lnTo>
                  <a:lnTo>
                    <a:pt x="0" y="0"/>
                  </a:lnTo>
                  <a:lnTo>
                    <a:pt x="0" y="1844040"/>
                  </a:lnTo>
                  <a:close/>
                </a:path>
              </a:pathLst>
            </a:custGeom>
            <a:ln w="1981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11952" y="3532631"/>
              <a:ext cx="163829" cy="910589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6394703" y="3052572"/>
            <a:ext cx="419100" cy="1864360"/>
            <a:chOff x="6394703" y="3052572"/>
            <a:chExt cx="419100" cy="1864360"/>
          </a:xfrm>
        </p:grpSpPr>
        <p:sp>
          <p:nvSpPr>
            <p:cNvPr id="15" name="object 15"/>
            <p:cNvSpPr/>
            <p:nvPr/>
          </p:nvSpPr>
          <p:spPr>
            <a:xfrm>
              <a:off x="6404609" y="3062478"/>
              <a:ext cx="399415" cy="1844039"/>
            </a:xfrm>
            <a:custGeom>
              <a:avLst/>
              <a:gdLst/>
              <a:ahLst/>
              <a:cxnLst/>
              <a:rect l="l" t="t" r="r" b="b"/>
              <a:pathLst>
                <a:path w="399415" h="1844039">
                  <a:moveTo>
                    <a:pt x="399288" y="0"/>
                  </a:moveTo>
                  <a:lnTo>
                    <a:pt x="0" y="0"/>
                  </a:lnTo>
                  <a:lnTo>
                    <a:pt x="0" y="1844040"/>
                  </a:lnTo>
                  <a:lnTo>
                    <a:pt x="399288" y="1844040"/>
                  </a:lnTo>
                  <a:lnTo>
                    <a:pt x="39928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04609" y="3062478"/>
              <a:ext cx="399415" cy="1844039"/>
            </a:xfrm>
            <a:custGeom>
              <a:avLst/>
              <a:gdLst/>
              <a:ahLst/>
              <a:cxnLst/>
              <a:rect l="l" t="t" r="r" b="b"/>
              <a:pathLst>
                <a:path w="399415" h="1844039">
                  <a:moveTo>
                    <a:pt x="0" y="1844040"/>
                  </a:moveTo>
                  <a:lnTo>
                    <a:pt x="399288" y="1844040"/>
                  </a:lnTo>
                  <a:lnTo>
                    <a:pt x="399288" y="0"/>
                  </a:lnTo>
                  <a:lnTo>
                    <a:pt x="0" y="0"/>
                  </a:lnTo>
                  <a:lnTo>
                    <a:pt x="0" y="1844040"/>
                  </a:lnTo>
                  <a:close/>
                </a:path>
              </a:pathLst>
            </a:custGeom>
            <a:ln w="19811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10527" y="3290315"/>
              <a:ext cx="162305" cy="1395222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82111" y="2702051"/>
            <a:ext cx="1203198" cy="127253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3061716" y="2965704"/>
            <a:ext cx="1440180" cy="2034539"/>
            <a:chOff x="3061716" y="2965704"/>
            <a:chExt cx="1440180" cy="2034539"/>
          </a:xfrm>
        </p:grpSpPr>
        <p:sp>
          <p:nvSpPr>
            <p:cNvPr id="20" name="object 20"/>
            <p:cNvSpPr/>
            <p:nvPr/>
          </p:nvSpPr>
          <p:spPr>
            <a:xfrm>
              <a:off x="3067812" y="2971800"/>
              <a:ext cx="1428115" cy="2022475"/>
            </a:xfrm>
            <a:custGeom>
              <a:avLst/>
              <a:gdLst/>
              <a:ahLst/>
              <a:cxnLst/>
              <a:rect l="l" t="t" r="r" b="b"/>
              <a:pathLst>
                <a:path w="1428114" h="2022475">
                  <a:moveTo>
                    <a:pt x="1427988" y="0"/>
                  </a:moveTo>
                  <a:lnTo>
                    <a:pt x="0" y="0"/>
                  </a:lnTo>
                  <a:lnTo>
                    <a:pt x="0" y="2022348"/>
                  </a:lnTo>
                  <a:lnTo>
                    <a:pt x="1427988" y="2022348"/>
                  </a:lnTo>
                  <a:lnTo>
                    <a:pt x="1427988" y="0"/>
                  </a:lnTo>
                  <a:close/>
                </a:path>
              </a:pathLst>
            </a:custGeom>
            <a:solidFill>
              <a:srgbClr val="FF000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67812" y="2971800"/>
              <a:ext cx="1428115" cy="2022475"/>
            </a:xfrm>
            <a:custGeom>
              <a:avLst/>
              <a:gdLst/>
              <a:ahLst/>
              <a:cxnLst/>
              <a:rect l="l" t="t" r="r" b="b"/>
              <a:pathLst>
                <a:path w="1428114" h="2022475">
                  <a:moveTo>
                    <a:pt x="0" y="2022348"/>
                  </a:moveTo>
                  <a:lnTo>
                    <a:pt x="1427988" y="2022348"/>
                  </a:lnTo>
                  <a:lnTo>
                    <a:pt x="1427988" y="0"/>
                  </a:lnTo>
                  <a:lnTo>
                    <a:pt x="0" y="0"/>
                  </a:lnTo>
                  <a:lnTo>
                    <a:pt x="0" y="2022348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01162" y="3062478"/>
              <a:ext cx="401320" cy="1844039"/>
            </a:xfrm>
            <a:custGeom>
              <a:avLst/>
              <a:gdLst/>
              <a:ahLst/>
              <a:cxnLst/>
              <a:rect l="l" t="t" r="r" b="b"/>
              <a:pathLst>
                <a:path w="401320" h="1844039">
                  <a:moveTo>
                    <a:pt x="400812" y="0"/>
                  </a:moveTo>
                  <a:lnTo>
                    <a:pt x="0" y="0"/>
                  </a:lnTo>
                  <a:lnTo>
                    <a:pt x="0" y="1844040"/>
                  </a:lnTo>
                  <a:lnTo>
                    <a:pt x="400812" y="1844040"/>
                  </a:lnTo>
                  <a:lnTo>
                    <a:pt x="400812" y="0"/>
                  </a:lnTo>
                  <a:close/>
                </a:path>
              </a:pathLst>
            </a:custGeom>
            <a:solidFill>
              <a:srgbClr val="6FAC46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01162" y="3062478"/>
              <a:ext cx="401320" cy="1844039"/>
            </a:xfrm>
            <a:custGeom>
              <a:avLst/>
              <a:gdLst/>
              <a:ahLst/>
              <a:cxnLst/>
              <a:rect l="l" t="t" r="r" b="b"/>
              <a:pathLst>
                <a:path w="401320" h="1844039">
                  <a:moveTo>
                    <a:pt x="0" y="1844040"/>
                  </a:moveTo>
                  <a:lnTo>
                    <a:pt x="400812" y="1844040"/>
                  </a:lnTo>
                  <a:lnTo>
                    <a:pt x="400812" y="0"/>
                  </a:lnTo>
                  <a:lnTo>
                    <a:pt x="0" y="0"/>
                  </a:lnTo>
                  <a:lnTo>
                    <a:pt x="0" y="1844040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08604" y="3400044"/>
              <a:ext cx="162305" cy="116814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999738" y="3062478"/>
              <a:ext cx="399415" cy="1844039"/>
            </a:xfrm>
            <a:custGeom>
              <a:avLst/>
              <a:gdLst/>
              <a:ahLst/>
              <a:cxnLst/>
              <a:rect l="l" t="t" r="r" b="b"/>
              <a:pathLst>
                <a:path w="399414" h="1844039">
                  <a:moveTo>
                    <a:pt x="399288" y="0"/>
                  </a:moveTo>
                  <a:lnTo>
                    <a:pt x="0" y="0"/>
                  </a:lnTo>
                  <a:lnTo>
                    <a:pt x="0" y="1844040"/>
                  </a:lnTo>
                  <a:lnTo>
                    <a:pt x="399288" y="1844040"/>
                  </a:lnTo>
                  <a:lnTo>
                    <a:pt x="399288" y="0"/>
                  </a:lnTo>
                  <a:close/>
                </a:path>
              </a:pathLst>
            </a:custGeom>
            <a:solidFill>
              <a:srgbClr val="006FC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999738" y="3062478"/>
              <a:ext cx="399415" cy="1844039"/>
            </a:xfrm>
            <a:custGeom>
              <a:avLst/>
              <a:gdLst/>
              <a:ahLst/>
              <a:cxnLst/>
              <a:rect l="l" t="t" r="r" b="b"/>
              <a:pathLst>
                <a:path w="399414" h="1844039">
                  <a:moveTo>
                    <a:pt x="0" y="1844040"/>
                  </a:moveTo>
                  <a:lnTo>
                    <a:pt x="399288" y="1844040"/>
                  </a:lnTo>
                  <a:lnTo>
                    <a:pt x="399288" y="0"/>
                  </a:lnTo>
                  <a:lnTo>
                    <a:pt x="0" y="0"/>
                  </a:lnTo>
                  <a:lnTo>
                    <a:pt x="0" y="1844040"/>
                  </a:lnTo>
                  <a:close/>
                </a:path>
              </a:pathLst>
            </a:custGeom>
            <a:ln w="19811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05655" y="3544824"/>
              <a:ext cx="162305" cy="884682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28772" y="5175503"/>
            <a:ext cx="1306829" cy="176022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5295900" y="2965704"/>
            <a:ext cx="1780539" cy="2034539"/>
            <a:chOff x="5295900" y="2965704"/>
            <a:chExt cx="1780539" cy="2034539"/>
          </a:xfrm>
        </p:grpSpPr>
        <p:sp>
          <p:nvSpPr>
            <p:cNvPr id="30" name="object 30"/>
            <p:cNvSpPr/>
            <p:nvPr/>
          </p:nvSpPr>
          <p:spPr>
            <a:xfrm>
              <a:off x="5471160" y="2971800"/>
              <a:ext cx="1430020" cy="2022475"/>
            </a:xfrm>
            <a:custGeom>
              <a:avLst/>
              <a:gdLst/>
              <a:ahLst/>
              <a:cxnLst/>
              <a:rect l="l" t="t" r="r" b="b"/>
              <a:pathLst>
                <a:path w="1430020" h="2022475">
                  <a:moveTo>
                    <a:pt x="1429512" y="0"/>
                  </a:moveTo>
                  <a:lnTo>
                    <a:pt x="0" y="0"/>
                  </a:lnTo>
                  <a:lnTo>
                    <a:pt x="0" y="2022348"/>
                  </a:lnTo>
                  <a:lnTo>
                    <a:pt x="1429512" y="2022348"/>
                  </a:lnTo>
                  <a:lnTo>
                    <a:pt x="1429512" y="0"/>
                  </a:lnTo>
                  <a:close/>
                </a:path>
              </a:pathLst>
            </a:custGeom>
            <a:solidFill>
              <a:srgbClr val="A6A6A6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471160" y="2971800"/>
              <a:ext cx="1430020" cy="2022475"/>
            </a:xfrm>
            <a:custGeom>
              <a:avLst/>
              <a:gdLst/>
              <a:ahLst/>
              <a:cxnLst/>
              <a:rect l="l" t="t" r="r" b="b"/>
              <a:pathLst>
                <a:path w="1430020" h="2022475">
                  <a:moveTo>
                    <a:pt x="0" y="2022348"/>
                  </a:moveTo>
                  <a:lnTo>
                    <a:pt x="1429512" y="2022348"/>
                  </a:lnTo>
                  <a:lnTo>
                    <a:pt x="1429512" y="0"/>
                  </a:lnTo>
                  <a:lnTo>
                    <a:pt x="0" y="0"/>
                  </a:lnTo>
                  <a:lnTo>
                    <a:pt x="0" y="2022348"/>
                  </a:lnTo>
                  <a:close/>
                </a:path>
              </a:pathLst>
            </a:custGeom>
            <a:ln w="12192">
              <a:solidFill>
                <a:srgbClr val="A6A6A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95900" y="3078480"/>
              <a:ext cx="1780539" cy="1780539"/>
            </a:xfrm>
            <a:custGeom>
              <a:avLst/>
              <a:gdLst/>
              <a:ahLst/>
              <a:cxnLst/>
              <a:rect l="l" t="t" r="r" b="b"/>
              <a:pathLst>
                <a:path w="1780540" h="1780539">
                  <a:moveTo>
                    <a:pt x="1683639" y="0"/>
                  </a:moveTo>
                  <a:lnTo>
                    <a:pt x="890015" y="793496"/>
                  </a:lnTo>
                  <a:lnTo>
                    <a:pt x="96392" y="0"/>
                  </a:lnTo>
                  <a:lnTo>
                    <a:pt x="0" y="96393"/>
                  </a:lnTo>
                  <a:lnTo>
                    <a:pt x="793496" y="890016"/>
                  </a:lnTo>
                  <a:lnTo>
                    <a:pt x="0" y="1683639"/>
                  </a:lnTo>
                  <a:lnTo>
                    <a:pt x="96392" y="1780032"/>
                  </a:lnTo>
                  <a:lnTo>
                    <a:pt x="890015" y="986536"/>
                  </a:lnTo>
                  <a:lnTo>
                    <a:pt x="1683639" y="1780032"/>
                  </a:lnTo>
                  <a:lnTo>
                    <a:pt x="1780031" y="1683639"/>
                  </a:lnTo>
                  <a:lnTo>
                    <a:pt x="986536" y="890016"/>
                  </a:lnTo>
                  <a:lnTo>
                    <a:pt x="1780031" y="96393"/>
                  </a:lnTo>
                  <a:lnTo>
                    <a:pt x="1683639" y="0"/>
                  </a:lnTo>
                  <a:close/>
                </a:path>
              </a:pathLst>
            </a:custGeom>
            <a:solidFill>
              <a:srgbClr val="FF000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37489" y="431419"/>
            <a:ext cx="3614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Using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Ready-Made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CNN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Model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68451" y="1543761"/>
            <a:ext cx="4438650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3832" y="6524434"/>
            <a:ext cx="3725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091169" y="3182111"/>
          <a:ext cx="400685" cy="2022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2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1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3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1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3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1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2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23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79765" y="3253866"/>
            <a:ext cx="27558" cy="675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79765" y="3456051"/>
            <a:ext cx="27558" cy="675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35568" y="3658361"/>
            <a:ext cx="118109" cy="675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34044" y="3860546"/>
            <a:ext cx="120523" cy="675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34044" y="4062857"/>
            <a:ext cx="121411" cy="6743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79765" y="4265040"/>
            <a:ext cx="27558" cy="6756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79765" y="4467225"/>
            <a:ext cx="27558" cy="6756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79765" y="4669535"/>
            <a:ext cx="27558" cy="6756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34044" y="4871720"/>
            <a:ext cx="122047" cy="6756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79765" y="5074030"/>
            <a:ext cx="27558" cy="6743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86492" y="2705200"/>
            <a:ext cx="398517" cy="17287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039120" y="2702110"/>
            <a:ext cx="514329" cy="17596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503932" y="4072128"/>
            <a:ext cx="306324" cy="24841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890515" y="4072128"/>
            <a:ext cx="307848" cy="24841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401055" y="2708135"/>
            <a:ext cx="1567433" cy="374154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5465064" y="3179064"/>
            <a:ext cx="1442085" cy="2034539"/>
            <a:chOff x="5465064" y="3179064"/>
            <a:chExt cx="1442085" cy="2034539"/>
          </a:xfrm>
        </p:grpSpPr>
        <p:sp>
          <p:nvSpPr>
            <p:cNvPr id="22" name="object 22"/>
            <p:cNvSpPr/>
            <p:nvPr/>
          </p:nvSpPr>
          <p:spPr>
            <a:xfrm>
              <a:off x="5471160" y="3185160"/>
              <a:ext cx="1430020" cy="2022475"/>
            </a:xfrm>
            <a:custGeom>
              <a:avLst/>
              <a:gdLst/>
              <a:ahLst/>
              <a:cxnLst/>
              <a:rect l="l" t="t" r="r" b="b"/>
              <a:pathLst>
                <a:path w="1430020" h="2022475">
                  <a:moveTo>
                    <a:pt x="1429512" y="0"/>
                  </a:moveTo>
                  <a:lnTo>
                    <a:pt x="0" y="0"/>
                  </a:lnTo>
                  <a:lnTo>
                    <a:pt x="0" y="2022348"/>
                  </a:lnTo>
                  <a:lnTo>
                    <a:pt x="1429512" y="2022348"/>
                  </a:lnTo>
                  <a:lnTo>
                    <a:pt x="1429512" y="0"/>
                  </a:lnTo>
                  <a:close/>
                </a:path>
              </a:pathLst>
            </a:custGeom>
            <a:solidFill>
              <a:srgbClr val="00AF5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471160" y="3185160"/>
              <a:ext cx="1430020" cy="2022475"/>
            </a:xfrm>
            <a:custGeom>
              <a:avLst/>
              <a:gdLst/>
              <a:ahLst/>
              <a:cxnLst/>
              <a:rect l="l" t="t" r="r" b="b"/>
              <a:pathLst>
                <a:path w="1430020" h="2022475">
                  <a:moveTo>
                    <a:pt x="0" y="2022348"/>
                  </a:moveTo>
                  <a:lnTo>
                    <a:pt x="1429512" y="2022348"/>
                  </a:lnTo>
                  <a:lnTo>
                    <a:pt x="1429512" y="0"/>
                  </a:lnTo>
                  <a:lnTo>
                    <a:pt x="0" y="0"/>
                  </a:lnTo>
                  <a:lnTo>
                    <a:pt x="0" y="2022348"/>
                  </a:lnTo>
                  <a:close/>
                </a:path>
              </a:pathLst>
            </a:custGeom>
            <a:ln w="12192">
              <a:solidFill>
                <a:srgbClr val="00AF5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06034" y="3274314"/>
              <a:ext cx="401320" cy="1845945"/>
            </a:xfrm>
            <a:custGeom>
              <a:avLst/>
              <a:gdLst/>
              <a:ahLst/>
              <a:cxnLst/>
              <a:rect l="l" t="t" r="r" b="b"/>
              <a:pathLst>
                <a:path w="401320" h="1845945">
                  <a:moveTo>
                    <a:pt x="400812" y="0"/>
                  </a:moveTo>
                  <a:lnTo>
                    <a:pt x="0" y="0"/>
                  </a:lnTo>
                  <a:lnTo>
                    <a:pt x="0" y="1845564"/>
                  </a:lnTo>
                  <a:lnTo>
                    <a:pt x="400812" y="1845564"/>
                  </a:lnTo>
                  <a:lnTo>
                    <a:pt x="400812" y="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06034" y="3274314"/>
              <a:ext cx="401320" cy="1845945"/>
            </a:xfrm>
            <a:custGeom>
              <a:avLst/>
              <a:gdLst/>
              <a:ahLst/>
              <a:cxnLst/>
              <a:rect l="l" t="t" r="r" b="b"/>
              <a:pathLst>
                <a:path w="401320" h="1845945">
                  <a:moveTo>
                    <a:pt x="0" y="1845564"/>
                  </a:moveTo>
                  <a:lnTo>
                    <a:pt x="400812" y="1845564"/>
                  </a:lnTo>
                  <a:lnTo>
                    <a:pt x="400812" y="0"/>
                  </a:lnTo>
                  <a:lnTo>
                    <a:pt x="0" y="0"/>
                  </a:lnTo>
                  <a:lnTo>
                    <a:pt x="0" y="1845564"/>
                  </a:lnTo>
                  <a:close/>
                </a:path>
              </a:pathLst>
            </a:custGeom>
            <a:ln w="1981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11952" y="3744468"/>
              <a:ext cx="163829" cy="91211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404610" y="3274314"/>
              <a:ext cx="399415" cy="1845945"/>
            </a:xfrm>
            <a:custGeom>
              <a:avLst/>
              <a:gdLst/>
              <a:ahLst/>
              <a:cxnLst/>
              <a:rect l="l" t="t" r="r" b="b"/>
              <a:pathLst>
                <a:path w="399415" h="1845945">
                  <a:moveTo>
                    <a:pt x="399288" y="0"/>
                  </a:moveTo>
                  <a:lnTo>
                    <a:pt x="0" y="0"/>
                  </a:lnTo>
                  <a:lnTo>
                    <a:pt x="0" y="1845564"/>
                  </a:lnTo>
                  <a:lnTo>
                    <a:pt x="399288" y="1845564"/>
                  </a:lnTo>
                  <a:lnTo>
                    <a:pt x="399288" y="0"/>
                  </a:lnTo>
                  <a:close/>
                </a:path>
              </a:pathLst>
            </a:custGeom>
            <a:solidFill>
              <a:srgbClr val="FFC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04610" y="3274314"/>
              <a:ext cx="399415" cy="1845945"/>
            </a:xfrm>
            <a:custGeom>
              <a:avLst/>
              <a:gdLst/>
              <a:ahLst/>
              <a:cxnLst/>
              <a:rect l="l" t="t" r="r" b="b"/>
              <a:pathLst>
                <a:path w="399415" h="1845945">
                  <a:moveTo>
                    <a:pt x="0" y="1845564"/>
                  </a:moveTo>
                  <a:lnTo>
                    <a:pt x="399288" y="1845564"/>
                  </a:lnTo>
                  <a:lnTo>
                    <a:pt x="399288" y="0"/>
                  </a:lnTo>
                  <a:lnTo>
                    <a:pt x="0" y="0"/>
                  </a:lnTo>
                  <a:lnTo>
                    <a:pt x="0" y="1845564"/>
                  </a:lnTo>
                  <a:close/>
                </a:path>
              </a:pathLst>
            </a:custGeom>
            <a:ln w="19811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510528" y="3502152"/>
              <a:ext cx="162305" cy="1396746"/>
            </a:xfrm>
            <a:prstGeom prst="rect">
              <a:avLst/>
            </a:prstGeom>
          </p:spPr>
        </p:pic>
      </p:grpSp>
      <p:pic>
        <p:nvPicPr>
          <p:cNvPr id="30" name="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324343" y="4072128"/>
            <a:ext cx="307848" cy="248412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559308" y="210464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17804" y="2129027"/>
            <a:ext cx="1764030" cy="174498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182111" y="2715767"/>
            <a:ext cx="1201674" cy="368046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3061716" y="3179064"/>
            <a:ext cx="1440180" cy="2034539"/>
            <a:chOff x="3061716" y="3179064"/>
            <a:chExt cx="1440180" cy="2034539"/>
          </a:xfrm>
        </p:grpSpPr>
        <p:sp>
          <p:nvSpPr>
            <p:cNvPr id="35" name="object 35"/>
            <p:cNvSpPr/>
            <p:nvPr/>
          </p:nvSpPr>
          <p:spPr>
            <a:xfrm>
              <a:off x="3067812" y="3185160"/>
              <a:ext cx="1428115" cy="2022475"/>
            </a:xfrm>
            <a:custGeom>
              <a:avLst/>
              <a:gdLst/>
              <a:ahLst/>
              <a:cxnLst/>
              <a:rect l="l" t="t" r="r" b="b"/>
              <a:pathLst>
                <a:path w="1428114" h="2022475">
                  <a:moveTo>
                    <a:pt x="1427988" y="0"/>
                  </a:moveTo>
                  <a:lnTo>
                    <a:pt x="0" y="0"/>
                  </a:lnTo>
                  <a:lnTo>
                    <a:pt x="0" y="2022348"/>
                  </a:lnTo>
                  <a:lnTo>
                    <a:pt x="1427988" y="2022348"/>
                  </a:lnTo>
                  <a:lnTo>
                    <a:pt x="1427988" y="0"/>
                  </a:lnTo>
                  <a:close/>
                </a:path>
              </a:pathLst>
            </a:custGeom>
            <a:solidFill>
              <a:srgbClr val="FF000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67812" y="3185160"/>
              <a:ext cx="1428115" cy="2022475"/>
            </a:xfrm>
            <a:custGeom>
              <a:avLst/>
              <a:gdLst/>
              <a:ahLst/>
              <a:cxnLst/>
              <a:rect l="l" t="t" r="r" b="b"/>
              <a:pathLst>
                <a:path w="1428114" h="2022475">
                  <a:moveTo>
                    <a:pt x="0" y="2022348"/>
                  </a:moveTo>
                  <a:lnTo>
                    <a:pt x="1427988" y="2022348"/>
                  </a:lnTo>
                  <a:lnTo>
                    <a:pt x="1427988" y="0"/>
                  </a:lnTo>
                  <a:lnTo>
                    <a:pt x="0" y="0"/>
                  </a:lnTo>
                  <a:lnTo>
                    <a:pt x="0" y="2022348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01162" y="3274314"/>
              <a:ext cx="401320" cy="1845945"/>
            </a:xfrm>
            <a:custGeom>
              <a:avLst/>
              <a:gdLst/>
              <a:ahLst/>
              <a:cxnLst/>
              <a:rect l="l" t="t" r="r" b="b"/>
              <a:pathLst>
                <a:path w="401320" h="1845945">
                  <a:moveTo>
                    <a:pt x="400812" y="0"/>
                  </a:moveTo>
                  <a:lnTo>
                    <a:pt x="0" y="0"/>
                  </a:lnTo>
                  <a:lnTo>
                    <a:pt x="0" y="1845564"/>
                  </a:lnTo>
                  <a:lnTo>
                    <a:pt x="400812" y="1845564"/>
                  </a:lnTo>
                  <a:lnTo>
                    <a:pt x="400812" y="0"/>
                  </a:lnTo>
                  <a:close/>
                </a:path>
              </a:pathLst>
            </a:custGeom>
            <a:solidFill>
              <a:srgbClr val="6FAC46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201162" y="3274314"/>
              <a:ext cx="401320" cy="1845945"/>
            </a:xfrm>
            <a:custGeom>
              <a:avLst/>
              <a:gdLst/>
              <a:ahLst/>
              <a:cxnLst/>
              <a:rect l="l" t="t" r="r" b="b"/>
              <a:pathLst>
                <a:path w="401320" h="1845945">
                  <a:moveTo>
                    <a:pt x="0" y="1845564"/>
                  </a:moveTo>
                  <a:lnTo>
                    <a:pt x="400812" y="1845564"/>
                  </a:lnTo>
                  <a:lnTo>
                    <a:pt x="400812" y="0"/>
                  </a:lnTo>
                  <a:lnTo>
                    <a:pt x="0" y="0"/>
                  </a:lnTo>
                  <a:lnTo>
                    <a:pt x="0" y="1845564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08604" y="3613404"/>
              <a:ext cx="162305" cy="116814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999738" y="3274314"/>
              <a:ext cx="399415" cy="1845945"/>
            </a:xfrm>
            <a:custGeom>
              <a:avLst/>
              <a:gdLst/>
              <a:ahLst/>
              <a:cxnLst/>
              <a:rect l="l" t="t" r="r" b="b"/>
              <a:pathLst>
                <a:path w="399414" h="1845945">
                  <a:moveTo>
                    <a:pt x="399288" y="0"/>
                  </a:moveTo>
                  <a:lnTo>
                    <a:pt x="0" y="0"/>
                  </a:lnTo>
                  <a:lnTo>
                    <a:pt x="0" y="1845564"/>
                  </a:lnTo>
                  <a:lnTo>
                    <a:pt x="399288" y="1845564"/>
                  </a:lnTo>
                  <a:lnTo>
                    <a:pt x="399288" y="0"/>
                  </a:lnTo>
                  <a:close/>
                </a:path>
              </a:pathLst>
            </a:custGeom>
            <a:solidFill>
              <a:srgbClr val="006FC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999738" y="3274314"/>
              <a:ext cx="399415" cy="1845945"/>
            </a:xfrm>
            <a:custGeom>
              <a:avLst/>
              <a:gdLst/>
              <a:ahLst/>
              <a:cxnLst/>
              <a:rect l="l" t="t" r="r" b="b"/>
              <a:pathLst>
                <a:path w="399414" h="1845945">
                  <a:moveTo>
                    <a:pt x="0" y="1845564"/>
                  </a:moveTo>
                  <a:lnTo>
                    <a:pt x="399288" y="1845564"/>
                  </a:lnTo>
                  <a:lnTo>
                    <a:pt x="399288" y="0"/>
                  </a:lnTo>
                  <a:lnTo>
                    <a:pt x="0" y="0"/>
                  </a:lnTo>
                  <a:lnTo>
                    <a:pt x="0" y="1845564"/>
                  </a:lnTo>
                  <a:close/>
                </a:path>
              </a:pathLst>
            </a:custGeom>
            <a:ln w="19811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105655" y="3756660"/>
              <a:ext cx="162305" cy="886206"/>
            </a:xfrm>
            <a:prstGeom prst="rect">
              <a:avLst/>
            </a:prstGeom>
          </p:spPr>
        </p:pic>
      </p:grpSp>
      <p:pic>
        <p:nvPicPr>
          <p:cNvPr id="43" name="object 4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128772" y="5388864"/>
            <a:ext cx="1306829" cy="174497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10183" y="5733288"/>
            <a:ext cx="2885693" cy="162306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1452372" y="3816096"/>
            <a:ext cx="614680" cy="731520"/>
            <a:chOff x="1452372" y="3816096"/>
            <a:chExt cx="614680" cy="731520"/>
          </a:xfrm>
        </p:grpSpPr>
        <p:pic>
          <p:nvPicPr>
            <p:cNvPr id="46" name="object 4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58468" y="3822192"/>
              <a:ext cx="601980" cy="719328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455420" y="3819144"/>
              <a:ext cx="608330" cy="725805"/>
            </a:xfrm>
            <a:custGeom>
              <a:avLst/>
              <a:gdLst/>
              <a:ahLst/>
              <a:cxnLst/>
              <a:rect l="l" t="t" r="r" b="b"/>
              <a:pathLst>
                <a:path w="608330" h="725804">
                  <a:moveTo>
                    <a:pt x="0" y="725423"/>
                  </a:moveTo>
                  <a:lnTo>
                    <a:pt x="608076" y="725423"/>
                  </a:lnTo>
                  <a:lnTo>
                    <a:pt x="608076" y="0"/>
                  </a:lnTo>
                  <a:lnTo>
                    <a:pt x="0" y="0"/>
                  </a:lnTo>
                  <a:lnTo>
                    <a:pt x="0" y="725423"/>
                  </a:lnTo>
                  <a:close/>
                </a:path>
              </a:pathLst>
            </a:custGeom>
            <a:ln w="6096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437489" y="431419"/>
            <a:ext cx="3614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Using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Ready-Made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CNN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Model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50" name="object 5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68451" y="1543761"/>
            <a:ext cx="4438650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091169" y="3177158"/>
          <a:ext cx="400685" cy="2022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21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3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3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1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21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23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79765" y="3248914"/>
            <a:ext cx="27558" cy="675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79765" y="3451225"/>
            <a:ext cx="27558" cy="675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35568" y="3653409"/>
            <a:ext cx="118109" cy="675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34044" y="4057903"/>
            <a:ext cx="121411" cy="6756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34044" y="3855592"/>
            <a:ext cx="120523" cy="6756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79765" y="4260088"/>
            <a:ext cx="27558" cy="6756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79765" y="4462398"/>
            <a:ext cx="27558" cy="6756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34044" y="4866766"/>
            <a:ext cx="122047" cy="6756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79765" y="4664583"/>
            <a:ext cx="27558" cy="6756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279765" y="5069078"/>
            <a:ext cx="27558" cy="6756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86492" y="2705200"/>
            <a:ext cx="398517" cy="17287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039120" y="2702110"/>
            <a:ext cx="514329" cy="17596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503932" y="4067555"/>
            <a:ext cx="306324" cy="24841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890515" y="4067555"/>
            <a:ext cx="307848" cy="24841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401055" y="2702039"/>
            <a:ext cx="1567433" cy="375678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5465064" y="3174492"/>
            <a:ext cx="1442085" cy="2034539"/>
            <a:chOff x="5465064" y="3174492"/>
            <a:chExt cx="1442085" cy="2034539"/>
          </a:xfrm>
        </p:grpSpPr>
        <p:sp>
          <p:nvSpPr>
            <p:cNvPr id="22" name="object 22"/>
            <p:cNvSpPr/>
            <p:nvPr/>
          </p:nvSpPr>
          <p:spPr>
            <a:xfrm>
              <a:off x="5471160" y="3180588"/>
              <a:ext cx="1430020" cy="2022475"/>
            </a:xfrm>
            <a:custGeom>
              <a:avLst/>
              <a:gdLst/>
              <a:ahLst/>
              <a:cxnLst/>
              <a:rect l="l" t="t" r="r" b="b"/>
              <a:pathLst>
                <a:path w="1430020" h="2022475">
                  <a:moveTo>
                    <a:pt x="1429512" y="0"/>
                  </a:moveTo>
                  <a:lnTo>
                    <a:pt x="0" y="0"/>
                  </a:lnTo>
                  <a:lnTo>
                    <a:pt x="0" y="2022348"/>
                  </a:lnTo>
                  <a:lnTo>
                    <a:pt x="1429512" y="2022348"/>
                  </a:lnTo>
                  <a:lnTo>
                    <a:pt x="1429512" y="0"/>
                  </a:lnTo>
                  <a:close/>
                </a:path>
              </a:pathLst>
            </a:custGeom>
            <a:solidFill>
              <a:srgbClr val="00AF5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471160" y="3180588"/>
              <a:ext cx="1430020" cy="2022475"/>
            </a:xfrm>
            <a:custGeom>
              <a:avLst/>
              <a:gdLst/>
              <a:ahLst/>
              <a:cxnLst/>
              <a:rect l="l" t="t" r="r" b="b"/>
              <a:pathLst>
                <a:path w="1430020" h="2022475">
                  <a:moveTo>
                    <a:pt x="0" y="2022348"/>
                  </a:moveTo>
                  <a:lnTo>
                    <a:pt x="1429512" y="2022348"/>
                  </a:lnTo>
                  <a:lnTo>
                    <a:pt x="1429512" y="0"/>
                  </a:lnTo>
                  <a:lnTo>
                    <a:pt x="0" y="0"/>
                  </a:lnTo>
                  <a:lnTo>
                    <a:pt x="0" y="2022348"/>
                  </a:lnTo>
                  <a:close/>
                </a:path>
              </a:pathLst>
            </a:custGeom>
            <a:ln w="12192">
              <a:solidFill>
                <a:srgbClr val="00AF5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06034" y="3269742"/>
              <a:ext cx="401320" cy="1845945"/>
            </a:xfrm>
            <a:custGeom>
              <a:avLst/>
              <a:gdLst/>
              <a:ahLst/>
              <a:cxnLst/>
              <a:rect l="l" t="t" r="r" b="b"/>
              <a:pathLst>
                <a:path w="401320" h="1845945">
                  <a:moveTo>
                    <a:pt x="400812" y="0"/>
                  </a:moveTo>
                  <a:lnTo>
                    <a:pt x="0" y="0"/>
                  </a:lnTo>
                  <a:lnTo>
                    <a:pt x="0" y="1845563"/>
                  </a:lnTo>
                  <a:lnTo>
                    <a:pt x="400812" y="1845563"/>
                  </a:lnTo>
                  <a:lnTo>
                    <a:pt x="400812" y="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06034" y="3269742"/>
              <a:ext cx="401320" cy="1845945"/>
            </a:xfrm>
            <a:custGeom>
              <a:avLst/>
              <a:gdLst/>
              <a:ahLst/>
              <a:cxnLst/>
              <a:rect l="l" t="t" r="r" b="b"/>
              <a:pathLst>
                <a:path w="401320" h="1845945">
                  <a:moveTo>
                    <a:pt x="0" y="1845563"/>
                  </a:moveTo>
                  <a:lnTo>
                    <a:pt x="400812" y="1845563"/>
                  </a:lnTo>
                  <a:lnTo>
                    <a:pt x="400812" y="0"/>
                  </a:lnTo>
                  <a:lnTo>
                    <a:pt x="0" y="0"/>
                  </a:lnTo>
                  <a:lnTo>
                    <a:pt x="0" y="1845563"/>
                  </a:lnTo>
                  <a:close/>
                </a:path>
              </a:pathLst>
            </a:custGeom>
            <a:ln w="1981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11952" y="3739896"/>
              <a:ext cx="163829" cy="91058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404610" y="3269742"/>
              <a:ext cx="399415" cy="1845945"/>
            </a:xfrm>
            <a:custGeom>
              <a:avLst/>
              <a:gdLst/>
              <a:ahLst/>
              <a:cxnLst/>
              <a:rect l="l" t="t" r="r" b="b"/>
              <a:pathLst>
                <a:path w="399415" h="1845945">
                  <a:moveTo>
                    <a:pt x="399288" y="0"/>
                  </a:moveTo>
                  <a:lnTo>
                    <a:pt x="0" y="0"/>
                  </a:lnTo>
                  <a:lnTo>
                    <a:pt x="0" y="1845563"/>
                  </a:lnTo>
                  <a:lnTo>
                    <a:pt x="399288" y="1845563"/>
                  </a:lnTo>
                  <a:lnTo>
                    <a:pt x="399288" y="0"/>
                  </a:lnTo>
                  <a:close/>
                </a:path>
              </a:pathLst>
            </a:custGeom>
            <a:solidFill>
              <a:srgbClr val="FFC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04610" y="3269742"/>
              <a:ext cx="399415" cy="1845945"/>
            </a:xfrm>
            <a:custGeom>
              <a:avLst/>
              <a:gdLst/>
              <a:ahLst/>
              <a:cxnLst/>
              <a:rect l="l" t="t" r="r" b="b"/>
              <a:pathLst>
                <a:path w="399415" h="1845945">
                  <a:moveTo>
                    <a:pt x="0" y="1845563"/>
                  </a:moveTo>
                  <a:lnTo>
                    <a:pt x="399288" y="1845563"/>
                  </a:lnTo>
                  <a:lnTo>
                    <a:pt x="399288" y="0"/>
                  </a:lnTo>
                  <a:lnTo>
                    <a:pt x="0" y="0"/>
                  </a:lnTo>
                  <a:lnTo>
                    <a:pt x="0" y="1845563"/>
                  </a:lnTo>
                  <a:close/>
                </a:path>
              </a:pathLst>
            </a:custGeom>
            <a:ln w="19811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10528" y="3497580"/>
              <a:ext cx="162305" cy="1395222"/>
            </a:xfrm>
            <a:prstGeom prst="rect">
              <a:avLst/>
            </a:prstGeom>
          </p:spPr>
        </p:pic>
      </p:grpSp>
      <p:pic>
        <p:nvPicPr>
          <p:cNvPr id="30" name="object 3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324343" y="4067555"/>
            <a:ext cx="307848" cy="248412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559308" y="2100072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17804" y="2124455"/>
            <a:ext cx="1767077" cy="174498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997707" y="2709659"/>
            <a:ext cx="1567433" cy="369582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3061716" y="3174492"/>
            <a:ext cx="1440180" cy="2034539"/>
            <a:chOff x="3061716" y="3174492"/>
            <a:chExt cx="1440180" cy="2034539"/>
          </a:xfrm>
        </p:grpSpPr>
        <p:sp>
          <p:nvSpPr>
            <p:cNvPr id="35" name="object 35"/>
            <p:cNvSpPr/>
            <p:nvPr/>
          </p:nvSpPr>
          <p:spPr>
            <a:xfrm>
              <a:off x="3067812" y="3180588"/>
              <a:ext cx="1428115" cy="2022475"/>
            </a:xfrm>
            <a:custGeom>
              <a:avLst/>
              <a:gdLst/>
              <a:ahLst/>
              <a:cxnLst/>
              <a:rect l="l" t="t" r="r" b="b"/>
              <a:pathLst>
                <a:path w="1428114" h="2022475">
                  <a:moveTo>
                    <a:pt x="1427988" y="0"/>
                  </a:moveTo>
                  <a:lnTo>
                    <a:pt x="0" y="0"/>
                  </a:lnTo>
                  <a:lnTo>
                    <a:pt x="0" y="2022348"/>
                  </a:lnTo>
                  <a:lnTo>
                    <a:pt x="1427988" y="2022348"/>
                  </a:lnTo>
                  <a:lnTo>
                    <a:pt x="1427988" y="0"/>
                  </a:lnTo>
                  <a:close/>
                </a:path>
              </a:pathLst>
            </a:custGeom>
            <a:solidFill>
              <a:srgbClr val="FF000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67812" y="3180588"/>
              <a:ext cx="1428115" cy="2022475"/>
            </a:xfrm>
            <a:custGeom>
              <a:avLst/>
              <a:gdLst/>
              <a:ahLst/>
              <a:cxnLst/>
              <a:rect l="l" t="t" r="r" b="b"/>
              <a:pathLst>
                <a:path w="1428114" h="2022475">
                  <a:moveTo>
                    <a:pt x="0" y="2022348"/>
                  </a:moveTo>
                  <a:lnTo>
                    <a:pt x="1427988" y="2022348"/>
                  </a:lnTo>
                  <a:lnTo>
                    <a:pt x="1427988" y="0"/>
                  </a:lnTo>
                  <a:lnTo>
                    <a:pt x="0" y="0"/>
                  </a:lnTo>
                  <a:lnTo>
                    <a:pt x="0" y="2022348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01162" y="3269742"/>
              <a:ext cx="401320" cy="1845945"/>
            </a:xfrm>
            <a:custGeom>
              <a:avLst/>
              <a:gdLst/>
              <a:ahLst/>
              <a:cxnLst/>
              <a:rect l="l" t="t" r="r" b="b"/>
              <a:pathLst>
                <a:path w="401320" h="1845945">
                  <a:moveTo>
                    <a:pt x="400812" y="0"/>
                  </a:moveTo>
                  <a:lnTo>
                    <a:pt x="0" y="0"/>
                  </a:lnTo>
                  <a:lnTo>
                    <a:pt x="0" y="1845563"/>
                  </a:lnTo>
                  <a:lnTo>
                    <a:pt x="400812" y="1845563"/>
                  </a:lnTo>
                  <a:lnTo>
                    <a:pt x="400812" y="0"/>
                  </a:lnTo>
                  <a:close/>
                </a:path>
              </a:pathLst>
            </a:custGeom>
            <a:solidFill>
              <a:srgbClr val="6FAC46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201162" y="3269742"/>
              <a:ext cx="401320" cy="1845945"/>
            </a:xfrm>
            <a:custGeom>
              <a:avLst/>
              <a:gdLst/>
              <a:ahLst/>
              <a:cxnLst/>
              <a:rect l="l" t="t" r="r" b="b"/>
              <a:pathLst>
                <a:path w="401320" h="1845945">
                  <a:moveTo>
                    <a:pt x="0" y="1845563"/>
                  </a:moveTo>
                  <a:lnTo>
                    <a:pt x="400812" y="1845563"/>
                  </a:lnTo>
                  <a:lnTo>
                    <a:pt x="400812" y="0"/>
                  </a:lnTo>
                  <a:lnTo>
                    <a:pt x="0" y="0"/>
                  </a:lnTo>
                  <a:lnTo>
                    <a:pt x="0" y="1845563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308604" y="3608832"/>
              <a:ext cx="162305" cy="116662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999738" y="3269742"/>
              <a:ext cx="399415" cy="1845945"/>
            </a:xfrm>
            <a:custGeom>
              <a:avLst/>
              <a:gdLst/>
              <a:ahLst/>
              <a:cxnLst/>
              <a:rect l="l" t="t" r="r" b="b"/>
              <a:pathLst>
                <a:path w="399414" h="1845945">
                  <a:moveTo>
                    <a:pt x="399288" y="0"/>
                  </a:moveTo>
                  <a:lnTo>
                    <a:pt x="0" y="0"/>
                  </a:lnTo>
                  <a:lnTo>
                    <a:pt x="0" y="1845563"/>
                  </a:lnTo>
                  <a:lnTo>
                    <a:pt x="399288" y="1845563"/>
                  </a:lnTo>
                  <a:lnTo>
                    <a:pt x="399288" y="0"/>
                  </a:lnTo>
                  <a:close/>
                </a:path>
              </a:pathLst>
            </a:custGeom>
            <a:solidFill>
              <a:srgbClr val="006FC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999738" y="3269742"/>
              <a:ext cx="399415" cy="1845945"/>
            </a:xfrm>
            <a:custGeom>
              <a:avLst/>
              <a:gdLst/>
              <a:ahLst/>
              <a:cxnLst/>
              <a:rect l="l" t="t" r="r" b="b"/>
              <a:pathLst>
                <a:path w="399414" h="1845945">
                  <a:moveTo>
                    <a:pt x="0" y="1845563"/>
                  </a:moveTo>
                  <a:lnTo>
                    <a:pt x="399288" y="1845563"/>
                  </a:lnTo>
                  <a:lnTo>
                    <a:pt x="399288" y="0"/>
                  </a:lnTo>
                  <a:lnTo>
                    <a:pt x="0" y="0"/>
                  </a:lnTo>
                  <a:lnTo>
                    <a:pt x="0" y="1845563"/>
                  </a:lnTo>
                  <a:close/>
                </a:path>
              </a:pathLst>
            </a:custGeom>
            <a:ln w="19811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105655" y="3752088"/>
              <a:ext cx="162305" cy="884682"/>
            </a:xfrm>
            <a:prstGeom prst="rect">
              <a:avLst/>
            </a:prstGeom>
          </p:spPr>
        </p:pic>
      </p:grpSp>
      <p:pic>
        <p:nvPicPr>
          <p:cNvPr id="43" name="object 4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128772" y="5384291"/>
            <a:ext cx="1306829" cy="174497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02563" y="5728715"/>
            <a:ext cx="1829562" cy="148590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1452372" y="3810000"/>
            <a:ext cx="614680" cy="733425"/>
            <a:chOff x="1452372" y="3810000"/>
            <a:chExt cx="614680" cy="733425"/>
          </a:xfrm>
        </p:grpSpPr>
        <p:pic>
          <p:nvPicPr>
            <p:cNvPr id="46" name="object 4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458468" y="3816095"/>
              <a:ext cx="601980" cy="720851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455420" y="3813047"/>
              <a:ext cx="608330" cy="727075"/>
            </a:xfrm>
            <a:custGeom>
              <a:avLst/>
              <a:gdLst/>
              <a:ahLst/>
              <a:cxnLst/>
              <a:rect l="l" t="t" r="r" b="b"/>
              <a:pathLst>
                <a:path w="608330" h="727075">
                  <a:moveTo>
                    <a:pt x="0" y="726947"/>
                  </a:moveTo>
                  <a:lnTo>
                    <a:pt x="608076" y="726947"/>
                  </a:lnTo>
                  <a:lnTo>
                    <a:pt x="608076" y="0"/>
                  </a:lnTo>
                  <a:lnTo>
                    <a:pt x="0" y="0"/>
                  </a:lnTo>
                  <a:lnTo>
                    <a:pt x="0" y="726947"/>
                  </a:lnTo>
                  <a:close/>
                </a:path>
              </a:pathLst>
            </a:custGeom>
            <a:ln w="6096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437489" y="431419"/>
            <a:ext cx="3614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Using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Ready-Made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CNN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Model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50" name="object 5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68451" y="1543761"/>
            <a:ext cx="4438650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0072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04" y="2124455"/>
            <a:ext cx="2349246" cy="174498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187122"/>
              </p:ext>
            </p:extLst>
          </p:nvPr>
        </p:nvGraphicFramePr>
        <p:xfrm>
          <a:off x="703262" y="2674366"/>
          <a:ext cx="8641714" cy="32332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9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9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7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7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8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7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7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7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8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7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7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57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5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spc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55267" y="2866389"/>
            <a:ext cx="778382" cy="1158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86503" y="2770251"/>
            <a:ext cx="237871" cy="11302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68596" y="2965704"/>
            <a:ext cx="270890" cy="14338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92495" y="2773172"/>
            <a:ext cx="525272" cy="13779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6055740" y="2965704"/>
            <a:ext cx="397510" cy="143510"/>
            <a:chOff x="6055740" y="2965704"/>
            <a:chExt cx="397510" cy="1435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55740" y="2965831"/>
              <a:ext cx="227330" cy="1432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95389" y="2965704"/>
              <a:ext cx="157734" cy="143383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968360" y="2773172"/>
            <a:ext cx="700278" cy="10985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952358" y="2965450"/>
            <a:ext cx="725043" cy="14363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955408" y="3249637"/>
            <a:ext cx="385835" cy="13161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347590" y="3237357"/>
            <a:ext cx="112775" cy="11645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257413" y="3237357"/>
            <a:ext cx="110362" cy="11645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124447" y="3237357"/>
            <a:ext cx="260857" cy="11645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005202" y="3513073"/>
            <a:ext cx="271653" cy="11671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317110" y="3513073"/>
            <a:ext cx="172212" cy="11645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141211" y="3513073"/>
            <a:ext cx="224789" cy="11645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005202" y="3788790"/>
            <a:ext cx="271272" cy="11683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238617" y="3513073"/>
            <a:ext cx="146303" cy="11645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318634" y="3788790"/>
            <a:ext cx="169417" cy="11645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141211" y="3788790"/>
            <a:ext cx="224789" cy="116458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246236" y="3788790"/>
            <a:ext cx="137160" cy="11645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726310" y="4064634"/>
            <a:ext cx="837311" cy="12471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185920" y="4064634"/>
            <a:ext cx="436879" cy="11645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920232" y="4064634"/>
            <a:ext cx="669289" cy="116458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870201" y="4340352"/>
            <a:ext cx="545719" cy="143891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124697" y="4064634"/>
            <a:ext cx="376681" cy="11645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348988" y="4340352"/>
            <a:ext cx="109347" cy="11645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129020" y="4340352"/>
            <a:ext cx="249808" cy="11645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8260460" y="4340352"/>
            <a:ext cx="109220" cy="11645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705610" y="4616069"/>
            <a:ext cx="879347" cy="143891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4331334" y="4616069"/>
            <a:ext cx="139064" cy="116458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6119876" y="4616069"/>
            <a:ext cx="268986" cy="116458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256905" y="4616069"/>
            <a:ext cx="112014" cy="116458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918335" y="4891785"/>
            <a:ext cx="454659" cy="116458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4361307" y="4891785"/>
            <a:ext cx="80009" cy="116458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6124447" y="4891785"/>
            <a:ext cx="259841" cy="116458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8287639" y="4891785"/>
            <a:ext cx="51561" cy="116458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860423" y="5167629"/>
            <a:ext cx="569087" cy="116712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4365878" y="5167629"/>
            <a:ext cx="79248" cy="116458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6141211" y="5167629"/>
            <a:ext cx="224789" cy="116458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8287639" y="5167629"/>
            <a:ext cx="51561" cy="116458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922907" y="5443346"/>
            <a:ext cx="445516" cy="11645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4213733" y="5443346"/>
            <a:ext cx="379856" cy="11645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5921755" y="5443346"/>
            <a:ext cx="663701" cy="11645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8159368" y="5443346"/>
            <a:ext cx="310006" cy="116459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974723" y="5718771"/>
            <a:ext cx="343407" cy="116763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4184903" y="5719076"/>
            <a:ext cx="433450" cy="116459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5921755" y="5719076"/>
            <a:ext cx="665099" cy="116459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8157844" y="5719076"/>
            <a:ext cx="309625" cy="116459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437489" y="431419"/>
            <a:ext cx="3614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Using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Ready-Made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CNN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Model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59" name="object 59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568451" y="1543761"/>
            <a:ext cx="4438650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2016" y="6524434"/>
            <a:ext cx="6297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1595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2122932"/>
            <a:ext cx="3097530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1708" y="2528316"/>
            <a:ext cx="3321558" cy="135864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122164" y="4274820"/>
            <a:ext cx="1122045" cy="1629410"/>
            <a:chOff x="5122164" y="4274820"/>
            <a:chExt cx="1122045" cy="1629410"/>
          </a:xfrm>
        </p:grpSpPr>
        <p:sp>
          <p:nvSpPr>
            <p:cNvPr id="9" name="object 9"/>
            <p:cNvSpPr/>
            <p:nvPr/>
          </p:nvSpPr>
          <p:spPr>
            <a:xfrm>
              <a:off x="5128260" y="4280916"/>
              <a:ext cx="1109980" cy="1617345"/>
            </a:xfrm>
            <a:custGeom>
              <a:avLst/>
              <a:gdLst/>
              <a:ahLst/>
              <a:cxnLst/>
              <a:rect l="l" t="t" r="r" b="b"/>
              <a:pathLst>
                <a:path w="1109979" h="1617345">
                  <a:moveTo>
                    <a:pt x="1109472" y="0"/>
                  </a:moveTo>
                  <a:lnTo>
                    <a:pt x="0" y="0"/>
                  </a:lnTo>
                  <a:lnTo>
                    <a:pt x="0" y="1616963"/>
                  </a:lnTo>
                  <a:lnTo>
                    <a:pt x="1109472" y="1616963"/>
                  </a:lnTo>
                  <a:lnTo>
                    <a:pt x="1109472" y="0"/>
                  </a:lnTo>
                  <a:close/>
                </a:path>
              </a:pathLst>
            </a:custGeom>
            <a:solidFill>
              <a:srgbClr val="00AF5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28260" y="4280916"/>
              <a:ext cx="1109980" cy="1617345"/>
            </a:xfrm>
            <a:custGeom>
              <a:avLst/>
              <a:gdLst/>
              <a:ahLst/>
              <a:cxnLst/>
              <a:rect l="l" t="t" r="r" b="b"/>
              <a:pathLst>
                <a:path w="1109979" h="1617345">
                  <a:moveTo>
                    <a:pt x="0" y="1616963"/>
                  </a:moveTo>
                  <a:lnTo>
                    <a:pt x="1109472" y="1616963"/>
                  </a:lnTo>
                  <a:lnTo>
                    <a:pt x="1109472" y="0"/>
                  </a:lnTo>
                  <a:lnTo>
                    <a:pt x="0" y="0"/>
                  </a:lnTo>
                  <a:lnTo>
                    <a:pt x="0" y="1616963"/>
                  </a:lnTo>
                  <a:close/>
                </a:path>
              </a:pathLst>
            </a:custGeom>
            <a:ln w="12192">
              <a:solidFill>
                <a:srgbClr val="00AF5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898892" y="4747259"/>
            <a:ext cx="131445" cy="131445"/>
            <a:chOff x="7898892" y="4747259"/>
            <a:chExt cx="131445" cy="131445"/>
          </a:xfrm>
        </p:grpSpPr>
        <p:sp>
          <p:nvSpPr>
            <p:cNvPr id="12" name="object 12"/>
            <p:cNvSpPr/>
            <p:nvPr/>
          </p:nvSpPr>
          <p:spPr>
            <a:xfrm>
              <a:off x="7908798" y="4757165"/>
              <a:ext cx="111760" cy="111760"/>
            </a:xfrm>
            <a:custGeom>
              <a:avLst/>
              <a:gdLst/>
              <a:ahLst/>
              <a:cxnLst/>
              <a:rect l="l" t="t" r="r" b="b"/>
              <a:pathLst>
                <a:path w="111759" h="111760">
                  <a:moveTo>
                    <a:pt x="111251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111251" y="111251"/>
                  </a:lnTo>
                  <a:lnTo>
                    <a:pt x="111251" y="0"/>
                  </a:lnTo>
                  <a:close/>
                </a:path>
              </a:pathLst>
            </a:custGeom>
            <a:solidFill>
              <a:srgbClr val="006FC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08798" y="4757165"/>
              <a:ext cx="111760" cy="111760"/>
            </a:xfrm>
            <a:custGeom>
              <a:avLst/>
              <a:gdLst/>
              <a:ahLst/>
              <a:cxnLst/>
              <a:rect l="l" t="t" r="r" b="b"/>
              <a:pathLst>
                <a:path w="111759" h="111760">
                  <a:moveTo>
                    <a:pt x="0" y="111251"/>
                  </a:moveTo>
                  <a:lnTo>
                    <a:pt x="111251" y="111251"/>
                  </a:lnTo>
                  <a:lnTo>
                    <a:pt x="111251" y="0"/>
                  </a:lnTo>
                  <a:lnTo>
                    <a:pt x="0" y="0"/>
                  </a:lnTo>
                  <a:lnTo>
                    <a:pt x="0" y="111251"/>
                  </a:lnTo>
                  <a:close/>
                </a:path>
              </a:pathLst>
            </a:custGeom>
            <a:ln w="198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898892" y="5044440"/>
            <a:ext cx="131445" cy="131445"/>
            <a:chOff x="7898892" y="5044440"/>
            <a:chExt cx="131445" cy="131445"/>
          </a:xfrm>
        </p:grpSpPr>
        <p:sp>
          <p:nvSpPr>
            <p:cNvPr id="15" name="object 15"/>
            <p:cNvSpPr/>
            <p:nvPr/>
          </p:nvSpPr>
          <p:spPr>
            <a:xfrm>
              <a:off x="7908798" y="5054346"/>
              <a:ext cx="111760" cy="111760"/>
            </a:xfrm>
            <a:custGeom>
              <a:avLst/>
              <a:gdLst/>
              <a:ahLst/>
              <a:cxnLst/>
              <a:rect l="l" t="t" r="r" b="b"/>
              <a:pathLst>
                <a:path w="111759" h="111760">
                  <a:moveTo>
                    <a:pt x="111251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111251" y="111251"/>
                  </a:lnTo>
                  <a:lnTo>
                    <a:pt x="111251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08798" y="5054346"/>
              <a:ext cx="111760" cy="111760"/>
            </a:xfrm>
            <a:custGeom>
              <a:avLst/>
              <a:gdLst/>
              <a:ahLst/>
              <a:cxnLst/>
              <a:rect l="l" t="t" r="r" b="b"/>
              <a:pathLst>
                <a:path w="111759" h="111760">
                  <a:moveTo>
                    <a:pt x="0" y="111251"/>
                  </a:moveTo>
                  <a:lnTo>
                    <a:pt x="111251" y="111251"/>
                  </a:lnTo>
                  <a:lnTo>
                    <a:pt x="111251" y="0"/>
                  </a:lnTo>
                  <a:lnTo>
                    <a:pt x="0" y="0"/>
                  </a:lnTo>
                  <a:lnTo>
                    <a:pt x="0" y="111251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898892" y="5341620"/>
            <a:ext cx="131445" cy="131445"/>
            <a:chOff x="7898892" y="5341620"/>
            <a:chExt cx="131445" cy="131445"/>
          </a:xfrm>
        </p:grpSpPr>
        <p:sp>
          <p:nvSpPr>
            <p:cNvPr id="18" name="object 18"/>
            <p:cNvSpPr/>
            <p:nvPr/>
          </p:nvSpPr>
          <p:spPr>
            <a:xfrm>
              <a:off x="7908798" y="5351526"/>
              <a:ext cx="111760" cy="111760"/>
            </a:xfrm>
            <a:custGeom>
              <a:avLst/>
              <a:gdLst/>
              <a:ahLst/>
              <a:cxnLst/>
              <a:rect l="l" t="t" r="r" b="b"/>
              <a:pathLst>
                <a:path w="111759" h="111760">
                  <a:moveTo>
                    <a:pt x="111251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111251" y="111252"/>
                  </a:lnTo>
                  <a:lnTo>
                    <a:pt x="111251" y="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08798" y="5351526"/>
              <a:ext cx="111760" cy="111760"/>
            </a:xfrm>
            <a:custGeom>
              <a:avLst/>
              <a:gdLst/>
              <a:ahLst/>
              <a:cxnLst/>
              <a:rect l="l" t="t" r="r" b="b"/>
              <a:pathLst>
                <a:path w="111759" h="111760">
                  <a:moveTo>
                    <a:pt x="0" y="111252"/>
                  </a:moveTo>
                  <a:lnTo>
                    <a:pt x="111251" y="111252"/>
                  </a:lnTo>
                  <a:lnTo>
                    <a:pt x="111251" y="0"/>
                  </a:lnTo>
                  <a:lnTo>
                    <a:pt x="0" y="0"/>
                  </a:lnTo>
                  <a:lnTo>
                    <a:pt x="0" y="111252"/>
                  </a:lnTo>
                  <a:close/>
                </a:path>
              </a:pathLst>
            </a:custGeom>
            <a:ln w="1981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7898892" y="5638800"/>
            <a:ext cx="131445" cy="131445"/>
            <a:chOff x="7898892" y="5638800"/>
            <a:chExt cx="131445" cy="131445"/>
          </a:xfrm>
        </p:grpSpPr>
        <p:sp>
          <p:nvSpPr>
            <p:cNvPr id="21" name="object 21"/>
            <p:cNvSpPr/>
            <p:nvPr/>
          </p:nvSpPr>
          <p:spPr>
            <a:xfrm>
              <a:off x="7908798" y="5648705"/>
              <a:ext cx="111760" cy="111760"/>
            </a:xfrm>
            <a:custGeom>
              <a:avLst/>
              <a:gdLst/>
              <a:ahLst/>
              <a:cxnLst/>
              <a:rect l="l" t="t" r="r" b="b"/>
              <a:pathLst>
                <a:path w="111759" h="111760">
                  <a:moveTo>
                    <a:pt x="111251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111251" y="111252"/>
                  </a:lnTo>
                  <a:lnTo>
                    <a:pt x="111251" y="0"/>
                  </a:lnTo>
                  <a:close/>
                </a:path>
              </a:pathLst>
            </a:custGeom>
            <a:solidFill>
              <a:srgbClr val="6F2F9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08798" y="5648705"/>
              <a:ext cx="111760" cy="111760"/>
            </a:xfrm>
            <a:custGeom>
              <a:avLst/>
              <a:gdLst/>
              <a:ahLst/>
              <a:cxnLst/>
              <a:rect l="l" t="t" r="r" b="b"/>
              <a:pathLst>
                <a:path w="111759" h="111760">
                  <a:moveTo>
                    <a:pt x="0" y="111252"/>
                  </a:moveTo>
                  <a:lnTo>
                    <a:pt x="111251" y="111252"/>
                  </a:lnTo>
                  <a:lnTo>
                    <a:pt x="111251" y="0"/>
                  </a:lnTo>
                  <a:lnTo>
                    <a:pt x="0" y="0"/>
                  </a:lnTo>
                  <a:lnTo>
                    <a:pt x="0" y="111252"/>
                  </a:lnTo>
                  <a:close/>
                </a:path>
              </a:pathLst>
            </a:custGeom>
            <a:ln w="19812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71719" y="4735096"/>
            <a:ext cx="543273" cy="11960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71739" y="5044463"/>
            <a:ext cx="332941" cy="147042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67116" y="5350764"/>
            <a:ext cx="732281" cy="150114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7755635" y="4581144"/>
            <a:ext cx="1577340" cy="1332230"/>
            <a:chOff x="7755635" y="4581144"/>
            <a:chExt cx="1577340" cy="1332230"/>
          </a:xfrm>
        </p:grpSpPr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71715" y="5666351"/>
              <a:ext cx="377162" cy="14542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758683" y="4584192"/>
              <a:ext cx="1571625" cy="1325880"/>
            </a:xfrm>
            <a:custGeom>
              <a:avLst/>
              <a:gdLst/>
              <a:ahLst/>
              <a:cxnLst/>
              <a:rect l="l" t="t" r="r" b="b"/>
              <a:pathLst>
                <a:path w="1571625" h="1325879">
                  <a:moveTo>
                    <a:pt x="0" y="1325880"/>
                  </a:moveTo>
                  <a:lnTo>
                    <a:pt x="1571244" y="1325880"/>
                  </a:lnTo>
                  <a:lnTo>
                    <a:pt x="1571244" y="0"/>
                  </a:lnTo>
                  <a:lnTo>
                    <a:pt x="0" y="0"/>
                  </a:lnTo>
                  <a:lnTo>
                    <a:pt x="0" y="1325880"/>
                  </a:lnTo>
                  <a:close/>
                </a:path>
              </a:pathLst>
            </a:custGeom>
            <a:ln w="6096">
              <a:solidFill>
                <a:srgbClr val="A6A6A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1740407" y="4274820"/>
            <a:ext cx="3023870" cy="1629410"/>
            <a:chOff x="1740407" y="4274820"/>
            <a:chExt cx="3023870" cy="1629410"/>
          </a:xfrm>
        </p:grpSpPr>
        <p:sp>
          <p:nvSpPr>
            <p:cNvPr id="30" name="object 30"/>
            <p:cNvSpPr/>
            <p:nvPr/>
          </p:nvSpPr>
          <p:spPr>
            <a:xfrm>
              <a:off x="1746503" y="4280916"/>
              <a:ext cx="3011805" cy="1617345"/>
            </a:xfrm>
            <a:custGeom>
              <a:avLst/>
              <a:gdLst/>
              <a:ahLst/>
              <a:cxnLst/>
              <a:rect l="l" t="t" r="r" b="b"/>
              <a:pathLst>
                <a:path w="3011804" h="1617345">
                  <a:moveTo>
                    <a:pt x="3011423" y="0"/>
                  </a:moveTo>
                  <a:lnTo>
                    <a:pt x="0" y="0"/>
                  </a:lnTo>
                  <a:lnTo>
                    <a:pt x="0" y="1616963"/>
                  </a:lnTo>
                  <a:lnTo>
                    <a:pt x="3011423" y="1616963"/>
                  </a:lnTo>
                  <a:lnTo>
                    <a:pt x="3011423" y="0"/>
                  </a:lnTo>
                  <a:close/>
                </a:path>
              </a:pathLst>
            </a:custGeom>
            <a:solidFill>
              <a:srgbClr val="FF000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46503" y="4280916"/>
              <a:ext cx="3011805" cy="1617345"/>
            </a:xfrm>
            <a:custGeom>
              <a:avLst/>
              <a:gdLst/>
              <a:ahLst/>
              <a:cxnLst/>
              <a:rect l="l" t="t" r="r" b="b"/>
              <a:pathLst>
                <a:path w="3011804" h="1617345">
                  <a:moveTo>
                    <a:pt x="0" y="1616963"/>
                  </a:moveTo>
                  <a:lnTo>
                    <a:pt x="3011423" y="1616963"/>
                  </a:lnTo>
                  <a:lnTo>
                    <a:pt x="3011423" y="0"/>
                  </a:lnTo>
                  <a:lnTo>
                    <a:pt x="0" y="0"/>
                  </a:lnTo>
                  <a:lnTo>
                    <a:pt x="0" y="1616963"/>
                  </a:lnTo>
                  <a:close/>
                </a:path>
              </a:pathLst>
            </a:custGeom>
            <a:ln w="12191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23465" y="4356354"/>
              <a:ext cx="94615" cy="1469390"/>
            </a:xfrm>
            <a:custGeom>
              <a:avLst/>
              <a:gdLst/>
              <a:ahLst/>
              <a:cxnLst/>
              <a:rect l="l" t="t" r="r" b="b"/>
              <a:pathLst>
                <a:path w="94614" h="1469389">
                  <a:moveTo>
                    <a:pt x="94487" y="0"/>
                  </a:moveTo>
                  <a:lnTo>
                    <a:pt x="0" y="0"/>
                  </a:lnTo>
                  <a:lnTo>
                    <a:pt x="0" y="1469136"/>
                  </a:lnTo>
                  <a:lnTo>
                    <a:pt x="94487" y="1469136"/>
                  </a:lnTo>
                  <a:lnTo>
                    <a:pt x="94487" y="0"/>
                  </a:lnTo>
                  <a:close/>
                </a:path>
              </a:pathLst>
            </a:custGeom>
            <a:solidFill>
              <a:srgbClr val="006FC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23465" y="4356354"/>
              <a:ext cx="94615" cy="1469390"/>
            </a:xfrm>
            <a:custGeom>
              <a:avLst/>
              <a:gdLst/>
              <a:ahLst/>
              <a:cxnLst/>
              <a:rect l="l" t="t" r="r" b="b"/>
              <a:pathLst>
                <a:path w="94614" h="1469389">
                  <a:moveTo>
                    <a:pt x="0" y="1469136"/>
                  </a:moveTo>
                  <a:lnTo>
                    <a:pt x="94487" y="1469136"/>
                  </a:lnTo>
                  <a:lnTo>
                    <a:pt x="94487" y="0"/>
                  </a:lnTo>
                  <a:lnTo>
                    <a:pt x="0" y="0"/>
                  </a:lnTo>
                  <a:lnTo>
                    <a:pt x="0" y="1469136"/>
                  </a:lnTo>
                  <a:close/>
                </a:path>
              </a:pathLst>
            </a:custGeom>
            <a:ln w="198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57577" y="4356354"/>
              <a:ext cx="96520" cy="1469390"/>
            </a:xfrm>
            <a:custGeom>
              <a:avLst/>
              <a:gdLst/>
              <a:ahLst/>
              <a:cxnLst/>
              <a:rect l="l" t="t" r="r" b="b"/>
              <a:pathLst>
                <a:path w="96519" h="1469389">
                  <a:moveTo>
                    <a:pt x="96012" y="0"/>
                  </a:moveTo>
                  <a:lnTo>
                    <a:pt x="0" y="0"/>
                  </a:lnTo>
                  <a:lnTo>
                    <a:pt x="0" y="1469136"/>
                  </a:lnTo>
                  <a:lnTo>
                    <a:pt x="96012" y="1469136"/>
                  </a:lnTo>
                  <a:lnTo>
                    <a:pt x="96012" y="0"/>
                  </a:lnTo>
                  <a:close/>
                </a:path>
              </a:pathLst>
            </a:custGeom>
            <a:solidFill>
              <a:srgbClr val="006FC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57577" y="4356354"/>
              <a:ext cx="96520" cy="1469390"/>
            </a:xfrm>
            <a:custGeom>
              <a:avLst/>
              <a:gdLst/>
              <a:ahLst/>
              <a:cxnLst/>
              <a:rect l="l" t="t" r="r" b="b"/>
              <a:pathLst>
                <a:path w="96519" h="1469389">
                  <a:moveTo>
                    <a:pt x="0" y="1469136"/>
                  </a:moveTo>
                  <a:lnTo>
                    <a:pt x="96012" y="1469136"/>
                  </a:lnTo>
                  <a:lnTo>
                    <a:pt x="96012" y="0"/>
                  </a:lnTo>
                  <a:lnTo>
                    <a:pt x="0" y="0"/>
                  </a:lnTo>
                  <a:lnTo>
                    <a:pt x="0" y="1469136"/>
                  </a:lnTo>
                  <a:close/>
                </a:path>
              </a:pathLst>
            </a:custGeom>
            <a:ln w="198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91689" y="4356354"/>
              <a:ext cx="96520" cy="1469390"/>
            </a:xfrm>
            <a:custGeom>
              <a:avLst/>
              <a:gdLst/>
              <a:ahLst/>
              <a:cxnLst/>
              <a:rect l="l" t="t" r="r" b="b"/>
              <a:pathLst>
                <a:path w="96519" h="1469389">
                  <a:moveTo>
                    <a:pt x="96012" y="0"/>
                  </a:moveTo>
                  <a:lnTo>
                    <a:pt x="0" y="0"/>
                  </a:lnTo>
                  <a:lnTo>
                    <a:pt x="0" y="1469136"/>
                  </a:lnTo>
                  <a:lnTo>
                    <a:pt x="96012" y="1469136"/>
                  </a:lnTo>
                  <a:lnTo>
                    <a:pt x="96012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091689" y="4356354"/>
              <a:ext cx="96520" cy="1469390"/>
            </a:xfrm>
            <a:custGeom>
              <a:avLst/>
              <a:gdLst/>
              <a:ahLst/>
              <a:cxnLst/>
              <a:rect l="l" t="t" r="r" b="b"/>
              <a:pathLst>
                <a:path w="96519" h="1469389">
                  <a:moveTo>
                    <a:pt x="0" y="1469136"/>
                  </a:moveTo>
                  <a:lnTo>
                    <a:pt x="96012" y="1469136"/>
                  </a:lnTo>
                  <a:lnTo>
                    <a:pt x="96012" y="0"/>
                  </a:lnTo>
                  <a:lnTo>
                    <a:pt x="0" y="0"/>
                  </a:lnTo>
                  <a:lnTo>
                    <a:pt x="0" y="1469136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59913" y="4502658"/>
              <a:ext cx="94615" cy="1176655"/>
            </a:xfrm>
            <a:custGeom>
              <a:avLst/>
              <a:gdLst/>
              <a:ahLst/>
              <a:cxnLst/>
              <a:rect l="l" t="t" r="r" b="b"/>
              <a:pathLst>
                <a:path w="94614" h="1176654">
                  <a:moveTo>
                    <a:pt x="94487" y="0"/>
                  </a:moveTo>
                  <a:lnTo>
                    <a:pt x="0" y="0"/>
                  </a:lnTo>
                  <a:lnTo>
                    <a:pt x="0" y="1176527"/>
                  </a:lnTo>
                  <a:lnTo>
                    <a:pt x="94487" y="1176527"/>
                  </a:lnTo>
                  <a:lnTo>
                    <a:pt x="94487" y="0"/>
                  </a:lnTo>
                  <a:close/>
                </a:path>
              </a:pathLst>
            </a:custGeom>
            <a:solidFill>
              <a:srgbClr val="006FC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359913" y="4502658"/>
              <a:ext cx="94615" cy="1176655"/>
            </a:xfrm>
            <a:custGeom>
              <a:avLst/>
              <a:gdLst/>
              <a:ahLst/>
              <a:cxnLst/>
              <a:rect l="l" t="t" r="r" b="b"/>
              <a:pathLst>
                <a:path w="94614" h="1176654">
                  <a:moveTo>
                    <a:pt x="0" y="1176527"/>
                  </a:moveTo>
                  <a:lnTo>
                    <a:pt x="94487" y="1176527"/>
                  </a:lnTo>
                  <a:lnTo>
                    <a:pt x="94487" y="0"/>
                  </a:lnTo>
                  <a:lnTo>
                    <a:pt x="0" y="0"/>
                  </a:lnTo>
                  <a:lnTo>
                    <a:pt x="0" y="1176527"/>
                  </a:lnTo>
                  <a:close/>
                </a:path>
              </a:pathLst>
            </a:custGeom>
            <a:ln w="198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494025" y="4502658"/>
              <a:ext cx="94615" cy="1176655"/>
            </a:xfrm>
            <a:custGeom>
              <a:avLst/>
              <a:gdLst/>
              <a:ahLst/>
              <a:cxnLst/>
              <a:rect l="l" t="t" r="r" b="b"/>
              <a:pathLst>
                <a:path w="94614" h="1176654">
                  <a:moveTo>
                    <a:pt x="94487" y="0"/>
                  </a:moveTo>
                  <a:lnTo>
                    <a:pt x="0" y="0"/>
                  </a:lnTo>
                  <a:lnTo>
                    <a:pt x="0" y="1176527"/>
                  </a:lnTo>
                  <a:lnTo>
                    <a:pt x="94487" y="1176527"/>
                  </a:lnTo>
                  <a:lnTo>
                    <a:pt x="94487" y="0"/>
                  </a:lnTo>
                  <a:close/>
                </a:path>
              </a:pathLst>
            </a:custGeom>
            <a:solidFill>
              <a:srgbClr val="006FC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494025" y="4502658"/>
              <a:ext cx="94615" cy="1176655"/>
            </a:xfrm>
            <a:custGeom>
              <a:avLst/>
              <a:gdLst/>
              <a:ahLst/>
              <a:cxnLst/>
              <a:rect l="l" t="t" r="r" b="b"/>
              <a:pathLst>
                <a:path w="94614" h="1176654">
                  <a:moveTo>
                    <a:pt x="0" y="1176527"/>
                  </a:moveTo>
                  <a:lnTo>
                    <a:pt x="94487" y="1176527"/>
                  </a:lnTo>
                  <a:lnTo>
                    <a:pt x="94487" y="0"/>
                  </a:lnTo>
                  <a:lnTo>
                    <a:pt x="0" y="0"/>
                  </a:lnTo>
                  <a:lnTo>
                    <a:pt x="0" y="1176527"/>
                  </a:lnTo>
                  <a:close/>
                </a:path>
              </a:pathLst>
            </a:custGeom>
            <a:ln w="198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626613" y="4502658"/>
              <a:ext cx="96520" cy="1176655"/>
            </a:xfrm>
            <a:custGeom>
              <a:avLst/>
              <a:gdLst/>
              <a:ahLst/>
              <a:cxnLst/>
              <a:rect l="l" t="t" r="r" b="b"/>
              <a:pathLst>
                <a:path w="96519" h="1176654">
                  <a:moveTo>
                    <a:pt x="96012" y="0"/>
                  </a:moveTo>
                  <a:lnTo>
                    <a:pt x="0" y="0"/>
                  </a:lnTo>
                  <a:lnTo>
                    <a:pt x="0" y="1176527"/>
                  </a:lnTo>
                  <a:lnTo>
                    <a:pt x="96012" y="1176527"/>
                  </a:lnTo>
                  <a:lnTo>
                    <a:pt x="96012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626613" y="4502658"/>
              <a:ext cx="96520" cy="1176655"/>
            </a:xfrm>
            <a:custGeom>
              <a:avLst/>
              <a:gdLst/>
              <a:ahLst/>
              <a:cxnLst/>
              <a:rect l="l" t="t" r="r" b="b"/>
              <a:pathLst>
                <a:path w="96519" h="1176654">
                  <a:moveTo>
                    <a:pt x="0" y="1176527"/>
                  </a:moveTo>
                  <a:lnTo>
                    <a:pt x="96012" y="1176527"/>
                  </a:lnTo>
                  <a:lnTo>
                    <a:pt x="96012" y="0"/>
                  </a:lnTo>
                  <a:lnTo>
                    <a:pt x="0" y="0"/>
                  </a:lnTo>
                  <a:lnTo>
                    <a:pt x="0" y="1176527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89553" y="4575810"/>
              <a:ext cx="94615" cy="1028700"/>
            </a:xfrm>
            <a:custGeom>
              <a:avLst/>
              <a:gdLst/>
              <a:ahLst/>
              <a:cxnLst/>
              <a:rect l="l" t="t" r="r" b="b"/>
              <a:pathLst>
                <a:path w="94614" h="1028700">
                  <a:moveTo>
                    <a:pt x="94487" y="0"/>
                  </a:moveTo>
                  <a:lnTo>
                    <a:pt x="0" y="0"/>
                  </a:lnTo>
                  <a:lnTo>
                    <a:pt x="0" y="1028699"/>
                  </a:lnTo>
                  <a:lnTo>
                    <a:pt x="94487" y="1028699"/>
                  </a:lnTo>
                  <a:lnTo>
                    <a:pt x="94487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89553" y="4575810"/>
              <a:ext cx="94615" cy="1028700"/>
            </a:xfrm>
            <a:custGeom>
              <a:avLst/>
              <a:gdLst/>
              <a:ahLst/>
              <a:cxnLst/>
              <a:rect l="l" t="t" r="r" b="b"/>
              <a:pathLst>
                <a:path w="94614" h="1028700">
                  <a:moveTo>
                    <a:pt x="0" y="1028699"/>
                  </a:moveTo>
                  <a:lnTo>
                    <a:pt x="94487" y="1028699"/>
                  </a:lnTo>
                  <a:lnTo>
                    <a:pt x="94487" y="0"/>
                  </a:lnTo>
                  <a:lnTo>
                    <a:pt x="0" y="0"/>
                  </a:lnTo>
                  <a:lnTo>
                    <a:pt x="0" y="1028699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949445" y="4661154"/>
              <a:ext cx="94615" cy="882650"/>
            </a:xfrm>
            <a:custGeom>
              <a:avLst/>
              <a:gdLst/>
              <a:ahLst/>
              <a:cxnLst/>
              <a:rect l="l" t="t" r="r" b="b"/>
              <a:pathLst>
                <a:path w="94614" h="882650">
                  <a:moveTo>
                    <a:pt x="94487" y="0"/>
                  </a:moveTo>
                  <a:lnTo>
                    <a:pt x="0" y="0"/>
                  </a:lnTo>
                  <a:lnTo>
                    <a:pt x="0" y="882396"/>
                  </a:lnTo>
                  <a:lnTo>
                    <a:pt x="94487" y="882396"/>
                  </a:lnTo>
                  <a:lnTo>
                    <a:pt x="94487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949445" y="4661154"/>
              <a:ext cx="94615" cy="882650"/>
            </a:xfrm>
            <a:custGeom>
              <a:avLst/>
              <a:gdLst/>
              <a:ahLst/>
              <a:cxnLst/>
              <a:rect l="l" t="t" r="r" b="b"/>
              <a:pathLst>
                <a:path w="94614" h="882650">
                  <a:moveTo>
                    <a:pt x="0" y="882396"/>
                  </a:moveTo>
                  <a:lnTo>
                    <a:pt x="94487" y="882396"/>
                  </a:lnTo>
                  <a:lnTo>
                    <a:pt x="94487" y="0"/>
                  </a:lnTo>
                  <a:lnTo>
                    <a:pt x="0" y="0"/>
                  </a:lnTo>
                  <a:lnTo>
                    <a:pt x="0" y="882396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607813" y="4764786"/>
              <a:ext cx="94615" cy="734695"/>
            </a:xfrm>
            <a:custGeom>
              <a:avLst/>
              <a:gdLst/>
              <a:ahLst/>
              <a:cxnLst/>
              <a:rect l="l" t="t" r="r" b="b"/>
              <a:pathLst>
                <a:path w="94614" h="734695">
                  <a:moveTo>
                    <a:pt x="94487" y="0"/>
                  </a:moveTo>
                  <a:lnTo>
                    <a:pt x="0" y="0"/>
                  </a:lnTo>
                  <a:lnTo>
                    <a:pt x="0" y="734567"/>
                  </a:lnTo>
                  <a:lnTo>
                    <a:pt x="94487" y="734567"/>
                  </a:lnTo>
                  <a:lnTo>
                    <a:pt x="94487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607813" y="4764786"/>
              <a:ext cx="94615" cy="734695"/>
            </a:xfrm>
            <a:custGeom>
              <a:avLst/>
              <a:gdLst/>
              <a:ahLst/>
              <a:cxnLst/>
              <a:rect l="l" t="t" r="r" b="b"/>
              <a:pathLst>
                <a:path w="94614" h="734695">
                  <a:moveTo>
                    <a:pt x="0" y="734567"/>
                  </a:moveTo>
                  <a:lnTo>
                    <a:pt x="94487" y="734567"/>
                  </a:lnTo>
                  <a:lnTo>
                    <a:pt x="94487" y="0"/>
                  </a:lnTo>
                  <a:lnTo>
                    <a:pt x="0" y="0"/>
                  </a:lnTo>
                  <a:lnTo>
                    <a:pt x="0" y="734567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0" name="object 50"/>
          <p:cNvGraphicFramePr>
            <a:graphicFrameLocks noGrp="1"/>
          </p:cNvGraphicFramePr>
          <p:nvPr/>
        </p:nvGraphicFramePr>
        <p:xfrm>
          <a:off x="2883407" y="4567428"/>
          <a:ext cx="360045" cy="10286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6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FC0"/>
                      </a:solidFill>
                      <a:prstDash val="solid"/>
                    </a:lnL>
                    <a:lnR w="28575">
                      <a:solidFill>
                        <a:srgbClr val="006FC0"/>
                      </a:solidFill>
                      <a:prstDash val="solid"/>
                    </a:lnR>
                    <a:lnT w="28575">
                      <a:solidFill>
                        <a:srgbClr val="006FC0"/>
                      </a:solidFill>
                      <a:prstDash val="solid"/>
                    </a:lnT>
                    <a:lnB w="28575">
                      <a:solidFill>
                        <a:srgbClr val="006FC0"/>
                      </a:solidFill>
                      <a:prstDash val="solid"/>
                    </a:lnB>
                    <a:solidFill>
                      <a:srgbClr val="B2D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FC0"/>
                      </a:solidFill>
                      <a:prstDash val="solid"/>
                    </a:lnL>
                    <a:lnR w="28575">
                      <a:solidFill>
                        <a:srgbClr val="006FC0"/>
                      </a:solidFill>
                      <a:prstDash val="solid"/>
                    </a:lnR>
                    <a:lnT w="28575">
                      <a:solidFill>
                        <a:srgbClr val="006FC0"/>
                      </a:solidFill>
                      <a:prstDash val="solid"/>
                    </a:lnT>
                    <a:lnB w="28575">
                      <a:solidFill>
                        <a:srgbClr val="006FC0"/>
                      </a:solidFill>
                      <a:prstDash val="solid"/>
                    </a:lnB>
                    <a:solidFill>
                      <a:srgbClr val="B2D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FC0"/>
                      </a:solidFill>
                      <a:prstDash val="solid"/>
                    </a:lnL>
                    <a:lnR w="28575">
                      <a:solidFill>
                        <a:srgbClr val="006FC0"/>
                      </a:solidFill>
                      <a:prstDash val="solid"/>
                    </a:lnR>
                    <a:lnT w="28575">
                      <a:solidFill>
                        <a:srgbClr val="006FC0"/>
                      </a:solidFill>
                      <a:prstDash val="solid"/>
                    </a:lnT>
                    <a:lnB w="28575">
                      <a:solidFill>
                        <a:srgbClr val="006FC0"/>
                      </a:solidFill>
                      <a:prstDash val="solid"/>
                    </a:lnB>
                    <a:solidFill>
                      <a:srgbClr val="B2D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3541776" y="4652771"/>
          <a:ext cx="361315" cy="8823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23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FC0"/>
                      </a:solidFill>
                      <a:prstDash val="solid"/>
                    </a:lnL>
                    <a:lnR w="28575">
                      <a:solidFill>
                        <a:srgbClr val="006FC0"/>
                      </a:solidFill>
                      <a:prstDash val="solid"/>
                    </a:lnR>
                    <a:lnT w="28575">
                      <a:solidFill>
                        <a:srgbClr val="006FC0"/>
                      </a:solidFill>
                      <a:prstDash val="solid"/>
                    </a:lnT>
                    <a:lnB w="28575">
                      <a:solidFill>
                        <a:srgbClr val="006FC0"/>
                      </a:solidFill>
                      <a:prstDash val="solid"/>
                    </a:lnB>
                    <a:solidFill>
                      <a:srgbClr val="B2D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FC0"/>
                      </a:solidFill>
                      <a:prstDash val="solid"/>
                    </a:lnL>
                    <a:lnR w="28575">
                      <a:solidFill>
                        <a:srgbClr val="006FC0"/>
                      </a:solidFill>
                      <a:prstDash val="solid"/>
                    </a:lnR>
                    <a:lnT w="28575">
                      <a:solidFill>
                        <a:srgbClr val="006FC0"/>
                      </a:solidFill>
                      <a:prstDash val="solid"/>
                    </a:lnT>
                    <a:lnB w="28575">
                      <a:solidFill>
                        <a:srgbClr val="006FC0"/>
                      </a:solidFill>
                      <a:prstDash val="solid"/>
                    </a:lnB>
                    <a:solidFill>
                      <a:srgbClr val="B2D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FC0"/>
                      </a:solidFill>
                      <a:prstDash val="solid"/>
                    </a:lnL>
                    <a:lnR w="28575">
                      <a:solidFill>
                        <a:srgbClr val="006FC0"/>
                      </a:solidFill>
                      <a:prstDash val="solid"/>
                    </a:lnR>
                    <a:lnT w="28575">
                      <a:solidFill>
                        <a:srgbClr val="006FC0"/>
                      </a:solidFill>
                      <a:prstDash val="solid"/>
                    </a:lnT>
                    <a:lnB w="28575">
                      <a:solidFill>
                        <a:srgbClr val="006FC0"/>
                      </a:solidFill>
                      <a:prstDash val="solid"/>
                    </a:lnB>
                    <a:solidFill>
                      <a:srgbClr val="B2D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4201667" y="4756403"/>
          <a:ext cx="360044" cy="7345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45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FC0"/>
                      </a:solidFill>
                      <a:prstDash val="solid"/>
                    </a:lnL>
                    <a:lnR w="28575">
                      <a:solidFill>
                        <a:srgbClr val="006FC0"/>
                      </a:solidFill>
                      <a:prstDash val="solid"/>
                    </a:lnR>
                    <a:lnT w="28575">
                      <a:solidFill>
                        <a:srgbClr val="006FC0"/>
                      </a:solidFill>
                      <a:prstDash val="solid"/>
                    </a:lnT>
                    <a:lnB w="28575">
                      <a:solidFill>
                        <a:srgbClr val="006FC0"/>
                      </a:solidFill>
                      <a:prstDash val="solid"/>
                    </a:lnB>
                    <a:solidFill>
                      <a:srgbClr val="B2D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FC0"/>
                      </a:solidFill>
                      <a:prstDash val="solid"/>
                    </a:lnL>
                    <a:lnR w="28575">
                      <a:solidFill>
                        <a:srgbClr val="006FC0"/>
                      </a:solidFill>
                      <a:prstDash val="solid"/>
                    </a:lnR>
                    <a:lnT w="28575">
                      <a:solidFill>
                        <a:srgbClr val="006FC0"/>
                      </a:solidFill>
                      <a:prstDash val="solid"/>
                    </a:lnT>
                    <a:lnB w="28575">
                      <a:solidFill>
                        <a:srgbClr val="006FC0"/>
                      </a:solidFill>
                      <a:prstDash val="solid"/>
                    </a:lnB>
                    <a:solidFill>
                      <a:srgbClr val="B2D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FC0"/>
                      </a:solidFill>
                      <a:prstDash val="solid"/>
                    </a:lnL>
                    <a:lnR w="28575">
                      <a:solidFill>
                        <a:srgbClr val="006FC0"/>
                      </a:solidFill>
                      <a:prstDash val="solid"/>
                    </a:lnR>
                    <a:lnT w="28575">
                      <a:solidFill>
                        <a:srgbClr val="006FC0"/>
                      </a:solidFill>
                      <a:prstDash val="solid"/>
                    </a:lnT>
                    <a:lnB w="28575">
                      <a:solidFill>
                        <a:srgbClr val="006FC0"/>
                      </a:solidFill>
                      <a:prstDash val="solid"/>
                    </a:lnB>
                    <a:solidFill>
                      <a:srgbClr val="B2D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3" name="object 53"/>
          <p:cNvGrpSpPr/>
          <p:nvPr/>
        </p:nvGrpSpPr>
        <p:grpSpPr>
          <a:xfrm>
            <a:off x="5239511" y="5049011"/>
            <a:ext cx="421005" cy="108585"/>
            <a:chOff x="5239511" y="5049011"/>
            <a:chExt cx="421005" cy="108585"/>
          </a:xfrm>
        </p:grpSpPr>
        <p:sp>
          <p:nvSpPr>
            <p:cNvPr id="54" name="object 54"/>
            <p:cNvSpPr/>
            <p:nvPr/>
          </p:nvSpPr>
          <p:spPr>
            <a:xfrm>
              <a:off x="5249417" y="5058917"/>
              <a:ext cx="401320" cy="88900"/>
            </a:xfrm>
            <a:custGeom>
              <a:avLst/>
              <a:gdLst/>
              <a:ahLst/>
              <a:cxnLst/>
              <a:rect l="l" t="t" r="r" b="b"/>
              <a:pathLst>
                <a:path w="401320" h="88900">
                  <a:moveTo>
                    <a:pt x="400812" y="0"/>
                  </a:moveTo>
                  <a:lnTo>
                    <a:pt x="0" y="0"/>
                  </a:lnTo>
                  <a:lnTo>
                    <a:pt x="0" y="88391"/>
                  </a:lnTo>
                  <a:lnTo>
                    <a:pt x="400812" y="88391"/>
                  </a:lnTo>
                  <a:lnTo>
                    <a:pt x="400812" y="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249417" y="5058917"/>
              <a:ext cx="401320" cy="88900"/>
            </a:xfrm>
            <a:custGeom>
              <a:avLst/>
              <a:gdLst/>
              <a:ahLst/>
              <a:cxnLst/>
              <a:rect l="l" t="t" r="r" b="b"/>
              <a:pathLst>
                <a:path w="401320" h="88900">
                  <a:moveTo>
                    <a:pt x="0" y="88391"/>
                  </a:moveTo>
                  <a:lnTo>
                    <a:pt x="400812" y="88391"/>
                  </a:lnTo>
                  <a:lnTo>
                    <a:pt x="400812" y="0"/>
                  </a:lnTo>
                  <a:lnTo>
                    <a:pt x="0" y="0"/>
                  </a:lnTo>
                  <a:lnTo>
                    <a:pt x="0" y="88391"/>
                  </a:lnTo>
                  <a:close/>
                </a:path>
              </a:pathLst>
            </a:custGeom>
            <a:ln w="19811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5722620" y="5049011"/>
            <a:ext cx="421005" cy="108585"/>
            <a:chOff x="5722620" y="5049011"/>
            <a:chExt cx="421005" cy="108585"/>
          </a:xfrm>
        </p:grpSpPr>
        <p:sp>
          <p:nvSpPr>
            <p:cNvPr id="57" name="object 57"/>
            <p:cNvSpPr/>
            <p:nvPr/>
          </p:nvSpPr>
          <p:spPr>
            <a:xfrm>
              <a:off x="5732526" y="5058917"/>
              <a:ext cx="401320" cy="88900"/>
            </a:xfrm>
            <a:custGeom>
              <a:avLst/>
              <a:gdLst/>
              <a:ahLst/>
              <a:cxnLst/>
              <a:rect l="l" t="t" r="r" b="b"/>
              <a:pathLst>
                <a:path w="401320" h="88900">
                  <a:moveTo>
                    <a:pt x="400812" y="0"/>
                  </a:moveTo>
                  <a:lnTo>
                    <a:pt x="0" y="0"/>
                  </a:lnTo>
                  <a:lnTo>
                    <a:pt x="0" y="88391"/>
                  </a:lnTo>
                  <a:lnTo>
                    <a:pt x="400812" y="88391"/>
                  </a:lnTo>
                  <a:lnTo>
                    <a:pt x="400812" y="0"/>
                  </a:lnTo>
                  <a:close/>
                </a:path>
              </a:pathLst>
            </a:custGeom>
            <a:solidFill>
              <a:srgbClr val="6F2F9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732526" y="5058917"/>
              <a:ext cx="401320" cy="88900"/>
            </a:xfrm>
            <a:custGeom>
              <a:avLst/>
              <a:gdLst/>
              <a:ahLst/>
              <a:cxnLst/>
              <a:rect l="l" t="t" r="r" b="b"/>
              <a:pathLst>
                <a:path w="401320" h="88900">
                  <a:moveTo>
                    <a:pt x="0" y="88391"/>
                  </a:moveTo>
                  <a:lnTo>
                    <a:pt x="400812" y="88391"/>
                  </a:lnTo>
                  <a:lnTo>
                    <a:pt x="400812" y="0"/>
                  </a:lnTo>
                  <a:lnTo>
                    <a:pt x="0" y="0"/>
                  </a:lnTo>
                  <a:lnTo>
                    <a:pt x="0" y="88391"/>
                  </a:lnTo>
                  <a:close/>
                </a:path>
              </a:pathLst>
            </a:custGeom>
            <a:ln w="19811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9" name="object 5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201417" y="5065014"/>
            <a:ext cx="158495" cy="76200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730245" y="5065014"/>
            <a:ext cx="158496" cy="76200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90138" y="5060441"/>
            <a:ext cx="158496" cy="76200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060697" y="5060441"/>
            <a:ext cx="158496" cy="76200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71736" y="5049112"/>
            <a:ext cx="398517" cy="172873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806203" y="5059738"/>
            <a:ext cx="514329" cy="175963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651760" y="4082796"/>
            <a:ext cx="1203198" cy="127254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241035" y="4082796"/>
            <a:ext cx="881634" cy="131825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62455" y="4998720"/>
            <a:ext cx="307848" cy="248412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348984" y="4998720"/>
            <a:ext cx="307847" cy="248412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757928" y="4998720"/>
            <a:ext cx="307848" cy="248412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437489" y="431419"/>
            <a:ext cx="3614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Using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Ready-Made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CNN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Model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2" name="object 7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68451" y="1543761"/>
            <a:ext cx="4438650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9652" y="6524434"/>
            <a:ext cx="3533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0072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2119883"/>
            <a:ext cx="2303526" cy="1760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1708" y="2526792"/>
            <a:ext cx="3330702" cy="135864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614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Using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Ready-Made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CNN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Model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8451" y="1543761"/>
            <a:ext cx="4438650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798" y="6524434"/>
            <a:ext cx="6014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3120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2122932"/>
            <a:ext cx="2625090" cy="1775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1708" y="2529839"/>
            <a:ext cx="4333494" cy="135864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072128" y="4340352"/>
            <a:ext cx="1927860" cy="330835"/>
            <a:chOff x="4072128" y="4340352"/>
            <a:chExt cx="1927860" cy="330835"/>
          </a:xfrm>
        </p:grpSpPr>
        <p:sp>
          <p:nvSpPr>
            <p:cNvPr id="9" name="object 9"/>
            <p:cNvSpPr/>
            <p:nvPr/>
          </p:nvSpPr>
          <p:spPr>
            <a:xfrm>
              <a:off x="4082034" y="4350258"/>
              <a:ext cx="1908175" cy="311150"/>
            </a:xfrm>
            <a:custGeom>
              <a:avLst/>
              <a:gdLst/>
              <a:ahLst/>
              <a:cxnLst/>
              <a:rect l="l" t="t" r="r" b="b"/>
              <a:pathLst>
                <a:path w="1908175" h="311150">
                  <a:moveTo>
                    <a:pt x="1908048" y="0"/>
                  </a:moveTo>
                  <a:lnTo>
                    <a:pt x="0" y="0"/>
                  </a:lnTo>
                  <a:lnTo>
                    <a:pt x="0" y="310895"/>
                  </a:lnTo>
                  <a:lnTo>
                    <a:pt x="1908048" y="310895"/>
                  </a:lnTo>
                  <a:lnTo>
                    <a:pt x="1908048" y="0"/>
                  </a:lnTo>
                  <a:close/>
                </a:path>
              </a:pathLst>
            </a:custGeom>
            <a:solidFill>
              <a:srgbClr val="006FC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82034" y="4350258"/>
              <a:ext cx="1908175" cy="311150"/>
            </a:xfrm>
            <a:custGeom>
              <a:avLst/>
              <a:gdLst/>
              <a:ahLst/>
              <a:cxnLst/>
              <a:rect l="l" t="t" r="r" b="b"/>
              <a:pathLst>
                <a:path w="1908175" h="311150">
                  <a:moveTo>
                    <a:pt x="0" y="310895"/>
                  </a:moveTo>
                  <a:lnTo>
                    <a:pt x="1908048" y="310895"/>
                  </a:lnTo>
                  <a:lnTo>
                    <a:pt x="1908048" y="0"/>
                  </a:lnTo>
                  <a:lnTo>
                    <a:pt x="0" y="0"/>
                  </a:lnTo>
                  <a:lnTo>
                    <a:pt x="0" y="310895"/>
                  </a:lnTo>
                  <a:close/>
                </a:path>
              </a:pathLst>
            </a:custGeom>
            <a:ln w="198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50664" y="4447032"/>
              <a:ext cx="976122" cy="157733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685800" y="4992623"/>
            <a:ext cx="1927860" cy="329565"/>
            <a:chOff x="685800" y="4992623"/>
            <a:chExt cx="1927860" cy="329565"/>
          </a:xfrm>
        </p:grpSpPr>
        <p:sp>
          <p:nvSpPr>
            <p:cNvPr id="13" name="object 13"/>
            <p:cNvSpPr/>
            <p:nvPr/>
          </p:nvSpPr>
          <p:spPr>
            <a:xfrm>
              <a:off x="695705" y="5002529"/>
              <a:ext cx="1908175" cy="309880"/>
            </a:xfrm>
            <a:custGeom>
              <a:avLst/>
              <a:gdLst/>
              <a:ahLst/>
              <a:cxnLst/>
              <a:rect l="l" t="t" r="r" b="b"/>
              <a:pathLst>
                <a:path w="1908175" h="309879">
                  <a:moveTo>
                    <a:pt x="1908048" y="0"/>
                  </a:moveTo>
                  <a:lnTo>
                    <a:pt x="0" y="0"/>
                  </a:lnTo>
                  <a:lnTo>
                    <a:pt x="0" y="309372"/>
                  </a:lnTo>
                  <a:lnTo>
                    <a:pt x="1908048" y="309372"/>
                  </a:lnTo>
                  <a:lnTo>
                    <a:pt x="1908048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5705" y="5002529"/>
              <a:ext cx="1908175" cy="309880"/>
            </a:xfrm>
            <a:custGeom>
              <a:avLst/>
              <a:gdLst/>
              <a:ahLst/>
              <a:cxnLst/>
              <a:rect l="l" t="t" r="r" b="b"/>
              <a:pathLst>
                <a:path w="1908175" h="309879">
                  <a:moveTo>
                    <a:pt x="0" y="309372"/>
                  </a:moveTo>
                  <a:lnTo>
                    <a:pt x="1908048" y="309372"/>
                  </a:lnTo>
                  <a:lnTo>
                    <a:pt x="1908048" y="0"/>
                  </a:lnTo>
                  <a:lnTo>
                    <a:pt x="0" y="0"/>
                  </a:lnTo>
                  <a:lnTo>
                    <a:pt x="0" y="309372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3940" y="5093207"/>
              <a:ext cx="1216913" cy="133350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2933700" y="4992623"/>
            <a:ext cx="1927860" cy="329565"/>
            <a:chOff x="2933700" y="4992623"/>
            <a:chExt cx="1927860" cy="329565"/>
          </a:xfrm>
        </p:grpSpPr>
        <p:sp>
          <p:nvSpPr>
            <p:cNvPr id="17" name="object 17"/>
            <p:cNvSpPr/>
            <p:nvPr/>
          </p:nvSpPr>
          <p:spPr>
            <a:xfrm>
              <a:off x="2943605" y="5002529"/>
              <a:ext cx="1908175" cy="309880"/>
            </a:xfrm>
            <a:custGeom>
              <a:avLst/>
              <a:gdLst/>
              <a:ahLst/>
              <a:cxnLst/>
              <a:rect l="l" t="t" r="r" b="b"/>
              <a:pathLst>
                <a:path w="1908175" h="309879">
                  <a:moveTo>
                    <a:pt x="1908047" y="0"/>
                  </a:moveTo>
                  <a:lnTo>
                    <a:pt x="0" y="0"/>
                  </a:lnTo>
                  <a:lnTo>
                    <a:pt x="0" y="309372"/>
                  </a:lnTo>
                  <a:lnTo>
                    <a:pt x="1908047" y="309372"/>
                  </a:lnTo>
                  <a:lnTo>
                    <a:pt x="1908047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43605" y="5002529"/>
              <a:ext cx="1908175" cy="309880"/>
            </a:xfrm>
            <a:custGeom>
              <a:avLst/>
              <a:gdLst/>
              <a:ahLst/>
              <a:cxnLst/>
              <a:rect l="l" t="t" r="r" b="b"/>
              <a:pathLst>
                <a:path w="1908175" h="309879">
                  <a:moveTo>
                    <a:pt x="0" y="309372"/>
                  </a:moveTo>
                  <a:lnTo>
                    <a:pt x="1908047" y="309372"/>
                  </a:lnTo>
                  <a:lnTo>
                    <a:pt x="1908047" y="0"/>
                  </a:lnTo>
                  <a:lnTo>
                    <a:pt x="0" y="0"/>
                  </a:lnTo>
                  <a:lnTo>
                    <a:pt x="0" y="309372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88791" y="5093207"/>
              <a:ext cx="1218438" cy="133350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5180076" y="4992623"/>
            <a:ext cx="1927860" cy="329565"/>
            <a:chOff x="5180076" y="4992623"/>
            <a:chExt cx="1927860" cy="329565"/>
          </a:xfrm>
        </p:grpSpPr>
        <p:sp>
          <p:nvSpPr>
            <p:cNvPr id="21" name="object 21"/>
            <p:cNvSpPr/>
            <p:nvPr/>
          </p:nvSpPr>
          <p:spPr>
            <a:xfrm>
              <a:off x="5189982" y="5002529"/>
              <a:ext cx="1908175" cy="309880"/>
            </a:xfrm>
            <a:custGeom>
              <a:avLst/>
              <a:gdLst/>
              <a:ahLst/>
              <a:cxnLst/>
              <a:rect l="l" t="t" r="r" b="b"/>
              <a:pathLst>
                <a:path w="1908175" h="309879">
                  <a:moveTo>
                    <a:pt x="1908048" y="0"/>
                  </a:moveTo>
                  <a:lnTo>
                    <a:pt x="0" y="0"/>
                  </a:lnTo>
                  <a:lnTo>
                    <a:pt x="0" y="309372"/>
                  </a:lnTo>
                  <a:lnTo>
                    <a:pt x="1908048" y="309372"/>
                  </a:lnTo>
                  <a:lnTo>
                    <a:pt x="1908048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89982" y="5002529"/>
              <a:ext cx="1908175" cy="309880"/>
            </a:xfrm>
            <a:custGeom>
              <a:avLst/>
              <a:gdLst/>
              <a:ahLst/>
              <a:cxnLst/>
              <a:rect l="l" t="t" r="r" b="b"/>
              <a:pathLst>
                <a:path w="1908175" h="309879">
                  <a:moveTo>
                    <a:pt x="0" y="309372"/>
                  </a:moveTo>
                  <a:lnTo>
                    <a:pt x="1908048" y="309372"/>
                  </a:lnTo>
                  <a:lnTo>
                    <a:pt x="1908048" y="0"/>
                  </a:lnTo>
                  <a:lnTo>
                    <a:pt x="0" y="0"/>
                  </a:lnTo>
                  <a:lnTo>
                    <a:pt x="0" y="309372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35168" y="5091683"/>
              <a:ext cx="1218438" cy="134874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7426452" y="4992623"/>
            <a:ext cx="1927860" cy="329565"/>
            <a:chOff x="7426452" y="4992623"/>
            <a:chExt cx="1927860" cy="329565"/>
          </a:xfrm>
        </p:grpSpPr>
        <p:sp>
          <p:nvSpPr>
            <p:cNvPr id="25" name="object 25"/>
            <p:cNvSpPr/>
            <p:nvPr/>
          </p:nvSpPr>
          <p:spPr>
            <a:xfrm>
              <a:off x="7436358" y="5002529"/>
              <a:ext cx="1908175" cy="309880"/>
            </a:xfrm>
            <a:custGeom>
              <a:avLst/>
              <a:gdLst/>
              <a:ahLst/>
              <a:cxnLst/>
              <a:rect l="l" t="t" r="r" b="b"/>
              <a:pathLst>
                <a:path w="1908175" h="309879">
                  <a:moveTo>
                    <a:pt x="1908048" y="0"/>
                  </a:moveTo>
                  <a:lnTo>
                    <a:pt x="0" y="0"/>
                  </a:lnTo>
                  <a:lnTo>
                    <a:pt x="0" y="309372"/>
                  </a:lnTo>
                  <a:lnTo>
                    <a:pt x="1908048" y="309372"/>
                  </a:lnTo>
                  <a:lnTo>
                    <a:pt x="1908048" y="0"/>
                  </a:lnTo>
                  <a:close/>
                </a:path>
              </a:pathLst>
            </a:custGeom>
            <a:solidFill>
              <a:srgbClr val="FFC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436358" y="5002529"/>
              <a:ext cx="1908175" cy="309880"/>
            </a:xfrm>
            <a:custGeom>
              <a:avLst/>
              <a:gdLst/>
              <a:ahLst/>
              <a:cxnLst/>
              <a:rect l="l" t="t" r="r" b="b"/>
              <a:pathLst>
                <a:path w="1908175" h="309879">
                  <a:moveTo>
                    <a:pt x="0" y="309372"/>
                  </a:moveTo>
                  <a:lnTo>
                    <a:pt x="1908048" y="309372"/>
                  </a:lnTo>
                  <a:lnTo>
                    <a:pt x="1908048" y="0"/>
                  </a:lnTo>
                  <a:lnTo>
                    <a:pt x="0" y="0"/>
                  </a:lnTo>
                  <a:lnTo>
                    <a:pt x="0" y="309372"/>
                  </a:lnTo>
                  <a:close/>
                </a:path>
              </a:pathLst>
            </a:custGeom>
            <a:ln w="1981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69352" y="5093207"/>
              <a:ext cx="1239774" cy="162306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4072128" y="5590032"/>
            <a:ext cx="1927860" cy="329565"/>
            <a:chOff x="4072128" y="5590032"/>
            <a:chExt cx="1927860" cy="329565"/>
          </a:xfrm>
        </p:grpSpPr>
        <p:sp>
          <p:nvSpPr>
            <p:cNvPr id="29" name="object 29"/>
            <p:cNvSpPr/>
            <p:nvPr/>
          </p:nvSpPr>
          <p:spPr>
            <a:xfrm>
              <a:off x="4082034" y="5599938"/>
              <a:ext cx="1908175" cy="309880"/>
            </a:xfrm>
            <a:custGeom>
              <a:avLst/>
              <a:gdLst/>
              <a:ahLst/>
              <a:cxnLst/>
              <a:rect l="l" t="t" r="r" b="b"/>
              <a:pathLst>
                <a:path w="1908175" h="309879">
                  <a:moveTo>
                    <a:pt x="1908048" y="0"/>
                  </a:moveTo>
                  <a:lnTo>
                    <a:pt x="0" y="0"/>
                  </a:lnTo>
                  <a:lnTo>
                    <a:pt x="0" y="309372"/>
                  </a:lnTo>
                  <a:lnTo>
                    <a:pt x="1908048" y="309372"/>
                  </a:lnTo>
                  <a:lnTo>
                    <a:pt x="1908048" y="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082034" y="5599938"/>
              <a:ext cx="1908175" cy="309880"/>
            </a:xfrm>
            <a:custGeom>
              <a:avLst/>
              <a:gdLst/>
              <a:ahLst/>
              <a:cxnLst/>
              <a:rect l="l" t="t" r="r" b="b"/>
              <a:pathLst>
                <a:path w="1908175" h="309879">
                  <a:moveTo>
                    <a:pt x="0" y="309372"/>
                  </a:moveTo>
                  <a:lnTo>
                    <a:pt x="1908048" y="309372"/>
                  </a:lnTo>
                  <a:lnTo>
                    <a:pt x="1908048" y="0"/>
                  </a:lnTo>
                  <a:lnTo>
                    <a:pt x="0" y="0"/>
                  </a:lnTo>
                  <a:lnTo>
                    <a:pt x="0" y="309372"/>
                  </a:lnTo>
                  <a:close/>
                </a:path>
              </a:pathLst>
            </a:custGeom>
            <a:ln w="1981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75404" y="5690616"/>
              <a:ext cx="1322070" cy="131825"/>
            </a:xfrm>
            <a:prstGeom prst="rect">
              <a:avLst/>
            </a:prstGeom>
          </p:spPr>
        </p:pic>
      </p:grpSp>
      <p:sp>
        <p:nvSpPr>
          <p:cNvPr id="32" name="object 32"/>
          <p:cNvSpPr/>
          <p:nvPr/>
        </p:nvSpPr>
        <p:spPr>
          <a:xfrm>
            <a:off x="1648968" y="4654041"/>
            <a:ext cx="6740525" cy="379095"/>
          </a:xfrm>
          <a:custGeom>
            <a:avLst/>
            <a:gdLst/>
            <a:ahLst/>
            <a:cxnLst/>
            <a:rect l="l" t="t" r="r" b="b"/>
            <a:pathLst>
              <a:path w="6740525" h="379095">
                <a:moveTo>
                  <a:pt x="6738290" y="347205"/>
                </a:moveTo>
                <a:lnTo>
                  <a:pt x="6668643" y="302895"/>
                </a:lnTo>
                <a:lnTo>
                  <a:pt x="6665404" y="334505"/>
                </a:lnTo>
                <a:lnTo>
                  <a:pt x="3386963" y="0"/>
                </a:lnTo>
                <a:lnTo>
                  <a:pt x="3386582" y="3721"/>
                </a:lnTo>
                <a:lnTo>
                  <a:pt x="3385782" y="1016"/>
                </a:lnTo>
                <a:lnTo>
                  <a:pt x="3385693" y="0"/>
                </a:lnTo>
                <a:lnTo>
                  <a:pt x="75184" y="334632"/>
                </a:lnTo>
                <a:lnTo>
                  <a:pt x="72009" y="303022"/>
                </a:lnTo>
                <a:lnTo>
                  <a:pt x="0" y="348615"/>
                </a:lnTo>
                <a:lnTo>
                  <a:pt x="79629" y="378841"/>
                </a:lnTo>
                <a:lnTo>
                  <a:pt x="76568" y="348488"/>
                </a:lnTo>
                <a:lnTo>
                  <a:pt x="76441" y="347205"/>
                </a:lnTo>
                <a:lnTo>
                  <a:pt x="3322396" y="19227"/>
                </a:lnTo>
                <a:lnTo>
                  <a:pt x="2319020" y="320573"/>
                </a:lnTo>
                <a:lnTo>
                  <a:pt x="2309876" y="290195"/>
                </a:lnTo>
                <a:lnTo>
                  <a:pt x="2247900" y="348615"/>
                </a:lnTo>
                <a:lnTo>
                  <a:pt x="2331847" y="363093"/>
                </a:lnTo>
                <a:lnTo>
                  <a:pt x="2323808" y="336423"/>
                </a:lnTo>
                <a:lnTo>
                  <a:pt x="2322703" y="332765"/>
                </a:lnTo>
                <a:lnTo>
                  <a:pt x="3386798" y="13182"/>
                </a:lnTo>
                <a:lnTo>
                  <a:pt x="4419041" y="332181"/>
                </a:lnTo>
                <a:lnTo>
                  <a:pt x="4409694" y="362458"/>
                </a:lnTo>
                <a:lnTo>
                  <a:pt x="4493768" y="348615"/>
                </a:lnTo>
                <a:lnTo>
                  <a:pt x="4480484" y="335915"/>
                </a:lnTo>
                <a:lnTo>
                  <a:pt x="4432173" y="289687"/>
                </a:lnTo>
                <a:lnTo>
                  <a:pt x="4422813" y="319976"/>
                </a:lnTo>
                <a:lnTo>
                  <a:pt x="3449599" y="19227"/>
                </a:lnTo>
                <a:lnTo>
                  <a:pt x="6664109" y="347205"/>
                </a:lnTo>
                <a:lnTo>
                  <a:pt x="6676898" y="347205"/>
                </a:lnTo>
                <a:lnTo>
                  <a:pt x="6738290" y="347205"/>
                </a:lnTo>
                <a:close/>
              </a:path>
              <a:path w="6740525" h="379095">
                <a:moveTo>
                  <a:pt x="6740525" y="348615"/>
                </a:moveTo>
                <a:lnTo>
                  <a:pt x="6740322" y="348488"/>
                </a:lnTo>
                <a:lnTo>
                  <a:pt x="6676771" y="348488"/>
                </a:lnTo>
                <a:lnTo>
                  <a:pt x="6663982" y="348488"/>
                </a:lnTo>
                <a:lnTo>
                  <a:pt x="6660896" y="378714"/>
                </a:lnTo>
                <a:lnTo>
                  <a:pt x="6740525" y="348615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648460" y="5304789"/>
            <a:ext cx="6741795" cy="325120"/>
          </a:xfrm>
          <a:custGeom>
            <a:avLst/>
            <a:gdLst/>
            <a:ahLst/>
            <a:cxnLst/>
            <a:rect l="l" t="t" r="r" b="b"/>
            <a:pathLst>
              <a:path w="6741795" h="325120">
                <a:moveTo>
                  <a:pt x="6741668" y="12700"/>
                </a:moveTo>
                <a:lnTo>
                  <a:pt x="6740525" y="0"/>
                </a:lnTo>
                <a:lnTo>
                  <a:pt x="3462236" y="280365"/>
                </a:lnTo>
                <a:lnTo>
                  <a:pt x="4495800" y="12446"/>
                </a:lnTo>
                <a:lnTo>
                  <a:pt x="4492625" y="254"/>
                </a:lnTo>
                <a:lnTo>
                  <a:pt x="3461067" y="267423"/>
                </a:lnTo>
                <a:lnTo>
                  <a:pt x="3459480" y="248793"/>
                </a:lnTo>
                <a:lnTo>
                  <a:pt x="3454806" y="251650"/>
                </a:lnTo>
                <a:lnTo>
                  <a:pt x="3451098" y="237236"/>
                </a:lnTo>
                <a:lnTo>
                  <a:pt x="3387331" y="292773"/>
                </a:lnTo>
                <a:lnTo>
                  <a:pt x="3376993" y="283857"/>
                </a:lnTo>
                <a:lnTo>
                  <a:pt x="3323336" y="237617"/>
                </a:lnTo>
                <a:lnTo>
                  <a:pt x="3319665" y="252145"/>
                </a:lnTo>
                <a:lnTo>
                  <a:pt x="3314192" y="248793"/>
                </a:lnTo>
                <a:lnTo>
                  <a:pt x="3312579" y="267690"/>
                </a:lnTo>
                <a:lnTo>
                  <a:pt x="2249932" y="254"/>
                </a:lnTo>
                <a:lnTo>
                  <a:pt x="2246884" y="12446"/>
                </a:lnTo>
                <a:lnTo>
                  <a:pt x="3311245" y="280479"/>
                </a:lnTo>
                <a:lnTo>
                  <a:pt x="1016" y="0"/>
                </a:lnTo>
                <a:lnTo>
                  <a:pt x="0" y="12700"/>
                </a:lnTo>
                <a:lnTo>
                  <a:pt x="3309340" y="293014"/>
                </a:lnTo>
                <a:lnTo>
                  <a:pt x="3304667" y="311543"/>
                </a:lnTo>
                <a:lnTo>
                  <a:pt x="3308908" y="310616"/>
                </a:lnTo>
                <a:lnTo>
                  <a:pt x="3307715" y="324739"/>
                </a:lnTo>
                <a:lnTo>
                  <a:pt x="3384410" y="294170"/>
                </a:lnTo>
                <a:lnTo>
                  <a:pt x="3385566" y="293712"/>
                </a:lnTo>
                <a:lnTo>
                  <a:pt x="3387191" y="293357"/>
                </a:lnTo>
                <a:lnTo>
                  <a:pt x="3465957" y="324675"/>
                </a:lnTo>
                <a:lnTo>
                  <a:pt x="3464674" y="309816"/>
                </a:lnTo>
                <a:lnTo>
                  <a:pt x="3470148" y="310972"/>
                </a:lnTo>
                <a:lnTo>
                  <a:pt x="3465449" y="292862"/>
                </a:lnTo>
                <a:lnTo>
                  <a:pt x="6741668" y="1270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37489" y="431419"/>
            <a:ext cx="3614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Using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Ready-Made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CNN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Model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68451" y="1543761"/>
            <a:ext cx="4438650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0072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04" y="2124455"/>
            <a:ext cx="3373374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5612" y="2526779"/>
            <a:ext cx="4525518" cy="105690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614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Using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Ready-Made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CNN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Model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8451" y="1543761"/>
            <a:ext cx="4438650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8002" y="6524434"/>
            <a:ext cx="61558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8888" y="3224758"/>
            <a:ext cx="3629405" cy="4000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7967" y="4067555"/>
            <a:ext cx="4004309" cy="20650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078991" y="4005071"/>
            <a:ext cx="36830" cy="251460"/>
          </a:xfrm>
          <a:custGeom>
            <a:avLst/>
            <a:gdLst/>
            <a:ahLst/>
            <a:cxnLst/>
            <a:rect l="l" t="t" r="r" b="b"/>
            <a:pathLst>
              <a:path w="36830" h="251460">
                <a:moveTo>
                  <a:pt x="36575" y="0"/>
                </a:moveTo>
                <a:lnTo>
                  <a:pt x="0" y="0"/>
                </a:lnTo>
                <a:lnTo>
                  <a:pt x="0" y="251459"/>
                </a:lnTo>
                <a:lnTo>
                  <a:pt x="36575" y="251459"/>
                </a:lnTo>
                <a:lnTo>
                  <a:pt x="36575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7967" y="4483557"/>
            <a:ext cx="2181606" cy="221792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078991" y="4434840"/>
            <a:ext cx="36830" cy="251460"/>
          </a:xfrm>
          <a:custGeom>
            <a:avLst/>
            <a:gdLst/>
            <a:ahLst/>
            <a:cxnLst/>
            <a:rect l="l" t="t" r="r" b="b"/>
            <a:pathLst>
              <a:path w="36830" h="25146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798" y="6524434"/>
            <a:ext cx="6014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12976" y="2667000"/>
            <a:ext cx="6464808" cy="30982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7116" y="1540763"/>
            <a:ext cx="5668518" cy="30403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59308" y="2100072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7804" y="2122932"/>
            <a:ext cx="2734818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5612" y="5858255"/>
            <a:ext cx="3559302" cy="116585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7581900" y="2089213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1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1" y="452437"/>
                </a:lnTo>
                <a:lnTo>
                  <a:pt x="553211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186928" y="2089213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1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2" y="452437"/>
                </a:lnTo>
                <a:lnTo>
                  <a:pt x="553212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91956" y="2089213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1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85176" y="2605849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1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484107" y="2605849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1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37347" y="2371344"/>
            <a:ext cx="244601" cy="8610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07095" y="2883407"/>
            <a:ext cx="314705" cy="10744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92083" y="2374392"/>
            <a:ext cx="323850" cy="8305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574023" y="2808706"/>
            <a:ext cx="377215" cy="24157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976359" y="2374392"/>
            <a:ext cx="160781" cy="83058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37489" y="431419"/>
            <a:ext cx="4687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AI-based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Clinical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Decision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Support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System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3120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04" y="2125979"/>
            <a:ext cx="1575053" cy="17602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277742" y="2684754"/>
            <a:ext cx="4533265" cy="3225800"/>
            <a:chOff x="3277742" y="2684754"/>
            <a:chExt cx="4533265" cy="322580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61407" y="3310040"/>
              <a:ext cx="1051877" cy="18473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99203" y="4253471"/>
              <a:ext cx="1199400" cy="10896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0583" y="4253496"/>
              <a:ext cx="1059167" cy="92048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81627" y="3872471"/>
              <a:ext cx="1088148" cy="743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60875" y="3520414"/>
              <a:ext cx="1008900" cy="85956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21479" y="3383254"/>
              <a:ext cx="748271" cy="99672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33315" y="3320808"/>
              <a:ext cx="536435" cy="105916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11623" y="3293376"/>
              <a:ext cx="358178" cy="10865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799075" y="3291827"/>
              <a:ext cx="170649" cy="108814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891023" y="3339464"/>
              <a:ext cx="962660" cy="1766570"/>
            </a:xfrm>
            <a:custGeom>
              <a:avLst/>
              <a:gdLst/>
              <a:ahLst/>
              <a:cxnLst/>
              <a:rect l="l" t="t" r="r" b="b"/>
              <a:pathLst>
                <a:path w="962660" h="1766570">
                  <a:moveTo>
                    <a:pt x="0" y="0"/>
                  </a:moveTo>
                  <a:lnTo>
                    <a:pt x="0" y="962279"/>
                  </a:lnTo>
                  <a:lnTo>
                    <a:pt x="528065" y="1766570"/>
                  </a:lnTo>
                  <a:lnTo>
                    <a:pt x="567884" y="1738961"/>
                  </a:lnTo>
                  <a:lnTo>
                    <a:pt x="606046" y="1709564"/>
                  </a:lnTo>
                  <a:lnTo>
                    <a:pt x="642510" y="1678456"/>
                  </a:lnTo>
                  <a:lnTo>
                    <a:pt x="677233" y="1645713"/>
                  </a:lnTo>
                  <a:lnTo>
                    <a:pt x="710174" y="1611413"/>
                  </a:lnTo>
                  <a:lnTo>
                    <a:pt x="741291" y="1575632"/>
                  </a:lnTo>
                  <a:lnTo>
                    <a:pt x="770543" y="1538448"/>
                  </a:lnTo>
                  <a:lnTo>
                    <a:pt x="797889" y="1499937"/>
                  </a:lnTo>
                  <a:lnTo>
                    <a:pt x="823286" y="1460175"/>
                  </a:lnTo>
                  <a:lnTo>
                    <a:pt x="846693" y="1419240"/>
                  </a:lnTo>
                  <a:lnTo>
                    <a:pt x="868068" y="1377209"/>
                  </a:lnTo>
                  <a:lnTo>
                    <a:pt x="887370" y="1334159"/>
                  </a:lnTo>
                  <a:lnTo>
                    <a:pt x="904557" y="1290166"/>
                  </a:lnTo>
                  <a:lnTo>
                    <a:pt x="919587" y="1245307"/>
                  </a:lnTo>
                  <a:lnTo>
                    <a:pt x="932420" y="1199659"/>
                  </a:lnTo>
                  <a:lnTo>
                    <a:pt x="943012" y="1153300"/>
                  </a:lnTo>
                  <a:lnTo>
                    <a:pt x="951323" y="1106305"/>
                  </a:lnTo>
                  <a:lnTo>
                    <a:pt x="957311" y="1058752"/>
                  </a:lnTo>
                  <a:lnTo>
                    <a:pt x="960934" y="1010717"/>
                  </a:lnTo>
                  <a:lnTo>
                    <a:pt x="962151" y="962279"/>
                  </a:lnTo>
                  <a:lnTo>
                    <a:pt x="960974" y="914247"/>
                  </a:lnTo>
                  <a:lnTo>
                    <a:pt x="957478" y="866826"/>
                  </a:lnTo>
                  <a:lnTo>
                    <a:pt x="951719" y="820070"/>
                  </a:lnTo>
                  <a:lnTo>
                    <a:pt x="943752" y="774034"/>
                  </a:lnTo>
                  <a:lnTo>
                    <a:pt x="933632" y="728774"/>
                  </a:lnTo>
                  <a:lnTo>
                    <a:pt x="921414" y="684344"/>
                  </a:lnTo>
                  <a:lnTo>
                    <a:pt x="907153" y="640799"/>
                  </a:lnTo>
                  <a:lnTo>
                    <a:pt x="890905" y="598195"/>
                  </a:lnTo>
                  <a:lnTo>
                    <a:pt x="872724" y="556587"/>
                  </a:lnTo>
                  <a:lnTo>
                    <a:pt x="852667" y="516030"/>
                  </a:lnTo>
                  <a:lnTo>
                    <a:pt x="830786" y="476579"/>
                  </a:lnTo>
                  <a:lnTo>
                    <a:pt x="807139" y="438289"/>
                  </a:lnTo>
                  <a:lnTo>
                    <a:pt x="781780" y="401214"/>
                  </a:lnTo>
                  <a:lnTo>
                    <a:pt x="754765" y="365412"/>
                  </a:lnTo>
                  <a:lnTo>
                    <a:pt x="726147" y="330935"/>
                  </a:lnTo>
                  <a:lnTo>
                    <a:pt x="695983" y="297841"/>
                  </a:lnTo>
                  <a:lnTo>
                    <a:pt x="664328" y="266182"/>
                  </a:lnTo>
                  <a:lnTo>
                    <a:pt x="631236" y="236016"/>
                  </a:lnTo>
                  <a:lnTo>
                    <a:pt x="596764" y="207396"/>
                  </a:lnTo>
                  <a:lnTo>
                    <a:pt x="560965" y="180378"/>
                  </a:lnTo>
                  <a:lnTo>
                    <a:pt x="523895" y="155018"/>
                  </a:lnTo>
                  <a:lnTo>
                    <a:pt x="485610" y="131369"/>
                  </a:lnTo>
                  <a:lnTo>
                    <a:pt x="446164" y="109488"/>
                  </a:lnTo>
                  <a:lnTo>
                    <a:pt x="405613" y="89429"/>
                  </a:lnTo>
                  <a:lnTo>
                    <a:pt x="364011" y="71248"/>
                  </a:lnTo>
                  <a:lnTo>
                    <a:pt x="321414" y="54999"/>
                  </a:lnTo>
                  <a:lnTo>
                    <a:pt x="277877" y="40738"/>
                  </a:lnTo>
                  <a:lnTo>
                    <a:pt x="233455" y="28520"/>
                  </a:lnTo>
                  <a:lnTo>
                    <a:pt x="188203" y="18399"/>
                  </a:lnTo>
                  <a:lnTo>
                    <a:pt x="142176" y="10432"/>
                  </a:lnTo>
                  <a:lnTo>
                    <a:pt x="95430" y="4673"/>
                  </a:lnTo>
                  <a:lnTo>
                    <a:pt x="48019" y="1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47082" y="4301743"/>
              <a:ext cx="1072515" cy="962660"/>
            </a:xfrm>
            <a:custGeom>
              <a:avLst/>
              <a:gdLst/>
              <a:ahLst/>
              <a:cxnLst/>
              <a:rect l="l" t="t" r="r" b="b"/>
              <a:pathLst>
                <a:path w="1072514" h="962660">
                  <a:moveTo>
                    <a:pt x="543940" y="0"/>
                  </a:moveTo>
                  <a:lnTo>
                    <a:pt x="0" y="793749"/>
                  </a:lnTo>
                  <a:lnTo>
                    <a:pt x="40773" y="820212"/>
                  </a:lnTo>
                  <a:lnTo>
                    <a:pt x="82517" y="844416"/>
                  </a:lnTo>
                  <a:lnTo>
                    <a:pt x="125145" y="866362"/>
                  </a:lnTo>
                  <a:lnTo>
                    <a:pt x="168572" y="886050"/>
                  </a:lnTo>
                  <a:lnTo>
                    <a:pt x="212711" y="903477"/>
                  </a:lnTo>
                  <a:lnTo>
                    <a:pt x="257476" y="918644"/>
                  </a:lnTo>
                  <a:lnTo>
                    <a:pt x="302781" y="931550"/>
                  </a:lnTo>
                  <a:lnTo>
                    <a:pt x="348539" y="942194"/>
                  </a:lnTo>
                  <a:lnTo>
                    <a:pt x="394665" y="950575"/>
                  </a:lnTo>
                  <a:lnTo>
                    <a:pt x="441072" y="956693"/>
                  </a:lnTo>
                  <a:lnTo>
                    <a:pt x="487673" y="960547"/>
                  </a:lnTo>
                  <a:lnTo>
                    <a:pt x="534384" y="962136"/>
                  </a:lnTo>
                  <a:lnTo>
                    <a:pt x="581117" y="961459"/>
                  </a:lnTo>
                  <a:lnTo>
                    <a:pt x="627786" y="958516"/>
                  </a:lnTo>
                  <a:lnTo>
                    <a:pt x="674305" y="953307"/>
                  </a:lnTo>
                  <a:lnTo>
                    <a:pt x="720588" y="945830"/>
                  </a:lnTo>
                  <a:lnTo>
                    <a:pt x="766549" y="936084"/>
                  </a:lnTo>
                  <a:lnTo>
                    <a:pt x="812101" y="924069"/>
                  </a:lnTo>
                  <a:lnTo>
                    <a:pt x="857158" y="909785"/>
                  </a:lnTo>
                  <a:lnTo>
                    <a:pt x="901635" y="893230"/>
                  </a:lnTo>
                  <a:lnTo>
                    <a:pt x="945444" y="874404"/>
                  </a:lnTo>
                  <a:lnTo>
                    <a:pt x="988500" y="853306"/>
                  </a:lnTo>
                  <a:lnTo>
                    <a:pt x="1030716" y="829935"/>
                  </a:lnTo>
                  <a:lnTo>
                    <a:pt x="1072006" y="804290"/>
                  </a:lnTo>
                  <a:lnTo>
                    <a:pt x="54394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58208" y="4301743"/>
              <a:ext cx="932815" cy="793750"/>
            </a:xfrm>
            <a:custGeom>
              <a:avLst/>
              <a:gdLst/>
              <a:ahLst/>
              <a:cxnLst/>
              <a:rect l="l" t="t" r="r" b="b"/>
              <a:pathLst>
                <a:path w="932814" h="793750">
                  <a:moveTo>
                    <a:pt x="932814" y="0"/>
                  </a:moveTo>
                  <a:lnTo>
                    <a:pt x="0" y="235965"/>
                  </a:lnTo>
                  <a:lnTo>
                    <a:pt x="13529" y="284170"/>
                  </a:lnTo>
                  <a:lnTo>
                    <a:pt x="29478" y="331411"/>
                  </a:lnTo>
                  <a:lnTo>
                    <a:pt x="47790" y="377608"/>
                  </a:lnTo>
                  <a:lnTo>
                    <a:pt x="68408" y="422680"/>
                  </a:lnTo>
                  <a:lnTo>
                    <a:pt x="91274" y="466546"/>
                  </a:lnTo>
                  <a:lnTo>
                    <a:pt x="116332" y="509126"/>
                  </a:lnTo>
                  <a:lnTo>
                    <a:pt x="143525" y="550338"/>
                  </a:lnTo>
                  <a:lnTo>
                    <a:pt x="172797" y="590102"/>
                  </a:lnTo>
                  <a:lnTo>
                    <a:pt x="204089" y="628337"/>
                  </a:lnTo>
                  <a:lnTo>
                    <a:pt x="237345" y="664963"/>
                  </a:lnTo>
                  <a:lnTo>
                    <a:pt x="272509" y="699897"/>
                  </a:lnTo>
                  <a:lnTo>
                    <a:pt x="309523" y="733061"/>
                  </a:lnTo>
                  <a:lnTo>
                    <a:pt x="348330" y="764372"/>
                  </a:lnTo>
                  <a:lnTo>
                    <a:pt x="388874" y="793749"/>
                  </a:lnTo>
                  <a:lnTo>
                    <a:pt x="932814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28764" y="3919346"/>
              <a:ext cx="962660" cy="618490"/>
            </a:xfrm>
            <a:custGeom>
              <a:avLst/>
              <a:gdLst/>
              <a:ahLst/>
              <a:cxnLst/>
              <a:rect l="l" t="t" r="r" b="b"/>
              <a:pathLst>
                <a:path w="962660" h="618489">
                  <a:moveTo>
                    <a:pt x="79228" y="0"/>
                  </a:moveTo>
                  <a:lnTo>
                    <a:pt x="60927" y="45370"/>
                  </a:lnTo>
                  <a:lnTo>
                    <a:pt x="45011" y="91447"/>
                  </a:lnTo>
                  <a:lnTo>
                    <a:pt x="31486" y="138136"/>
                  </a:lnTo>
                  <a:lnTo>
                    <a:pt x="20360" y="185346"/>
                  </a:lnTo>
                  <a:lnTo>
                    <a:pt x="11641" y="232983"/>
                  </a:lnTo>
                  <a:lnTo>
                    <a:pt x="5336" y="280955"/>
                  </a:lnTo>
                  <a:lnTo>
                    <a:pt x="1453" y="329169"/>
                  </a:lnTo>
                  <a:lnTo>
                    <a:pt x="0" y="377534"/>
                  </a:lnTo>
                  <a:lnTo>
                    <a:pt x="983" y="425956"/>
                  </a:lnTo>
                  <a:lnTo>
                    <a:pt x="4412" y="474342"/>
                  </a:lnTo>
                  <a:lnTo>
                    <a:pt x="10293" y="522600"/>
                  </a:lnTo>
                  <a:lnTo>
                    <a:pt x="18635" y="570638"/>
                  </a:lnTo>
                  <a:lnTo>
                    <a:pt x="29444" y="618363"/>
                  </a:lnTo>
                  <a:lnTo>
                    <a:pt x="962259" y="382396"/>
                  </a:lnTo>
                  <a:lnTo>
                    <a:pt x="7922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07992" y="3567302"/>
              <a:ext cx="883285" cy="734695"/>
            </a:xfrm>
            <a:custGeom>
              <a:avLst/>
              <a:gdLst/>
              <a:ahLst/>
              <a:cxnLst/>
              <a:rect l="l" t="t" r="r" b="b"/>
              <a:pathLst>
                <a:path w="883285" h="734695">
                  <a:moveTo>
                    <a:pt x="261239" y="0"/>
                  </a:moveTo>
                  <a:lnTo>
                    <a:pt x="224446" y="32785"/>
                  </a:lnTo>
                  <a:lnTo>
                    <a:pt x="189461" y="67337"/>
                  </a:lnTo>
                  <a:lnTo>
                    <a:pt x="156341" y="103575"/>
                  </a:lnTo>
                  <a:lnTo>
                    <a:pt x="125143" y="141422"/>
                  </a:lnTo>
                  <a:lnTo>
                    <a:pt x="95925" y="180799"/>
                  </a:lnTo>
                  <a:lnTo>
                    <a:pt x="68744" y="221629"/>
                  </a:lnTo>
                  <a:lnTo>
                    <a:pt x="43658" y="263831"/>
                  </a:lnTo>
                  <a:lnTo>
                    <a:pt x="20724" y="307329"/>
                  </a:lnTo>
                  <a:lnTo>
                    <a:pt x="0" y="352044"/>
                  </a:lnTo>
                  <a:lnTo>
                    <a:pt x="883031" y="734441"/>
                  </a:lnTo>
                  <a:lnTo>
                    <a:pt x="261239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69231" y="3431031"/>
              <a:ext cx="622300" cy="871219"/>
            </a:xfrm>
            <a:custGeom>
              <a:avLst/>
              <a:gdLst/>
              <a:ahLst/>
              <a:cxnLst/>
              <a:rect l="l" t="t" r="r" b="b"/>
              <a:pathLst>
                <a:path w="622300" h="871220">
                  <a:moveTo>
                    <a:pt x="211962" y="0"/>
                  </a:moveTo>
                  <a:lnTo>
                    <a:pt x="166790" y="22743"/>
                  </a:lnTo>
                  <a:lnTo>
                    <a:pt x="122922" y="47802"/>
                  </a:lnTo>
                  <a:lnTo>
                    <a:pt x="80444" y="75117"/>
                  </a:lnTo>
                  <a:lnTo>
                    <a:pt x="39442" y="104627"/>
                  </a:lnTo>
                  <a:lnTo>
                    <a:pt x="0" y="136270"/>
                  </a:lnTo>
                  <a:lnTo>
                    <a:pt x="621791" y="870711"/>
                  </a:lnTo>
                  <a:lnTo>
                    <a:pt x="211962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81194" y="3367785"/>
              <a:ext cx="410209" cy="934085"/>
            </a:xfrm>
            <a:custGeom>
              <a:avLst/>
              <a:gdLst/>
              <a:ahLst/>
              <a:cxnLst/>
              <a:rect l="l" t="t" r="r" b="b"/>
              <a:pathLst>
                <a:path w="410210" h="934085">
                  <a:moveTo>
                    <a:pt x="178307" y="0"/>
                  </a:moveTo>
                  <a:lnTo>
                    <a:pt x="132623" y="12471"/>
                  </a:lnTo>
                  <a:lnTo>
                    <a:pt x="87629" y="27193"/>
                  </a:lnTo>
                  <a:lnTo>
                    <a:pt x="43398" y="44130"/>
                  </a:lnTo>
                  <a:lnTo>
                    <a:pt x="0" y="63246"/>
                  </a:lnTo>
                  <a:lnTo>
                    <a:pt x="409828" y="933957"/>
                  </a:lnTo>
                  <a:lnTo>
                    <a:pt x="17830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59502" y="3340480"/>
              <a:ext cx="231775" cy="961390"/>
            </a:xfrm>
            <a:custGeom>
              <a:avLst/>
              <a:gdLst/>
              <a:ahLst/>
              <a:cxnLst/>
              <a:rect l="l" t="t" r="r" b="b"/>
              <a:pathLst>
                <a:path w="231775" h="961389">
                  <a:moveTo>
                    <a:pt x="187198" y="0"/>
                  </a:moveTo>
                  <a:lnTo>
                    <a:pt x="139946" y="3355"/>
                  </a:lnTo>
                  <a:lnTo>
                    <a:pt x="92932" y="9032"/>
                  </a:lnTo>
                  <a:lnTo>
                    <a:pt x="46251" y="17019"/>
                  </a:lnTo>
                  <a:lnTo>
                    <a:pt x="0" y="27305"/>
                  </a:lnTo>
                  <a:lnTo>
                    <a:pt x="231521" y="961263"/>
                  </a:lnTo>
                  <a:lnTo>
                    <a:pt x="187198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46700" y="3339464"/>
              <a:ext cx="44450" cy="962660"/>
            </a:xfrm>
            <a:custGeom>
              <a:avLst/>
              <a:gdLst/>
              <a:ahLst/>
              <a:cxnLst/>
              <a:rect l="l" t="t" r="r" b="b"/>
              <a:pathLst>
                <a:path w="44450" h="962660">
                  <a:moveTo>
                    <a:pt x="44323" y="0"/>
                  </a:moveTo>
                  <a:lnTo>
                    <a:pt x="33200" y="69"/>
                  </a:lnTo>
                  <a:lnTo>
                    <a:pt x="0" y="1015"/>
                  </a:lnTo>
                  <a:lnTo>
                    <a:pt x="44323" y="962279"/>
                  </a:lnTo>
                  <a:lnTo>
                    <a:pt x="4432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968495" y="3382771"/>
              <a:ext cx="1845945" cy="1841500"/>
            </a:xfrm>
            <a:custGeom>
              <a:avLst/>
              <a:gdLst/>
              <a:ahLst/>
              <a:cxnLst/>
              <a:rect l="l" t="t" r="r" b="b"/>
              <a:pathLst>
                <a:path w="1845945" h="1841500">
                  <a:moveTo>
                    <a:pt x="780601" y="25400"/>
                  </a:moveTo>
                  <a:lnTo>
                    <a:pt x="692160" y="25400"/>
                  </a:lnTo>
                  <a:lnTo>
                    <a:pt x="648370" y="38100"/>
                  </a:lnTo>
                  <a:lnTo>
                    <a:pt x="605493" y="63500"/>
                  </a:lnTo>
                  <a:lnTo>
                    <a:pt x="522712" y="88900"/>
                  </a:lnTo>
                  <a:lnTo>
                    <a:pt x="482923" y="114300"/>
                  </a:lnTo>
                  <a:lnTo>
                    <a:pt x="444280" y="139700"/>
                  </a:lnTo>
                  <a:lnTo>
                    <a:pt x="406840" y="165100"/>
                  </a:lnTo>
                  <a:lnTo>
                    <a:pt x="370661" y="190500"/>
                  </a:lnTo>
                  <a:lnTo>
                    <a:pt x="335801" y="215900"/>
                  </a:lnTo>
                  <a:lnTo>
                    <a:pt x="302319" y="241300"/>
                  </a:lnTo>
                  <a:lnTo>
                    <a:pt x="270271" y="266700"/>
                  </a:lnTo>
                  <a:lnTo>
                    <a:pt x="239717" y="304800"/>
                  </a:lnTo>
                  <a:lnTo>
                    <a:pt x="210714" y="342900"/>
                  </a:lnTo>
                  <a:lnTo>
                    <a:pt x="183320" y="368300"/>
                  </a:lnTo>
                  <a:lnTo>
                    <a:pt x="157593" y="406400"/>
                  </a:lnTo>
                  <a:lnTo>
                    <a:pt x="133591" y="444500"/>
                  </a:lnTo>
                  <a:lnTo>
                    <a:pt x="111372" y="482600"/>
                  </a:lnTo>
                  <a:lnTo>
                    <a:pt x="90994" y="520700"/>
                  </a:lnTo>
                  <a:lnTo>
                    <a:pt x="72515" y="571500"/>
                  </a:lnTo>
                  <a:lnTo>
                    <a:pt x="55992" y="609600"/>
                  </a:lnTo>
                  <a:lnTo>
                    <a:pt x="41485" y="647700"/>
                  </a:lnTo>
                  <a:lnTo>
                    <a:pt x="29050" y="698500"/>
                  </a:lnTo>
                  <a:lnTo>
                    <a:pt x="18747" y="736600"/>
                  </a:lnTo>
                  <a:lnTo>
                    <a:pt x="10632" y="787400"/>
                  </a:lnTo>
                  <a:lnTo>
                    <a:pt x="4764" y="825500"/>
                  </a:lnTo>
                  <a:lnTo>
                    <a:pt x="1200" y="876300"/>
                  </a:lnTo>
                  <a:lnTo>
                    <a:pt x="0" y="927100"/>
                  </a:lnTo>
                  <a:lnTo>
                    <a:pt x="1200" y="977900"/>
                  </a:lnTo>
                  <a:lnTo>
                    <a:pt x="4764" y="1016000"/>
                  </a:lnTo>
                  <a:lnTo>
                    <a:pt x="10632" y="1066800"/>
                  </a:lnTo>
                  <a:lnTo>
                    <a:pt x="18747" y="1104900"/>
                  </a:lnTo>
                  <a:lnTo>
                    <a:pt x="29050" y="1155700"/>
                  </a:lnTo>
                  <a:lnTo>
                    <a:pt x="41485" y="1193800"/>
                  </a:lnTo>
                  <a:lnTo>
                    <a:pt x="55992" y="1244600"/>
                  </a:lnTo>
                  <a:lnTo>
                    <a:pt x="72515" y="1282700"/>
                  </a:lnTo>
                  <a:lnTo>
                    <a:pt x="90994" y="1320800"/>
                  </a:lnTo>
                  <a:lnTo>
                    <a:pt x="111372" y="1358900"/>
                  </a:lnTo>
                  <a:lnTo>
                    <a:pt x="133591" y="1409700"/>
                  </a:lnTo>
                  <a:lnTo>
                    <a:pt x="157593" y="1435100"/>
                  </a:lnTo>
                  <a:lnTo>
                    <a:pt x="183320" y="1473200"/>
                  </a:lnTo>
                  <a:lnTo>
                    <a:pt x="210714" y="1511300"/>
                  </a:lnTo>
                  <a:lnTo>
                    <a:pt x="239717" y="1549400"/>
                  </a:lnTo>
                  <a:lnTo>
                    <a:pt x="270271" y="1574800"/>
                  </a:lnTo>
                  <a:lnTo>
                    <a:pt x="302319" y="1612900"/>
                  </a:lnTo>
                  <a:lnTo>
                    <a:pt x="335801" y="1638300"/>
                  </a:lnTo>
                  <a:lnTo>
                    <a:pt x="370661" y="1663700"/>
                  </a:lnTo>
                  <a:lnTo>
                    <a:pt x="406840" y="1689100"/>
                  </a:lnTo>
                  <a:lnTo>
                    <a:pt x="444280" y="1714500"/>
                  </a:lnTo>
                  <a:lnTo>
                    <a:pt x="482923" y="1739900"/>
                  </a:lnTo>
                  <a:lnTo>
                    <a:pt x="522712" y="1752600"/>
                  </a:lnTo>
                  <a:lnTo>
                    <a:pt x="563588" y="1778000"/>
                  </a:lnTo>
                  <a:lnTo>
                    <a:pt x="648370" y="1803400"/>
                  </a:lnTo>
                  <a:lnTo>
                    <a:pt x="782248" y="1841500"/>
                  </a:lnTo>
                  <a:lnTo>
                    <a:pt x="1063315" y="1841500"/>
                  </a:lnTo>
                  <a:lnTo>
                    <a:pt x="1108758" y="1828800"/>
                  </a:lnTo>
                  <a:lnTo>
                    <a:pt x="827298" y="1828800"/>
                  </a:lnTo>
                  <a:lnTo>
                    <a:pt x="780601" y="1816100"/>
                  </a:lnTo>
                  <a:lnTo>
                    <a:pt x="734682" y="1816100"/>
                  </a:lnTo>
                  <a:lnTo>
                    <a:pt x="602224" y="1778000"/>
                  </a:lnTo>
                  <a:lnTo>
                    <a:pt x="560047" y="1752600"/>
                  </a:lnTo>
                  <a:lnTo>
                    <a:pt x="518961" y="1739900"/>
                  </a:lnTo>
                  <a:lnTo>
                    <a:pt x="479029" y="1714500"/>
                  </a:lnTo>
                  <a:lnTo>
                    <a:pt x="440314" y="1689100"/>
                  </a:lnTo>
                  <a:lnTo>
                    <a:pt x="402878" y="1663700"/>
                  </a:lnTo>
                  <a:lnTo>
                    <a:pt x="366784" y="1638300"/>
                  </a:lnTo>
                  <a:lnTo>
                    <a:pt x="332094" y="1612900"/>
                  </a:lnTo>
                  <a:lnTo>
                    <a:pt x="298871" y="1574800"/>
                  </a:lnTo>
                  <a:lnTo>
                    <a:pt x="267176" y="1549400"/>
                  </a:lnTo>
                  <a:lnTo>
                    <a:pt x="237074" y="1511300"/>
                  </a:lnTo>
                  <a:lnTo>
                    <a:pt x="208626" y="1485900"/>
                  </a:lnTo>
                  <a:lnTo>
                    <a:pt x="181895" y="1447800"/>
                  </a:lnTo>
                  <a:lnTo>
                    <a:pt x="156942" y="1409700"/>
                  </a:lnTo>
                  <a:lnTo>
                    <a:pt x="133832" y="1371600"/>
                  </a:lnTo>
                  <a:lnTo>
                    <a:pt x="112626" y="1333500"/>
                  </a:lnTo>
                  <a:lnTo>
                    <a:pt x="93387" y="1282700"/>
                  </a:lnTo>
                  <a:lnTo>
                    <a:pt x="76177" y="1244600"/>
                  </a:lnTo>
                  <a:lnTo>
                    <a:pt x="61059" y="1206500"/>
                  </a:lnTo>
                  <a:lnTo>
                    <a:pt x="48095" y="1155700"/>
                  </a:lnTo>
                  <a:lnTo>
                    <a:pt x="37348" y="1117600"/>
                  </a:lnTo>
                  <a:lnTo>
                    <a:pt x="28881" y="1066800"/>
                  </a:lnTo>
                  <a:lnTo>
                    <a:pt x="22755" y="1016000"/>
                  </a:lnTo>
                  <a:lnTo>
                    <a:pt x="19034" y="977900"/>
                  </a:lnTo>
                  <a:lnTo>
                    <a:pt x="17779" y="927100"/>
                  </a:lnTo>
                  <a:lnTo>
                    <a:pt x="19034" y="876300"/>
                  </a:lnTo>
                  <a:lnTo>
                    <a:pt x="22755" y="825500"/>
                  </a:lnTo>
                  <a:lnTo>
                    <a:pt x="28881" y="787400"/>
                  </a:lnTo>
                  <a:lnTo>
                    <a:pt x="37348" y="736600"/>
                  </a:lnTo>
                  <a:lnTo>
                    <a:pt x="48095" y="685800"/>
                  </a:lnTo>
                  <a:lnTo>
                    <a:pt x="61059" y="647700"/>
                  </a:lnTo>
                  <a:lnTo>
                    <a:pt x="76177" y="609600"/>
                  </a:lnTo>
                  <a:lnTo>
                    <a:pt x="93387" y="558800"/>
                  </a:lnTo>
                  <a:lnTo>
                    <a:pt x="112626" y="520700"/>
                  </a:lnTo>
                  <a:lnTo>
                    <a:pt x="133832" y="482600"/>
                  </a:lnTo>
                  <a:lnTo>
                    <a:pt x="156942" y="444500"/>
                  </a:lnTo>
                  <a:lnTo>
                    <a:pt x="181895" y="406400"/>
                  </a:lnTo>
                  <a:lnTo>
                    <a:pt x="208626" y="368300"/>
                  </a:lnTo>
                  <a:lnTo>
                    <a:pt x="237074" y="330200"/>
                  </a:lnTo>
                  <a:lnTo>
                    <a:pt x="267176" y="304800"/>
                  </a:lnTo>
                  <a:lnTo>
                    <a:pt x="298871" y="266700"/>
                  </a:lnTo>
                  <a:lnTo>
                    <a:pt x="332094" y="241300"/>
                  </a:lnTo>
                  <a:lnTo>
                    <a:pt x="366784" y="215900"/>
                  </a:lnTo>
                  <a:lnTo>
                    <a:pt x="402878" y="177800"/>
                  </a:lnTo>
                  <a:lnTo>
                    <a:pt x="440314" y="165100"/>
                  </a:lnTo>
                  <a:lnTo>
                    <a:pt x="479029" y="139700"/>
                  </a:lnTo>
                  <a:lnTo>
                    <a:pt x="518961" y="114300"/>
                  </a:lnTo>
                  <a:lnTo>
                    <a:pt x="560047" y="101600"/>
                  </a:lnTo>
                  <a:lnTo>
                    <a:pt x="602224" y="76200"/>
                  </a:lnTo>
                  <a:lnTo>
                    <a:pt x="734682" y="38100"/>
                  </a:lnTo>
                  <a:lnTo>
                    <a:pt x="780601" y="25400"/>
                  </a:lnTo>
                  <a:close/>
                </a:path>
                <a:path w="1845945" h="1841500">
                  <a:moveTo>
                    <a:pt x="1153403" y="25400"/>
                  </a:moveTo>
                  <a:lnTo>
                    <a:pt x="1064962" y="25400"/>
                  </a:lnTo>
                  <a:lnTo>
                    <a:pt x="1110881" y="38100"/>
                  </a:lnTo>
                  <a:lnTo>
                    <a:pt x="1243339" y="76200"/>
                  </a:lnTo>
                  <a:lnTo>
                    <a:pt x="1285516" y="101600"/>
                  </a:lnTo>
                  <a:lnTo>
                    <a:pt x="1326602" y="114300"/>
                  </a:lnTo>
                  <a:lnTo>
                    <a:pt x="1366534" y="139700"/>
                  </a:lnTo>
                  <a:lnTo>
                    <a:pt x="1405249" y="165100"/>
                  </a:lnTo>
                  <a:lnTo>
                    <a:pt x="1442685" y="177800"/>
                  </a:lnTo>
                  <a:lnTo>
                    <a:pt x="1478779" y="215900"/>
                  </a:lnTo>
                  <a:lnTo>
                    <a:pt x="1513469" y="241300"/>
                  </a:lnTo>
                  <a:lnTo>
                    <a:pt x="1546692" y="266700"/>
                  </a:lnTo>
                  <a:lnTo>
                    <a:pt x="1578387" y="304800"/>
                  </a:lnTo>
                  <a:lnTo>
                    <a:pt x="1608489" y="330200"/>
                  </a:lnTo>
                  <a:lnTo>
                    <a:pt x="1636937" y="368300"/>
                  </a:lnTo>
                  <a:lnTo>
                    <a:pt x="1663668" y="406400"/>
                  </a:lnTo>
                  <a:lnTo>
                    <a:pt x="1688621" y="444500"/>
                  </a:lnTo>
                  <a:lnTo>
                    <a:pt x="1711731" y="482600"/>
                  </a:lnTo>
                  <a:lnTo>
                    <a:pt x="1732937" y="520700"/>
                  </a:lnTo>
                  <a:lnTo>
                    <a:pt x="1752176" y="558800"/>
                  </a:lnTo>
                  <a:lnTo>
                    <a:pt x="1769386" y="609600"/>
                  </a:lnTo>
                  <a:lnTo>
                    <a:pt x="1784504" y="647700"/>
                  </a:lnTo>
                  <a:lnTo>
                    <a:pt x="1797468" y="685800"/>
                  </a:lnTo>
                  <a:lnTo>
                    <a:pt x="1808215" y="736600"/>
                  </a:lnTo>
                  <a:lnTo>
                    <a:pt x="1816682" y="787400"/>
                  </a:lnTo>
                  <a:lnTo>
                    <a:pt x="1822808" y="825500"/>
                  </a:lnTo>
                  <a:lnTo>
                    <a:pt x="1826529" y="876300"/>
                  </a:lnTo>
                  <a:lnTo>
                    <a:pt x="1827783" y="927100"/>
                  </a:lnTo>
                  <a:lnTo>
                    <a:pt x="1826529" y="977900"/>
                  </a:lnTo>
                  <a:lnTo>
                    <a:pt x="1822808" y="1016000"/>
                  </a:lnTo>
                  <a:lnTo>
                    <a:pt x="1816682" y="1066800"/>
                  </a:lnTo>
                  <a:lnTo>
                    <a:pt x="1808215" y="1117600"/>
                  </a:lnTo>
                  <a:lnTo>
                    <a:pt x="1797468" y="1155700"/>
                  </a:lnTo>
                  <a:lnTo>
                    <a:pt x="1784504" y="1206500"/>
                  </a:lnTo>
                  <a:lnTo>
                    <a:pt x="1769386" y="1244600"/>
                  </a:lnTo>
                  <a:lnTo>
                    <a:pt x="1752176" y="1282700"/>
                  </a:lnTo>
                  <a:lnTo>
                    <a:pt x="1732937" y="1333500"/>
                  </a:lnTo>
                  <a:lnTo>
                    <a:pt x="1711731" y="1371600"/>
                  </a:lnTo>
                  <a:lnTo>
                    <a:pt x="1688621" y="1409700"/>
                  </a:lnTo>
                  <a:lnTo>
                    <a:pt x="1663668" y="1447800"/>
                  </a:lnTo>
                  <a:lnTo>
                    <a:pt x="1636937" y="1485900"/>
                  </a:lnTo>
                  <a:lnTo>
                    <a:pt x="1608489" y="1511300"/>
                  </a:lnTo>
                  <a:lnTo>
                    <a:pt x="1578387" y="1549400"/>
                  </a:lnTo>
                  <a:lnTo>
                    <a:pt x="1546692" y="1574800"/>
                  </a:lnTo>
                  <a:lnTo>
                    <a:pt x="1513469" y="1612900"/>
                  </a:lnTo>
                  <a:lnTo>
                    <a:pt x="1478779" y="1638300"/>
                  </a:lnTo>
                  <a:lnTo>
                    <a:pt x="1442685" y="1663700"/>
                  </a:lnTo>
                  <a:lnTo>
                    <a:pt x="1405249" y="1689100"/>
                  </a:lnTo>
                  <a:lnTo>
                    <a:pt x="1366534" y="1714500"/>
                  </a:lnTo>
                  <a:lnTo>
                    <a:pt x="1326602" y="1739900"/>
                  </a:lnTo>
                  <a:lnTo>
                    <a:pt x="1285516" y="1752600"/>
                  </a:lnTo>
                  <a:lnTo>
                    <a:pt x="1243339" y="1778000"/>
                  </a:lnTo>
                  <a:lnTo>
                    <a:pt x="1110881" y="1816100"/>
                  </a:lnTo>
                  <a:lnTo>
                    <a:pt x="1064962" y="1816100"/>
                  </a:lnTo>
                  <a:lnTo>
                    <a:pt x="1018265" y="1828800"/>
                  </a:lnTo>
                  <a:lnTo>
                    <a:pt x="1108758" y="1828800"/>
                  </a:lnTo>
                  <a:lnTo>
                    <a:pt x="1240070" y="1790700"/>
                  </a:lnTo>
                  <a:lnTo>
                    <a:pt x="1281975" y="1778000"/>
                  </a:lnTo>
                  <a:lnTo>
                    <a:pt x="1322851" y="1752600"/>
                  </a:lnTo>
                  <a:lnTo>
                    <a:pt x="1362640" y="1739900"/>
                  </a:lnTo>
                  <a:lnTo>
                    <a:pt x="1401283" y="1714500"/>
                  </a:lnTo>
                  <a:lnTo>
                    <a:pt x="1438723" y="1689100"/>
                  </a:lnTo>
                  <a:lnTo>
                    <a:pt x="1474902" y="1663700"/>
                  </a:lnTo>
                  <a:lnTo>
                    <a:pt x="1509762" y="1638300"/>
                  </a:lnTo>
                  <a:lnTo>
                    <a:pt x="1543244" y="1612900"/>
                  </a:lnTo>
                  <a:lnTo>
                    <a:pt x="1575292" y="1574800"/>
                  </a:lnTo>
                  <a:lnTo>
                    <a:pt x="1605846" y="1549400"/>
                  </a:lnTo>
                  <a:lnTo>
                    <a:pt x="1634849" y="1511300"/>
                  </a:lnTo>
                  <a:lnTo>
                    <a:pt x="1662243" y="1473200"/>
                  </a:lnTo>
                  <a:lnTo>
                    <a:pt x="1687970" y="1435100"/>
                  </a:lnTo>
                  <a:lnTo>
                    <a:pt x="1711972" y="1409700"/>
                  </a:lnTo>
                  <a:lnTo>
                    <a:pt x="1734191" y="1358900"/>
                  </a:lnTo>
                  <a:lnTo>
                    <a:pt x="1754569" y="1320800"/>
                  </a:lnTo>
                  <a:lnTo>
                    <a:pt x="1773048" y="1282700"/>
                  </a:lnTo>
                  <a:lnTo>
                    <a:pt x="1789571" y="1244600"/>
                  </a:lnTo>
                  <a:lnTo>
                    <a:pt x="1804078" y="1193800"/>
                  </a:lnTo>
                  <a:lnTo>
                    <a:pt x="1816513" y="1155700"/>
                  </a:lnTo>
                  <a:lnTo>
                    <a:pt x="1826816" y="1104900"/>
                  </a:lnTo>
                  <a:lnTo>
                    <a:pt x="1834931" y="1066800"/>
                  </a:lnTo>
                  <a:lnTo>
                    <a:pt x="1840799" y="1016000"/>
                  </a:lnTo>
                  <a:lnTo>
                    <a:pt x="1844363" y="977900"/>
                  </a:lnTo>
                  <a:lnTo>
                    <a:pt x="1845564" y="927100"/>
                  </a:lnTo>
                  <a:lnTo>
                    <a:pt x="1844363" y="876300"/>
                  </a:lnTo>
                  <a:lnTo>
                    <a:pt x="1840799" y="825500"/>
                  </a:lnTo>
                  <a:lnTo>
                    <a:pt x="1834931" y="787400"/>
                  </a:lnTo>
                  <a:lnTo>
                    <a:pt x="1826816" y="736600"/>
                  </a:lnTo>
                  <a:lnTo>
                    <a:pt x="1816513" y="698500"/>
                  </a:lnTo>
                  <a:lnTo>
                    <a:pt x="1804078" y="647700"/>
                  </a:lnTo>
                  <a:lnTo>
                    <a:pt x="1789571" y="609600"/>
                  </a:lnTo>
                  <a:lnTo>
                    <a:pt x="1773048" y="571500"/>
                  </a:lnTo>
                  <a:lnTo>
                    <a:pt x="1754569" y="520700"/>
                  </a:lnTo>
                  <a:lnTo>
                    <a:pt x="1734191" y="482600"/>
                  </a:lnTo>
                  <a:lnTo>
                    <a:pt x="1711972" y="444500"/>
                  </a:lnTo>
                  <a:lnTo>
                    <a:pt x="1687970" y="406400"/>
                  </a:lnTo>
                  <a:lnTo>
                    <a:pt x="1662243" y="368300"/>
                  </a:lnTo>
                  <a:lnTo>
                    <a:pt x="1634849" y="342900"/>
                  </a:lnTo>
                  <a:lnTo>
                    <a:pt x="1605846" y="304800"/>
                  </a:lnTo>
                  <a:lnTo>
                    <a:pt x="1575292" y="266700"/>
                  </a:lnTo>
                  <a:lnTo>
                    <a:pt x="1543244" y="241300"/>
                  </a:lnTo>
                  <a:lnTo>
                    <a:pt x="1509762" y="215900"/>
                  </a:lnTo>
                  <a:lnTo>
                    <a:pt x="1474902" y="190500"/>
                  </a:lnTo>
                  <a:lnTo>
                    <a:pt x="1438723" y="165100"/>
                  </a:lnTo>
                  <a:lnTo>
                    <a:pt x="1401283" y="139700"/>
                  </a:lnTo>
                  <a:lnTo>
                    <a:pt x="1362640" y="114300"/>
                  </a:lnTo>
                  <a:lnTo>
                    <a:pt x="1322851" y="88900"/>
                  </a:lnTo>
                  <a:lnTo>
                    <a:pt x="1240070" y="63500"/>
                  </a:lnTo>
                  <a:lnTo>
                    <a:pt x="1197193" y="38100"/>
                  </a:lnTo>
                  <a:lnTo>
                    <a:pt x="1153403" y="25400"/>
                  </a:lnTo>
                  <a:close/>
                </a:path>
                <a:path w="1845945" h="1841500">
                  <a:moveTo>
                    <a:pt x="1063315" y="12700"/>
                  </a:moveTo>
                  <a:lnTo>
                    <a:pt x="782248" y="12700"/>
                  </a:lnTo>
                  <a:lnTo>
                    <a:pt x="736805" y="25400"/>
                  </a:lnTo>
                  <a:lnTo>
                    <a:pt x="1108758" y="25400"/>
                  </a:lnTo>
                  <a:lnTo>
                    <a:pt x="1063315" y="12700"/>
                  </a:lnTo>
                  <a:close/>
                </a:path>
                <a:path w="1845945" h="1841500">
                  <a:moveTo>
                    <a:pt x="970269" y="0"/>
                  </a:moveTo>
                  <a:lnTo>
                    <a:pt x="875294" y="0"/>
                  </a:lnTo>
                  <a:lnTo>
                    <a:pt x="828430" y="12700"/>
                  </a:lnTo>
                  <a:lnTo>
                    <a:pt x="1017133" y="12700"/>
                  </a:lnTo>
                  <a:lnTo>
                    <a:pt x="970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37988" y="4090415"/>
              <a:ext cx="236982" cy="14401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82311" y="4797551"/>
              <a:ext cx="198882" cy="14249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05300" y="4575047"/>
              <a:ext cx="159258" cy="14401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54423" y="4194047"/>
              <a:ext cx="200405" cy="14249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311395" y="3884675"/>
              <a:ext cx="113537" cy="937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465319" y="3730751"/>
              <a:ext cx="121158" cy="9372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585715" y="3631691"/>
              <a:ext cx="121158" cy="9525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725923" y="3566159"/>
              <a:ext cx="122682" cy="952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785359" y="3418331"/>
              <a:ext cx="185165" cy="952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277742" y="2684754"/>
              <a:ext cx="3230245" cy="322579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350507" y="3054095"/>
              <a:ext cx="1187450" cy="289560"/>
            </a:xfrm>
            <a:custGeom>
              <a:avLst/>
              <a:gdLst/>
              <a:ahLst/>
              <a:cxnLst/>
              <a:rect l="l" t="t" r="r" b="b"/>
              <a:pathLst>
                <a:path w="1187450" h="289560">
                  <a:moveTo>
                    <a:pt x="1042415" y="0"/>
                  </a:moveTo>
                  <a:lnTo>
                    <a:pt x="144779" y="0"/>
                  </a:lnTo>
                  <a:lnTo>
                    <a:pt x="98999" y="7376"/>
                  </a:lnTo>
                  <a:lnTo>
                    <a:pt x="59253" y="27919"/>
                  </a:lnTo>
                  <a:lnTo>
                    <a:pt x="27919" y="59253"/>
                  </a:lnTo>
                  <a:lnTo>
                    <a:pt x="7376" y="98999"/>
                  </a:lnTo>
                  <a:lnTo>
                    <a:pt x="0" y="144779"/>
                  </a:lnTo>
                  <a:lnTo>
                    <a:pt x="7376" y="190560"/>
                  </a:lnTo>
                  <a:lnTo>
                    <a:pt x="27919" y="230306"/>
                  </a:lnTo>
                  <a:lnTo>
                    <a:pt x="59253" y="261640"/>
                  </a:lnTo>
                  <a:lnTo>
                    <a:pt x="98999" y="282183"/>
                  </a:lnTo>
                  <a:lnTo>
                    <a:pt x="144779" y="289559"/>
                  </a:lnTo>
                  <a:lnTo>
                    <a:pt x="1042415" y="289559"/>
                  </a:lnTo>
                  <a:lnTo>
                    <a:pt x="1088196" y="282183"/>
                  </a:lnTo>
                  <a:lnTo>
                    <a:pt x="1127942" y="261640"/>
                  </a:lnTo>
                  <a:lnTo>
                    <a:pt x="1159276" y="230306"/>
                  </a:lnTo>
                  <a:lnTo>
                    <a:pt x="1179819" y="190560"/>
                  </a:lnTo>
                  <a:lnTo>
                    <a:pt x="1187195" y="144779"/>
                  </a:lnTo>
                  <a:lnTo>
                    <a:pt x="1179819" y="98999"/>
                  </a:lnTo>
                  <a:lnTo>
                    <a:pt x="1159276" y="59253"/>
                  </a:lnTo>
                  <a:lnTo>
                    <a:pt x="1127942" y="27919"/>
                  </a:lnTo>
                  <a:lnTo>
                    <a:pt x="1088196" y="7376"/>
                  </a:lnTo>
                  <a:lnTo>
                    <a:pt x="10424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50507" y="3054095"/>
              <a:ext cx="1187450" cy="289560"/>
            </a:xfrm>
            <a:custGeom>
              <a:avLst/>
              <a:gdLst/>
              <a:ahLst/>
              <a:cxnLst/>
              <a:rect l="l" t="t" r="r" b="b"/>
              <a:pathLst>
                <a:path w="1187450" h="289560">
                  <a:moveTo>
                    <a:pt x="0" y="144779"/>
                  </a:moveTo>
                  <a:lnTo>
                    <a:pt x="7376" y="98999"/>
                  </a:lnTo>
                  <a:lnTo>
                    <a:pt x="27919" y="59253"/>
                  </a:lnTo>
                  <a:lnTo>
                    <a:pt x="59253" y="27919"/>
                  </a:lnTo>
                  <a:lnTo>
                    <a:pt x="98999" y="7376"/>
                  </a:lnTo>
                  <a:lnTo>
                    <a:pt x="144779" y="0"/>
                  </a:lnTo>
                  <a:lnTo>
                    <a:pt x="1042415" y="0"/>
                  </a:lnTo>
                  <a:lnTo>
                    <a:pt x="1088196" y="7376"/>
                  </a:lnTo>
                  <a:lnTo>
                    <a:pt x="1127942" y="27919"/>
                  </a:lnTo>
                  <a:lnTo>
                    <a:pt x="1159276" y="59253"/>
                  </a:lnTo>
                  <a:lnTo>
                    <a:pt x="1179819" y="98999"/>
                  </a:lnTo>
                  <a:lnTo>
                    <a:pt x="1187195" y="144779"/>
                  </a:lnTo>
                  <a:lnTo>
                    <a:pt x="1179819" y="190560"/>
                  </a:lnTo>
                  <a:lnTo>
                    <a:pt x="1159276" y="230306"/>
                  </a:lnTo>
                  <a:lnTo>
                    <a:pt x="1127942" y="261640"/>
                  </a:lnTo>
                  <a:lnTo>
                    <a:pt x="1088196" y="282183"/>
                  </a:lnTo>
                  <a:lnTo>
                    <a:pt x="1042415" y="289559"/>
                  </a:lnTo>
                  <a:lnTo>
                    <a:pt x="144779" y="289559"/>
                  </a:lnTo>
                  <a:lnTo>
                    <a:pt x="98999" y="282183"/>
                  </a:lnTo>
                  <a:lnTo>
                    <a:pt x="59253" y="261640"/>
                  </a:lnTo>
                  <a:lnTo>
                    <a:pt x="27919" y="230306"/>
                  </a:lnTo>
                  <a:lnTo>
                    <a:pt x="7376" y="190560"/>
                  </a:lnTo>
                  <a:lnTo>
                    <a:pt x="0" y="144779"/>
                  </a:lnTo>
                  <a:close/>
                </a:path>
              </a:pathLst>
            </a:custGeom>
            <a:ln w="15239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736079" y="3151631"/>
              <a:ext cx="416814" cy="10439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608064" y="4608575"/>
              <a:ext cx="1202435" cy="30327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813803" y="4713731"/>
              <a:ext cx="797814" cy="104393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1627632" y="4608576"/>
            <a:ext cx="1579245" cy="303530"/>
            <a:chOff x="1627632" y="4608576"/>
            <a:chExt cx="1579245" cy="303530"/>
          </a:xfrm>
        </p:grpSpPr>
        <p:pic>
          <p:nvPicPr>
            <p:cNvPr id="43" name="object 4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627632" y="4608576"/>
              <a:ext cx="1578864" cy="30327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62328" y="4710684"/>
              <a:ext cx="1110234" cy="107442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2234183" y="3046476"/>
            <a:ext cx="1202690" cy="304800"/>
            <a:chOff x="2234183" y="3046476"/>
            <a:chExt cx="1202690" cy="304800"/>
          </a:xfrm>
        </p:grpSpPr>
        <p:sp>
          <p:nvSpPr>
            <p:cNvPr id="46" name="object 46"/>
            <p:cNvSpPr/>
            <p:nvPr/>
          </p:nvSpPr>
          <p:spPr>
            <a:xfrm>
              <a:off x="2241803" y="3054096"/>
              <a:ext cx="1187450" cy="289560"/>
            </a:xfrm>
            <a:custGeom>
              <a:avLst/>
              <a:gdLst/>
              <a:ahLst/>
              <a:cxnLst/>
              <a:rect l="l" t="t" r="r" b="b"/>
              <a:pathLst>
                <a:path w="1187450" h="289560">
                  <a:moveTo>
                    <a:pt x="1042416" y="0"/>
                  </a:moveTo>
                  <a:lnTo>
                    <a:pt x="144779" y="0"/>
                  </a:lnTo>
                  <a:lnTo>
                    <a:pt x="98999" y="7376"/>
                  </a:lnTo>
                  <a:lnTo>
                    <a:pt x="59253" y="27919"/>
                  </a:lnTo>
                  <a:lnTo>
                    <a:pt x="27919" y="59253"/>
                  </a:lnTo>
                  <a:lnTo>
                    <a:pt x="7376" y="98999"/>
                  </a:lnTo>
                  <a:lnTo>
                    <a:pt x="0" y="144779"/>
                  </a:lnTo>
                  <a:lnTo>
                    <a:pt x="7376" y="190560"/>
                  </a:lnTo>
                  <a:lnTo>
                    <a:pt x="27919" y="230306"/>
                  </a:lnTo>
                  <a:lnTo>
                    <a:pt x="59253" y="261640"/>
                  </a:lnTo>
                  <a:lnTo>
                    <a:pt x="98999" y="282183"/>
                  </a:lnTo>
                  <a:lnTo>
                    <a:pt x="144779" y="289559"/>
                  </a:lnTo>
                  <a:lnTo>
                    <a:pt x="1042416" y="289559"/>
                  </a:lnTo>
                  <a:lnTo>
                    <a:pt x="1088196" y="282183"/>
                  </a:lnTo>
                  <a:lnTo>
                    <a:pt x="1127942" y="261640"/>
                  </a:lnTo>
                  <a:lnTo>
                    <a:pt x="1159276" y="230306"/>
                  </a:lnTo>
                  <a:lnTo>
                    <a:pt x="1179819" y="190560"/>
                  </a:lnTo>
                  <a:lnTo>
                    <a:pt x="1187195" y="144779"/>
                  </a:lnTo>
                  <a:lnTo>
                    <a:pt x="1179819" y="98999"/>
                  </a:lnTo>
                  <a:lnTo>
                    <a:pt x="1159276" y="59253"/>
                  </a:lnTo>
                  <a:lnTo>
                    <a:pt x="1127942" y="27919"/>
                  </a:lnTo>
                  <a:lnTo>
                    <a:pt x="1088196" y="7376"/>
                  </a:lnTo>
                  <a:lnTo>
                    <a:pt x="10424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241803" y="3054096"/>
              <a:ext cx="1187450" cy="289560"/>
            </a:xfrm>
            <a:custGeom>
              <a:avLst/>
              <a:gdLst/>
              <a:ahLst/>
              <a:cxnLst/>
              <a:rect l="l" t="t" r="r" b="b"/>
              <a:pathLst>
                <a:path w="1187450" h="289560">
                  <a:moveTo>
                    <a:pt x="0" y="144779"/>
                  </a:moveTo>
                  <a:lnTo>
                    <a:pt x="7376" y="98999"/>
                  </a:lnTo>
                  <a:lnTo>
                    <a:pt x="27919" y="59253"/>
                  </a:lnTo>
                  <a:lnTo>
                    <a:pt x="59253" y="27919"/>
                  </a:lnTo>
                  <a:lnTo>
                    <a:pt x="98999" y="7376"/>
                  </a:lnTo>
                  <a:lnTo>
                    <a:pt x="144779" y="0"/>
                  </a:lnTo>
                  <a:lnTo>
                    <a:pt x="1042416" y="0"/>
                  </a:lnTo>
                  <a:lnTo>
                    <a:pt x="1088196" y="7376"/>
                  </a:lnTo>
                  <a:lnTo>
                    <a:pt x="1127942" y="27919"/>
                  </a:lnTo>
                  <a:lnTo>
                    <a:pt x="1159276" y="59253"/>
                  </a:lnTo>
                  <a:lnTo>
                    <a:pt x="1179819" y="98999"/>
                  </a:lnTo>
                  <a:lnTo>
                    <a:pt x="1187195" y="144779"/>
                  </a:lnTo>
                  <a:lnTo>
                    <a:pt x="1179819" y="190560"/>
                  </a:lnTo>
                  <a:lnTo>
                    <a:pt x="1159276" y="230306"/>
                  </a:lnTo>
                  <a:lnTo>
                    <a:pt x="1127942" y="261640"/>
                  </a:lnTo>
                  <a:lnTo>
                    <a:pt x="1088196" y="282183"/>
                  </a:lnTo>
                  <a:lnTo>
                    <a:pt x="1042416" y="289559"/>
                  </a:lnTo>
                  <a:lnTo>
                    <a:pt x="144779" y="289559"/>
                  </a:lnTo>
                  <a:lnTo>
                    <a:pt x="98999" y="282183"/>
                  </a:lnTo>
                  <a:lnTo>
                    <a:pt x="59253" y="261640"/>
                  </a:lnTo>
                  <a:lnTo>
                    <a:pt x="27919" y="230306"/>
                  </a:lnTo>
                  <a:lnTo>
                    <a:pt x="7376" y="190560"/>
                  </a:lnTo>
                  <a:lnTo>
                    <a:pt x="0" y="144779"/>
                  </a:lnTo>
                  <a:close/>
                </a:path>
              </a:pathLst>
            </a:custGeom>
            <a:ln w="1524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644139" y="3148584"/>
              <a:ext cx="390906" cy="130301"/>
            </a:xfrm>
            <a:prstGeom prst="rect">
              <a:avLst/>
            </a:prstGeom>
          </p:spPr>
        </p:pic>
      </p:grpSp>
      <p:pic>
        <p:nvPicPr>
          <p:cNvPr id="49" name="object 49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627876" y="3524999"/>
            <a:ext cx="1794510" cy="808494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742176" y="5048973"/>
            <a:ext cx="1172730" cy="281216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124455" y="5048999"/>
            <a:ext cx="1032522" cy="448830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734311" y="3524986"/>
            <a:ext cx="1459230" cy="305587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993891" y="4056888"/>
            <a:ext cx="337565" cy="104393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4326635" y="5413247"/>
            <a:ext cx="1127010" cy="255295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781044" y="4962144"/>
            <a:ext cx="136398" cy="102869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441191" y="4201667"/>
            <a:ext cx="374141" cy="104393"/>
          </a:xfrm>
          <a:prstGeom prst="rect">
            <a:avLst/>
          </a:prstGeom>
        </p:spPr>
      </p:pic>
      <p:grpSp>
        <p:nvGrpSpPr>
          <p:cNvPr id="57" name="object 57"/>
          <p:cNvGrpSpPr/>
          <p:nvPr/>
        </p:nvGrpSpPr>
        <p:grpSpPr>
          <a:xfrm>
            <a:off x="4305300" y="2947416"/>
            <a:ext cx="1202690" cy="304800"/>
            <a:chOff x="4305300" y="2947416"/>
            <a:chExt cx="1202690" cy="304800"/>
          </a:xfrm>
        </p:grpSpPr>
        <p:sp>
          <p:nvSpPr>
            <p:cNvPr id="58" name="object 58"/>
            <p:cNvSpPr/>
            <p:nvPr/>
          </p:nvSpPr>
          <p:spPr>
            <a:xfrm>
              <a:off x="4312920" y="2955036"/>
              <a:ext cx="1187450" cy="289560"/>
            </a:xfrm>
            <a:custGeom>
              <a:avLst/>
              <a:gdLst/>
              <a:ahLst/>
              <a:cxnLst/>
              <a:rect l="l" t="t" r="r" b="b"/>
              <a:pathLst>
                <a:path w="1187450" h="289560">
                  <a:moveTo>
                    <a:pt x="1042415" y="0"/>
                  </a:moveTo>
                  <a:lnTo>
                    <a:pt x="144779" y="0"/>
                  </a:lnTo>
                  <a:lnTo>
                    <a:pt x="98999" y="7376"/>
                  </a:lnTo>
                  <a:lnTo>
                    <a:pt x="59253" y="27919"/>
                  </a:lnTo>
                  <a:lnTo>
                    <a:pt x="27919" y="59253"/>
                  </a:lnTo>
                  <a:lnTo>
                    <a:pt x="7376" y="98999"/>
                  </a:lnTo>
                  <a:lnTo>
                    <a:pt x="0" y="144779"/>
                  </a:lnTo>
                  <a:lnTo>
                    <a:pt x="7376" y="190560"/>
                  </a:lnTo>
                  <a:lnTo>
                    <a:pt x="27919" y="230306"/>
                  </a:lnTo>
                  <a:lnTo>
                    <a:pt x="59253" y="261640"/>
                  </a:lnTo>
                  <a:lnTo>
                    <a:pt x="98999" y="282183"/>
                  </a:lnTo>
                  <a:lnTo>
                    <a:pt x="144779" y="289560"/>
                  </a:lnTo>
                  <a:lnTo>
                    <a:pt x="1042415" y="289560"/>
                  </a:lnTo>
                  <a:lnTo>
                    <a:pt x="1088196" y="282183"/>
                  </a:lnTo>
                  <a:lnTo>
                    <a:pt x="1127942" y="261640"/>
                  </a:lnTo>
                  <a:lnTo>
                    <a:pt x="1159276" y="230306"/>
                  </a:lnTo>
                  <a:lnTo>
                    <a:pt x="1179819" y="190560"/>
                  </a:lnTo>
                  <a:lnTo>
                    <a:pt x="1187195" y="144779"/>
                  </a:lnTo>
                  <a:lnTo>
                    <a:pt x="1179819" y="98999"/>
                  </a:lnTo>
                  <a:lnTo>
                    <a:pt x="1159276" y="59253"/>
                  </a:lnTo>
                  <a:lnTo>
                    <a:pt x="1127942" y="27919"/>
                  </a:lnTo>
                  <a:lnTo>
                    <a:pt x="1088196" y="7376"/>
                  </a:lnTo>
                  <a:lnTo>
                    <a:pt x="10424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312920" y="2955036"/>
              <a:ext cx="1187450" cy="289560"/>
            </a:xfrm>
            <a:custGeom>
              <a:avLst/>
              <a:gdLst/>
              <a:ahLst/>
              <a:cxnLst/>
              <a:rect l="l" t="t" r="r" b="b"/>
              <a:pathLst>
                <a:path w="1187450" h="289560">
                  <a:moveTo>
                    <a:pt x="0" y="144779"/>
                  </a:moveTo>
                  <a:lnTo>
                    <a:pt x="7376" y="98999"/>
                  </a:lnTo>
                  <a:lnTo>
                    <a:pt x="27919" y="59253"/>
                  </a:lnTo>
                  <a:lnTo>
                    <a:pt x="59253" y="27919"/>
                  </a:lnTo>
                  <a:lnTo>
                    <a:pt x="98999" y="7376"/>
                  </a:lnTo>
                  <a:lnTo>
                    <a:pt x="144779" y="0"/>
                  </a:lnTo>
                  <a:lnTo>
                    <a:pt x="1042415" y="0"/>
                  </a:lnTo>
                  <a:lnTo>
                    <a:pt x="1088196" y="7376"/>
                  </a:lnTo>
                  <a:lnTo>
                    <a:pt x="1127942" y="27919"/>
                  </a:lnTo>
                  <a:lnTo>
                    <a:pt x="1159276" y="59253"/>
                  </a:lnTo>
                  <a:lnTo>
                    <a:pt x="1179819" y="98999"/>
                  </a:lnTo>
                  <a:lnTo>
                    <a:pt x="1187195" y="144779"/>
                  </a:lnTo>
                  <a:lnTo>
                    <a:pt x="1179819" y="190560"/>
                  </a:lnTo>
                  <a:lnTo>
                    <a:pt x="1159276" y="230306"/>
                  </a:lnTo>
                  <a:lnTo>
                    <a:pt x="1127942" y="261640"/>
                  </a:lnTo>
                  <a:lnTo>
                    <a:pt x="1088196" y="282183"/>
                  </a:lnTo>
                  <a:lnTo>
                    <a:pt x="1042415" y="289560"/>
                  </a:lnTo>
                  <a:lnTo>
                    <a:pt x="144779" y="289560"/>
                  </a:lnTo>
                  <a:lnTo>
                    <a:pt x="98999" y="282183"/>
                  </a:lnTo>
                  <a:lnTo>
                    <a:pt x="59253" y="261640"/>
                  </a:lnTo>
                  <a:lnTo>
                    <a:pt x="27919" y="230306"/>
                  </a:lnTo>
                  <a:lnTo>
                    <a:pt x="7376" y="190560"/>
                  </a:lnTo>
                  <a:lnTo>
                    <a:pt x="0" y="144779"/>
                  </a:lnTo>
                  <a:close/>
                </a:path>
              </a:pathLst>
            </a:custGeom>
            <a:ln w="1524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713731" y="3051048"/>
              <a:ext cx="383286" cy="105917"/>
            </a:xfrm>
            <a:prstGeom prst="rect">
              <a:avLst/>
            </a:prstGeom>
          </p:spPr>
        </p:pic>
      </p:grpSp>
      <p:sp>
        <p:nvSpPr>
          <p:cNvPr id="61" name="object 61"/>
          <p:cNvSpPr/>
          <p:nvPr/>
        </p:nvSpPr>
        <p:spPr>
          <a:xfrm>
            <a:off x="7581900" y="2092261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1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1" y="452437"/>
                </a:lnTo>
                <a:lnTo>
                  <a:pt x="553211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186928" y="2092261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1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2" y="452437"/>
                </a:lnTo>
                <a:lnTo>
                  <a:pt x="553212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791956" y="2092261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1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885176" y="2608897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0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484107" y="2608897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0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6" name="object 66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7737347" y="2374392"/>
            <a:ext cx="244601" cy="86105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8007095" y="2886455"/>
            <a:ext cx="314705" cy="107441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8292083" y="2377439"/>
            <a:ext cx="323850" cy="83058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8574023" y="2811754"/>
            <a:ext cx="377215" cy="241579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8976359" y="2377439"/>
            <a:ext cx="160781" cy="83058"/>
          </a:xfrm>
          <a:prstGeom prst="rect">
            <a:avLst/>
          </a:prstGeom>
        </p:spPr>
      </p:pic>
      <p:sp>
        <p:nvSpPr>
          <p:cNvPr id="71" name="object 71"/>
          <p:cNvSpPr txBox="1"/>
          <p:nvPr/>
        </p:nvSpPr>
        <p:spPr>
          <a:xfrm>
            <a:off x="437489" y="431419"/>
            <a:ext cx="4687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AI-based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Clinical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Decision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Support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System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547116" y="1540763"/>
            <a:ext cx="5668518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2704" y="6524434"/>
            <a:ext cx="5838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464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27" y="2133673"/>
            <a:ext cx="441174" cy="13937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581900" y="2095309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0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1" y="452437"/>
                </a:lnTo>
                <a:lnTo>
                  <a:pt x="553211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86928" y="2095309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0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2" y="452437"/>
                </a:lnTo>
                <a:lnTo>
                  <a:pt x="553212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91956" y="2095309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0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5176" y="2611945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0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84107" y="2611945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0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37347" y="2375916"/>
            <a:ext cx="244601" cy="8762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7095" y="2889504"/>
            <a:ext cx="314705" cy="10591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92083" y="2378964"/>
            <a:ext cx="323850" cy="8458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74023" y="2813291"/>
            <a:ext cx="377215" cy="24309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76359" y="2380488"/>
            <a:ext cx="160781" cy="83058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5564123" y="2607310"/>
            <a:ext cx="1631950" cy="3314700"/>
          </a:xfrm>
          <a:custGeom>
            <a:avLst/>
            <a:gdLst/>
            <a:ahLst/>
            <a:cxnLst/>
            <a:rect l="l" t="t" r="r" b="b"/>
            <a:pathLst>
              <a:path w="1631950" h="3314700">
                <a:moveTo>
                  <a:pt x="820927" y="2794000"/>
                </a:moveTo>
                <a:lnTo>
                  <a:pt x="631825" y="2794000"/>
                </a:lnTo>
                <a:lnTo>
                  <a:pt x="597026" y="2806700"/>
                </a:lnTo>
                <a:lnTo>
                  <a:pt x="611886" y="2832100"/>
                </a:lnTo>
                <a:lnTo>
                  <a:pt x="552196" y="2882900"/>
                </a:lnTo>
                <a:lnTo>
                  <a:pt x="517398" y="2921000"/>
                </a:lnTo>
                <a:lnTo>
                  <a:pt x="507491" y="2921000"/>
                </a:lnTo>
                <a:lnTo>
                  <a:pt x="577088" y="2933700"/>
                </a:lnTo>
                <a:lnTo>
                  <a:pt x="641730" y="2984500"/>
                </a:lnTo>
                <a:lnTo>
                  <a:pt x="656716" y="2997200"/>
                </a:lnTo>
                <a:lnTo>
                  <a:pt x="631825" y="3022600"/>
                </a:lnTo>
                <a:lnTo>
                  <a:pt x="592074" y="3060700"/>
                </a:lnTo>
                <a:lnTo>
                  <a:pt x="577088" y="3187700"/>
                </a:lnTo>
                <a:lnTo>
                  <a:pt x="562228" y="3314700"/>
                </a:lnTo>
                <a:lnTo>
                  <a:pt x="636777" y="3314700"/>
                </a:lnTo>
                <a:lnTo>
                  <a:pt x="656716" y="3289300"/>
                </a:lnTo>
                <a:lnTo>
                  <a:pt x="671576" y="3263900"/>
                </a:lnTo>
                <a:lnTo>
                  <a:pt x="721360" y="3213100"/>
                </a:lnTo>
                <a:lnTo>
                  <a:pt x="786002" y="3200400"/>
                </a:lnTo>
                <a:lnTo>
                  <a:pt x="850773" y="3175000"/>
                </a:lnTo>
                <a:lnTo>
                  <a:pt x="890524" y="3124200"/>
                </a:lnTo>
                <a:lnTo>
                  <a:pt x="895476" y="3098800"/>
                </a:lnTo>
                <a:lnTo>
                  <a:pt x="892175" y="3086100"/>
                </a:lnTo>
                <a:lnTo>
                  <a:pt x="890524" y="3086100"/>
                </a:lnTo>
                <a:lnTo>
                  <a:pt x="875538" y="3048000"/>
                </a:lnTo>
                <a:lnTo>
                  <a:pt x="875352" y="3047682"/>
                </a:lnTo>
                <a:lnTo>
                  <a:pt x="865631" y="3035300"/>
                </a:lnTo>
                <a:lnTo>
                  <a:pt x="830834" y="3022600"/>
                </a:lnTo>
                <a:lnTo>
                  <a:pt x="954151" y="3022600"/>
                </a:lnTo>
                <a:lnTo>
                  <a:pt x="930275" y="2971800"/>
                </a:lnTo>
                <a:lnTo>
                  <a:pt x="1022350" y="2971800"/>
                </a:lnTo>
                <a:lnTo>
                  <a:pt x="1009903" y="2959100"/>
                </a:lnTo>
                <a:lnTo>
                  <a:pt x="989965" y="2921000"/>
                </a:lnTo>
                <a:lnTo>
                  <a:pt x="1009903" y="2882900"/>
                </a:lnTo>
                <a:lnTo>
                  <a:pt x="1079627" y="2882900"/>
                </a:lnTo>
                <a:lnTo>
                  <a:pt x="1079627" y="2857500"/>
                </a:lnTo>
                <a:lnTo>
                  <a:pt x="1244436" y="2857500"/>
                </a:lnTo>
                <a:lnTo>
                  <a:pt x="1315484" y="2806700"/>
                </a:lnTo>
                <a:lnTo>
                  <a:pt x="815848" y="2806700"/>
                </a:lnTo>
                <a:lnTo>
                  <a:pt x="820927" y="2794000"/>
                </a:lnTo>
                <a:close/>
              </a:path>
              <a:path w="1631950" h="3314700">
                <a:moveTo>
                  <a:pt x="954151" y="3022600"/>
                </a:moveTo>
                <a:lnTo>
                  <a:pt x="860678" y="3022600"/>
                </a:lnTo>
                <a:lnTo>
                  <a:pt x="875352" y="3047682"/>
                </a:lnTo>
                <a:lnTo>
                  <a:pt x="885571" y="3060700"/>
                </a:lnTo>
                <a:lnTo>
                  <a:pt x="892175" y="3086100"/>
                </a:lnTo>
                <a:lnTo>
                  <a:pt x="989965" y="3086100"/>
                </a:lnTo>
                <a:lnTo>
                  <a:pt x="975105" y="3060700"/>
                </a:lnTo>
                <a:lnTo>
                  <a:pt x="960120" y="3035300"/>
                </a:lnTo>
                <a:lnTo>
                  <a:pt x="954151" y="3022600"/>
                </a:lnTo>
                <a:close/>
              </a:path>
              <a:path w="1631950" h="3314700">
                <a:moveTo>
                  <a:pt x="1022350" y="2971800"/>
                </a:moveTo>
                <a:lnTo>
                  <a:pt x="930275" y="2971800"/>
                </a:lnTo>
                <a:lnTo>
                  <a:pt x="955167" y="2997200"/>
                </a:lnTo>
                <a:lnTo>
                  <a:pt x="985011" y="3022600"/>
                </a:lnTo>
                <a:lnTo>
                  <a:pt x="1049781" y="3035300"/>
                </a:lnTo>
                <a:lnTo>
                  <a:pt x="1034796" y="2984500"/>
                </a:lnTo>
                <a:lnTo>
                  <a:pt x="1022350" y="2971800"/>
                </a:lnTo>
                <a:close/>
              </a:path>
              <a:path w="1631950" h="3314700">
                <a:moveTo>
                  <a:pt x="1244436" y="2857500"/>
                </a:moveTo>
                <a:lnTo>
                  <a:pt x="1079627" y="2857500"/>
                </a:lnTo>
                <a:lnTo>
                  <a:pt x="1114425" y="2895600"/>
                </a:lnTo>
                <a:lnTo>
                  <a:pt x="1144270" y="2908300"/>
                </a:lnTo>
                <a:lnTo>
                  <a:pt x="1179068" y="2895600"/>
                </a:lnTo>
                <a:lnTo>
                  <a:pt x="1208912" y="2882900"/>
                </a:lnTo>
                <a:lnTo>
                  <a:pt x="1244436" y="2857500"/>
                </a:lnTo>
                <a:close/>
              </a:path>
              <a:path w="1631950" h="3314700">
                <a:moveTo>
                  <a:pt x="1079627" y="2882900"/>
                </a:moveTo>
                <a:lnTo>
                  <a:pt x="1029843" y="2882900"/>
                </a:lnTo>
                <a:lnTo>
                  <a:pt x="1064641" y="2895600"/>
                </a:lnTo>
                <a:lnTo>
                  <a:pt x="1079627" y="2882900"/>
                </a:lnTo>
                <a:close/>
              </a:path>
              <a:path w="1631950" h="3314700">
                <a:moveTo>
                  <a:pt x="477647" y="863600"/>
                </a:moveTo>
                <a:lnTo>
                  <a:pt x="432815" y="863600"/>
                </a:lnTo>
                <a:lnTo>
                  <a:pt x="407924" y="876300"/>
                </a:lnTo>
                <a:lnTo>
                  <a:pt x="442722" y="939800"/>
                </a:lnTo>
                <a:lnTo>
                  <a:pt x="497459" y="990600"/>
                </a:lnTo>
                <a:lnTo>
                  <a:pt x="562228" y="1028700"/>
                </a:lnTo>
                <a:lnTo>
                  <a:pt x="636777" y="1041400"/>
                </a:lnTo>
                <a:lnTo>
                  <a:pt x="641730" y="1079500"/>
                </a:lnTo>
                <a:lnTo>
                  <a:pt x="661670" y="1117600"/>
                </a:lnTo>
                <a:lnTo>
                  <a:pt x="696467" y="1155700"/>
                </a:lnTo>
                <a:lnTo>
                  <a:pt x="751204" y="1206500"/>
                </a:lnTo>
                <a:lnTo>
                  <a:pt x="830834" y="1308100"/>
                </a:lnTo>
                <a:lnTo>
                  <a:pt x="920368" y="1397000"/>
                </a:lnTo>
                <a:lnTo>
                  <a:pt x="905510" y="1397000"/>
                </a:lnTo>
                <a:lnTo>
                  <a:pt x="900429" y="1409700"/>
                </a:lnTo>
                <a:lnTo>
                  <a:pt x="905510" y="1409700"/>
                </a:lnTo>
                <a:lnTo>
                  <a:pt x="905510" y="1435100"/>
                </a:lnTo>
                <a:lnTo>
                  <a:pt x="935354" y="1447800"/>
                </a:lnTo>
                <a:lnTo>
                  <a:pt x="950214" y="1447800"/>
                </a:lnTo>
                <a:lnTo>
                  <a:pt x="960120" y="1460500"/>
                </a:lnTo>
                <a:lnTo>
                  <a:pt x="905510" y="1460500"/>
                </a:lnTo>
                <a:lnTo>
                  <a:pt x="1014856" y="1536700"/>
                </a:lnTo>
                <a:lnTo>
                  <a:pt x="1134364" y="1612900"/>
                </a:lnTo>
                <a:lnTo>
                  <a:pt x="1149223" y="1638300"/>
                </a:lnTo>
                <a:lnTo>
                  <a:pt x="1159128" y="1651000"/>
                </a:lnTo>
                <a:lnTo>
                  <a:pt x="1184021" y="1676400"/>
                </a:lnTo>
                <a:lnTo>
                  <a:pt x="1139317" y="1676400"/>
                </a:lnTo>
                <a:lnTo>
                  <a:pt x="1129283" y="1701800"/>
                </a:lnTo>
                <a:lnTo>
                  <a:pt x="1144270" y="1739900"/>
                </a:lnTo>
                <a:lnTo>
                  <a:pt x="1188974" y="1765300"/>
                </a:lnTo>
                <a:lnTo>
                  <a:pt x="1213866" y="1816100"/>
                </a:lnTo>
                <a:lnTo>
                  <a:pt x="1223899" y="1854200"/>
                </a:lnTo>
                <a:lnTo>
                  <a:pt x="1218819" y="1917700"/>
                </a:lnTo>
                <a:lnTo>
                  <a:pt x="1199006" y="1943100"/>
                </a:lnTo>
                <a:lnTo>
                  <a:pt x="1169161" y="1968500"/>
                </a:lnTo>
                <a:lnTo>
                  <a:pt x="1188974" y="1981200"/>
                </a:lnTo>
                <a:lnTo>
                  <a:pt x="1188974" y="1993900"/>
                </a:lnTo>
                <a:lnTo>
                  <a:pt x="1184021" y="2057400"/>
                </a:lnTo>
                <a:lnTo>
                  <a:pt x="1144270" y="2082800"/>
                </a:lnTo>
                <a:lnTo>
                  <a:pt x="1144270" y="2120900"/>
                </a:lnTo>
                <a:lnTo>
                  <a:pt x="1169161" y="2146300"/>
                </a:lnTo>
                <a:lnTo>
                  <a:pt x="1179068" y="2159000"/>
                </a:lnTo>
                <a:lnTo>
                  <a:pt x="1203959" y="2324100"/>
                </a:lnTo>
                <a:lnTo>
                  <a:pt x="1208912" y="2362200"/>
                </a:lnTo>
                <a:lnTo>
                  <a:pt x="1199006" y="2400300"/>
                </a:lnTo>
                <a:lnTo>
                  <a:pt x="1184021" y="2438400"/>
                </a:lnTo>
                <a:lnTo>
                  <a:pt x="1154176" y="2476500"/>
                </a:lnTo>
                <a:lnTo>
                  <a:pt x="1109472" y="2476500"/>
                </a:lnTo>
                <a:lnTo>
                  <a:pt x="1084579" y="2514600"/>
                </a:lnTo>
                <a:lnTo>
                  <a:pt x="1054734" y="2540000"/>
                </a:lnTo>
                <a:lnTo>
                  <a:pt x="995045" y="2552700"/>
                </a:lnTo>
                <a:lnTo>
                  <a:pt x="950214" y="2578100"/>
                </a:lnTo>
                <a:lnTo>
                  <a:pt x="945260" y="2616200"/>
                </a:lnTo>
                <a:lnTo>
                  <a:pt x="835787" y="2641600"/>
                </a:lnTo>
                <a:lnTo>
                  <a:pt x="805941" y="2641600"/>
                </a:lnTo>
                <a:lnTo>
                  <a:pt x="815848" y="2692400"/>
                </a:lnTo>
                <a:lnTo>
                  <a:pt x="835787" y="2717800"/>
                </a:lnTo>
                <a:lnTo>
                  <a:pt x="870585" y="2743200"/>
                </a:lnTo>
                <a:lnTo>
                  <a:pt x="900429" y="2768600"/>
                </a:lnTo>
                <a:lnTo>
                  <a:pt x="920368" y="2806700"/>
                </a:lnTo>
                <a:lnTo>
                  <a:pt x="1315484" y="2806700"/>
                </a:lnTo>
                <a:lnTo>
                  <a:pt x="1333246" y="2794000"/>
                </a:lnTo>
                <a:lnTo>
                  <a:pt x="1363091" y="2781300"/>
                </a:lnTo>
                <a:lnTo>
                  <a:pt x="1398016" y="2781300"/>
                </a:lnTo>
                <a:lnTo>
                  <a:pt x="1417827" y="2755900"/>
                </a:lnTo>
                <a:lnTo>
                  <a:pt x="1432814" y="2755900"/>
                </a:lnTo>
                <a:lnTo>
                  <a:pt x="1432814" y="2730500"/>
                </a:lnTo>
                <a:lnTo>
                  <a:pt x="1472565" y="2717800"/>
                </a:lnTo>
                <a:lnTo>
                  <a:pt x="1517396" y="2717800"/>
                </a:lnTo>
                <a:lnTo>
                  <a:pt x="1532254" y="2705100"/>
                </a:lnTo>
                <a:lnTo>
                  <a:pt x="1522349" y="2654300"/>
                </a:lnTo>
                <a:lnTo>
                  <a:pt x="1552194" y="2628900"/>
                </a:lnTo>
                <a:lnTo>
                  <a:pt x="1586992" y="2616200"/>
                </a:lnTo>
                <a:lnTo>
                  <a:pt x="1591945" y="2590800"/>
                </a:lnTo>
                <a:lnTo>
                  <a:pt x="1586992" y="2552700"/>
                </a:lnTo>
                <a:lnTo>
                  <a:pt x="1572132" y="2501900"/>
                </a:lnTo>
                <a:lnTo>
                  <a:pt x="1567179" y="2438400"/>
                </a:lnTo>
                <a:lnTo>
                  <a:pt x="1577085" y="2374900"/>
                </a:lnTo>
                <a:lnTo>
                  <a:pt x="1611883" y="2374900"/>
                </a:lnTo>
                <a:lnTo>
                  <a:pt x="1631823" y="2349500"/>
                </a:lnTo>
                <a:lnTo>
                  <a:pt x="1577085" y="2159000"/>
                </a:lnTo>
                <a:lnTo>
                  <a:pt x="1532254" y="1955800"/>
                </a:lnTo>
                <a:lnTo>
                  <a:pt x="1497456" y="1879600"/>
                </a:lnTo>
                <a:lnTo>
                  <a:pt x="1462658" y="1778000"/>
                </a:lnTo>
                <a:lnTo>
                  <a:pt x="1412875" y="1701800"/>
                </a:lnTo>
                <a:lnTo>
                  <a:pt x="1389676" y="1676400"/>
                </a:lnTo>
                <a:lnTo>
                  <a:pt x="1159128" y="1676400"/>
                </a:lnTo>
                <a:lnTo>
                  <a:pt x="1149223" y="1663700"/>
                </a:lnTo>
                <a:lnTo>
                  <a:pt x="1378077" y="1663700"/>
                </a:lnTo>
                <a:lnTo>
                  <a:pt x="1343278" y="1625600"/>
                </a:lnTo>
                <a:lnTo>
                  <a:pt x="1218819" y="1536700"/>
                </a:lnTo>
                <a:lnTo>
                  <a:pt x="1084579" y="1460500"/>
                </a:lnTo>
                <a:lnTo>
                  <a:pt x="1004951" y="1397000"/>
                </a:lnTo>
                <a:lnTo>
                  <a:pt x="930275" y="1295400"/>
                </a:lnTo>
                <a:lnTo>
                  <a:pt x="970152" y="1295400"/>
                </a:lnTo>
                <a:lnTo>
                  <a:pt x="989965" y="1257300"/>
                </a:lnTo>
                <a:lnTo>
                  <a:pt x="885571" y="1143000"/>
                </a:lnTo>
                <a:lnTo>
                  <a:pt x="830834" y="1079500"/>
                </a:lnTo>
                <a:lnTo>
                  <a:pt x="771143" y="1028700"/>
                </a:lnTo>
                <a:lnTo>
                  <a:pt x="805941" y="1016000"/>
                </a:lnTo>
                <a:lnTo>
                  <a:pt x="820927" y="1003300"/>
                </a:lnTo>
                <a:lnTo>
                  <a:pt x="820927" y="990600"/>
                </a:lnTo>
                <a:lnTo>
                  <a:pt x="810895" y="939800"/>
                </a:lnTo>
                <a:lnTo>
                  <a:pt x="796036" y="901700"/>
                </a:lnTo>
                <a:lnTo>
                  <a:pt x="794385" y="889000"/>
                </a:lnTo>
                <a:lnTo>
                  <a:pt x="487552" y="889000"/>
                </a:lnTo>
                <a:lnTo>
                  <a:pt x="487552" y="876300"/>
                </a:lnTo>
                <a:lnTo>
                  <a:pt x="477647" y="863600"/>
                </a:lnTo>
                <a:close/>
              </a:path>
              <a:path w="1631950" h="3314700">
                <a:moveTo>
                  <a:pt x="796857" y="2782002"/>
                </a:moveTo>
                <a:lnTo>
                  <a:pt x="726313" y="2794000"/>
                </a:lnTo>
                <a:lnTo>
                  <a:pt x="810895" y="2794000"/>
                </a:lnTo>
                <a:lnTo>
                  <a:pt x="796857" y="2782002"/>
                </a:lnTo>
                <a:close/>
              </a:path>
              <a:path w="1631950" h="3314700">
                <a:moveTo>
                  <a:pt x="800988" y="2781300"/>
                </a:moveTo>
                <a:lnTo>
                  <a:pt x="796036" y="2781300"/>
                </a:lnTo>
                <a:lnTo>
                  <a:pt x="796857" y="2782002"/>
                </a:lnTo>
                <a:lnTo>
                  <a:pt x="800988" y="2781300"/>
                </a:lnTo>
                <a:close/>
              </a:path>
              <a:path w="1631950" h="3314700">
                <a:moveTo>
                  <a:pt x="1611883" y="2374900"/>
                </a:moveTo>
                <a:lnTo>
                  <a:pt x="1577085" y="2374900"/>
                </a:lnTo>
                <a:lnTo>
                  <a:pt x="1586992" y="2387600"/>
                </a:lnTo>
                <a:lnTo>
                  <a:pt x="1591945" y="2400300"/>
                </a:lnTo>
                <a:lnTo>
                  <a:pt x="1621790" y="2400300"/>
                </a:lnTo>
                <a:lnTo>
                  <a:pt x="1611883" y="2387600"/>
                </a:lnTo>
                <a:lnTo>
                  <a:pt x="1611883" y="2374900"/>
                </a:lnTo>
                <a:close/>
              </a:path>
              <a:path w="1631950" h="3314700">
                <a:moveTo>
                  <a:pt x="1223899" y="381000"/>
                </a:moveTo>
                <a:lnTo>
                  <a:pt x="194055" y="381000"/>
                </a:lnTo>
                <a:lnTo>
                  <a:pt x="199009" y="393700"/>
                </a:lnTo>
                <a:lnTo>
                  <a:pt x="199009" y="406400"/>
                </a:lnTo>
                <a:lnTo>
                  <a:pt x="174116" y="469900"/>
                </a:lnTo>
                <a:lnTo>
                  <a:pt x="174116" y="508000"/>
                </a:lnTo>
                <a:lnTo>
                  <a:pt x="189102" y="520700"/>
                </a:lnTo>
                <a:lnTo>
                  <a:pt x="253746" y="546100"/>
                </a:lnTo>
                <a:lnTo>
                  <a:pt x="477647" y="546100"/>
                </a:lnTo>
                <a:lnTo>
                  <a:pt x="492505" y="558800"/>
                </a:lnTo>
                <a:lnTo>
                  <a:pt x="502412" y="571500"/>
                </a:lnTo>
                <a:lnTo>
                  <a:pt x="507491" y="609600"/>
                </a:lnTo>
                <a:lnTo>
                  <a:pt x="507491" y="647700"/>
                </a:lnTo>
                <a:lnTo>
                  <a:pt x="522350" y="673100"/>
                </a:lnTo>
                <a:lnTo>
                  <a:pt x="577088" y="698500"/>
                </a:lnTo>
                <a:lnTo>
                  <a:pt x="601979" y="711200"/>
                </a:lnTo>
                <a:lnTo>
                  <a:pt x="616838" y="736600"/>
                </a:lnTo>
                <a:lnTo>
                  <a:pt x="621918" y="749300"/>
                </a:lnTo>
                <a:lnTo>
                  <a:pt x="611886" y="762000"/>
                </a:lnTo>
                <a:lnTo>
                  <a:pt x="597026" y="812800"/>
                </a:lnTo>
                <a:lnTo>
                  <a:pt x="592074" y="838200"/>
                </a:lnTo>
                <a:lnTo>
                  <a:pt x="562228" y="863600"/>
                </a:lnTo>
                <a:lnTo>
                  <a:pt x="487552" y="889000"/>
                </a:lnTo>
                <a:lnTo>
                  <a:pt x="794385" y="889000"/>
                </a:lnTo>
                <a:lnTo>
                  <a:pt x="791083" y="863600"/>
                </a:lnTo>
                <a:lnTo>
                  <a:pt x="815848" y="825500"/>
                </a:lnTo>
                <a:lnTo>
                  <a:pt x="885571" y="812800"/>
                </a:lnTo>
                <a:lnTo>
                  <a:pt x="925322" y="787400"/>
                </a:lnTo>
                <a:lnTo>
                  <a:pt x="955167" y="749300"/>
                </a:lnTo>
                <a:lnTo>
                  <a:pt x="965200" y="685800"/>
                </a:lnTo>
                <a:lnTo>
                  <a:pt x="975105" y="660400"/>
                </a:lnTo>
                <a:lnTo>
                  <a:pt x="999998" y="635000"/>
                </a:lnTo>
                <a:lnTo>
                  <a:pt x="1009903" y="609600"/>
                </a:lnTo>
                <a:lnTo>
                  <a:pt x="1004951" y="596900"/>
                </a:lnTo>
                <a:lnTo>
                  <a:pt x="989965" y="571500"/>
                </a:lnTo>
                <a:lnTo>
                  <a:pt x="1218819" y="571500"/>
                </a:lnTo>
                <a:lnTo>
                  <a:pt x="1199006" y="546100"/>
                </a:lnTo>
                <a:lnTo>
                  <a:pt x="1184021" y="533400"/>
                </a:lnTo>
                <a:lnTo>
                  <a:pt x="1218819" y="469900"/>
                </a:lnTo>
                <a:lnTo>
                  <a:pt x="1268602" y="419100"/>
                </a:lnTo>
                <a:lnTo>
                  <a:pt x="1248664" y="393700"/>
                </a:lnTo>
                <a:lnTo>
                  <a:pt x="1223899" y="381000"/>
                </a:lnTo>
                <a:close/>
              </a:path>
              <a:path w="1631950" h="3314700">
                <a:moveTo>
                  <a:pt x="1238757" y="571500"/>
                </a:moveTo>
                <a:lnTo>
                  <a:pt x="1009903" y="571500"/>
                </a:lnTo>
                <a:lnTo>
                  <a:pt x="1034796" y="584200"/>
                </a:lnTo>
                <a:lnTo>
                  <a:pt x="1074547" y="609600"/>
                </a:lnTo>
                <a:lnTo>
                  <a:pt x="1109472" y="635000"/>
                </a:lnTo>
                <a:lnTo>
                  <a:pt x="1149223" y="635000"/>
                </a:lnTo>
                <a:lnTo>
                  <a:pt x="1199006" y="622300"/>
                </a:lnTo>
                <a:lnTo>
                  <a:pt x="1218819" y="622300"/>
                </a:lnTo>
                <a:lnTo>
                  <a:pt x="1238757" y="609600"/>
                </a:lnTo>
                <a:lnTo>
                  <a:pt x="1238757" y="571500"/>
                </a:lnTo>
                <a:close/>
              </a:path>
              <a:path w="1631950" h="3314700">
                <a:moveTo>
                  <a:pt x="74675" y="139700"/>
                </a:moveTo>
                <a:lnTo>
                  <a:pt x="39750" y="139700"/>
                </a:lnTo>
                <a:lnTo>
                  <a:pt x="19938" y="190500"/>
                </a:lnTo>
                <a:lnTo>
                  <a:pt x="0" y="228600"/>
                </a:lnTo>
                <a:lnTo>
                  <a:pt x="0" y="241300"/>
                </a:lnTo>
                <a:lnTo>
                  <a:pt x="54737" y="292100"/>
                </a:lnTo>
                <a:lnTo>
                  <a:pt x="99440" y="368300"/>
                </a:lnTo>
                <a:lnTo>
                  <a:pt x="119379" y="381000"/>
                </a:lnTo>
                <a:lnTo>
                  <a:pt x="1154176" y="381000"/>
                </a:lnTo>
                <a:lnTo>
                  <a:pt x="1089532" y="355600"/>
                </a:lnTo>
                <a:lnTo>
                  <a:pt x="1044701" y="304800"/>
                </a:lnTo>
                <a:lnTo>
                  <a:pt x="975105" y="279400"/>
                </a:lnTo>
                <a:lnTo>
                  <a:pt x="1004951" y="215900"/>
                </a:lnTo>
                <a:lnTo>
                  <a:pt x="1009099" y="203200"/>
                </a:lnTo>
                <a:lnTo>
                  <a:pt x="179070" y="203200"/>
                </a:lnTo>
                <a:lnTo>
                  <a:pt x="129412" y="190500"/>
                </a:lnTo>
                <a:lnTo>
                  <a:pt x="74675" y="139700"/>
                </a:lnTo>
                <a:close/>
              </a:path>
              <a:path w="1631950" h="3314700">
                <a:moveTo>
                  <a:pt x="283590" y="127000"/>
                </a:moveTo>
                <a:lnTo>
                  <a:pt x="243712" y="127000"/>
                </a:lnTo>
                <a:lnTo>
                  <a:pt x="223900" y="139700"/>
                </a:lnTo>
                <a:lnTo>
                  <a:pt x="208914" y="165100"/>
                </a:lnTo>
                <a:lnTo>
                  <a:pt x="179070" y="203200"/>
                </a:lnTo>
                <a:lnTo>
                  <a:pt x="1009099" y="203200"/>
                </a:lnTo>
                <a:lnTo>
                  <a:pt x="1013248" y="190500"/>
                </a:lnTo>
                <a:lnTo>
                  <a:pt x="358139" y="190500"/>
                </a:lnTo>
                <a:lnTo>
                  <a:pt x="343280" y="152400"/>
                </a:lnTo>
                <a:lnTo>
                  <a:pt x="283590" y="127000"/>
                </a:lnTo>
                <a:close/>
              </a:path>
              <a:path w="1631950" h="3314700">
                <a:moveTo>
                  <a:pt x="447801" y="139700"/>
                </a:moveTo>
                <a:lnTo>
                  <a:pt x="407924" y="177800"/>
                </a:lnTo>
                <a:lnTo>
                  <a:pt x="358139" y="190500"/>
                </a:lnTo>
                <a:lnTo>
                  <a:pt x="1013248" y="190500"/>
                </a:lnTo>
                <a:lnTo>
                  <a:pt x="1021545" y="165100"/>
                </a:lnTo>
                <a:lnTo>
                  <a:pt x="462661" y="165100"/>
                </a:lnTo>
                <a:lnTo>
                  <a:pt x="457708" y="152400"/>
                </a:lnTo>
                <a:lnTo>
                  <a:pt x="447801" y="139700"/>
                </a:lnTo>
                <a:close/>
              </a:path>
              <a:path w="1631950" h="3314700">
                <a:moveTo>
                  <a:pt x="661670" y="0"/>
                </a:moveTo>
                <a:lnTo>
                  <a:pt x="592074" y="25400"/>
                </a:lnTo>
                <a:lnTo>
                  <a:pt x="577088" y="50800"/>
                </a:lnTo>
                <a:lnTo>
                  <a:pt x="577088" y="139700"/>
                </a:lnTo>
                <a:lnTo>
                  <a:pt x="492505" y="139700"/>
                </a:lnTo>
                <a:lnTo>
                  <a:pt x="487552" y="165100"/>
                </a:lnTo>
                <a:lnTo>
                  <a:pt x="1021545" y="165100"/>
                </a:lnTo>
                <a:lnTo>
                  <a:pt x="1029843" y="139700"/>
                </a:lnTo>
                <a:lnTo>
                  <a:pt x="577088" y="139700"/>
                </a:lnTo>
                <a:lnTo>
                  <a:pt x="532384" y="127000"/>
                </a:lnTo>
                <a:lnTo>
                  <a:pt x="1034796" y="127000"/>
                </a:lnTo>
                <a:lnTo>
                  <a:pt x="1029843" y="114300"/>
                </a:lnTo>
                <a:lnTo>
                  <a:pt x="905510" y="114300"/>
                </a:lnTo>
                <a:lnTo>
                  <a:pt x="865631" y="88900"/>
                </a:lnTo>
                <a:lnTo>
                  <a:pt x="791083" y="88900"/>
                </a:lnTo>
                <a:lnTo>
                  <a:pt x="761238" y="76200"/>
                </a:lnTo>
                <a:lnTo>
                  <a:pt x="736346" y="38100"/>
                </a:lnTo>
                <a:lnTo>
                  <a:pt x="696467" y="12700"/>
                </a:lnTo>
                <a:lnTo>
                  <a:pt x="661670" y="0"/>
                </a:lnTo>
                <a:close/>
              </a:path>
              <a:path w="1631950" h="3314700">
                <a:moveTo>
                  <a:pt x="975105" y="88900"/>
                </a:moveTo>
                <a:lnTo>
                  <a:pt x="955167" y="101600"/>
                </a:lnTo>
                <a:lnTo>
                  <a:pt x="930275" y="114300"/>
                </a:lnTo>
                <a:lnTo>
                  <a:pt x="1029843" y="114300"/>
                </a:lnTo>
                <a:lnTo>
                  <a:pt x="999998" y="101600"/>
                </a:lnTo>
                <a:lnTo>
                  <a:pt x="975105" y="8890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1708" y="2531364"/>
            <a:ext cx="4522470" cy="2748534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6704076" y="3886072"/>
            <a:ext cx="433705" cy="422275"/>
            <a:chOff x="6704076" y="3886072"/>
            <a:chExt cx="433705" cy="422275"/>
          </a:xfrm>
        </p:grpSpPr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04076" y="4206239"/>
              <a:ext cx="102107" cy="10210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737540" y="3886072"/>
              <a:ext cx="400685" cy="407670"/>
            </a:xfrm>
            <a:custGeom>
              <a:avLst/>
              <a:gdLst/>
              <a:ahLst/>
              <a:cxnLst/>
              <a:rect l="l" t="t" r="r" b="b"/>
              <a:pathLst>
                <a:path w="400684" h="407670">
                  <a:moveTo>
                    <a:pt x="27773" y="356987"/>
                  </a:moveTo>
                  <a:lnTo>
                    <a:pt x="18097" y="357901"/>
                  </a:lnTo>
                  <a:lnTo>
                    <a:pt x="9469" y="362364"/>
                  </a:lnTo>
                  <a:lnTo>
                    <a:pt x="2984" y="370077"/>
                  </a:lnTo>
                  <a:lnTo>
                    <a:pt x="0" y="379726"/>
                  </a:lnTo>
                  <a:lnTo>
                    <a:pt x="920" y="389445"/>
                  </a:lnTo>
                  <a:lnTo>
                    <a:pt x="5413" y="398117"/>
                  </a:lnTo>
                  <a:lnTo>
                    <a:pt x="13144" y="404621"/>
                  </a:lnTo>
                  <a:lnTo>
                    <a:pt x="22772" y="407552"/>
                  </a:lnTo>
                  <a:lnTo>
                    <a:pt x="32448" y="406638"/>
                  </a:lnTo>
                  <a:lnTo>
                    <a:pt x="41076" y="402175"/>
                  </a:lnTo>
                  <a:lnTo>
                    <a:pt x="47561" y="394462"/>
                  </a:lnTo>
                  <a:lnTo>
                    <a:pt x="50390" y="385318"/>
                  </a:lnTo>
                  <a:lnTo>
                    <a:pt x="30924" y="385318"/>
                  </a:lnTo>
                  <a:lnTo>
                    <a:pt x="19748" y="379221"/>
                  </a:lnTo>
                  <a:lnTo>
                    <a:pt x="31281" y="358055"/>
                  </a:lnTo>
                  <a:lnTo>
                    <a:pt x="27773" y="356987"/>
                  </a:lnTo>
                  <a:close/>
                </a:path>
                <a:path w="400684" h="407670">
                  <a:moveTo>
                    <a:pt x="31281" y="358055"/>
                  </a:moveTo>
                  <a:lnTo>
                    <a:pt x="19748" y="379221"/>
                  </a:lnTo>
                  <a:lnTo>
                    <a:pt x="30924" y="385318"/>
                  </a:lnTo>
                  <a:lnTo>
                    <a:pt x="42450" y="364166"/>
                  </a:lnTo>
                  <a:lnTo>
                    <a:pt x="37401" y="359918"/>
                  </a:lnTo>
                  <a:lnTo>
                    <a:pt x="31281" y="358055"/>
                  </a:lnTo>
                  <a:close/>
                </a:path>
                <a:path w="400684" h="407670">
                  <a:moveTo>
                    <a:pt x="42450" y="364166"/>
                  </a:moveTo>
                  <a:lnTo>
                    <a:pt x="30924" y="385318"/>
                  </a:lnTo>
                  <a:lnTo>
                    <a:pt x="50390" y="385318"/>
                  </a:lnTo>
                  <a:lnTo>
                    <a:pt x="50546" y="384813"/>
                  </a:lnTo>
                  <a:lnTo>
                    <a:pt x="49625" y="375094"/>
                  </a:lnTo>
                  <a:lnTo>
                    <a:pt x="45132" y="366422"/>
                  </a:lnTo>
                  <a:lnTo>
                    <a:pt x="42450" y="364166"/>
                  </a:lnTo>
                  <a:close/>
                </a:path>
                <a:path w="400684" h="407670">
                  <a:moveTo>
                    <a:pt x="400113" y="0"/>
                  </a:moveTo>
                  <a:lnTo>
                    <a:pt x="226377" y="0"/>
                  </a:lnTo>
                  <a:lnTo>
                    <a:pt x="31281" y="358055"/>
                  </a:lnTo>
                  <a:lnTo>
                    <a:pt x="37401" y="359918"/>
                  </a:lnTo>
                  <a:lnTo>
                    <a:pt x="42450" y="364166"/>
                  </a:lnTo>
                  <a:lnTo>
                    <a:pt x="233976" y="12700"/>
                  </a:lnTo>
                  <a:lnTo>
                    <a:pt x="230187" y="12700"/>
                  </a:lnTo>
                  <a:lnTo>
                    <a:pt x="235775" y="9397"/>
                  </a:lnTo>
                  <a:lnTo>
                    <a:pt x="400113" y="9397"/>
                  </a:lnTo>
                  <a:lnTo>
                    <a:pt x="400113" y="0"/>
                  </a:lnTo>
                  <a:close/>
                </a:path>
                <a:path w="400684" h="407670">
                  <a:moveTo>
                    <a:pt x="235775" y="9397"/>
                  </a:moveTo>
                  <a:lnTo>
                    <a:pt x="230187" y="12700"/>
                  </a:lnTo>
                  <a:lnTo>
                    <a:pt x="233976" y="12700"/>
                  </a:lnTo>
                  <a:lnTo>
                    <a:pt x="235775" y="9397"/>
                  </a:lnTo>
                  <a:close/>
                </a:path>
                <a:path w="400684" h="407670">
                  <a:moveTo>
                    <a:pt x="400113" y="9397"/>
                  </a:moveTo>
                  <a:lnTo>
                    <a:pt x="235775" y="9397"/>
                  </a:lnTo>
                  <a:lnTo>
                    <a:pt x="233976" y="12700"/>
                  </a:lnTo>
                  <a:lnTo>
                    <a:pt x="400113" y="12700"/>
                  </a:lnTo>
                  <a:lnTo>
                    <a:pt x="400113" y="93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387843" y="3613042"/>
            <a:ext cx="1882139" cy="253851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Quang Tri</a:t>
            </a:r>
            <a:endParaRPr sz="1400" dirty="0">
              <a:latin typeface="Arial"/>
              <a:cs typeface="Arial"/>
            </a:endParaRPr>
          </a:p>
          <a:p>
            <a:pPr marL="190500" marR="121285" indent="-17843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190500" algn="l"/>
                <a:tab pos="191135" algn="l"/>
              </a:tabLst>
            </a:pPr>
            <a:r>
              <a:rPr sz="1100" dirty="0">
                <a:latin typeface="Trebuchet MS"/>
                <a:cs typeface="Trebuchet MS"/>
              </a:rPr>
              <a:t>The region has the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lowest average </a:t>
            </a:r>
            <a:r>
              <a:rPr sz="1100" b="1" dirty="0">
                <a:latin typeface="Tahoma"/>
                <a:cs typeface="Tahoma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income</a:t>
            </a:r>
            <a:r>
              <a:rPr sz="1100" b="1" dirty="0">
                <a:latin typeface="Tahoma"/>
                <a:cs typeface="Tahoma"/>
              </a:rPr>
              <a:t> </a:t>
            </a:r>
            <a:r>
              <a:rPr sz="1100" dirty="0">
                <a:latin typeface="Trebuchet MS"/>
                <a:cs typeface="Trebuchet MS"/>
              </a:rPr>
              <a:t>among 63 districts in the  country.</a:t>
            </a:r>
          </a:p>
          <a:p>
            <a:pPr marL="190500" marR="390525" indent="-17843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190500" algn="l"/>
                <a:tab pos="191135" algn="l"/>
              </a:tabLst>
            </a:pPr>
            <a:r>
              <a:rPr sz="1100" dirty="0">
                <a:latin typeface="Trebuchet MS"/>
                <a:cs typeface="Trebuchet MS"/>
              </a:rPr>
              <a:t>Poverty rate is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21.7%</a:t>
            </a:r>
            <a:r>
              <a:rPr sz="1100" b="1" dirty="0">
                <a:latin typeface="Tahoma"/>
                <a:cs typeface="Tahoma"/>
              </a:rPr>
              <a:t> </a:t>
            </a:r>
            <a:r>
              <a:rPr sz="1100" dirty="0">
                <a:latin typeface="Trebuchet MS"/>
                <a:cs typeface="Trebuchet MS"/>
              </a:rPr>
              <a:t>in 2015  (national average: 12.5%).</a:t>
            </a:r>
          </a:p>
          <a:p>
            <a:pPr marL="190500" marR="5080" indent="-17843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190500" algn="l"/>
                <a:tab pos="191135" algn="l"/>
              </a:tabLst>
            </a:pPr>
            <a:r>
              <a:rPr sz="1100" b="1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Low agricultural productivity</a:t>
            </a:r>
            <a:r>
              <a:rPr sz="1100" b="1" dirty="0">
                <a:latin typeface="Tahoma"/>
                <a:cs typeface="Tahoma"/>
              </a:rPr>
              <a:t> </a:t>
            </a:r>
            <a:r>
              <a:rPr sz="1100" dirty="0">
                <a:latin typeface="Trebuchet MS"/>
                <a:cs typeface="Trebuchet MS"/>
              </a:rPr>
              <a:t>due to  the defoliant sprayed during the  Vietnam war.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4687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2.1.</a:t>
            </a:r>
            <a:r>
              <a:rPr spc="-15" dirty="0"/>
              <a:t> </a:t>
            </a:r>
            <a:r>
              <a:rPr spc="-5" dirty="0"/>
              <a:t>AI-based</a:t>
            </a:r>
            <a:r>
              <a:rPr spc="-10" dirty="0"/>
              <a:t> </a:t>
            </a:r>
            <a:r>
              <a:rPr spc="-5" dirty="0"/>
              <a:t>Clinical</a:t>
            </a:r>
            <a:r>
              <a:rPr spc="-10" dirty="0"/>
              <a:t> </a:t>
            </a:r>
            <a:r>
              <a:rPr spc="-5" dirty="0"/>
              <a:t>Decision</a:t>
            </a:r>
            <a:r>
              <a:rPr spc="-10" dirty="0"/>
              <a:t> </a:t>
            </a:r>
            <a:r>
              <a:rPr dirty="0"/>
              <a:t>Support</a:t>
            </a:r>
            <a:r>
              <a:rPr spc="-10" dirty="0"/>
              <a:t> </a:t>
            </a:r>
            <a:r>
              <a:rPr spc="-5" dirty="0"/>
              <a:t>System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47116" y="1540763"/>
            <a:ext cx="5668518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3120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2125979"/>
            <a:ext cx="1773174" cy="1760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04878" y="3104907"/>
            <a:ext cx="963818" cy="23812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005327" y="3233927"/>
            <a:ext cx="3892550" cy="2021205"/>
            <a:chOff x="3005327" y="3233927"/>
            <a:chExt cx="3892550" cy="2021205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34254" y="5017456"/>
              <a:ext cx="963818" cy="23709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05328" y="3233927"/>
              <a:ext cx="3892550" cy="1790700"/>
            </a:xfrm>
            <a:custGeom>
              <a:avLst/>
              <a:gdLst/>
              <a:ahLst/>
              <a:cxnLst/>
              <a:rect l="l" t="t" r="r" b="b"/>
              <a:pathLst>
                <a:path w="3892550" h="1790700">
                  <a:moveTo>
                    <a:pt x="1790700" y="895350"/>
                  </a:moveTo>
                  <a:lnTo>
                    <a:pt x="1789455" y="847801"/>
                  </a:lnTo>
                  <a:lnTo>
                    <a:pt x="1785772" y="800887"/>
                  </a:lnTo>
                  <a:lnTo>
                    <a:pt x="1779714" y="754697"/>
                  </a:lnTo>
                  <a:lnTo>
                    <a:pt x="1771332" y="709269"/>
                  </a:lnTo>
                  <a:lnTo>
                    <a:pt x="1760702" y="664667"/>
                  </a:lnTo>
                  <a:lnTo>
                    <a:pt x="1747875" y="620966"/>
                  </a:lnTo>
                  <a:lnTo>
                    <a:pt x="1732838" y="578040"/>
                  </a:lnTo>
                  <a:lnTo>
                    <a:pt x="1715897" y="536486"/>
                  </a:lnTo>
                  <a:lnTo>
                    <a:pt x="1696859" y="495846"/>
                  </a:lnTo>
                  <a:lnTo>
                    <a:pt x="1675879" y="456336"/>
                  </a:lnTo>
                  <a:lnTo>
                    <a:pt x="1656969" y="424662"/>
                  </a:lnTo>
                  <a:lnTo>
                    <a:pt x="1656969" y="895350"/>
                  </a:lnTo>
                  <a:lnTo>
                    <a:pt x="1655470" y="943521"/>
                  </a:lnTo>
                  <a:lnTo>
                    <a:pt x="1651025" y="990892"/>
                  </a:lnTo>
                  <a:lnTo>
                    <a:pt x="1643748" y="1037374"/>
                  </a:lnTo>
                  <a:lnTo>
                    <a:pt x="1633702" y="1082890"/>
                  </a:lnTo>
                  <a:lnTo>
                    <a:pt x="1620989" y="1127328"/>
                  </a:lnTo>
                  <a:lnTo>
                    <a:pt x="1605699" y="1170622"/>
                  </a:lnTo>
                  <a:lnTo>
                    <a:pt x="1587906" y="1212672"/>
                  </a:lnTo>
                  <a:lnTo>
                    <a:pt x="1567726" y="1253388"/>
                  </a:lnTo>
                  <a:lnTo>
                    <a:pt x="1545221" y="1292694"/>
                  </a:lnTo>
                  <a:lnTo>
                    <a:pt x="1520507" y="1330477"/>
                  </a:lnTo>
                  <a:lnTo>
                    <a:pt x="1493647" y="1366672"/>
                  </a:lnTo>
                  <a:lnTo>
                    <a:pt x="1464741" y="1401178"/>
                  </a:lnTo>
                  <a:lnTo>
                    <a:pt x="1433893" y="1433893"/>
                  </a:lnTo>
                  <a:lnTo>
                    <a:pt x="1401165" y="1464754"/>
                  </a:lnTo>
                  <a:lnTo>
                    <a:pt x="1366659" y="1493659"/>
                  </a:lnTo>
                  <a:lnTo>
                    <a:pt x="1330464" y="1520520"/>
                  </a:lnTo>
                  <a:lnTo>
                    <a:pt x="1292682" y="1545234"/>
                  </a:lnTo>
                  <a:lnTo>
                    <a:pt x="1253375" y="1567738"/>
                  </a:lnTo>
                  <a:lnTo>
                    <a:pt x="1212659" y="1587919"/>
                  </a:lnTo>
                  <a:lnTo>
                    <a:pt x="1170609" y="1605711"/>
                  </a:lnTo>
                  <a:lnTo>
                    <a:pt x="1127315" y="1621002"/>
                  </a:lnTo>
                  <a:lnTo>
                    <a:pt x="1082878" y="1633715"/>
                  </a:lnTo>
                  <a:lnTo>
                    <a:pt x="1037361" y="1643761"/>
                  </a:lnTo>
                  <a:lnTo>
                    <a:pt x="990879" y="1651038"/>
                  </a:lnTo>
                  <a:lnTo>
                    <a:pt x="943508" y="1655483"/>
                  </a:lnTo>
                  <a:lnTo>
                    <a:pt x="895350" y="1656969"/>
                  </a:lnTo>
                  <a:lnTo>
                    <a:pt x="847178" y="1655483"/>
                  </a:lnTo>
                  <a:lnTo>
                    <a:pt x="799807" y="1651038"/>
                  </a:lnTo>
                  <a:lnTo>
                    <a:pt x="753325" y="1643761"/>
                  </a:lnTo>
                  <a:lnTo>
                    <a:pt x="707809" y="1633715"/>
                  </a:lnTo>
                  <a:lnTo>
                    <a:pt x="663371" y="1621002"/>
                  </a:lnTo>
                  <a:lnTo>
                    <a:pt x="620077" y="1605711"/>
                  </a:lnTo>
                  <a:lnTo>
                    <a:pt x="578027" y="1587919"/>
                  </a:lnTo>
                  <a:lnTo>
                    <a:pt x="537311" y="1567738"/>
                  </a:lnTo>
                  <a:lnTo>
                    <a:pt x="498005" y="1545234"/>
                  </a:lnTo>
                  <a:lnTo>
                    <a:pt x="460222" y="1520520"/>
                  </a:lnTo>
                  <a:lnTo>
                    <a:pt x="424027" y="1493659"/>
                  </a:lnTo>
                  <a:lnTo>
                    <a:pt x="389521" y="1464754"/>
                  </a:lnTo>
                  <a:lnTo>
                    <a:pt x="356806" y="1433893"/>
                  </a:lnTo>
                  <a:lnTo>
                    <a:pt x="325945" y="1401178"/>
                  </a:lnTo>
                  <a:lnTo>
                    <a:pt x="297040" y="1366672"/>
                  </a:lnTo>
                  <a:lnTo>
                    <a:pt x="270179" y="1330477"/>
                  </a:lnTo>
                  <a:lnTo>
                    <a:pt x="245465" y="1292694"/>
                  </a:lnTo>
                  <a:lnTo>
                    <a:pt x="222961" y="1253388"/>
                  </a:lnTo>
                  <a:lnTo>
                    <a:pt x="202704" y="1212494"/>
                  </a:lnTo>
                  <a:lnTo>
                    <a:pt x="184988" y="1170622"/>
                  </a:lnTo>
                  <a:lnTo>
                    <a:pt x="169697" y="1127328"/>
                  </a:lnTo>
                  <a:lnTo>
                    <a:pt x="156984" y="1082890"/>
                  </a:lnTo>
                  <a:lnTo>
                    <a:pt x="146939" y="1037374"/>
                  </a:lnTo>
                  <a:lnTo>
                    <a:pt x="139661" y="990892"/>
                  </a:lnTo>
                  <a:lnTo>
                    <a:pt x="135216" y="943521"/>
                  </a:lnTo>
                  <a:lnTo>
                    <a:pt x="133731" y="895350"/>
                  </a:lnTo>
                  <a:lnTo>
                    <a:pt x="135216" y="847191"/>
                  </a:lnTo>
                  <a:lnTo>
                    <a:pt x="139661" y="799820"/>
                  </a:lnTo>
                  <a:lnTo>
                    <a:pt x="146939" y="753338"/>
                  </a:lnTo>
                  <a:lnTo>
                    <a:pt x="156984" y="707821"/>
                  </a:lnTo>
                  <a:lnTo>
                    <a:pt x="169697" y="663384"/>
                  </a:lnTo>
                  <a:lnTo>
                    <a:pt x="184988" y="620090"/>
                  </a:lnTo>
                  <a:lnTo>
                    <a:pt x="202780" y="578040"/>
                  </a:lnTo>
                  <a:lnTo>
                    <a:pt x="222961" y="537324"/>
                  </a:lnTo>
                  <a:lnTo>
                    <a:pt x="245465" y="498017"/>
                  </a:lnTo>
                  <a:lnTo>
                    <a:pt x="270179" y="460235"/>
                  </a:lnTo>
                  <a:lnTo>
                    <a:pt x="297040" y="424040"/>
                  </a:lnTo>
                  <a:lnTo>
                    <a:pt x="325945" y="389534"/>
                  </a:lnTo>
                  <a:lnTo>
                    <a:pt x="356793" y="356806"/>
                  </a:lnTo>
                  <a:lnTo>
                    <a:pt x="389521" y="325958"/>
                  </a:lnTo>
                  <a:lnTo>
                    <a:pt x="424027" y="297053"/>
                  </a:lnTo>
                  <a:lnTo>
                    <a:pt x="460222" y="270192"/>
                  </a:lnTo>
                  <a:lnTo>
                    <a:pt x="498005" y="245478"/>
                  </a:lnTo>
                  <a:lnTo>
                    <a:pt x="537311" y="222973"/>
                  </a:lnTo>
                  <a:lnTo>
                    <a:pt x="578027" y="202793"/>
                  </a:lnTo>
                  <a:lnTo>
                    <a:pt x="620077" y="185000"/>
                  </a:lnTo>
                  <a:lnTo>
                    <a:pt x="663371" y="169710"/>
                  </a:lnTo>
                  <a:lnTo>
                    <a:pt x="707809" y="156997"/>
                  </a:lnTo>
                  <a:lnTo>
                    <a:pt x="753325" y="146951"/>
                  </a:lnTo>
                  <a:lnTo>
                    <a:pt x="799807" y="139674"/>
                  </a:lnTo>
                  <a:lnTo>
                    <a:pt x="847178" y="135229"/>
                  </a:lnTo>
                  <a:lnTo>
                    <a:pt x="895350" y="133731"/>
                  </a:lnTo>
                  <a:lnTo>
                    <a:pt x="943508" y="135229"/>
                  </a:lnTo>
                  <a:lnTo>
                    <a:pt x="990879" y="139674"/>
                  </a:lnTo>
                  <a:lnTo>
                    <a:pt x="1037361" y="146951"/>
                  </a:lnTo>
                  <a:lnTo>
                    <a:pt x="1082878" y="156997"/>
                  </a:lnTo>
                  <a:lnTo>
                    <a:pt x="1127315" y="169710"/>
                  </a:lnTo>
                  <a:lnTo>
                    <a:pt x="1170609" y="185000"/>
                  </a:lnTo>
                  <a:lnTo>
                    <a:pt x="1212659" y="202793"/>
                  </a:lnTo>
                  <a:lnTo>
                    <a:pt x="1253375" y="222973"/>
                  </a:lnTo>
                  <a:lnTo>
                    <a:pt x="1292682" y="245478"/>
                  </a:lnTo>
                  <a:lnTo>
                    <a:pt x="1330464" y="270192"/>
                  </a:lnTo>
                  <a:lnTo>
                    <a:pt x="1366659" y="297053"/>
                  </a:lnTo>
                  <a:lnTo>
                    <a:pt x="1401165" y="325958"/>
                  </a:lnTo>
                  <a:lnTo>
                    <a:pt x="1433893" y="356806"/>
                  </a:lnTo>
                  <a:lnTo>
                    <a:pt x="1464741" y="389534"/>
                  </a:lnTo>
                  <a:lnTo>
                    <a:pt x="1493647" y="424040"/>
                  </a:lnTo>
                  <a:lnTo>
                    <a:pt x="1520507" y="460235"/>
                  </a:lnTo>
                  <a:lnTo>
                    <a:pt x="1545221" y="498017"/>
                  </a:lnTo>
                  <a:lnTo>
                    <a:pt x="1567726" y="537324"/>
                  </a:lnTo>
                  <a:lnTo>
                    <a:pt x="1587982" y="578218"/>
                  </a:lnTo>
                  <a:lnTo>
                    <a:pt x="1605699" y="620090"/>
                  </a:lnTo>
                  <a:lnTo>
                    <a:pt x="1620989" y="663384"/>
                  </a:lnTo>
                  <a:lnTo>
                    <a:pt x="1633702" y="707821"/>
                  </a:lnTo>
                  <a:lnTo>
                    <a:pt x="1643748" y="753338"/>
                  </a:lnTo>
                  <a:lnTo>
                    <a:pt x="1651025" y="799820"/>
                  </a:lnTo>
                  <a:lnTo>
                    <a:pt x="1655470" y="847191"/>
                  </a:lnTo>
                  <a:lnTo>
                    <a:pt x="1656969" y="895350"/>
                  </a:lnTo>
                  <a:lnTo>
                    <a:pt x="1656969" y="424662"/>
                  </a:lnTo>
                  <a:lnTo>
                    <a:pt x="1628330" y="381000"/>
                  </a:lnTo>
                  <a:lnTo>
                    <a:pt x="1601876" y="345287"/>
                  </a:lnTo>
                  <a:lnTo>
                    <a:pt x="1573733" y="310972"/>
                  </a:lnTo>
                  <a:lnTo>
                    <a:pt x="1543951" y="278104"/>
                  </a:lnTo>
                  <a:lnTo>
                    <a:pt x="1512595" y="246748"/>
                  </a:lnTo>
                  <a:lnTo>
                    <a:pt x="1479727" y="216966"/>
                  </a:lnTo>
                  <a:lnTo>
                    <a:pt x="1445412" y="188823"/>
                  </a:lnTo>
                  <a:lnTo>
                    <a:pt x="1409700" y="162369"/>
                  </a:lnTo>
                  <a:lnTo>
                    <a:pt x="1372666" y="137680"/>
                  </a:lnTo>
                  <a:lnTo>
                    <a:pt x="1334363" y="114820"/>
                  </a:lnTo>
                  <a:lnTo>
                    <a:pt x="1294853" y="93840"/>
                  </a:lnTo>
                  <a:lnTo>
                    <a:pt x="1254213" y="74803"/>
                  </a:lnTo>
                  <a:lnTo>
                    <a:pt x="1212481" y="57785"/>
                  </a:lnTo>
                  <a:lnTo>
                    <a:pt x="1169733" y="42824"/>
                  </a:lnTo>
                  <a:lnTo>
                    <a:pt x="1126032" y="29997"/>
                  </a:lnTo>
                  <a:lnTo>
                    <a:pt x="1081430" y="19367"/>
                  </a:lnTo>
                  <a:lnTo>
                    <a:pt x="1036002" y="10985"/>
                  </a:lnTo>
                  <a:lnTo>
                    <a:pt x="989812" y="4927"/>
                  </a:lnTo>
                  <a:lnTo>
                    <a:pt x="942898" y="1244"/>
                  </a:lnTo>
                  <a:lnTo>
                    <a:pt x="895350" y="0"/>
                  </a:lnTo>
                  <a:lnTo>
                    <a:pt x="847788" y="1244"/>
                  </a:lnTo>
                  <a:lnTo>
                    <a:pt x="800874" y="4927"/>
                  </a:lnTo>
                  <a:lnTo>
                    <a:pt x="754684" y="10985"/>
                  </a:lnTo>
                  <a:lnTo>
                    <a:pt x="709256" y="19367"/>
                  </a:lnTo>
                  <a:lnTo>
                    <a:pt x="664654" y="29997"/>
                  </a:lnTo>
                  <a:lnTo>
                    <a:pt x="620953" y="42824"/>
                  </a:lnTo>
                  <a:lnTo>
                    <a:pt x="578205" y="57785"/>
                  </a:lnTo>
                  <a:lnTo>
                    <a:pt x="536473" y="74803"/>
                  </a:lnTo>
                  <a:lnTo>
                    <a:pt x="495833" y="93840"/>
                  </a:lnTo>
                  <a:lnTo>
                    <a:pt x="456323" y="114820"/>
                  </a:lnTo>
                  <a:lnTo>
                    <a:pt x="418020" y="137680"/>
                  </a:lnTo>
                  <a:lnTo>
                    <a:pt x="380987" y="162369"/>
                  </a:lnTo>
                  <a:lnTo>
                    <a:pt x="345274" y="188823"/>
                  </a:lnTo>
                  <a:lnTo>
                    <a:pt x="310959" y="216966"/>
                  </a:lnTo>
                  <a:lnTo>
                    <a:pt x="278091" y="246748"/>
                  </a:lnTo>
                  <a:lnTo>
                    <a:pt x="246735" y="278104"/>
                  </a:lnTo>
                  <a:lnTo>
                    <a:pt x="216954" y="310972"/>
                  </a:lnTo>
                  <a:lnTo>
                    <a:pt x="188810" y="345287"/>
                  </a:lnTo>
                  <a:lnTo>
                    <a:pt x="162356" y="381000"/>
                  </a:lnTo>
                  <a:lnTo>
                    <a:pt x="137668" y="418033"/>
                  </a:lnTo>
                  <a:lnTo>
                    <a:pt x="114808" y="456336"/>
                  </a:lnTo>
                  <a:lnTo>
                    <a:pt x="93827" y="495846"/>
                  </a:lnTo>
                  <a:lnTo>
                    <a:pt x="74790" y="536486"/>
                  </a:lnTo>
                  <a:lnTo>
                    <a:pt x="57772" y="578218"/>
                  </a:lnTo>
                  <a:lnTo>
                    <a:pt x="42811" y="620966"/>
                  </a:lnTo>
                  <a:lnTo>
                    <a:pt x="29984" y="664667"/>
                  </a:lnTo>
                  <a:lnTo>
                    <a:pt x="19354" y="709269"/>
                  </a:lnTo>
                  <a:lnTo>
                    <a:pt x="10972" y="754697"/>
                  </a:lnTo>
                  <a:lnTo>
                    <a:pt x="4914" y="800887"/>
                  </a:lnTo>
                  <a:lnTo>
                    <a:pt x="1231" y="847801"/>
                  </a:lnTo>
                  <a:lnTo>
                    <a:pt x="0" y="895350"/>
                  </a:lnTo>
                  <a:lnTo>
                    <a:pt x="1231" y="942911"/>
                  </a:lnTo>
                  <a:lnTo>
                    <a:pt x="4914" y="989825"/>
                  </a:lnTo>
                  <a:lnTo>
                    <a:pt x="10972" y="1036015"/>
                  </a:lnTo>
                  <a:lnTo>
                    <a:pt x="19354" y="1081443"/>
                  </a:lnTo>
                  <a:lnTo>
                    <a:pt x="29984" y="1126045"/>
                  </a:lnTo>
                  <a:lnTo>
                    <a:pt x="42811" y="1169746"/>
                  </a:lnTo>
                  <a:lnTo>
                    <a:pt x="57848" y="1212672"/>
                  </a:lnTo>
                  <a:lnTo>
                    <a:pt x="74790" y="1254226"/>
                  </a:lnTo>
                  <a:lnTo>
                    <a:pt x="93827" y="1294866"/>
                  </a:lnTo>
                  <a:lnTo>
                    <a:pt x="114808" y="1334376"/>
                  </a:lnTo>
                  <a:lnTo>
                    <a:pt x="137668" y="1372679"/>
                  </a:lnTo>
                  <a:lnTo>
                    <a:pt x="162356" y="1409712"/>
                  </a:lnTo>
                  <a:lnTo>
                    <a:pt x="188810" y="1445425"/>
                  </a:lnTo>
                  <a:lnTo>
                    <a:pt x="216954" y="1479740"/>
                  </a:lnTo>
                  <a:lnTo>
                    <a:pt x="246735" y="1512608"/>
                  </a:lnTo>
                  <a:lnTo>
                    <a:pt x="278091" y="1543964"/>
                  </a:lnTo>
                  <a:lnTo>
                    <a:pt x="310959" y="1573745"/>
                  </a:lnTo>
                  <a:lnTo>
                    <a:pt x="345274" y="1601889"/>
                  </a:lnTo>
                  <a:lnTo>
                    <a:pt x="380987" y="1628343"/>
                  </a:lnTo>
                  <a:lnTo>
                    <a:pt x="418020" y="1653032"/>
                  </a:lnTo>
                  <a:lnTo>
                    <a:pt x="456323" y="1675892"/>
                  </a:lnTo>
                  <a:lnTo>
                    <a:pt x="495833" y="1696872"/>
                  </a:lnTo>
                  <a:lnTo>
                    <a:pt x="536473" y="1715909"/>
                  </a:lnTo>
                  <a:lnTo>
                    <a:pt x="578205" y="1732927"/>
                  </a:lnTo>
                  <a:lnTo>
                    <a:pt x="620953" y="1747888"/>
                  </a:lnTo>
                  <a:lnTo>
                    <a:pt x="664654" y="1760715"/>
                  </a:lnTo>
                  <a:lnTo>
                    <a:pt x="709256" y="1771345"/>
                  </a:lnTo>
                  <a:lnTo>
                    <a:pt x="754684" y="1779727"/>
                  </a:lnTo>
                  <a:lnTo>
                    <a:pt x="800874" y="1785785"/>
                  </a:lnTo>
                  <a:lnTo>
                    <a:pt x="847788" y="1789468"/>
                  </a:lnTo>
                  <a:lnTo>
                    <a:pt x="895350" y="1790700"/>
                  </a:lnTo>
                  <a:lnTo>
                    <a:pt x="942898" y="1789468"/>
                  </a:lnTo>
                  <a:lnTo>
                    <a:pt x="989812" y="1785785"/>
                  </a:lnTo>
                  <a:lnTo>
                    <a:pt x="1036002" y="1779727"/>
                  </a:lnTo>
                  <a:lnTo>
                    <a:pt x="1081430" y="1771345"/>
                  </a:lnTo>
                  <a:lnTo>
                    <a:pt x="1126032" y="1760715"/>
                  </a:lnTo>
                  <a:lnTo>
                    <a:pt x="1169733" y="1747888"/>
                  </a:lnTo>
                  <a:lnTo>
                    <a:pt x="1212481" y="1732927"/>
                  </a:lnTo>
                  <a:lnTo>
                    <a:pt x="1254213" y="1715909"/>
                  </a:lnTo>
                  <a:lnTo>
                    <a:pt x="1294853" y="1696872"/>
                  </a:lnTo>
                  <a:lnTo>
                    <a:pt x="1334363" y="1675892"/>
                  </a:lnTo>
                  <a:lnTo>
                    <a:pt x="1366050" y="1656969"/>
                  </a:lnTo>
                  <a:lnTo>
                    <a:pt x="1372666" y="1653032"/>
                  </a:lnTo>
                  <a:lnTo>
                    <a:pt x="1409700" y="1628343"/>
                  </a:lnTo>
                  <a:lnTo>
                    <a:pt x="1445412" y="1601889"/>
                  </a:lnTo>
                  <a:lnTo>
                    <a:pt x="1479727" y="1573745"/>
                  </a:lnTo>
                  <a:lnTo>
                    <a:pt x="1512595" y="1543964"/>
                  </a:lnTo>
                  <a:lnTo>
                    <a:pt x="1543951" y="1512608"/>
                  </a:lnTo>
                  <a:lnTo>
                    <a:pt x="1573733" y="1479740"/>
                  </a:lnTo>
                  <a:lnTo>
                    <a:pt x="1601876" y="1445425"/>
                  </a:lnTo>
                  <a:lnTo>
                    <a:pt x="1628330" y="1409712"/>
                  </a:lnTo>
                  <a:lnTo>
                    <a:pt x="1653019" y="1372679"/>
                  </a:lnTo>
                  <a:lnTo>
                    <a:pt x="1675879" y="1334376"/>
                  </a:lnTo>
                  <a:lnTo>
                    <a:pt x="1696859" y="1294866"/>
                  </a:lnTo>
                  <a:lnTo>
                    <a:pt x="1715897" y="1254226"/>
                  </a:lnTo>
                  <a:lnTo>
                    <a:pt x="1732915" y="1212494"/>
                  </a:lnTo>
                  <a:lnTo>
                    <a:pt x="1747875" y="1169746"/>
                  </a:lnTo>
                  <a:lnTo>
                    <a:pt x="1760702" y="1126045"/>
                  </a:lnTo>
                  <a:lnTo>
                    <a:pt x="1771332" y="1081443"/>
                  </a:lnTo>
                  <a:lnTo>
                    <a:pt x="1779714" y="1036015"/>
                  </a:lnTo>
                  <a:lnTo>
                    <a:pt x="1785772" y="989825"/>
                  </a:lnTo>
                  <a:lnTo>
                    <a:pt x="1789455" y="942911"/>
                  </a:lnTo>
                  <a:lnTo>
                    <a:pt x="1790700" y="895350"/>
                  </a:lnTo>
                  <a:close/>
                </a:path>
                <a:path w="3892550" h="1790700">
                  <a:moveTo>
                    <a:pt x="3892296" y="895350"/>
                  </a:moveTo>
                  <a:lnTo>
                    <a:pt x="3891051" y="847801"/>
                  </a:lnTo>
                  <a:lnTo>
                    <a:pt x="3887368" y="800887"/>
                  </a:lnTo>
                  <a:lnTo>
                    <a:pt x="3881310" y="754697"/>
                  </a:lnTo>
                  <a:lnTo>
                    <a:pt x="3872928" y="709269"/>
                  </a:lnTo>
                  <a:lnTo>
                    <a:pt x="3862298" y="664667"/>
                  </a:lnTo>
                  <a:lnTo>
                    <a:pt x="3849471" y="620966"/>
                  </a:lnTo>
                  <a:lnTo>
                    <a:pt x="3834434" y="578040"/>
                  </a:lnTo>
                  <a:lnTo>
                    <a:pt x="3817493" y="536486"/>
                  </a:lnTo>
                  <a:lnTo>
                    <a:pt x="3798455" y="495846"/>
                  </a:lnTo>
                  <a:lnTo>
                    <a:pt x="3777475" y="456336"/>
                  </a:lnTo>
                  <a:lnTo>
                    <a:pt x="3758565" y="424662"/>
                  </a:lnTo>
                  <a:lnTo>
                    <a:pt x="3758565" y="895350"/>
                  </a:lnTo>
                  <a:lnTo>
                    <a:pt x="3757066" y="943521"/>
                  </a:lnTo>
                  <a:lnTo>
                    <a:pt x="3752621" y="990892"/>
                  </a:lnTo>
                  <a:lnTo>
                    <a:pt x="3745344" y="1037374"/>
                  </a:lnTo>
                  <a:lnTo>
                    <a:pt x="3735298" y="1082890"/>
                  </a:lnTo>
                  <a:lnTo>
                    <a:pt x="3722586" y="1127328"/>
                  </a:lnTo>
                  <a:lnTo>
                    <a:pt x="3707295" y="1170622"/>
                  </a:lnTo>
                  <a:lnTo>
                    <a:pt x="3689502" y="1212672"/>
                  </a:lnTo>
                  <a:lnTo>
                    <a:pt x="3669322" y="1253388"/>
                  </a:lnTo>
                  <a:lnTo>
                    <a:pt x="3646817" y="1292694"/>
                  </a:lnTo>
                  <a:lnTo>
                    <a:pt x="3622103" y="1330477"/>
                  </a:lnTo>
                  <a:lnTo>
                    <a:pt x="3595243" y="1366672"/>
                  </a:lnTo>
                  <a:lnTo>
                    <a:pt x="3566337" y="1401178"/>
                  </a:lnTo>
                  <a:lnTo>
                    <a:pt x="3535489" y="1433893"/>
                  </a:lnTo>
                  <a:lnTo>
                    <a:pt x="3502761" y="1464754"/>
                  </a:lnTo>
                  <a:lnTo>
                    <a:pt x="3468255" y="1493659"/>
                  </a:lnTo>
                  <a:lnTo>
                    <a:pt x="3432060" y="1520520"/>
                  </a:lnTo>
                  <a:lnTo>
                    <a:pt x="3394278" y="1545234"/>
                  </a:lnTo>
                  <a:lnTo>
                    <a:pt x="3354971" y="1567738"/>
                  </a:lnTo>
                  <a:lnTo>
                    <a:pt x="3314255" y="1587919"/>
                  </a:lnTo>
                  <a:lnTo>
                    <a:pt x="3272205" y="1605711"/>
                  </a:lnTo>
                  <a:lnTo>
                    <a:pt x="3228911" y="1621002"/>
                  </a:lnTo>
                  <a:lnTo>
                    <a:pt x="3184474" y="1633715"/>
                  </a:lnTo>
                  <a:lnTo>
                    <a:pt x="3138957" y="1643761"/>
                  </a:lnTo>
                  <a:lnTo>
                    <a:pt x="3092475" y="1651038"/>
                  </a:lnTo>
                  <a:lnTo>
                    <a:pt x="3045104" y="1655483"/>
                  </a:lnTo>
                  <a:lnTo>
                    <a:pt x="2996946" y="1656969"/>
                  </a:lnTo>
                  <a:lnTo>
                    <a:pt x="2948775" y="1655483"/>
                  </a:lnTo>
                  <a:lnTo>
                    <a:pt x="2901404" y="1651038"/>
                  </a:lnTo>
                  <a:lnTo>
                    <a:pt x="2854922" y="1643761"/>
                  </a:lnTo>
                  <a:lnTo>
                    <a:pt x="2809405" y="1633715"/>
                  </a:lnTo>
                  <a:lnTo>
                    <a:pt x="2764967" y="1621002"/>
                  </a:lnTo>
                  <a:lnTo>
                    <a:pt x="2721673" y="1605711"/>
                  </a:lnTo>
                  <a:lnTo>
                    <a:pt x="2679623" y="1587919"/>
                  </a:lnTo>
                  <a:lnTo>
                    <a:pt x="2638907" y="1567738"/>
                  </a:lnTo>
                  <a:lnTo>
                    <a:pt x="2599601" y="1545234"/>
                  </a:lnTo>
                  <a:lnTo>
                    <a:pt x="2561818" y="1520520"/>
                  </a:lnTo>
                  <a:lnTo>
                    <a:pt x="2525623" y="1493659"/>
                  </a:lnTo>
                  <a:lnTo>
                    <a:pt x="2491117" y="1464754"/>
                  </a:lnTo>
                  <a:lnTo>
                    <a:pt x="2458402" y="1433893"/>
                  </a:lnTo>
                  <a:lnTo>
                    <a:pt x="2427541" y="1401178"/>
                  </a:lnTo>
                  <a:lnTo>
                    <a:pt x="2398636" y="1366672"/>
                  </a:lnTo>
                  <a:lnTo>
                    <a:pt x="2371775" y="1330477"/>
                  </a:lnTo>
                  <a:lnTo>
                    <a:pt x="2347061" y="1292694"/>
                  </a:lnTo>
                  <a:lnTo>
                    <a:pt x="2324557" y="1253388"/>
                  </a:lnTo>
                  <a:lnTo>
                    <a:pt x="2304300" y="1212494"/>
                  </a:lnTo>
                  <a:lnTo>
                    <a:pt x="2286584" y="1170622"/>
                  </a:lnTo>
                  <a:lnTo>
                    <a:pt x="2271293" y="1127328"/>
                  </a:lnTo>
                  <a:lnTo>
                    <a:pt x="2258580" y="1082890"/>
                  </a:lnTo>
                  <a:lnTo>
                    <a:pt x="2248535" y="1037374"/>
                  </a:lnTo>
                  <a:lnTo>
                    <a:pt x="2241258" y="990892"/>
                  </a:lnTo>
                  <a:lnTo>
                    <a:pt x="2236813" y="943521"/>
                  </a:lnTo>
                  <a:lnTo>
                    <a:pt x="2235327" y="895350"/>
                  </a:lnTo>
                  <a:lnTo>
                    <a:pt x="2236813" y="847191"/>
                  </a:lnTo>
                  <a:lnTo>
                    <a:pt x="2241258" y="799820"/>
                  </a:lnTo>
                  <a:lnTo>
                    <a:pt x="2248535" y="753338"/>
                  </a:lnTo>
                  <a:lnTo>
                    <a:pt x="2258580" y="707821"/>
                  </a:lnTo>
                  <a:lnTo>
                    <a:pt x="2271293" y="663384"/>
                  </a:lnTo>
                  <a:lnTo>
                    <a:pt x="2286584" y="620090"/>
                  </a:lnTo>
                  <a:lnTo>
                    <a:pt x="2304377" y="578040"/>
                  </a:lnTo>
                  <a:lnTo>
                    <a:pt x="2324557" y="537324"/>
                  </a:lnTo>
                  <a:lnTo>
                    <a:pt x="2347061" y="498017"/>
                  </a:lnTo>
                  <a:lnTo>
                    <a:pt x="2371775" y="460235"/>
                  </a:lnTo>
                  <a:lnTo>
                    <a:pt x="2398636" y="424040"/>
                  </a:lnTo>
                  <a:lnTo>
                    <a:pt x="2427541" y="389534"/>
                  </a:lnTo>
                  <a:lnTo>
                    <a:pt x="2458389" y="356806"/>
                  </a:lnTo>
                  <a:lnTo>
                    <a:pt x="2491117" y="325958"/>
                  </a:lnTo>
                  <a:lnTo>
                    <a:pt x="2525623" y="297053"/>
                  </a:lnTo>
                  <a:lnTo>
                    <a:pt x="2561818" y="270192"/>
                  </a:lnTo>
                  <a:lnTo>
                    <a:pt x="2599601" y="245478"/>
                  </a:lnTo>
                  <a:lnTo>
                    <a:pt x="2638907" y="222973"/>
                  </a:lnTo>
                  <a:lnTo>
                    <a:pt x="2679623" y="202793"/>
                  </a:lnTo>
                  <a:lnTo>
                    <a:pt x="2721673" y="185000"/>
                  </a:lnTo>
                  <a:lnTo>
                    <a:pt x="2764967" y="169710"/>
                  </a:lnTo>
                  <a:lnTo>
                    <a:pt x="2809405" y="156997"/>
                  </a:lnTo>
                  <a:lnTo>
                    <a:pt x="2854922" y="146951"/>
                  </a:lnTo>
                  <a:lnTo>
                    <a:pt x="2901404" y="139674"/>
                  </a:lnTo>
                  <a:lnTo>
                    <a:pt x="2948775" y="135229"/>
                  </a:lnTo>
                  <a:lnTo>
                    <a:pt x="2996946" y="133731"/>
                  </a:lnTo>
                  <a:lnTo>
                    <a:pt x="3045104" y="135229"/>
                  </a:lnTo>
                  <a:lnTo>
                    <a:pt x="3092475" y="139674"/>
                  </a:lnTo>
                  <a:lnTo>
                    <a:pt x="3138957" y="146951"/>
                  </a:lnTo>
                  <a:lnTo>
                    <a:pt x="3184474" y="156997"/>
                  </a:lnTo>
                  <a:lnTo>
                    <a:pt x="3228911" y="169710"/>
                  </a:lnTo>
                  <a:lnTo>
                    <a:pt x="3272205" y="185000"/>
                  </a:lnTo>
                  <a:lnTo>
                    <a:pt x="3314255" y="202793"/>
                  </a:lnTo>
                  <a:lnTo>
                    <a:pt x="3354971" y="222973"/>
                  </a:lnTo>
                  <a:lnTo>
                    <a:pt x="3394278" y="245478"/>
                  </a:lnTo>
                  <a:lnTo>
                    <a:pt x="3432060" y="270192"/>
                  </a:lnTo>
                  <a:lnTo>
                    <a:pt x="3468255" y="297053"/>
                  </a:lnTo>
                  <a:lnTo>
                    <a:pt x="3502761" y="325958"/>
                  </a:lnTo>
                  <a:lnTo>
                    <a:pt x="3535489" y="356806"/>
                  </a:lnTo>
                  <a:lnTo>
                    <a:pt x="3566337" y="389534"/>
                  </a:lnTo>
                  <a:lnTo>
                    <a:pt x="3595243" y="424040"/>
                  </a:lnTo>
                  <a:lnTo>
                    <a:pt x="3622103" y="460235"/>
                  </a:lnTo>
                  <a:lnTo>
                    <a:pt x="3646817" y="498017"/>
                  </a:lnTo>
                  <a:lnTo>
                    <a:pt x="3669322" y="537324"/>
                  </a:lnTo>
                  <a:lnTo>
                    <a:pt x="3689578" y="578218"/>
                  </a:lnTo>
                  <a:lnTo>
                    <a:pt x="3707295" y="620090"/>
                  </a:lnTo>
                  <a:lnTo>
                    <a:pt x="3722586" y="663384"/>
                  </a:lnTo>
                  <a:lnTo>
                    <a:pt x="3735298" y="707821"/>
                  </a:lnTo>
                  <a:lnTo>
                    <a:pt x="3745344" y="753338"/>
                  </a:lnTo>
                  <a:lnTo>
                    <a:pt x="3752621" y="799820"/>
                  </a:lnTo>
                  <a:lnTo>
                    <a:pt x="3757066" y="847191"/>
                  </a:lnTo>
                  <a:lnTo>
                    <a:pt x="3758565" y="895350"/>
                  </a:lnTo>
                  <a:lnTo>
                    <a:pt x="3758565" y="424662"/>
                  </a:lnTo>
                  <a:lnTo>
                    <a:pt x="3729926" y="381000"/>
                  </a:lnTo>
                  <a:lnTo>
                    <a:pt x="3703472" y="345287"/>
                  </a:lnTo>
                  <a:lnTo>
                    <a:pt x="3675329" y="310972"/>
                  </a:lnTo>
                  <a:lnTo>
                    <a:pt x="3645547" y="278104"/>
                  </a:lnTo>
                  <a:lnTo>
                    <a:pt x="3614191" y="246748"/>
                  </a:lnTo>
                  <a:lnTo>
                    <a:pt x="3581323" y="216966"/>
                  </a:lnTo>
                  <a:lnTo>
                    <a:pt x="3547008" y="188823"/>
                  </a:lnTo>
                  <a:lnTo>
                    <a:pt x="3511296" y="162369"/>
                  </a:lnTo>
                  <a:lnTo>
                    <a:pt x="3474262" y="137680"/>
                  </a:lnTo>
                  <a:lnTo>
                    <a:pt x="3435959" y="114820"/>
                  </a:lnTo>
                  <a:lnTo>
                    <a:pt x="3396450" y="93840"/>
                  </a:lnTo>
                  <a:lnTo>
                    <a:pt x="3355810" y="74803"/>
                  </a:lnTo>
                  <a:lnTo>
                    <a:pt x="3314077" y="57785"/>
                  </a:lnTo>
                  <a:lnTo>
                    <a:pt x="3271329" y="42824"/>
                  </a:lnTo>
                  <a:lnTo>
                    <a:pt x="3227628" y="29997"/>
                  </a:lnTo>
                  <a:lnTo>
                    <a:pt x="3183026" y="19367"/>
                  </a:lnTo>
                  <a:lnTo>
                    <a:pt x="3137598" y="10985"/>
                  </a:lnTo>
                  <a:lnTo>
                    <a:pt x="3091408" y="4927"/>
                  </a:lnTo>
                  <a:lnTo>
                    <a:pt x="3044494" y="1244"/>
                  </a:lnTo>
                  <a:lnTo>
                    <a:pt x="2996946" y="0"/>
                  </a:lnTo>
                  <a:lnTo>
                    <a:pt x="2949384" y="1244"/>
                  </a:lnTo>
                  <a:lnTo>
                    <a:pt x="2902470" y="4927"/>
                  </a:lnTo>
                  <a:lnTo>
                    <a:pt x="2856280" y="10985"/>
                  </a:lnTo>
                  <a:lnTo>
                    <a:pt x="2810853" y="19367"/>
                  </a:lnTo>
                  <a:lnTo>
                    <a:pt x="2766250" y="29997"/>
                  </a:lnTo>
                  <a:lnTo>
                    <a:pt x="2722549" y="42824"/>
                  </a:lnTo>
                  <a:lnTo>
                    <a:pt x="2679801" y="57785"/>
                  </a:lnTo>
                  <a:lnTo>
                    <a:pt x="2638069" y="74803"/>
                  </a:lnTo>
                  <a:lnTo>
                    <a:pt x="2597429" y="93840"/>
                  </a:lnTo>
                  <a:lnTo>
                    <a:pt x="2557919" y="114820"/>
                  </a:lnTo>
                  <a:lnTo>
                    <a:pt x="2519616" y="137680"/>
                  </a:lnTo>
                  <a:lnTo>
                    <a:pt x="2482583" y="162369"/>
                  </a:lnTo>
                  <a:lnTo>
                    <a:pt x="2446871" y="188823"/>
                  </a:lnTo>
                  <a:lnTo>
                    <a:pt x="2412555" y="216966"/>
                  </a:lnTo>
                  <a:lnTo>
                    <a:pt x="2379688" y="246748"/>
                  </a:lnTo>
                  <a:lnTo>
                    <a:pt x="2348331" y="278104"/>
                  </a:lnTo>
                  <a:lnTo>
                    <a:pt x="2318550" y="310972"/>
                  </a:lnTo>
                  <a:lnTo>
                    <a:pt x="2290407" y="345287"/>
                  </a:lnTo>
                  <a:lnTo>
                    <a:pt x="2263952" y="381000"/>
                  </a:lnTo>
                  <a:lnTo>
                    <a:pt x="2239264" y="418033"/>
                  </a:lnTo>
                  <a:lnTo>
                    <a:pt x="2216404" y="456336"/>
                  </a:lnTo>
                  <a:lnTo>
                    <a:pt x="2195423" y="495846"/>
                  </a:lnTo>
                  <a:lnTo>
                    <a:pt x="2176386" y="536486"/>
                  </a:lnTo>
                  <a:lnTo>
                    <a:pt x="2159368" y="578218"/>
                  </a:lnTo>
                  <a:lnTo>
                    <a:pt x="2144407" y="620966"/>
                  </a:lnTo>
                  <a:lnTo>
                    <a:pt x="2131580" y="664667"/>
                  </a:lnTo>
                  <a:lnTo>
                    <a:pt x="2120950" y="709269"/>
                  </a:lnTo>
                  <a:lnTo>
                    <a:pt x="2112568" y="754697"/>
                  </a:lnTo>
                  <a:lnTo>
                    <a:pt x="2106511" y="800887"/>
                  </a:lnTo>
                  <a:lnTo>
                    <a:pt x="2102827" y="847801"/>
                  </a:lnTo>
                  <a:lnTo>
                    <a:pt x="2101596" y="895350"/>
                  </a:lnTo>
                  <a:lnTo>
                    <a:pt x="2102827" y="942911"/>
                  </a:lnTo>
                  <a:lnTo>
                    <a:pt x="2106511" y="989825"/>
                  </a:lnTo>
                  <a:lnTo>
                    <a:pt x="2112568" y="1036015"/>
                  </a:lnTo>
                  <a:lnTo>
                    <a:pt x="2120950" y="1081443"/>
                  </a:lnTo>
                  <a:lnTo>
                    <a:pt x="2131580" y="1126045"/>
                  </a:lnTo>
                  <a:lnTo>
                    <a:pt x="2144407" y="1169746"/>
                  </a:lnTo>
                  <a:lnTo>
                    <a:pt x="2159444" y="1212672"/>
                  </a:lnTo>
                  <a:lnTo>
                    <a:pt x="2176386" y="1254226"/>
                  </a:lnTo>
                  <a:lnTo>
                    <a:pt x="2195423" y="1294866"/>
                  </a:lnTo>
                  <a:lnTo>
                    <a:pt x="2216404" y="1334376"/>
                  </a:lnTo>
                  <a:lnTo>
                    <a:pt x="2239264" y="1372679"/>
                  </a:lnTo>
                  <a:lnTo>
                    <a:pt x="2263952" y="1409712"/>
                  </a:lnTo>
                  <a:lnTo>
                    <a:pt x="2290407" y="1445425"/>
                  </a:lnTo>
                  <a:lnTo>
                    <a:pt x="2318550" y="1479740"/>
                  </a:lnTo>
                  <a:lnTo>
                    <a:pt x="2348331" y="1512608"/>
                  </a:lnTo>
                  <a:lnTo>
                    <a:pt x="2379688" y="1543964"/>
                  </a:lnTo>
                  <a:lnTo>
                    <a:pt x="2412555" y="1573745"/>
                  </a:lnTo>
                  <a:lnTo>
                    <a:pt x="2446871" y="1601889"/>
                  </a:lnTo>
                  <a:lnTo>
                    <a:pt x="2482583" y="1628343"/>
                  </a:lnTo>
                  <a:lnTo>
                    <a:pt x="2519616" y="1653032"/>
                  </a:lnTo>
                  <a:lnTo>
                    <a:pt x="2557919" y="1675892"/>
                  </a:lnTo>
                  <a:lnTo>
                    <a:pt x="2597429" y="1696872"/>
                  </a:lnTo>
                  <a:lnTo>
                    <a:pt x="2638069" y="1715909"/>
                  </a:lnTo>
                  <a:lnTo>
                    <a:pt x="2679801" y="1732927"/>
                  </a:lnTo>
                  <a:lnTo>
                    <a:pt x="2722549" y="1747888"/>
                  </a:lnTo>
                  <a:lnTo>
                    <a:pt x="2766250" y="1760715"/>
                  </a:lnTo>
                  <a:lnTo>
                    <a:pt x="2810853" y="1771345"/>
                  </a:lnTo>
                  <a:lnTo>
                    <a:pt x="2856280" y="1779727"/>
                  </a:lnTo>
                  <a:lnTo>
                    <a:pt x="2902470" y="1785785"/>
                  </a:lnTo>
                  <a:lnTo>
                    <a:pt x="2949384" y="1789468"/>
                  </a:lnTo>
                  <a:lnTo>
                    <a:pt x="2996946" y="1790700"/>
                  </a:lnTo>
                  <a:lnTo>
                    <a:pt x="3044494" y="1789468"/>
                  </a:lnTo>
                  <a:lnTo>
                    <a:pt x="3091408" y="1785785"/>
                  </a:lnTo>
                  <a:lnTo>
                    <a:pt x="3137598" y="1779727"/>
                  </a:lnTo>
                  <a:lnTo>
                    <a:pt x="3183026" y="1771345"/>
                  </a:lnTo>
                  <a:lnTo>
                    <a:pt x="3227628" y="1760715"/>
                  </a:lnTo>
                  <a:lnTo>
                    <a:pt x="3271329" y="1747888"/>
                  </a:lnTo>
                  <a:lnTo>
                    <a:pt x="3314077" y="1732927"/>
                  </a:lnTo>
                  <a:lnTo>
                    <a:pt x="3355810" y="1715909"/>
                  </a:lnTo>
                  <a:lnTo>
                    <a:pt x="3396450" y="1696872"/>
                  </a:lnTo>
                  <a:lnTo>
                    <a:pt x="3435959" y="1675892"/>
                  </a:lnTo>
                  <a:lnTo>
                    <a:pt x="3467646" y="1656969"/>
                  </a:lnTo>
                  <a:lnTo>
                    <a:pt x="3474262" y="1653032"/>
                  </a:lnTo>
                  <a:lnTo>
                    <a:pt x="3511296" y="1628343"/>
                  </a:lnTo>
                  <a:lnTo>
                    <a:pt x="3547008" y="1601889"/>
                  </a:lnTo>
                  <a:lnTo>
                    <a:pt x="3581323" y="1573745"/>
                  </a:lnTo>
                  <a:lnTo>
                    <a:pt x="3614191" y="1543964"/>
                  </a:lnTo>
                  <a:lnTo>
                    <a:pt x="3645547" y="1512608"/>
                  </a:lnTo>
                  <a:lnTo>
                    <a:pt x="3675329" y="1479740"/>
                  </a:lnTo>
                  <a:lnTo>
                    <a:pt x="3703472" y="1445425"/>
                  </a:lnTo>
                  <a:lnTo>
                    <a:pt x="3729926" y="1409712"/>
                  </a:lnTo>
                  <a:lnTo>
                    <a:pt x="3754615" y="1372679"/>
                  </a:lnTo>
                  <a:lnTo>
                    <a:pt x="3777475" y="1334376"/>
                  </a:lnTo>
                  <a:lnTo>
                    <a:pt x="3798455" y="1294866"/>
                  </a:lnTo>
                  <a:lnTo>
                    <a:pt x="3817493" y="1254226"/>
                  </a:lnTo>
                  <a:lnTo>
                    <a:pt x="3834511" y="1212494"/>
                  </a:lnTo>
                  <a:lnTo>
                    <a:pt x="3849471" y="1169746"/>
                  </a:lnTo>
                  <a:lnTo>
                    <a:pt x="3862298" y="1126045"/>
                  </a:lnTo>
                  <a:lnTo>
                    <a:pt x="3872928" y="1081443"/>
                  </a:lnTo>
                  <a:lnTo>
                    <a:pt x="3881310" y="1036015"/>
                  </a:lnTo>
                  <a:lnTo>
                    <a:pt x="3887368" y="989825"/>
                  </a:lnTo>
                  <a:lnTo>
                    <a:pt x="3891051" y="942911"/>
                  </a:lnTo>
                  <a:lnTo>
                    <a:pt x="3892296" y="89535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61943" y="3733787"/>
              <a:ext cx="1005090" cy="60123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27548" y="3733787"/>
              <a:ext cx="939546" cy="60123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72355" y="5381244"/>
            <a:ext cx="1157477" cy="46405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7581900" y="2092261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1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1" y="452437"/>
                </a:lnTo>
                <a:lnTo>
                  <a:pt x="553211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186928" y="2092261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1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2" y="452437"/>
                </a:lnTo>
                <a:lnTo>
                  <a:pt x="553212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791956" y="2092261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1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885176" y="2608897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0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484107" y="2608897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0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737347" y="2374392"/>
            <a:ext cx="244601" cy="8610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007095" y="2886455"/>
            <a:ext cx="314705" cy="10744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292083" y="2377439"/>
            <a:ext cx="323850" cy="8305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574023" y="2811754"/>
            <a:ext cx="377215" cy="24157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976359" y="2377439"/>
            <a:ext cx="160781" cy="83058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37489" y="431419"/>
            <a:ext cx="4687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AI-based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Clinical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Decision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Support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System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47116" y="1540763"/>
            <a:ext cx="5668518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0072"/>
            <a:ext cx="35560" cy="181610"/>
          </a:xfrm>
          <a:custGeom>
            <a:avLst/>
            <a:gdLst/>
            <a:ahLst/>
            <a:cxnLst/>
            <a:rect l="l" t="t" r="r" b="b"/>
            <a:pathLst>
              <a:path w="35559" h="181610">
                <a:moveTo>
                  <a:pt x="35051" y="0"/>
                </a:moveTo>
                <a:lnTo>
                  <a:pt x="0" y="0"/>
                </a:lnTo>
                <a:lnTo>
                  <a:pt x="0" y="181355"/>
                </a:lnTo>
                <a:lnTo>
                  <a:pt x="35051" y="181355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04" y="2124455"/>
            <a:ext cx="1009650" cy="14401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1708" y="4526267"/>
            <a:ext cx="7826502" cy="105995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581900" y="2090737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1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1" y="452437"/>
                </a:lnTo>
                <a:lnTo>
                  <a:pt x="553211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186928" y="2090737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1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2" y="452437"/>
                </a:lnTo>
                <a:lnTo>
                  <a:pt x="553212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91956" y="2090737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1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85176" y="2607373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1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484107" y="2607373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1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37347" y="2371344"/>
            <a:ext cx="244601" cy="8762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07095" y="2884932"/>
            <a:ext cx="314705" cy="10591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92083" y="2374392"/>
            <a:ext cx="323850" cy="8458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574023" y="2808719"/>
            <a:ext cx="377215" cy="24309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76359" y="2375916"/>
            <a:ext cx="160781" cy="83058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2773679" y="2903220"/>
            <a:ext cx="1595755" cy="802005"/>
            <a:chOff x="2773679" y="2903220"/>
            <a:chExt cx="1595755" cy="802005"/>
          </a:xfrm>
        </p:grpSpPr>
        <p:sp>
          <p:nvSpPr>
            <p:cNvPr id="19" name="object 19"/>
            <p:cNvSpPr/>
            <p:nvPr/>
          </p:nvSpPr>
          <p:spPr>
            <a:xfrm>
              <a:off x="2776727" y="2906268"/>
              <a:ext cx="1590040" cy="795655"/>
            </a:xfrm>
            <a:custGeom>
              <a:avLst/>
              <a:gdLst/>
              <a:ahLst/>
              <a:cxnLst/>
              <a:rect l="l" t="t" r="r" b="b"/>
              <a:pathLst>
                <a:path w="1590039" h="795654">
                  <a:moveTo>
                    <a:pt x="1191768" y="0"/>
                  </a:moveTo>
                  <a:lnTo>
                    <a:pt x="397764" y="0"/>
                  </a:lnTo>
                  <a:lnTo>
                    <a:pt x="351370" y="2675"/>
                  </a:lnTo>
                  <a:lnTo>
                    <a:pt x="306550" y="10503"/>
                  </a:lnTo>
                  <a:lnTo>
                    <a:pt x="263602" y="23185"/>
                  </a:lnTo>
                  <a:lnTo>
                    <a:pt x="222823" y="40423"/>
                  </a:lnTo>
                  <a:lnTo>
                    <a:pt x="184513" y="61919"/>
                  </a:lnTo>
                  <a:lnTo>
                    <a:pt x="148969" y="87374"/>
                  </a:lnTo>
                  <a:lnTo>
                    <a:pt x="116490" y="116490"/>
                  </a:lnTo>
                  <a:lnTo>
                    <a:pt x="87374" y="148969"/>
                  </a:lnTo>
                  <a:lnTo>
                    <a:pt x="61919" y="184513"/>
                  </a:lnTo>
                  <a:lnTo>
                    <a:pt x="40423" y="222823"/>
                  </a:lnTo>
                  <a:lnTo>
                    <a:pt x="23185" y="263602"/>
                  </a:lnTo>
                  <a:lnTo>
                    <a:pt x="10503" y="306550"/>
                  </a:lnTo>
                  <a:lnTo>
                    <a:pt x="2675" y="351370"/>
                  </a:lnTo>
                  <a:lnTo>
                    <a:pt x="0" y="397764"/>
                  </a:lnTo>
                  <a:lnTo>
                    <a:pt x="2675" y="444157"/>
                  </a:lnTo>
                  <a:lnTo>
                    <a:pt x="10503" y="488977"/>
                  </a:lnTo>
                  <a:lnTo>
                    <a:pt x="23185" y="531925"/>
                  </a:lnTo>
                  <a:lnTo>
                    <a:pt x="40423" y="572704"/>
                  </a:lnTo>
                  <a:lnTo>
                    <a:pt x="61919" y="611014"/>
                  </a:lnTo>
                  <a:lnTo>
                    <a:pt x="87374" y="646558"/>
                  </a:lnTo>
                  <a:lnTo>
                    <a:pt x="116490" y="679037"/>
                  </a:lnTo>
                  <a:lnTo>
                    <a:pt x="148969" y="708153"/>
                  </a:lnTo>
                  <a:lnTo>
                    <a:pt x="184513" y="733608"/>
                  </a:lnTo>
                  <a:lnTo>
                    <a:pt x="222823" y="755104"/>
                  </a:lnTo>
                  <a:lnTo>
                    <a:pt x="263602" y="772342"/>
                  </a:lnTo>
                  <a:lnTo>
                    <a:pt x="306550" y="785024"/>
                  </a:lnTo>
                  <a:lnTo>
                    <a:pt x="351370" y="792852"/>
                  </a:lnTo>
                  <a:lnTo>
                    <a:pt x="397764" y="795528"/>
                  </a:lnTo>
                  <a:lnTo>
                    <a:pt x="1191768" y="795528"/>
                  </a:lnTo>
                  <a:lnTo>
                    <a:pt x="1238161" y="792852"/>
                  </a:lnTo>
                  <a:lnTo>
                    <a:pt x="1282981" y="785024"/>
                  </a:lnTo>
                  <a:lnTo>
                    <a:pt x="1325929" y="772342"/>
                  </a:lnTo>
                  <a:lnTo>
                    <a:pt x="1366708" y="755104"/>
                  </a:lnTo>
                  <a:lnTo>
                    <a:pt x="1405018" y="733608"/>
                  </a:lnTo>
                  <a:lnTo>
                    <a:pt x="1440562" y="708153"/>
                  </a:lnTo>
                  <a:lnTo>
                    <a:pt x="1473041" y="679037"/>
                  </a:lnTo>
                  <a:lnTo>
                    <a:pt x="1502157" y="646558"/>
                  </a:lnTo>
                  <a:lnTo>
                    <a:pt x="1527612" y="611014"/>
                  </a:lnTo>
                  <a:lnTo>
                    <a:pt x="1549108" y="572704"/>
                  </a:lnTo>
                  <a:lnTo>
                    <a:pt x="1566346" y="531925"/>
                  </a:lnTo>
                  <a:lnTo>
                    <a:pt x="1579028" y="488977"/>
                  </a:lnTo>
                  <a:lnTo>
                    <a:pt x="1586856" y="444157"/>
                  </a:lnTo>
                  <a:lnTo>
                    <a:pt x="1589532" y="397764"/>
                  </a:lnTo>
                  <a:lnTo>
                    <a:pt x="1586856" y="351370"/>
                  </a:lnTo>
                  <a:lnTo>
                    <a:pt x="1579028" y="306550"/>
                  </a:lnTo>
                  <a:lnTo>
                    <a:pt x="1566346" y="263602"/>
                  </a:lnTo>
                  <a:lnTo>
                    <a:pt x="1549108" y="222823"/>
                  </a:lnTo>
                  <a:lnTo>
                    <a:pt x="1527612" y="184513"/>
                  </a:lnTo>
                  <a:lnTo>
                    <a:pt x="1502157" y="148969"/>
                  </a:lnTo>
                  <a:lnTo>
                    <a:pt x="1473041" y="116490"/>
                  </a:lnTo>
                  <a:lnTo>
                    <a:pt x="1440562" y="87374"/>
                  </a:lnTo>
                  <a:lnTo>
                    <a:pt x="1405018" y="61919"/>
                  </a:lnTo>
                  <a:lnTo>
                    <a:pt x="1366708" y="40423"/>
                  </a:lnTo>
                  <a:lnTo>
                    <a:pt x="1325929" y="23185"/>
                  </a:lnTo>
                  <a:lnTo>
                    <a:pt x="1282981" y="10503"/>
                  </a:lnTo>
                  <a:lnTo>
                    <a:pt x="1238161" y="2675"/>
                  </a:lnTo>
                  <a:lnTo>
                    <a:pt x="1191768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76727" y="2906268"/>
              <a:ext cx="1590040" cy="795655"/>
            </a:xfrm>
            <a:custGeom>
              <a:avLst/>
              <a:gdLst/>
              <a:ahLst/>
              <a:cxnLst/>
              <a:rect l="l" t="t" r="r" b="b"/>
              <a:pathLst>
                <a:path w="1590039" h="795654">
                  <a:moveTo>
                    <a:pt x="0" y="397764"/>
                  </a:moveTo>
                  <a:lnTo>
                    <a:pt x="2675" y="351370"/>
                  </a:lnTo>
                  <a:lnTo>
                    <a:pt x="10503" y="306550"/>
                  </a:lnTo>
                  <a:lnTo>
                    <a:pt x="23185" y="263602"/>
                  </a:lnTo>
                  <a:lnTo>
                    <a:pt x="40423" y="222823"/>
                  </a:lnTo>
                  <a:lnTo>
                    <a:pt x="61919" y="184513"/>
                  </a:lnTo>
                  <a:lnTo>
                    <a:pt x="87374" y="148969"/>
                  </a:lnTo>
                  <a:lnTo>
                    <a:pt x="116490" y="116490"/>
                  </a:lnTo>
                  <a:lnTo>
                    <a:pt x="148969" y="87374"/>
                  </a:lnTo>
                  <a:lnTo>
                    <a:pt x="184513" y="61919"/>
                  </a:lnTo>
                  <a:lnTo>
                    <a:pt x="222823" y="40423"/>
                  </a:lnTo>
                  <a:lnTo>
                    <a:pt x="263602" y="23185"/>
                  </a:lnTo>
                  <a:lnTo>
                    <a:pt x="306550" y="10503"/>
                  </a:lnTo>
                  <a:lnTo>
                    <a:pt x="351370" y="2675"/>
                  </a:lnTo>
                  <a:lnTo>
                    <a:pt x="397764" y="0"/>
                  </a:lnTo>
                  <a:lnTo>
                    <a:pt x="1191768" y="0"/>
                  </a:lnTo>
                  <a:lnTo>
                    <a:pt x="1238161" y="2675"/>
                  </a:lnTo>
                  <a:lnTo>
                    <a:pt x="1282981" y="10503"/>
                  </a:lnTo>
                  <a:lnTo>
                    <a:pt x="1325929" y="23185"/>
                  </a:lnTo>
                  <a:lnTo>
                    <a:pt x="1366708" y="40423"/>
                  </a:lnTo>
                  <a:lnTo>
                    <a:pt x="1405018" y="61919"/>
                  </a:lnTo>
                  <a:lnTo>
                    <a:pt x="1440562" y="87374"/>
                  </a:lnTo>
                  <a:lnTo>
                    <a:pt x="1473041" y="116490"/>
                  </a:lnTo>
                  <a:lnTo>
                    <a:pt x="1502157" y="148969"/>
                  </a:lnTo>
                  <a:lnTo>
                    <a:pt x="1527612" y="184513"/>
                  </a:lnTo>
                  <a:lnTo>
                    <a:pt x="1549108" y="222823"/>
                  </a:lnTo>
                  <a:lnTo>
                    <a:pt x="1566346" y="263602"/>
                  </a:lnTo>
                  <a:lnTo>
                    <a:pt x="1579028" y="306550"/>
                  </a:lnTo>
                  <a:lnTo>
                    <a:pt x="1586856" y="351370"/>
                  </a:lnTo>
                  <a:lnTo>
                    <a:pt x="1589532" y="397764"/>
                  </a:lnTo>
                  <a:lnTo>
                    <a:pt x="1586856" y="444157"/>
                  </a:lnTo>
                  <a:lnTo>
                    <a:pt x="1579028" y="488977"/>
                  </a:lnTo>
                  <a:lnTo>
                    <a:pt x="1566346" y="531925"/>
                  </a:lnTo>
                  <a:lnTo>
                    <a:pt x="1549108" y="572704"/>
                  </a:lnTo>
                  <a:lnTo>
                    <a:pt x="1527612" y="611014"/>
                  </a:lnTo>
                  <a:lnTo>
                    <a:pt x="1502157" y="646558"/>
                  </a:lnTo>
                  <a:lnTo>
                    <a:pt x="1473041" y="679037"/>
                  </a:lnTo>
                  <a:lnTo>
                    <a:pt x="1440562" y="708153"/>
                  </a:lnTo>
                  <a:lnTo>
                    <a:pt x="1405018" y="733608"/>
                  </a:lnTo>
                  <a:lnTo>
                    <a:pt x="1366708" y="755104"/>
                  </a:lnTo>
                  <a:lnTo>
                    <a:pt x="1325929" y="772342"/>
                  </a:lnTo>
                  <a:lnTo>
                    <a:pt x="1282981" y="785024"/>
                  </a:lnTo>
                  <a:lnTo>
                    <a:pt x="1238161" y="792852"/>
                  </a:lnTo>
                  <a:lnTo>
                    <a:pt x="1191768" y="795528"/>
                  </a:lnTo>
                  <a:lnTo>
                    <a:pt x="397764" y="795528"/>
                  </a:lnTo>
                  <a:lnTo>
                    <a:pt x="351370" y="792852"/>
                  </a:lnTo>
                  <a:lnTo>
                    <a:pt x="306550" y="785024"/>
                  </a:lnTo>
                  <a:lnTo>
                    <a:pt x="263602" y="772342"/>
                  </a:lnTo>
                  <a:lnTo>
                    <a:pt x="222823" y="755104"/>
                  </a:lnTo>
                  <a:lnTo>
                    <a:pt x="184513" y="733608"/>
                  </a:lnTo>
                  <a:lnTo>
                    <a:pt x="148969" y="708153"/>
                  </a:lnTo>
                  <a:lnTo>
                    <a:pt x="116490" y="679037"/>
                  </a:lnTo>
                  <a:lnTo>
                    <a:pt x="87374" y="646558"/>
                  </a:lnTo>
                  <a:lnTo>
                    <a:pt x="61919" y="611014"/>
                  </a:lnTo>
                  <a:lnTo>
                    <a:pt x="40423" y="572704"/>
                  </a:lnTo>
                  <a:lnTo>
                    <a:pt x="23185" y="531925"/>
                  </a:lnTo>
                  <a:lnTo>
                    <a:pt x="10503" y="488977"/>
                  </a:lnTo>
                  <a:lnTo>
                    <a:pt x="2675" y="444157"/>
                  </a:lnTo>
                  <a:lnTo>
                    <a:pt x="0" y="397764"/>
                  </a:lnTo>
                  <a:close/>
                </a:path>
              </a:pathLst>
            </a:custGeom>
            <a:ln w="6096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55619" y="3136392"/>
              <a:ext cx="1034033" cy="345186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4323588" y="2903220"/>
            <a:ext cx="2806065" cy="802005"/>
            <a:chOff x="4323588" y="2903220"/>
            <a:chExt cx="2806065" cy="802005"/>
          </a:xfrm>
        </p:grpSpPr>
        <p:sp>
          <p:nvSpPr>
            <p:cNvPr id="23" name="object 23"/>
            <p:cNvSpPr/>
            <p:nvPr/>
          </p:nvSpPr>
          <p:spPr>
            <a:xfrm>
              <a:off x="5536691" y="2906268"/>
              <a:ext cx="1590040" cy="795655"/>
            </a:xfrm>
            <a:custGeom>
              <a:avLst/>
              <a:gdLst/>
              <a:ahLst/>
              <a:cxnLst/>
              <a:rect l="l" t="t" r="r" b="b"/>
              <a:pathLst>
                <a:path w="1590040" h="795654">
                  <a:moveTo>
                    <a:pt x="1191767" y="0"/>
                  </a:moveTo>
                  <a:lnTo>
                    <a:pt x="397763" y="0"/>
                  </a:lnTo>
                  <a:lnTo>
                    <a:pt x="351370" y="2675"/>
                  </a:lnTo>
                  <a:lnTo>
                    <a:pt x="306550" y="10503"/>
                  </a:lnTo>
                  <a:lnTo>
                    <a:pt x="263602" y="23185"/>
                  </a:lnTo>
                  <a:lnTo>
                    <a:pt x="222823" y="40423"/>
                  </a:lnTo>
                  <a:lnTo>
                    <a:pt x="184513" y="61919"/>
                  </a:lnTo>
                  <a:lnTo>
                    <a:pt x="148969" y="87374"/>
                  </a:lnTo>
                  <a:lnTo>
                    <a:pt x="116490" y="116490"/>
                  </a:lnTo>
                  <a:lnTo>
                    <a:pt x="87374" y="148969"/>
                  </a:lnTo>
                  <a:lnTo>
                    <a:pt x="61919" y="184513"/>
                  </a:lnTo>
                  <a:lnTo>
                    <a:pt x="40423" y="222823"/>
                  </a:lnTo>
                  <a:lnTo>
                    <a:pt x="23185" y="263602"/>
                  </a:lnTo>
                  <a:lnTo>
                    <a:pt x="10503" y="306550"/>
                  </a:lnTo>
                  <a:lnTo>
                    <a:pt x="2675" y="351370"/>
                  </a:lnTo>
                  <a:lnTo>
                    <a:pt x="0" y="397764"/>
                  </a:lnTo>
                  <a:lnTo>
                    <a:pt x="2675" y="444157"/>
                  </a:lnTo>
                  <a:lnTo>
                    <a:pt x="10503" y="488977"/>
                  </a:lnTo>
                  <a:lnTo>
                    <a:pt x="23185" y="531925"/>
                  </a:lnTo>
                  <a:lnTo>
                    <a:pt x="40423" y="572704"/>
                  </a:lnTo>
                  <a:lnTo>
                    <a:pt x="61919" y="611014"/>
                  </a:lnTo>
                  <a:lnTo>
                    <a:pt x="87374" y="646558"/>
                  </a:lnTo>
                  <a:lnTo>
                    <a:pt x="116490" y="679037"/>
                  </a:lnTo>
                  <a:lnTo>
                    <a:pt x="148969" y="708153"/>
                  </a:lnTo>
                  <a:lnTo>
                    <a:pt x="184513" y="733608"/>
                  </a:lnTo>
                  <a:lnTo>
                    <a:pt x="222823" y="755104"/>
                  </a:lnTo>
                  <a:lnTo>
                    <a:pt x="263602" y="772342"/>
                  </a:lnTo>
                  <a:lnTo>
                    <a:pt x="306550" y="785024"/>
                  </a:lnTo>
                  <a:lnTo>
                    <a:pt x="351370" y="792852"/>
                  </a:lnTo>
                  <a:lnTo>
                    <a:pt x="397763" y="795528"/>
                  </a:lnTo>
                  <a:lnTo>
                    <a:pt x="1191767" y="795528"/>
                  </a:lnTo>
                  <a:lnTo>
                    <a:pt x="1238161" y="792852"/>
                  </a:lnTo>
                  <a:lnTo>
                    <a:pt x="1282981" y="785024"/>
                  </a:lnTo>
                  <a:lnTo>
                    <a:pt x="1325929" y="772342"/>
                  </a:lnTo>
                  <a:lnTo>
                    <a:pt x="1366708" y="755104"/>
                  </a:lnTo>
                  <a:lnTo>
                    <a:pt x="1405018" y="733608"/>
                  </a:lnTo>
                  <a:lnTo>
                    <a:pt x="1440562" y="708153"/>
                  </a:lnTo>
                  <a:lnTo>
                    <a:pt x="1473041" y="679037"/>
                  </a:lnTo>
                  <a:lnTo>
                    <a:pt x="1502157" y="646558"/>
                  </a:lnTo>
                  <a:lnTo>
                    <a:pt x="1527612" y="611014"/>
                  </a:lnTo>
                  <a:lnTo>
                    <a:pt x="1549108" y="572704"/>
                  </a:lnTo>
                  <a:lnTo>
                    <a:pt x="1566346" y="531925"/>
                  </a:lnTo>
                  <a:lnTo>
                    <a:pt x="1579028" y="488977"/>
                  </a:lnTo>
                  <a:lnTo>
                    <a:pt x="1586856" y="444157"/>
                  </a:lnTo>
                  <a:lnTo>
                    <a:pt x="1589532" y="397764"/>
                  </a:lnTo>
                  <a:lnTo>
                    <a:pt x="1586856" y="351370"/>
                  </a:lnTo>
                  <a:lnTo>
                    <a:pt x="1579028" y="306550"/>
                  </a:lnTo>
                  <a:lnTo>
                    <a:pt x="1566346" y="263602"/>
                  </a:lnTo>
                  <a:lnTo>
                    <a:pt x="1549108" y="222823"/>
                  </a:lnTo>
                  <a:lnTo>
                    <a:pt x="1527612" y="184513"/>
                  </a:lnTo>
                  <a:lnTo>
                    <a:pt x="1502157" y="148969"/>
                  </a:lnTo>
                  <a:lnTo>
                    <a:pt x="1473041" y="116490"/>
                  </a:lnTo>
                  <a:lnTo>
                    <a:pt x="1440562" y="87374"/>
                  </a:lnTo>
                  <a:lnTo>
                    <a:pt x="1405018" y="61919"/>
                  </a:lnTo>
                  <a:lnTo>
                    <a:pt x="1366708" y="40423"/>
                  </a:lnTo>
                  <a:lnTo>
                    <a:pt x="1325929" y="23185"/>
                  </a:lnTo>
                  <a:lnTo>
                    <a:pt x="1282981" y="10503"/>
                  </a:lnTo>
                  <a:lnTo>
                    <a:pt x="1238161" y="2675"/>
                  </a:lnTo>
                  <a:lnTo>
                    <a:pt x="1191767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536691" y="2906268"/>
              <a:ext cx="1590040" cy="795655"/>
            </a:xfrm>
            <a:custGeom>
              <a:avLst/>
              <a:gdLst/>
              <a:ahLst/>
              <a:cxnLst/>
              <a:rect l="l" t="t" r="r" b="b"/>
              <a:pathLst>
                <a:path w="1590040" h="795654">
                  <a:moveTo>
                    <a:pt x="0" y="397764"/>
                  </a:moveTo>
                  <a:lnTo>
                    <a:pt x="2675" y="351370"/>
                  </a:lnTo>
                  <a:lnTo>
                    <a:pt x="10503" y="306550"/>
                  </a:lnTo>
                  <a:lnTo>
                    <a:pt x="23185" y="263602"/>
                  </a:lnTo>
                  <a:lnTo>
                    <a:pt x="40423" y="222823"/>
                  </a:lnTo>
                  <a:lnTo>
                    <a:pt x="61919" y="184513"/>
                  </a:lnTo>
                  <a:lnTo>
                    <a:pt x="87374" y="148969"/>
                  </a:lnTo>
                  <a:lnTo>
                    <a:pt x="116490" y="116490"/>
                  </a:lnTo>
                  <a:lnTo>
                    <a:pt x="148969" y="87374"/>
                  </a:lnTo>
                  <a:lnTo>
                    <a:pt x="184513" y="61919"/>
                  </a:lnTo>
                  <a:lnTo>
                    <a:pt x="222823" y="40423"/>
                  </a:lnTo>
                  <a:lnTo>
                    <a:pt x="263602" y="23185"/>
                  </a:lnTo>
                  <a:lnTo>
                    <a:pt x="306550" y="10503"/>
                  </a:lnTo>
                  <a:lnTo>
                    <a:pt x="351370" y="2675"/>
                  </a:lnTo>
                  <a:lnTo>
                    <a:pt x="397763" y="0"/>
                  </a:lnTo>
                  <a:lnTo>
                    <a:pt x="1191767" y="0"/>
                  </a:lnTo>
                  <a:lnTo>
                    <a:pt x="1238161" y="2675"/>
                  </a:lnTo>
                  <a:lnTo>
                    <a:pt x="1282981" y="10503"/>
                  </a:lnTo>
                  <a:lnTo>
                    <a:pt x="1325929" y="23185"/>
                  </a:lnTo>
                  <a:lnTo>
                    <a:pt x="1366708" y="40423"/>
                  </a:lnTo>
                  <a:lnTo>
                    <a:pt x="1405018" y="61919"/>
                  </a:lnTo>
                  <a:lnTo>
                    <a:pt x="1440562" y="87374"/>
                  </a:lnTo>
                  <a:lnTo>
                    <a:pt x="1473041" y="116490"/>
                  </a:lnTo>
                  <a:lnTo>
                    <a:pt x="1502157" y="148969"/>
                  </a:lnTo>
                  <a:lnTo>
                    <a:pt x="1527612" y="184513"/>
                  </a:lnTo>
                  <a:lnTo>
                    <a:pt x="1549108" y="222823"/>
                  </a:lnTo>
                  <a:lnTo>
                    <a:pt x="1566346" y="263602"/>
                  </a:lnTo>
                  <a:lnTo>
                    <a:pt x="1579028" y="306550"/>
                  </a:lnTo>
                  <a:lnTo>
                    <a:pt x="1586856" y="351370"/>
                  </a:lnTo>
                  <a:lnTo>
                    <a:pt x="1589532" y="397764"/>
                  </a:lnTo>
                  <a:lnTo>
                    <a:pt x="1586856" y="444157"/>
                  </a:lnTo>
                  <a:lnTo>
                    <a:pt x="1579028" y="488977"/>
                  </a:lnTo>
                  <a:lnTo>
                    <a:pt x="1566346" y="531925"/>
                  </a:lnTo>
                  <a:lnTo>
                    <a:pt x="1549108" y="572704"/>
                  </a:lnTo>
                  <a:lnTo>
                    <a:pt x="1527612" y="611014"/>
                  </a:lnTo>
                  <a:lnTo>
                    <a:pt x="1502157" y="646558"/>
                  </a:lnTo>
                  <a:lnTo>
                    <a:pt x="1473041" y="679037"/>
                  </a:lnTo>
                  <a:lnTo>
                    <a:pt x="1440562" y="708153"/>
                  </a:lnTo>
                  <a:lnTo>
                    <a:pt x="1405018" y="733608"/>
                  </a:lnTo>
                  <a:lnTo>
                    <a:pt x="1366708" y="755104"/>
                  </a:lnTo>
                  <a:lnTo>
                    <a:pt x="1325929" y="772342"/>
                  </a:lnTo>
                  <a:lnTo>
                    <a:pt x="1282981" y="785024"/>
                  </a:lnTo>
                  <a:lnTo>
                    <a:pt x="1238161" y="792852"/>
                  </a:lnTo>
                  <a:lnTo>
                    <a:pt x="1191767" y="795528"/>
                  </a:lnTo>
                  <a:lnTo>
                    <a:pt x="397763" y="795528"/>
                  </a:lnTo>
                  <a:lnTo>
                    <a:pt x="351370" y="792852"/>
                  </a:lnTo>
                  <a:lnTo>
                    <a:pt x="306550" y="785024"/>
                  </a:lnTo>
                  <a:lnTo>
                    <a:pt x="263602" y="772342"/>
                  </a:lnTo>
                  <a:lnTo>
                    <a:pt x="222823" y="755104"/>
                  </a:lnTo>
                  <a:lnTo>
                    <a:pt x="184513" y="733608"/>
                  </a:lnTo>
                  <a:lnTo>
                    <a:pt x="148969" y="708153"/>
                  </a:lnTo>
                  <a:lnTo>
                    <a:pt x="116490" y="679037"/>
                  </a:lnTo>
                  <a:lnTo>
                    <a:pt x="87374" y="646558"/>
                  </a:lnTo>
                  <a:lnTo>
                    <a:pt x="61919" y="611014"/>
                  </a:lnTo>
                  <a:lnTo>
                    <a:pt x="40423" y="572704"/>
                  </a:lnTo>
                  <a:lnTo>
                    <a:pt x="23185" y="531925"/>
                  </a:lnTo>
                  <a:lnTo>
                    <a:pt x="10503" y="488977"/>
                  </a:lnTo>
                  <a:lnTo>
                    <a:pt x="2675" y="444157"/>
                  </a:lnTo>
                  <a:lnTo>
                    <a:pt x="0" y="397764"/>
                  </a:lnTo>
                  <a:close/>
                </a:path>
              </a:pathLst>
            </a:custGeom>
            <a:ln w="6096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63995" y="3249168"/>
              <a:ext cx="541781" cy="12725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323588" y="3095244"/>
              <a:ext cx="1257935" cy="76200"/>
            </a:xfrm>
            <a:custGeom>
              <a:avLst/>
              <a:gdLst/>
              <a:ahLst/>
              <a:cxnLst/>
              <a:rect l="l" t="t" r="r" b="b"/>
              <a:pathLst>
                <a:path w="1257935" h="76200">
                  <a:moveTo>
                    <a:pt x="1181481" y="0"/>
                  </a:moveTo>
                  <a:lnTo>
                    <a:pt x="1181481" y="76200"/>
                  </a:lnTo>
                  <a:lnTo>
                    <a:pt x="1244981" y="44450"/>
                  </a:lnTo>
                  <a:lnTo>
                    <a:pt x="1194181" y="44450"/>
                  </a:lnTo>
                  <a:lnTo>
                    <a:pt x="1194181" y="31750"/>
                  </a:lnTo>
                  <a:lnTo>
                    <a:pt x="1244981" y="31750"/>
                  </a:lnTo>
                  <a:lnTo>
                    <a:pt x="1181481" y="0"/>
                  </a:lnTo>
                  <a:close/>
                </a:path>
                <a:path w="1257935" h="76200">
                  <a:moveTo>
                    <a:pt x="118148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181481" y="44450"/>
                  </a:lnTo>
                  <a:lnTo>
                    <a:pt x="1181481" y="31750"/>
                  </a:lnTo>
                  <a:close/>
                </a:path>
                <a:path w="1257935" h="76200">
                  <a:moveTo>
                    <a:pt x="1244981" y="31750"/>
                  </a:moveTo>
                  <a:lnTo>
                    <a:pt x="1194181" y="31750"/>
                  </a:lnTo>
                  <a:lnTo>
                    <a:pt x="1194181" y="44450"/>
                  </a:lnTo>
                  <a:lnTo>
                    <a:pt x="1244981" y="44450"/>
                  </a:lnTo>
                  <a:lnTo>
                    <a:pt x="1257681" y="38100"/>
                  </a:lnTo>
                  <a:lnTo>
                    <a:pt x="1244981" y="3175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99660" y="3041904"/>
              <a:ext cx="76200" cy="18135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323588" y="3480816"/>
              <a:ext cx="1257935" cy="76200"/>
            </a:xfrm>
            <a:custGeom>
              <a:avLst/>
              <a:gdLst/>
              <a:ahLst/>
              <a:cxnLst/>
              <a:rect l="l" t="t" r="r" b="b"/>
              <a:pathLst>
                <a:path w="1257935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257935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257935" h="76200">
                  <a:moveTo>
                    <a:pt x="1257681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1257681" y="44450"/>
                  </a:lnTo>
                  <a:lnTo>
                    <a:pt x="1257681" y="3175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99660" y="3438144"/>
              <a:ext cx="76200" cy="179832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060573" y="2443353"/>
            <a:ext cx="3386454" cy="212686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2267585" marR="5080" indent="-132715">
              <a:lnSpc>
                <a:spcPts val="1390"/>
              </a:lnSpc>
              <a:spcBef>
                <a:spcPts val="185"/>
              </a:spcBef>
            </a:pPr>
            <a:r>
              <a:rPr sz="1200" dirty="0">
                <a:solidFill>
                  <a:srgbClr val="252525"/>
                </a:solidFill>
                <a:latin typeface="Trebuchet MS"/>
                <a:cs typeface="Trebuchet MS"/>
              </a:rPr>
              <a:t>Medical service providers  cannot find patients.</a:t>
            </a:r>
            <a:endParaRPr sz="1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 dirty="0">
              <a:latin typeface="Trebuchet MS"/>
              <a:cs typeface="Trebuchet MS"/>
            </a:endParaRPr>
          </a:p>
          <a:p>
            <a:pPr marL="363220" algn="ctr">
              <a:lnSpc>
                <a:spcPct val="100000"/>
              </a:lnSpc>
            </a:pPr>
            <a:r>
              <a:rPr sz="1250" i="1" dirty="0">
                <a:solidFill>
                  <a:srgbClr val="252525"/>
                </a:solidFill>
                <a:latin typeface="Trebuchet MS"/>
                <a:cs typeface="Trebuchet MS"/>
              </a:rPr>
              <a:t>Disconnected</a:t>
            </a:r>
            <a:endParaRPr sz="12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 dirty="0">
              <a:latin typeface="Trebuchet MS"/>
              <a:cs typeface="Trebuchet MS"/>
            </a:endParaRPr>
          </a:p>
          <a:p>
            <a:pPr marR="1518920" algn="ctr">
              <a:lnSpc>
                <a:spcPts val="1420"/>
              </a:lnSpc>
              <a:spcBef>
                <a:spcPts val="5"/>
              </a:spcBef>
            </a:pPr>
            <a:r>
              <a:rPr sz="1200" dirty="0">
                <a:solidFill>
                  <a:srgbClr val="252525"/>
                </a:solidFill>
                <a:latin typeface="Trebuchet MS"/>
                <a:cs typeface="Trebuchet MS"/>
              </a:rPr>
              <a:t>Patients do not know</a:t>
            </a:r>
            <a:endParaRPr sz="1200" dirty="0">
              <a:latin typeface="Trebuchet MS"/>
              <a:cs typeface="Trebuchet MS"/>
            </a:endParaRPr>
          </a:p>
          <a:p>
            <a:pPr marR="1513840" algn="ctr">
              <a:lnSpc>
                <a:spcPts val="1420"/>
              </a:lnSpc>
            </a:pPr>
            <a:r>
              <a:rPr sz="1200" dirty="0">
                <a:solidFill>
                  <a:srgbClr val="252525"/>
                </a:solidFill>
                <a:latin typeface="Trebuchet MS"/>
                <a:cs typeface="Trebuchet MS"/>
              </a:rPr>
              <a:t>how to reach out to service providers.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4687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2.1.</a:t>
            </a:r>
            <a:r>
              <a:rPr spc="-15" dirty="0"/>
              <a:t> </a:t>
            </a:r>
            <a:r>
              <a:rPr spc="-5" dirty="0"/>
              <a:t>AI-based</a:t>
            </a:r>
            <a:r>
              <a:rPr spc="-10" dirty="0"/>
              <a:t> </a:t>
            </a:r>
            <a:r>
              <a:rPr spc="-5" dirty="0"/>
              <a:t>Clinical</a:t>
            </a:r>
            <a:r>
              <a:rPr spc="-10" dirty="0"/>
              <a:t> </a:t>
            </a:r>
            <a:r>
              <a:rPr spc="-5" dirty="0"/>
              <a:t>Decision</a:t>
            </a:r>
            <a:r>
              <a:rPr spc="-10" dirty="0"/>
              <a:t> </a:t>
            </a:r>
            <a:r>
              <a:rPr dirty="0"/>
              <a:t>Support</a:t>
            </a:r>
            <a:r>
              <a:rPr spc="-10" dirty="0"/>
              <a:t> </a:t>
            </a:r>
            <a:r>
              <a:rPr spc="-5" dirty="0"/>
              <a:t>System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47116" y="1540763"/>
            <a:ext cx="5668518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474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3120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127504"/>
            <a:ext cx="1098042" cy="16078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581900" y="2093753"/>
            <a:ext cx="553720" cy="624205"/>
          </a:xfrm>
          <a:custGeom>
            <a:avLst/>
            <a:gdLst/>
            <a:ahLst/>
            <a:cxnLst/>
            <a:rect l="l" t="t" r="r" b="b"/>
            <a:pathLst>
              <a:path w="553720" h="624205">
                <a:moveTo>
                  <a:pt x="275939" y="0"/>
                </a:moveTo>
                <a:lnTo>
                  <a:pt x="15875" y="142589"/>
                </a:lnTo>
                <a:lnTo>
                  <a:pt x="0" y="172434"/>
                </a:lnTo>
                <a:lnTo>
                  <a:pt x="0" y="451326"/>
                </a:lnTo>
                <a:lnTo>
                  <a:pt x="258952" y="619855"/>
                </a:lnTo>
                <a:lnTo>
                  <a:pt x="275939" y="623760"/>
                </a:lnTo>
                <a:lnTo>
                  <a:pt x="285492" y="622784"/>
                </a:lnTo>
                <a:lnTo>
                  <a:pt x="535558" y="481171"/>
                </a:lnTo>
                <a:lnTo>
                  <a:pt x="553211" y="451326"/>
                </a:lnTo>
                <a:lnTo>
                  <a:pt x="553211" y="172434"/>
                </a:lnTo>
                <a:lnTo>
                  <a:pt x="294258" y="3905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86928" y="2093753"/>
            <a:ext cx="553720" cy="624205"/>
          </a:xfrm>
          <a:custGeom>
            <a:avLst/>
            <a:gdLst/>
            <a:ahLst/>
            <a:cxnLst/>
            <a:rect l="l" t="t" r="r" b="b"/>
            <a:pathLst>
              <a:path w="553720" h="624205">
                <a:moveTo>
                  <a:pt x="275939" y="0"/>
                </a:moveTo>
                <a:lnTo>
                  <a:pt x="15875" y="142589"/>
                </a:lnTo>
                <a:lnTo>
                  <a:pt x="0" y="172434"/>
                </a:lnTo>
                <a:lnTo>
                  <a:pt x="0" y="451326"/>
                </a:lnTo>
                <a:lnTo>
                  <a:pt x="258952" y="619855"/>
                </a:lnTo>
                <a:lnTo>
                  <a:pt x="275939" y="623760"/>
                </a:lnTo>
                <a:lnTo>
                  <a:pt x="285492" y="622784"/>
                </a:lnTo>
                <a:lnTo>
                  <a:pt x="535558" y="481171"/>
                </a:lnTo>
                <a:lnTo>
                  <a:pt x="553212" y="451326"/>
                </a:lnTo>
                <a:lnTo>
                  <a:pt x="553212" y="172434"/>
                </a:lnTo>
                <a:lnTo>
                  <a:pt x="294258" y="3905"/>
                </a:lnTo>
                <a:lnTo>
                  <a:pt x="275939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91956" y="2093753"/>
            <a:ext cx="551815" cy="624205"/>
          </a:xfrm>
          <a:custGeom>
            <a:avLst/>
            <a:gdLst/>
            <a:ahLst/>
            <a:cxnLst/>
            <a:rect l="l" t="t" r="r" b="b"/>
            <a:pathLst>
              <a:path w="551815" h="624205">
                <a:moveTo>
                  <a:pt x="275177" y="0"/>
                </a:moveTo>
                <a:lnTo>
                  <a:pt x="15875" y="142589"/>
                </a:lnTo>
                <a:lnTo>
                  <a:pt x="0" y="172434"/>
                </a:lnTo>
                <a:lnTo>
                  <a:pt x="0" y="451326"/>
                </a:lnTo>
                <a:lnTo>
                  <a:pt x="258318" y="619855"/>
                </a:lnTo>
                <a:lnTo>
                  <a:pt x="275177" y="623760"/>
                </a:lnTo>
                <a:lnTo>
                  <a:pt x="284678" y="622784"/>
                </a:lnTo>
                <a:lnTo>
                  <a:pt x="534162" y="481171"/>
                </a:lnTo>
                <a:lnTo>
                  <a:pt x="551688" y="451326"/>
                </a:lnTo>
                <a:lnTo>
                  <a:pt x="551688" y="172434"/>
                </a:lnTo>
                <a:lnTo>
                  <a:pt x="293370" y="3905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5176" y="2608897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0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84107" y="2608897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0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37347" y="2374392"/>
            <a:ext cx="244601" cy="8610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7095" y="2886455"/>
            <a:ext cx="314705" cy="1074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92083" y="2377439"/>
            <a:ext cx="323850" cy="8458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74023" y="2811767"/>
            <a:ext cx="377215" cy="24309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76359" y="2377439"/>
            <a:ext cx="160781" cy="8305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1708" y="2529827"/>
            <a:ext cx="4560570" cy="75667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9327" y="3761219"/>
            <a:ext cx="5281422" cy="75515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462140" y="2751836"/>
            <a:ext cx="112649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Ms.</a:t>
            </a:r>
            <a:r>
              <a:rPr sz="1400" spc="-30" dirty="0">
                <a:solidFill>
                  <a:srgbClr val="13289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N</a:t>
            </a:r>
            <a:r>
              <a:rPr sz="1400" spc="-35" dirty="0">
                <a:solidFill>
                  <a:srgbClr val="13289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13289F"/>
                </a:solidFill>
                <a:latin typeface="Calibri"/>
                <a:cs typeface="Calibri"/>
              </a:rPr>
              <a:t>(Age:</a:t>
            </a:r>
            <a:r>
              <a:rPr sz="1400" spc="-25" dirty="0">
                <a:solidFill>
                  <a:srgbClr val="13289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13289F"/>
                </a:solidFill>
                <a:latin typeface="Calibri"/>
                <a:cs typeface="Calibri"/>
              </a:rPr>
              <a:t>70,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13289F"/>
                </a:solidFill>
                <a:latin typeface="Calibri"/>
                <a:cs typeface="Calibri"/>
              </a:rPr>
              <a:t>not</a:t>
            </a:r>
            <a:r>
              <a:rPr sz="1400" spc="-25" dirty="0">
                <a:solidFill>
                  <a:srgbClr val="13289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a</a:t>
            </a:r>
            <a:r>
              <a:rPr sz="1400" spc="-30" dirty="0">
                <a:solidFill>
                  <a:srgbClr val="13289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13289F"/>
                </a:solidFill>
                <a:latin typeface="Calibri"/>
                <a:cs typeface="Calibri"/>
              </a:rPr>
              <a:t>patient)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01560" y="2611166"/>
            <a:ext cx="615141" cy="710738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601714" y="5414264"/>
            <a:ext cx="21247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13289F"/>
                </a:solidFill>
                <a:latin typeface="Calibri"/>
                <a:cs typeface="Calibri"/>
              </a:rPr>
              <a:t>Mr.</a:t>
            </a:r>
            <a:r>
              <a:rPr sz="1400" spc="-25" dirty="0">
                <a:solidFill>
                  <a:srgbClr val="13289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N</a:t>
            </a:r>
            <a:r>
              <a:rPr sz="1400" spc="-20" dirty="0">
                <a:solidFill>
                  <a:srgbClr val="13289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13289F"/>
                </a:solidFill>
                <a:latin typeface="Calibri"/>
                <a:cs typeface="Calibri"/>
              </a:rPr>
              <a:t>(Age:</a:t>
            </a:r>
            <a:r>
              <a:rPr sz="1400" spc="-10" dirty="0">
                <a:solidFill>
                  <a:srgbClr val="13289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13289F"/>
                </a:solidFill>
                <a:latin typeface="Calibri"/>
                <a:cs typeface="Calibri"/>
              </a:rPr>
              <a:t>66, not </a:t>
            </a: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a</a:t>
            </a:r>
            <a:r>
              <a:rPr sz="1400" spc="-10" dirty="0">
                <a:solidFill>
                  <a:srgbClr val="13289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13289F"/>
                </a:solidFill>
                <a:latin typeface="Calibri"/>
                <a:cs typeface="Calibri"/>
              </a:rPr>
              <a:t>patient)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811289" y="5191021"/>
            <a:ext cx="615141" cy="67748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076693" y="4020439"/>
            <a:ext cx="19831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13289F"/>
                </a:solidFill>
                <a:latin typeface="Calibri"/>
                <a:cs typeface="Calibri"/>
              </a:rPr>
              <a:t>Mrs. </a:t>
            </a: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G </a:t>
            </a:r>
            <a:r>
              <a:rPr sz="1400" spc="-5" dirty="0">
                <a:solidFill>
                  <a:srgbClr val="13289F"/>
                </a:solidFill>
                <a:latin typeface="Calibri"/>
                <a:cs typeface="Calibri"/>
              </a:rPr>
              <a:t>(Age: 65, Anomalies </a:t>
            </a:r>
            <a:r>
              <a:rPr sz="1400" spc="-305" dirty="0">
                <a:solidFill>
                  <a:srgbClr val="13289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13289F"/>
                </a:solidFill>
                <a:latin typeface="Calibri"/>
                <a:cs typeface="Calibri"/>
              </a:rPr>
              <a:t>of</a:t>
            </a:r>
            <a:r>
              <a:rPr sz="1400" spc="-15" dirty="0">
                <a:solidFill>
                  <a:srgbClr val="13289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3289F"/>
                </a:solidFill>
                <a:latin typeface="Calibri"/>
                <a:cs typeface="Calibri"/>
              </a:rPr>
              <a:t>refraction)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317257" y="3871514"/>
            <a:ext cx="615141" cy="71073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11708" y="5129784"/>
            <a:ext cx="4709922" cy="762774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4687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2.1.</a:t>
            </a:r>
            <a:r>
              <a:rPr spc="-15" dirty="0"/>
              <a:t> </a:t>
            </a:r>
            <a:r>
              <a:rPr spc="-5" dirty="0"/>
              <a:t>AI-based</a:t>
            </a:r>
            <a:r>
              <a:rPr spc="-10" dirty="0"/>
              <a:t> </a:t>
            </a:r>
            <a:r>
              <a:rPr spc="-5" dirty="0"/>
              <a:t>Clinical</a:t>
            </a:r>
            <a:r>
              <a:rPr spc="-10" dirty="0"/>
              <a:t> </a:t>
            </a:r>
            <a:r>
              <a:rPr spc="-5" dirty="0"/>
              <a:t>Decision</a:t>
            </a:r>
            <a:r>
              <a:rPr spc="-10" dirty="0"/>
              <a:t> </a:t>
            </a:r>
            <a:r>
              <a:rPr dirty="0"/>
              <a:t>Support</a:t>
            </a:r>
            <a:r>
              <a:rPr spc="-10" dirty="0"/>
              <a:t> </a:t>
            </a:r>
            <a:r>
              <a:rPr spc="-5" dirty="0"/>
              <a:t>System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47116" y="1540763"/>
            <a:ext cx="5668518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464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129027"/>
            <a:ext cx="1855470" cy="16078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581900" y="2095309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0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1" y="452437"/>
                </a:lnTo>
                <a:lnTo>
                  <a:pt x="553211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86928" y="2095309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0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2" y="452437"/>
                </a:lnTo>
                <a:lnTo>
                  <a:pt x="553212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91956" y="2095309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0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5176" y="2611913"/>
            <a:ext cx="551815" cy="624205"/>
          </a:xfrm>
          <a:custGeom>
            <a:avLst/>
            <a:gdLst/>
            <a:ahLst/>
            <a:cxnLst/>
            <a:rect l="l" t="t" r="r" b="b"/>
            <a:pathLst>
              <a:path w="551815" h="624205">
                <a:moveTo>
                  <a:pt x="275177" y="0"/>
                </a:moveTo>
                <a:lnTo>
                  <a:pt x="15875" y="142589"/>
                </a:lnTo>
                <a:lnTo>
                  <a:pt x="0" y="172434"/>
                </a:lnTo>
                <a:lnTo>
                  <a:pt x="0" y="451326"/>
                </a:lnTo>
                <a:lnTo>
                  <a:pt x="258318" y="619855"/>
                </a:lnTo>
                <a:lnTo>
                  <a:pt x="275177" y="623760"/>
                </a:lnTo>
                <a:lnTo>
                  <a:pt x="284678" y="622784"/>
                </a:lnTo>
                <a:lnTo>
                  <a:pt x="534162" y="481171"/>
                </a:lnTo>
                <a:lnTo>
                  <a:pt x="551688" y="451326"/>
                </a:lnTo>
                <a:lnTo>
                  <a:pt x="551688" y="172434"/>
                </a:lnTo>
                <a:lnTo>
                  <a:pt x="293370" y="3905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84107" y="2611913"/>
            <a:ext cx="551815" cy="624205"/>
          </a:xfrm>
          <a:custGeom>
            <a:avLst/>
            <a:gdLst/>
            <a:ahLst/>
            <a:cxnLst/>
            <a:rect l="l" t="t" r="r" b="b"/>
            <a:pathLst>
              <a:path w="551815" h="624205">
                <a:moveTo>
                  <a:pt x="275177" y="0"/>
                </a:moveTo>
                <a:lnTo>
                  <a:pt x="15875" y="142589"/>
                </a:lnTo>
                <a:lnTo>
                  <a:pt x="0" y="172434"/>
                </a:lnTo>
                <a:lnTo>
                  <a:pt x="0" y="451326"/>
                </a:lnTo>
                <a:lnTo>
                  <a:pt x="258318" y="619855"/>
                </a:lnTo>
                <a:lnTo>
                  <a:pt x="275177" y="623760"/>
                </a:lnTo>
                <a:lnTo>
                  <a:pt x="284678" y="622784"/>
                </a:lnTo>
                <a:lnTo>
                  <a:pt x="534162" y="481171"/>
                </a:lnTo>
                <a:lnTo>
                  <a:pt x="551688" y="451326"/>
                </a:lnTo>
                <a:lnTo>
                  <a:pt x="551688" y="172434"/>
                </a:lnTo>
                <a:lnTo>
                  <a:pt x="293370" y="3905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37347" y="2375916"/>
            <a:ext cx="244601" cy="8762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7095" y="2889504"/>
            <a:ext cx="314705" cy="10591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92083" y="2378964"/>
            <a:ext cx="323850" cy="8458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74023" y="2813291"/>
            <a:ext cx="377215" cy="24309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76359" y="2380488"/>
            <a:ext cx="160781" cy="8305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906771" y="3527297"/>
            <a:ext cx="209867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13289F"/>
                </a:solidFill>
                <a:latin typeface="Calibri"/>
                <a:cs typeface="Calibri"/>
              </a:rPr>
              <a:t>D</a:t>
            </a:r>
            <a:r>
              <a:rPr sz="1400" spc="-145" dirty="0">
                <a:solidFill>
                  <a:srgbClr val="13289F"/>
                </a:solidFill>
                <a:latin typeface="Calibri"/>
                <a:cs typeface="Calibri"/>
              </a:rPr>
              <a:t>r</a:t>
            </a: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.</a:t>
            </a:r>
            <a:r>
              <a:rPr sz="1400" spc="-15" dirty="0">
                <a:solidFill>
                  <a:srgbClr val="13289F"/>
                </a:solidFill>
                <a:latin typeface="Calibri"/>
                <a:cs typeface="Calibri"/>
              </a:rPr>
              <a:t> </a:t>
            </a:r>
            <a:r>
              <a:rPr sz="1400" spc="-40" dirty="0">
                <a:solidFill>
                  <a:srgbClr val="13289F"/>
                </a:solidFill>
                <a:latin typeface="Calibri"/>
                <a:cs typeface="Calibri"/>
              </a:rPr>
              <a:t>D</a:t>
            </a: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,</a:t>
            </a:r>
            <a:r>
              <a:rPr sz="1400" spc="-10" dirty="0">
                <a:solidFill>
                  <a:srgbClr val="13289F"/>
                </a:solidFill>
                <a:latin typeface="Calibri"/>
                <a:cs typeface="Calibri"/>
              </a:rPr>
              <a:t> Op</a:t>
            </a:r>
            <a:r>
              <a:rPr sz="1400" spc="-20" dirty="0">
                <a:solidFill>
                  <a:srgbClr val="13289F"/>
                </a:solidFill>
                <a:latin typeface="Calibri"/>
                <a:cs typeface="Calibri"/>
              </a:rPr>
              <a:t>h</a:t>
            </a: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t</a:t>
            </a:r>
            <a:r>
              <a:rPr sz="1400" spc="-10" dirty="0">
                <a:solidFill>
                  <a:srgbClr val="13289F"/>
                </a:solidFill>
                <a:latin typeface="Calibri"/>
                <a:cs typeface="Calibri"/>
              </a:rPr>
              <a:t>h</a:t>
            </a: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al</a:t>
            </a:r>
            <a:r>
              <a:rPr sz="1400" spc="-10" dirty="0">
                <a:solidFill>
                  <a:srgbClr val="13289F"/>
                </a:solidFill>
                <a:latin typeface="Calibri"/>
                <a:cs typeface="Calibri"/>
              </a:rPr>
              <a:t>m</a:t>
            </a:r>
            <a:r>
              <a:rPr sz="1400" spc="-5" dirty="0">
                <a:solidFill>
                  <a:srgbClr val="13289F"/>
                </a:solidFill>
                <a:latin typeface="Calibri"/>
                <a:cs typeface="Calibri"/>
              </a:rPr>
              <a:t>o</a:t>
            </a: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l</a:t>
            </a:r>
            <a:r>
              <a:rPr sz="1400" spc="-5" dirty="0">
                <a:solidFill>
                  <a:srgbClr val="13289F"/>
                </a:solidFill>
                <a:latin typeface="Calibri"/>
                <a:cs typeface="Calibri"/>
              </a:rPr>
              <a:t>ogi</a:t>
            </a:r>
            <a:r>
              <a:rPr sz="1400" spc="-10" dirty="0">
                <a:solidFill>
                  <a:srgbClr val="13289F"/>
                </a:solidFill>
                <a:latin typeface="Calibri"/>
                <a:cs typeface="Calibri"/>
              </a:rPr>
              <a:t>s</a:t>
            </a: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t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Quảng</a:t>
            </a:r>
            <a:r>
              <a:rPr sz="1400" spc="-15" dirty="0">
                <a:solidFill>
                  <a:srgbClr val="13289F"/>
                </a:solidFill>
                <a:latin typeface="Calibri"/>
                <a:cs typeface="Calibri"/>
              </a:rPr>
              <a:t> </a:t>
            </a:r>
            <a:r>
              <a:rPr sz="1400" spc="-30" dirty="0">
                <a:solidFill>
                  <a:srgbClr val="13289F"/>
                </a:solidFill>
                <a:latin typeface="Calibri"/>
                <a:cs typeface="Calibri"/>
              </a:rPr>
              <a:t>Trị </a:t>
            </a:r>
            <a:r>
              <a:rPr sz="1400" spc="-5" dirty="0">
                <a:solidFill>
                  <a:srgbClr val="13289F"/>
                </a:solidFill>
                <a:latin typeface="Calibri"/>
                <a:cs typeface="Calibri"/>
              </a:rPr>
              <a:t>Provincial</a:t>
            </a:r>
            <a:r>
              <a:rPr sz="1400" spc="-15" dirty="0">
                <a:solidFill>
                  <a:srgbClr val="13289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13289F"/>
                </a:solidFill>
                <a:latin typeface="Calibri"/>
                <a:cs typeface="Calibri"/>
              </a:rPr>
              <a:t>Hospital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147080" y="3440083"/>
            <a:ext cx="615141" cy="648392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950202" y="5414568"/>
            <a:ext cx="1815464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13289F"/>
                </a:solidFill>
                <a:latin typeface="Calibri"/>
                <a:cs typeface="Calibri"/>
              </a:rPr>
              <a:t>D</a:t>
            </a:r>
            <a:r>
              <a:rPr sz="1400" spc="-145" dirty="0">
                <a:solidFill>
                  <a:srgbClr val="13289F"/>
                </a:solidFill>
                <a:latin typeface="Calibri"/>
                <a:cs typeface="Calibri"/>
              </a:rPr>
              <a:t>r</a:t>
            </a: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.</a:t>
            </a:r>
            <a:r>
              <a:rPr sz="1400" spc="-15" dirty="0">
                <a:solidFill>
                  <a:srgbClr val="13289F"/>
                </a:solidFill>
                <a:latin typeface="Calibri"/>
                <a:cs typeface="Calibri"/>
              </a:rPr>
              <a:t> </a:t>
            </a:r>
            <a:r>
              <a:rPr sz="1400" spc="-114" dirty="0">
                <a:solidFill>
                  <a:srgbClr val="13289F"/>
                </a:solidFill>
                <a:latin typeface="Calibri"/>
                <a:cs typeface="Calibri"/>
              </a:rPr>
              <a:t>V</a:t>
            </a: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,</a:t>
            </a:r>
            <a:r>
              <a:rPr sz="1400" spc="-10" dirty="0">
                <a:solidFill>
                  <a:srgbClr val="13289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13289F"/>
                </a:solidFill>
                <a:latin typeface="Calibri"/>
                <a:cs typeface="Calibri"/>
              </a:rPr>
              <a:t>Hea</a:t>
            </a: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d</a:t>
            </a:r>
            <a:r>
              <a:rPr sz="1400" spc="-5" dirty="0">
                <a:solidFill>
                  <a:srgbClr val="13289F"/>
                </a:solidFill>
                <a:latin typeface="Calibri"/>
                <a:cs typeface="Calibri"/>
              </a:rPr>
              <a:t> o</a:t>
            </a: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f</a:t>
            </a:r>
            <a:r>
              <a:rPr sz="1400" spc="-10" dirty="0">
                <a:solidFill>
                  <a:srgbClr val="13289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13289F"/>
                </a:solidFill>
                <a:latin typeface="Calibri"/>
                <a:cs typeface="Calibri"/>
              </a:rPr>
              <a:t>C</a:t>
            </a: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e</a:t>
            </a:r>
            <a:r>
              <a:rPr sz="1400" spc="-20" dirty="0">
                <a:solidFill>
                  <a:srgbClr val="13289F"/>
                </a:solidFill>
                <a:latin typeface="Calibri"/>
                <a:cs typeface="Calibri"/>
              </a:rPr>
              <a:t>n</a:t>
            </a:r>
            <a:r>
              <a:rPr sz="1400" spc="-15" dirty="0">
                <a:solidFill>
                  <a:srgbClr val="13289F"/>
                </a:solidFill>
                <a:latin typeface="Calibri"/>
                <a:cs typeface="Calibri"/>
              </a:rPr>
              <a:t>t</a:t>
            </a: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er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13289F"/>
                </a:solidFill>
                <a:latin typeface="Calibri"/>
                <a:cs typeface="Calibri"/>
              </a:rPr>
              <a:t>Commune</a:t>
            </a:r>
            <a:r>
              <a:rPr sz="1400" spc="-30" dirty="0">
                <a:solidFill>
                  <a:srgbClr val="13289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3289F"/>
                </a:solidFill>
                <a:latin typeface="Calibri"/>
                <a:cs typeface="Calibri"/>
              </a:rPr>
              <a:t>Health</a:t>
            </a:r>
            <a:r>
              <a:rPr sz="1400" spc="-35" dirty="0">
                <a:solidFill>
                  <a:srgbClr val="13289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3289F"/>
                </a:solidFill>
                <a:latin typeface="Calibri"/>
                <a:cs typeface="Calibri"/>
              </a:rPr>
              <a:t>Center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052080" y="5326795"/>
            <a:ext cx="615141" cy="64839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1708" y="2531338"/>
            <a:ext cx="6412229" cy="55857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1708" y="4422647"/>
            <a:ext cx="8291322" cy="558545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4687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2.1.</a:t>
            </a:r>
            <a:r>
              <a:rPr spc="-15" dirty="0"/>
              <a:t> </a:t>
            </a:r>
            <a:r>
              <a:rPr spc="-5" dirty="0"/>
              <a:t>AI-based</a:t>
            </a:r>
            <a:r>
              <a:rPr spc="-10" dirty="0"/>
              <a:t> </a:t>
            </a:r>
            <a:r>
              <a:rPr spc="-5" dirty="0"/>
              <a:t>Clinical</a:t>
            </a:r>
            <a:r>
              <a:rPr spc="-10" dirty="0"/>
              <a:t> </a:t>
            </a:r>
            <a:r>
              <a:rPr spc="-5" dirty="0"/>
              <a:t>Decision</a:t>
            </a:r>
            <a:r>
              <a:rPr spc="-10" dirty="0"/>
              <a:t> </a:t>
            </a:r>
            <a:r>
              <a:rPr dirty="0"/>
              <a:t>Support</a:t>
            </a:r>
            <a:r>
              <a:rPr spc="-10" dirty="0"/>
              <a:t> </a:t>
            </a:r>
            <a:r>
              <a:rPr spc="-5" dirty="0"/>
              <a:t>System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47116" y="1540763"/>
            <a:ext cx="5668518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2052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6167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04" y="2130551"/>
            <a:ext cx="1424177" cy="17449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581900" y="2096833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0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1" y="452437"/>
                </a:lnTo>
                <a:lnTo>
                  <a:pt x="553211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86928" y="2096833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0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2" y="452437"/>
                </a:lnTo>
                <a:lnTo>
                  <a:pt x="553212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91956" y="2096833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0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5176" y="2613437"/>
            <a:ext cx="551815" cy="624205"/>
          </a:xfrm>
          <a:custGeom>
            <a:avLst/>
            <a:gdLst/>
            <a:ahLst/>
            <a:cxnLst/>
            <a:rect l="l" t="t" r="r" b="b"/>
            <a:pathLst>
              <a:path w="551815" h="624205">
                <a:moveTo>
                  <a:pt x="275177" y="0"/>
                </a:moveTo>
                <a:lnTo>
                  <a:pt x="15875" y="142589"/>
                </a:lnTo>
                <a:lnTo>
                  <a:pt x="0" y="172434"/>
                </a:lnTo>
                <a:lnTo>
                  <a:pt x="0" y="451326"/>
                </a:lnTo>
                <a:lnTo>
                  <a:pt x="258318" y="619855"/>
                </a:lnTo>
                <a:lnTo>
                  <a:pt x="275177" y="623760"/>
                </a:lnTo>
                <a:lnTo>
                  <a:pt x="284678" y="622784"/>
                </a:lnTo>
                <a:lnTo>
                  <a:pt x="534162" y="481171"/>
                </a:lnTo>
                <a:lnTo>
                  <a:pt x="551688" y="451326"/>
                </a:lnTo>
                <a:lnTo>
                  <a:pt x="551688" y="172434"/>
                </a:lnTo>
                <a:lnTo>
                  <a:pt x="293370" y="3905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84107" y="2613437"/>
            <a:ext cx="551815" cy="624205"/>
          </a:xfrm>
          <a:custGeom>
            <a:avLst/>
            <a:gdLst/>
            <a:ahLst/>
            <a:cxnLst/>
            <a:rect l="l" t="t" r="r" b="b"/>
            <a:pathLst>
              <a:path w="551815" h="624205">
                <a:moveTo>
                  <a:pt x="275177" y="0"/>
                </a:moveTo>
                <a:lnTo>
                  <a:pt x="15875" y="142589"/>
                </a:lnTo>
                <a:lnTo>
                  <a:pt x="0" y="172434"/>
                </a:lnTo>
                <a:lnTo>
                  <a:pt x="0" y="451326"/>
                </a:lnTo>
                <a:lnTo>
                  <a:pt x="258318" y="619855"/>
                </a:lnTo>
                <a:lnTo>
                  <a:pt x="275177" y="623760"/>
                </a:lnTo>
                <a:lnTo>
                  <a:pt x="284678" y="622784"/>
                </a:lnTo>
                <a:lnTo>
                  <a:pt x="534162" y="481171"/>
                </a:lnTo>
                <a:lnTo>
                  <a:pt x="551688" y="451326"/>
                </a:lnTo>
                <a:lnTo>
                  <a:pt x="551688" y="172434"/>
                </a:lnTo>
                <a:lnTo>
                  <a:pt x="293370" y="3905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37347" y="2377439"/>
            <a:ext cx="244601" cy="8762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7095" y="2891027"/>
            <a:ext cx="314705" cy="10591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92083" y="2380488"/>
            <a:ext cx="323850" cy="8458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74023" y="2814777"/>
            <a:ext cx="377215" cy="24312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76359" y="2382011"/>
            <a:ext cx="160781" cy="83058"/>
          </a:xfrm>
          <a:prstGeom prst="rect">
            <a:avLst/>
          </a:prstGeom>
        </p:spPr>
      </p:pic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58954"/>
              </p:ext>
            </p:extLst>
          </p:nvPr>
        </p:nvGraphicFramePr>
        <p:xfrm>
          <a:off x="711200" y="3263900"/>
          <a:ext cx="8564880" cy="2705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3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3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b="1" spc="0" dirty="0">
                          <a:latin typeface="Arial"/>
                          <a:cs typeface="Arial"/>
                        </a:rPr>
                        <a:t>PEEK Vision (UK)</a:t>
                      </a:r>
                      <a:endParaRPr sz="1000" spc="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44475" indent="-173355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 MT"/>
                        <a:buChar char="•"/>
                        <a:tabLst>
                          <a:tab pos="244475" algn="l"/>
                          <a:tab pos="245110" algn="l"/>
                        </a:tabLst>
                      </a:pPr>
                      <a:r>
                        <a:rPr sz="1000" spc="0" dirty="0">
                          <a:latin typeface="Trebuchet MS"/>
                          <a:cs typeface="Trebuchet MS"/>
                        </a:rPr>
                        <a:t>Photograph fundus using smartphones</a:t>
                      </a:r>
                      <a:endParaRPr sz="1000" spc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 marR="175895" indent="-172720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 MT"/>
                        <a:buChar char="•"/>
                        <a:tabLst>
                          <a:tab pos="245110" algn="l"/>
                          <a:tab pos="245745" algn="l"/>
                        </a:tabLst>
                      </a:pPr>
                      <a:r>
                        <a:rPr sz="1000" spc="0" dirty="0">
                          <a:latin typeface="Trebuchet MS"/>
                          <a:cs typeface="Trebuchet MS"/>
                        </a:rPr>
                        <a:t>Get a medical specialist’s interpretation of image transmission  via message service</a:t>
                      </a:r>
                      <a:endParaRPr sz="1000" spc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b="1" spc="0" dirty="0">
                          <a:latin typeface="Arial"/>
                          <a:cs typeface="Arial"/>
                        </a:rPr>
                        <a:t>Welch Allyn (US)</a:t>
                      </a:r>
                      <a:endParaRPr sz="1000" spc="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44475" indent="-173355">
                        <a:lnSpc>
                          <a:spcPct val="100000"/>
                        </a:lnSpc>
                        <a:spcBef>
                          <a:spcPts val="305"/>
                        </a:spcBef>
                        <a:buFont typeface="Arial MT"/>
                        <a:buChar char="•"/>
                        <a:tabLst>
                          <a:tab pos="244475" algn="l"/>
                          <a:tab pos="245110" algn="l"/>
                        </a:tabLst>
                      </a:pPr>
                      <a:r>
                        <a:rPr sz="1000" spc="0" dirty="0">
                          <a:latin typeface="Trebuchet MS"/>
                          <a:cs typeface="Trebuchet MS"/>
                        </a:rPr>
                        <a:t>Take a zoomed-in photograph with portable ophthalmic devices and smartphones</a:t>
                      </a:r>
                      <a:endParaRPr sz="1000" spc="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 indent="-172720">
                        <a:lnSpc>
                          <a:spcPct val="100000"/>
                        </a:lnSpc>
                        <a:spcBef>
                          <a:spcPts val="305"/>
                        </a:spcBef>
                        <a:buFont typeface="Arial MT"/>
                        <a:buChar char="•"/>
                        <a:tabLst>
                          <a:tab pos="245110" algn="l"/>
                          <a:tab pos="245745" algn="l"/>
                        </a:tabLst>
                      </a:pPr>
                      <a:r>
                        <a:rPr sz="1000" spc="0" dirty="0">
                          <a:latin typeface="Trebuchet MS"/>
                          <a:cs typeface="Trebuchet MS"/>
                        </a:rPr>
                        <a:t>Hard to focus because of the miosis and eye movement by light</a:t>
                      </a:r>
                      <a:endParaRPr sz="1000" spc="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b="1" spc="0" dirty="0">
                          <a:latin typeface="Arial"/>
                          <a:cs typeface="Arial"/>
                        </a:rPr>
                        <a:t>Goblink (US)</a:t>
                      </a:r>
                      <a:endParaRPr sz="1000" spc="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44475" indent="-173355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 MT"/>
                        <a:buChar char="•"/>
                        <a:tabLst>
                          <a:tab pos="244475" algn="l"/>
                          <a:tab pos="245110" algn="l"/>
                        </a:tabLst>
                      </a:pPr>
                      <a:r>
                        <a:rPr sz="1000" spc="0" dirty="0">
                          <a:latin typeface="Trebuchet MS"/>
                          <a:cs typeface="Trebuchet MS"/>
                        </a:rPr>
                        <a:t>Measure visual acuity, anomalies of refraction, and pupillary distance with smartphones</a:t>
                      </a:r>
                      <a:endParaRPr sz="1000" spc="0">
                        <a:latin typeface="Trebuchet MS"/>
                        <a:cs typeface="Trebuchet MS"/>
                      </a:endParaRPr>
                    </a:p>
                    <a:p>
                      <a:pPr marL="244475" indent="-17335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244475" algn="l"/>
                          <a:tab pos="245110" algn="l"/>
                        </a:tabLst>
                      </a:pPr>
                      <a:r>
                        <a:rPr sz="1000" spc="0" dirty="0">
                          <a:latin typeface="Trebuchet MS"/>
                          <a:cs typeface="Trebuchet MS"/>
                        </a:rPr>
                        <a:t>Commercialized using portable ophthalmic  devices and smartphones</a:t>
                      </a:r>
                      <a:endParaRPr sz="1000" spc="0">
                        <a:latin typeface="Trebuchet MS"/>
                        <a:cs typeface="Trebuchet MS"/>
                      </a:endParaRPr>
                    </a:p>
                    <a:p>
                      <a:pPr marL="244475" indent="-17335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44475" algn="l"/>
                          <a:tab pos="245110" algn="l"/>
                        </a:tabLst>
                      </a:pPr>
                      <a:r>
                        <a:rPr sz="1000" spc="0" dirty="0">
                          <a:latin typeface="Trebuchet MS"/>
                          <a:cs typeface="Trebuchet MS"/>
                        </a:rPr>
                        <a:t>Deliver information to optometrist and optician</a:t>
                      </a:r>
                      <a:endParaRPr sz="1000" spc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 indent="-172720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 MT"/>
                        <a:buChar char="•"/>
                        <a:tabLst>
                          <a:tab pos="245110" algn="l"/>
                          <a:tab pos="245745" algn="l"/>
                        </a:tabLst>
                      </a:pPr>
                      <a:r>
                        <a:rPr sz="1000" spc="0" dirty="0">
                          <a:latin typeface="Trebuchet MS"/>
                          <a:cs typeface="Trebuchet MS"/>
                        </a:rPr>
                        <a:t>Direct synchronization with smartphones is unsupported</a:t>
                      </a:r>
                      <a:endParaRPr sz="1000" spc="0">
                        <a:latin typeface="Trebuchet MS"/>
                        <a:cs typeface="Trebuchet MS"/>
                      </a:endParaRPr>
                    </a:p>
                    <a:p>
                      <a:pPr marL="245110" marR="246379" indent="-17272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245110" algn="l"/>
                          <a:tab pos="245745" algn="l"/>
                        </a:tabLst>
                      </a:pPr>
                      <a:r>
                        <a:rPr sz="1000" spc="0" dirty="0">
                          <a:latin typeface="Trebuchet MS"/>
                          <a:cs typeface="Trebuchet MS"/>
                        </a:rPr>
                        <a:t>Cannot obtain information of disease other than anomalies of  refraction</a:t>
                      </a:r>
                      <a:endParaRPr sz="1000" spc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b="1" spc="0" dirty="0">
                          <a:latin typeface="Arial"/>
                          <a:cs typeface="Arial"/>
                        </a:rPr>
                        <a:t>Horus (Taiwan)</a:t>
                      </a:r>
                      <a:endParaRPr sz="1000" spc="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44475" indent="-173355">
                        <a:lnSpc>
                          <a:spcPct val="100000"/>
                        </a:lnSpc>
                        <a:spcBef>
                          <a:spcPts val="305"/>
                        </a:spcBef>
                        <a:buFont typeface="Arial MT"/>
                        <a:buChar char="•"/>
                        <a:tabLst>
                          <a:tab pos="244475" algn="l"/>
                          <a:tab pos="245110" algn="l"/>
                        </a:tabLst>
                      </a:pPr>
                      <a:r>
                        <a:rPr sz="1000" spc="0" dirty="0">
                          <a:latin typeface="Trebuchet MS"/>
                          <a:cs typeface="Trebuchet MS"/>
                        </a:rPr>
                        <a:t>Photograph fundus without using mydriatic</a:t>
                      </a:r>
                      <a:endParaRPr sz="1000" spc="0">
                        <a:latin typeface="Trebuchet MS"/>
                        <a:cs typeface="Trebuchet MS"/>
                      </a:endParaRPr>
                    </a:p>
                    <a:p>
                      <a:pPr marL="244475" indent="-17335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44475" algn="l"/>
                          <a:tab pos="245110" algn="l"/>
                        </a:tabLst>
                      </a:pPr>
                      <a:r>
                        <a:rPr sz="1000" spc="0" dirty="0">
                          <a:latin typeface="Trebuchet MS"/>
                          <a:cs typeface="Trebuchet MS"/>
                        </a:rPr>
                        <a:t>Support high-quality image and video</a:t>
                      </a:r>
                      <a:endParaRPr sz="1000" spc="0">
                        <a:latin typeface="Trebuchet MS"/>
                        <a:cs typeface="Trebuchet MS"/>
                      </a:endParaRPr>
                    </a:p>
                    <a:p>
                      <a:pPr marL="244475" indent="-17335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44475" algn="l"/>
                          <a:tab pos="245110" algn="l"/>
                        </a:tabLst>
                      </a:pPr>
                      <a:r>
                        <a:rPr sz="1000" spc="0" dirty="0">
                          <a:latin typeface="Trebuchet MS"/>
                          <a:cs typeface="Trebuchet MS"/>
                        </a:rPr>
                        <a:t>Real-time screen sharing via wi-fi</a:t>
                      </a:r>
                      <a:endParaRPr sz="1000" spc="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 indent="-172720">
                        <a:lnSpc>
                          <a:spcPct val="100000"/>
                        </a:lnSpc>
                        <a:spcBef>
                          <a:spcPts val="305"/>
                        </a:spcBef>
                        <a:buFont typeface="Arial MT"/>
                        <a:buChar char="•"/>
                        <a:tabLst>
                          <a:tab pos="245110" algn="l"/>
                          <a:tab pos="245745" algn="l"/>
                        </a:tabLst>
                      </a:pPr>
                      <a:r>
                        <a:rPr sz="1000" spc="0" dirty="0">
                          <a:latin typeface="Trebuchet MS"/>
                          <a:cs typeface="Trebuchet MS"/>
                        </a:rPr>
                        <a:t>High retail price deters mass adoption</a:t>
                      </a:r>
                      <a:endParaRPr sz="1000" spc="0">
                        <a:latin typeface="Trebuchet MS"/>
                        <a:cs typeface="Trebuchet MS"/>
                      </a:endParaRPr>
                    </a:p>
                    <a:p>
                      <a:pPr marL="245110" indent="-1727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45110" algn="l"/>
                          <a:tab pos="245745" algn="l"/>
                        </a:tabLst>
                      </a:pPr>
                      <a:r>
                        <a:rPr sz="1000" spc="0" dirty="0">
                          <a:latin typeface="Trebuchet MS"/>
                          <a:cs typeface="Trebuchet MS"/>
                        </a:rPr>
                        <a:t>Requires a high level of skills for non-specialist doctors</a:t>
                      </a:r>
                      <a:endParaRPr sz="1000" spc="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71755" marR="4648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b="1" spc="0" dirty="0">
                          <a:latin typeface="Arial"/>
                          <a:cs typeface="Arial"/>
                        </a:rPr>
                        <a:t>Vula Eye  (Switzerland)</a:t>
                      </a:r>
                      <a:endParaRPr sz="1000" spc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44475" indent="-173355">
                        <a:lnSpc>
                          <a:spcPct val="100000"/>
                        </a:lnSpc>
                        <a:spcBef>
                          <a:spcPts val="305"/>
                        </a:spcBef>
                        <a:buFont typeface="Arial MT"/>
                        <a:buChar char="•"/>
                        <a:tabLst>
                          <a:tab pos="244475" algn="l"/>
                          <a:tab pos="245110" algn="l"/>
                        </a:tabLst>
                      </a:pPr>
                      <a:r>
                        <a:rPr sz="1000" spc="0" dirty="0">
                          <a:latin typeface="Trebuchet MS"/>
                          <a:cs typeface="Trebuchet MS"/>
                        </a:rPr>
                        <a:t>Connect patients living in mountainous areas with medical specialists</a:t>
                      </a:r>
                      <a:endParaRPr sz="1000" spc="0">
                        <a:latin typeface="Trebuchet MS"/>
                        <a:cs typeface="Trebuchet MS"/>
                      </a:endParaRPr>
                    </a:p>
                    <a:p>
                      <a:pPr marL="244475" indent="-17335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44475" algn="l"/>
                          <a:tab pos="245110" algn="l"/>
                        </a:tabLst>
                      </a:pPr>
                      <a:r>
                        <a:rPr sz="1000" spc="0" dirty="0">
                          <a:latin typeface="Trebuchet MS"/>
                          <a:cs typeface="Trebuchet MS"/>
                        </a:rPr>
                        <a:t>Conduct a visual acuity test with a simple guidance</a:t>
                      </a:r>
                      <a:endParaRPr sz="1000" spc="0">
                        <a:latin typeface="Trebuchet MS"/>
                        <a:cs typeface="Trebuchet MS"/>
                      </a:endParaRPr>
                    </a:p>
                    <a:p>
                      <a:pPr marL="244475" indent="-17335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44475" algn="l"/>
                          <a:tab pos="245110" algn="l"/>
                        </a:tabLst>
                      </a:pPr>
                      <a:r>
                        <a:rPr sz="1000" spc="0" dirty="0">
                          <a:latin typeface="Trebuchet MS"/>
                          <a:cs typeface="Trebuchet MS"/>
                        </a:rPr>
                        <a:t>Obtain accurate and detailed information via web chat with specialists</a:t>
                      </a:r>
                      <a:endParaRPr sz="1000" spc="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 marR="187960" indent="-172720">
                        <a:lnSpc>
                          <a:spcPct val="100000"/>
                        </a:lnSpc>
                        <a:spcBef>
                          <a:spcPts val="305"/>
                        </a:spcBef>
                        <a:buFont typeface="Arial MT"/>
                        <a:buChar char="•"/>
                        <a:tabLst>
                          <a:tab pos="245110" algn="l"/>
                          <a:tab pos="245745" algn="l"/>
                        </a:tabLst>
                      </a:pPr>
                      <a:r>
                        <a:rPr sz="1000" spc="0" dirty="0">
                          <a:latin typeface="Trebuchet MS"/>
                          <a:cs typeface="Trebuchet MS"/>
                        </a:rPr>
                        <a:t>Restricted applicability to cataract and retinal diseases, which  are major causes of blindness</a:t>
                      </a:r>
                    </a:p>
                  </a:txBody>
                  <a:tcPr marL="0" marR="0" marT="38735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25766" y="3353180"/>
            <a:ext cx="736409" cy="13030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524884" y="3350386"/>
            <a:ext cx="1175257" cy="13309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484618" y="3350386"/>
            <a:ext cx="642747" cy="13309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11708" y="2532875"/>
            <a:ext cx="5007102" cy="657618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37489" y="431419"/>
            <a:ext cx="4687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AI-based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Clinical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Decision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Support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System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47116" y="1540763"/>
            <a:ext cx="5668518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8921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3120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2399" y="2130625"/>
            <a:ext cx="436602" cy="13937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666232" y="3616452"/>
            <a:ext cx="3677920" cy="2247900"/>
            <a:chOff x="5666232" y="3616452"/>
            <a:chExt cx="3677920" cy="224790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66232" y="3616452"/>
              <a:ext cx="3677412" cy="22479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66232" y="3616452"/>
              <a:ext cx="3677412" cy="22479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208776" y="5480304"/>
              <a:ext cx="55244" cy="384175"/>
            </a:xfrm>
            <a:custGeom>
              <a:avLst/>
              <a:gdLst/>
              <a:ahLst/>
              <a:cxnLst/>
              <a:rect l="l" t="t" r="r" b="b"/>
              <a:pathLst>
                <a:path w="55245" h="384175">
                  <a:moveTo>
                    <a:pt x="54863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54863" y="384048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8172" y="4041648"/>
              <a:ext cx="577596" cy="1482852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7581900" y="2092261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1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1" y="452437"/>
                </a:lnTo>
                <a:lnTo>
                  <a:pt x="553211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186928" y="2092261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1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2" y="452437"/>
                </a:lnTo>
                <a:lnTo>
                  <a:pt x="553212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791956" y="2092261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1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885176" y="2608897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0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484107" y="2608897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0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37347" y="2374392"/>
            <a:ext cx="244601" cy="8610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07095" y="2886455"/>
            <a:ext cx="314705" cy="10744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92083" y="2377439"/>
            <a:ext cx="323850" cy="8305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574023" y="2811754"/>
            <a:ext cx="377215" cy="24157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976359" y="2377439"/>
            <a:ext cx="160781" cy="8305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11708" y="2529839"/>
            <a:ext cx="4485894" cy="135407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37489" y="431419"/>
            <a:ext cx="4687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AI-based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Clinical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Decision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Support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System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47116" y="1540763"/>
            <a:ext cx="5668518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3120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04" y="2125979"/>
            <a:ext cx="2679954" cy="17602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581900" y="2092261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1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1" y="452437"/>
                </a:lnTo>
                <a:lnTo>
                  <a:pt x="553211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86928" y="2092261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1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2" y="452437"/>
                </a:lnTo>
                <a:lnTo>
                  <a:pt x="553212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91956" y="2092261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1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5176" y="2608897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0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84107" y="2608897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0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37347" y="2374392"/>
            <a:ext cx="244601" cy="8610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7095" y="2886455"/>
            <a:ext cx="314705" cy="1074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92083" y="2377439"/>
            <a:ext cx="323850" cy="8305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74023" y="2811754"/>
            <a:ext cx="377215" cy="24157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76359" y="2377439"/>
            <a:ext cx="160781" cy="8305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1708" y="2529839"/>
            <a:ext cx="5081778" cy="75971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02563" y="3616452"/>
            <a:ext cx="2154936" cy="98755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996183" y="3616452"/>
            <a:ext cx="2154936" cy="98755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306567" y="3616452"/>
            <a:ext cx="2153412" cy="98755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02563" y="4753355"/>
            <a:ext cx="2154936" cy="98602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996183" y="4753355"/>
            <a:ext cx="2154936" cy="986028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37489" y="431419"/>
            <a:ext cx="4687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AI-based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Clinical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Decision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Support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System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47116" y="1540763"/>
            <a:ext cx="5668518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84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1595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2395" y="2130625"/>
            <a:ext cx="537190" cy="13937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581900" y="2092261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1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1" y="452437"/>
                </a:lnTo>
                <a:lnTo>
                  <a:pt x="553211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86928" y="2092261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1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2" y="452437"/>
                </a:lnTo>
                <a:lnTo>
                  <a:pt x="553212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91956" y="2092261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1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5176" y="2608865"/>
            <a:ext cx="551815" cy="624205"/>
          </a:xfrm>
          <a:custGeom>
            <a:avLst/>
            <a:gdLst/>
            <a:ahLst/>
            <a:cxnLst/>
            <a:rect l="l" t="t" r="r" b="b"/>
            <a:pathLst>
              <a:path w="551815" h="624205">
                <a:moveTo>
                  <a:pt x="275177" y="0"/>
                </a:moveTo>
                <a:lnTo>
                  <a:pt x="15875" y="142589"/>
                </a:lnTo>
                <a:lnTo>
                  <a:pt x="0" y="172434"/>
                </a:lnTo>
                <a:lnTo>
                  <a:pt x="0" y="451326"/>
                </a:lnTo>
                <a:lnTo>
                  <a:pt x="258318" y="619855"/>
                </a:lnTo>
                <a:lnTo>
                  <a:pt x="275177" y="623760"/>
                </a:lnTo>
                <a:lnTo>
                  <a:pt x="284678" y="622784"/>
                </a:lnTo>
                <a:lnTo>
                  <a:pt x="534162" y="481171"/>
                </a:lnTo>
                <a:lnTo>
                  <a:pt x="551688" y="451326"/>
                </a:lnTo>
                <a:lnTo>
                  <a:pt x="551688" y="172434"/>
                </a:lnTo>
                <a:lnTo>
                  <a:pt x="293370" y="3905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84107" y="2608865"/>
            <a:ext cx="551815" cy="624205"/>
          </a:xfrm>
          <a:custGeom>
            <a:avLst/>
            <a:gdLst/>
            <a:ahLst/>
            <a:cxnLst/>
            <a:rect l="l" t="t" r="r" b="b"/>
            <a:pathLst>
              <a:path w="551815" h="624205">
                <a:moveTo>
                  <a:pt x="275177" y="0"/>
                </a:moveTo>
                <a:lnTo>
                  <a:pt x="15875" y="142589"/>
                </a:lnTo>
                <a:lnTo>
                  <a:pt x="0" y="172434"/>
                </a:lnTo>
                <a:lnTo>
                  <a:pt x="0" y="451326"/>
                </a:lnTo>
                <a:lnTo>
                  <a:pt x="258318" y="619855"/>
                </a:lnTo>
                <a:lnTo>
                  <a:pt x="275177" y="623760"/>
                </a:lnTo>
                <a:lnTo>
                  <a:pt x="284678" y="622784"/>
                </a:lnTo>
                <a:lnTo>
                  <a:pt x="534162" y="481171"/>
                </a:lnTo>
                <a:lnTo>
                  <a:pt x="551688" y="451326"/>
                </a:lnTo>
                <a:lnTo>
                  <a:pt x="551688" y="172434"/>
                </a:lnTo>
                <a:lnTo>
                  <a:pt x="293370" y="3905"/>
                </a:lnTo>
                <a:lnTo>
                  <a:pt x="275177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37347" y="2372867"/>
            <a:ext cx="244601" cy="8762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7095" y="2886455"/>
            <a:ext cx="314705" cy="10591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92083" y="2375916"/>
            <a:ext cx="323850" cy="8458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74023" y="2810205"/>
            <a:ext cx="377215" cy="24312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76359" y="2377439"/>
            <a:ext cx="160781" cy="8305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94859" y="3295996"/>
            <a:ext cx="4748784" cy="255629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1708" y="2528316"/>
            <a:ext cx="3621786" cy="225018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37489" y="431419"/>
            <a:ext cx="4687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AI-based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Clinical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Decision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Support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System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47116" y="1540763"/>
            <a:ext cx="5668518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1595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2395" y="2129101"/>
            <a:ext cx="537190" cy="13937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581900" y="2090737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1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1" y="452437"/>
                </a:lnTo>
                <a:lnTo>
                  <a:pt x="553211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86928" y="2090737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1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2" y="452437"/>
                </a:lnTo>
                <a:lnTo>
                  <a:pt x="553212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91956" y="2090737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1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5176" y="2607373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1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84107" y="2607373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1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37347" y="2371344"/>
            <a:ext cx="244601" cy="8762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7095" y="2884932"/>
            <a:ext cx="314705" cy="10591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92083" y="2375916"/>
            <a:ext cx="323850" cy="8305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74023" y="2810230"/>
            <a:ext cx="377215" cy="24157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76359" y="2375916"/>
            <a:ext cx="160781" cy="83058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711708" y="2528316"/>
            <a:ext cx="7646034" cy="3339465"/>
            <a:chOff x="711708" y="2528316"/>
            <a:chExt cx="7646034" cy="3339465"/>
          </a:xfrm>
        </p:grpSpPr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1708" y="2528316"/>
              <a:ext cx="7317485" cy="175488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25255" y="4290060"/>
              <a:ext cx="6931931" cy="157733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936495" y="5837935"/>
            <a:ext cx="3771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5" dirty="0">
                <a:solidFill>
                  <a:srgbClr val="252525"/>
                </a:solidFill>
                <a:latin typeface="Franklin Gothic Medium"/>
                <a:cs typeface="Franklin Gothic Medium"/>
              </a:rPr>
              <a:t>2</a:t>
            </a:r>
            <a:r>
              <a:rPr sz="1400" spc="-150" dirty="0">
                <a:solidFill>
                  <a:srgbClr val="252525"/>
                </a:solidFill>
                <a:latin typeface="Franklin Gothic Medium"/>
                <a:cs typeface="Franklin Gothic Medium"/>
              </a:rPr>
              <a:t>0</a:t>
            </a:r>
            <a:r>
              <a:rPr sz="1400" spc="-165" dirty="0">
                <a:solidFill>
                  <a:srgbClr val="252525"/>
                </a:solidFill>
                <a:latin typeface="Franklin Gothic Medium"/>
                <a:cs typeface="Franklin Gothic Medium"/>
              </a:rPr>
              <a:t>1</a:t>
            </a:r>
            <a:r>
              <a:rPr sz="1400" spc="-105" dirty="0">
                <a:solidFill>
                  <a:srgbClr val="252525"/>
                </a:solidFill>
                <a:latin typeface="Franklin Gothic Medium"/>
                <a:cs typeface="Franklin Gothic Medium"/>
              </a:rPr>
              <a:t>6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98696" y="5837935"/>
            <a:ext cx="3727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5" dirty="0">
                <a:solidFill>
                  <a:srgbClr val="252525"/>
                </a:solidFill>
                <a:latin typeface="Franklin Gothic Medium"/>
                <a:cs typeface="Franklin Gothic Medium"/>
              </a:rPr>
              <a:t>2</a:t>
            </a:r>
            <a:r>
              <a:rPr sz="1400" spc="-150" dirty="0">
                <a:solidFill>
                  <a:srgbClr val="252525"/>
                </a:solidFill>
                <a:latin typeface="Franklin Gothic Medium"/>
                <a:cs typeface="Franklin Gothic Medium"/>
              </a:rPr>
              <a:t>0</a:t>
            </a:r>
            <a:r>
              <a:rPr sz="1400" spc="-200" dirty="0">
                <a:solidFill>
                  <a:srgbClr val="252525"/>
                </a:solidFill>
                <a:latin typeface="Franklin Gothic Medium"/>
                <a:cs typeface="Franklin Gothic Medium"/>
              </a:rPr>
              <a:t>1</a:t>
            </a:r>
            <a:r>
              <a:rPr sz="1400" spc="-105" dirty="0">
                <a:solidFill>
                  <a:srgbClr val="252525"/>
                </a:solidFill>
                <a:latin typeface="Franklin Gothic Medium"/>
                <a:cs typeface="Franklin Gothic Medium"/>
              </a:rPr>
              <a:t>7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57135" y="5837935"/>
            <a:ext cx="3816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5" dirty="0">
                <a:solidFill>
                  <a:srgbClr val="252525"/>
                </a:solidFill>
                <a:latin typeface="Franklin Gothic Medium"/>
                <a:cs typeface="Franklin Gothic Medium"/>
              </a:rPr>
              <a:t>2</a:t>
            </a:r>
            <a:r>
              <a:rPr sz="1400" spc="-150" dirty="0">
                <a:solidFill>
                  <a:srgbClr val="252525"/>
                </a:solidFill>
                <a:latin typeface="Franklin Gothic Medium"/>
                <a:cs typeface="Franklin Gothic Medium"/>
              </a:rPr>
              <a:t>0</a:t>
            </a:r>
            <a:r>
              <a:rPr sz="1400" spc="-130" dirty="0">
                <a:solidFill>
                  <a:srgbClr val="252525"/>
                </a:solidFill>
                <a:latin typeface="Franklin Gothic Medium"/>
                <a:cs typeface="Franklin Gothic Medium"/>
              </a:rPr>
              <a:t>1</a:t>
            </a:r>
            <a:r>
              <a:rPr sz="1400" spc="-105" dirty="0">
                <a:solidFill>
                  <a:srgbClr val="252525"/>
                </a:solidFill>
                <a:latin typeface="Franklin Gothic Medium"/>
                <a:cs typeface="Franklin Gothic Medium"/>
              </a:rPr>
              <a:t>8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7489" y="431419"/>
            <a:ext cx="4687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AI-based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Clinical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Decision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Support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System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47116" y="1540763"/>
            <a:ext cx="5668518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0072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2396" y="2129052"/>
            <a:ext cx="496041" cy="13789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581900" y="2090705"/>
            <a:ext cx="553720" cy="624205"/>
          </a:xfrm>
          <a:custGeom>
            <a:avLst/>
            <a:gdLst/>
            <a:ahLst/>
            <a:cxnLst/>
            <a:rect l="l" t="t" r="r" b="b"/>
            <a:pathLst>
              <a:path w="553720" h="624205">
                <a:moveTo>
                  <a:pt x="275939" y="0"/>
                </a:moveTo>
                <a:lnTo>
                  <a:pt x="15875" y="142589"/>
                </a:lnTo>
                <a:lnTo>
                  <a:pt x="0" y="172434"/>
                </a:lnTo>
                <a:lnTo>
                  <a:pt x="0" y="451326"/>
                </a:lnTo>
                <a:lnTo>
                  <a:pt x="258952" y="619855"/>
                </a:lnTo>
                <a:lnTo>
                  <a:pt x="275939" y="623760"/>
                </a:lnTo>
                <a:lnTo>
                  <a:pt x="285492" y="622784"/>
                </a:lnTo>
                <a:lnTo>
                  <a:pt x="535558" y="481171"/>
                </a:lnTo>
                <a:lnTo>
                  <a:pt x="553211" y="451326"/>
                </a:lnTo>
                <a:lnTo>
                  <a:pt x="553211" y="172434"/>
                </a:lnTo>
                <a:lnTo>
                  <a:pt x="294258" y="3905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86928" y="2090705"/>
            <a:ext cx="553720" cy="624205"/>
          </a:xfrm>
          <a:custGeom>
            <a:avLst/>
            <a:gdLst/>
            <a:ahLst/>
            <a:cxnLst/>
            <a:rect l="l" t="t" r="r" b="b"/>
            <a:pathLst>
              <a:path w="553720" h="624205">
                <a:moveTo>
                  <a:pt x="275939" y="0"/>
                </a:moveTo>
                <a:lnTo>
                  <a:pt x="15875" y="142589"/>
                </a:lnTo>
                <a:lnTo>
                  <a:pt x="0" y="172434"/>
                </a:lnTo>
                <a:lnTo>
                  <a:pt x="0" y="451326"/>
                </a:lnTo>
                <a:lnTo>
                  <a:pt x="258952" y="619855"/>
                </a:lnTo>
                <a:lnTo>
                  <a:pt x="275939" y="623760"/>
                </a:lnTo>
                <a:lnTo>
                  <a:pt x="285492" y="622784"/>
                </a:lnTo>
                <a:lnTo>
                  <a:pt x="535558" y="481171"/>
                </a:lnTo>
                <a:lnTo>
                  <a:pt x="553212" y="451326"/>
                </a:lnTo>
                <a:lnTo>
                  <a:pt x="553212" y="172434"/>
                </a:lnTo>
                <a:lnTo>
                  <a:pt x="294258" y="3905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91956" y="2090705"/>
            <a:ext cx="551815" cy="624205"/>
          </a:xfrm>
          <a:custGeom>
            <a:avLst/>
            <a:gdLst/>
            <a:ahLst/>
            <a:cxnLst/>
            <a:rect l="l" t="t" r="r" b="b"/>
            <a:pathLst>
              <a:path w="551815" h="624205">
                <a:moveTo>
                  <a:pt x="275177" y="0"/>
                </a:moveTo>
                <a:lnTo>
                  <a:pt x="15875" y="142589"/>
                </a:lnTo>
                <a:lnTo>
                  <a:pt x="0" y="172434"/>
                </a:lnTo>
                <a:lnTo>
                  <a:pt x="0" y="451326"/>
                </a:lnTo>
                <a:lnTo>
                  <a:pt x="258318" y="619855"/>
                </a:lnTo>
                <a:lnTo>
                  <a:pt x="275177" y="623760"/>
                </a:lnTo>
                <a:lnTo>
                  <a:pt x="284678" y="622784"/>
                </a:lnTo>
                <a:lnTo>
                  <a:pt x="534162" y="481171"/>
                </a:lnTo>
                <a:lnTo>
                  <a:pt x="551688" y="451326"/>
                </a:lnTo>
                <a:lnTo>
                  <a:pt x="551688" y="172434"/>
                </a:lnTo>
                <a:lnTo>
                  <a:pt x="293370" y="3905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5176" y="2605849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1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84107" y="2605849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1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37347" y="2371344"/>
            <a:ext cx="244601" cy="8610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7095" y="2883407"/>
            <a:ext cx="314705" cy="1074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92083" y="2374392"/>
            <a:ext cx="323850" cy="8458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74023" y="2808706"/>
            <a:ext cx="377215" cy="24157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76359" y="2374392"/>
            <a:ext cx="160781" cy="8305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1708" y="2526792"/>
            <a:ext cx="4001262" cy="255346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887467" y="3534169"/>
            <a:ext cx="4456176" cy="255421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37489" y="431419"/>
            <a:ext cx="4687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AI-based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Clinical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Decision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Support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System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47116" y="1540763"/>
            <a:ext cx="5668518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3120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04" y="2125979"/>
            <a:ext cx="1882902" cy="17602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581900" y="2092261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1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1" y="452437"/>
                </a:lnTo>
                <a:lnTo>
                  <a:pt x="553211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86928" y="2092261"/>
            <a:ext cx="553720" cy="625475"/>
          </a:xfrm>
          <a:custGeom>
            <a:avLst/>
            <a:gdLst/>
            <a:ahLst/>
            <a:cxnLst/>
            <a:rect l="l" t="t" r="r" b="b"/>
            <a:pathLst>
              <a:path w="553720" h="625475">
                <a:moveTo>
                  <a:pt x="275939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952" y="621220"/>
                </a:lnTo>
                <a:lnTo>
                  <a:pt x="275939" y="625221"/>
                </a:lnTo>
                <a:lnTo>
                  <a:pt x="285492" y="624220"/>
                </a:lnTo>
                <a:lnTo>
                  <a:pt x="535558" y="482282"/>
                </a:lnTo>
                <a:lnTo>
                  <a:pt x="553212" y="452437"/>
                </a:lnTo>
                <a:lnTo>
                  <a:pt x="553212" y="172783"/>
                </a:lnTo>
                <a:lnTo>
                  <a:pt x="294258" y="4000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91956" y="2092261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1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5176" y="2608897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0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84107" y="2608897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0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37347" y="2374392"/>
            <a:ext cx="244601" cy="8610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7095" y="2886455"/>
            <a:ext cx="314705" cy="1074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92083" y="2377439"/>
            <a:ext cx="323850" cy="8305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74023" y="2811754"/>
            <a:ext cx="377215" cy="24157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76359" y="2377439"/>
            <a:ext cx="160781" cy="8305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1708" y="2529839"/>
            <a:ext cx="3475482" cy="75971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70532" y="5532120"/>
            <a:ext cx="3099054" cy="40158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440679" y="5611367"/>
            <a:ext cx="626316" cy="15849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708163" y="4211049"/>
            <a:ext cx="215630" cy="7215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938097" y="4211049"/>
            <a:ext cx="214040" cy="7215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695980" y="4927144"/>
            <a:ext cx="432029" cy="194256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864904" y="4927144"/>
            <a:ext cx="433537" cy="19425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049052" y="4927144"/>
            <a:ext cx="433537" cy="194256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486180" y="4035686"/>
            <a:ext cx="483834" cy="7530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168912" y="4866275"/>
            <a:ext cx="215630" cy="70723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3069335" y="3706367"/>
            <a:ext cx="3152140" cy="289560"/>
          </a:xfrm>
          <a:custGeom>
            <a:avLst/>
            <a:gdLst/>
            <a:ahLst/>
            <a:cxnLst/>
            <a:rect l="l" t="t" r="r" b="b"/>
            <a:pathLst>
              <a:path w="3152140" h="289560">
                <a:moveTo>
                  <a:pt x="0" y="289559"/>
                </a:moveTo>
                <a:lnTo>
                  <a:pt x="0" y="0"/>
                </a:lnTo>
                <a:lnTo>
                  <a:pt x="3151631" y="0"/>
                </a:lnTo>
                <a:lnTo>
                  <a:pt x="3151631" y="271017"/>
                </a:lnTo>
              </a:path>
            </a:pathLst>
          </a:custGeom>
          <a:ln w="12192">
            <a:solidFill>
              <a:srgbClr val="FFB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2700527" y="3829811"/>
            <a:ext cx="4921250" cy="1925320"/>
            <a:chOff x="2700527" y="3829811"/>
            <a:chExt cx="4921250" cy="1925320"/>
          </a:xfrm>
        </p:grpSpPr>
        <p:sp>
          <p:nvSpPr>
            <p:cNvPr id="29" name="object 29"/>
            <p:cNvSpPr/>
            <p:nvPr/>
          </p:nvSpPr>
          <p:spPr>
            <a:xfrm>
              <a:off x="4352544" y="4094987"/>
              <a:ext cx="2969260" cy="525780"/>
            </a:xfrm>
            <a:custGeom>
              <a:avLst/>
              <a:gdLst/>
              <a:ahLst/>
              <a:cxnLst/>
              <a:rect l="l" t="t" r="r" b="b"/>
              <a:pathLst>
                <a:path w="2969259" h="525779">
                  <a:moveTo>
                    <a:pt x="0" y="0"/>
                  </a:moveTo>
                  <a:lnTo>
                    <a:pt x="1794002" y="0"/>
                  </a:lnTo>
                  <a:lnTo>
                    <a:pt x="2968752" y="525780"/>
                  </a:lnTo>
                </a:path>
              </a:pathLst>
            </a:custGeom>
            <a:ln w="12192">
              <a:solidFill>
                <a:srgbClr val="FFB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45891" y="4101083"/>
              <a:ext cx="3202305" cy="512445"/>
            </a:xfrm>
            <a:custGeom>
              <a:avLst/>
              <a:gdLst/>
              <a:ahLst/>
              <a:cxnLst/>
              <a:rect l="l" t="t" r="r" b="b"/>
              <a:pathLst>
                <a:path w="3202304" h="512445">
                  <a:moveTo>
                    <a:pt x="0" y="493776"/>
                  </a:moveTo>
                  <a:lnTo>
                    <a:pt x="3201923" y="0"/>
                  </a:lnTo>
                </a:path>
                <a:path w="3202304" h="512445">
                  <a:moveTo>
                    <a:pt x="1129283" y="512064"/>
                  </a:moveTo>
                  <a:lnTo>
                    <a:pt x="3195828" y="30480"/>
                  </a:lnTo>
                </a:path>
              </a:pathLst>
            </a:custGeom>
            <a:ln w="12192">
              <a:solidFill>
                <a:srgbClr val="0033C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700527" y="3829811"/>
              <a:ext cx="4920957" cy="1924812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820911" y="5254752"/>
            <a:ext cx="333019" cy="557034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8444483" y="5300471"/>
            <a:ext cx="302260" cy="0"/>
          </a:xfrm>
          <a:custGeom>
            <a:avLst/>
            <a:gdLst/>
            <a:ahLst/>
            <a:cxnLst/>
            <a:rect l="l" t="t" r="r" b="b"/>
            <a:pathLst>
              <a:path w="302259">
                <a:moveTo>
                  <a:pt x="0" y="0"/>
                </a:moveTo>
                <a:lnTo>
                  <a:pt x="301751" y="0"/>
                </a:lnTo>
              </a:path>
            </a:pathLst>
          </a:custGeom>
          <a:ln w="1219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444483" y="5455920"/>
            <a:ext cx="302260" cy="0"/>
          </a:xfrm>
          <a:custGeom>
            <a:avLst/>
            <a:gdLst/>
            <a:ahLst/>
            <a:cxnLst/>
            <a:rect l="l" t="t" r="r" b="b"/>
            <a:pathLst>
              <a:path w="302259">
                <a:moveTo>
                  <a:pt x="0" y="0"/>
                </a:moveTo>
                <a:lnTo>
                  <a:pt x="301751" y="0"/>
                </a:lnTo>
              </a:path>
            </a:pathLst>
          </a:custGeom>
          <a:ln w="12192">
            <a:solidFill>
              <a:srgbClr val="00AF5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444483" y="5611367"/>
            <a:ext cx="302260" cy="0"/>
          </a:xfrm>
          <a:custGeom>
            <a:avLst/>
            <a:gdLst/>
            <a:ahLst/>
            <a:cxnLst/>
            <a:rect l="l" t="t" r="r" b="b"/>
            <a:pathLst>
              <a:path w="302259">
                <a:moveTo>
                  <a:pt x="0" y="0"/>
                </a:moveTo>
                <a:lnTo>
                  <a:pt x="301751" y="0"/>
                </a:lnTo>
              </a:path>
            </a:pathLst>
          </a:custGeom>
          <a:ln w="12192">
            <a:solidFill>
              <a:srgbClr val="FFB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444483" y="5765291"/>
            <a:ext cx="302260" cy="0"/>
          </a:xfrm>
          <a:custGeom>
            <a:avLst/>
            <a:gdLst/>
            <a:ahLst/>
            <a:cxnLst/>
            <a:rect l="l" t="t" r="r" b="b"/>
            <a:pathLst>
              <a:path w="302259">
                <a:moveTo>
                  <a:pt x="0" y="0"/>
                </a:moveTo>
                <a:lnTo>
                  <a:pt x="301751" y="0"/>
                </a:lnTo>
              </a:path>
            </a:pathLst>
          </a:custGeom>
          <a:ln w="12192">
            <a:solidFill>
              <a:srgbClr val="0033CC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614671" y="3083051"/>
            <a:ext cx="3025902" cy="558546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760720" y="4980419"/>
            <a:ext cx="2128266" cy="537222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437489" y="431419"/>
            <a:ext cx="4687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AI-based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Clinical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Decision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Support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System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41" name="object 4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47116" y="1540763"/>
            <a:ext cx="5668518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0072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04" y="2124455"/>
            <a:ext cx="1445514" cy="17449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581900" y="2090705"/>
            <a:ext cx="553720" cy="624205"/>
          </a:xfrm>
          <a:custGeom>
            <a:avLst/>
            <a:gdLst/>
            <a:ahLst/>
            <a:cxnLst/>
            <a:rect l="l" t="t" r="r" b="b"/>
            <a:pathLst>
              <a:path w="553720" h="624205">
                <a:moveTo>
                  <a:pt x="275939" y="0"/>
                </a:moveTo>
                <a:lnTo>
                  <a:pt x="15875" y="142589"/>
                </a:lnTo>
                <a:lnTo>
                  <a:pt x="0" y="172434"/>
                </a:lnTo>
                <a:lnTo>
                  <a:pt x="0" y="451326"/>
                </a:lnTo>
                <a:lnTo>
                  <a:pt x="258952" y="619855"/>
                </a:lnTo>
                <a:lnTo>
                  <a:pt x="275939" y="623760"/>
                </a:lnTo>
                <a:lnTo>
                  <a:pt x="285492" y="622784"/>
                </a:lnTo>
                <a:lnTo>
                  <a:pt x="535558" y="481171"/>
                </a:lnTo>
                <a:lnTo>
                  <a:pt x="553211" y="451326"/>
                </a:lnTo>
                <a:lnTo>
                  <a:pt x="553211" y="172434"/>
                </a:lnTo>
                <a:lnTo>
                  <a:pt x="294258" y="3905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86928" y="2090705"/>
            <a:ext cx="553720" cy="624205"/>
          </a:xfrm>
          <a:custGeom>
            <a:avLst/>
            <a:gdLst/>
            <a:ahLst/>
            <a:cxnLst/>
            <a:rect l="l" t="t" r="r" b="b"/>
            <a:pathLst>
              <a:path w="553720" h="624205">
                <a:moveTo>
                  <a:pt x="275939" y="0"/>
                </a:moveTo>
                <a:lnTo>
                  <a:pt x="15875" y="142589"/>
                </a:lnTo>
                <a:lnTo>
                  <a:pt x="0" y="172434"/>
                </a:lnTo>
                <a:lnTo>
                  <a:pt x="0" y="451326"/>
                </a:lnTo>
                <a:lnTo>
                  <a:pt x="258952" y="619855"/>
                </a:lnTo>
                <a:lnTo>
                  <a:pt x="275939" y="623760"/>
                </a:lnTo>
                <a:lnTo>
                  <a:pt x="285492" y="622784"/>
                </a:lnTo>
                <a:lnTo>
                  <a:pt x="535558" y="481171"/>
                </a:lnTo>
                <a:lnTo>
                  <a:pt x="553212" y="451326"/>
                </a:lnTo>
                <a:lnTo>
                  <a:pt x="553212" y="172434"/>
                </a:lnTo>
                <a:lnTo>
                  <a:pt x="294258" y="3905"/>
                </a:lnTo>
                <a:lnTo>
                  <a:pt x="2759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91956" y="2090705"/>
            <a:ext cx="551815" cy="624205"/>
          </a:xfrm>
          <a:custGeom>
            <a:avLst/>
            <a:gdLst/>
            <a:ahLst/>
            <a:cxnLst/>
            <a:rect l="l" t="t" r="r" b="b"/>
            <a:pathLst>
              <a:path w="551815" h="624205">
                <a:moveTo>
                  <a:pt x="275177" y="0"/>
                </a:moveTo>
                <a:lnTo>
                  <a:pt x="15875" y="142589"/>
                </a:lnTo>
                <a:lnTo>
                  <a:pt x="0" y="172434"/>
                </a:lnTo>
                <a:lnTo>
                  <a:pt x="0" y="451326"/>
                </a:lnTo>
                <a:lnTo>
                  <a:pt x="258318" y="619855"/>
                </a:lnTo>
                <a:lnTo>
                  <a:pt x="275177" y="623760"/>
                </a:lnTo>
                <a:lnTo>
                  <a:pt x="284678" y="622784"/>
                </a:lnTo>
                <a:lnTo>
                  <a:pt x="534162" y="481171"/>
                </a:lnTo>
                <a:lnTo>
                  <a:pt x="551688" y="451326"/>
                </a:lnTo>
                <a:lnTo>
                  <a:pt x="551688" y="172434"/>
                </a:lnTo>
                <a:lnTo>
                  <a:pt x="293370" y="3905"/>
                </a:lnTo>
                <a:lnTo>
                  <a:pt x="275177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5176" y="2605849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1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84107" y="2605849"/>
            <a:ext cx="551815" cy="625475"/>
          </a:xfrm>
          <a:custGeom>
            <a:avLst/>
            <a:gdLst/>
            <a:ahLst/>
            <a:cxnLst/>
            <a:rect l="l" t="t" r="r" b="b"/>
            <a:pathLst>
              <a:path w="551815" h="625475">
                <a:moveTo>
                  <a:pt x="275177" y="0"/>
                </a:moveTo>
                <a:lnTo>
                  <a:pt x="15875" y="142938"/>
                </a:lnTo>
                <a:lnTo>
                  <a:pt x="0" y="172783"/>
                </a:lnTo>
                <a:lnTo>
                  <a:pt x="0" y="452437"/>
                </a:lnTo>
                <a:lnTo>
                  <a:pt x="258318" y="621220"/>
                </a:lnTo>
                <a:lnTo>
                  <a:pt x="275177" y="625221"/>
                </a:lnTo>
                <a:lnTo>
                  <a:pt x="284678" y="624220"/>
                </a:lnTo>
                <a:lnTo>
                  <a:pt x="534162" y="482282"/>
                </a:lnTo>
                <a:lnTo>
                  <a:pt x="551688" y="452437"/>
                </a:lnTo>
                <a:lnTo>
                  <a:pt x="551688" y="172783"/>
                </a:lnTo>
                <a:lnTo>
                  <a:pt x="293370" y="4000"/>
                </a:lnTo>
                <a:lnTo>
                  <a:pt x="2751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37347" y="2371344"/>
            <a:ext cx="244601" cy="8610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7095" y="2883407"/>
            <a:ext cx="314705" cy="1074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92083" y="2374392"/>
            <a:ext cx="323850" cy="8458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74023" y="2808706"/>
            <a:ext cx="377215" cy="24157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76359" y="2374392"/>
            <a:ext cx="160781" cy="8305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954011" y="3337559"/>
            <a:ext cx="2391155" cy="258622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1708" y="2526792"/>
            <a:ext cx="6066282" cy="245592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37489" y="431419"/>
            <a:ext cx="4687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AI-based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Clinical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Decision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Support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System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47116" y="1540763"/>
            <a:ext cx="5668518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8888" y="3224758"/>
            <a:ext cx="3629405" cy="4000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7967" y="4053789"/>
            <a:ext cx="3283457" cy="221792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078991" y="4005071"/>
            <a:ext cx="36830" cy="251460"/>
          </a:xfrm>
          <a:custGeom>
            <a:avLst/>
            <a:gdLst/>
            <a:ahLst/>
            <a:cxnLst/>
            <a:rect l="l" t="t" r="r" b="b"/>
            <a:pathLst>
              <a:path w="36830" h="251460">
                <a:moveTo>
                  <a:pt x="36575" y="0"/>
                </a:moveTo>
                <a:lnTo>
                  <a:pt x="0" y="0"/>
                </a:lnTo>
                <a:lnTo>
                  <a:pt x="0" y="251459"/>
                </a:lnTo>
                <a:lnTo>
                  <a:pt x="36575" y="251459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7967" y="4497323"/>
            <a:ext cx="2686050" cy="206501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078991" y="4434840"/>
            <a:ext cx="36830" cy="251460"/>
          </a:xfrm>
          <a:custGeom>
            <a:avLst/>
            <a:gdLst/>
            <a:ahLst/>
            <a:cxnLst/>
            <a:rect l="l" t="t" r="r" b="b"/>
            <a:pathLst>
              <a:path w="36830" h="25146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0072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04" y="2124455"/>
            <a:ext cx="2012442" cy="14249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07136" y="2667000"/>
            <a:ext cx="2545080" cy="2066925"/>
            <a:chOff x="707136" y="2667000"/>
            <a:chExt cx="2545080" cy="2066925"/>
          </a:xfrm>
        </p:grpSpPr>
        <p:sp>
          <p:nvSpPr>
            <p:cNvPr id="8" name="object 8"/>
            <p:cNvSpPr/>
            <p:nvPr/>
          </p:nvSpPr>
          <p:spPr>
            <a:xfrm>
              <a:off x="711708" y="2671572"/>
              <a:ext cx="2536190" cy="2059305"/>
            </a:xfrm>
            <a:custGeom>
              <a:avLst/>
              <a:gdLst/>
              <a:ahLst/>
              <a:cxnLst/>
              <a:rect l="l" t="t" r="r" b="b"/>
              <a:pathLst>
                <a:path w="2536190" h="2059304">
                  <a:moveTo>
                    <a:pt x="0" y="2058923"/>
                  </a:moveTo>
                  <a:lnTo>
                    <a:pt x="2535936" y="2058923"/>
                  </a:lnTo>
                  <a:lnTo>
                    <a:pt x="2535936" y="0"/>
                  </a:lnTo>
                  <a:lnTo>
                    <a:pt x="0" y="0"/>
                  </a:lnTo>
                  <a:lnTo>
                    <a:pt x="0" y="2058923"/>
                  </a:lnTo>
                  <a:close/>
                </a:path>
              </a:pathLst>
            </a:custGeom>
            <a:ln w="6096">
              <a:solidFill>
                <a:srgbClr val="00B3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1708" y="2671572"/>
              <a:ext cx="2536190" cy="353695"/>
            </a:xfrm>
            <a:custGeom>
              <a:avLst/>
              <a:gdLst/>
              <a:ahLst/>
              <a:cxnLst/>
              <a:rect l="l" t="t" r="r" b="b"/>
              <a:pathLst>
                <a:path w="2536190" h="353694">
                  <a:moveTo>
                    <a:pt x="2535936" y="0"/>
                  </a:moveTo>
                  <a:lnTo>
                    <a:pt x="0" y="0"/>
                  </a:lnTo>
                  <a:lnTo>
                    <a:pt x="0" y="353567"/>
                  </a:lnTo>
                  <a:lnTo>
                    <a:pt x="2535936" y="353567"/>
                  </a:lnTo>
                  <a:lnTo>
                    <a:pt x="2535936" y="0"/>
                  </a:lnTo>
                  <a:close/>
                </a:path>
              </a:pathLst>
            </a:custGeom>
            <a:solidFill>
              <a:srgbClr val="00B3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1708" y="2671572"/>
              <a:ext cx="2536190" cy="353695"/>
            </a:xfrm>
            <a:custGeom>
              <a:avLst/>
              <a:gdLst/>
              <a:ahLst/>
              <a:cxnLst/>
              <a:rect l="l" t="t" r="r" b="b"/>
              <a:pathLst>
                <a:path w="2536190" h="353694">
                  <a:moveTo>
                    <a:pt x="0" y="353567"/>
                  </a:moveTo>
                  <a:lnTo>
                    <a:pt x="2535936" y="353567"/>
                  </a:lnTo>
                  <a:lnTo>
                    <a:pt x="2535936" y="0"/>
                  </a:lnTo>
                  <a:lnTo>
                    <a:pt x="0" y="0"/>
                  </a:lnTo>
                  <a:lnTo>
                    <a:pt x="0" y="353567"/>
                  </a:lnTo>
                  <a:close/>
                </a:path>
              </a:pathLst>
            </a:custGeom>
            <a:ln w="9143">
              <a:solidFill>
                <a:srgbClr val="00B3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93164" y="2799588"/>
            <a:ext cx="579882" cy="14706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753611" y="2667000"/>
            <a:ext cx="2546985" cy="2066925"/>
            <a:chOff x="3753611" y="2667000"/>
            <a:chExt cx="2546985" cy="2066925"/>
          </a:xfrm>
        </p:grpSpPr>
        <p:sp>
          <p:nvSpPr>
            <p:cNvPr id="13" name="object 13"/>
            <p:cNvSpPr/>
            <p:nvPr/>
          </p:nvSpPr>
          <p:spPr>
            <a:xfrm>
              <a:off x="3758183" y="2671572"/>
              <a:ext cx="2537460" cy="2059305"/>
            </a:xfrm>
            <a:custGeom>
              <a:avLst/>
              <a:gdLst/>
              <a:ahLst/>
              <a:cxnLst/>
              <a:rect l="l" t="t" r="r" b="b"/>
              <a:pathLst>
                <a:path w="2537460" h="2059304">
                  <a:moveTo>
                    <a:pt x="0" y="2058923"/>
                  </a:moveTo>
                  <a:lnTo>
                    <a:pt x="2537460" y="2058923"/>
                  </a:lnTo>
                  <a:lnTo>
                    <a:pt x="2537460" y="0"/>
                  </a:lnTo>
                  <a:lnTo>
                    <a:pt x="0" y="0"/>
                  </a:lnTo>
                  <a:lnTo>
                    <a:pt x="0" y="2058923"/>
                  </a:lnTo>
                  <a:close/>
                </a:path>
              </a:pathLst>
            </a:custGeom>
            <a:ln w="6096">
              <a:solidFill>
                <a:srgbClr val="007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58183" y="2671572"/>
              <a:ext cx="2537460" cy="353695"/>
            </a:xfrm>
            <a:custGeom>
              <a:avLst/>
              <a:gdLst/>
              <a:ahLst/>
              <a:cxnLst/>
              <a:rect l="l" t="t" r="r" b="b"/>
              <a:pathLst>
                <a:path w="2537460" h="353694">
                  <a:moveTo>
                    <a:pt x="2537460" y="0"/>
                  </a:moveTo>
                  <a:lnTo>
                    <a:pt x="0" y="0"/>
                  </a:lnTo>
                  <a:lnTo>
                    <a:pt x="0" y="353567"/>
                  </a:lnTo>
                  <a:lnTo>
                    <a:pt x="2537460" y="353567"/>
                  </a:lnTo>
                  <a:lnTo>
                    <a:pt x="2537460" y="0"/>
                  </a:lnTo>
                  <a:close/>
                </a:path>
              </a:pathLst>
            </a:custGeom>
            <a:solidFill>
              <a:srgbClr val="007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58183" y="2671572"/>
              <a:ext cx="2537460" cy="353695"/>
            </a:xfrm>
            <a:custGeom>
              <a:avLst/>
              <a:gdLst/>
              <a:ahLst/>
              <a:cxnLst/>
              <a:rect l="l" t="t" r="r" b="b"/>
              <a:pathLst>
                <a:path w="2537460" h="353694">
                  <a:moveTo>
                    <a:pt x="0" y="353567"/>
                  </a:moveTo>
                  <a:lnTo>
                    <a:pt x="2537460" y="353567"/>
                  </a:lnTo>
                  <a:lnTo>
                    <a:pt x="2537460" y="0"/>
                  </a:lnTo>
                  <a:lnTo>
                    <a:pt x="0" y="0"/>
                  </a:lnTo>
                  <a:lnTo>
                    <a:pt x="0" y="353567"/>
                  </a:lnTo>
                  <a:close/>
                </a:path>
              </a:pathLst>
            </a:custGeom>
            <a:ln w="9144">
              <a:solidFill>
                <a:srgbClr val="007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96740" y="2796539"/>
            <a:ext cx="1267206" cy="183641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6803135" y="2668523"/>
            <a:ext cx="2543810" cy="2065020"/>
            <a:chOff x="6803135" y="2668523"/>
            <a:chExt cx="2543810" cy="2065020"/>
          </a:xfrm>
        </p:grpSpPr>
        <p:sp>
          <p:nvSpPr>
            <p:cNvPr id="18" name="object 18"/>
            <p:cNvSpPr/>
            <p:nvPr/>
          </p:nvSpPr>
          <p:spPr>
            <a:xfrm>
              <a:off x="6806183" y="2671571"/>
              <a:ext cx="2537460" cy="2059305"/>
            </a:xfrm>
            <a:custGeom>
              <a:avLst/>
              <a:gdLst/>
              <a:ahLst/>
              <a:cxnLst/>
              <a:rect l="l" t="t" r="r" b="b"/>
              <a:pathLst>
                <a:path w="2537459" h="2059304">
                  <a:moveTo>
                    <a:pt x="0" y="2058923"/>
                  </a:moveTo>
                  <a:lnTo>
                    <a:pt x="2537460" y="2058923"/>
                  </a:lnTo>
                  <a:lnTo>
                    <a:pt x="2537460" y="0"/>
                  </a:lnTo>
                  <a:lnTo>
                    <a:pt x="0" y="0"/>
                  </a:lnTo>
                  <a:lnTo>
                    <a:pt x="0" y="2058923"/>
                  </a:lnTo>
                  <a:close/>
                </a:path>
              </a:pathLst>
            </a:custGeom>
            <a:ln w="6095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6183" y="2671571"/>
              <a:ext cx="2537460" cy="353695"/>
            </a:xfrm>
            <a:custGeom>
              <a:avLst/>
              <a:gdLst/>
              <a:ahLst/>
              <a:cxnLst/>
              <a:rect l="l" t="t" r="r" b="b"/>
              <a:pathLst>
                <a:path w="2537459" h="353694">
                  <a:moveTo>
                    <a:pt x="2537460" y="0"/>
                  </a:moveTo>
                  <a:lnTo>
                    <a:pt x="0" y="0"/>
                  </a:lnTo>
                  <a:lnTo>
                    <a:pt x="0" y="353567"/>
                  </a:lnTo>
                  <a:lnTo>
                    <a:pt x="2537460" y="353567"/>
                  </a:lnTo>
                  <a:lnTo>
                    <a:pt x="253746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6183" y="2671571"/>
              <a:ext cx="2537460" cy="353695"/>
            </a:xfrm>
            <a:custGeom>
              <a:avLst/>
              <a:gdLst/>
              <a:ahLst/>
              <a:cxnLst/>
              <a:rect l="l" t="t" r="r" b="b"/>
              <a:pathLst>
                <a:path w="2537459" h="353694">
                  <a:moveTo>
                    <a:pt x="0" y="353567"/>
                  </a:moveTo>
                  <a:lnTo>
                    <a:pt x="2537460" y="353567"/>
                  </a:lnTo>
                  <a:lnTo>
                    <a:pt x="2537460" y="0"/>
                  </a:lnTo>
                  <a:lnTo>
                    <a:pt x="0" y="0"/>
                  </a:lnTo>
                  <a:lnTo>
                    <a:pt x="0" y="353567"/>
                  </a:lnTo>
                  <a:close/>
                </a:path>
              </a:pathLst>
            </a:custGeom>
            <a:ln w="6095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14488" y="2779776"/>
            <a:ext cx="713994" cy="183641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1860804" y="4972811"/>
            <a:ext cx="6266815" cy="940435"/>
            <a:chOff x="1860804" y="4972811"/>
            <a:chExt cx="6266815" cy="940435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66900" y="4978907"/>
              <a:ext cx="6254496" cy="92811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863852" y="4975859"/>
              <a:ext cx="6261100" cy="934719"/>
            </a:xfrm>
            <a:custGeom>
              <a:avLst/>
              <a:gdLst/>
              <a:ahLst/>
              <a:cxnLst/>
              <a:rect l="l" t="t" r="r" b="b"/>
              <a:pathLst>
                <a:path w="6261100" h="934720">
                  <a:moveTo>
                    <a:pt x="0" y="934211"/>
                  </a:moveTo>
                  <a:lnTo>
                    <a:pt x="6260592" y="934211"/>
                  </a:lnTo>
                  <a:lnTo>
                    <a:pt x="6260592" y="0"/>
                  </a:lnTo>
                  <a:lnTo>
                    <a:pt x="0" y="0"/>
                  </a:lnTo>
                  <a:lnTo>
                    <a:pt x="0" y="934211"/>
                  </a:lnTo>
                  <a:close/>
                </a:path>
              </a:pathLst>
            </a:custGeom>
            <a:ln w="6096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19516" y="5413247"/>
            <a:ext cx="860298" cy="15011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4024" y="3293351"/>
            <a:ext cx="2045970" cy="92279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005071" y="3297923"/>
            <a:ext cx="2032253" cy="93041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048500" y="3297923"/>
            <a:ext cx="2041398" cy="50217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403847" y="3576828"/>
            <a:ext cx="307848" cy="249936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355847" y="3576828"/>
            <a:ext cx="307848" cy="249936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437489" y="431419"/>
            <a:ext cx="3122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Other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Application</a:t>
            </a:r>
            <a:r>
              <a:rPr sz="1800" spc="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Cases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47116" y="1540751"/>
            <a:ext cx="2730246" cy="30252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0448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0072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04" y="2122932"/>
            <a:ext cx="2212086" cy="17602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07136" y="2667000"/>
            <a:ext cx="2545080" cy="1640205"/>
            <a:chOff x="707136" y="2667000"/>
            <a:chExt cx="2545080" cy="1640205"/>
          </a:xfrm>
        </p:grpSpPr>
        <p:sp>
          <p:nvSpPr>
            <p:cNvPr id="8" name="object 8"/>
            <p:cNvSpPr/>
            <p:nvPr/>
          </p:nvSpPr>
          <p:spPr>
            <a:xfrm>
              <a:off x="711708" y="2671572"/>
              <a:ext cx="2536190" cy="1632585"/>
            </a:xfrm>
            <a:custGeom>
              <a:avLst/>
              <a:gdLst/>
              <a:ahLst/>
              <a:cxnLst/>
              <a:rect l="l" t="t" r="r" b="b"/>
              <a:pathLst>
                <a:path w="2536190" h="1632585">
                  <a:moveTo>
                    <a:pt x="0" y="1632203"/>
                  </a:moveTo>
                  <a:lnTo>
                    <a:pt x="2535936" y="1632203"/>
                  </a:lnTo>
                  <a:lnTo>
                    <a:pt x="2535936" y="0"/>
                  </a:lnTo>
                  <a:lnTo>
                    <a:pt x="0" y="0"/>
                  </a:lnTo>
                  <a:lnTo>
                    <a:pt x="0" y="1632203"/>
                  </a:lnTo>
                  <a:close/>
                </a:path>
              </a:pathLst>
            </a:custGeom>
            <a:ln w="6096">
              <a:solidFill>
                <a:srgbClr val="00B3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1708" y="2671572"/>
              <a:ext cx="2536190" cy="353695"/>
            </a:xfrm>
            <a:custGeom>
              <a:avLst/>
              <a:gdLst/>
              <a:ahLst/>
              <a:cxnLst/>
              <a:rect l="l" t="t" r="r" b="b"/>
              <a:pathLst>
                <a:path w="2536190" h="353694">
                  <a:moveTo>
                    <a:pt x="2535936" y="0"/>
                  </a:moveTo>
                  <a:lnTo>
                    <a:pt x="0" y="0"/>
                  </a:lnTo>
                  <a:lnTo>
                    <a:pt x="0" y="353567"/>
                  </a:lnTo>
                  <a:lnTo>
                    <a:pt x="2535936" y="353567"/>
                  </a:lnTo>
                  <a:lnTo>
                    <a:pt x="2535936" y="0"/>
                  </a:lnTo>
                  <a:close/>
                </a:path>
              </a:pathLst>
            </a:custGeom>
            <a:solidFill>
              <a:srgbClr val="00B3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1708" y="2671572"/>
              <a:ext cx="2536190" cy="353695"/>
            </a:xfrm>
            <a:custGeom>
              <a:avLst/>
              <a:gdLst/>
              <a:ahLst/>
              <a:cxnLst/>
              <a:rect l="l" t="t" r="r" b="b"/>
              <a:pathLst>
                <a:path w="2536190" h="353694">
                  <a:moveTo>
                    <a:pt x="0" y="353567"/>
                  </a:moveTo>
                  <a:lnTo>
                    <a:pt x="2535936" y="353567"/>
                  </a:lnTo>
                  <a:lnTo>
                    <a:pt x="2535936" y="0"/>
                  </a:lnTo>
                  <a:lnTo>
                    <a:pt x="0" y="0"/>
                  </a:lnTo>
                  <a:lnTo>
                    <a:pt x="0" y="353567"/>
                  </a:lnTo>
                  <a:close/>
                </a:path>
              </a:pathLst>
            </a:custGeom>
            <a:ln w="9143">
              <a:solidFill>
                <a:srgbClr val="00B3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93164" y="2799588"/>
            <a:ext cx="579882" cy="14706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753611" y="2667000"/>
            <a:ext cx="2546985" cy="1640205"/>
            <a:chOff x="3753611" y="2667000"/>
            <a:chExt cx="2546985" cy="1640205"/>
          </a:xfrm>
        </p:grpSpPr>
        <p:sp>
          <p:nvSpPr>
            <p:cNvPr id="13" name="object 13"/>
            <p:cNvSpPr/>
            <p:nvPr/>
          </p:nvSpPr>
          <p:spPr>
            <a:xfrm>
              <a:off x="3758183" y="2671572"/>
              <a:ext cx="2537460" cy="1632585"/>
            </a:xfrm>
            <a:custGeom>
              <a:avLst/>
              <a:gdLst/>
              <a:ahLst/>
              <a:cxnLst/>
              <a:rect l="l" t="t" r="r" b="b"/>
              <a:pathLst>
                <a:path w="2537460" h="1632585">
                  <a:moveTo>
                    <a:pt x="0" y="1632203"/>
                  </a:moveTo>
                  <a:lnTo>
                    <a:pt x="2537460" y="1632203"/>
                  </a:lnTo>
                  <a:lnTo>
                    <a:pt x="2537460" y="0"/>
                  </a:lnTo>
                  <a:lnTo>
                    <a:pt x="0" y="0"/>
                  </a:lnTo>
                  <a:lnTo>
                    <a:pt x="0" y="1632203"/>
                  </a:lnTo>
                  <a:close/>
                </a:path>
              </a:pathLst>
            </a:custGeom>
            <a:ln w="6096">
              <a:solidFill>
                <a:srgbClr val="007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58183" y="2671572"/>
              <a:ext cx="2537460" cy="353695"/>
            </a:xfrm>
            <a:custGeom>
              <a:avLst/>
              <a:gdLst/>
              <a:ahLst/>
              <a:cxnLst/>
              <a:rect l="l" t="t" r="r" b="b"/>
              <a:pathLst>
                <a:path w="2537460" h="353694">
                  <a:moveTo>
                    <a:pt x="2537460" y="0"/>
                  </a:moveTo>
                  <a:lnTo>
                    <a:pt x="0" y="0"/>
                  </a:lnTo>
                  <a:lnTo>
                    <a:pt x="0" y="353567"/>
                  </a:lnTo>
                  <a:lnTo>
                    <a:pt x="2537460" y="353567"/>
                  </a:lnTo>
                  <a:lnTo>
                    <a:pt x="2537460" y="0"/>
                  </a:lnTo>
                  <a:close/>
                </a:path>
              </a:pathLst>
            </a:custGeom>
            <a:solidFill>
              <a:srgbClr val="007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58183" y="2671572"/>
              <a:ext cx="2537460" cy="353695"/>
            </a:xfrm>
            <a:custGeom>
              <a:avLst/>
              <a:gdLst/>
              <a:ahLst/>
              <a:cxnLst/>
              <a:rect l="l" t="t" r="r" b="b"/>
              <a:pathLst>
                <a:path w="2537460" h="353694">
                  <a:moveTo>
                    <a:pt x="0" y="353567"/>
                  </a:moveTo>
                  <a:lnTo>
                    <a:pt x="2537460" y="353567"/>
                  </a:lnTo>
                  <a:lnTo>
                    <a:pt x="2537460" y="0"/>
                  </a:lnTo>
                  <a:lnTo>
                    <a:pt x="0" y="0"/>
                  </a:lnTo>
                  <a:lnTo>
                    <a:pt x="0" y="353567"/>
                  </a:lnTo>
                  <a:close/>
                </a:path>
              </a:pathLst>
            </a:custGeom>
            <a:ln w="9144">
              <a:solidFill>
                <a:srgbClr val="007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96740" y="2796539"/>
            <a:ext cx="1267206" cy="183641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6803135" y="2668523"/>
            <a:ext cx="2543810" cy="1638300"/>
            <a:chOff x="6803135" y="2668523"/>
            <a:chExt cx="2543810" cy="1638300"/>
          </a:xfrm>
        </p:grpSpPr>
        <p:sp>
          <p:nvSpPr>
            <p:cNvPr id="18" name="object 18"/>
            <p:cNvSpPr/>
            <p:nvPr/>
          </p:nvSpPr>
          <p:spPr>
            <a:xfrm>
              <a:off x="6806183" y="2671571"/>
              <a:ext cx="2537460" cy="1632585"/>
            </a:xfrm>
            <a:custGeom>
              <a:avLst/>
              <a:gdLst/>
              <a:ahLst/>
              <a:cxnLst/>
              <a:rect l="l" t="t" r="r" b="b"/>
              <a:pathLst>
                <a:path w="2537459" h="1632585">
                  <a:moveTo>
                    <a:pt x="0" y="1632203"/>
                  </a:moveTo>
                  <a:lnTo>
                    <a:pt x="2537460" y="1632203"/>
                  </a:lnTo>
                  <a:lnTo>
                    <a:pt x="2537460" y="0"/>
                  </a:lnTo>
                  <a:lnTo>
                    <a:pt x="0" y="0"/>
                  </a:lnTo>
                  <a:lnTo>
                    <a:pt x="0" y="1632203"/>
                  </a:lnTo>
                  <a:close/>
                </a:path>
              </a:pathLst>
            </a:custGeom>
            <a:ln w="6096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6183" y="2671571"/>
              <a:ext cx="2537460" cy="353695"/>
            </a:xfrm>
            <a:custGeom>
              <a:avLst/>
              <a:gdLst/>
              <a:ahLst/>
              <a:cxnLst/>
              <a:rect l="l" t="t" r="r" b="b"/>
              <a:pathLst>
                <a:path w="2537459" h="353694">
                  <a:moveTo>
                    <a:pt x="2537460" y="0"/>
                  </a:moveTo>
                  <a:lnTo>
                    <a:pt x="0" y="0"/>
                  </a:lnTo>
                  <a:lnTo>
                    <a:pt x="0" y="353567"/>
                  </a:lnTo>
                  <a:lnTo>
                    <a:pt x="2537460" y="353567"/>
                  </a:lnTo>
                  <a:lnTo>
                    <a:pt x="253746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6183" y="2671571"/>
              <a:ext cx="2537460" cy="353695"/>
            </a:xfrm>
            <a:custGeom>
              <a:avLst/>
              <a:gdLst/>
              <a:ahLst/>
              <a:cxnLst/>
              <a:rect l="l" t="t" r="r" b="b"/>
              <a:pathLst>
                <a:path w="2537459" h="353694">
                  <a:moveTo>
                    <a:pt x="0" y="353567"/>
                  </a:moveTo>
                  <a:lnTo>
                    <a:pt x="2537460" y="353567"/>
                  </a:lnTo>
                  <a:lnTo>
                    <a:pt x="2537460" y="0"/>
                  </a:lnTo>
                  <a:lnTo>
                    <a:pt x="0" y="0"/>
                  </a:lnTo>
                  <a:lnTo>
                    <a:pt x="0" y="353567"/>
                  </a:lnTo>
                  <a:close/>
                </a:path>
              </a:pathLst>
            </a:custGeom>
            <a:ln w="6095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14488" y="2779776"/>
            <a:ext cx="713994" cy="18364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85915" y="5140452"/>
            <a:ext cx="1247393" cy="183642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89075" y="3296399"/>
            <a:ext cx="1978914" cy="51588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005071" y="3297923"/>
            <a:ext cx="2032253" cy="51131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048500" y="3297923"/>
            <a:ext cx="2041398" cy="502170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4180332" y="4469891"/>
            <a:ext cx="1635760" cy="1452880"/>
            <a:chOff x="4180332" y="4469891"/>
            <a:chExt cx="1635760" cy="1452880"/>
          </a:xfrm>
        </p:grpSpPr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86428" y="4475987"/>
              <a:ext cx="1623060" cy="144018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183380" y="4472939"/>
              <a:ext cx="1629410" cy="1446530"/>
            </a:xfrm>
            <a:custGeom>
              <a:avLst/>
              <a:gdLst/>
              <a:ahLst/>
              <a:cxnLst/>
              <a:rect l="l" t="t" r="r" b="b"/>
              <a:pathLst>
                <a:path w="1629410" h="1446529">
                  <a:moveTo>
                    <a:pt x="0" y="1446276"/>
                  </a:moveTo>
                  <a:lnTo>
                    <a:pt x="1629155" y="1446276"/>
                  </a:lnTo>
                  <a:lnTo>
                    <a:pt x="1629155" y="0"/>
                  </a:lnTo>
                  <a:lnTo>
                    <a:pt x="0" y="0"/>
                  </a:lnTo>
                  <a:lnTo>
                    <a:pt x="0" y="1446276"/>
                  </a:lnTo>
                  <a:close/>
                </a:path>
              </a:pathLst>
            </a:custGeom>
            <a:ln w="6096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" name="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355847" y="3363467"/>
            <a:ext cx="307848" cy="249936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403847" y="3363467"/>
            <a:ext cx="307848" cy="249936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437489" y="431419"/>
            <a:ext cx="3122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Other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Application</a:t>
            </a:r>
            <a:r>
              <a:rPr sz="1800" spc="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Cases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47116" y="1540751"/>
            <a:ext cx="2730246" cy="30252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3120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04" y="2125979"/>
            <a:ext cx="2058162" cy="14401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01740" y="5353811"/>
            <a:ext cx="1831086" cy="15163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287011" y="4895088"/>
            <a:ext cx="1548765" cy="1024255"/>
            <a:chOff x="4287011" y="4895088"/>
            <a:chExt cx="1548765" cy="1024255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93107" y="4901184"/>
              <a:ext cx="1536191" cy="101193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290059" y="4898136"/>
              <a:ext cx="1542415" cy="1018540"/>
            </a:xfrm>
            <a:custGeom>
              <a:avLst/>
              <a:gdLst/>
              <a:ahLst/>
              <a:cxnLst/>
              <a:rect l="l" t="t" r="r" b="b"/>
              <a:pathLst>
                <a:path w="1542414" h="1018539">
                  <a:moveTo>
                    <a:pt x="0" y="1018032"/>
                  </a:moveTo>
                  <a:lnTo>
                    <a:pt x="1542288" y="1018032"/>
                  </a:lnTo>
                  <a:lnTo>
                    <a:pt x="1542288" y="0"/>
                  </a:lnTo>
                  <a:lnTo>
                    <a:pt x="0" y="0"/>
                  </a:lnTo>
                  <a:lnTo>
                    <a:pt x="0" y="1018032"/>
                  </a:lnTo>
                  <a:close/>
                </a:path>
              </a:pathLst>
            </a:custGeom>
            <a:ln w="609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07136" y="2670048"/>
            <a:ext cx="2545080" cy="2068195"/>
            <a:chOff x="707136" y="2670048"/>
            <a:chExt cx="2545080" cy="2068195"/>
          </a:xfrm>
        </p:grpSpPr>
        <p:sp>
          <p:nvSpPr>
            <p:cNvPr id="12" name="object 12"/>
            <p:cNvSpPr/>
            <p:nvPr/>
          </p:nvSpPr>
          <p:spPr>
            <a:xfrm>
              <a:off x="711708" y="2674620"/>
              <a:ext cx="2536190" cy="2060575"/>
            </a:xfrm>
            <a:custGeom>
              <a:avLst/>
              <a:gdLst/>
              <a:ahLst/>
              <a:cxnLst/>
              <a:rect l="l" t="t" r="r" b="b"/>
              <a:pathLst>
                <a:path w="2536190" h="2060575">
                  <a:moveTo>
                    <a:pt x="0" y="2060447"/>
                  </a:moveTo>
                  <a:lnTo>
                    <a:pt x="2535936" y="2060447"/>
                  </a:lnTo>
                  <a:lnTo>
                    <a:pt x="2535936" y="0"/>
                  </a:lnTo>
                  <a:lnTo>
                    <a:pt x="0" y="0"/>
                  </a:lnTo>
                  <a:lnTo>
                    <a:pt x="0" y="2060447"/>
                  </a:lnTo>
                  <a:close/>
                </a:path>
              </a:pathLst>
            </a:custGeom>
            <a:ln w="6096">
              <a:solidFill>
                <a:srgbClr val="00B3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1708" y="2674620"/>
              <a:ext cx="2536190" cy="352425"/>
            </a:xfrm>
            <a:custGeom>
              <a:avLst/>
              <a:gdLst/>
              <a:ahLst/>
              <a:cxnLst/>
              <a:rect l="l" t="t" r="r" b="b"/>
              <a:pathLst>
                <a:path w="2536190" h="352425">
                  <a:moveTo>
                    <a:pt x="2535936" y="0"/>
                  </a:moveTo>
                  <a:lnTo>
                    <a:pt x="0" y="0"/>
                  </a:lnTo>
                  <a:lnTo>
                    <a:pt x="0" y="352043"/>
                  </a:lnTo>
                  <a:lnTo>
                    <a:pt x="2535936" y="352043"/>
                  </a:lnTo>
                  <a:lnTo>
                    <a:pt x="2535936" y="0"/>
                  </a:lnTo>
                  <a:close/>
                </a:path>
              </a:pathLst>
            </a:custGeom>
            <a:solidFill>
              <a:srgbClr val="00B3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1708" y="2674620"/>
              <a:ext cx="2536190" cy="352425"/>
            </a:xfrm>
            <a:custGeom>
              <a:avLst/>
              <a:gdLst/>
              <a:ahLst/>
              <a:cxnLst/>
              <a:rect l="l" t="t" r="r" b="b"/>
              <a:pathLst>
                <a:path w="2536190" h="352425">
                  <a:moveTo>
                    <a:pt x="0" y="352043"/>
                  </a:moveTo>
                  <a:lnTo>
                    <a:pt x="2535936" y="352043"/>
                  </a:lnTo>
                  <a:lnTo>
                    <a:pt x="2535936" y="0"/>
                  </a:lnTo>
                  <a:lnTo>
                    <a:pt x="0" y="0"/>
                  </a:lnTo>
                  <a:lnTo>
                    <a:pt x="0" y="352043"/>
                  </a:lnTo>
                  <a:close/>
                </a:path>
              </a:pathLst>
            </a:custGeom>
            <a:ln w="9144">
              <a:solidFill>
                <a:srgbClr val="00B3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93164" y="2802635"/>
            <a:ext cx="579882" cy="147065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3753611" y="2670048"/>
            <a:ext cx="2546985" cy="2068195"/>
            <a:chOff x="3753611" y="2670048"/>
            <a:chExt cx="2546985" cy="2068195"/>
          </a:xfrm>
        </p:grpSpPr>
        <p:sp>
          <p:nvSpPr>
            <p:cNvPr id="17" name="object 17"/>
            <p:cNvSpPr/>
            <p:nvPr/>
          </p:nvSpPr>
          <p:spPr>
            <a:xfrm>
              <a:off x="3758183" y="2674620"/>
              <a:ext cx="2537460" cy="2060575"/>
            </a:xfrm>
            <a:custGeom>
              <a:avLst/>
              <a:gdLst/>
              <a:ahLst/>
              <a:cxnLst/>
              <a:rect l="l" t="t" r="r" b="b"/>
              <a:pathLst>
                <a:path w="2537460" h="2060575">
                  <a:moveTo>
                    <a:pt x="0" y="2060447"/>
                  </a:moveTo>
                  <a:lnTo>
                    <a:pt x="2537460" y="2060447"/>
                  </a:lnTo>
                  <a:lnTo>
                    <a:pt x="2537460" y="0"/>
                  </a:lnTo>
                  <a:lnTo>
                    <a:pt x="0" y="0"/>
                  </a:lnTo>
                  <a:lnTo>
                    <a:pt x="0" y="2060447"/>
                  </a:lnTo>
                  <a:close/>
                </a:path>
              </a:pathLst>
            </a:custGeom>
            <a:ln w="6096">
              <a:solidFill>
                <a:srgbClr val="007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58183" y="2674620"/>
              <a:ext cx="2537460" cy="352425"/>
            </a:xfrm>
            <a:custGeom>
              <a:avLst/>
              <a:gdLst/>
              <a:ahLst/>
              <a:cxnLst/>
              <a:rect l="l" t="t" r="r" b="b"/>
              <a:pathLst>
                <a:path w="2537460" h="352425">
                  <a:moveTo>
                    <a:pt x="2537460" y="0"/>
                  </a:moveTo>
                  <a:lnTo>
                    <a:pt x="0" y="0"/>
                  </a:lnTo>
                  <a:lnTo>
                    <a:pt x="0" y="352043"/>
                  </a:lnTo>
                  <a:lnTo>
                    <a:pt x="2537460" y="352043"/>
                  </a:lnTo>
                  <a:lnTo>
                    <a:pt x="2537460" y="0"/>
                  </a:lnTo>
                  <a:close/>
                </a:path>
              </a:pathLst>
            </a:custGeom>
            <a:solidFill>
              <a:srgbClr val="007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58183" y="2674620"/>
              <a:ext cx="2537460" cy="352425"/>
            </a:xfrm>
            <a:custGeom>
              <a:avLst/>
              <a:gdLst/>
              <a:ahLst/>
              <a:cxnLst/>
              <a:rect l="l" t="t" r="r" b="b"/>
              <a:pathLst>
                <a:path w="2537460" h="352425">
                  <a:moveTo>
                    <a:pt x="0" y="352043"/>
                  </a:moveTo>
                  <a:lnTo>
                    <a:pt x="2537460" y="352043"/>
                  </a:lnTo>
                  <a:lnTo>
                    <a:pt x="2537460" y="0"/>
                  </a:lnTo>
                  <a:lnTo>
                    <a:pt x="0" y="0"/>
                  </a:lnTo>
                  <a:lnTo>
                    <a:pt x="0" y="352043"/>
                  </a:lnTo>
                  <a:close/>
                </a:path>
              </a:pathLst>
            </a:custGeom>
            <a:ln w="9144">
              <a:solidFill>
                <a:srgbClr val="007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96740" y="2799588"/>
            <a:ext cx="1267206" cy="183641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6803135" y="2671572"/>
            <a:ext cx="2543810" cy="2066925"/>
            <a:chOff x="6803135" y="2671572"/>
            <a:chExt cx="2543810" cy="2066925"/>
          </a:xfrm>
        </p:grpSpPr>
        <p:sp>
          <p:nvSpPr>
            <p:cNvPr id="22" name="object 22"/>
            <p:cNvSpPr/>
            <p:nvPr/>
          </p:nvSpPr>
          <p:spPr>
            <a:xfrm>
              <a:off x="6806183" y="2674620"/>
              <a:ext cx="2537460" cy="2060575"/>
            </a:xfrm>
            <a:custGeom>
              <a:avLst/>
              <a:gdLst/>
              <a:ahLst/>
              <a:cxnLst/>
              <a:rect l="l" t="t" r="r" b="b"/>
              <a:pathLst>
                <a:path w="2537459" h="2060575">
                  <a:moveTo>
                    <a:pt x="0" y="2060447"/>
                  </a:moveTo>
                  <a:lnTo>
                    <a:pt x="2537460" y="2060447"/>
                  </a:lnTo>
                  <a:lnTo>
                    <a:pt x="2537460" y="0"/>
                  </a:lnTo>
                  <a:lnTo>
                    <a:pt x="0" y="0"/>
                  </a:lnTo>
                  <a:lnTo>
                    <a:pt x="0" y="2060447"/>
                  </a:lnTo>
                  <a:close/>
                </a:path>
              </a:pathLst>
            </a:custGeom>
            <a:ln w="6096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06183" y="2674620"/>
              <a:ext cx="2537460" cy="352425"/>
            </a:xfrm>
            <a:custGeom>
              <a:avLst/>
              <a:gdLst/>
              <a:ahLst/>
              <a:cxnLst/>
              <a:rect l="l" t="t" r="r" b="b"/>
              <a:pathLst>
                <a:path w="2537459" h="352425">
                  <a:moveTo>
                    <a:pt x="2537460" y="0"/>
                  </a:moveTo>
                  <a:lnTo>
                    <a:pt x="0" y="0"/>
                  </a:lnTo>
                  <a:lnTo>
                    <a:pt x="0" y="352043"/>
                  </a:lnTo>
                  <a:lnTo>
                    <a:pt x="2537460" y="352043"/>
                  </a:lnTo>
                  <a:lnTo>
                    <a:pt x="253746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806183" y="2674620"/>
              <a:ext cx="2537460" cy="352425"/>
            </a:xfrm>
            <a:custGeom>
              <a:avLst/>
              <a:gdLst/>
              <a:ahLst/>
              <a:cxnLst/>
              <a:rect l="l" t="t" r="r" b="b"/>
              <a:pathLst>
                <a:path w="2537459" h="352425">
                  <a:moveTo>
                    <a:pt x="0" y="352043"/>
                  </a:moveTo>
                  <a:lnTo>
                    <a:pt x="2537460" y="352043"/>
                  </a:lnTo>
                  <a:lnTo>
                    <a:pt x="2537460" y="0"/>
                  </a:lnTo>
                  <a:lnTo>
                    <a:pt x="0" y="0"/>
                  </a:lnTo>
                  <a:lnTo>
                    <a:pt x="0" y="352043"/>
                  </a:lnTo>
                  <a:close/>
                </a:path>
              </a:pathLst>
            </a:custGeom>
            <a:ln w="6096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714488" y="2782823"/>
            <a:ext cx="713994" cy="183641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60119" y="3299434"/>
            <a:ext cx="2036826" cy="33301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015740" y="3299447"/>
            <a:ext cx="2006345" cy="736866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914388" y="3299447"/>
            <a:ext cx="2314194" cy="93193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355847" y="3581400"/>
            <a:ext cx="307848" cy="24841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403847" y="3581400"/>
            <a:ext cx="307848" cy="248412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437489" y="431419"/>
            <a:ext cx="3122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Other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Application</a:t>
            </a:r>
            <a:r>
              <a:rPr sz="1800" spc="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Cases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47116" y="1540751"/>
            <a:ext cx="2730246" cy="30252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6521195"/>
            <a:ext cx="2009394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2103120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04" y="2125979"/>
            <a:ext cx="1698498" cy="17602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07136" y="2670048"/>
            <a:ext cx="2545080" cy="2066925"/>
            <a:chOff x="707136" y="2670048"/>
            <a:chExt cx="2545080" cy="2066925"/>
          </a:xfrm>
        </p:grpSpPr>
        <p:sp>
          <p:nvSpPr>
            <p:cNvPr id="8" name="object 8"/>
            <p:cNvSpPr/>
            <p:nvPr/>
          </p:nvSpPr>
          <p:spPr>
            <a:xfrm>
              <a:off x="711708" y="2674620"/>
              <a:ext cx="2536190" cy="2059305"/>
            </a:xfrm>
            <a:custGeom>
              <a:avLst/>
              <a:gdLst/>
              <a:ahLst/>
              <a:cxnLst/>
              <a:rect l="l" t="t" r="r" b="b"/>
              <a:pathLst>
                <a:path w="2536190" h="2059304">
                  <a:moveTo>
                    <a:pt x="0" y="2058923"/>
                  </a:moveTo>
                  <a:lnTo>
                    <a:pt x="2535936" y="2058923"/>
                  </a:lnTo>
                  <a:lnTo>
                    <a:pt x="2535936" y="0"/>
                  </a:lnTo>
                  <a:lnTo>
                    <a:pt x="0" y="0"/>
                  </a:lnTo>
                  <a:lnTo>
                    <a:pt x="0" y="2058923"/>
                  </a:lnTo>
                  <a:close/>
                </a:path>
              </a:pathLst>
            </a:custGeom>
            <a:ln w="6096">
              <a:solidFill>
                <a:srgbClr val="00B3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1708" y="2674620"/>
              <a:ext cx="2536190" cy="352425"/>
            </a:xfrm>
            <a:custGeom>
              <a:avLst/>
              <a:gdLst/>
              <a:ahLst/>
              <a:cxnLst/>
              <a:rect l="l" t="t" r="r" b="b"/>
              <a:pathLst>
                <a:path w="2536190" h="352425">
                  <a:moveTo>
                    <a:pt x="2535936" y="0"/>
                  </a:moveTo>
                  <a:lnTo>
                    <a:pt x="0" y="0"/>
                  </a:lnTo>
                  <a:lnTo>
                    <a:pt x="0" y="352043"/>
                  </a:lnTo>
                  <a:lnTo>
                    <a:pt x="2535936" y="352043"/>
                  </a:lnTo>
                  <a:lnTo>
                    <a:pt x="2535936" y="0"/>
                  </a:lnTo>
                  <a:close/>
                </a:path>
              </a:pathLst>
            </a:custGeom>
            <a:solidFill>
              <a:srgbClr val="00B3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1708" y="2674620"/>
              <a:ext cx="2536190" cy="352425"/>
            </a:xfrm>
            <a:custGeom>
              <a:avLst/>
              <a:gdLst/>
              <a:ahLst/>
              <a:cxnLst/>
              <a:rect l="l" t="t" r="r" b="b"/>
              <a:pathLst>
                <a:path w="2536190" h="352425">
                  <a:moveTo>
                    <a:pt x="0" y="352043"/>
                  </a:moveTo>
                  <a:lnTo>
                    <a:pt x="2535936" y="352043"/>
                  </a:lnTo>
                  <a:lnTo>
                    <a:pt x="2535936" y="0"/>
                  </a:lnTo>
                  <a:lnTo>
                    <a:pt x="0" y="0"/>
                  </a:lnTo>
                  <a:lnTo>
                    <a:pt x="0" y="352043"/>
                  </a:lnTo>
                  <a:close/>
                </a:path>
              </a:pathLst>
            </a:custGeom>
            <a:ln w="9144">
              <a:solidFill>
                <a:srgbClr val="00B3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93164" y="2802635"/>
            <a:ext cx="579882" cy="14706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753611" y="2670048"/>
            <a:ext cx="2546985" cy="2066925"/>
            <a:chOff x="3753611" y="2670048"/>
            <a:chExt cx="2546985" cy="2066925"/>
          </a:xfrm>
        </p:grpSpPr>
        <p:sp>
          <p:nvSpPr>
            <p:cNvPr id="13" name="object 13"/>
            <p:cNvSpPr/>
            <p:nvPr/>
          </p:nvSpPr>
          <p:spPr>
            <a:xfrm>
              <a:off x="3758183" y="2674620"/>
              <a:ext cx="2537460" cy="2059305"/>
            </a:xfrm>
            <a:custGeom>
              <a:avLst/>
              <a:gdLst/>
              <a:ahLst/>
              <a:cxnLst/>
              <a:rect l="l" t="t" r="r" b="b"/>
              <a:pathLst>
                <a:path w="2537460" h="2059304">
                  <a:moveTo>
                    <a:pt x="0" y="2058923"/>
                  </a:moveTo>
                  <a:lnTo>
                    <a:pt x="2537460" y="2058923"/>
                  </a:lnTo>
                  <a:lnTo>
                    <a:pt x="2537460" y="0"/>
                  </a:lnTo>
                  <a:lnTo>
                    <a:pt x="0" y="0"/>
                  </a:lnTo>
                  <a:lnTo>
                    <a:pt x="0" y="2058923"/>
                  </a:lnTo>
                  <a:close/>
                </a:path>
              </a:pathLst>
            </a:custGeom>
            <a:ln w="6096">
              <a:solidFill>
                <a:srgbClr val="007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58183" y="2674620"/>
              <a:ext cx="2537460" cy="352425"/>
            </a:xfrm>
            <a:custGeom>
              <a:avLst/>
              <a:gdLst/>
              <a:ahLst/>
              <a:cxnLst/>
              <a:rect l="l" t="t" r="r" b="b"/>
              <a:pathLst>
                <a:path w="2537460" h="352425">
                  <a:moveTo>
                    <a:pt x="2537460" y="0"/>
                  </a:moveTo>
                  <a:lnTo>
                    <a:pt x="0" y="0"/>
                  </a:lnTo>
                  <a:lnTo>
                    <a:pt x="0" y="352043"/>
                  </a:lnTo>
                  <a:lnTo>
                    <a:pt x="2537460" y="352043"/>
                  </a:lnTo>
                  <a:lnTo>
                    <a:pt x="2537460" y="0"/>
                  </a:lnTo>
                  <a:close/>
                </a:path>
              </a:pathLst>
            </a:custGeom>
            <a:solidFill>
              <a:srgbClr val="007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58183" y="2674620"/>
              <a:ext cx="2537460" cy="352425"/>
            </a:xfrm>
            <a:custGeom>
              <a:avLst/>
              <a:gdLst/>
              <a:ahLst/>
              <a:cxnLst/>
              <a:rect l="l" t="t" r="r" b="b"/>
              <a:pathLst>
                <a:path w="2537460" h="352425">
                  <a:moveTo>
                    <a:pt x="0" y="352043"/>
                  </a:moveTo>
                  <a:lnTo>
                    <a:pt x="2537460" y="352043"/>
                  </a:lnTo>
                  <a:lnTo>
                    <a:pt x="2537460" y="0"/>
                  </a:lnTo>
                  <a:lnTo>
                    <a:pt x="0" y="0"/>
                  </a:lnTo>
                  <a:lnTo>
                    <a:pt x="0" y="352043"/>
                  </a:lnTo>
                  <a:close/>
                </a:path>
              </a:pathLst>
            </a:custGeom>
            <a:ln w="9144">
              <a:solidFill>
                <a:srgbClr val="007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96740" y="2799588"/>
            <a:ext cx="1267206" cy="183641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6803135" y="2671572"/>
            <a:ext cx="2543810" cy="2065020"/>
            <a:chOff x="6803135" y="2671572"/>
            <a:chExt cx="2543810" cy="2065020"/>
          </a:xfrm>
        </p:grpSpPr>
        <p:sp>
          <p:nvSpPr>
            <p:cNvPr id="18" name="object 18"/>
            <p:cNvSpPr/>
            <p:nvPr/>
          </p:nvSpPr>
          <p:spPr>
            <a:xfrm>
              <a:off x="6806183" y="2674620"/>
              <a:ext cx="2537460" cy="2059305"/>
            </a:xfrm>
            <a:custGeom>
              <a:avLst/>
              <a:gdLst/>
              <a:ahLst/>
              <a:cxnLst/>
              <a:rect l="l" t="t" r="r" b="b"/>
              <a:pathLst>
                <a:path w="2537459" h="2059304">
                  <a:moveTo>
                    <a:pt x="0" y="2058923"/>
                  </a:moveTo>
                  <a:lnTo>
                    <a:pt x="2537460" y="2058923"/>
                  </a:lnTo>
                  <a:lnTo>
                    <a:pt x="2537460" y="0"/>
                  </a:lnTo>
                  <a:lnTo>
                    <a:pt x="0" y="0"/>
                  </a:lnTo>
                  <a:lnTo>
                    <a:pt x="0" y="2058923"/>
                  </a:lnTo>
                  <a:close/>
                </a:path>
              </a:pathLst>
            </a:custGeom>
            <a:ln w="6095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6183" y="2674620"/>
              <a:ext cx="2537460" cy="352425"/>
            </a:xfrm>
            <a:custGeom>
              <a:avLst/>
              <a:gdLst/>
              <a:ahLst/>
              <a:cxnLst/>
              <a:rect l="l" t="t" r="r" b="b"/>
              <a:pathLst>
                <a:path w="2537459" h="352425">
                  <a:moveTo>
                    <a:pt x="2537460" y="0"/>
                  </a:moveTo>
                  <a:lnTo>
                    <a:pt x="0" y="0"/>
                  </a:lnTo>
                  <a:lnTo>
                    <a:pt x="0" y="352043"/>
                  </a:lnTo>
                  <a:lnTo>
                    <a:pt x="2537460" y="352043"/>
                  </a:lnTo>
                  <a:lnTo>
                    <a:pt x="253746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6183" y="2674620"/>
              <a:ext cx="2537460" cy="352425"/>
            </a:xfrm>
            <a:custGeom>
              <a:avLst/>
              <a:gdLst/>
              <a:ahLst/>
              <a:cxnLst/>
              <a:rect l="l" t="t" r="r" b="b"/>
              <a:pathLst>
                <a:path w="2537459" h="352425">
                  <a:moveTo>
                    <a:pt x="0" y="352043"/>
                  </a:moveTo>
                  <a:lnTo>
                    <a:pt x="2537460" y="352043"/>
                  </a:lnTo>
                  <a:lnTo>
                    <a:pt x="2537460" y="0"/>
                  </a:lnTo>
                  <a:lnTo>
                    <a:pt x="0" y="0"/>
                  </a:lnTo>
                  <a:lnTo>
                    <a:pt x="0" y="352043"/>
                  </a:lnTo>
                  <a:close/>
                </a:path>
              </a:pathLst>
            </a:custGeom>
            <a:ln w="6096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14488" y="2782823"/>
            <a:ext cx="713994" cy="18364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75832" y="5353811"/>
            <a:ext cx="1869186" cy="17449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16508" y="3299459"/>
            <a:ext cx="1925574" cy="108737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044696" y="3299447"/>
            <a:ext cx="1954529" cy="74905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935723" y="3299447"/>
            <a:ext cx="2262378" cy="74905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326159" y="4901184"/>
            <a:ext cx="1528477" cy="103022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355847" y="3581400"/>
            <a:ext cx="307848" cy="248412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403847" y="3581400"/>
            <a:ext cx="307848" cy="248412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437489" y="431419"/>
            <a:ext cx="3122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Other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Application</a:t>
            </a:r>
            <a:r>
              <a:rPr sz="1800" spc="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Cases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47116" y="1540751"/>
            <a:ext cx="2730246" cy="30252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" y="3047"/>
            <a:ext cx="9899903" cy="68534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23" y="1523"/>
            <a:ext cx="9900285" cy="6855459"/>
          </a:xfrm>
          <a:custGeom>
            <a:avLst/>
            <a:gdLst/>
            <a:ahLst/>
            <a:cxnLst/>
            <a:rect l="l" t="t" r="r" b="b"/>
            <a:pathLst>
              <a:path w="9900285" h="6855459">
                <a:moveTo>
                  <a:pt x="9899904" y="0"/>
                </a:moveTo>
                <a:lnTo>
                  <a:pt x="0" y="0"/>
                </a:lnTo>
                <a:lnTo>
                  <a:pt x="0" y="6854952"/>
                </a:lnTo>
                <a:lnTo>
                  <a:pt x="9899904" y="6854952"/>
                </a:lnTo>
                <a:lnTo>
                  <a:pt x="9899904" y="0"/>
                </a:lnTo>
                <a:close/>
              </a:path>
            </a:pathLst>
          </a:custGeom>
          <a:solidFill>
            <a:srgbClr val="000000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9130" y="2327910"/>
            <a:ext cx="0" cy="1975485"/>
          </a:xfrm>
          <a:custGeom>
            <a:avLst/>
            <a:gdLst/>
            <a:ahLst/>
            <a:cxnLst/>
            <a:rect l="l" t="t" r="r" b="b"/>
            <a:pathLst>
              <a:path h="1975485">
                <a:moveTo>
                  <a:pt x="0" y="0"/>
                </a:moveTo>
                <a:lnTo>
                  <a:pt x="0" y="1975358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7363" y="2628900"/>
            <a:ext cx="3135630" cy="137541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9119" y="6391655"/>
            <a:ext cx="2111502" cy="16535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0285" cy="6858000"/>
          </a:xfrm>
          <a:custGeom>
            <a:avLst/>
            <a:gdLst/>
            <a:ahLst/>
            <a:cxnLst/>
            <a:rect l="l" t="t" r="r" b="b"/>
            <a:pathLst>
              <a:path w="9900285" h="6858000">
                <a:moveTo>
                  <a:pt x="9899904" y="0"/>
                </a:moveTo>
                <a:lnTo>
                  <a:pt x="0" y="0"/>
                </a:lnTo>
                <a:lnTo>
                  <a:pt x="0" y="6858000"/>
                </a:lnTo>
                <a:lnTo>
                  <a:pt x="9899904" y="6858000"/>
                </a:lnTo>
                <a:lnTo>
                  <a:pt x="9899904" y="0"/>
                </a:lnTo>
                <a:close/>
              </a:path>
            </a:pathLst>
          </a:custGeom>
          <a:solidFill>
            <a:srgbClr val="13289F">
              <a:alpha val="8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483" y="5692140"/>
            <a:ext cx="7820406" cy="7048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2464" y="3023616"/>
            <a:ext cx="2474976" cy="81076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49580" y="449580"/>
            <a:ext cx="1290955" cy="198120"/>
          </a:xfrm>
          <a:custGeom>
            <a:avLst/>
            <a:gdLst/>
            <a:ahLst/>
            <a:cxnLst/>
            <a:rect l="l" t="t" r="r" b="b"/>
            <a:pathLst>
              <a:path w="1290955" h="198120">
                <a:moveTo>
                  <a:pt x="49174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626" y="170366"/>
                </a:lnTo>
                <a:lnTo>
                  <a:pt x="20583" y="186785"/>
                </a:lnTo>
                <a:lnTo>
                  <a:pt x="41983" y="195536"/>
                </a:lnTo>
                <a:lnTo>
                  <a:pt x="66941" y="198120"/>
                </a:lnTo>
                <a:lnTo>
                  <a:pt x="90534" y="195871"/>
                </a:lnTo>
                <a:lnTo>
                  <a:pt x="110405" y="188610"/>
                </a:lnTo>
                <a:lnTo>
                  <a:pt x="124836" y="175563"/>
                </a:lnTo>
                <a:lnTo>
                  <a:pt x="128809" y="164846"/>
                </a:lnTo>
                <a:lnTo>
                  <a:pt x="56273" y="164846"/>
                </a:lnTo>
                <a:lnTo>
                  <a:pt x="49758" y="158369"/>
                </a:lnTo>
                <a:lnTo>
                  <a:pt x="49641" y="144780"/>
                </a:lnTo>
                <a:lnTo>
                  <a:pt x="49174" y="130556"/>
                </a:lnTo>
                <a:close/>
              </a:path>
              <a:path w="1290955" h="198120">
                <a:moveTo>
                  <a:pt x="66344" y="0"/>
                </a:moveTo>
                <a:lnTo>
                  <a:pt x="23920" y="9429"/>
                </a:lnTo>
                <a:lnTo>
                  <a:pt x="2374" y="41529"/>
                </a:lnTo>
                <a:lnTo>
                  <a:pt x="596" y="49784"/>
                </a:lnTo>
                <a:lnTo>
                  <a:pt x="596" y="56896"/>
                </a:lnTo>
                <a:lnTo>
                  <a:pt x="2374" y="66421"/>
                </a:lnTo>
                <a:lnTo>
                  <a:pt x="17508" y="90144"/>
                </a:lnTo>
                <a:lnTo>
                  <a:pt x="43472" y="107711"/>
                </a:lnTo>
                <a:lnTo>
                  <a:pt x="69769" y="122731"/>
                </a:lnTo>
                <a:lnTo>
                  <a:pt x="85902" y="138811"/>
                </a:lnTo>
                <a:lnTo>
                  <a:pt x="87668" y="143002"/>
                </a:lnTo>
                <a:lnTo>
                  <a:pt x="87083" y="148844"/>
                </a:lnTo>
                <a:lnTo>
                  <a:pt x="85902" y="152400"/>
                </a:lnTo>
                <a:lnTo>
                  <a:pt x="84709" y="158369"/>
                </a:lnTo>
                <a:lnTo>
                  <a:pt x="80568" y="164846"/>
                </a:lnTo>
                <a:lnTo>
                  <a:pt x="128809" y="164846"/>
                </a:lnTo>
                <a:lnTo>
                  <a:pt x="132105" y="155956"/>
                </a:lnTo>
                <a:lnTo>
                  <a:pt x="133185" y="144982"/>
                </a:lnTo>
                <a:lnTo>
                  <a:pt x="133215" y="136175"/>
                </a:lnTo>
                <a:lnTo>
                  <a:pt x="132689" y="129702"/>
                </a:lnTo>
                <a:lnTo>
                  <a:pt x="132105" y="125730"/>
                </a:lnTo>
                <a:lnTo>
                  <a:pt x="116643" y="101016"/>
                </a:lnTo>
                <a:lnTo>
                  <a:pt x="89744" y="83185"/>
                </a:lnTo>
                <a:lnTo>
                  <a:pt x="63293" y="68687"/>
                </a:lnTo>
                <a:lnTo>
                  <a:pt x="49174" y="53975"/>
                </a:lnTo>
                <a:lnTo>
                  <a:pt x="47980" y="49784"/>
                </a:lnTo>
                <a:lnTo>
                  <a:pt x="48470" y="46862"/>
                </a:lnTo>
                <a:lnTo>
                  <a:pt x="48577" y="43942"/>
                </a:lnTo>
                <a:lnTo>
                  <a:pt x="49758" y="37973"/>
                </a:lnTo>
                <a:lnTo>
                  <a:pt x="53911" y="31496"/>
                </a:lnTo>
                <a:lnTo>
                  <a:pt x="125269" y="31496"/>
                </a:lnTo>
                <a:lnTo>
                  <a:pt x="123000" y="22502"/>
                </a:lnTo>
                <a:lnTo>
                  <a:pt x="107522" y="8286"/>
                </a:lnTo>
                <a:lnTo>
                  <a:pt x="87157" y="1643"/>
                </a:lnTo>
                <a:lnTo>
                  <a:pt x="66344" y="0"/>
                </a:lnTo>
                <a:close/>
              </a:path>
              <a:path w="1290955" h="198120">
                <a:moveTo>
                  <a:pt x="125269" y="31496"/>
                </a:moveTo>
                <a:lnTo>
                  <a:pt x="76415" y="31496"/>
                </a:lnTo>
                <a:lnTo>
                  <a:pt x="82931" y="38608"/>
                </a:lnTo>
                <a:lnTo>
                  <a:pt x="82931" y="59944"/>
                </a:lnTo>
                <a:lnTo>
                  <a:pt x="129146" y="59944"/>
                </a:lnTo>
                <a:lnTo>
                  <a:pt x="129146" y="46862"/>
                </a:lnTo>
                <a:lnTo>
                  <a:pt x="125269" y="31496"/>
                </a:lnTo>
                <a:close/>
              </a:path>
              <a:path w="1290955" h="198120">
                <a:moveTo>
                  <a:pt x="649858" y="129921"/>
                </a:moveTo>
                <a:lnTo>
                  <a:pt x="600684" y="129921"/>
                </a:lnTo>
                <a:lnTo>
                  <a:pt x="600771" y="144545"/>
                </a:lnTo>
                <a:lnTo>
                  <a:pt x="606220" y="169652"/>
                </a:lnTo>
                <a:lnTo>
                  <a:pt x="620976" y="185896"/>
                </a:lnTo>
                <a:lnTo>
                  <a:pt x="642175" y="194472"/>
                </a:lnTo>
                <a:lnTo>
                  <a:pt x="667042" y="196977"/>
                </a:lnTo>
                <a:lnTo>
                  <a:pt x="690541" y="194738"/>
                </a:lnTo>
                <a:lnTo>
                  <a:pt x="710207" y="187547"/>
                </a:lnTo>
                <a:lnTo>
                  <a:pt x="724433" y="174688"/>
                </a:lnTo>
                <a:lnTo>
                  <a:pt x="728293" y="164337"/>
                </a:lnTo>
                <a:lnTo>
                  <a:pt x="656374" y="164337"/>
                </a:lnTo>
                <a:lnTo>
                  <a:pt x="649858" y="157734"/>
                </a:lnTo>
                <a:lnTo>
                  <a:pt x="649858" y="129921"/>
                </a:lnTo>
                <a:close/>
              </a:path>
              <a:path w="1290955" h="198120">
                <a:moveTo>
                  <a:pt x="666445" y="1143"/>
                </a:moveTo>
                <a:lnTo>
                  <a:pt x="624233" y="10271"/>
                </a:lnTo>
                <a:lnTo>
                  <a:pt x="602462" y="42164"/>
                </a:lnTo>
                <a:lnTo>
                  <a:pt x="601281" y="49784"/>
                </a:lnTo>
                <a:lnTo>
                  <a:pt x="601281" y="57531"/>
                </a:lnTo>
                <a:lnTo>
                  <a:pt x="603059" y="66421"/>
                </a:lnTo>
                <a:lnTo>
                  <a:pt x="618090" y="90044"/>
                </a:lnTo>
                <a:lnTo>
                  <a:pt x="643785" y="107394"/>
                </a:lnTo>
                <a:lnTo>
                  <a:pt x="669703" y="122195"/>
                </a:lnTo>
                <a:lnTo>
                  <a:pt x="685406" y="138175"/>
                </a:lnTo>
                <a:lnTo>
                  <a:pt x="687171" y="143002"/>
                </a:lnTo>
                <a:lnTo>
                  <a:pt x="686587" y="148336"/>
                </a:lnTo>
                <a:lnTo>
                  <a:pt x="685990" y="151892"/>
                </a:lnTo>
                <a:lnTo>
                  <a:pt x="684212" y="158369"/>
                </a:lnTo>
                <a:lnTo>
                  <a:pt x="680072" y="164337"/>
                </a:lnTo>
                <a:lnTo>
                  <a:pt x="728293" y="164337"/>
                </a:lnTo>
                <a:lnTo>
                  <a:pt x="731608" y="155448"/>
                </a:lnTo>
                <a:lnTo>
                  <a:pt x="732433" y="144545"/>
                </a:lnTo>
                <a:lnTo>
                  <a:pt x="732424" y="135858"/>
                </a:lnTo>
                <a:lnTo>
                  <a:pt x="715741" y="101070"/>
                </a:lnTo>
                <a:lnTo>
                  <a:pt x="663203" y="68768"/>
                </a:lnTo>
                <a:lnTo>
                  <a:pt x="649262" y="53975"/>
                </a:lnTo>
                <a:lnTo>
                  <a:pt x="648081" y="50419"/>
                </a:lnTo>
                <a:lnTo>
                  <a:pt x="648677" y="46862"/>
                </a:lnTo>
                <a:lnTo>
                  <a:pt x="649262" y="44450"/>
                </a:lnTo>
                <a:lnTo>
                  <a:pt x="650443" y="38608"/>
                </a:lnTo>
                <a:lnTo>
                  <a:pt x="653999" y="32004"/>
                </a:lnTo>
                <a:lnTo>
                  <a:pt x="724206" y="32004"/>
                </a:lnTo>
                <a:lnTo>
                  <a:pt x="722091" y="23485"/>
                </a:lnTo>
                <a:lnTo>
                  <a:pt x="707021" y="9413"/>
                </a:lnTo>
                <a:lnTo>
                  <a:pt x="687065" y="2795"/>
                </a:lnTo>
                <a:lnTo>
                  <a:pt x="666445" y="1143"/>
                </a:lnTo>
                <a:close/>
              </a:path>
              <a:path w="1290955" h="198120">
                <a:moveTo>
                  <a:pt x="724206" y="32004"/>
                </a:moveTo>
                <a:lnTo>
                  <a:pt x="676516" y="32004"/>
                </a:lnTo>
                <a:lnTo>
                  <a:pt x="682434" y="39116"/>
                </a:lnTo>
                <a:lnTo>
                  <a:pt x="682434" y="60452"/>
                </a:lnTo>
                <a:lnTo>
                  <a:pt x="728052" y="60452"/>
                </a:lnTo>
                <a:lnTo>
                  <a:pt x="728052" y="47498"/>
                </a:lnTo>
                <a:lnTo>
                  <a:pt x="724206" y="32004"/>
                </a:lnTo>
                <a:close/>
              </a:path>
              <a:path w="1290955" h="198120">
                <a:moveTo>
                  <a:pt x="1024889" y="5969"/>
                </a:moveTo>
                <a:lnTo>
                  <a:pt x="956182" y="5969"/>
                </a:lnTo>
                <a:lnTo>
                  <a:pt x="956182" y="189230"/>
                </a:lnTo>
                <a:lnTo>
                  <a:pt x="1001776" y="189230"/>
                </a:lnTo>
                <a:lnTo>
                  <a:pt x="998728" y="35560"/>
                </a:lnTo>
                <a:lnTo>
                  <a:pt x="1033474" y="35560"/>
                </a:lnTo>
                <a:lnTo>
                  <a:pt x="1024889" y="5969"/>
                </a:lnTo>
                <a:close/>
              </a:path>
              <a:path w="1290955" h="198120">
                <a:moveTo>
                  <a:pt x="1033474" y="35560"/>
                </a:moveTo>
                <a:lnTo>
                  <a:pt x="998728" y="35560"/>
                </a:lnTo>
                <a:lnTo>
                  <a:pt x="1045591" y="189230"/>
                </a:lnTo>
                <a:lnTo>
                  <a:pt x="1111377" y="189230"/>
                </a:lnTo>
                <a:lnTo>
                  <a:pt x="1111377" y="154812"/>
                </a:lnTo>
                <a:lnTo>
                  <a:pt x="1068070" y="154812"/>
                </a:lnTo>
                <a:lnTo>
                  <a:pt x="1033474" y="35560"/>
                </a:lnTo>
                <a:close/>
              </a:path>
              <a:path w="1290955" h="198120">
                <a:moveTo>
                  <a:pt x="1111377" y="5969"/>
                </a:moveTo>
                <a:lnTo>
                  <a:pt x="1065657" y="5969"/>
                </a:lnTo>
                <a:lnTo>
                  <a:pt x="1068070" y="154812"/>
                </a:lnTo>
                <a:lnTo>
                  <a:pt x="1111377" y="154812"/>
                </a:lnTo>
                <a:lnTo>
                  <a:pt x="1111377" y="5969"/>
                </a:lnTo>
                <a:close/>
              </a:path>
              <a:path w="1290955" h="198120">
                <a:moveTo>
                  <a:pt x="279615" y="5969"/>
                </a:moveTo>
                <a:lnTo>
                  <a:pt x="197269" y="5969"/>
                </a:lnTo>
                <a:lnTo>
                  <a:pt x="163499" y="191008"/>
                </a:lnTo>
                <a:lnTo>
                  <a:pt x="213258" y="191008"/>
                </a:lnTo>
                <a:lnTo>
                  <a:pt x="238734" y="19558"/>
                </a:lnTo>
                <a:lnTo>
                  <a:pt x="282094" y="19558"/>
                </a:lnTo>
                <a:lnTo>
                  <a:pt x="279615" y="5969"/>
                </a:lnTo>
                <a:close/>
              </a:path>
              <a:path w="1290955" h="198120">
                <a:moveTo>
                  <a:pt x="282094" y="19558"/>
                </a:moveTo>
                <a:lnTo>
                  <a:pt x="238734" y="19558"/>
                </a:lnTo>
                <a:lnTo>
                  <a:pt x="264210" y="191008"/>
                </a:lnTo>
                <a:lnTo>
                  <a:pt x="313372" y="191008"/>
                </a:lnTo>
                <a:lnTo>
                  <a:pt x="282094" y="19558"/>
                </a:lnTo>
                <a:close/>
              </a:path>
              <a:path w="1290955" h="198120">
                <a:moveTo>
                  <a:pt x="429488" y="5969"/>
                </a:moveTo>
                <a:lnTo>
                  <a:pt x="354253" y="5969"/>
                </a:lnTo>
                <a:lnTo>
                  <a:pt x="350697" y="191008"/>
                </a:lnTo>
                <a:lnTo>
                  <a:pt x="396316" y="191008"/>
                </a:lnTo>
                <a:lnTo>
                  <a:pt x="397497" y="19558"/>
                </a:lnTo>
                <a:lnTo>
                  <a:pt x="431714" y="19558"/>
                </a:lnTo>
                <a:lnTo>
                  <a:pt x="429488" y="5969"/>
                </a:lnTo>
                <a:close/>
              </a:path>
              <a:path w="1290955" h="198120">
                <a:moveTo>
                  <a:pt x="431714" y="19558"/>
                </a:moveTo>
                <a:lnTo>
                  <a:pt x="397497" y="19558"/>
                </a:lnTo>
                <a:lnTo>
                  <a:pt x="429488" y="191008"/>
                </a:lnTo>
                <a:lnTo>
                  <a:pt x="476288" y="191008"/>
                </a:lnTo>
                <a:lnTo>
                  <a:pt x="483823" y="150622"/>
                </a:lnTo>
                <a:lnTo>
                  <a:pt x="453186" y="150622"/>
                </a:lnTo>
                <a:lnTo>
                  <a:pt x="431714" y="19558"/>
                </a:lnTo>
                <a:close/>
              </a:path>
              <a:path w="1290955" h="198120">
                <a:moveTo>
                  <a:pt x="551826" y="19558"/>
                </a:moveTo>
                <a:lnTo>
                  <a:pt x="508279" y="19558"/>
                </a:lnTo>
                <a:lnTo>
                  <a:pt x="509460" y="191008"/>
                </a:lnTo>
                <a:lnTo>
                  <a:pt x="555663" y="191008"/>
                </a:lnTo>
                <a:lnTo>
                  <a:pt x="551826" y="19558"/>
                </a:lnTo>
                <a:close/>
              </a:path>
              <a:path w="1290955" h="198120">
                <a:moveTo>
                  <a:pt x="551522" y="5969"/>
                </a:moveTo>
                <a:lnTo>
                  <a:pt x="476288" y="5969"/>
                </a:lnTo>
                <a:lnTo>
                  <a:pt x="453186" y="150622"/>
                </a:lnTo>
                <a:lnTo>
                  <a:pt x="483823" y="150622"/>
                </a:lnTo>
                <a:lnTo>
                  <a:pt x="508279" y="19558"/>
                </a:lnTo>
                <a:lnTo>
                  <a:pt x="551826" y="19558"/>
                </a:lnTo>
                <a:lnTo>
                  <a:pt x="551522" y="5969"/>
                </a:lnTo>
                <a:close/>
              </a:path>
              <a:path w="1290955" h="198120">
                <a:moveTo>
                  <a:pt x="822198" y="5969"/>
                </a:moveTo>
                <a:lnTo>
                  <a:pt x="775449" y="5969"/>
                </a:lnTo>
                <a:lnTo>
                  <a:pt x="775449" y="148844"/>
                </a:lnTo>
                <a:lnTo>
                  <a:pt x="776033" y="150622"/>
                </a:lnTo>
                <a:lnTo>
                  <a:pt x="782529" y="172285"/>
                </a:lnTo>
                <a:lnTo>
                  <a:pt x="796466" y="186388"/>
                </a:lnTo>
                <a:lnTo>
                  <a:pt x="816172" y="194038"/>
                </a:lnTo>
                <a:lnTo>
                  <a:pt x="839978" y="196342"/>
                </a:lnTo>
                <a:lnTo>
                  <a:pt x="864169" y="194038"/>
                </a:lnTo>
                <a:lnTo>
                  <a:pt x="884062" y="186388"/>
                </a:lnTo>
                <a:lnTo>
                  <a:pt x="898074" y="172285"/>
                </a:lnTo>
                <a:lnTo>
                  <a:pt x="900859" y="163068"/>
                </a:lnTo>
                <a:lnTo>
                  <a:pt x="827532" y="163068"/>
                </a:lnTo>
                <a:lnTo>
                  <a:pt x="823468" y="154178"/>
                </a:lnTo>
                <a:lnTo>
                  <a:pt x="822832" y="150114"/>
                </a:lnTo>
                <a:lnTo>
                  <a:pt x="822198" y="147700"/>
                </a:lnTo>
                <a:lnTo>
                  <a:pt x="822198" y="5969"/>
                </a:lnTo>
                <a:close/>
              </a:path>
              <a:path w="1290955" h="198120">
                <a:moveTo>
                  <a:pt x="905129" y="5969"/>
                </a:moveTo>
                <a:lnTo>
                  <a:pt x="858393" y="5969"/>
                </a:lnTo>
                <a:lnTo>
                  <a:pt x="858393" y="147700"/>
                </a:lnTo>
                <a:lnTo>
                  <a:pt x="857757" y="150114"/>
                </a:lnTo>
                <a:lnTo>
                  <a:pt x="857250" y="154178"/>
                </a:lnTo>
                <a:lnTo>
                  <a:pt x="853058" y="163068"/>
                </a:lnTo>
                <a:lnTo>
                  <a:pt x="900859" y="163068"/>
                </a:lnTo>
                <a:lnTo>
                  <a:pt x="904620" y="150622"/>
                </a:lnTo>
                <a:lnTo>
                  <a:pt x="905129" y="148844"/>
                </a:lnTo>
                <a:lnTo>
                  <a:pt x="905129" y="5969"/>
                </a:lnTo>
                <a:close/>
              </a:path>
              <a:path w="1290955" h="198120">
                <a:moveTo>
                  <a:pt x="1225042" y="1143"/>
                </a:moveTo>
                <a:lnTo>
                  <a:pt x="1182115" y="11096"/>
                </a:lnTo>
                <a:lnTo>
                  <a:pt x="1160526" y="46862"/>
                </a:lnTo>
                <a:lnTo>
                  <a:pt x="1159891" y="49784"/>
                </a:lnTo>
                <a:lnTo>
                  <a:pt x="1159891" y="143002"/>
                </a:lnTo>
                <a:lnTo>
                  <a:pt x="1181687" y="184419"/>
                </a:lnTo>
                <a:lnTo>
                  <a:pt x="1225042" y="194564"/>
                </a:lnTo>
                <a:lnTo>
                  <a:pt x="1248794" y="192188"/>
                </a:lnTo>
                <a:lnTo>
                  <a:pt x="1268952" y="184419"/>
                </a:lnTo>
                <a:lnTo>
                  <a:pt x="1283442" y="170293"/>
                </a:lnTo>
                <a:lnTo>
                  <a:pt x="1286275" y="161290"/>
                </a:lnTo>
                <a:lnTo>
                  <a:pt x="1211452" y="161290"/>
                </a:lnTo>
                <a:lnTo>
                  <a:pt x="1207262" y="153035"/>
                </a:lnTo>
                <a:lnTo>
                  <a:pt x="1206119" y="147700"/>
                </a:lnTo>
                <a:lnTo>
                  <a:pt x="1206119" y="145923"/>
                </a:lnTo>
                <a:lnTo>
                  <a:pt x="1205483" y="143002"/>
                </a:lnTo>
                <a:lnTo>
                  <a:pt x="1205594" y="52832"/>
                </a:lnTo>
                <a:lnTo>
                  <a:pt x="1206753" y="47498"/>
                </a:lnTo>
                <a:lnTo>
                  <a:pt x="1207262" y="43307"/>
                </a:lnTo>
                <a:lnTo>
                  <a:pt x="1211452" y="34417"/>
                </a:lnTo>
                <a:lnTo>
                  <a:pt x="1286209" y="34417"/>
                </a:lnTo>
                <a:lnTo>
                  <a:pt x="1283174" y="24931"/>
                </a:lnTo>
                <a:lnTo>
                  <a:pt x="1268714" y="10858"/>
                </a:lnTo>
                <a:lnTo>
                  <a:pt x="1248705" y="3357"/>
                </a:lnTo>
                <a:lnTo>
                  <a:pt x="1225042" y="1143"/>
                </a:lnTo>
                <a:close/>
              </a:path>
              <a:path w="1290955" h="198120">
                <a:moveTo>
                  <a:pt x="1290827" y="87249"/>
                </a:moveTo>
                <a:lnTo>
                  <a:pt x="1225677" y="87249"/>
                </a:lnTo>
                <a:lnTo>
                  <a:pt x="1225677" y="113919"/>
                </a:lnTo>
                <a:lnTo>
                  <a:pt x="1244600" y="113919"/>
                </a:lnTo>
                <a:lnTo>
                  <a:pt x="1244600" y="145923"/>
                </a:lnTo>
                <a:lnTo>
                  <a:pt x="1244092" y="147700"/>
                </a:lnTo>
                <a:lnTo>
                  <a:pt x="1243457" y="153035"/>
                </a:lnTo>
                <a:lnTo>
                  <a:pt x="1238758" y="161290"/>
                </a:lnTo>
                <a:lnTo>
                  <a:pt x="1286275" y="161290"/>
                </a:lnTo>
                <a:lnTo>
                  <a:pt x="1290193" y="148844"/>
                </a:lnTo>
                <a:lnTo>
                  <a:pt x="1290827" y="143002"/>
                </a:lnTo>
                <a:lnTo>
                  <a:pt x="1290827" y="87249"/>
                </a:lnTo>
                <a:close/>
              </a:path>
              <a:path w="1290955" h="198120">
                <a:moveTo>
                  <a:pt x="1286209" y="34417"/>
                </a:moveTo>
                <a:lnTo>
                  <a:pt x="1239265" y="34417"/>
                </a:lnTo>
                <a:lnTo>
                  <a:pt x="1242821" y="43942"/>
                </a:lnTo>
                <a:lnTo>
                  <a:pt x="1243457" y="47498"/>
                </a:lnTo>
                <a:lnTo>
                  <a:pt x="1244092" y="50419"/>
                </a:lnTo>
                <a:lnTo>
                  <a:pt x="1244092" y="65278"/>
                </a:lnTo>
                <a:lnTo>
                  <a:pt x="1290193" y="65278"/>
                </a:lnTo>
                <a:lnTo>
                  <a:pt x="1290193" y="58674"/>
                </a:lnTo>
                <a:lnTo>
                  <a:pt x="1290827" y="52832"/>
                </a:lnTo>
                <a:lnTo>
                  <a:pt x="1290193" y="46862"/>
                </a:lnTo>
                <a:lnTo>
                  <a:pt x="1286209" y="344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551</Words>
  <Application>Microsoft Office PowerPoint</Application>
  <PresentationFormat>A4 Paper (210x297 mm)</PresentationFormat>
  <Paragraphs>103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Arial MT</vt:lpstr>
      <vt:lpstr>Calibri</vt:lpstr>
      <vt:lpstr>Ebrima</vt:lpstr>
      <vt:lpstr>Franklin Gothic Medium</vt:lpstr>
      <vt:lpstr>Tahoma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2.1. AI-based Clinical Decision Support System</vt:lpstr>
      <vt:lpstr>PowerPoint Presentation</vt:lpstr>
      <vt:lpstr>2.1. AI-based Clinical Decision Support System</vt:lpstr>
      <vt:lpstr>2.1. AI-based Clinical Decision Support System</vt:lpstr>
      <vt:lpstr>2.1. AI-based Clinical Decision Support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Python</dc:title>
  <dc:creator>Akil Bashir Wani/Data Sourcing /SRI-Bangalore/Associate/Samsung Electronics</dc:creator>
  <cp:lastModifiedBy>New Era</cp:lastModifiedBy>
  <cp:revision>2</cp:revision>
  <dcterms:created xsi:type="dcterms:W3CDTF">2023-08-11T06:34:33Z</dcterms:created>
  <dcterms:modified xsi:type="dcterms:W3CDTF">2023-08-22T05:43:09Z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2023-08-11T00:00:00Z</vt:filetime>
  </property>
</Properties>
</file>