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</p:sldIdLst>
  <p:sldSz cy="6858000" cx="9906000"/>
  <p:notesSz cx="9906000" cy="6858000"/>
  <p:embeddedFontLst>
    <p:embeddedFont>
      <p:font typeface="Tahoma"/>
      <p:regular r:id="rId186"/>
      <p:bold r:id="rId187"/>
    </p:embeddedFont>
    <p:embeddedFont>
      <p:font typeface="Noto Sans Symbols"/>
      <p:regular r:id="rId188"/>
      <p:bold r:id="rId189"/>
    </p:embeddedFont>
    <p:embeddedFont>
      <p:font typeface="Cambria Math"/>
      <p:regular r:id="rId1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1" roundtripDataSignature="AMtx7mg5EveyXJ2TyejBJ4wWqQ8IY45H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17384F-932D-4448-93E4-0AFD93820D35}">
  <a:tblStyle styleId="{D017384F-932D-4448-93E4-0AFD93820D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font" Target="fonts/CambriaMath-regular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91" Type="http://customschemas.google.com/relationships/presentationmetadata" Target="metadata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187" Type="http://schemas.openxmlformats.org/officeDocument/2006/relationships/font" Target="fonts/Tahoma-bold.fntdata"/><Relationship Id="rId47" Type="http://schemas.openxmlformats.org/officeDocument/2006/relationships/slide" Target="slides/slide41.xml"/><Relationship Id="rId186" Type="http://schemas.openxmlformats.org/officeDocument/2006/relationships/font" Target="fonts/Tahoma-regular.fntdata"/><Relationship Id="rId185" Type="http://schemas.openxmlformats.org/officeDocument/2006/relationships/slide" Target="slides/slide179.xml"/><Relationship Id="rId49" Type="http://schemas.openxmlformats.org/officeDocument/2006/relationships/slide" Target="slides/slide43.xml"/><Relationship Id="rId184" Type="http://schemas.openxmlformats.org/officeDocument/2006/relationships/slide" Target="slides/slide178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89" Type="http://schemas.openxmlformats.org/officeDocument/2006/relationships/font" Target="fonts/NotoSansSymbols-bold.fntdata"/><Relationship Id="rId100" Type="http://schemas.openxmlformats.org/officeDocument/2006/relationships/slide" Target="slides/slide94.xml"/><Relationship Id="rId188" Type="http://schemas.openxmlformats.org/officeDocument/2006/relationships/font" Target="fonts/NotoSansSymbols-regular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slide" Target="slides/slide177.xml"/><Relationship Id="rId32" Type="http://schemas.openxmlformats.org/officeDocument/2006/relationships/slide" Target="slides/slide26.xml"/><Relationship Id="rId182" Type="http://schemas.openxmlformats.org/officeDocument/2006/relationships/slide" Target="slides/slide176.xml"/><Relationship Id="rId35" Type="http://schemas.openxmlformats.org/officeDocument/2006/relationships/slide" Target="slides/slide29.xml"/><Relationship Id="rId181" Type="http://schemas.openxmlformats.org/officeDocument/2006/relationships/slide" Target="slides/slide175.xml"/><Relationship Id="rId34" Type="http://schemas.openxmlformats.org/officeDocument/2006/relationships/slide" Target="slides/slide28.xml"/><Relationship Id="rId180" Type="http://schemas.openxmlformats.org/officeDocument/2006/relationships/slide" Target="slides/slide174.xml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slide" Target="slides/slide173.xml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4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4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4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4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4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4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4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4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4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4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4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4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5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5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5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5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5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5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5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5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5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5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5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5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5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5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5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5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5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5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5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6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6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6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6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6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6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6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6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6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6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6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6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6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6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6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6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6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6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6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7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7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7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7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7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7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7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7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7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7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7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7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7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7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7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7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7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7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7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7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8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8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8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8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8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8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8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8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8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8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8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8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8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8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8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8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8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8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8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8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9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9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9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9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9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9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9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9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9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9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9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9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9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9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9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9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9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9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9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9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10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10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10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10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10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10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10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10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10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10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10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10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10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10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Google Shape;2482;p10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10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10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10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10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10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11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11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11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11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11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11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8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11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11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11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11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11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11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11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11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3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11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11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11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11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11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11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12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12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7" name="Shape 2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Google Shape;2898;p12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p12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12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12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7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p12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12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12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12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0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12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12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12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12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12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12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Google Shape;3149;p12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12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7" name="Shape 3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Google Shape;3168;p12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12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p13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p13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3" name="Shape 3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Google Shape;3204;p13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5" name="Google Shape;3205;p13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9" name="Shape 3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Google Shape;3220;p13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p13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Google Shape;3252;p13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13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13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13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6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p13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13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3" name="Shape 3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4" name="Google Shape;3334;p13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p13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2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p13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13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5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Google Shape;3366;p13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7" name="Google Shape;3367;p13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7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Google Shape;3378;p13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9" name="Google Shape;3379;p13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14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p14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9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p14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p14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Google Shape;3452;p14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3" name="Google Shape;3453;p14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3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4" name="Google Shape;3474;p14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14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5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p14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14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14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14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3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p14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p14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p14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8" name="Google Shape;3558;p14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14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7" name="Google Shape;3597;p14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7" name="Shape 3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8" name="Google Shape;3628;p14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9" name="Google Shape;3629;p14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9" name="Shape 3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0" name="Google Shape;3640;p15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1" name="Google Shape;3641;p15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p15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3" name="Google Shape;3683;p15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1" name="Shape 3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2" name="Google Shape;3752;p15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3" name="Google Shape;3753;p15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0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p15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2" name="Google Shape;3822;p15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2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Google Shape;3863;p15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4" name="Google Shape;3864;p15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7" name="Shape 3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8" name="Google Shape;3898;p15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9" name="Google Shape;3899;p15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9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p15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1" name="Google Shape;3911;p15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6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15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15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p15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1" name="Google Shape;3941;p15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0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1" name="Google Shape;3981;p15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2" name="Google Shape;3982;p15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9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16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1" name="Google Shape;4021;p16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16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4" name="Google Shape;4044;p16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4" name="Shape 4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" name="Google Shape;4055;p16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6" name="Google Shape;4056;p16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2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16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4" name="Google Shape;4114;p16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0" name="Shape 4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Google Shape;4131;p16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p16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3" name="Shape 4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4" name="Google Shape;4174;p16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5" name="Google Shape;4175;p16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7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p16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9" name="Google Shape;4219;p16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1" name="Shape 4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2" name="Google Shape;4262;p16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3" name="Google Shape;4263;p16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5" name="Shape 4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" name="Google Shape;4306;p16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7" name="Google Shape;4307;p16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Google Shape;4322;p16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3" name="Google Shape;4323;p16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9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170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1" name="Google Shape;4341;p170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2" name="Shape 4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3" name="Google Shape;4383;p17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4" name="Google Shape;4384;p17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2" name="Shape 4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" name="Google Shape;4403;p17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4" name="Google Shape;4404;p17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8" name="Shape 4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9" name="Google Shape;4449;p17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0" name="Google Shape;4450;p17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7" name="Shape 4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8" name="Google Shape;4468;p17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9" name="Google Shape;4469;p17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3" name="Shape 4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4" name="Google Shape;4484;p17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5" name="Google Shape;4485;p17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9" name="Shape 4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0" name="Google Shape;4500;p17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1" name="Google Shape;4501;p17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5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p17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7" name="Google Shape;4517;p17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1" name="Shape 4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2" name="Google Shape;4532;p17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3" name="Google Shape;4533;p17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4" name="Shape 4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5" name="Google Shape;4545;p17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6" name="Google Shape;4546;p17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1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1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1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2"/>
          <p:cNvSpPr txBox="1"/>
          <p:nvPr>
            <p:ph type="title"/>
          </p:nvPr>
        </p:nvSpPr>
        <p:spPr>
          <a:xfrm>
            <a:off x="4253356" y="2939618"/>
            <a:ext cx="139928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2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2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2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3"/>
          <p:cNvSpPr txBox="1"/>
          <p:nvPr>
            <p:ph type="title"/>
          </p:nvPr>
        </p:nvSpPr>
        <p:spPr>
          <a:xfrm>
            <a:off x="4253356" y="2939618"/>
            <a:ext cx="139928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3"/>
          <p:cNvSpPr txBox="1"/>
          <p:nvPr>
            <p:ph idx="1" type="body"/>
          </p:nvPr>
        </p:nvSpPr>
        <p:spPr>
          <a:xfrm>
            <a:off x="553212" y="2127504"/>
            <a:ext cx="8796655" cy="2621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3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3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3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4"/>
          <p:cNvSpPr txBox="1"/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4"/>
          <p:cNvSpPr txBox="1"/>
          <p:nvPr>
            <p:ph idx="1" type="subTitle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4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4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4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5"/>
          <p:cNvSpPr txBox="1"/>
          <p:nvPr>
            <p:ph type="title"/>
          </p:nvPr>
        </p:nvSpPr>
        <p:spPr>
          <a:xfrm>
            <a:off x="4253356" y="2939618"/>
            <a:ext cx="139928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5"/>
          <p:cNvSpPr txBox="1"/>
          <p:nvPr>
            <p:ph idx="1" type="body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5"/>
          <p:cNvSpPr txBox="1"/>
          <p:nvPr>
            <p:ph idx="2" type="body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5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5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5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8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902951" cy="14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80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80"/>
          <p:cNvSpPr txBox="1"/>
          <p:nvPr>
            <p:ph type="title"/>
          </p:nvPr>
        </p:nvSpPr>
        <p:spPr>
          <a:xfrm>
            <a:off x="4253356" y="2939618"/>
            <a:ext cx="139928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80"/>
          <p:cNvSpPr txBox="1"/>
          <p:nvPr>
            <p:ph idx="1" type="body"/>
          </p:nvPr>
        </p:nvSpPr>
        <p:spPr>
          <a:xfrm>
            <a:off x="553212" y="2127504"/>
            <a:ext cx="8796655" cy="2621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0"/>
          <p:cNvSpPr txBox="1"/>
          <p:nvPr>
            <p:ph idx="11" type="ft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0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80"/>
          <p:cNvSpPr txBox="1"/>
          <p:nvPr>
            <p:ph idx="12" type="sldNum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u="non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4.png"/><Relationship Id="rId11" Type="http://schemas.openxmlformats.org/officeDocument/2006/relationships/image" Target="../media/image26.png"/><Relationship Id="rId10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31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1.png"/><Relationship Id="rId13" Type="http://schemas.openxmlformats.org/officeDocument/2006/relationships/image" Target="../media/image30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18.png"/><Relationship Id="rId9" Type="http://schemas.openxmlformats.org/officeDocument/2006/relationships/image" Target="../media/image29.png"/><Relationship Id="rId14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5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47.png"/><Relationship Id="rId8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7.png"/><Relationship Id="rId7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60.png"/><Relationship Id="rId7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6.png"/><Relationship Id="rId7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66.png"/><Relationship Id="rId7" Type="http://schemas.openxmlformats.org/officeDocument/2006/relationships/image" Target="../media/image7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49.png"/><Relationship Id="rId7" Type="http://schemas.openxmlformats.org/officeDocument/2006/relationships/image" Target="../media/image5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1.png"/><Relationship Id="rId7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4.png"/><Relationship Id="rId7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6.png"/><Relationship Id="rId7" Type="http://schemas.openxmlformats.org/officeDocument/2006/relationships/image" Target="../media/image65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61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image" Target="../media/image93.png"/><Relationship Id="rId5" Type="http://schemas.openxmlformats.org/officeDocument/2006/relationships/image" Target="../media/image19.png"/><Relationship Id="rId6" Type="http://schemas.openxmlformats.org/officeDocument/2006/relationships/image" Target="../media/image75.jpg"/><Relationship Id="rId7" Type="http://schemas.openxmlformats.org/officeDocument/2006/relationships/image" Target="../media/image59.png"/><Relationship Id="rId8" Type="http://schemas.openxmlformats.org/officeDocument/2006/relationships/image" Target="../media/image98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8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Relationship Id="rId4" Type="http://schemas.openxmlformats.org/officeDocument/2006/relationships/image" Target="../media/image4.png"/><Relationship Id="rId9" Type="http://schemas.openxmlformats.org/officeDocument/2006/relationships/image" Target="../media/image99.png"/><Relationship Id="rId5" Type="http://schemas.openxmlformats.org/officeDocument/2006/relationships/image" Target="../media/image19.png"/><Relationship Id="rId6" Type="http://schemas.openxmlformats.org/officeDocument/2006/relationships/image" Target="../media/image59.png"/><Relationship Id="rId7" Type="http://schemas.openxmlformats.org/officeDocument/2006/relationships/image" Target="../media/image71.jpg"/><Relationship Id="rId8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79.png"/><Relationship Id="rId13" Type="http://schemas.openxmlformats.org/officeDocument/2006/relationships/image" Target="../media/image30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83.png"/><Relationship Id="rId9" Type="http://schemas.openxmlformats.org/officeDocument/2006/relationships/image" Target="../media/image82.png"/><Relationship Id="rId14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7.png"/><Relationship Id="rId7" Type="http://schemas.openxmlformats.org/officeDocument/2006/relationships/image" Target="../media/image112.png"/><Relationship Id="rId8" Type="http://schemas.openxmlformats.org/officeDocument/2006/relationships/image" Target="../media/image1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7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1.png"/><Relationship Id="rId4" Type="http://schemas.openxmlformats.org/officeDocument/2006/relationships/image" Target="../media/image4.png"/><Relationship Id="rId9" Type="http://schemas.openxmlformats.org/officeDocument/2006/relationships/image" Target="../media/image100.png"/><Relationship Id="rId5" Type="http://schemas.openxmlformats.org/officeDocument/2006/relationships/image" Target="../media/image19.png"/><Relationship Id="rId6" Type="http://schemas.openxmlformats.org/officeDocument/2006/relationships/image" Target="../media/image110.png"/><Relationship Id="rId7" Type="http://schemas.openxmlformats.org/officeDocument/2006/relationships/image" Target="../media/image92.png"/><Relationship Id="rId8" Type="http://schemas.openxmlformats.org/officeDocument/2006/relationships/image" Target="../media/image8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0.png"/><Relationship Id="rId4" Type="http://schemas.openxmlformats.org/officeDocument/2006/relationships/image" Target="../media/image4.png"/><Relationship Id="rId9" Type="http://schemas.openxmlformats.org/officeDocument/2006/relationships/image" Target="../media/image131.png"/><Relationship Id="rId5" Type="http://schemas.openxmlformats.org/officeDocument/2006/relationships/image" Target="../media/image19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1.png"/><Relationship Id="rId4" Type="http://schemas.openxmlformats.org/officeDocument/2006/relationships/image" Target="../media/image4.png"/><Relationship Id="rId9" Type="http://schemas.openxmlformats.org/officeDocument/2006/relationships/image" Target="../media/image151.png"/><Relationship Id="rId5" Type="http://schemas.openxmlformats.org/officeDocument/2006/relationships/image" Target="../media/image19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1.png"/><Relationship Id="rId4" Type="http://schemas.openxmlformats.org/officeDocument/2006/relationships/image" Target="../media/image4.png"/><Relationship Id="rId9" Type="http://schemas.openxmlformats.org/officeDocument/2006/relationships/image" Target="../media/image120.png"/><Relationship Id="rId5" Type="http://schemas.openxmlformats.org/officeDocument/2006/relationships/image" Target="../media/image19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5.png"/><Relationship Id="rId4" Type="http://schemas.openxmlformats.org/officeDocument/2006/relationships/image" Target="../media/image4.png"/><Relationship Id="rId9" Type="http://schemas.openxmlformats.org/officeDocument/2006/relationships/image" Target="../media/image113.png"/><Relationship Id="rId5" Type="http://schemas.openxmlformats.org/officeDocument/2006/relationships/image" Target="../media/image19.png"/><Relationship Id="rId6" Type="http://schemas.openxmlformats.org/officeDocument/2006/relationships/image" Target="../media/image139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5.png"/><Relationship Id="rId4" Type="http://schemas.openxmlformats.org/officeDocument/2006/relationships/image" Target="../media/image4.png"/><Relationship Id="rId9" Type="http://schemas.openxmlformats.org/officeDocument/2006/relationships/image" Target="../media/image129.png"/><Relationship Id="rId5" Type="http://schemas.openxmlformats.org/officeDocument/2006/relationships/image" Target="../media/image19.png"/><Relationship Id="rId6" Type="http://schemas.openxmlformats.org/officeDocument/2006/relationships/image" Target="../media/image109.png"/><Relationship Id="rId7" Type="http://schemas.openxmlformats.org/officeDocument/2006/relationships/image" Target="../media/image125.png"/><Relationship Id="rId8" Type="http://schemas.openxmlformats.org/officeDocument/2006/relationships/image" Target="../media/image1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3.png"/><Relationship Id="rId4" Type="http://schemas.openxmlformats.org/officeDocument/2006/relationships/image" Target="../media/image4.png"/><Relationship Id="rId9" Type="http://schemas.openxmlformats.org/officeDocument/2006/relationships/image" Target="../media/image100.png"/><Relationship Id="rId5" Type="http://schemas.openxmlformats.org/officeDocument/2006/relationships/image" Target="../media/image19.png"/><Relationship Id="rId6" Type="http://schemas.openxmlformats.org/officeDocument/2006/relationships/image" Target="../media/image119.png"/><Relationship Id="rId7" Type="http://schemas.openxmlformats.org/officeDocument/2006/relationships/image" Target="../media/image132.png"/><Relationship Id="rId8" Type="http://schemas.openxmlformats.org/officeDocument/2006/relationships/image" Target="../media/image1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50.png"/><Relationship Id="rId7" Type="http://schemas.openxmlformats.org/officeDocument/2006/relationships/image" Target="../media/image119.png"/><Relationship Id="rId8" Type="http://schemas.openxmlformats.org/officeDocument/2006/relationships/image" Target="../media/image149.pn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6.png"/><Relationship Id="rId10" Type="http://schemas.openxmlformats.org/officeDocument/2006/relationships/image" Target="../media/image128.png"/><Relationship Id="rId13" Type="http://schemas.openxmlformats.org/officeDocument/2006/relationships/image" Target="../media/image30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jpg"/><Relationship Id="rId4" Type="http://schemas.openxmlformats.org/officeDocument/2006/relationships/image" Target="../media/image134.png"/><Relationship Id="rId9" Type="http://schemas.openxmlformats.org/officeDocument/2006/relationships/image" Target="../media/image82.png"/><Relationship Id="rId14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40" Type="http://schemas.openxmlformats.org/officeDocument/2006/relationships/image" Target="../media/image167.png"/><Relationship Id="rId42" Type="http://schemas.openxmlformats.org/officeDocument/2006/relationships/image" Target="../media/image174.png"/><Relationship Id="rId41" Type="http://schemas.openxmlformats.org/officeDocument/2006/relationships/image" Target="../media/image176.png"/><Relationship Id="rId44" Type="http://schemas.openxmlformats.org/officeDocument/2006/relationships/image" Target="../media/image189.png"/><Relationship Id="rId43" Type="http://schemas.openxmlformats.org/officeDocument/2006/relationships/image" Target="../media/image182.png"/><Relationship Id="rId46" Type="http://schemas.openxmlformats.org/officeDocument/2006/relationships/image" Target="../media/image194.png"/><Relationship Id="rId45" Type="http://schemas.openxmlformats.org/officeDocument/2006/relationships/image" Target="../media/image196.png"/><Relationship Id="rId80" Type="http://schemas.openxmlformats.org/officeDocument/2006/relationships/image" Target="../media/image266.png"/><Relationship Id="rId81" Type="http://schemas.openxmlformats.org/officeDocument/2006/relationships/image" Target="../media/image2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5.png"/><Relationship Id="rId4" Type="http://schemas.openxmlformats.org/officeDocument/2006/relationships/image" Target="../media/image4.png"/><Relationship Id="rId9" Type="http://schemas.openxmlformats.org/officeDocument/2006/relationships/image" Target="../media/image201.png"/><Relationship Id="rId48" Type="http://schemas.openxmlformats.org/officeDocument/2006/relationships/image" Target="../media/image202.png"/><Relationship Id="rId47" Type="http://schemas.openxmlformats.org/officeDocument/2006/relationships/image" Target="../media/image177.png"/><Relationship Id="rId49" Type="http://schemas.openxmlformats.org/officeDocument/2006/relationships/image" Target="../media/image179.png"/><Relationship Id="rId5" Type="http://schemas.openxmlformats.org/officeDocument/2006/relationships/image" Target="../media/image19.png"/><Relationship Id="rId6" Type="http://schemas.openxmlformats.org/officeDocument/2006/relationships/image" Target="../media/image127.png"/><Relationship Id="rId7" Type="http://schemas.openxmlformats.org/officeDocument/2006/relationships/image" Target="../media/image130.png"/><Relationship Id="rId8" Type="http://schemas.openxmlformats.org/officeDocument/2006/relationships/image" Target="../media/image145.png"/><Relationship Id="rId73" Type="http://schemas.openxmlformats.org/officeDocument/2006/relationships/image" Target="../media/image204.png"/><Relationship Id="rId72" Type="http://schemas.openxmlformats.org/officeDocument/2006/relationships/image" Target="../media/image226.png"/><Relationship Id="rId31" Type="http://schemas.openxmlformats.org/officeDocument/2006/relationships/image" Target="../media/image158.png"/><Relationship Id="rId75" Type="http://schemas.openxmlformats.org/officeDocument/2006/relationships/image" Target="../media/image200.png"/><Relationship Id="rId30" Type="http://schemas.openxmlformats.org/officeDocument/2006/relationships/image" Target="../media/image163.png"/><Relationship Id="rId74" Type="http://schemas.openxmlformats.org/officeDocument/2006/relationships/image" Target="../media/image205.png"/><Relationship Id="rId33" Type="http://schemas.openxmlformats.org/officeDocument/2006/relationships/image" Target="../media/image160.png"/><Relationship Id="rId77" Type="http://schemas.openxmlformats.org/officeDocument/2006/relationships/image" Target="../media/image208.png"/><Relationship Id="rId32" Type="http://schemas.openxmlformats.org/officeDocument/2006/relationships/image" Target="../media/image164.png"/><Relationship Id="rId76" Type="http://schemas.openxmlformats.org/officeDocument/2006/relationships/image" Target="../media/image221.png"/><Relationship Id="rId35" Type="http://schemas.openxmlformats.org/officeDocument/2006/relationships/image" Target="../media/image165.png"/><Relationship Id="rId79" Type="http://schemas.openxmlformats.org/officeDocument/2006/relationships/image" Target="../media/image206.png"/><Relationship Id="rId34" Type="http://schemas.openxmlformats.org/officeDocument/2006/relationships/image" Target="../media/image156.png"/><Relationship Id="rId78" Type="http://schemas.openxmlformats.org/officeDocument/2006/relationships/image" Target="../media/image215.png"/><Relationship Id="rId71" Type="http://schemas.openxmlformats.org/officeDocument/2006/relationships/image" Target="../media/image197.png"/><Relationship Id="rId70" Type="http://schemas.openxmlformats.org/officeDocument/2006/relationships/image" Target="../media/image211.png"/><Relationship Id="rId37" Type="http://schemas.openxmlformats.org/officeDocument/2006/relationships/image" Target="../media/image161.png"/><Relationship Id="rId36" Type="http://schemas.openxmlformats.org/officeDocument/2006/relationships/image" Target="../media/image162.png"/><Relationship Id="rId39" Type="http://schemas.openxmlformats.org/officeDocument/2006/relationships/image" Target="../media/image170.png"/><Relationship Id="rId38" Type="http://schemas.openxmlformats.org/officeDocument/2006/relationships/image" Target="../media/image172.png"/><Relationship Id="rId62" Type="http://schemas.openxmlformats.org/officeDocument/2006/relationships/image" Target="../media/image222.png"/><Relationship Id="rId61" Type="http://schemas.openxmlformats.org/officeDocument/2006/relationships/image" Target="../media/image191.png"/><Relationship Id="rId20" Type="http://schemas.openxmlformats.org/officeDocument/2006/relationships/image" Target="../media/image147.png"/><Relationship Id="rId64" Type="http://schemas.openxmlformats.org/officeDocument/2006/relationships/image" Target="../media/image223.png"/><Relationship Id="rId63" Type="http://schemas.openxmlformats.org/officeDocument/2006/relationships/image" Target="../media/image203.png"/><Relationship Id="rId22" Type="http://schemas.openxmlformats.org/officeDocument/2006/relationships/image" Target="../media/image148.png"/><Relationship Id="rId66" Type="http://schemas.openxmlformats.org/officeDocument/2006/relationships/image" Target="../media/image220.png"/><Relationship Id="rId21" Type="http://schemas.openxmlformats.org/officeDocument/2006/relationships/image" Target="../media/image169.png"/><Relationship Id="rId65" Type="http://schemas.openxmlformats.org/officeDocument/2006/relationships/image" Target="../media/image199.png"/><Relationship Id="rId24" Type="http://schemas.openxmlformats.org/officeDocument/2006/relationships/image" Target="../media/image153.png"/><Relationship Id="rId68" Type="http://schemas.openxmlformats.org/officeDocument/2006/relationships/image" Target="../media/image195.png"/><Relationship Id="rId23" Type="http://schemas.openxmlformats.org/officeDocument/2006/relationships/image" Target="../media/image154.png"/><Relationship Id="rId67" Type="http://schemas.openxmlformats.org/officeDocument/2006/relationships/image" Target="../media/image210.png"/><Relationship Id="rId60" Type="http://schemas.openxmlformats.org/officeDocument/2006/relationships/image" Target="../media/image188.png"/><Relationship Id="rId26" Type="http://schemas.openxmlformats.org/officeDocument/2006/relationships/image" Target="../media/image157.png"/><Relationship Id="rId25" Type="http://schemas.openxmlformats.org/officeDocument/2006/relationships/image" Target="../media/image171.png"/><Relationship Id="rId69" Type="http://schemas.openxmlformats.org/officeDocument/2006/relationships/image" Target="../media/image209.png"/><Relationship Id="rId28" Type="http://schemas.openxmlformats.org/officeDocument/2006/relationships/image" Target="../media/image198.png"/><Relationship Id="rId27" Type="http://schemas.openxmlformats.org/officeDocument/2006/relationships/image" Target="../media/image155.png"/><Relationship Id="rId29" Type="http://schemas.openxmlformats.org/officeDocument/2006/relationships/image" Target="../media/image159.png"/><Relationship Id="rId51" Type="http://schemas.openxmlformats.org/officeDocument/2006/relationships/image" Target="../media/image184.png"/><Relationship Id="rId50" Type="http://schemas.openxmlformats.org/officeDocument/2006/relationships/image" Target="../media/image178.png"/><Relationship Id="rId53" Type="http://schemas.openxmlformats.org/officeDocument/2006/relationships/image" Target="../media/image213.png"/><Relationship Id="rId52" Type="http://schemas.openxmlformats.org/officeDocument/2006/relationships/image" Target="../media/image193.png"/><Relationship Id="rId11" Type="http://schemas.openxmlformats.org/officeDocument/2006/relationships/image" Target="../media/image137.png"/><Relationship Id="rId55" Type="http://schemas.openxmlformats.org/officeDocument/2006/relationships/image" Target="../media/image186.png"/><Relationship Id="rId10" Type="http://schemas.openxmlformats.org/officeDocument/2006/relationships/image" Target="../media/image181.png"/><Relationship Id="rId54" Type="http://schemas.openxmlformats.org/officeDocument/2006/relationships/image" Target="../media/image185.png"/><Relationship Id="rId13" Type="http://schemas.openxmlformats.org/officeDocument/2006/relationships/image" Target="../media/image141.png"/><Relationship Id="rId57" Type="http://schemas.openxmlformats.org/officeDocument/2006/relationships/image" Target="../media/image207.png"/><Relationship Id="rId12" Type="http://schemas.openxmlformats.org/officeDocument/2006/relationships/image" Target="../media/image140.png"/><Relationship Id="rId56" Type="http://schemas.openxmlformats.org/officeDocument/2006/relationships/image" Target="../media/image183.png"/><Relationship Id="rId15" Type="http://schemas.openxmlformats.org/officeDocument/2006/relationships/image" Target="../media/image144.png"/><Relationship Id="rId59" Type="http://schemas.openxmlformats.org/officeDocument/2006/relationships/image" Target="../media/image192.png"/><Relationship Id="rId14" Type="http://schemas.openxmlformats.org/officeDocument/2006/relationships/image" Target="../media/image142.png"/><Relationship Id="rId58" Type="http://schemas.openxmlformats.org/officeDocument/2006/relationships/image" Target="../media/image190.png"/><Relationship Id="rId17" Type="http://schemas.openxmlformats.org/officeDocument/2006/relationships/image" Target="../media/image152.png"/><Relationship Id="rId16" Type="http://schemas.openxmlformats.org/officeDocument/2006/relationships/image" Target="../media/image146.png"/><Relationship Id="rId19" Type="http://schemas.openxmlformats.org/officeDocument/2006/relationships/image" Target="../media/image168.png"/><Relationship Id="rId18" Type="http://schemas.openxmlformats.org/officeDocument/2006/relationships/image" Target="../media/image1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14.png"/><Relationship Id="rId7" Type="http://schemas.openxmlformats.org/officeDocument/2006/relationships/image" Target="../media/image2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31.png"/><Relationship Id="rId7" Type="http://schemas.openxmlformats.org/officeDocument/2006/relationships/image" Target="../media/image217.png"/><Relationship Id="rId8" Type="http://schemas.openxmlformats.org/officeDocument/2006/relationships/image" Target="../media/image2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9.png"/><Relationship Id="rId4" Type="http://schemas.openxmlformats.org/officeDocument/2006/relationships/image" Target="../media/image4.png"/><Relationship Id="rId9" Type="http://schemas.openxmlformats.org/officeDocument/2006/relationships/image" Target="../media/image227.png"/><Relationship Id="rId5" Type="http://schemas.openxmlformats.org/officeDocument/2006/relationships/image" Target="../media/image19.png"/><Relationship Id="rId6" Type="http://schemas.openxmlformats.org/officeDocument/2006/relationships/image" Target="../media/image216.png"/><Relationship Id="rId7" Type="http://schemas.openxmlformats.org/officeDocument/2006/relationships/image" Target="../media/image253.png"/><Relationship Id="rId8" Type="http://schemas.openxmlformats.org/officeDocument/2006/relationships/image" Target="../media/image232.png"/><Relationship Id="rId30" Type="http://schemas.openxmlformats.org/officeDocument/2006/relationships/image" Target="../media/image248.png"/><Relationship Id="rId20" Type="http://schemas.openxmlformats.org/officeDocument/2006/relationships/image" Target="../media/image236.png"/><Relationship Id="rId22" Type="http://schemas.openxmlformats.org/officeDocument/2006/relationships/image" Target="../media/image261.png"/><Relationship Id="rId21" Type="http://schemas.openxmlformats.org/officeDocument/2006/relationships/image" Target="../media/image251.png"/><Relationship Id="rId24" Type="http://schemas.openxmlformats.org/officeDocument/2006/relationships/image" Target="../media/image242.png"/><Relationship Id="rId23" Type="http://schemas.openxmlformats.org/officeDocument/2006/relationships/image" Target="../media/image238.png"/><Relationship Id="rId26" Type="http://schemas.openxmlformats.org/officeDocument/2006/relationships/image" Target="../media/image244.png"/><Relationship Id="rId25" Type="http://schemas.openxmlformats.org/officeDocument/2006/relationships/image" Target="../media/image241.png"/><Relationship Id="rId28" Type="http://schemas.openxmlformats.org/officeDocument/2006/relationships/image" Target="../media/image258.png"/><Relationship Id="rId27" Type="http://schemas.openxmlformats.org/officeDocument/2006/relationships/image" Target="../media/image254.png"/><Relationship Id="rId29" Type="http://schemas.openxmlformats.org/officeDocument/2006/relationships/image" Target="../media/image249.png"/><Relationship Id="rId11" Type="http://schemas.openxmlformats.org/officeDocument/2006/relationships/image" Target="../media/image224.png"/><Relationship Id="rId10" Type="http://schemas.openxmlformats.org/officeDocument/2006/relationships/image" Target="../media/image285.png"/><Relationship Id="rId13" Type="http://schemas.openxmlformats.org/officeDocument/2006/relationships/image" Target="../media/image228.png"/><Relationship Id="rId12" Type="http://schemas.openxmlformats.org/officeDocument/2006/relationships/image" Target="../media/image233.png"/><Relationship Id="rId15" Type="http://schemas.openxmlformats.org/officeDocument/2006/relationships/image" Target="../media/image277.png"/><Relationship Id="rId14" Type="http://schemas.openxmlformats.org/officeDocument/2006/relationships/image" Target="../media/image239.png"/><Relationship Id="rId17" Type="http://schemas.openxmlformats.org/officeDocument/2006/relationships/image" Target="../media/image230.png"/><Relationship Id="rId16" Type="http://schemas.openxmlformats.org/officeDocument/2006/relationships/image" Target="../media/image243.png"/><Relationship Id="rId19" Type="http://schemas.openxmlformats.org/officeDocument/2006/relationships/image" Target="../media/image237.png"/><Relationship Id="rId18" Type="http://schemas.openxmlformats.org/officeDocument/2006/relationships/image" Target="../media/image2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7.png"/><Relationship Id="rId4" Type="http://schemas.openxmlformats.org/officeDocument/2006/relationships/image" Target="../media/image4.png"/><Relationship Id="rId9" Type="http://schemas.openxmlformats.org/officeDocument/2006/relationships/image" Target="../media/image256.png"/><Relationship Id="rId5" Type="http://schemas.openxmlformats.org/officeDocument/2006/relationships/image" Target="../media/image19.png"/><Relationship Id="rId6" Type="http://schemas.openxmlformats.org/officeDocument/2006/relationships/image" Target="../media/image252.png"/><Relationship Id="rId7" Type="http://schemas.openxmlformats.org/officeDocument/2006/relationships/image" Target="../media/image250.png"/><Relationship Id="rId8" Type="http://schemas.openxmlformats.org/officeDocument/2006/relationships/image" Target="../media/image269.png"/><Relationship Id="rId11" Type="http://schemas.openxmlformats.org/officeDocument/2006/relationships/image" Target="../media/image248.png"/><Relationship Id="rId10" Type="http://schemas.openxmlformats.org/officeDocument/2006/relationships/image" Target="../media/image25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6.png"/><Relationship Id="rId4" Type="http://schemas.openxmlformats.org/officeDocument/2006/relationships/image" Target="../media/image4.png"/><Relationship Id="rId9" Type="http://schemas.openxmlformats.org/officeDocument/2006/relationships/image" Target="../media/image315.png"/><Relationship Id="rId5" Type="http://schemas.openxmlformats.org/officeDocument/2006/relationships/image" Target="../media/image19.png"/><Relationship Id="rId6" Type="http://schemas.openxmlformats.org/officeDocument/2006/relationships/image" Target="../media/image257.png"/><Relationship Id="rId7" Type="http://schemas.openxmlformats.org/officeDocument/2006/relationships/image" Target="../media/image263.png"/><Relationship Id="rId8" Type="http://schemas.openxmlformats.org/officeDocument/2006/relationships/image" Target="../media/image260.png"/><Relationship Id="rId31" Type="http://schemas.openxmlformats.org/officeDocument/2006/relationships/image" Target="../media/image281.png"/><Relationship Id="rId30" Type="http://schemas.openxmlformats.org/officeDocument/2006/relationships/image" Target="../media/image279.png"/><Relationship Id="rId33" Type="http://schemas.openxmlformats.org/officeDocument/2006/relationships/image" Target="../media/image282.png"/><Relationship Id="rId32" Type="http://schemas.openxmlformats.org/officeDocument/2006/relationships/image" Target="../media/image286.png"/><Relationship Id="rId20" Type="http://schemas.openxmlformats.org/officeDocument/2006/relationships/image" Target="../media/image273.png"/><Relationship Id="rId22" Type="http://schemas.openxmlformats.org/officeDocument/2006/relationships/image" Target="../media/image251.png"/><Relationship Id="rId21" Type="http://schemas.openxmlformats.org/officeDocument/2006/relationships/image" Target="../media/image292.png"/><Relationship Id="rId24" Type="http://schemas.openxmlformats.org/officeDocument/2006/relationships/image" Target="../media/image275.png"/><Relationship Id="rId23" Type="http://schemas.openxmlformats.org/officeDocument/2006/relationships/image" Target="../media/image300.png"/><Relationship Id="rId26" Type="http://schemas.openxmlformats.org/officeDocument/2006/relationships/image" Target="../media/image302.png"/><Relationship Id="rId25" Type="http://schemas.openxmlformats.org/officeDocument/2006/relationships/image" Target="../media/image283.png"/><Relationship Id="rId28" Type="http://schemas.openxmlformats.org/officeDocument/2006/relationships/image" Target="../media/image274.png"/><Relationship Id="rId27" Type="http://schemas.openxmlformats.org/officeDocument/2006/relationships/image" Target="../media/image278.png"/><Relationship Id="rId29" Type="http://schemas.openxmlformats.org/officeDocument/2006/relationships/image" Target="../media/image298.png"/><Relationship Id="rId11" Type="http://schemas.openxmlformats.org/officeDocument/2006/relationships/image" Target="../media/image267.png"/><Relationship Id="rId10" Type="http://schemas.openxmlformats.org/officeDocument/2006/relationships/image" Target="../media/image264.png"/><Relationship Id="rId13" Type="http://schemas.openxmlformats.org/officeDocument/2006/relationships/image" Target="../media/image233.png"/><Relationship Id="rId12" Type="http://schemas.openxmlformats.org/officeDocument/2006/relationships/image" Target="../media/image268.png"/><Relationship Id="rId15" Type="http://schemas.openxmlformats.org/officeDocument/2006/relationships/image" Target="../media/image270.png"/><Relationship Id="rId14" Type="http://schemas.openxmlformats.org/officeDocument/2006/relationships/image" Target="../media/image265.png"/><Relationship Id="rId17" Type="http://schemas.openxmlformats.org/officeDocument/2006/relationships/image" Target="../media/image297.png"/><Relationship Id="rId16" Type="http://schemas.openxmlformats.org/officeDocument/2006/relationships/image" Target="../media/image280.png"/><Relationship Id="rId19" Type="http://schemas.openxmlformats.org/officeDocument/2006/relationships/image" Target="../media/image272.png"/><Relationship Id="rId18" Type="http://schemas.openxmlformats.org/officeDocument/2006/relationships/image" Target="../media/image29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89.png"/><Relationship Id="rId7" Type="http://schemas.openxmlformats.org/officeDocument/2006/relationships/image" Target="../media/image291.png"/><Relationship Id="rId8" Type="http://schemas.openxmlformats.org/officeDocument/2006/relationships/image" Target="../media/image3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7.png"/><Relationship Id="rId4" Type="http://schemas.openxmlformats.org/officeDocument/2006/relationships/image" Target="../media/image4.png"/><Relationship Id="rId9" Type="http://schemas.openxmlformats.org/officeDocument/2006/relationships/image" Target="../media/image299.png"/><Relationship Id="rId5" Type="http://schemas.openxmlformats.org/officeDocument/2006/relationships/image" Target="../media/image19.png"/><Relationship Id="rId6" Type="http://schemas.openxmlformats.org/officeDocument/2006/relationships/image" Target="../media/image295.png"/><Relationship Id="rId7" Type="http://schemas.openxmlformats.org/officeDocument/2006/relationships/image" Target="../media/image288.png"/><Relationship Id="rId8" Type="http://schemas.openxmlformats.org/officeDocument/2006/relationships/image" Target="../media/image294.png"/><Relationship Id="rId31" Type="http://schemas.openxmlformats.org/officeDocument/2006/relationships/image" Target="../media/image318.png"/><Relationship Id="rId30" Type="http://schemas.openxmlformats.org/officeDocument/2006/relationships/image" Target="../media/image317.png"/><Relationship Id="rId33" Type="http://schemas.openxmlformats.org/officeDocument/2006/relationships/image" Target="../media/image323.png"/><Relationship Id="rId32" Type="http://schemas.openxmlformats.org/officeDocument/2006/relationships/image" Target="../media/image274.png"/><Relationship Id="rId35" Type="http://schemas.openxmlformats.org/officeDocument/2006/relationships/image" Target="../media/image324.png"/><Relationship Id="rId34" Type="http://schemas.openxmlformats.org/officeDocument/2006/relationships/image" Target="../media/image321.png"/><Relationship Id="rId37" Type="http://schemas.openxmlformats.org/officeDocument/2006/relationships/image" Target="../media/image362.png"/><Relationship Id="rId36" Type="http://schemas.openxmlformats.org/officeDocument/2006/relationships/image" Target="../media/image326.png"/><Relationship Id="rId20" Type="http://schemas.openxmlformats.org/officeDocument/2006/relationships/image" Target="../media/image338.png"/><Relationship Id="rId22" Type="http://schemas.openxmlformats.org/officeDocument/2006/relationships/image" Target="../media/image308.png"/><Relationship Id="rId21" Type="http://schemas.openxmlformats.org/officeDocument/2006/relationships/image" Target="../media/image301.png"/><Relationship Id="rId24" Type="http://schemas.openxmlformats.org/officeDocument/2006/relationships/image" Target="../media/image311.png"/><Relationship Id="rId23" Type="http://schemas.openxmlformats.org/officeDocument/2006/relationships/image" Target="../media/image307.png"/><Relationship Id="rId26" Type="http://schemas.openxmlformats.org/officeDocument/2006/relationships/image" Target="../media/image366.png"/><Relationship Id="rId25" Type="http://schemas.openxmlformats.org/officeDocument/2006/relationships/image" Target="../media/image312.png"/><Relationship Id="rId28" Type="http://schemas.openxmlformats.org/officeDocument/2006/relationships/image" Target="../media/image327.png"/><Relationship Id="rId27" Type="http://schemas.openxmlformats.org/officeDocument/2006/relationships/image" Target="../media/image306.png"/><Relationship Id="rId29" Type="http://schemas.openxmlformats.org/officeDocument/2006/relationships/image" Target="../media/image380.png"/><Relationship Id="rId11" Type="http://schemas.openxmlformats.org/officeDocument/2006/relationships/image" Target="../media/image303.png"/><Relationship Id="rId10" Type="http://schemas.openxmlformats.org/officeDocument/2006/relationships/image" Target="../media/image293.png"/><Relationship Id="rId13" Type="http://schemas.openxmlformats.org/officeDocument/2006/relationships/image" Target="../media/image309.png"/><Relationship Id="rId12" Type="http://schemas.openxmlformats.org/officeDocument/2006/relationships/image" Target="../media/image296.png"/><Relationship Id="rId15" Type="http://schemas.openxmlformats.org/officeDocument/2006/relationships/image" Target="../media/image305.png"/><Relationship Id="rId14" Type="http://schemas.openxmlformats.org/officeDocument/2006/relationships/image" Target="../media/image319.png"/><Relationship Id="rId17" Type="http://schemas.openxmlformats.org/officeDocument/2006/relationships/image" Target="../media/image265.png"/><Relationship Id="rId16" Type="http://schemas.openxmlformats.org/officeDocument/2006/relationships/image" Target="../media/image424.png"/><Relationship Id="rId19" Type="http://schemas.openxmlformats.org/officeDocument/2006/relationships/image" Target="../media/image313.png"/><Relationship Id="rId18" Type="http://schemas.openxmlformats.org/officeDocument/2006/relationships/image" Target="../media/image3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2.png"/><Relationship Id="rId4" Type="http://schemas.openxmlformats.org/officeDocument/2006/relationships/image" Target="../media/image4.png"/><Relationship Id="rId9" Type="http://schemas.openxmlformats.org/officeDocument/2006/relationships/image" Target="../media/image227.png"/><Relationship Id="rId5" Type="http://schemas.openxmlformats.org/officeDocument/2006/relationships/image" Target="../media/image19.png"/><Relationship Id="rId6" Type="http://schemas.openxmlformats.org/officeDocument/2006/relationships/image" Target="../media/image320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Relationship Id="rId20" Type="http://schemas.openxmlformats.org/officeDocument/2006/relationships/image" Target="../media/image334.png"/><Relationship Id="rId22" Type="http://schemas.openxmlformats.org/officeDocument/2006/relationships/image" Target="../media/image340.png"/><Relationship Id="rId21" Type="http://schemas.openxmlformats.org/officeDocument/2006/relationships/image" Target="../media/image333.png"/><Relationship Id="rId24" Type="http://schemas.openxmlformats.org/officeDocument/2006/relationships/image" Target="../media/image350.png"/><Relationship Id="rId23" Type="http://schemas.openxmlformats.org/officeDocument/2006/relationships/image" Target="../media/image337.png"/><Relationship Id="rId26" Type="http://schemas.openxmlformats.org/officeDocument/2006/relationships/image" Target="../media/image343.png"/><Relationship Id="rId25" Type="http://schemas.openxmlformats.org/officeDocument/2006/relationships/image" Target="../media/image408.png"/><Relationship Id="rId27" Type="http://schemas.openxmlformats.org/officeDocument/2006/relationships/image" Target="../media/image349.png"/><Relationship Id="rId11" Type="http://schemas.openxmlformats.org/officeDocument/2006/relationships/image" Target="../media/image351.png"/><Relationship Id="rId10" Type="http://schemas.openxmlformats.org/officeDocument/2006/relationships/image" Target="../media/image325.png"/><Relationship Id="rId13" Type="http://schemas.openxmlformats.org/officeDocument/2006/relationships/image" Target="../media/image335.png"/><Relationship Id="rId12" Type="http://schemas.openxmlformats.org/officeDocument/2006/relationships/image" Target="../media/image330.png"/><Relationship Id="rId15" Type="http://schemas.openxmlformats.org/officeDocument/2006/relationships/image" Target="../media/image395.png"/><Relationship Id="rId14" Type="http://schemas.openxmlformats.org/officeDocument/2006/relationships/image" Target="../media/image332.png"/><Relationship Id="rId17" Type="http://schemas.openxmlformats.org/officeDocument/2006/relationships/image" Target="../media/image372.png"/><Relationship Id="rId16" Type="http://schemas.openxmlformats.org/officeDocument/2006/relationships/image" Target="../media/image336.png"/><Relationship Id="rId19" Type="http://schemas.openxmlformats.org/officeDocument/2006/relationships/image" Target="../media/image348.png"/><Relationship Id="rId18" Type="http://schemas.openxmlformats.org/officeDocument/2006/relationships/image" Target="../media/image3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4.png"/><Relationship Id="rId4" Type="http://schemas.openxmlformats.org/officeDocument/2006/relationships/image" Target="../media/image4.png"/><Relationship Id="rId9" Type="http://schemas.openxmlformats.org/officeDocument/2006/relationships/image" Target="../media/image227.png"/><Relationship Id="rId5" Type="http://schemas.openxmlformats.org/officeDocument/2006/relationships/image" Target="../media/image19.png"/><Relationship Id="rId6" Type="http://schemas.openxmlformats.org/officeDocument/2006/relationships/image" Target="../media/image320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Relationship Id="rId20" Type="http://schemas.openxmlformats.org/officeDocument/2006/relationships/image" Target="../media/image361.png"/><Relationship Id="rId22" Type="http://schemas.openxmlformats.org/officeDocument/2006/relationships/image" Target="../media/image334.png"/><Relationship Id="rId21" Type="http://schemas.openxmlformats.org/officeDocument/2006/relationships/image" Target="../media/image348.png"/><Relationship Id="rId24" Type="http://schemas.openxmlformats.org/officeDocument/2006/relationships/image" Target="../media/image337.png"/><Relationship Id="rId23" Type="http://schemas.openxmlformats.org/officeDocument/2006/relationships/image" Target="../media/image365.png"/><Relationship Id="rId26" Type="http://schemas.openxmlformats.org/officeDocument/2006/relationships/image" Target="../media/image408.png"/><Relationship Id="rId25" Type="http://schemas.openxmlformats.org/officeDocument/2006/relationships/image" Target="../media/image350.png"/><Relationship Id="rId28" Type="http://schemas.openxmlformats.org/officeDocument/2006/relationships/image" Target="../media/image381.png"/><Relationship Id="rId27" Type="http://schemas.openxmlformats.org/officeDocument/2006/relationships/image" Target="../media/image370.png"/><Relationship Id="rId11" Type="http://schemas.openxmlformats.org/officeDocument/2006/relationships/image" Target="../media/image383.png"/><Relationship Id="rId10" Type="http://schemas.openxmlformats.org/officeDocument/2006/relationships/image" Target="../media/image360.png"/><Relationship Id="rId13" Type="http://schemas.openxmlformats.org/officeDocument/2006/relationships/image" Target="../media/image330.png"/><Relationship Id="rId12" Type="http://schemas.openxmlformats.org/officeDocument/2006/relationships/image" Target="../media/image354.png"/><Relationship Id="rId15" Type="http://schemas.openxmlformats.org/officeDocument/2006/relationships/image" Target="../media/image375.png"/><Relationship Id="rId14" Type="http://schemas.openxmlformats.org/officeDocument/2006/relationships/image" Target="../media/image335.png"/><Relationship Id="rId17" Type="http://schemas.openxmlformats.org/officeDocument/2006/relationships/image" Target="../media/image357.png"/><Relationship Id="rId16" Type="http://schemas.openxmlformats.org/officeDocument/2006/relationships/image" Target="../media/image395.png"/><Relationship Id="rId19" Type="http://schemas.openxmlformats.org/officeDocument/2006/relationships/image" Target="../media/image331.png"/><Relationship Id="rId18" Type="http://schemas.openxmlformats.org/officeDocument/2006/relationships/image" Target="../media/image35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8.png"/><Relationship Id="rId4" Type="http://schemas.openxmlformats.org/officeDocument/2006/relationships/image" Target="../media/image4.png"/><Relationship Id="rId9" Type="http://schemas.openxmlformats.org/officeDocument/2006/relationships/image" Target="../media/image227.png"/><Relationship Id="rId5" Type="http://schemas.openxmlformats.org/officeDocument/2006/relationships/image" Target="../media/image19.png"/><Relationship Id="rId6" Type="http://schemas.openxmlformats.org/officeDocument/2006/relationships/image" Target="../media/image320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Relationship Id="rId20" Type="http://schemas.openxmlformats.org/officeDocument/2006/relationships/image" Target="../media/image388.png"/><Relationship Id="rId22" Type="http://schemas.openxmlformats.org/officeDocument/2006/relationships/image" Target="../media/image334.png"/><Relationship Id="rId21" Type="http://schemas.openxmlformats.org/officeDocument/2006/relationships/image" Target="../media/image348.png"/><Relationship Id="rId24" Type="http://schemas.openxmlformats.org/officeDocument/2006/relationships/image" Target="../media/image385.png"/><Relationship Id="rId23" Type="http://schemas.openxmlformats.org/officeDocument/2006/relationships/image" Target="../media/image413.png"/><Relationship Id="rId26" Type="http://schemas.openxmlformats.org/officeDocument/2006/relationships/image" Target="../media/image254.png"/><Relationship Id="rId25" Type="http://schemas.openxmlformats.org/officeDocument/2006/relationships/image" Target="../media/image387.png"/><Relationship Id="rId28" Type="http://schemas.openxmlformats.org/officeDocument/2006/relationships/image" Target="../media/image379.png"/><Relationship Id="rId27" Type="http://schemas.openxmlformats.org/officeDocument/2006/relationships/image" Target="../media/image382.png"/><Relationship Id="rId29" Type="http://schemas.openxmlformats.org/officeDocument/2006/relationships/image" Target="../media/image400.png"/><Relationship Id="rId11" Type="http://schemas.openxmlformats.org/officeDocument/2006/relationships/image" Target="../media/image371.png"/><Relationship Id="rId10" Type="http://schemas.openxmlformats.org/officeDocument/2006/relationships/image" Target="../media/image367.png"/><Relationship Id="rId13" Type="http://schemas.openxmlformats.org/officeDocument/2006/relationships/image" Target="../media/image330.png"/><Relationship Id="rId12" Type="http://schemas.openxmlformats.org/officeDocument/2006/relationships/image" Target="../media/image369.png"/><Relationship Id="rId15" Type="http://schemas.openxmlformats.org/officeDocument/2006/relationships/image" Target="../media/image332.png"/><Relationship Id="rId14" Type="http://schemas.openxmlformats.org/officeDocument/2006/relationships/image" Target="../media/image335.png"/><Relationship Id="rId17" Type="http://schemas.openxmlformats.org/officeDocument/2006/relationships/image" Target="../media/image376.png"/><Relationship Id="rId16" Type="http://schemas.openxmlformats.org/officeDocument/2006/relationships/image" Target="../media/image395.png"/><Relationship Id="rId19" Type="http://schemas.openxmlformats.org/officeDocument/2006/relationships/image" Target="../media/image331.png"/><Relationship Id="rId18" Type="http://schemas.openxmlformats.org/officeDocument/2006/relationships/image" Target="../media/image37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9.png"/><Relationship Id="rId4" Type="http://schemas.openxmlformats.org/officeDocument/2006/relationships/image" Target="../media/image4.png"/><Relationship Id="rId9" Type="http://schemas.openxmlformats.org/officeDocument/2006/relationships/image" Target="../media/image227.png"/><Relationship Id="rId5" Type="http://schemas.openxmlformats.org/officeDocument/2006/relationships/image" Target="../media/image19.png"/><Relationship Id="rId6" Type="http://schemas.openxmlformats.org/officeDocument/2006/relationships/image" Target="../media/image320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Relationship Id="rId20" Type="http://schemas.openxmlformats.org/officeDocument/2006/relationships/image" Target="../media/image398.png"/><Relationship Id="rId22" Type="http://schemas.openxmlformats.org/officeDocument/2006/relationships/image" Target="../media/image404.png"/><Relationship Id="rId21" Type="http://schemas.openxmlformats.org/officeDocument/2006/relationships/image" Target="../media/image421.png"/><Relationship Id="rId24" Type="http://schemas.openxmlformats.org/officeDocument/2006/relationships/image" Target="../media/image387.png"/><Relationship Id="rId23" Type="http://schemas.openxmlformats.org/officeDocument/2006/relationships/image" Target="../media/image385.png"/><Relationship Id="rId26" Type="http://schemas.openxmlformats.org/officeDocument/2006/relationships/image" Target="../media/image412.png"/><Relationship Id="rId25" Type="http://schemas.openxmlformats.org/officeDocument/2006/relationships/image" Target="../media/image350.png"/><Relationship Id="rId28" Type="http://schemas.openxmlformats.org/officeDocument/2006/relationships/image" Target="../media/image436.png"/><Relationship Id="rId27" Type="http://schemas.openxmlformats.org/officeDocument/2006/relationships/image" Target="../media/image402.png"/><Relationship Id="rId11" Type="http://schemas.openxmlformats.org/officeDocument/2006/relationships/image" Target="../media/image390.png"/><Relationship Id="rId10" Type="http://schemas.openxmlformats.org/officeDocument/2006/relationships/image" Target="../media/image391.png"/><Relationship Id="rId13" Type="http://schemas.openxmlformats.org/officeDocument/2006/relationships/image" Target="../media/image335.png"/><Relationship Id="rId12" Type="http://schemas.openxmlformats.org/officeDocument/2006/relationships/image" Target="../media/image330.png"/><Relationship Id="rId15" Type="http://schemas.openxmlformats.org/officeDocument/2006/relationships/image" Target="../media/image405.png"/><Relationship Id="rId14" Type="http://schemas.openxmlformats.org/officeDocument/2006/relationships/image" Target="../media/image375.png"/><Relationship Id="rId17" Type="http://schemas.openxmlformats.org/officeDocument/2006/relationships/image" Target="../media/image396.png"/><Relationship Id="rId16" Type="http://schemas.openxmlformats.org/officeDocument/2006/relationships/image" Target="../media/image392.png"/><Relationship Id="rId19" Type="http://schemas.openxmlformats.org/officeDocument/2006/relationships/image" Target="../media/image323.png"/><Relationship Id="rId18" Type="http://schemas.openxmlformats.org/officeDocument/2006/relationships/image" Target="../media/image3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1.png"/><Relationship Id="rId4" Type="http://schemas.openxmlformats.org/officeDocument/2006/relationships/image" Target="../media/image4.png"/><Relationship Id="rId9" Type="http://schemas.openxmlformats.org/officeDocument/2006/relationships/image" Target="../media/image227.png"/><Relationship Id="rId5" Type="http://schemas.openxmlformats.org/officeDocument/2006/relationships/image" Target="../media/image19.png"/><Relationship Id="rId6" Type="http://schemas.openxmlformats.org/officeDocument/2006/relationships/image" Target="../media/image320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Relationship Id="rId20" Type="http://schemas.openxmlformats.org/officeDocument/2006/relationships/image" Target="../media/image410.png"/><Relationship Id="rId22" Type="http://schemas.openxmlformats.org/officeDocument/2006/relationships/image" Target="../media/image415.png"/><Relationship Id="rId21" Type="http://schemas.openxmlformats.org/officeDocument/2006/relationships/image" Target="../media/image431.png"/><Relationship Id="rId24" Type="http://schemas.openxmlformats.org/officeDocument/2006/relationships/image" Target="../media/image419.png"/><Relationship Id="rId23" Type="http://schemas.openxmlformats.org/officeDocument/2006/relationships/image" Target="../media/image387.png"/><Relationship Id="rId26" Type="http://schemas.openxmlformats.org/officeDocument/2006/relationships/image" Target="../media/image414.png"/><Relationship Id="rId25" Type="http://schemas.openxmlformats.org/officeDocument/2006/relationships/image" Target="../media/image448.png"/><Relationship Id="rId11" Type="http://schemas.openxmlformats.org/officeDocument/2006/relationships/image" Target="../media/image407.png"/><Relationship Id="rId10" Type="http://schemas.openxmlformats.org/officeDocument/2006/relationships/image" Target="../media/image325.png"/><Relationship Id="rId13" Type="http://schemas.openxmlformats.org/officeDocument/2006/relationships/image" Target="../media/image375.png"/><Relationship Id="rId12" Type="http://schemas.openxmlformats.org/officeDocument/2006/relationships/image" Target="../media/image418.png"/><Relationship Id="rId15" Type="http://schemas.openxmlformats.org/officeDocument/2006/relationships/image" Target="../media/image336.png"/><Relationship Id="rId14" Type="http://schemas.openxmlformats.org/officeDocument/2006/relationships/image" Target="../media/image409.png"/><Relationship Id="rId17" Type="http://schemas.openxmlformats.org/officeDocument/2006/relationships/image" Target="../media/image411.png"/><Relationship Id="rId16" Type="http://schemas.openxmlformats.org/officeDocument/2006/relationships/image" Target="../media/image468.png"/><Relationship Id="rId19" Type="http://schemas.openxmlformats.org/officeDocument/2006/relationships/image" Target="../media/image348.png"/><Relationship Id="rId18" Type="http://schemas.openxmlformats.org/officeDocument/2006/relationships/image" Target="../media/image2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6.png"/><Relationship Id="rId4" Type="http://schemas.openxmlformats.org/officeDocument/2006/relationships/image" Target="../media/image4.png"/><Relationship Id="rId9" Type="http://schemas.openxmlformats.org/officeDocument/2006/relationships/image" Target="../media/image441.png"/><Relationship Id="rId5" Type="http://schemas.openxmlformats.org/officeDocument/2006/relationships/image" Target="../media/image19.png"/><Relationship Id="rId6" Type="http://schemas.openxmlformats.org/officeDocument/2006/relationships/image" Target="../media/image420.png"/><Relationship Id="rId7" Type="http://schemas.openxmlformats.org/officeDocument/2006/relationships/image" Target="../media/image429.png"/><Relationship Id="rId8" Type="http://schemas.openxmlformats.org/officeDocument/2006/relationships/image" Target="../media/image417.png"/><Relationship Id="rId20" Type="http://schemas.openxmlformats.org/officeDocument/2006/relationships/image" Target="../media/image323.png"/><Relationship Id="rId22" Type="http://schemas.openxmlformats.org/officeDocument/2006/relationships/image" Target="../media/image430.png"/><Relationship Id="rId21" Type="http://schemas.openxmlformats.org/officeDocument/2006/relationships/image" Target="../media/image433.png"/><Relationship Id="rId23" Type="http://schemas.openxmlformats.org/officeDocument/2006/relationships/image" Target="../media/image456.png"/><Relationship Id="rId11" Type="http://schemas.openxmlformats.org/officeDocument/2006/relationships/image" Target="../media/image423.png"/><Relationship Id="rId10" Type="http://schemas.openxmlformats.org/officeDocument/2006/relationships/image" Target="../media/image440.png"/><Relationship Id="rId13" Type="http://schemas.openxmlformats.org/officeDocument/2006/relationships/image" Target="../media/image422.png"/><Relationship Id="rId12" Type="http://schemas.openxmlformats.org/officeDocument/2006/relationships/image" Target="../media/image425.png"/><Relationship Id="rId15" Type="http://schemas.openxmlformats.org/officeDocument/2006/relationships/image" Target="../media/image428.png"/><Relationship Id="rId14" Type="http://schemas.openxmlformats.org/officeDocument/2006/relationships/image" Target="../media/image437.png"/><Relationship Id="rId17" Type="http://schemas.openxmlformats.org/officeDocument/2006/relationships/image" Target="../media/image427.png"/><Relationship Id="rId16" Type="http://schemas.openxmlformats.org/officeDocument/2006/relationships/image" Target="../media/image426.png"/><Relationship Id="rId19" Type="http://schemas.openxmlformats.org/officeDocument/2006/relationships/image" Target="../media/image438.png"/><Relationship Id="rId18" Type="http://schemas.openxmlformats.org/officeDocument/2006/relationships/image" Target="../media/image43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9.png"/><Relationship Id="rId4" Type="http://schemas.openxmlformats.org/officeDocument/2006/relationships/image" Target="../media/image4.png"/><Relationship Id="rId9" Type="http://schemas.openxmlformats.org/officeDocument/2006/relationships/image" Target="../media/image441.png"/><Relationship Id="rId5" Type="http://schemas.openxmlformats.org/officeDocument/2006/relationships/image" Target="../media/image19.png"/><Relationship Id="rId6" Type="http://schemas.openxmlformats.org/officeDocument/2006/relationships/image" Target="../media/image420.png"/><Relationship Id="rId7" Type="http://schemas.openxmlformats.org/officeDocument/2006/relationships/image" Target="../media/image439.png"/><Relationship Id="rId8" Type="http://schemas.openxmlformats.org/officeDocument/2006/relationships/image" Target="../media/image434.png"/><Relationship Id="rId20" Type="http://schemas.openxmlformats.org/officeDocument/2006/relationships/image" Target="../media/image488.png"/><Relationship Id="rId22" Type="http://schemas.openxmlformats.org/officeDocument/2006/relationships/image" Target="../media/image462.png"/><Relationship Id="rId21" Type="http://schemas.openxmlformats.org/officeDocument/2006/relationships/image" Target="../media/image447.png"/><Relationship Id="rId23" Type="http://schemas.openxmlformats.org/officeDocument/2006/relationships/image" Target="../media/image451.png"/><Relationship Id="rId11" Type="http://schemas.openxmlformats.org/officeDocument/2006/relationships/image" Target="../media/image450.png"/><Relationship Id="rId10" Type="http://schemas.openxmlformats.org/officeDocument/2006/relationships/image" Target="../media/image435.png"/><Relationship Id="rId13" Type="http://schemas.openxmlformats.org/officeDocument/2006/relationships/image" Target="../media/image458.png"/><Relationship Id="rId12" Type="http://schemas.openxmlformats.org/officeDocument/2006/relationships/image" Target="../media/image443.png"/><Relationship Id="rId15" Type="http://schemas.openxmlformats.org/officeDocument/2006/relationships/image" Target="../media/image465.png"/><Relationship Id="rId14" Type="http://schemas.openxmlformats.org/officeDocument/2006/relationships/image" Target="../media/image323.png"/><Relationship Id="rId17" Type="http://schemas.openxmlformats.org/officeDocument/2006/relationships/image" Target="../media/image444.png"/><Relationship Id="rId16" Type="http://schemas.openxmlformats.org/officeDocument/2006/relationships/image" Target="../media/image472.png"/><Relationship Id="rId19" Type="http://schemas.openxmlformats.org/officeDocument/2006/relationships/image" Target="../media/image445.png"/><Relationship Id="rId18" Type="http://schemas.openxmlformats.org/officeDocument/2006/relationships/image" Target="../media/image4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0.png"/><Relationship Id="rId4" Type="http://schemas.openxmlformats.org/officeDocument/2006/relationships/image" Target="../media/image4.png"/><Relationship Id="rId9" Type="http://schemas.openxmlformats.org/officeDocument/2006/relationships/image" Target="../media/image227.png"/><Relationship Id="rId5" Type="http://schemas.openxmlformats.org/officeDocument/2006/relationships/image" Target="../media/image19.png"/><Relationship Id="rId6" Type="http://schemas.openxmlformats.org/officeDocument/2006/relationships/image" Target="../media/image320.png"/><Relationship Id="rId7" Type="http://schemas.openxmlformats.org/officeDocument/2006/relationships/image" Target="../media/image453.png"/><Relationship Id="rId8" Type="http://schemas.openxmlformats.org/officeDocument/2006/relationships/image" Target="../media/image452.png"/><Relationship Id="rId31" Type="http://schemas.openxmlformats.org/officeDocument/2006/relationships/image" Target="../media/image498.png"/><Relationship Id="rId30" Type="http://schemas.openxmlformats.org/officeDocument/2006/relationships/image" Target="../media/image483.png"/><Relationship Id="rId20" Type="http://schemas.openxmlformats.org/officeDocument/2006/relationships/image" Target="../media/image486.png"/><Relationship Id="rId22" Type="http://schemas.openxmlformats.org/officeDocument/2006/relationships/image" Target="../media/image467.png"/><Relationship Id="rId21" Type="http://schemas.openxmlformats.org/officeDocument/2006/relationships/image" Target="../media/image332.png"/><Relationship Id="rId24" Type="http://schemas.openxmlformats.org/officeDocument/2006/relationships/image" Target="../media/image501.png"/><Relationship Id="rId23" Type="http://schemas.openxmlformats.org/officeDocument/2006/relationships/image" Target="../media/image487.png"/><Relationship Id="rId26" Type="http://schemas.openxmlformats.org/officeDocument/2006/relationships/image" Target="../media/image466.png"/><Relationship Id="rId25" Type="http://schemas.openxmlformats.org/officeDocument/2006/relationships/image" Target="../media/image479.png"/><Relationship Id="rId28" Type="http://schemas.openxmlformats.org/officeDocument/2006/relationships/image" Target="../media/image323.png"/><Relationship Id="rId27" Type="http://schemas.openxmlformats.org/officeDocument/2006/relationships/image" Target="../media/image474.png"/><Relationship Id="rId29" Type="http://schemas.openxmlformats.org/officeDocument/2006/relationships/image" Target="../media/image489.png"/><Relationship Id="rId11" Type="http://schemas.openxmlformats.org/officeDocument/2006/relationships/image" Target="../media/image469.png"/><Relationship Id="rId10" Type="http://schemas.openxmlformats.org/officeDocument/2006/relationships/image" Target="../media/image454.png"/><Relationship Id="rId13" Type="http://schemas.openxmlformats.org/officeDocument/2006/relationships/image" Target="../media/image335.png"/><Relationship Id="rId12" Type="http://schemas.openxmlformats.org/officeDocument/2006/relationships/image" Target="../media/image457.png"/><Relationship Id="rId15" Type="http://schemas.openxmlformats.org/officeDocument/2006/relationships/image" Target="../media/image350.png"/><Relationship Id="rId14" Type="http://schemas.openxmlformats.org/officeDocument/2006/relationships/image" Target="../media/image459.png"/><Relationship Id="rId17" Type="http://schemas.openxmlformats.org/officeDocument/2006/relationships/image" Target="../media/image463.png"/><Relationship Id="rId16" Type="http://schemas.openxmlformats.org/officeDocument/2006/relationships/image" Target="../media/image473.png"/><Relationship Id="rId19" Type="http://schemas.openxmlformats.org/officeDocument/2006/relationships/image" Target="../media/image464.png"/><Relationship Id="rId18" Type="http://schemas.openxmlformats.org/officeDocument/2006/relationships/image" Target="../media/image4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0.png"/><Relationship Id="rId4" Type="http://schemas.openxmlformats.org/officeDocument/2006/relationships/image" Target="../media/image4.png"/><Relationship Id="rId9" Type="http://schemas.openxmlformats.org/officeDocument/2006/relationships/image" Target="../media/image477.png"/><Relationship Id="rId5" Type="http://schemas.openxmlformats.org/officeDocument/2006/relationships/image" Target="../media/image19.png"/><Relationship Id="rId6" Type="http://schemas.openxmlformats.org/officeDocument/2006/relationships/image" Target="../media/image492.png"/><Relationship Id="rId7" Type="http://schemas.openxmlformats.org/officeDocument/2006/relationships/image" Target="../media/image475.png"/><Relationship Id="rId8" Type="http://schemas.openxmlformats.org/officeDocument/2006/relationships/image" Target="../media/image47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8.png"/><Relationship Id="rId4" Type="http://schemas.openxmlformats.org/officeDocument/2006/relationships/image" Target="../media/image4.png"/><Relationship Id="rId9" Type="http://schemas.openxmlformats.org/officeDocument/2006/relationships/image" Target="../media/image100.png"/><Relationship Id="rId5" Type="http://schemas.openxmlformats.org/officeDocument/2006/relationships/image" Target="../media/image19.png"/><Relationship Id="rId6" Type="http://schemas.openxmlformats.org/officeDocument/2006/relationships/image" Target="../media/image475.png"/><Relationship Id="rId7" Type="http://schemas.openxmlformats.org/officeDocument/2006/relationships/image" Target="../media/image471.png"/><Relationship Id="rId8" Type="http://schemas.openxmlformats.org/officeDocument/2006/relationships/image" Target="../media/image495.png"/><Relationship Id="rId10" Type="http://schemas.openxmlformats.org/officeDocument/2006/relationships/image" Target="../media/image49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4.png"/><Relationship Id="rId4" Type="http://schemas.openxmlformats.org/officeDocument/2006/relationships/image" Target="../media/image4.png"/><Relationship Id="rId9" Type="http://schemas.openxmlformats.org/officeDocument/2006/relationships/image" Target="../media/image491.png"/><Relationship Id="rId5" Type="http://schemas.openxmlformats.org/officeDocument/2006/relationships/image" Target="../media/image19.png"/><Relationship Id="rId6" Type="http://schemas.openxmlformats.org/officeDocument/2006/relationships/image" Target="../media/image475.png"/><Relationship Id="rId7" Type="http://schemas.openxmlformats.org/officeDocument/2006/relationships/image" Target="../media/image471.png"/><Relationship Id="rId8" Type="http://schemas.openxmlformats.org/officeDocument/2006/relationships/image" Target="../media/image100.png"/><Relationship Id="rId10" Type="http://schemas.openxmlformats.org/officeDocument/2006/relationships/image" Target="../media/image49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85.png"/><Relationship Id="rId4" Type="http://schemas.openxmlformats.org/officeDocument/2006/relationships/image" Target="../media/image4.png"/><Relationship Id="rId9" Type="http://schemas.openxmlformats.org/officeDocument/2006/relationships/image" Target="../media/image507.png"/><Relationship Id="rId5" Type="http://schemas.openxmlformats.org/officeDocument/2006/relationships/image" Target="../media/image19.png"/><Relationship Id="rId6" Type="http://schemas.openxmlformats.org/officeDocument/2006/relationships/image" Target="../media/image475.png"/><Relationship Id="rId7" Type="http://schemas.openxmlformats.org/officeDocument/2006/relationships/image" Target="../media/image471.png"/><Relationship Id="rId8" Type="http://schemas.openxmlformats.org/officeDocument/2006/relationships/image" Target="../media/image49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jpg"/><Relationship Id="rId4" Type="http://schemas.openxmlformats.org/officeDocument/2006/relationships/image" Target="../media/image490.png"/><Relationship Id="rId9" Type="http://schemas.openxmlformats.org/officeDocument/2006/relationships/image" Target="../media/image8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11" Type="http://schemas.openxmlformats.org/officeDocument/2006/relationships/image" Target="../media/image28.png"/><Relationship Id="rId10" Type="http://schemas.openxmlformats.org/officeDocument/2006/relationships/image" Target="../media/image128.png"/><Relationship Id="rId13" Type="http://schemas.openxmlformats.org/officeDocument/2006/relationships/image" Target="../media/image30.png"/><Relationship Id="rId12" Type="http://schemas.openxmlformats.org/officeDocument/2006/relationships/image" Target="../media/image513.png"/><Relationship Id="rId14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00.png"/><Relationship Id="rId4" Type="http://schemas.openxmlformats.org/officeDocument/2006/relationships/image" Target="../media/image4.png"/><Relationship Id="rId9" Type="http://schemas.openxmlformats.org/officeDocument/2006/relationships/image" Target="../media/image497.png"/><Relationship Id="rId5" Type="http://schemas.openxmlformats.org/officeDocument/2006/relationships/image" Target="../media/image19.png"/><Relationship Id="rId6" Type="http://schemas.openxmlformats.org/officeDocument/2006/relationships/image" Target="../media/image511.png"/><Relationship Id="rId7" Type="http://schemas.openxmlformats.org/officeDocument/2006/relationships/image" Target="../media/image494.png"/><Relationship Id="rId8" Type="http://schemas.openxmlformats.org/officeDocument/2006/relationships/image" Target="../media/image49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1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1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05.png"/><Relationship Id="rId4" Type="http://schemas.openxmlformats.org/officeDocument/2006/relationships/image" Target="../media/image4.png"/><Relationship Id="rId9" Type="http://schemas.openxmlformats.org/officeDocument/2006/relationships/image" Target="../media/image503.png"/><Relationship Id="rId5" Type="http://schemas.openxmlformats.org/officeDocument/2006/relationships/image" Target="../media/image19.png"/><Relationship Id="rId6" Type="http://schemas.openxmlformats.org/officeDocument/2006/relationships/image" Target="../media/image516.png"/><Relationship Id="rId7" Type="http://schemas.openxmlformats.org/officeDocument/2006/relationships/image" Target="../media/image510.png"/><Relationship Id="rId8" Type="http://schemas.openxmlformats.org/officeDocument/2006/relationships/image" Target="../media/image514.png"/><Relationship Id="rId11" Type="http://schemas.openxmlformats.org/officeDocument/2006/relationships/image" Target="../media/image528.png"/><Relationship Id="rId10" Type="http://schemas.openxmlformats.org/officeDocument/2006/relationships/image" Target="../media/image506.png"/><Relationship Id="rId13" Type="http://schemas.openxmlformats.org/officeDocument/2006/relationships/image" Target="../media/image508.png"/><Relationship Id="rId12" Type="http://schemas.openxmlformats.org/officeDocument/2006/relationships/image" Target="../media/image522.png"/><Relationship Id="rId14" Type="http://schemas.openxmlformats.org/officeDocument/2006/relationships/image" Target="../media/image50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0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36.png"/><Relationship Id="rId7" Type="http://schemas.openxmlformats.org/officeDocument/2006/relationships/image" Target="../media/image52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1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44.png"/><Relationship Id="rId7" Type="http://schemas.openxmlformats.org/officeDocument/2006/relationships/image" Target="../media/image517.png"/><Relationship Id="rId8" Type="http://schemas.openxmlformats.org/officeDocument/2006/relationships/image" Target="../media/image54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19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24.png"/><Relationship Id="rId7" Type="http://schemas.openxmlformats.org/officeDocument/2006/relationships/image" Target="../media/image546.png"/><Relationship Id="rId8" Type="http://schemas.openxmlformats.org/officeDocument/2006/relationships/image" Target="../media/image52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3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25.png"/><Relationship Id="rId7" Type="http://schemas.openxmlformats.org/officeDocument/2006/relationships/image" Target="../media/image52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2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27.png"/><Relationship Id="rId7" Type="http://schemas.openxmlformats.org/officeDocument/2006/relationships/image" Target="../media/image529.png"/><Relationship Id="rId8" Type="http://schemas.openxmlformats.org/officeDocument/2006/relationships/image" Target="../media/image53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.jpg"/><Relationship Id="rId4" Type="http://schemas.openxmlformats.org/officeDocument/2006/relationships/image" Target="../media/image540.png"/><Relationship Id="rId9" Type="http://schemas.openxmlformats.org/officeDocument/2006/relationships/image" Target="../media/image8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11" Type="http://schemas.openxmlformats.org/officeDocument/2006/relationships/image" Target="../media/image28.png"/><Relationship Id="rId10" Type="http://schemas.openxmlformats.org/officeDocument/2006/relationships/image" Target="../media/image128.png"/><Relationship Id="rId13" Type="http://schemas.openxmlformats.org/officeDocument/2006/relationships/image" Target="../media/image542.png"/><Relationship Id="rId12" Type="http://schemas.openxmlformats.org/officeDocument/2006/relationships/image" Target="../media/image20.png"/><Relationship Id="rId14" Type="http://schemas.openxmlformats.org/officeDocument/2006/relationships/image" Target="../media/image2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30.png"/><Relationship Id="rId4" Type="http://schemas.openxmlformats.org/officeDocument/2006/relationships/image" Target="../media/image4.png"/><Relationship Id="rId9" Type="http://schemas.openxmlformats.org/officeDocument/2006/relationships/image" Target="../media/image539.jpg"/><Relationship Id="rId5" Type="http://schemas.openxmlformats.org/officeDocument/2006/relationships/image" Target="../media/image19.png"/><Relationship Id="rId6" Type="http://schemas.openxmlformats.org/officeDocument/2006/relationships/image" Target="../media/image541.png"/><Relationship Id="rId7" Type="http://schemas.openxmlformats.org/officeDocument/2006/relationships/image" Target="../media/image545.png"/><Relationship Id="rId8" Type="http://schemas.openxmlformats.org/officeDocument/2006/relationships/image" Target="../media/image543.png"/><Relationship Id="rId11" Type="http://schemas.openxmlformats.org/officeDocument/2006/relationships/image" Target="../media/image557.png"/><Relationship Id="rId10" Type="http://schemas.openxmlformats.org/officeDocument/2006/relationships/image" Target="../media/image532.png"/><Relationship Id="rId12" Type="http://schemas.openxmlformats.org/officeDocument/2006/relationships/image" Target="../media/image53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3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54.png"/><Relationship Id="rId7" Type="http://schemas.openxmlformats.org/officeDocument/2006/relationships/image" Target="../media/image53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.jpg"/><Relationship Id="rId4" Type="http://schemas.openxmlformats.org/officeDocument/2006/relationships/image" Target="../media/image537.png"/><Relationship Id="rId9" Type="http://schemas.openxmlformats.org/officeDocument/2006/relationships/image" Target="../media/image82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11" Type="http://schemas.openxmlformats.org/officeDocument/2006/relationships/image" Target="../media/image28.png"/><Relationship Id="rId10" Type="http://schemas.openxmlformats.org/officeDocument/2006/relationships/image" Target="../media/image128.png"/><Relationship Id="rId13" Type="http://schemas.openxmlformats.org/officeDocument/2006/relationships/image" Target="../media/image30.png"/><Relationship Id="rId12" Type="http://schemas.openxmlformats.org/officeDocument/2006/relationships/image" Target="../media/image20.png"/><Relationship Id="rId14" Type="http://schemas.openxmlformats.org/officeDocument/2006/relationships/image" Target="../media/image56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8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51.png"/><Relationship Id="rId7" Type="http://schemas.openxmlformats.org/officeDocument/2006/relationships/image" Target="../media/image570.png"/><Relationship Id="rId8" Type="http://schemas.openxmlformats.org/officeDocument/2006/relationships/image" Target="../media/image54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.jpg"/><Relationship Id="rId4" Type="http://schemas.openxmlformats.org/officeDocument/2006/relationships/image" Target="../media/image583.png"/><Relationship Id="rId9" Type="http://schemas.openxmlformats.org/officeDocument/2006/relationships/image" Target="../media/image579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50.png"/><Relationship Id="rId8" Type="http://schemas.openxmlformats.org/officeDocument/2006/relationships/image" Target="../media/image558.png"/><Relationship Id="rId11" Type="http://schemas.openxmlformats.org/officeDocument/2006/relationships/image" Target="../media/image580.png"/><Relationship Id="rId10" Type="http://schemas.openxmlformats.org/officeDocument/2006/relationships/image" Target="../media/image555.png"/><Relationship Id="rId13" Type="http://schemas.openxmlformats.org/officeDocument/2006/relationships/image" Target="../media/image559.png"/><Relationship Id="rId12" Type="http://schemas.openxmlformats.org/officeDocument/2006/relationships/image" Target="../media/image561.png"/><Relationship Id="rId15" Type="http://schemas.openxmlformats.org/officeDocument/2006/relationships/image" Target="../media/image553.png"/><Relationship Id="rId14" Type="http://schemas.openxmlformats.org/officeDocument/2006/relationships/image" Target="../media/image55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6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56.png"/><Relationship Id="rId7" Type="http://schemas.openxmlformats.org/officeDocument/2006/relationships/image" Target="../media/image548.png"/><Relationship Id="rId8" Type="http://schemas.openxmlformats.org/officeDocument/2006/relationships/image" Target="../media/image56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6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66.png"/><Relationship Id="rId7" Type="http://schemas.openxmlformats.org/officeDocument/2006/relationships/image" Target="../media/image572.png"/><Relationship Id="rId8" Type="http://schemas.openxmlformats.org/officeDocument/2006/relationships/image" Target="../media/image56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66.png"/><Relationship Id="rId7" Type="http://schemas.openxmlformats.org/officeDocument/2006/relationships/image" Target="../media/image56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.jpg"/><Relationship Id="rId4" Type="http://schemas.openxmlformats.org/officeDocument/2006/relationships/image" Target="../media/image575.png"/><Relationship Id="rId9" Type="http://schemas.openxmlformats.org/officeDocument/2006/relationships/image" Target="../media/image57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50.png"/><Relationship Id="rId8" Type="http://schemas.openxmlformats.org/officeDocument/2006/relationships/image" Target="../media/image558.png"/><Relationship Id="rId11" Type="http://schemas.openxmlformats.org/officeDocument/2006/relationships/image" Target="../media/image580.png"/><Relationship Id="rId10" Type="http://schemas.openxmlformats.org/officeDocument/2006/relationships/image" Target="../media/image589.png"/><Relationship Id="rId13" Type="http://schemas.openxmlformats.org/officeDocument/2006/relationships/image" Target="../media/image559.png"/><Relationship Id="rId12" Type="http://schemas.openxmlformats.org/officeDocument/2006/relationships/image" Target="../media/image561.png"/><Relationship Id="rId15" Type="http://schemas.openxmlformats.org/officeDocument/2006/relationships/image" Target="../media/image553.png"/><Relationship Id="rId14" Type="http://schemas.openxmlformats.org/officeDocument/2006/relationships/image" Target="../media/image55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9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85.png"/><Relationship Id="rId7" Type="http://schemas.openxmlformats.org/officeDocument/2006/relationships/image" Target="../media/image578.png"/><Relationship Id="rId8" Type="http://schemas.openxmlformats.org/officeDocument/2006/relationships/image" Target="../media/image58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Relationship Id="rId4" Type="http://schemas.openxmlformats.org/officeDocument/2006/relationships/image" Target="../media/image616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78.png"/><Relationship Id="rId8" Type="http://schemas.openxmlformats.org/officeDocument/2006/relationships/image" Target="../media/image59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9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78.png"/><Relationship Id="rId7" Type="http://schemas.openxmlformats.org/officeDocument/2006/relationships/image" Target="../media/image61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1.jpg"/><Relationship Id="rId4" Type="http://schemas.openxmlformats.org/officeDocument/2006/relationships/image" Target="../media/image597.png"/><Relationship Id="rId9" Type="http://schemas.openxmlformats.org/officeDocument/2006/relationships/image" Target="../media/image57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50.png"/><Relationship Id="rId8" Type="http://schemas.openxmlformats.org/officeDocument/2006/relationships/image" Target="../media/image558.png"/><Relationship Id="rId11" Type="http://schemas.openxmlformats.org/officeDocument/2006/relationships/image" Target="../media/image595.png"/><Relationship Id="rId10" Type="http://schemas.openxmlformats.org/officeDocument/2006/relationships/image" Target="../media/image555.png"/><Relationship Id="rId13" Type="http://schemas.openxmlformats.org/officeDocument/2006/relationships/image" Target="../media/image559.png"/><Relationship Id="rId12" Type="http://schemas.openxmlformats.org/officeDocument/2006/relationships/image" Target="../media/image561.png"/><Relationship Id="rId15" Type="http://schemas.openxmlformats.org/officeDocument/2006/relationships/image" Target="../media/image553.png"/><Relationship Id="rId14" Type="http://schemas.openxmlformats.org/officeDocument/2006/relationships/image" Target="../media/image55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9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614.png"/><Relationship Id="rId7" Type="http://schemas.openxmlformats.org/officeDocument/2006/relationships/image" Target="../media/image599.png"/><Relationship Id="rId8" Type="http://schemas.openxmlformats.org/officeDocument/2006/relationships/image" Target="../media/image60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09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610.png"/><Relationship Id="rId7" Type="http://schemas.openxmlformats.org/officeDocument/2006/relationships/image" Target="../media/image64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0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610.png"/><Relationship Id="rId7" Type="http://schemas.openxmlformats.org/officeDocument/2006/relationships/image" Target="../media/image60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1.jpg"/><Relationship Id="rId4" Type="http://schemas.openxmlformats.org/officeDocument/2006/relationships/image" Target="../media/image601.png"/><Relationship Id="rId9" Type="http://schemas.openxmlformats.org/officeDocument/2006/relationships/image" Target="../media/image57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50.png"/><Relationship Id="rId8" Type="http://schemas.openxmlformats.org/officeDocument/2006/relationships/image" Target="../media/image558.png"/><Relationship Id="rId11" Type="http://schemas.openxmlformats.org/officeDocument/2006/relationships/image" Target="../media/image580.png"/><Relationship Id="rId10" Type="http://schemas.openxmlformats.org/officeDocument/2006/relationships/image" Target="../media/image555.png"/><Relationship Id="rId13" Type="http://schemas.openxmlformats.org/officeDocument/2006/relationships/image" Target="../media/image559.png"/><Relationship Id="rId12" Type="http://schemas.openxmlformats.org/officeDocument/2006/relationships/image" Target="../media/image640.png"/><Relationship Id="rId15" Type="http://schemas.openxmlformats.org/officeDocument/2006/relationships/image" Target="../media/image553.png"/><Relationship Id="rId14" Type="http://schemas.openxmlformats.org/officeDocument/2006/relationships/image" Target="../media/image552.png"/></Relationships>
</file>

<file path=ppt/slides/_rels/slide78.xml.rels><?xml version="1.0" encoding="UTF-8" standalone="yes"?><Relationships xmlns="http://schemas.openxmlformats.org/package/2006/relationships"><Relationship Id="rId40" Type="http://schemas.openxmlformats.org/officeDocument/2006/relationships/image" Target="../media/image645.png"/><Relationship Id="rId42" Type="http://schemas.openxmlformats.org/officeDocument/2006/relationships/image" Target="../media/image642.png"/><Relationship Id="rId41" Type="http://schemas.openxmlformats.org/officeDocument/2006/relationships/image" Target="../media/image663.png"/><Relationship Id="rId44" Type="http://schemas.openxmlformats.org/officeDocument/2006/relationships/image" Target="../media/image666.png"/><Relationship Id="rId43" Type="http://schemas.openxmlformats.org/officeDocument/2006/relationships/image" Target="../media/image641.png"/><Relationship Id="rId46" Type="http://schemas.openxmlformats.org/officeDocument/2006/relationships/image" Target="../media/image650.png"/><Relationship Id="rId45" Type="http://schemas.openxmlformats.org/officeDocument/2006/relationships/image" Target="../media/image6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00.png"/><Relationship Id="rId4" Type="http://schemas.openxmlformats.org/officeDocument/2006/relationships/image" Target="../media/image4.png"/><Relationship Id="rId9" Type="http://schemas.openxmlformats.org/officeDocument/2006/relationships/image" Target="../media/image612.png"/><Relationship Id="rId48" Type="http://schemas.openxmlformats.org/officeDocument/2006/relationships/image" Target="../media/image655.png"/><Relationship Id="rId47" Type="http://schemas.openxmlformats.org/officeDocument/2006/relationships/image" Target="../media/image647.png"/><Relationship Id="rId49" Type="http://schemas.openxmlformats.org/officeDocument/2006/relationships/image" Target="../media/image649.png"/><Relationship Id="rId5" Type="http://schemas.openxmlformats.org/officeDocument/2006/relationships/image" Target="../media/image19.png"/><Relationship Id="rId6" Type="http://schemas.openxmlformats.org/officeDocument/2006/relationships/image" Target="../media/image615.png"/><Relationship Id="rId7" Type="http://schemas.openxmlformats.org/officeDocument/2006/relationships/image" Target="../media/image627.png"/><Relationship Id="rId8" Type="http://schemas.openxmlformats.org/officeDocument/2006/relationships/image" Target="../media/image607.png"/><Relationship Id="rId31" Type="http://schemas.openxmlformats.org/officeDocument/2006/relationships/image" Target="../media/image643.png"/><Relationship Id="rId30" Type="http://schemas.openxmlformats.org/officeDocument/2006/relationships/image" Target="../media/image628.png"/><Relationship Id="rId33" Type="http://schemas.openxmlformats.org/officeDocument/2006/relationships/image" Target="../media/image635.png"/><Relationship Id="rId32" Type="http://schemas.openxmlformats.org/officeDocument/2006/relationships/image" Target="../media/image631.png"/><Relationship Id="rId35" Type="http://schemas.openxmlformats.org/officeDocument/2006/relationships/image" Target="../media/image634.png"/><Relationship Id="rId34" Type="http://schemas.openxmlformats.org/officeDocument/2006/relationships/image" Target="../media/image638.png"/><Relationship Id="rId37" Type="http://schemas.openxmlformats.org/officeDocument/2006/relationships/image" Target="../media/image660.png"/><Relationship Id="rId36" Type="http://schemas.openxmlformats.org/officeDocument/2006/relationships/image" Target="../media/image636.png"/><Relationship Id="rId39" Type="http://schemas.openxmlformats.org/officeDocument/2006/relationships/image" Target="../media/image644.png"/><Relationship Id="rId38" Type="http://schemas.openxmlformats.org/officeDocument/2006/relationships/image" Target="../media/image637.png"/><Relationship Id="rId20" Type="http://schemas.openxmlformats.org/officeDocument/2006/relationships/image" Target="../media/image633.png"/><Relationship Id="rId22" Type="http://schemas.openxmlformats.org/officeDocument/2006/relationships/image" Target="../media/image629.png"/><Relationship Id="rId21" Type="http://schemas.openxmlformats.org/officeDocument/2006/relationships/image" Target="../media/image619.png"/><Relationship Id="rId24" Type="http://schemas.openxmlformats.org/officeDocument/2006/relationships/image" Target="../media/image626.png"/><Relationship Id="rId23" Type="http://schemas.openxmlformats.org/officeDocument/2006/relationships/image" Target="../media/image620.png"/><Relationship Id="rId26" Type="http://schemas.openxmlformats.org/officeDocument/2006/relationships/image" Target="../media/image622.png"/><Relationship Id="rId25" Type="http://schemas.openxmlformats.org/officeDocument/2006/relationships/image" Target="../media/image639.png"/><Relationship Id="rId28" Type="http://schemas.openxmlformats.org/officeDocument/2006/relationships/image" Target="../media/image630.png"/><Relationship Id="rId27" Type="http://schemas.openxmlformats.org/officeDocument/2006/relationships/image" Target="../media/image632.png"/><Relationship Id="rId29" Type="http://schemas.openxmlformats.org/officeDocument/2006/relationships/image" Target="../media/image624.png"/><Relationship Id="rId51" Type="http://schemas.openxmlformats.org/officeDocument/2006/relationships/image" Target="../media/image672.png"/><Relationship Id="rId50" Type="http://schemas.openxmlformats.org/officeDocument/2006/relationships/image" Target="../media/image652.png"/><Relationship Id="rId53" Type="http://schemas.openxmlformats.org/officeDocument/2006/relationships/image" Target="../media/image651.png"/><Relationship Id="rId52" Type="http://schemas.openxmlformats.org/officeDocument/2006/relationships/image" Target="../media/image654.png"/><Relationship Id="rId11" Type="http://schemas.openxmlformats.org/officeDocument/2006/relationships/image" Target="../media/image606.png"/><Relationship Id="rId10" Type="http://schemas.openxmlformats.org/officeDocument/2006/relationships/image" Target="../media/image605.png"/><Relationship Id="rId13" Type="http://schemas.openxmlformats.org/officeDocument/2006/relationships/image" Target="../media/image608.png"/><Relationship Id="rId12" Type="http://schemas.openxmlformats.org/officeDocument/2006/relationships/image" Target="../media/image625.png"/><Relationship Id="rId15" Type="http://schemas.openxmlformats.org/officeDocument/2006/relationships/image" Target="../media/image611.png"/><Relationship Id="rId14" Type="http://schemas.openxmlformats.org/officeDocument/2006/relationships/image" Target="../media/image617.png"/><Relationship Id="rId17" Type="http://schemas.openxmlformats.org/officeDocument/2006/relationships/image" Target="../media/image671.png"/><Relationship Id="rId16" Type="http://schemas.openxmlformats.org/officeDocument/2006/relationships/image" Target="../media/image618.png"/><Relationship Id="rId19" Type="http://schemas.openxmlformats.org/officeDocument/2006/relationships/image" Target="../media/image680.png"/><Relationship Id="rId18" Type="http://schemas.openxmlformats.org/officeDocument/2006/relationships/image" Target="../media/image621.png"/></Relationships>
</file>

<file path=ppt/slides/_rels/slide79.xml.rels><?xml version="1.0" encoding="UTF-8" standalone="yes"?><Relationships xmlns="http://schemas.openxmlformats.org/package/2006/relationships"><Relationship Id="rId40" Type="http://schemas.openxmlformats.org/officeDocument/2006/relationships/image" Target="../media/image714.png"/><Relationship Id="rId42" Type="http://schemas.openxmlformats.org/officeDocument/2006/relationships/image" Target="../media/image705.png"/><Relationship Id="rId41" Type="http://schemas.openxmlformats.org/officeDocument/2006/relationships/image" Target="../media/image694.png"/><Relationship Id="rId44" Type="http://schemas.openxmlformats.org/officeDocument/2006/relationships/image" Target="../media/image697.png"/><Relationship Id="rId43" Type="http://schemas.openxmlformats.org/officeDocument/2006/relationships/image" Target="../media/image691.png"/><Relationship Id="rId46" Type="http://schemas.openxmlformats.org/officeDocument/2006/relationships/image" Target="../media/image695.png"/><Relationship Id="rId45" Type="http://schemas.openxmlformats.org/officeDocument/2006/relationships/image" Target="../media/image70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62.png"/><Relationship Id="rId4" Type="http://schemas.openxmlformats.org/officeDocument/2006/relationships/image" Target="../media/image4.png"/><Relationship Id="rId9" Type="http://schemas.openxmlformats.org/officeDocument/2006/relationships/image" Target="../media/image656.png"/><Relationship Id="rId48" Type="http://schemas.openxmlformats.org/officeDocument/2006/relationships/image" Target="../media/image699.png"/><Relationship Id="rId47" Type="http://schemas.openxmlformats.org/officeDocument/2006/relationships/image" Target="../media/image709.png"/><Relationship Id="rId49" Type="http://schemas.openxmlformats.org/officeDocument/2006/relationships/image" Target="../media/image698.png"/><Relationship Id="rId5" Type="http://schemas.openxmlformats.org/officeDocument/2006/relationships/image" Target="../media/image19.png"/><Relationship Id="rId6" Type="http://schemas.openxmlformats.org/officeDocument/2006/relationships/image" Target="../media/image658.png"/><Relationship Id="rId7" Type="http://schemas.openxmlformats.org/officeDocument/2006/relationships/image" Target="../media/image653.png"/><Relationship Id="rId8" Type="http://schemas.openxmlformats.org/officeDocument/2006/relationships/image" Target="../media/image689.png"/><Relationship Id="rId31" Type="http://schemas.openxmlformats.org/officeDocument/2006/relationships/image" Target="../media/image684.png"/><Relationship Id="rId30" Type="http://schemas.openxmlformats.org/officeDocument/2006/relationships/image" Target="../media/image685.png"/><Relationship Id="rId33" Type="http://schemas.openxmlformats.org/officeDocument/2006/relationships/image" Target="../media/image679.png"/><Relationship Id="rId32" Type="http://schemas.openxmlformats.org/officeDocument/2006/relationships/image" Target="../media/image674.png"/><Relationship Id="rId35" Type="http://schemas.openxmlformats.org/officeDocument/2006/relationships/image" Target="../media/image690.png"/><Relationship Id="rId34" Type="http://schemas.openxmlformats.org/officeDocument/2006/relationships/image" Target="../media/image681.png"/><Relationship Id="rId37" Type="http://schemas.openxmlformats.org/officeDocument/2006/relationships/image" Target="../media/image687.png"/><Relationship Id="rId36" Type="http://schemas.openxmlformats.org/officeDocument/2006/relationships/image" Target="../media/image686.png"/><Relationship Id="rId39" Type="http://schemas.openxmlformats.org/officeDocument/2006/relationships/image" Target="../media/image692.png"/><Relationship Id="rId38" Type="http://schemas.openxmlformats.org/officeDocument/2006/relationships/image" Target="../media/image723.png"/><Relationship Id="rId62" Type="http://schemas.openxmlformats.org/officeDocument/2006/relationships/image" Target="../media/image707.png"/><Relationship Id="rId61" Type="http://schemas.openxmlformats.org/officeDocument/2006/relationships/image" Target="../media/image719.png"/><Relationship Id="rId20" Type="http://schemas.openxmlformats.org/officeDocument/2006/relationships/image" Target="../media/image664.png"/><Relationship Id="rId64" Type="http://schemas.openxmlformats.org/officeDocument/2006/relationships/image" Target="../media/image712.png"/><Relationship Id="rId63" Type="http://schemas.openxmlformats.org/officeDocument/2006/relationships/image" Target="../media/image710.png"/><Relationship Id="rId22" Type="http://schemas.openxmlformats.org/officeDocument/2006/relationships/image" Target="../media/image667.png"/><Relationship Id="rId66" Type="http://schemas.openxmlformats.org/officeDocument/2006/relationships/image" Target="../media/image728.png"/><Relationship Id="rId21" Type="http://schemas.openxmlformats.org/officeDocument/2006/relationships/image" Target="../media/image683.png"/><Relationship Id="rId65" Type="http://schemas.openxmlformats.org/officeDocument/2006/relationships/image" Target="../media/image718.png"/><Relationship Id="rId24" Type="http://schemas.openxmlformats.org/officeDocument/2006/relationships/image" Target="../media/image668.png"/><Relationship Id="rId68" Type="http://schemas.openxmlformats.org/officeDocument/2006/relationships/image" Target="../media/image745.png"/><Relationship Id="rId23" Type="http://schemas.openxmlformats.org/officeDocument/2006/relationships/image" Target="../media/image669.png"/><Relationship Id="rId67" Type="http://schemas.openxmlformats.org/officeDocument/2006/relationships/image" Target="../media/image708.png"/><Relationship Id="rId60" Type="http://schemas.openxmlformats.org/officeDocument/2006/relationships/image" Target="../media/image729.png"/><Relationship Id="rId26" Type="http://schemas.openxmlformats.org/officeDocument/2006/relationships/image" Target="../media/image675.png"/><Relationship Id="rId25" Type="http://schemas.openxmlformats.org/officeDocument/2006/relationships/image" Target="../media/image673.png"/><Relationship Id="rId28" Type="http://schemas.openxmlformats.org/officeDocument/2006/relationships/image" Target="../media/image678.png"/><Relationship Id="rId27" Type="http://schemas.openxmlformats.org/officeDocument/2006/relationships/image" Target="../media/image677.png"/><Relationship Id="rId29" Type="http://schemas.openxmlformats.org/officeDocument/2006/relationships/image" Target="../media/image676.png"/><Relationship Id="rId51" Type="http://schemas.openxmlformats.org/officeDocument/2006/relationships/image" Target="../media/image702.png"/><Relationship Id="rId50" Type="http://schemas.openxmlformats.org/officeDocument/2006/relationships/image" Target="../media/image701.png"/><Relationship Id="rId53" Type="http://schemas.openxmlformats.org/officeDocument/2006/relationships/image" Target="../media/image713.png"/><Relationship Id="rId52" Type="http://schemas.openxmlformats.org/officeDocument/2006/relationships/image" Target="../media/image760.png"/><Relationship Id="rId11" Type="http://schemas.openxmlformats.org/officeDocument/2006/relationships/image" Target="../media/image693.png"/><Relationship Id="rId55" Type="http://schemas.openxmlformats.org/officeDocument/2006/relationships/image" Target="../media/image717.png"/><Relationship Id="rId10" Type="http://schemas.openxmlformats.org/officeDocument/2006/relationships/image" Target="../media/image657.png"/><Relationship Id="rId54" Type="http://schemas.openxmlformats.org/officeDocument/2006/relationships/image" Target="../media/image706.png"/><Relationship Id="rId13" Type="http://schemas.openxmlformats.org/officeDocument/2006/relationships/image" Target="../media/image661.png"/><Relationship Id="rId57" Type="http://schemas.openxmlformats.org/officeDocument/2006/relationships/image" Target="../media/image704.png"/><Relationship Id="rId12" Type="http://schemas.openxmlformats.org/officeDocument/2006/relationships/image" Target="../media/image670.png"/><Relationship Id="rId56" Type="http://schemas.openxmlformats.org/officeDocument/2006/relationships/image" Target="../media/image189.png"/><Relationship Id="rId15" Type="http://schemas.openxmlformats.org/officeDocument/2006/relationships/image" Target="../media/image696.png"/><Relationship Id="rId59" Type="http://schemas.openxmlformats.org/officeDocument/2006/relationships/image" Target="../media/image721.png"/><Relationship Id="rId14" Type="http://schemas.openxmlformats.org/officeDocument/2006/relationships/image" Target="../media/image682.png"/><Relationship Id="rId58" Type="http://schemas.openxmlformats.org/officeDocument/2006/relationships/image" Target="../media/image715.png"/><Relationship Id="rId17" Type="http://schemas.openxmlformats.org/officeDocument/2006/relationships/image" Target="../media/image659.png"/><Relationship Id="rId16" Type="http://schemas.openxmlformats.org/officeDocument/2006/relationships/image" Target="../media/image688.png"/><Relationship Id="rId19" Type="http://schemas.openxmlformats.org/officeDocument/2006/relationships/image" Target="../media/image665.png"/><Relationship Id="rId18" Type="http://schemas.openxmlformats.org/officeDocument/2006/relationships/image" Target="../media/image71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1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24.png"/><Relationship Id="rId7" Type="http://schemas.openxmlformats.org/officeDocument/2006/relationships/image" Target="../media/image76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2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25.png"/><Relationship Id="rId7" Type="http://schemas.openxmlformats.org/officeDocument/2006/relationships/image" Target="../media/image720.png"/><Relationship Id="rId8" Type="http://schemas.openxmlformats.org/officeDocument/2006/relationships/image" Target="../media/image72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57.png"/><Relationship Id="rId4" Type="http://schemas.openxmlformats.org/officeDocument/2006/relationships/image" Target="../media/image4.png"/><Relationship Id="rId9" Type="http://schemas.openxmlformats.org/officeDocument/2006/relationships/image" Target="../media/image727.png"/><Relationship Id="rId5" Type="http://schemas.openxmlformats.org/officeDocument/2006/relationships/image" Target="../media/image19.png"/><Relationship Id="rId6" Type="http://schemas.openxmlformats.org/officeDocument/2006/relationships/image" Target="../media/image765.jpg"/><Relationship Id="rId7" Type="http://schemas.openxmlformats.org/officeDocument/2006/relationships/image" Target="../media/image748.png"/><Relationship Id="rId8" Type="http://schemas.openxmlformats.org/officeDocument/2006/relationships/image" Target="../media/image73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7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31.png"/><Relationship Id="rId7" Type="http://schemas.openxmlformats.org/officeDocument/2006/relationships/image" Target="../media/image73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.jpg"/><Relationship Id="rId4" Type="http://schemas.openxmlformats.org/officeDocument/2006/relationships/image" Target="../media/image737.png"/><Relationship Id="rId9" Type="http://schemas.openxmlformats.org/officeDocument/2006/relationships/image" Target="../media/image57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50.png"/><Relationship Id="rId8" Type="http://schemas.openxmlformats.org/officeDocument/2006/relationships/image" Target="../media/image558.png"/><Relationship Id="rId11" Type="http://schemas.openxmlformats.org/officeDocument/2006/relationships/image" Target="../media/image580.png"/><Relationship Id="rId10" Type="http://schemas.openxmlformats.org/officeDocument/2006/relationships/image" Target="../media/image555.png"/><Relationship Id="rId13" Type="http://schemas.openxmlformats.org/officeDocument/2006/relationships/image" Target="../media/image559.png"/><Relationship Id="rId12" Type="http://schemas.openxmlformats.org/officeDocument/2006/relationships/image" Target="../media/image561.png"/><Relationship Id="rId15" Type="http://schemas.openxmlformats.org/officeDocument/2006/relationships/image" Target="../media/image766.png"/><Relationship Id="rId14" Type="http://schemas.openxmlformats.org/officeDocument/2006/relationships/image" Target="../media/image55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3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46.png"/><Relationship Id="rId7" Type="http://schemas.openxmlformats.org/officeDocument/2006/relationships/image" Target="../media/image734.png"/><Relationship Id="rId8" Type="http://schemas.openxmlformats.org/officeDocument/2006/relationships/image" Target="../media/image736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3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38.png"/><Relationship Id="rId7" Type="http://schemas.openxmlformats.org/officeDocument/2006/relationships/image" Target="../media/image74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5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39.png"/><Relationship Id="rId7" Type="http://schemas.openxmlformats.org/officeDocument/2006/relationships/image" Target="../media/image740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4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59.png"/><Relationship Id="rId7" Type="http://schemas.openxmlformats.org/officeDocument/2006/relationships/image" Target="../media/image747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74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49.png"/><Relationship Id="rId7" Type="http://schemas.openxmlformats.org/officeDocument/2006/relationships/image" Target="../media/image744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5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72.png"/><Relationship Id="rId7" Type="http://schemas.openxmlformats.org/officeDocument/2006/relationships/image" Target="../media/image75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75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58.png"/><Relationship Id="rId7" Type="http://schemas.openxmlformats.org/officeDocument/2006/relationships/image" Target="../media/image76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5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59.png"/><Relationship Id="rId7" Type="http://schemas.openxmlformats.org/officeDocument/2006/relationships/image" Target="../media/image806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5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56.png"/><Relationship Id="rId7" Type="http://schemas.openxmlformats.org/officeDocument/2006/relationships/image" Target="../media/image76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6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86.png"/><Relationship Id="rId7" Type="http://schemas.openxmlformats.org/officeDocument/2006/relationships/image" Target="../media/image764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7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71.png"/><Relationship Id="rId7" Type="http://schemas.openxmlformats.org/officeDocument/2006/relationships/image" Target="../media/image77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0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69.png"/><Relationship Id="rId7" Type="http://schemas.openxmlformats.org/officeDocument/2006/relationships/image" Target="../media/image778.png"/><Relationship Id="rId8" Type="http://schemas.openxmlformats.org/officeDocument/2006/relationships/image" Target="../media/image783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1.jpg"/><Relationship Id="rId4" Type="http://schemas.openxmlformats.org/officeDocument/2006/relationships/image" Target="../media/image776.png"/><Relationship Id="rId9" Type="http://schemas.openxmlformats.org/officeDocument/2006/relationships/image" Target="../media/image57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50.png"/><Relationship Id="rId8" Type="http://schemas.openxmlformats.org/officeDocument/2006/relationships/image" Target="../media/image558.png"/><Relationship Id="rId11" Type="http://schemas.openxmlformats.org/officeDocument/2006/relationships/image" Target="../media/image580.png"/><Relationship Id="rId10" Type="http://schemas.openxmlformats.org/officeDocument/2006/relationships/image" Target="../media/image555.png"/><Relationship Id="rId13" Type="http://schemas.openxmlformats.org/officeDocument/2006/relationships/image" Target="../media/image775.png"/><Relationship Id="rId12" Type="http://schemas.openxmlformats.org/officeDocument/2006/relationships/image" Target="../media/image561.png"/><Relationship Id="rId15" Type="http://schemas.openxmlformats.org/officeDocument/2006/relationships/image" Target="../media/image553.png"/><Relationship Id="rId14" Type="http://schemas.openxmlformats.org/officeDocument/2006/relationships/image" Target="../media/image55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78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89.png"/><Relationship Id="rId7" Type="http://schemas.openxmlformats.org/officeDocument/2006/relationships/image" Target="../media/image797.jpg"/><Relationship Id="rId8" Type="http://schemas.openxmlformats.org/officeDocument/2006/relationships/image" Target="../media/image777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78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92.png"/><Relationship Id="rId7" Type="http://schemas.openxmlformats.org/officeDocument/2006/relationships/image" Target="../media/image829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78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95.png"/><Relationship Id="rId7" Type="http://schemas.openxmlformats.org/officeDocument/2006/relationships/image" Target="../media/image779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78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69.png"/><Relationship Id="rId7" Type="http://schemas.openxmlformats.org/officeDocument/2006/relationships/image" Target="../media/image785.png"/><Relationship Id="rId8" Type="http://schemas.openxmlformats.org/officeDocument/2006/relationships/image" Target="../media/image78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1.jpg"/><Relationship Id="rId4" Type="http://schemas.openxmlformats.org/officeDocument/2006/relationships/image" Target="../media/image813.png"/><Relationship Id="rId9" Type="http://schemas.openxmlformats.org/officeDocument/2006/relationships/image" Target="../media/image57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550.png"/><Relationship Id="rId8" Type="http://schemas.openxmlformats.org/officeDocument/2006/relationships/image" Target="../media/image558.png"/><Relationship Id="rId11" Type="http://schemas.openxmlformats.org/officeDocument/2006/relationships/image" Target="../media/image580.png"/><Relationship Id="rId10" Type="http://schemas.openxmlformats.org/officeDocument/2006/relationships/image" Target="../media/image555.png"/><Relationship Id="rId13" Type="http://schemas.openxmlformats.org/officeDocument/2006/relationships/image" Target="../media/image559.png"/><Relationship Id="rId12" Type="http://schemas.openxmlformats.org/officeDocument/2006/relationships/image" Target="../media/image561.png"/><Relationship Id="rId15" Type="http://schemas.openxmlformats.org/officeDocument/2006/relationships/image" Target="../media/image553.png"/><Relationship Id="rId14" Type="http://schemas.openxmlformats.org/officeDocument/2006/relationships/image" Target="../media/image815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81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05.png"/><Relationship Id="rId7" Type="http://schemas.openxmlformats.org/officeDocument/2006/relationships/image" Target="../media/image824.jpg"/><Relationship Id="rId8" Type="http://schemas.openxmlformats.org/officeDocument/2006/relationships/image" Target="../media/image810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79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90.png"/><Relationship Id="rId7" Type="http://schemas.openxmlformats.org/officeDocument/2006/relationships/image" Target="../media/image793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79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769.png"/><Relationship Id="rId7" Type="http://schemas.openxmlformats.org/officeDocument/2006/relationships/image" Target="../media/image830.png"/><Relationship Id="rId8" Type="http://schemas.openxmlformats.org/officeDocument/2006/relationships/image" Target="../media/image788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1.jpg"/><Relationship Id="rId4" Type="http://schemas.openxmlformats.org/officeDocument/2006/relationships/image" Target="../media/image798.png"/><Relationship Id="rId9" Type="http://schemas.openxmlformats.org/officeDocument/2006/relationships/image" Target="../media/image800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802.png"/><Relationship Id="rId8" Type="http://schemas.openxmlformats.org/officeDocument/2006/relationships/image" Target="../media/image809.png"/><Relationship Id="rId11" Type="http://schemas.openxmlformats.org/officeDocument/2006/relationships/image" Target="../media/image803.png"/><Relationship Id="rId10" Type="http://schemas.openxmlformats.org/officeDocument/2006/relationships/image" Target="../media/image799.png"/><Relationship Id="rId12" Type="http://schemas.openxmlformats.org/officeDocument/2006/relationships/image" Target="../media/image807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80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16.png"/><Relationship Id="rId7" Type="http://schemas.openxmlformats.org/officeDocument/2006/relationships/image" Target="../media/image811.png"/><Relationship Id="rId8" Type="http://schemas.openxmlformats.org/officeDocument/2006/relationships/image" Target="../media/image808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82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12.png"/><Relationship Id="rId7" Type="http://schemas.openxmlformats.org/officeDocument/2006/relationships/image" Target="../media/image818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86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31.png"/><Relationship Id="rId7" Type="http://schemas.openxmlformats.org/officeDocument/2006/relationships/image" Target="../media/image817.jpg"/><Relationship Id="rId8" Type="http://schemas.openxmlformats.org/officeDocument/2006/relationships/image" Target="../media/image818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822.png"/><Relationship Id="rId4" Type="http://schemas.openxmlformats.org/officeDocument/2006/relationships/image" Target="../media/image4.png"/><Relationship Id="rId9" Type="http://schemas.openxmlformats.org/officeDocument/2006/relationships/image" Target="../media/image823.png"/><Relationship Id="rId5" Type="http://schemas.openxmlformats.org/officeDocument/2006/relationships/image" Target="../media/image19.png"/><Relationship Id="rId6" Type="http://schemas.openxmlformats.org/officeDocument/2006/relationships/image" Target="../media/image827.png"/><Relationship Id="rId7" Type="http://schemas.openxmlformats.org/officeDocument/2006/relationships/image" Target="../media/image833.png"/><Relationship Id="rId8" Type="http://schemas.openxmlformats.org/officeDocument/2006/relationships/image" Target="../media/image819.png"/><Relationship Id="rId20" Type="http://schemas.openxmlformats.org/officeDocument/2006/relationships/image" Target="../media/image836.png"/><Relationship Id="rId22" Type="http://schemas.openxmlformats.org/officeDocument/2006/relationships/image" Target="../media/image913.png"/><Relationship Id="rId21" Type="http://schemas.openxmlformats.org/officeDocument/2006/relationships/image" Target="../media/image843.png"/><Relationship Id="rId11" Type="http://schemas.openxmlformats.org/officeDocument/2006/relationships/image" Target="../media/image853.png"/><Relationship Id="rId10" Type="http://schemas.openxmlformats.org/officeDocument/2006/relationships/image" Target="../media/image837.png"/><Relationship Id="rId13" Type="http://schemas.openxmlformats.org/officeDocument/2006/relationships/image" Target="../media/image873.png"/><Relationship Id="rId12" Type="http://schemas.openxmlformats.org/officeDocument/2006/relationships/image" Target="../media/image826.png"/><Relationship Id="rId15" Type="http://schemas.openxmlformats.org/officeDocument/2006/relationships/image" Target="../media/image828.png"/><Relationship Id="rId14" Type="http://schemas.openxmlformats.org/officeDocument/2006/relationships/image" Target="../media/image821.png"/><Relationship Id="rId17" Type="http://schemas.openxmlformats.org/officeDocument/2006/relationships/image" Target="../media/image839.png"/><Relationship Id="rId16" Type="http://schemas.openxmlformats.org/officeDocument/2006/relationships/image" Target="../media/image834.png"/><Relationship Id="rId19" Type="http://schemas.openxmlformats.org/officeDocument/2006/relationships/image" Target="../media/image864.png"/><Relationship Id="rId18" Type="http://schemas.openxmlformats.org/officeDocument/2006/relationships/image" Target="../media/image832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840.png"/><Relationship Id="rId4" Type="http://schemas.openxmlformats.org/officeDocument/2006/relationships/image" Target="../media/image4.png"/><Relationship Id="rId9" Type="http://schemas.openxmlformats.org/officeDocument/2006/relationships/image" Target="../media/image846.png"/><Relationship Id="rId5" Type="http://schemas.openxmlformats.org/officeDocument/2006/relationships/image" Target="../media/image19.png"/><Relationship Id="rId6" Type="http://schemas.openxmlformats.org/officeDocument/2006/relationships/image" Target="../media/image857.png"/><Relationship Id="rId7" Type="http://schemas.openxmlformats.org/officeDocument/2006/relationships/image" Target="../media/image849.png"/><Relationship Id="rId8" Type="http://schemas.openxmlformats.org/officeDocument/2006/relationships/image" Target="../media/image838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835.png"/><Relationship Id="rId4" Type="http://schemas.openxmlformats.org/officeDocument/2006/relationships/image" Target="../media/image4.png"/><Relationship Id="rId9" Type="http://schemas.openxmlformats.org/officeDocument/2006/relationships/image" Target="../media/image842.png"/><Relationship Id="rId5" Type="http://schemas.openxmlformats.org/officeDocument/2006/relationships/image" Target="../media/image19.png"/><Relationship Id="rId6" Type="http://schemas.openxmlformats.org/officeDocument/2006/relationships/image" Target="../media/image851.png"/><Relationship Id="rId7" Type="http://schemas.openxmlformats.org/officeDocument/2006/relationships/image" Target="../media/image841.png"/><Relationship Id="rId8" Type="http://schemas.openxmlformats.org/officeDocument/2006/relationships/image" Target="../media/image847.png"/><Relationship Id="rId11" Type="http://schemas.openxmlformats.org/officeDocument/2006/relationships/image" Target="../media/image850.png"/><Relationship Id="rId10" Type="http://schemas.openxmlformats.org/officeDocument/2006/relationships/image" Target="../media/image877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855.png"/><Relationship Id="rId4" Type="http://schemas.openxmlformats.org/officeDocument/2006/relationships/image" Target="../media/image4.png"/><Relationship Id="rId9" Type="http://schemas.openxmlformats.org/officeDocument/2006/relationships/image" Target="../media/image854.png"/><Relationship Id="rId5" Type="http://schemas.openxmlformats.org/officeDocument/2006/relationships/image" Target="../media/image19.png"/><Relationship Id="rId6" Type="http://schemas.openxmlformats.org/officeDocument/2006/relationships/image" Target="../media/image844.png"/><Relationship Id="rId7" Type="http://schemas.openxmlformats.org/officeDocument/2006/relationships/image" Target="../media/image848.png"/><Relationship Id="rId8" Type="http://schemas.openxmlformats.org/officeDocument/2006/relationships/image" Target="../media/image845.png"/><Relationship Id="rId11" Type="http://schemas.openxmlformats.org/officeDocument/2006/relationships/image" Target="../media/image858.png"/><Relationship Id="rId10" Type="http://schemas.openxmlformats.org/officeDocument/2006/relationships/image" Target="../media/image870.png"/><Relationship Id="rId13" Type="http://schemas.openxmlformats.org/officeDocument/2006/relationships/image" Target="../media/image850.png"/><Relationship Id="rId12" Type="http://schemas.openxmlformats.org/officeDocument/2006/relationships/image" Target="../media/image856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859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82.png"/><Relationship Id="rId7" Type="http://schemas.openxmlformats.org/officeDocument/2006/relationships/image" Target="../media/image893.png"/><Relationship Id="rId8" Type="http://schemas.openxmlformats.org/officeDocument/2006/relationships/image" Target="../media/image86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1.jpg"/><Relationship Id="rId4" Type="http://schemas.openxmlformats.org/officeDocument/2006/relationships/image" Target="../media/image868.png"/><Relationship Id="rId9" Type="http://schemas.openxmlformats.org/officeDocument/2006/relationships/image" Target="../media/image86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802.png"/><Relationship Id="rId8" Type="http://schemas.openxmlformats.org/officeDocument/2006/relationships/image" Target="../media/image809.png"/><Relationship Id="rId11" Type="http://schemas.openxmlformats.org/officeDocument/2006/relationships/image" Target="../media/image803.png"/><Relationship Id="rId10" Type="http://schemas.openxmlformats.org/officeDocument/2006/relationships/image" Target="../media/image862.png"/><Relationship Id="rId12" Type="http://schemas.openxmlformats.org/officeDocument/2006/relationships/image" Target="../media/image807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875.png"/><Relationship Id="rId4" Type="http://schemas.openxmlformats.org/officeDocument/2006/relationships/image" Target="../media/image4.png"/><Relationship Id="rId9" Type="http://schemas.openxmlformats.org/officeDocument/2006/relationships/image" Target="../media/image872.png"/><Relationship Id="rId5" Type="http://schemas.openxmlformats.org/officeDocument/2006/relationships/image" Target="../media/image19.png"/><Relationship Id="rId6" Type="http://schemas.openxmlformats.org/officeDocument/2006/relationships/image" Target="../media/image869.png"/><Relationship Id="rId7" Type="http://schemas.openxmlformats.org/officeDocument/2006/relationships/image" Target="../media/image900.jpg"/><Relationship Id="rId8" Type="http://schemas.openxmlformats.org/officeDocument/2006/relationships/image" Target="../media/image904.png"/><Relationship Id="rId20" Type="http://schemas.openxmlformats.org/officeDocument/2006/relationships/image" Target="../media/image885.png"/><Relationship Id="rId22" Type="http://schemas.openxmlformats.org/officeDocument/2006/relationships/image" Target="../media/image890.png"/><Relationship Id="rId21" Type="http://schemas.openxmlformats.org/officeDocument/2006/relationships/image" Target="../media/image896.png"/><Relationship Id="rId24" Type="http://schemas.openxmlformats.org/officeDocument/2006/relationships/image" Target="../media/image895.png"/><Relationship Id="rId23" Type="http://schemas.openxmlformats.org/officeDocument/2006/relationships/image" Target="../media/image887.png"/><Relationship Id="rId26" Type="http://schemas.openxmlformats.org/officeDocument/2006/relationships/image" Target="../media/image886.png"/><Relationship Id="rId25" Type="http://schemas.openxmlformats.org/officeDocument/2006/relationships/image" Target="../media/image902.png"/><Relationship Id="rId28" Type="http://schemas.openxmlformats.org/officeDocument/2006/relationships/image" Target="../media/image891.png"/><Relationship Id="rId27" Type="http://schemas.openxmlformats.org/officeDocument/2006/relationships/image" Target="../media/image884.png"/><Relationship Id="rId29" Type="http://schemas.openxmlformats.org/officeDocument/2006/relationships/image" Target="../media/image888.png"/><Relationship Id="rId11" Type="http://schemas.openxmlformats.org/officeDocument/2006/relationships/image" Target="../media/image874.png"/><Relationship Id="rId10" Type="http://schemas.openxmlformats.org/officeDocument/2006/relationships/image" Target="../media/image871.png"/><Relationship Id="rId13" Type="http://schemas.openxmlformats.org/officeDocument/2006/relationships/image" Target="../media/image878.png"/><Relationship Id="rId12" Type="http://schemas.openxmlformats.org/officeDocument/2006/relationships/image" Target="../media/image932.png"/><Relationship Id="rId15" Type="http://schemas.openxmlformats.org/officeDocument/2006/relationships/image" Target="../media/image894.png"/><Relationship Id="rId14" Type="http://schemas.openxmlformats.org/officeDocument/2006/relationships/image" Target="../media/image881.png"/><Relationship Id="rId17" Type="http://schemas.openxmlformats.org/officeDocument/2006/relationships/image" Target="../media/image880.png"/><Relationship Id="rId16" Type="http://schemas.openxmlformats.org/officeDocument/2006/relationships/image" Target="../media/image879.png"/><Relationship Id="rId19" Type="http://schemas.openxmlformats.org/officeDocument/2006/relationships/image" Target="../media/image898.png"/><Relationship Id="rId18" Type="http://schemas.openxmlformats.org/officeDocument/2006/relationships/image" Target="../media/image883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889.png"/><Relationship Id="rId4" Type="http://schemas.openxmlformats.org/officeDocument/2006/relationships/image" Target="../media/image4.png"/><Relationship Id="rId9" Type="http://schemas.openxmlformats.org/officeDocument/2006/relationships/image" Target="../media/image892.png"/><Relationship Id="rId5" Type="http://schemas.openxmlformats.org/officeDocument/2006/relationships/image" Target="../media/image19.png"/><Relationship Id="rId6" Type="http://schemas.openxmlformats.org/officeDocument/2006/relationships/image" Target="../media/image955.png"/><Relationship Id="rId7" Type="http://schemas.openxmlformats.org/officeDocument/2006/relationships/image" Target="../media/image922.png"/><Relationship Id="rId8" Type="http://schemas.openxmlformats.org/officeDocument/2006/relationships/image" Target="../media/image897.png"/><Relationship Id="rId20" Type="http://schemas.openxmlformats.org/officeDocument/2006/relationships/image" Target="../media/image884.png"/><Relationship Id="rId11" Type="http://schemas.openxmlformats.org/officeDocument/2006/relationships/image" Target="../media/image901.png"/><Relationship Id="rId10" Type="http://schemas.openxmlformats.org/officeDocument/2006/relationships/image" Target="../media/image919.png"/><Relationship Id="rId13" Type="http://schemas.openxmlformats.org/officeDocument/2006/relationships/image" Target="../media/image899.png"/><Relationship Id="rId12" Type="http://schemas.openxmlformats.org/officeDocument/2006/relationships/image" Target="../media/image903.png"/><Relationship Id="rId15" Type="http://schemas.openxmlformats.org/officeDocument/2006/relationships/image" Target="../media/image939.png"/><Relationship Id="rId14" Type="http://schemas.openxmlformats.org/officeDocument/2006/relationships/image" Target="../media/image926.png"/><Relationship Id="rId17" Type="http://schemas.openxmlformats.org/officeDocument/2006/relationships/image" Target="../media/image908.png"/><Relationship Id="rId16" Type="http://schemas.openxmlformats.org/officeDocument/2006/relationships/image" Target="../media/image905.png"/><Relationship Id="rId19" Type="http://schemas.openxmlformats.org/officeDocument/2006/relationships/image" Target="../media/image907.png"/><Relationship Id="rId18" Type="http://schemas.openxmlformats.org/officeDocument/2006/relationships/image" Target="../media/image909.png"/></Relationships>
</file>

<file path=ppt/slides/_rels/slide118.xml.rels><?xml version="1.0" encoding="UTF-8" standalone="yes"?><Relationships xmlns="http://schemas.openxmlformats.org/package/2006/relationships"><Relationship Id="rId40" Type="http://schemas.openxmlformats.org/officeDocument/2006/relationships/image" Target="../media/image952.png"/><Relationship Id="rId42" Type="http://schemas.openxmlformats.org/officeDocument/2006/relationships/image" Target="../media/image963.png"/><Relationship Id="rId41" Type="http://schemas.openxmlformats.org/officeDocument/2006/relationships/image" Target="../media/image989.png"/><Relationship Id="rId44" Type="http://schemas.openxmlformats.org/officeDocument/2006/relationships/image" Target="../media/image969.png"/><Relationship Id="rId43" Type="http://schemas.openxmlformats.org/officeDocument/2006/relationships/image" Target="../media/image970.png"/><Relationship Id="rId46" Type="http://schemas.openxmlformats.org/officeDocument/2006/relationships/image" Target="../media/image966.png"/><Relationship Id="rId45" Type="http://schemas.openxmlformats.org/officeDocument/2006/relationships/image" Target="../media/image9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906.png"/><Relationship Id="rId4" Type="http://schemas.openxmlformats.org/officeDocument/2006/relationships/image" Target="../media/image4.png"/><Relationship Id="rId9" Type="http://schemas.openxmlformats.org/officeDocument/2006/relationships/image" Target="../media/image912.png"/><Relationship Id="rId48" Type="http://schemas.openxmlformats.org/officeDocument/2006/relationships/image" Target="../media/image1028.png"/><Relationship Id="rId47" Type="http://schemas.openxmlformats.org/officeDocument/2006/relationships/image" Target="../media/image968.png"/><Relationship Id="rId49" Type="http://schemas.openxmlformats.org/officeDocument/2006/relationships/image" Target="../media/image975.png"/><Relationship Id="rId5" Type="http://schemas.openxmlformats.org/officeDocument/2006/relationships/image" Target="../media/image19.png"/><Relationship Id="rId6" Type="http://schemas.openxmlformats.org/officeDocument/2006/relationships/image" Target="../media/image916.png"/><Relationship Id="rId7" Type="http://schemas.openxmlformats.org/officeDocument/2006/relationships/image" Target="../media/image910.png"/><Relationship Id="rId8" Type="http://schemas.openxmlformats.org/officeDocument/2006/relationships/image" Target="../media/image914.png"/><Relationship Id="rId31" Type="http://schemas.openxmlformats.org/officeDocument/2006/relationships/image" Target="../media/image940.png"/><Relationship Id="rId30" Type="http://schemas.openxmlformats.org/officeDocument/2006/relationships/image" Target="../media/image954.png"/><Relationship Id="rId33" Type="http://schemas.openxmlformats.org/officeDocument/2006/relationships/image" Target="../media/image964.png"/><Relationship Id="rId32" Type="http://schemas.openxmlformats.org/officeDocument/2006/relationships/image" Target="../media/image938.png"/><Relationship Id="rId35" Type="http://schemas.openxmlformats.org/officeDocument/2006/relationships/image" Target="../media/image962.png"/><Relationship Id="rId34" Type="http://schemas.openxmlformats.org/officeDocument/2006/relationships/image" Target="../media/image944.png"/><Relationship Id="rId37" Type="http://schemas.openxmlformats.org/officeDocument/2006/relationships/image" Target="../media/image953.png"/><Relationship Id="rId36" Type="http://schemas.openxmlformats.org/officeDocument/2006/relationships/image" Target="../media/image965.png"/><Relationship Id="rId39" Type="http://schemas.openxmlformats.org/officeDocument/2006/relationships/image" Target="../media/image947.png"/><Relationship Id="rId38" Type="http://schemas.openxmlformats.org/officeDocument/2006/relationships/image" Target="../media/image949.png"/><Relationship Id="rId20" Type="http://schemas.openxmlformats.org/officeDocument/2006/relationships/image" Target="../media/image941.png"/><Relationship Id="rId22" Type="http://schemas.openxmlformats.org/officeDocument/2006/relationships/image" Target="../media/image933.png"/><Relationship Id="rId21" Type="http://schemas.openxmlformats.org/officeDocument/2006/relationships/image" Target="../media/image937.png"/><Relationship Id="rId24" Type="http://schemas.openxmlformats.org/officeDocument/2006/relationships/image" Target="../media/image945.png"/><Relationship Id="rId23" Type="http://schemas.openxmlformats.org/officeDocument/2006/relationships/image" Target="../media/image943.png"/><Relationship Id="rId26" Type="http://schemas.openxmlformats.org/officeDocument/2006/relationships/image" Target="../media/image929.png"/><Relationship Id="rId25" Type="http://schemas.openxmlformats.org/officeDocument/2006/relationships/image" Target="../media/image934.png"/><Relationship Id="rId28" Type="http://schemas.openxmlformats.org/officeDocument/2006/relationships/image" Target="../media/image931.png"/><Relationship Id="rId27" Type="http://schemas.openxmlformats.org/officeDocument/2006/relationships/image" Target="../media/image935.png"/><Relationship Id="rId29" Type="http://schemas.openxmlformats.org/officeDocument/2006/relationships/image" Target="../media/image936.png"/><Relationship Id="rId51" Type="http://schemas.openxmlformats.org/officeDocument/2006/relationships/image" Target="../media/image973.png"/><Relationship Id="rId50" Type="http://schemas.openxmlformats.org/officeDocument/2006/relationships/image" Target="../media/image974.png"/><Relationship Id="rId53" Type="http://schemas.openxmlformats.org/officeDocument/2006/relationships/image" Target="../media/image977.png"/><Relationship Id="rId52" Type="http://schemas.openxmlformats.org/officeDocument/2006/relationships/image" Target="../media/image971.png"/><Relationship Id="rId11" Type="http://schemas.openxmlformats.org/officeDocument/2006/relationships/image" Target="../media/image918.png"/><Relationship Id="rId10" Type="http://schemas.openxmlformats.org/officeDocument/2006/relationships/image" Target="../media/image917.png"/><Relationship Id="rId54" Type="http://schemas.openxmlformats.org/officeDocument/2006/relationships/image" Target="../media/image972.png"/><Relationship Id="rId13" Type="http://schemas.openxmlformats.org/officeDocument/2006/relationships/image" Target="../media/image920.png"/><Relationship Id="rId12" Type="http://schemas.openxmlformats.org/officeDocument/2006/relationships/image" Target="../media/image951.png"/><Relationship Id="rId15" Type="http://schemas.openxmlformats.org/officeDocument/2006/relationships/image" Target="../media/image915.png"/><Relationship Id="rId14" Type="http://schemas.openxmlformats.org/officeDocument/2006/relationships/image" Target="../media/image959.png"/><Relationship Id="rId17" Type="http://schemas.openxmlformats.org/officeDocument/2006/relationships/image" Target="../media/image925.png"/><Relationship Id="rId16" Type="http://schemas.openxmlformats.org/officeDocument/2006/relationships/image" Target="../media/image924.png"/><Relationship Id="rId19" Type="http://schemas.openxmlformats.org/officeDocument/2006/relationships/image" Target="../media/image927.png"/><Relationship Id="rId18" Type="http://schemas.openxmlformats.org/officeDocument/2006/relationships/image" Target="../media/image928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991.png"/><Relationship Id="rId4" Type="http://schemas.openxmlformats.org/officeDocument/2006/relationships/image" Target="../media/image4.png"/><Relationship Id="rId9" Type="http://schemas.openxmlformats.org/officeDocument/2006/relationships/image" Target="../media/image980.png"/><Relationship Id="rId5" Type="http://schemas.openxmlformats.org/officeDocument/2006/relationships/image" Target="../media/image19.png"/><Relationship Id="rId6" Type="http://schemas.openxmlformats.org/officeDocument/2006/relationships/image" Target="../media/image982.png"/><Relationship Id="rId7" Type="http://schemas.openxmlformats.org/officeDocument/2006/relationships/image" Target="../media/image978.png"/><Relationship Id="rId8" Type="http://schemas.openxmlformats.org/officeDocument/2006/relationships/image" Target="../media/image988.png"/><Relationship Id="rId20" Type="http://schemas.openxmlformats.org/officeDocument/2006/relationships/image" Target="../media/image990.png"/><Relationship Id="rId22" Type="http://schemas.openxmlformats.org/officeDocument/2006/relationships/image" Target="../media/image995.png"/><Relationship Id="rId21" Type="http://schemas.openxmlformats.org/officeDocument/2006/relationships/image" Target="../media/image992.png"/><Relationship Id="rId24" Type="http://schemas.openxmlformats.org/officeDocument/2006/relationships/image" Target="../media/image1005.png"/><Relationship Id="rId23" Type="http://schemas.openxmlformats.org/officeDocument/2006/relationships/image" Target="../media/image994.png"/><Relationship Id="rId26" Type="http://schemas.openxmlformats.org/officeDocument/2006/relationships/image" Target="../media/image1002.png"/><Relationship Id="rId25" Type="http://schemas.openxmlformats.org/officeDocument/2006/relationships/image" Target="../media/image1000.png"/><Relationship Id="rId27" Type="http://schemas.openxmlformats.org/officeDocument/2006/relationships/image" Target="../media/image977.png"/><Relationship Id="rId11" Type="http://schemas.openxmlformats.org/officeDocument/2006/relationships/image" Target="../media/image985.png"/><Relationship Id="rId10" Type="http://schemas.openxmlformats.org/officeDocument/2006/relationships/image" Target="../media/image998.png"/><Relationship Id="rId13" Type="http://schemas.openxmlformats.org/officeDocument/2006/relationships/image" Target="../media/image983.png"/><Relationship Id="rId12" Type="http://schemas.openxmlformats.org/officeDocument/2006/relationships/image" Target="../media/image981.png"/><Relationship Id="rId15" Type="http://schemas.openxmlformats.org/officeDocument/2006/relationships/image" Target="../media/image993.png"/><Relationship Id="rId14" Type="http://schemas.openxmlformats.org/officeDocument/2006/relationships/image" Target="../media/image987.png"/><Relationship Id="rId17" Type="http://schemas.openxmlformats.org/officeDocument/2006/relationships/image" Target="../media/image984.png"/><Relationship Id="rId16" Type="http://schemas.openxmlformats.org/officeDocument/2006/relationships/image" Target="../media/image1007.png"/><Relationship Id="rId19" Type="http://schemas.openxmlformats.org/officeDocument/2006/relationships/image" Target="../media/image997.png"/><Relationship Id="rId18" Type="http://schemas.openxmlformats.org/officeDocument/2006/relationships/image" Target="../media/image986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035.png"/><Relationship Id="rId4" Type="http://schemas.openxmlformats.org/officeDocument/2006/relationships/image" Target="../media/image4.png"/><Relationship Id="rId9" Type="http://schemas.openxmlformats.org/officeDocument/2006/relationships/image" Target="../media/image1009.png"/><Relationship Id="rId5" Type="http://schemas.openxmlformats.org/officeDocument/2006/relationships/image" Target="../media/image19.png"/><Relationship Id="rId6" Type="http://schemas.openxmlformats.org/officeDocument/2006/relationships/image" Target="../media/image1030.png"/><Relationship Id="rId7" Type="http://schemas.openxmlformats.org/officeDocument/2006/relationships/image" Target="../media/image1006.png"/><Relationship Id="rId8" Type="http://schemas.openxmlformats.org/officeDocument/2006/relationships/image" Target="../media/image1042.png"/><Relationship Id="rId20" Type="http://schemas.openxmlformats.org/officeDocument/2006/relationships/image" Target="../media/image1015.png"/><Relationship Id="rId22" Type="http://schemas.openxmlformats.org/officeDocument/2006/relationships/image" Target="../media/image1022.png"/><Relationship Id="rId21" Type="http://schemas.openxmlformats.org/officeDocument/2006/relationships/image" Target="../media/image1017.png"/><Relationship Id="rId24" Type="http://schemas.openxmlformats.org/officeDocument/2006/relationships/image" Target="../media/image995.png"/><Relationship Id="rId23" Type="http://schemas.openxmlformats.org/officeDocument/2006/relationships/image" Target="../media/image1019.png"/><Relationship Id="rId26" Type="http://schemas.openxmlformats.org/officeDocument/2006/relationships/image" Target="../media/image1002.png"/><Relationship Id="rId25" Type="http://schemas.openxmlformats.org/officeDocument/2006/relationships/image" Target="../media/image1031.png"/><Relationship Id="rId27" Type="http://schemas.openxmlformats.org/officeDocument/2006/relationships/image" Target="../media/image977.png"/><Relationship Id="rId11" Type="http://schemas.openxmlformats.org/officeDocument/2006/relationships/image" Target="../media/image1008.png"/><Relationship Id="rId10" Type="http://schemas.openxmlformats.org/officeDocument/2006/relationships/image" Target="../media/image1010.png"/><Relationship Id="rId13" Type="http://schemas.openxmlformats.org/officeDocument/2006/relationships/image" Target="../media/image1032.png"/><Relationship Id="rId12" Type="http://schemas.openxmlformats.org/officeDocument/2006/relationships/image" Target="../media/image1018.png"/><Relationship Id="rId15" Type="http://schemas.openxmlformats.org/officeDocument/2006/relationships/image" Target="../media/image1012.png"/><Relationship Id="rId14" Type="http://schemas.openxmlformats.org/officeDocument/2006/relationships/image" Target="../media/image997.png"/><Relationship Id="rId17" Type="http://schemas.openxmlformats.org/officeDocument/2006/relationships/image" Target="../media/image1014.png"/><Relationship Id="rId16" Type="http://schemas.openxmlformats.org/officeDocument/2006/relationships/image" Target="../media/image1011.png"/><Relationship Id="rId19" Type="http://schemas.openxmlformats.org/officeDocument/2006/relationships/image" Target="../media/image1027.png"/><Relationship Id="rId18" Type="http://schemas.openxmlformats.org/officeDocument/2006/relationships/image" Target="../media/image1016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036.png"/><Relationship Id="rId4" Type="http://schemas.openxmlformats.org/officeDocument/2006/relationships/image" Target="../media/image4.png"/><Relationship Id="rId9" Type="http://schemas.openxmlformats.org/officeDocument/2006/relationships/image" Target="../media/image1041.png"/><Relationship Id="rId5" Type="http://schemas.openxmlformats.org/officeDocument/2006/relationships/image" Target="../media/image19.png"/><Relationship Id="rId6" Type="http://schemas.openxmlformats.org/officeDocument/2006/relationships/image" Target="../media/image1034.png"/><Relationship Id="rId7" Type="http://schemas.openxmlformats.org/officeDocument/2006/relationships/image" Target="../media/image1025.png"/><Relationship Id="rId8" Type="http://schemas.openxmlformats.org/officeDocument/2006/relationships/image" Target="../media/image1026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047.png"/><Relationship Id="rId4" Type="http://schemas.openxmlformats.org/officeDocument/2006/relationships/image" Target="../media/image4.png"/><Relationship Id="rId9" Type="http://schemas.openxmlformats.org/officeDocument/2006/relationships/image" Target="../media/image1049.png"/><Relationship Id="rId5" Type="http://schemas.openxmlformats.org/officeDocument/2006/relationships/image" Target="../media/image19.png"/><Relationship Id="rId6" Type="http://schemas.openxmlformats.org/officeDocument/2006/relationships/image" Target="../media/image1040.png"/><Relationship Id="rId7" Type="http://schemas.openxmlformats.org/officeDocument/2006/relationships/image" Target="../media/image1033.png"/><Relationship Id="rId8" Type="http://schemas.openxmlformats.org/officeDocument/2006/relationships/image" Target="../media/image1058.png"/><Relationship Id="rId20" Type="http://schemas.openxmlformats.org/officeDocument/2006/relationships/image" Target="../media/image1037.png"/><Relationship Id="rId22" Type="http://schemas.openxmlformats.org/officeDocument/2006/relationships/image" Target="../media/image1044.png"/><Relationship Id="rId21" Type="http://schemas.openxmlformats.org/officeDocument/2006/relationships/image" Target="../media/image1043.png"/><Relationship Id="rId24" Type="http://schemas.openxmlformats.org/officeDocument/2006/relationships/image" Target="../media/image1084.png"/><Relationship Id="rId23" Type="http://schemas.openxmlformats.org/officeDocument/2006/relationships/image" Target="../media/image1022.png"/><Relationship Id="rId26" Type="http://schemas.openxmlformats.org/officeDocument/2006/relationships/image" Target="../media/image1048.png"/><Relationship Id="rId25" Type="http://schemas.openxmlformats.org/officeDocument/2006/relationships/image" Target="../media/image1056.png"/><Relationship Id="rId28" Type="http://schemas.openxmlformats.org/officeDocument/2006/relationships/image" Target="../media/image1051.png"/><Relationship Id="rId27" Type="http://schemas.openxmlformats.org/officeDocument/2006/relationships/image" Target="../media/image1052.png"/><Relationship Id="rId29" Type="http://schemas.openxmlformats.org/officeDocument/2006/relationships/image" Target="../media/image1075.png"/><Relationship Id="rId11" Type="http://schemas.openxmlformats.org/officeDocument/2006/relationships/image" Target="../media/image1038.png"/><Relationship Id="rId10" Type="http://schemas.openxmlformats.org/officeDocument/2006/relationships/image" Target="../media/image1087.png"/><Relationship Id="rId13" Type="http://schemas.openxmlformats.org/officeDocument/2006/relationships/image" Target="../media/image1029.png"/><Relationship Id="rId12" Type="http://schemas.openxmlformats.org/officeDocument/2006/relationships/image" Target="../media/image1059.png"/><Relationship Id="rId15" Type="http://schemas.openxmlformats.org/officeDocument/2006/relationships/image" Target="../media/image1012.png"/><Relationship Id="rId14" Type="http://schemas.openxmlformats.org/officeDocument/2006/relationships/image" Target="../media/image1061.png"/><Relationship Id="rId17" Type="http://schemas.openxmlformats.org/officeDocument/2006/relationships/image" Target="../media/image1039.png"/><Relationship Id="rId16" Type="http://schemas.openxmlformats.org/officeDocument/2006/relationships/image" Target="../media/image990.png"/><Relationship Id="rId19" Type="http://schemas.openxmlformats.org/officeDocument/2006/relationships/image" Target="../media/image1045.png"/><Relationship Id="rId18" Type="http://schemas.openxmlformats.org/officeDocument/2006/relationships/image" Target="../media/image1072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054.png"/><Relationship Id="rId4" Type="http://schemas.openxmlformats.org/officeDocument/2006/relationships/image" Target="../media/image4.png"/><Relationship Id="rId9" Type="http://schemas.openxmlformats.org/officeDocument/2006/relationships/image" Target="../media/image1088.png"/><Relationship Id="rId5" Type="http://schemas.openxmlformats.org/officeDocument/2006/relationships/image" Target="../media/image19.png"/><Relationship Id="rId6" Type="http://schemas.openxmlformats.org/officeDocument/2006/relationships/image" Target="../media/image1094.png"/><Relationship Id="rId7" Type="http://schemas.openxmlformats.org/officeDocument/2006/relationships/image" Target="../media/image1053.png"/><Relationship Id="rId8" Type="http://schemas.openxmlformats.org/officeDocument/2006/relationships/image" Target="../media/image1055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057.png"/><Relationship Id="rId4" Type="http://schemas.openxmlformats.org/officeDocument/2006/relationships/image" Target="../media/image4.png"/><Relationship Id="rId9" Type="http://schemas.openxmlformats.org/officeDocument/2006/relationships/image" Target="../media/image1112.png"/><Relationship Id="rId5" Type="http://schemas.openxmlformats.org/officeDocument/2006/relationships/image" Target="../media/image19.png"/><Relationship Id="rId6" Type="http://schemas.openxmlformats.org/officeDocument/2006/relationships/image" Target="../media/image1076.png"/><Relationship Id="rId7" Type="http://schemas.openxmlformats.org/officeDocument/2006/relationships/image" Target="../media/image1062.png"/><Relationship Id="rId8" Type="http://schemas.openxmlformats.org/officeDocument/2006/relationships/image" Target="../media/image1060.png"/><Relationship Id="rId20" Type="http://schemas.openxmlformats.org/officeDocument/2006/relationships/image" Target="../media/image1070.png"/><Relationship Id="rId22" Type="http://schemas.openxmlformats.org/officeDocument/2006/relationships/image" Target="../media/image1106.png"/><Relationship Id="rId21" Type="http://schemas.openxmlformats.org/officeDocument/2006/relationships/image" Target="../media/image1073.png"/><Relationship Id="rId24" Type="http://schemas.openxmlformats.org/officeDocument/2006/relationships/image" Target="../media/image1090.png"/><Relationship Id="rId23" Type="http://schemas.openxmlformats.org/officeDocument/2006/relationships/image" Target="../media/image1077.png"/><Relationship Id="rId26" Type="http://schemas.openxmlformats.org/officeDocument/2006/relationships/image" Target="../media/image1081.png"/><Relationship Id="rId25" Type="http://schemas.openxmlformats.org/officeDocument/2006/relationships/image" Target="../media/image1080.png"/><Relationship Id="rId28" Type="http://schemas.openxmlformats.org/officeDocument/2006/relationships/image" Target="../media/image1055.png"/><Relationship Id="rId27" Type="http://schemas.openxmlformats.org/officeDocument/2006/relationships/image" Target="../media/image1002.png"/><Relationship Id="rId11" Type="http://schemas.openxmlformats.org/officeDocument/2006/relationships/image" Target="../media/image1065.png"/><Relationship Id="rId10" Type="http://schemas.openxmlformats.org/officeDocument/2006/relationships/image" Target="../media/image1064.png"/><Relationship Id="rId13" Type="http://schemas.openxmlformats.org/officeDocument/2006/relationships/image" Target="../media/image1074.png"/><Relationship Id="rId12" Type="http://schemas.openxmlformats.org/officeDocument/2006/relationships/image" Target="../media/image1068.png"/><Relationship Id="rId15" Type="http://schemas.openxmlformats.org/officeDocument/2006/relationships/image" Target="../media/image1098.png"/><Relationship Id="rId14" Type="http://schemas.openxmlformats.org/officeDocument/2006/relationships/image" Target="../media/image1069.png"/><Relationship Id="rId17" Type="http://schemas.openxmlformats.org/officeDocument/2006/relationships/image" Target="../media/image1067.png"/><Relationship Id="rId16" Type="http://schemas.openxmlformats.org/officeDocument/2006/relationships/image" Target="../media/image1071.png"/><Relationship Id="rId19" Type="http://schemas.openxmlformats.org/officeDocument/2006/relationships/image" Target="../media/image1097.png"/><Relationship Id="rId18" Type="http://schemas.openxmlformats.org/officeDocument/2006/relationships/image" Target="../media/image1066.png"/></Relationships>
</file>

<file path=ppt/slides/_rels/slide125.xml.rels><?xml version="1.0" encoding="UTF-8" standalone="yes"?><Relationships xmlns="http://schemas.openxmlformats.org/package/2006/relationships"><Relationship Id="rId40" Type="http://schemas.openxmlformats.org/officeDocument/2006/relationships/image" Target="../media/image924.png"/><Relationship Id="rId42" Type="http://schemas.openxmlformats.org/officeDocument/2006/relationships/image" Target="../media/image1131.png"/><Relationship Id="rId41" Type="http://schemas.openxmlformats.org/officeDocument/2006/relationships/image" Target="../media/image1120.png"/><Relationship Id="rId44" Type="http://schemas.openxmlformats.org/officeDocument/2006/relationships/image" Target="../media/image1118.png"/><Relationship Id="rId43" Type="http://schemas.openxmlformats.org/officeDocument/2006/relationships/image" Target="../media/image1123.png"/><Relationship Id="rId46" Type="http://schemas.openxmlformats.org/officeDocument/2006/relationships/image" Target="../media/image1128.png"/><Relationship Id="rId45" Type="http://schemas.openxmlformats.org/officeDocument/2006/relationships/image" Target="../media/image11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078.png"/><Relationship Id="rId4" Type="http://schemas.openxmlformats.org/officeDocument/2006/relationships/image" Target="../media/image4.png"/><Relationship Id="rId9" Type="http://schemas.openxmlformats.org/officeDocument/2006/relationships/image" Target="../media/image1105.png"/><Relationship Id="rId48" Type="http://schemas.openxmlformats.org/officeDocument/2006/relationships/image" Target="../media/image1119.png"/><Relationship Id="rId47" Type="http://schemas.openxmlformats.org/officeDocument/2006/relationships/image" Target="../media/image1116.png"/><Relationship Id="rId49" Type="http://schemas.openxmlformats.org/officeDocument/2006/relationships/image" Target="../media/image1130.png"/><Relationship Id="rId5" Type="http://schemas.openxmlformats.org/officeDocument/2006/relationships/image" Target="../media/image19.png"/><Relationship Id="rId6" Type="http://schemas.openxmlformats.org/officeDocument/2006/relationships/image" Target="../media/image1083.png"/><Relationship Id="rId7" Type="http://schemas.openxmlformats.org/officeDocument/2006/relationships/image" Target="../media/image1082.png"/><Relationship Id="rId8" Type="http://schemas.openxmlformats.org/officeDocument/2006/relationships/image" Target="../media/image1127.png"/><Relationship Id="rId31" Type="http://schemas.openxmlformats.org/officeDocument/2006/relationships/image" Target="../media/image1121.png"/><Relationship Id="rId30" Type="http://schemas.openxmlformats.org/officeDocument/2006/relationships/image" Target="../media/image1117.png"/><Relationship Id="rId33" Type="http://schemas.openxmlformats.org/officeDocument/2006/relationships/image" Target="../media/image1126.png"/><Relationship Id="rId32" Type="http://schemas.openxmlformats.org/officeDocument/2006/relationships/image" Target="../media/image1110.png"/><Relationship Id="rId35" Type="http://schemas.openxmlformats.org/officeDocument/2006/relationships/image" Target="../media/image1107.png"/><Relationship Id="rId34" Type="http://schemas.openxmlformats.org/officeDocument/2006/relationships/image" Target="../media/image1122.png"/><Relationship Id="rId37" Type="http://schemas.openxmlformats.org/officeDocument/2006/relationships/image" Target="../media/image1109.png"/><Relationship Id="rId36" Type="http://schemas.openxmlformats.org/officeDocument/2006/relationships/image" Target="../media/image933.png"/><Relationship Id="rId39" Type="http://schemas.openxmlformats.org/officeDocument/2006/relationships/image" Target="../media/image1108.png"/><Relationship Id="rId38" Type="http://schemas.openxmlformats.org/officeDocument/2006/relationships/image" Target="../media/image1144.png"/><Relationship Id="rId62" Type="http://schemas.openxmlformats.org/officeDocument/2006/relationships/image" Target="../media/image1145.png"/><Relationship Id="rId61" Type="http://schemas.openxmlformats.org/officeDocument/2006/relationships/image" Target="../media/image1137.png"/><Relationship Id="rId20" Type="http://schemas.openxmlformats.org/officeDocument/2006/relationships/image" Target="../media/image1095.png"/><Relationship Id="rId64" Type="http://schemas.openxmlformats.org/officeDocument/2006/relationships/image" Target="../media/image1139.png"/><Relationship Id="rId63" Type="http://schemas.openxmlformats.org/officeDocument/2006/relationships/image" Target="../media/image928.png"/><Relationship Id="rId22" Type="http://schemas.openxmlformats.org/officeDocument/2006/relationships/image" Target="../media/image1115.png"/><Relationship Id="rId66" Type="http://schemas.openxmlformats.org/officeDocument/2006/relationships/image" Target="../media/image1002.png"/><Relationship Id="rId21" Type="http://schemas.openxmlformats.org/officeDocument/2006/relationships/image" Target="../media/image1135.png"/><Relationship Id="rId65" Type="http://schemas.openxmlformats.org/officeDocument/2006/relationships/image" Target="../media/image1134.png"/><Relationship Id="rId24" Type="http://schemas.openxmlformats.org/officeDocument/2006/relationships/image" Target="../media/image918.png"/><Relationship Id="rId23" Type="http://schemas.openxmlformats.org/officeDocument/2006/relationships/image" Target="../media/image1100.png"/><Relationship Id="rId67" Type="http://schemas.openxmlformats.org/officeDocument/2006/relationships/image" Target="../media/image1141.png"/><Relationship Id="rId60" Type="http://schemas.openxmlformats.org/officeDocument/2006/relationships/image" Target="../media/image1143.png"/><Relationship Id="rId26" Type="http://schemas.openxmlformats.org/officeDocument/2006/relationships/image" Target="../media/image1102.png"/><Relationship Id="rId25" Type="http://schemas.openxmlformats.org/officeDocument/2006/relationships/image" Target="../media/image947.png"/><Relationship Id="rId28" Type="http://schemas.openxmlformats.org/officeDocument/2006/relationships/image" Target="../media/image1104.png"/><Relationship Id="rId27" Type="http://schemas.openxmlformats.org/officeDocument/2006/relationships/image" Target="../media/image1101.png"/><Relationship Id="rId29" Type="http://schemas.openxmlformats.org/officeDocument/2006/relationships/image" Target="../media/image1103.png"/><Relationship Id="rId51" Type="http://schemas.openxmlformats.org/officeDocument/2006/relationships/image" Target="../media/image1166.png"/><Relationship Id="rId50" Type="http://schemas.openxmlformats.org/officeDocument/2006/relationships/image" Target="../media/image945.png"/><Relationship Id="rId53" Type="http://schemas.openxmlformats.org/officeDocument/2006/relationships/image" Target="../media/image912.png"/><Relationship Id="rId52" Type="http://schemas.openxmlformats.org/officeDocument/2006/relationships/image" Target="../media/image1129.png"/><Relationship Id="rId11" Type="http://schemas.openxmlformats.org/officeDocument/2006/relationships/image" Target="../media/image1086.png"/><Relationship Id="rId55" Type="http://schemas.openxmlformats.org/officeDocument/2006/relationships/image" Target="../media/image925.png"/><Relationship Id="rId10" Type="http://schemas.openxmlformats.org/officeDocument/2006/relationships/image" Target="../media/image1114.png"/><Relationship Id="rId54" Type="http://schemas.openxmlformats.org/officeDocument/2006/relationships/image" Target="../media/image1125.png"/><Relationship Id="rId13" Type="http://schemas.openxmlformats.org/officeDocument/2006/relationships/image" Target="../media/image1096.png"/><Relationship Id="rId57" Type="http://schemas.openxmlformats.org/officeDocument/2006/relationships/image" Target="../media/image1132.png"/><Relationship Id="rId12" Type="http://schemas.openxmlformats.org/officeDocument/2006/relationships/image" Target="../media/image1085.png"/><Relationship Id="rId56" Type="http://schemas.openxmlformats.org/officeDocument/2006/relationships/image" Target="../media/image1133.png"/><Relationship Id="rId15" Type="http://schemas.openxmlformats.org/officeDocument/2006/relationships/image" Target="../media/image1092.png"/><Relationship Id="rId59" Type="http://schemas.openxmlformats.org/officeDocument/2006/relationships/image" Target="../media/image1136.png"/><Relationship Id="rId14" Type="http://schemas.openxmlformats.org/officeDocument/2006/relationships/image" Target="../media/image1091.png"/><Relationship Id="rId58" Type="http://schemas.openxmlformats.org/officeDocument/2006/relationships/image" Target="../media/image959.png"/><Relationship Id="rId17" Type="http://schemas.openxmlformats.org/officeDocument/2006/relationships/image" Target="../media/image917.png"/><Relationship Id="rId16" Type="http://schemas.openxmlformats.org/officeDocument/2006/relationships/image" Target="../media/image1099.png"/><Relationship Id="rId19" Type="http://schemas.openxmlformats.org/officeDocument/2006/relationships/image" Target="../media/image1138.png"/><Relationship Id="rId18" Type="http://schemas.openxmlformats.org/officeDocument/2006/relationships/image" Target="../media/image1093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15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46.png"/><Relationship Id="rId7" Type="http://schemas.openxmlformats.org/officeDocument/2006/relationships/image" Target="../media/image1176.png"/><Relationship Id="rId8" Type="http://schemas.openxmlformats.org/officeDocument/2006/relationships/image" Target="../media/image1152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14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42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1.jpg"/><Relationship Id="rId4" Type="http://schemas.openxmlformats.org/officeDocument/2006/relationships/image" Target="../media/image1155.png"/><Relationship Id="rId9" Type="http://schemas.openxmlformats.org/officeDocument/2006/relationships/image" Target="../media/image86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802.png"/><Relationship Id="rId8" Type="http://schemas.openxmlformats.org/officeDocument/2006/relationships/image" Target="../media/image809.png"/><Relationship Id="rId11" Type="http://schemas.openxmlformats.org/officeDocument/2006/relationships/image" Target="../media/image1156.png"/><Relationship Id="rId10" Type="http://schemas.openxmlformats.org/officeDocument/2006/relationships/image" Target="../media/image799.png"/><Relationship Id="rId12" Type="http://schemas.openxmlformats.org/officeDocument/2006/relationships/image" Target="../media/image807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161.png"/><Relationship Id="rId4" Type="http://schemas.openxmlformats.org/officeDocument/2006/relationships/image" Target="../media/image4.png"/><Relationship Id="rId9" Type="http://schemas.openxmlformats.org/officeDocument/2006/relationships/image" Target="../media/image1154.png"/><Relationship Id="rId5" Type="http://schemas.openxmlformats.org/officeDocument/2006/relationships/image" Target="../media/image19.png"/><Relationship Id="rId6" Type="http://schemas.openxmlformats.org/officeDocument/2006/relationships/image" Target="../media/image1179.png"/><Relationship Id="rId7" Type="http://schemas.openxmlformats.org/officeDocument/2006/relationships/image" Target="../media/image1202.png"/><Relationship Id="rId8" Type="http://schemas.openxmlformats.org/officeDocument/2006/relationships/image" Target="../media/image1160.png"/><Relationship Id="rId10" Type="http://schemas.openxmlformats.org/officeDocument/2006/relationships/image" Target="../media/image1157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174.png"/><Relationship Id="rId4" Type="http://schemas.openxmlformats.org/officeDocument/2006/relationships/image" Target="../media/image4.png"/><Relationship Id="rId9" Type="http://schemas.openxmlformats.org/officeDocument/2006/relationships/image" Target="../media/image1154.png"/><Relationship Id="rId5" Type="http://schemas.openxmlformats.org/officeDocument/2006/relationships/image" Target="../media/image19.png"/><Relationship Id="rId6" Type="http://schemas.openxmlformats.org/officeDocument/2006/relationships/image" Target="../media/image1158.png"/><Relationship Id="rId7" Type="http://schemas.openxmlformats.org/officeDocument/2006/relationships/image" Target="../media/image1183.png"/><Relationship Id="rId8" Type="http://schemas.openxmlformats.org/officeDocument/2006/relationships/image" Target="../media/image1257.png"/><Relationship Id="rId10" Type="http://schemas.openxmlformats.org/officeDocument/2006/relationships/image" Target="../media/image1163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165.png"/><Relationship Id="rId4" Type="http://schemas.openxmlformats.org/officeDocument/2006/relationships/image" Target="../media/image4.png"/><Relationship Id="rId9" Type="http://schemas.openxmlformats.org/officeDocument/2006/relationships/image" Target="../media/image1171.png"/><Relationship Id="rId5" Type="http://schemas.openxmlformats.org/officeDocument/2006/relationships/image" Target="../media/image19.png"/><Relationship Id="rId6" Type="http://schemas.openxmlformats.org/officeDocument/2006/relationships/image" Target="../media/image1170.png"/><Relationship Id="rId7" Type="http://schemas.openxmlformats.org/officeDocument/2006/relationships/image" Target="../media/image1164.png"/><Relationship Id="rId8" Type="http://schemas.openxmlformats.org/officeDocument/2006/relationships/image" Target="../media/image1154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17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80.jpg"/><Relationship Id="rId7" Type="http://schemas.openxmlformats.org/officeDocument/2006/relationships/image" Target="../media/image1154.png"/><Relationship Id="rId8" Type="http://schemas.openxmlformats.org/officeDocument/2006/relationships/image" Target="../media/image1167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17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72.png"/><Relationship Id="rId7" Type="http://schemas.openxmlformats.org/officeDocument/2006/relationships/image" Target="../media/image1168.png"/><Relationship Id="rId8" Type="http://schemas.openxmlformats.org/officeDocument/2006/relationships/image" Target="../media/image1154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169.png"/><Relationship Id="rId4" Type="http://schemas.openxmlformats.org/officeDocument/2006/relationships/image" Target="../media/image4.png"/><Relationship Id="rId9" Type="http://schemas.openxmlformats.org/officeDocument/2006/relationships/image" Target="../media/image1186.png"/><Relationship Id="rId5" Type="http://schemas.openxmlformats.org/officeDocument/2006/relationships/image" Target="../media/image19.png"/><Relationship Id="rId6" Type="http://schemas.openxmlformats.org/officeDocument/2006/relationships/image" Target="../media/image1177.png"/><Relationship Id="rId7" Type="http://schemas.openxmlformats.org/officeDocument/2006/relationships/image" Target="../media/image1173.png"/><Relationship Id="rId8" Type="http://schemas.openxmlformats.org/officeDocument/2006/relationships/image" Target="../media/image1191.png"/><Relationship Id="rId11" Type="http://schemas.openxmlformats.org/officeDocument/2006/relationships/image" Target="../media/image1213.png"/><Relationship Id="rId10" Type="http://schemas.openxmlformats.org/officeDocument/2006/relationships/image" Target="../media/image1188.png"/><Relationship Id="rId12" Type="http://schemas.openxmlformats.org/officeDocument/2006/relationships/image" Target="../media/image1195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21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94.png"/><Relationship Id="rId7" Type="http://schemas.openxmlformats.org/officeDocument/2006/relationships/image" Target="../media/image1209.png"/><Relationship Id="rId8" Type="http://schemas.openxmlformats.org/officeDocument/2006/relationships/image" Target="../media/image861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1.jpg"/><Relationship Id="rId4" Type="http://schemas.openxmlformats.org/officeDocument/2006/relationships/image" Target="../media/image1204.png"/><Relationship Id="rId9" Type="http://schemas.openxmlformats.org/officeDocument/2006/relationships/image" Target="../media/image86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802.png"/><Relationship Id="rId8" Type="http://schemas.openxmlformats.org/officeDocument/2006/relationships/image" Target="../media/image809.png"/><Relationship Id="rId11" Type="http://schemas.openxmlformats.org/officeDocument/2006/relationships/image" Target="../media/image803.png"/><Relationship Id="rId10" Type="http://schemas.openxmlformats.org/officeDocument/2006/relationships/image" Target="../media/image799.png"/><Relationship Id="rId12" Type="http://schemas.openxmlformats.org/officeDocument/2006/relationships/image" Target="../media/image1197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20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87.png"/><Relationship Id="rId7" Type="http://schemas.openxmlformats.org/officeDocument/2006/relationships/image" Target="../media/image1193.png"/><Relationship Id="rId8" Type="http://schemas.openxmlformats.org/officeDocument/2006/relationships/image" Target="../media/image1185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19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89.png"/><Relationship Id="rId7" Type="http://schemas.openxmlformats.org/officeDocument/2006/relationships/image" Target="../media/image1234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20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00.png"/><Relationship Id="rId7" Type="http://schemas.openxmlformats.org/officeDocument/2006/relationships/image" Target="../media/image1198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9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10.png"/><Relationship Id="rId7" Type="http://schemas.openxmlformats.org/officeDocument/2006/relationships/image" Target="../media/image1199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22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00.png"/><Relationship Id="rId7" Type="http://schemas.openxmlformats.org/officeDocument/2006/relationships/image" Target="../media/image1223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232.png"/><Relationship Id="rId4" Type="http://schemas.openxmlformats.org/officeDocument/2006/relationships/image" Target="../media/image4.png"/><Relationship Id="rId9" Type="http://schemas.openxmlformats.org/officeDocument/2006/relationships/image" Target="../media/image1208.png"/><Relationship Id="rId5" Type="http://schemas.openxmlformats.org/officeDocument/2006/relationships/image" Target="../media/image19.png"/><Relationship Id="rId6" Type="http://schemas.openxmlformats.org/officeDocument/2006/relationships/image" Target="../media/image1205.png"/><Relationship Id="rId7" Type="http://schemas.openxmlformats.org/officeDocument/2006/relationships/image" Target="../media/image1206.png"/><Relationship Id="rId8" Type="http://schemas.openxmlformats.org/officeDocument/2006/relationships/image" Target="../media/image1200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21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17.png"/><Relationship Id="rId7" Type="http://schemas.openxmlformats.org/officeDocument/2006/relationships/image" Target="../media/image1212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214.png"/><Relationship Id="rId4" Type="http://schemas.openxmlformats.org/officeDocument/2006/relationships/image" Target="../media/image4.png"/><Relationship Id="rId9" Type="http://schemas.openxmlformats.org/officeDocument/2006/relationships/image" Target="../media/image1220.png"/><Relationship Id="rId5" Type="http://schemas.openxmlformats.org/officeDocument/2006/relationships/image" Target="../media/image19.png"/><Relationship Id="rId6" Type="http://schemas.openxmlformats.org/officeDocument/2006/relationships/image" Target="../media/image1215.png"/><Relationship Id="rId7" Type="http://schemas.openxmlformats.org/officeDocument/2006/relationships/image" Target="../media/image1236.png"/><Relationship Id="rId8" Type="http://schemas.openxmlformats.org/officeDocument/2006/relationships/image" Target="../media/image1245.png"/><Relationship Id="rId11" Type="http://schemas.openxmlformats.org/officeDocument/2006/relationships/image" Target="../media/image1217.png"/><Relationship Id="rId10" Type="http://schemas.openxmlformats.org/officeDocument/2006/relationships/image" Target="../media/image1231.png"/><Relationship Id="rId12" Type="http://schemas.openxmlformats.org/officeDocument/2006/relationships/image" Target="../media/image1246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22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18.png"/><Relationship Id="rId7" Type="http://schemas.openxmlformats.org/officeDocument/2006/relationships/image" Target="../media/image1235.png"/><Relationship Id="rId8" Type="http://schemas.openxmlformats.org/officeDocument/2006/relationships/image" Target="../media/image788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219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21.png"/><Relationship Id="rId7" Type="http://schemas.openxmlformats.org/officeDocument/2006/relationships/image" Target="../media/image1243.png"/><Relationship Id="rId8" Type="http://schemas.openxmlformats.org/officeDocument/2006/relationships/image" Target="../media/image1226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22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52.png"/><Relationship Id="rId7" Type="http://schemas.openxmlformats.org/officeDocument/2006/relationships/image" Target="../media/image1237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228.png"/><Relationship Id="rId4" Type="http://schemas.openxmlformats.org/officeDocument/2006/relationships/image" Target="../media/image4.png"/><Relationship Id="rId9" Type="http://schemas.openxmlformats.org/officeDocument/2006/relationships/image" Target="../media/image1230.png"/><Relationship Id="rId5" Type="http://schemas.openxmlformats.org/officeDocument/2006/relationships/image" Target="../media/image19.png"/><Relationship Id="rId6" Type="http://schemas.openxmlformats.org/officeDocument/2006/relationships/image" Target="../media/image1266.jpg"/><Relationship Id="rId7" Type="http://schemas.openxmlformats.org/officeDocument/2006/relationships/image" Target="../media/image1254.png"/><Relationship Id="rId8" Type="http://schemas.openxmlformats.org/officeDocument/2006/relationships/image" Target="../media/image1262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229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62.png"/><Relationship Id="rId7" Type="http://schemas.openxmlformats.org/officeDocument/2006/relationships/image" Target="../media/image1239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23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64.png"/><Relationship Id="rId7" Type="http://schemas.openxmlformats.org/officeDocument/2006/relationships/image" Target="../media/image1262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244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40.png"/><Relationship Id="rId7" Type="http://schemas.openxmlformats.org/officeDocument/2006/relationships/image" Target="../media/image1262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24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49.png"/><Relationship Id="rId7" Type="http://schemas.openxmlformats.org/officeDocument/2006/relationships/image" Target="../media/image1262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24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71.png"/><Relationship Id="rId7" Type="http://schemas.openxmlformats.org/officeDocument/2006/relationships/image" Target="../media/image1262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247.png"/><Relationship Id="rId4" Type="http://schemas.openxmlformats.org/officeDocument/2006/relationships/image" Target="../media/image4.png"/><Relationship Id="rId9" Type="http://schemas.openxmlformats.org/officeDocument/2006/relationships/image" Target="../media/image1268.png"/><Relationship Id="rId5" Type="http://schemas.openxmlformats.org/officeDocument/2006/relationships/image" Target="../media/image19.png"/><Relationship Id="rId6" Type="http://schemas.openxmlformats.org/officeDocument/2006/relationships/image" Target="../media/image1248.png"/><Relationship Id="rId7" Type="http://schemas.openxmlformats.org/officeDocument/2006/relationships/image" Target="../media/image1250.png"/><Relationship Id="rId8" Type="http://schemas.openxmlformats.org/officeDocument/2006/relationships/image" Target="../media/image1258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25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51.png"/><Relationship Id="rId7" Type="http://schemas.openxmlformats.org/officeDocument/2006/relationships/image" Target="../media/image1255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26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285.png"/><Relationship Id="rId7" Type="http://schemas.openxmlformats.org/officeDocument/2006/relationships/image" Target="../media/image1259.png"/><Relationship Id="rId8" Type="http://schemas.openxmlformats.org/officeDocument/2006/relationships/image" Target="../media/image788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1.jpg"/><Relationship Id="rId4" Type="http://schemas.openxmlformats.org/officeDocument/2006/relationships/image" Target="../media/image1260.png"/><Relationship Id="rId9" Type="http://schemas.openxmlformats.org/officeDocument/2006/relationships/image" Target="../media/image1261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256.png"/><Relationship Id="rId8" Type="http://schemas.openxmlformats.org/officeDocument/2006/relationships/image" Target="../media/image1295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280.png"/><Relationship Id="rId4" Type="http://schemas.openxmlformats.org/officeDocument/2006/relationships/image" Target="../media/image4.png"/><Relationship Id="rId9" Type="http://schemas.openxmlformats.org/officeDocument/2006/relationships/image" Target="../media/image1265.png"/><Relationship Id="rId5" Type="http://schemas.openxmlformats.org/officeDocument/2006/relationships/image" Target="../media/image19.png"/><Relationship Id="rId6" Type="http://schemas.openxmlformats.org/officeDocument/2006/relationships/image" Target="../media/image1282.png"/><Relationship Id="rId7" Type="http://schemas.openxmlformats.org/officeDocument/2006/relationships/image" Target="../media/image1278.png"/><Relationship Id="rId8" Type="http://schemas.openxmlformats.org/officeDocument/2006/relationships/image" Target="../media/image1263.png"/><Relationship Id="rId31" Type="http://schemas.openxmlformats.org/officeDocument/2006/relationships/image" Target="../media/image1287.png"/><Relationship Id="rId30" Type="http://schemas.openxmlformats.org/officeDocument/2006/relationships/image" Target="../media/image1292.png"/><Relationship Id="rId20" Type="http://schemas.openxmlformats.org/officeDocument/2006/relationships/image" Target="../media/image1293.png"/><Relationship Id="rId22" Type="http://schemas.openxmlformats.org/officeDocument/2006/relationships/image" Target="../media/image1291.png"/><Relationship Id="rId21" Type="http://schemas.openxmlformats.org/officeDocument/2006/relationships/image" Target="../media/image1275.png"/><Relationship Id="rId24" Type="http://schemas.openxmlformats.org/officeDocument/2006/relationships/image" Target="../media/image1276.png"/><Relationship Id="rId23" Type="http://schemas.openxmlformats.org/officeDocument/2006/relationships/image" Target="../media/image1299.png"/><Relationship Id="rId26" Type="http://schemas.openxmlformats.org/officeDocument/2006/relationships/image" Target="../media/image1281.png"/><Relationship Id="rId25" Type="http://schemas.openxmlformats.org/officeDocument/2006/relationships/image" Target="../media/image1277.png"/><Relationship Id="rId28" Type="http://schemas.openxmlformats.org/officeDocument/2006/relationships/image" Target="../media/image1283.png"/><Relationship Id="rId27" Type="http://schemas.openxmlformats.org/officeDocument/2006/relationships/image" Target="../media/image1305.png"/><Relationship Id="rId29" Type="http://schemas.openxmlformats.org/officeDocument/2006/relationships/image" Target="../media/image1289.png"/><Relationship Id="rId11" Type="http://schemas.openxmlformats.org/officeDocument/2006/relationships/image" Target="../media/image1297.png"/><Relationship Id="rId10" Type="http://schemas.openxmlformats.org/officeDocument/2006/relationships/image" Target="../media/image1279.png"/><Relationship Id="rId13" Type="http://schemas.openxmlformats.org/officeDocument/2006/relationships/image" Target="../media/image1270.png"/><Relationship Id="rId12" Type="http://schemas.openxmlformats.org/officeDocument/2006/relationships/image" Target="../media/image1269.png"/><Relationship Id="rId15" Type="http://schemas.openxmlformats.org/officeDocument/2006/relationships/image" Target="../media/image1274.png"/><Relationship Id="rId14" Type="http://schemas.openxmlformats.org/officeDocument/2006/relationships/image" Target="../media/image1272.png"/><Relationship Id="rId17" Type="http://schemas.openxmlformats.org/officeDocument/2006/relationships/image" Target="../media/image1273.png"/><Relationship Id="rId16" Type="http://schemas.openxmlformats.org/officeDocument/2006/relationships/image" Target="../media/image1284.png"/><Relationship Id="rId19" Type="http://schemas.openxmlformats.org/officeDocument/2006/relationships/image" Target="../media/image1303.png"/><Relationship Id="rId18" Type="http://schemas.openxmlformats.org/officeDocument/2006/relationships/image" Target="../media/image1288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308.png"/><Relationship Id="rId4" Type="http://schemas.openxmlformats.org/officeDocument/2006/relationships/image" Target="../media/image4.png"/><Relationship Id="rId9" Type="http://schemas.openxmlformats.org/officeDocument/2006/relationships/image" Target="../media/image1302.png"/><Relationship Id="rId5" Type="http://schemas.openxmlformats.org/officeDocument/2006/relationships/image" Target="../media/image19.png"/><Relationship Id="rId6" Type="http://schemas.openxmlformats.org/officeDocument/2006/relationships/image" Target="../media/image1290.png"/><Relationship Id="rId7" Type="http://schemas.openxmlformats.org/officeDocument/2006/relationships/image" Target="../media/image1286.png"/><Relationship Id="rId8" Type="http://schemas.openxmlformats.org/officeDocument/2006/relationships/image" Target="../media/image1363.png"/><Relationship Id="rId31" Type="http://schemas.openxmlformats.org/officeDocument/2006/relationships/image" Target="../media/image1292.png"/><Relationship Id="rId30" Type="http://schemas.openxmlformats.org/officeDocument/2006/relationships/image" Target="../media/image1313.png"/><Relationship Id="rId20" Type="http://schemas.openxmlformats.org/officeDocument/2006/relationships/image" Target="../media/image1315.png"/><Relationship Id="rId22" Type="http://schemas.openxmlformats.org/officeDocument/2006/relationships/image" Target="../media/image1327.png"/><Relationship Id="rId21" Type="http://schemas.openxmlformats.org/officeDocument/2006/relationships/image" Target="../media/image1307.png"/><Relationship Id="rId24" Type="http://schemas.openxmlformats.org/officeDocument/2006/relationships/image" Target="../media/image1309.png"/><Relationship Id="rId23" Type="http://schemas.openxmlformats.org/officeDocument/2006/relationships/image" Target="../media/image1306.png"/><Relationship Id="rId26" Type="http://schemas.openxmlformats.org/officeDocument/2006/relationships/image" Target="../media/image1338.png"/><Relationship Id="rId25" Type="http://schemas.openxmlformats.org/officeDocument/2006/relationships/image" Target="../media/image1323.png"/><Relationship Id="rId28" Type="http://schemas.openxmlformats.org/officeDocument/2006/relationships/image" Target="../media/image1334.png"/><Relationship Id="rId27" Type="http://schemas.openxmlformats.org/officeDocument/2006/relationships/image" Target="../media/image1310.png"/><Relationship Id="rId29" Type="http://schemas.openxmlformats.org/officeDocument/2006/relationships/image" Target="../media/image1317.png"/><Relationship Id="rId11" Type="http://schemas.openxmlformats.org/officeDocument/2006/relationships/image" Target="../media/image1300.png"/><Relationship Id="rId10" Type="http://schemas.openxmlformats.org/officeDocument/2006/relationships/image" Target="../media/image1304.png"/><Relationship Id="rId13" Type="http://schemas.openxmlformats.org/officeDocument/2006/relationships/image" Target="../media/image1296.png"/><Relationship Id="rId12" Type="http://schemas.openxmlformats.org/officeDocument/2006/relationships/image" Target="../media/image1321.png"/><Relationship Id="rId15" Type="http://schemas.openxmlformats.org/officeDocument/2006/relationships/image" Target="../media/image1324.png"/><Relationship Id="rId14" Type="http://schemas.openxmlformats.org/officeDocument/2006/relationships/image" Target="../media/image1314.png"/><Relationship Id="rId17" Type="http://schemas.openxmlformats.org/officeDocument/2006/relationships/image" Target="../media/image1294.png"/><Relationship Id="rId16" Type="http://schemas.openxmlformats.org/officeDocument/2006/relationships/image" Target="../media/image1298.png"/><Relationship Id="rId19" Type="http://schemas.openxmlformats.org/officeDocument/2006/relationships/image" Target="../media/image1301.png"/><Relationship Id="rId18" Type="http://schemas.openxmlformats.org/officeDocument/2006/relationships/image" Target="../media/image1311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316.png"/><Relationship Id="rId4" Type="http://schemas.openxmlformats.org/officeDocument/2006/relationships/image" Target="../media/image4.png"/><Relationship Id="rId9" Type="http://schemas.openxmlformats.org/officeDocument/2006/relationships/image" Target="../media/image1352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22.png"/><Relationship Id="rId8" Type="http://schemas.openxmlformats.org/officeDocument/2006/relationships/image" Target="../media/image1318.png"/><Relationship Id="rId11" Type="http://schemas.openxmlformats.org/officeDocument/2006/relationships/image" Target="../media/image1329.png"/><Relationship Id="rId10" Type="http://schemas.openxmlformats.org/officeDocument/2006/relationships/image" Target="../media/image1320.png"/><Relationship Id="rId13" Type="http://schemas.openxmlformats.org/officeDocument/2006/relationships/image" Target="../media/image1326.png"/><Relationship Id="rId12" Type="http://schemas.openxmlformats.org/officeDocument/2006/relationships/image" Target="../media/image1325.png"/><Relationship Id="rId15" Type="http://schemas.openxmlformats.org/officeDocument/2006/relationships/image" Target="../media/image1347.png"/><Relationship Id="rId14" Type="http://schemas.openxmlformats.org/officeDocument/2006/relationships/image" Target="../media/image1331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32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37.png"/></Relationships>
</file>

<file path=ppt/slides/_rels/slide162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73.png"/><Relationship Id="rId42" Type="http://schemas.openxmlformats.org/officeDocument/2006/relationships/image" Target="../media/image1380.png"/><Relationship Id="rId41" Type="http://schemas.openxmlformats.org/officeDocument/2006/relationships/image" Target="../media/image1374.png"/><Relationship Id="rId44" Type="http://schemas.openxmlformats.org/officeDocument/2006/relationships/image" Target="../media/image1370.png"/><Relationship Id="rId43" Type="http://schemas.openxmlformats.org/officeDocument/2006/relationships/image" Target="../media/image1385.png"/><Relationship Id="rId45" Type="http://schemas.openxmlformats.org/officeDocument/2006/relationships/image" Target="../media/image13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343.png"/><Relationship Id="rId4" Type="http://schemas.openxmlformats.org/officeDocument/2006/relationships/image" Target="../media/image4.png"/><Relationship Id="rId9" Type="http://schemas.openxmlformats.org/officeDocument/2006/relationships/image" Target="../media/image1330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44.png"/><Relationship Id="rId8" Type="http://schemas.openxmlformats.org/officeDocument/2006/relationships/image" Target="../media/image1341.png"/><Relationship Id="rId31" Type="http://schemas.openxmlformats.org/officeDocument/2006/relationships/image" Target="../media/image1353.png"/><Relationship Id="rId30" Type="http://schemas.openxmlformats.org/officeDocument/2006/relationships/image" Target="../media/image1354.png"/><Relationship Id="rId33" Type="http://schemas.openxmlformats.org/officeDocument/2006/relationships/image" Target="../media/image1367.png"/><Relationship Id="rId32" Type="http://schemas.openxmlformats.org/officeDocument/2006/relationships/image" Target="../media/image1357.png"/><Relationship Id="rId35" Type="http://schemas.openxmlformats.org/officeDocument/2006/relationships/image" Target="../media/image1379.png"/><Relationship Id="rId34" Type="http://schemas.openxmlformats.org/officeDocument/2006/relationships/image" Target="../media/image1359.png"/><Relationship Id="rId37" Type="http://schemas.openxmlformats.org/officeDocument/2006/relationships/image" Target="../media/image1387.png"/><Relationship Id="rId36" Type="http://schemas.openxmlformats.org/officeDocument/2006/relationships/image" Target="../media/image1376.png"/><Relationship Id="rId39" Type="http://schemas.openxmlformats.org/officeDocument/2006/relationships/image" Target="../media/image1362.png"/><Relationship Id="rId38" Type="http://schemas.openxmlformats.org/officeDocument/2006/relationships/image" Target="../media/image1361.png"/><Relationship Id="rId20" Type="http://schemas.openxmlformats.org/officeDocument/2006/relationships/image" Target="../media/image1358.png"/><Relationship Id="rId22" Type="http://schemas.openxmlformats.org/officeDocument/2006/relationships/image" Target="../media/image1348.png"/><Relationship Id="rId21" Type="http://schemas.openxmlformats.org/officeDocument/2006/relationships/image" Target="../media/image1345.png"/><Relationship Id="rId24" Type="http://schemas.openxmlformats.org/officeDocument/2006/relationships/image" Target="../media/image1350.png"/><Relationship Id="rId23" Type="http://schemas.openxmlformats.org/officeDocument/2006/relationships/image" Target="../media/image1360.png"/><Relationship Id="rId26" Type="http://schemas.openxmlformats.org/officeDocument/2006/relationships/image" Target="../media/image1351.png"/><Relationship Id="rId25" Type="http://schemas.openxmlformats.org/officeDocument/2006/relationships/image" Target="../media/image1346.png"/><Relationship Id="rId28" Type="http://schemas.openxmlformats.org/officeDocument/2006/relationships/image" Target="../media/image1369.png"/><Relationship Id="rId27" Type="http://schemas.openxmlformats.org/officeDocument/2006/relationships/image" Target="../media/image1356.png"/><Relationship Id="rId29" Type="http://schemas.openxmlformats.org/officeDocument/2006/relationships/image" Target="../media/image1368.png"/><Relationship Id="rId11" Type="http://schemas.openxmlformats.org/officeDocument/2006/relationships/image" Target="../media/image1336.png"/><Relationship Id="rId10" Type="http://schemas.openxmlformats.org/officeDocument/2006/relationships/image" Target="../media/image1355.png"/><Relationship Id="rId13" Type="http://schemas.openxmlformats.org/officeDocument/2006/relationships/image" Target="../media/image1335.png"/><Relationship Id="rId12" Type="http://schemas.openxmlformats.org/officeDocument/2006/relationships/image" Target="../media/image1339.png"/><Relationship Id="rId15" Type="http://schemas.openxmlformats.org/officeDocument/2006/relationships/image" Target="../media/image1340.png"/><Relationship Id="rId14" Type="http://schemas.openxmlformats.org/officeDocument/2006/relationships/image" Target="../media/image1342.png"/><Relationship Id="rId17" Type="http://schemas.openxmlformats.org/officeDocument/2006/relationships/image" Target="../media/image1349.png"/><Relationship Id="rId16" Type="http://schemas.openxmlformats.org/officeDocument/2006/relationships/image" Target="../media/image1381.png"/><Relationship Id="rId19" Type="http://schemas.openxmlformats.org/officeDocument/2006/relationships/image" Target="../media/image1365.png"/><Relationship Id="rId18" Type="http://schemas.openxmlformats.org/officeDocument/2006/relationships/image" Target="../media/image1383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372.png"/><Relationship Id="rId4" Type="http://schemas.openxmlformats.org/officeDocument/2006/relationships/image" Target="../media/image4.png"/><Relationship Id="rId9" Type="http://schemas.openxmlformats.org/officeDocument/2006/relationships/image" Target="../media/image1404.png"/><Relationship Id="rId5" Type="http://schemas.openxmlformats.org/officeDocument/2006/relationships/image" Target="../media/image19.png"/><Relationship Id="rId6" Type="http://schemas.openxmlformats.org/officeDocument/2006/relationships/image" Target="../media/image1393.png"/><Relationship Id="rId7" Type="http://schemas.openxmlformats.org/officeDocument/2006/relationships/image" Target="../media/image1332.png"/><Relationship Id="rId8" Type="http://schemas.openxmlformats.org/officeDocument/2006/relationships/image" Target="../media/image1344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378.png"/><Relationship Id="rId4" Type="http://schemas.openxmlformats.org/officeDocument/2006/relationships/image" Target="../media/image4.png"/><Relationship Id="rId9" Type="http://schemas.openxmlformats.org/officeDocument/2006/relationships/image" Target="../media/image1384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44.png"/><Relationship Id="rId8" Type="http://schemas.openxmlformats.org/officeDocument/2006/relationships/image" Target="../media/image1377.png"/><Relationship Id="rId11" Type="http://schemas.openxmlformats.org/officeDocument/2006/relationships/image" Target="../media/image1388.png"/><Relationship Id="rId10" Type="http://schemas.openxmlformats.org/officeDocument/2006/relationships/image" Target="../media/image1375.png"/><Relationship Id="rId13" Type="http://schemas.openxmlformats.org/officeDocument/2006/relationships/image" Target="../media/image1386.png"/><Relationship Id="rId12" Type="http://schemas.openxmlformats.org/officeDocument/2006/relationships/image" Target="../media/image1382.png"/><Relationship Id="rId15" Type="http://schemas.openxmlformats.org/officeDocument/2006/relationships/image" Target="../media/image1403.png"/><Relationship Id="rId14" Type="http://schemas.openxmlformats.org/officeDocument/2006/relationships/image" Target="../media/image1405.png"/><Relationship Id="rId17" Type="http://schemas.openxmlformats.org/officeDocument/2006/relationships/image" Target="../media/image1409.png"/><Relationship Id="rId16" Type="http://schemas.openxmlformats.org/officeDocument/2006/relationships/image" Target="../media/image1425.png"/><Relationship Id="rId19" Type="http://schemas.openxmlformats.org/officeDocument/2006/relationships/image" Target="../media/image1394.png"/><Relationship Id="rId18" Type="http://schemas.openxmlformats.org/officeDocument/2006/relationships/image" Target="../media/image1408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389.png"/><Relationship Id="rId4" Type="http://schemas.openxmlformats.org/officeDocument/2006/relationships/image" Target="../media/image4.png"/><Relationship Id="rId9" Type="http://schemas.openxmlformats.org/officeDocument/2006/relationships/image" Target="../media/image1384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44.png"/><Relationship Id="rId8" Type="http://schemas.openxmlformats.org/officeDocument/2006/relationships/image" Target="../media/image1395.png"/><Relationship Id="rId11" Type="http://schemas.openxmlformats.org/officeDocument/2006/relationships/image" Target="../media/image1388.png"/><Relationship Id="rId10" Type="http://schemas.openxmlformats.org/officeDocument/2006/relationships/image" Target="../media/image1400.png"/><Relationship Id="rId13" Type="http://schemas.openxmlformats.org/officeDocument/2006/relationships/image" Target="../media/image1386.png"/><Relationship Id="rId12" Type="http://schemas.openxmlformats.org/officeDocument/2006/relationships/image" Target="../media/image1382.png"/><Relationship Id="rId15" Type="http://schemas.openxmlformats.org/officeDocument/2006/relationships/image" Target="../media/image1407.png"/><Relationship Id="rId14" Type="http://schemas.openxmlformats.org/officeDocument/2006/relationships/image" Target="../media/image1405.png"/><Relationship Id="rId17" Type="http://schemas.openxmlformats.org/officeDocument/2006/relationships/image" Target="../media/image1409.png"/><Relationship Id="rId16" Type="http://schemas.openxmlformats.org/officeDocument/2006/relationships/image" Target="../media/image1425.png"/><Relationship Id="rId19" Type="http://schemas.openxmlformats.org/officeDocument/2006/relationships/image" Target="../media/image1394.png"/><Relationship Id="rId18" Type="http://schemas.openxmlformats.org/officeDocument/2006/relationships/image" Target="../media/image1408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406.png"/><Relationship Id="rId4" Type="http://schemas.openxmlformats.org/officeDocument/2006/relationships/image" Target="../media/image4.png"/><Relationship Id="rId9" Type="http://schemas.openxmlformats.org/officeDocument/2006/relationships/image" Target="../media/image1384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44.png"/><Relationship Id="rId8" Type="http://schemas.openxmlformats.org/officeDocument/2006/relationships/image" Target="../media/image1397.png"/><Relationship Id="rId11" Type="http://schemas.openxmlformats.org/officeDocument/2006/relationships/image" Target="../media/image1388.png"/><Relationship Id="rId10" Type="http://schemas.openxmlformats.org/officeDocument/2006/relationships/image" Target="../media/image1400.png"/><Relationship Id="rId13" Type="http://schemas.openxmlformats.org/officeDocument/2006/relationships/image" Target="../media/image1386.png"/><Relationship Id="rId12" Type="http://schemas.openxmlformats.org/officeDocument/2006/relationships/image" Target="../media/image1382.png"/><Relationship Id="rId15" Type="http://schemas.openxmlformats.org/officeDocument/2006/relationships/image" Target="../media/image1407.png"/><Relationship Id="rId14" Type="http://schemas.openxmlformats.org/officeDocument/2006/relationships/image" Target="../media/image1405.png"/><Relationship Id="rId17" Type="http://schemas.openxmlformats.org/officeDocument/2006/relationships/image" Target="../media/image1409.png"/><Relationship Id="rId16" Type="http://schemas.openxmlformats.org/officeDocument/2006/relationships/image" Target="../media/image1425.png"/><Relationship Id="rId19" Type="http://schemas.openxmlformats.org/officeDocument/2006/relationships/image" Target="../media/image1394.png"/><Relationship Id="rId18" Type="http://schemas.openxmlformats.org/officeDocument/2006/relationships/image" Target="../media/image1408.pn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410.png"/><Relationship Id="rId4" Type="http://schemas.openxmlformats.org/officeDocument/2006/relationships/image" Target="../media/image4.png"/><Relationship Id="rId9" Type="http://schemas.openxmlformats.org/officeDocument/2006/relationships/image" Target="../media/image1384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44.png"/><Relationship Id="rId8" Type="http://schemas.openxmlformats.org/officeDocument/2006/relationships/image" Target="../media/image1428.png"/><Relationship Id="rId11" Type="http://schemas.openxmlformats.org/officeDocument/2006/relationships/image" Target="../media/image1388.png"/><Relationship Id="rId10" Type="http://schemas.openxmlformats.org/officeDocument/2006/relationships/image" Target="../media/image1400.png"/><Relationship Id="rId13" Type="http://schemas.openxmlformats.org/officeDocument/2006/relationships/image" Target="../media/image1386.png"/><Relationship Id="rId12" Type="http://schemas.openxmlformats.org/officeDocument/2006/relationships/image" Target="../media/image1382.png"/><Relationship Id="rId15" Type="http://schemas.openxmlformats.org/officeDocument/2006/relationships/image" Target="../media/image1407.png"/><Relationship Id="rId14" Type="http://schemas.openxmlformats.org/officeDocument/2006/relationships/image" Target="../media/image1405.png"/><Relationship Id="rId17" Type="http://schemas.openxmlformats.org/officeDocument/2006/relationships/image" Target="../media/image1409.png"/><Relationship Id="rId16" Type="http://schemas.openxmlformats.org/officeDocument/2006/relationships/image" Target="../media/image1425.png"/><Relationship Id="rId19" Type="http://schemas.openxmlformats.org/officeDocument/2006/relationships/image" Target="../media/image1394.png"/><Relationship Id="rId18" Type="http://schemas.openxmlformats.org/officeDocument/2006/relationships/image" Target="../media/image1408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45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344.png"/><Relationship Id="rId8" Type="http://schemas.openxmlformats.org/officeDocument/2006/relationships/image" Target="../media/image1415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411.png"/><Relationship Id="rId4" Type="http://schemas.openxmlformats.org/officeDocument/2006/relationships/image" Target="../media/image4.png"/><Relationship Id="rId9" Type="http://schemas.openxmlformats.org/officeDocument/2006/relationships/image" Target="../media/image1445.png"/><Relationship Id="rId5" Type="http://schemas.openxmlformats.org/officeDocument/2006/relationships/image" Target="../media/image19.png"/><Relationship Id="rId6" Type="http://schemas.openxmlformats.org/officeDocument/2006/relationships/image" Target="../media/image1332.png"/><Relationship Id="rId7" Type="http://schemas.openxmlformats.org/officeDocument/2006/relationships/image" Target="../media/image1430.png"/><Relationship Id="rId8" Type="http://schemas.openxmlformats.org/officeDocument/2006/relationships/image" Target="../media/image1412.png"/><Relationship Id="rId11" Type="http://schemas.openxmlformats.org/officeDocument/2006/relationships/image" Target="../media/image1416.png"/><Relationship Id="rId10" Type="http://schemas.openxmlformats.org/officeDocument/2006/relationships/image" Target="../media/image1433.png"/><Relationship Id="rId12" Type="http://schemas.openxmlformats.org/officeDocument/2006/relationships/image" Target="../media/image1423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434.png"/><Relationship Id="rId4" Type="http://schemas.openxmlformats.org/officeDocument/2006/relationships/image" Target="../media/image4.png"/><Relationship Id="rId9" Type="http://schemas.openxmlformats.org/officeDocument/2006/relationships/image" Target="../media/image1454.png"/><Relationship Id="rId5" Type="http://schemas.openxmlformats.org/officeDocument/2006/relationships/image" Target="../media/image19.png"/><Relationship Id="rId6" Type="http://schemas.openxmlformats.org/officeDocument/2006/relationships/image" Target="../media/image1418.png"/><Relationship Id="rId7" Type="http://schemas.openxmlformats.org/officeDocument/2006/relationships/image" Target="../media/image1419.png"/><Relationship Id="rId8" Type="http://schemas.openxmlformats.org/officeDocument/2006/relationships/image" Target="../media/image1420.png"/><Relationship Id="rId11" Type="http://schemas.openxmlformats.org/officeDocument/2006/relationships/image" Target="../media/image1442.png"/><Relationship Id="rId10" Type="http://schemas.openxmlformats.org/officeDocument/2006/relationships/image" Target="../media/image1421.png"/><Relationship Id="rId13" Type="http://schemas.openxmlformats.org/officeDocument/2006/relationships/image" Target="../media/image1422.png"/><Relationship Id="rId12" Type="http://schemas.openxmlformats.org/officeDocument/2006/relationships/image" Target="../media/image1447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426.png"/><Relationship Id="rId4" Type="http://schemas.openxmlformats.org/officeDocument/2006/relationships/image" Target="../media/image4.png"/><Relationship Id="rId9" Type="http://schemas.openxmlformats.org/officeDocument/2006/relationships/image" Target="../media/image1455.png"/><Relationship Id="rId5" Type="http://schemas.openxmlformats.org/officeDocument/2006/relationships/image" Target="../media/image19.png"/><Relationship Id="rId6" Type="http://schemas.openxmlformats.org/officeDocument/2006/relationships/image" Target="../media/image1424.png"/><Relationship Id="rId7" Type="http://schemas.openxmlformats.org/officeDocument/2006/relationships/image" Target="../media/image1468.png"/><Relationship Id="rId8" Type="http://schemas.openxmlformats.org/officeDocument/2006/relationships/image" Target="../media/image1429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427.png"/><Relationship Id="rId4" Type="http://schemas.openxmlformats.org/officeDocument/2006/relationships/image" Target="../media/image4.png"/><Relationship Id="rId9" Type="http://schemas.openxmlformats.org/officeDocument/2006/relationships/image" Target="../media/image1435.png"/><Relationship Id="rId5" Type="http://schemas.openxmlformats.org/officeDocument/2006/relationships/image" Target="../media/image19.png"/><Relationship Id="rId6" Type="http://schemas.openxmlformats.org/officeDocument/2006/relationships/image" Target="../media/image1432.png"/><Relationship Id="rId7" Type="http://schemas.openxmlformats.org/officeDocument/2006/relationships/image" Target="../media/image1431.png"/><Relationship Id="rId8" Type="http://schemas.openxmlformats.org/officeDocument/2006/relationships/image" Target="../media/image1436.png"/><Relationship Id="rId20" Type="http://schemas.openxmlformats.org/officeDocument/2006/relationships/image" Target="../media/image1459.png"/><Relationship Id="rId22" Type="http://schemas.openxmlformats.org/officeDocument/2006/relationships/image" Target="../media/image1451.png"/><Relationship Id="rId21" Type="http://schemas.openxmlformats.org/officeDocument/2006/relationships/image" Target="../media/image1457.png"/><Relationship Id="rId11" Type="http://schemas.openxmlformats.org/officeDocument/2006/relationships/image" Target="../media/image1458.png"/><Relationship Id="rId10" Type="http://schemas.openxmlformats.org/officeDocument/2006/relationships/image" Target="../media/image1437.png"/><Relationship Id="rId13" Type="http://schemas.openxmlformats.org/officeDocument/2006/relationships/image" Target="../media/image1440.png"/><Relationship Id="rId12" Type="http://schemas.openxmlformats.org/officeDocument/2006/relationships/image" Target="../media/image1444.png"/><Relationship Id="rId15" Type="http://schemas.openxmlformats.org/officeDocument/2006/relationships/image" Target="../media/image1443.png"/><Relationship Id="rId14" Type="http://schemas.openxmlformats.org/officeDocument/2006/relationships/image" Target="../media/image1470.png"/><Relationship Id="rId17" Type="http://schemas.openxmlformats.org/officeDocument/2006/relationships/image" Target="../media/image1471.png"/><Relationship Id="rId16" Type="http://schemas.openxmlformats.org/officeDocument/2006/relationships/image" Target="../media/image1439.png"/><Relationship Id="rId19" Type="http://schemas.openxmlformats.org/officeDocument/2006/relationships/image" Target="../media/image1441.png"/><Relationship Id="rId18" Type="http://schemas.openxmlformats.org/officeDocument/2006/relationships/image" Target="../media/image1438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44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465.png"/><Relationship Id="rId7" Type="http://schemas.openxmlformats.org/officeDocument/2006/relationships/image" Target="../media/image1449.png"/><Relationship Id="rId8" Type="http://schemas.openxmlformats.org/officeDocument/2006/relationships/image" Target="../media/image1450.pn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45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460.png"/><Relationship Id="rId7" Type="http://schemas.openxmlformats.org/officeDocument/2006/relationships/image" Target="../media/image1469.png"/><Relationship Id="rId8" Type="http://schemas.openxmlformats.org/officeDocument/2006/relationships/image" Target="../media/image788.png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145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475.png"/><Relationship Id="rId7" Type="http://schemas.openxmlformats.org/officeDocument/2006/relationships/image" Target="../media/image1464.png"/><Relationship Id="rId8" Type="http://schemas.openxmlformats.org/officeDocument/2006/relationships/image" Target="../media/image788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480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462.png"/><Relationship Id="rId7" Type="http://schemas.openxmlformats.org/officeDocument/2006/relationships/image" Target="../media/image1467.png"/><Relationship Id="rId8" Type="http://schemas.openxmlformats.org/officeDocument/2006/relationships/image" Target="../media/image788.png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47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461.png"/><Relationship Id="rId7" Type="http://schemas.openxmlformats.org/officeDocument/2006/relationships/image" Target="../media/image1463.png"/><Relationship Id="rId8" Type="http://schemas.openxmlformats.org/officeDocument/2006/relationships/image" Target="../media/image1479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466.png"/><Relationship Id="rId4" Type="http://schemas.openxmlformats.org/officeDocument/2006/relationships/image" Target="../media/image1477.png"/><Relationship Id="rId5" Type="http://schemas.openxmlformats.org/officeDocument/2006/relationships/image" Target="../media/image1478.jpg"/><Relationship Id="rId6" Type="http://schemas.openxmlformats.org/officeDocument/2006/relationships/image" Target="../media/image1481.png"/><Relationship Id="rId7" Type="http://schemas.openxmlformats.org/officeDocument/2006/relationships/image" Target="../media/image1472.pn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473.png"/><Relationship Id="rId4" Type="http://schemas.openxmlformats.org/officeDocument/2006/relationships/image" Target="../media/image14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"/>
          <p:cNvGrpSpPr/>
          <p:nvPr/>
        </p:nvGrpSpPr>
        <p:grpSpPr>
          <a:xfrm>
            <a:off x="0" y="0"/>
            <a:ext cx="9902952" cy="6858000"/>
            <a:chOff x="0" y="0"/>
            <a:chExt cx="9902952" cy="6858000"/>
          </a:xfrm>
        </p:grpSpPr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902952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1"/>
            <p:cNvSpPr/>
            <p:nvPr/>
          </p:nvSpPr>
          <p:spPr>
            <a:xfrm>
              <a:off x="449580" y="449580"/>
              <a:ext cx="1282065" cy="198120"/>
            </a:xfrm>
            <a:custGeom>
              <a:rect b="b" l="l" r="r" t="t"/>
              <a:pathLst>
                <a:path extrusionOk="0" h="198120" w="1282064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extrusionOk="0" h="198120" w="1282064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extrusionOk="0" h="198120" w="1282064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extrusionOk="0" h="198120" w="1282064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extrusionOk="0" h="198120" w="1282064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extrusionOk="0" h="198120" w="1282064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extrusionOk="0" h="198120" w="1282064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extrusionOk="0" h="198120" w="1282064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extrusionOk="0" h="198120" w="1282064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extrusionOk="0" h="198120" w="1282064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extrusionOk="0" h="198120" w="1282064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extrusionOk="0" h="198120" w="1282064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extrusionOk="0" h="198120" w="1282064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extrusionOk="0" h="198120" w="1282064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extrusionOk="0" h="198120" w="1282064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extrusionOk="0" h="198120" w="1282064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extrusionOk="0" h="198120" w="1282064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extrusionOk="0" h="198120" w="1282064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extrusionOk="0" h="198120" w="1282064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extrusionOk="0" h="198120" w="1282064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" name="Google Shape;4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65676" y="6141720"/>
              <a:ext cx="1371600" cy="4495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9995" y="1865376"/>
              <a:ext cx="2815590" cy="2042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9075" y="4386046"/>
              <a:ext cx="3729990" cy="3055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1"/>
            <p:cNvSpPr/>
            <p:nvPr/>
          </p:nvSpPr>
          <p:spPr>
            <a:xfrm>
              <a:off x="723900" y="4319015"/>
              <a:ext cx="55244" cy="361315"/>
            </a:xfrm>
            <a:custGeom>
              <a:rect b="b" l="l" r="r" t="t"/>
              <a:pathLst>
                <a:path extrusionOk="0" h="361314" w="55245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6212" y="6524434"/>
            <a:ext cx="3725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8324" y="2630411"/>
            <a:ext cx="6735318" cy="1000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0224" y="3971518"/>
            <a:ext cx="3271266" cy="269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7844" y="2110689"/>
            <a:ext cx="1130045" cy="25227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719327" y="2092451"/>
            <a:ext cx="70485" cy="1408430"/>
          </a:xfrm>
          <a:custGeom>
            <a:rect b="b" l="l" r="r" t="t"/>
            <a:pathLst>
              <a:path extrusionOk="0" h="1408429" w="70484">
                <a:moveTo>
                  <a:pt x="70103" y="0"/>
                </a:moveTo>
                <a:lnTo>
                  <a:pt x="0" y="0"/>
                </a:lnTo>
                <a:lnTo>
                  <a:pt x="0" y="1408176"/>
                </a:lnTo>
                <a:lnTo>
                  <a:pt x="70103" y="1408176"/>
                </a:lnTo>
                <a:lnTo>
                  <a:pt x="70103" y="0"/>
                </a:lnTo>
                <a:close/>
              </a:path>
            </a:pathLst>
          </a:custGeom>
          <a:solidFill>
            <a:srgbClr val="1328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19327" y="3933444"/>
            <a:ext cx="70485" cy="288290"/>
          </a:xfrm>
          <a:custGeom>
            <a:rect b="b" l="l" r="r" t="t"/>
            <a:pathLst>
              <a:path extrusionOk="0" h="288289" w="70484">
                <a:moveTo>
                  <a:pt x="70103" y="0"/>
                </a:moveTo>
                <a:lnTo>
                  <a:pt x="0" y="0"/>
                </a:lnTo>
                <a:lnTo>
                  <a:pt x="0" y="288035"/>
                </a:lnTo>
                <a:lnTo>
                  <a:pt x="70103" y="288035"/>
                </a:lnTo>
                <a:lnTo>
                  <a:pt x="70103" y="0"/>
                </a:lnTo>
                <a:close/>
              </a:path>
            </a:pathLst>
          </a:custGeom>
          <a:solidFill>
            <a:srgbClr val="1328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6212" y="6524434"/>
            <a:ext cx="3725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69257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" name="Google Shape;73;p3"/>
          <p:cNvGrpSpPr/>
          <p:nvPr/>
        </p:nvGrpSpPr>
        <p:grpSpPr>
          <a:xfrm>
            <a:off x="712469" y="1619250"/>
            <a:ext cx="8629015" cy="993775"/>
            <a:chOff x="712469" y="1619250"/>
            <a:chExt cx="8629015" cy="993775"/>
          </a:xfrm>
        </p:grpSpPr>
        <p:sp>
          <p:nvSpPr>
            <p:cNvPr id="74" name="Google Shape;74;p3"/>
            <p:cNvSpPr/>
            <p:nvPr/>
          </p:nvSpPr>
          <p:spPr>
            <a:xfrm>
              <a:off x="712469" y="1619250"/>
              <a:ext cx="8629015" cy="993775"/>
            </a:xfrm>
            <a:custGeom>
              <a:rect b="b" l="l" r="r" t="t"/>
              <a:pathLst>
                <a:path extrusionOk="0" h="993775" w="8629015">
                  <a:moveTo>
                    <a:pt x="0" y="993648"/>
                  </a:moveTo>
                  <a:lnTo>
                    <a:pt x="8628888" y="993648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993648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7151" y="1796796"/>
              <a:ext cx="8266942" cy="4594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755" y="1335024"/>
            <a:ext cx="1448562" cy="1805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3"/>
          <p:cNvGrpSpPr/>
          <p:nvPr/>
        </p:nvGrpSpPr>
        <p:grpSpPr>
          <a:xfrm>
            <a:off x="441959" y="1287780"/>
            <a:ext cx="215265" cy="234950"/>
            <a:chOff x="441959" y="1287780"/>
            <a:chExt cx="215265" cy="234950"/>
          </a:xfrm>
        </p:grpSpPr>
        <p:pic>
          <p:nvPicPr>
            <p:cNvPr id="78" name="Google Shape;78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1959" y="1287780"/>
              <a:ext cx="214884" cy="234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3"/>
            <p:cNvSpPr/>
            <p:nvPr/>
          </p:nvSpPr>
          <p:spPr>
            <a:xfrm>
              <a:off x="441959" y="1287780"/>
              <a:ext cx="215265" cy="234950"/>
            </a:xfrm>
            <a:custGeom>
              <a:rect b="b" l="l" r="r" t="t"/>
              <a:pathLst>
                <a:path extrusionOk="0" h="234950" w="215265">
                  <a:moveTo>
                    <a:pt x="0" y="82550"/>
                  </a:moveTo>
                  <a:lnTo>
                    <a:pt x="23990" y="40512"/>
                  </a:lnTo>
                  <a:lnTo>
                    <a:pt x="83451" y="5715"/>
                  </a:lnTo>
                  <a:lnTo>
                    <a:pt x="107442" y="0"/>
                  </a:lnTo>
                  <a:lnTo>
                    <a:pt x="120224" y="1428"/>
                  </a:lnTo>
                  <a:lnTo>
                    <a:pt x="190893" y="40512"/>
                  </a:lnTo>
                  <a:lnTo>
                    <a:pt x="214884" y="82550"/>
                  </a:lnTo>
                  <a:lnTo>
                    <a:pt x="214884" y="152146"/>
                  </a:lnTo>
                  <a:lnTo>
                    <a:pt x="190893" y="194183"/>
                  </a:lnTo>
                  <a:lnTo>
                    <a:pt x="131432" y="228854"/>
                  </a:lnTo>
                  <a:lnTo>
                    <a:pt x="107442" y="234664"/>
                  </a:lnTo>
                  <a:lnTo>
                    <a:pt x="94659" y="233211"/>
                  </a:lnTo>
                  <a:lnTo>
                    <a:pt x="23990" y="194183"/>
                  </a:lnTo>
                  <a:lnTo>
                    <a:pt x="0" y="152146"/>
                  </a:lnTo>
                  <a:lnTo>
                    <a:pt x="0" y="82550"/>
                  </a:lnTo>
                  <a:close/>
                </a:path>
              </a:pathLst>
            </a:custGeom>
            <a:noFill/>
            <a:ln cap="flat" cmpd="sng" w="76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0" name="Google Shape;8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7804" y="2900172"/>
            <a:ext cx="1341882" cy="1790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3"/>
          <p:cNvGrpSpPr/>
          <p:nvPr/>
        </p:nvGrpSpPr>
        <p:grpSpPr>
          <a:xfrm>
            <a:off x="445008" y="2852927"/>
            <a:ext cx="8892286" cy="1705102"/>
            <a:chOff x="445008" y="2852927"/>
            <a:chExt cx="8892286" cy="1705102"/>
          </a:xfrm>
        </p:grpSpPr>
        <p:pic>
          <p:nvPicPr>
            <p:cNvPr id="82" name="Google Shape;82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45008" y="2852927"/>
              <a:ext cx="214884" cy="233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3"/>
            <p:cNvSpPr/>
            <p:nvPr/>
          </p:nvSpPr>
          <p:spPr>
            <a:xfrm>
              <a:off x="445008" y="2852927"/>
              <a:ext cx="215265" cy="233679"/>
            </a:xfrm>
            <a:custGeom>
              <a:rect b="b" l="l" r="r" t="t"/>
              <a:pathLst>
                <a:path extrusionOk="0" h="233680" w="215265">
                  <a:moveTo>
                    <a:pt x="0" y="82042"/>
                  </a:moveTo>
                  <a:lnTo>
                    <a:pt x="23990" y="40259"/>
                  </a:lnTo>
                  <a:lnTo>
                    <a:pt x="83451" y="5714"/>
                  </a:lnTo>
                  <a:lnTo>
                    <a:pt x="107442" y="0"/>
                  </a:lnTo>
                  <a:lnTo>
                    <a:pt x="120224" y="1428"/>
                  </a:lnTo>
                  <a:lnTo>
                    <a:pt x="190893" y="40259"/>
                  </a:lnTo>
                  <a:lnTo>
                    <a:pt x="214884" y="82042"/>
                  </a:lnTo>
                  <a:lnTo>
                    <a:pt x="214884" y="151130"/>
                  </a:lnTo>
                  <a:lnTo>
                    <a:pt x="190893" y="192912"/>
                  </a:lnTo>
                  <a:lnTo>
                    <a:pt x="131432" y="227457"/>
                  </a:lnTo>
                  <a:lnTo>
                    <a:pt x="107442" y="233172"/>
                  </a:lnTo>
                  <a:lnTo>
                    <a:pt x="94659" y="231743"/>
                  </a:lnTo>
                  <a:lnTo>
                    <a:pt x="23990" y="192912"/>
                  </a:lnTo>
                  <a:lnTo>
                    <a:pt x="0" y="151130"/>
                  </a:lnTo>
                  <a:lnTo>
                    <a:pt x="0" y="82042"/>
                  </a:lnTo>
                  <a:close/>
                </a:path>
              </a:pathLst>
            </a:custGeom>
            <a:noFill/>
            <a:ln cap="flat" cmpd="sng" w="76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706374" y="3158489"/>
              <a:ext cx="8630920" cy="1399540"/>
            </a:xfrm>
            <a:custGeom>
              <a:rect b="b" l="l" r="r" t="t"/>
              <a:pathLst>
                <a:path extrusionOk="0" h="1399539" w="8630920">
                  <a:moveTo>
                    <a:pt x="0" y="1399031"/>
                  </a:moveTo>
                  <a:lnTo>
                    <a:pt x="8630412" y="1399031"/>
                  </a:lnTo>
                  <a:lnTo>
                    <a:pt x="8630412" y="0"/>
                  </a:lnTo>
                  <a:lnTo>
                    <a:pt x="0" y="0"/>
                  </a:lnTo>
                  <a:lnTo>
                    <a:pt x="0" y="1399031"/>
                  </a:lnTo>
                  <a:close/>
                </a:path>
              </a:pathLst>
            </a:custGeom>
            <a:noFill/>
            <a:ln cap="flat" cmpd="sng" w="19800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" name="Google Shape;85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58012" y="3334499"/>
              <a:ext cx="2727198" cy="10599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3"/>
          <p:cNvSpPr txBox="1"/>
          <p:nvPr>
            <p:ph type="title"/>
          </p:nvPr>
        </p:nvSpPr>
        <p:spPr>
          <a:xfrm>
            <a:off x="437184" y="430784"/>
            <a:ext cx="270383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E8E"/>
                </a:solidFill>
                <a:latin typeface="Arial"/>
                <a:ea typeface="Arial"/>
                <a:cs typeface="Arial"/>
                <a:sym typeface="Arial"/>
              </a:rPr>
              <a:t>Chapter Description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616452" y="630936"/>
            <a:ext cx="5833110" cy="0"/>
          </a:xfrm>
          <a:custGeom>
            <a:rect b="b" l="l" r="r" t="t"/>
            <a:pathLst>
              <a:path extrusionOk="0" h="120000" w="5833109">
                <a:moveTo>
                  <a:pt x="0" y="0"/>
                </a:moveTo>
                <a:lnTo>
                  <a:pt x="5832602" y="0"/>
                </a:lnTo>
              </a:path>
            </a:pathLst>
          </a:custGeom>
          <a:noFill/>
          <a:ln cap="flat" cmpd="sng" w="12175">
            <a:solidFill>
              <a:srgbClr val="132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7728" y="6524434"/>
            <a:ext cx="4183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116541"/>
            <a:ext cx="2090165" cy="39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695955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66444" y="3790188"/>
            <a:ext cx="2219706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1062227" y="3727703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1203" y="4189476"/>
            <a:ext cx="1325118" cy="18211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062227" y="4139184"/>
            <a:ext cx="36830" cy="253365"/>
          </a:xfrm>
          <a:custGeom>
            <a:rect b="b" l="l" r="r" t="t"/>
            <a:pathLst>
              <a:path extrusionOk="0" h="253364" w="36830">
                <a:moveTo>
                  <a:pt x="36575" y="0"/>
                </a:moveTo>
                <a:lnTo>
                  <a:pt x="0" y="0"/>
                </a:lnTo>
                <a:lnTo>
                  <a:pt x="0" y="252983"/>
                </a:lnTo>
                <a:lnTo>
                  <a:pt x="36575" y="252983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1203" y="4600905"/>
            <a:ext cx="1639062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1062227" y="4552188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1203" y="5013896"/>
            <a:ext cx="2777490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1062227" y="4963667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62227" y="5376671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51203" y="5425440"/>
            <a:ext cx="1367790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1062227" y="5788152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51203" y="5836920"/>
            <a:ext cx="764298" cy="2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6604" y="6524434"/>
            <a:ext cx="3533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>
            <p:ph type="title"/>
          </p:nvPr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7" y="1446237"/>
            <a:ext cx="1564386" cy="299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1" y="1937004"/>
            <a:ext cx="1520190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183" y="2321039"/>
            <a:ext cx="8430006" cy="95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53740" y="4005071"/>
            <a:ext cx="3326891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3213354" y="5766003"/>
            <a:ext cx="66865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Social Media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383026" y="4613528"/>
            <a:ext cx="30416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Video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503165" y="5766003"/>
            <a:ext cx="68643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Location Info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097651" y="5766003"/>
            <a:ext cx="31750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Posts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636389" y="4613528"/>
            <a:ext cx="32258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Music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932678" y="4613528"/>
            <a:ext cx="476884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749295" y="3668267"/>
            <a:ext cx="4186554" cy="2466340"/>
          </a:xfrm>
          <a:custGeom>
            <a:rect b="b" l="l" r="r" t="t"/>
            <a:pathLst>
              <a:path extrusionOk="0" h="2466340" w="4186554">
                <a:moveTo>
                  <a:pt x="0" y="2465831"/>
                </a:moveTo>
                <a:lnTo>
                  <a:pt x="4186428" y="2465831"/>
                </a:lnTo>
                <a:lnTo>
                  <a:pt x="4186428" y="0"/>
                </a:lnTo>
                <a:lnTo>
                  <a:pt x="0" y="0"/>
                </a:lnTo>
                <a:lnTo>
                  <a:pt x="0" y="2465831"/>
                </a:lnTo>
                <a:close/>
              </a:path>
            </a:pathLst>
          </a:custGeom>
          <a:noFill/>
          <a:ln cap="flat" cmpd="sng" w="121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263009" y="3534232"/>
            <a:ext cx="131000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Unstructured Data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6212" y="6524434"/>
            <a:ext cx="3725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>
            <p:ph type="title"/>
          </p:nvPr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565909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183" y="1903476"/>
            <a:ext cx="8468106" cy="125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3178301" y="3934205"/>
            <a:ext cx="1751330" cy="969644"/>
          </a:xfrm>
          <a:prstGeom prst="rect">
            <a:avLst/>
          </a:prstGeom>
          <a:solidFill>
            <a:srgbClr val="DEEBF7"/>
          </a:solidFill>
          <a:ln cap="flat" cmpd="sng" w="19800">
            <a:solidFill>
              <a:srgbClr val="1329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5400" lvl="0" marL="317500" marR="31432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99F"/>
                </a:solidFill>
                <a:latin typeface="Tahoma"/>
                <a:ea typeface="Tahoma"/>
                <a:cs typeface="Tahoma"/>
                <a:sym typeface="Tahoma"/>
              </a:rPr>
              <a:t>Finding pattern in  unstructured data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5110734" y="3934205"/>
            <a:ext cx="1751330" cy="969644"/>
          </a:xfrm>
          <a:prstGeom prst="rect">
            <a:avLst/>
          </a:prstGeom>
          <a:solidFill>
            <a:srgbClr val="FAE4D5"/>
          </a:solidFill>
          <a:ln cap="flat" cmpd="sng" w="19800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25400" lvl="0" marL="317500" marR="31432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C7C30"/>
                </a:solidFill>
                <a:latin typeface="Tahoma"/>
                <a:ea typeface="Tahoma"/>
                <a:cs typeface="Tahoma"/>
                <a:sym typeface="Tahoma"/>
              </a:rPr>
              <a:t>Finding pattern in  unstructured data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796028" y="5052059"/>
            <a:ext cx="477520" cy="353695"/>
          </a:xfrm>
          <a:custGeom>
            <a:rect b="b" l="l" r="r" t="t"/>
            <a:pathLst>
              <a:path extrusionOk="0" h="353695" w="477520">
                <a:moveTo>
                  <a:pt x="357759" y="0"/>
                </a:moveTo>
                <a:lnTo>
                  <a:pt x="119252" y="0"/>
                </a:lnTo>
                <a:lnTo>
                  <a:pt x="119252" y="176783"/>
                </a:lnTo>
                <a:lnTo>
                  <a:pt x="0" y="176783"/>
                </a:lnTo>
                <a:lnTo>
                  <a:pt x="238506" y="353567"/>
                </a:lnTo>
                <a:lnTo>
                  <a:pt x="477012" y="176783"/>
                </a:lnTo>
                <a:lnTo>
                  <a:pt x="357759" y="176783"/>
                </a:lnTo>
                <a:lnTo>
                  <a:pt x="357759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3928617" y="5480710"/>
            <a:ext cx="221043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66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data mining, text analysis,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non-standard language analysis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3832" y="6524434"/>
            <a:ext cx="3725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>
            <p:ph type="title"/>
          </p:nvPr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12242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183" y="1903450"/>
            <a:ext cx="8023098" cy="459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7"/>
          <p:cNvGrpSpPr/>
          <p:nvPr/>
        </p:nvGrpSpPr>
        <p:grpSpPr>
          <a:xfrm>
            <a:off x="1674876" y="3505200"/>
            <a:ext cx="1295400" cy="944880"/>
            <a:chOff x="1674876" y="3505200"/>
            <a:chExt cx="1295400" cy="944880"/>
          </a:xfrm>
        </p:grpSpPr>
        <p:sp>
          <p:nvSpPr>
            <p:cNvPr id="162" name="Google Shape;162;p7"/>
            <p:cNvSpPr/>
            <p:nvPr/>
          </p:nvSpPr>
          <p:spPr>
            <a:xfrm>
              <a:off x="1674876" y="3505200"/>
              <a:ext cx="1295400" cy="944880"/>
            </a:xfrm>
            <a:custGeom>
              <a:rect b="b" l="l" r="r" t="t"/>
              <a:pathLst>
                <a:path extrusionOk="0" h="944879" w="1295400">
                  <a:moveTo>
                    <a:pt x="1295400" y="0"/>
                  </a:moveTo>
                  <a:lnTo>
                    <a:pt x="0" y="0"/>
                  </a:lnTo>
                  <a:lnTo>
                    <a:pt x="0" y="472439"/>
                  </a:lnTo>
                  <a:lnTo>
                    <a:pt x="647700" y="944880"/>
                  </a:lnTo>
                  <a:lnTo>
                    <a:pt x="1295400" y="472439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674876" y="3505200"/>
              <a:ext cx="1295400" cy="944880"/>
            </a:xfrm>
            <a:custGeom>
              <a:rect b="b" l="l" r="r" t="t"/>
              <a:pathLst>
                <a:path extrusionOk="0" h="944879" w="1295400">
                  <a:moveTo>
                    <a:pt x="1295400" y="0"/>
                  </a:moveTo>
                  <a:lnTo>
                    <a:pt x="1295400" y="472439"/>
                  </a:lnTo>
                  <a:lnTo>
                    <a:pt x="647700" y="944880"/>
                  </a:lnTo>
                  <a:lnTo>
                    <a:pt x="0" y="472439"/>
                  </a:lnTo>
                  <a:lnTo>
                    <a:pt x="0" y="0"/>
                  </a:lnTo>
                  <a:lnTo>
                    <a:pt x="129540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EC7C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7"/>
          <p:cNvSpPr txBox="1"/>
          <p:nvPr/>
        </p:nvSpPr>
        <p:spPr>
          <a:xfrm>
            <a:off x="1900808" y="3552825"/>
            <a:ext cx="8445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 &amp;  Preprocessing</a:t>
            </a:r>
            <a:endParaRPr/>
          </a:p>
        </p:txBody>
      </p:sp>
      <p:grpSp>
        <p:nvGrpSpPr>
          <p:cNvPr id="165" name="Google Shape;165;p7"/>
          <p:cNvGrpSpPr/>
          <p:nvPr/>
        </p:nvGrpSpPr>
        <p:grpSpPr>
          <a:xfrm>
            <a:off x="4059935" y="3499103"/>
            <a:ext cx="3692652" cy="946785"/>
            <a:chOff x="4059935" y="3499103"/>
            <a:chExt cx="3692652" cy="946785"/>
          </a:xfrm>
        </p:grpSpPr>
        <p:sp>
          <p:nvSpPr>
            <p:cNvPr id="166" name="Google Shape;166;p7"/>
            <p:cNvSpPr/>
            <p:nvPr/>
          </p:nvSpPr>
          <p:spPr>
            <a:xfrm>
              <a:off x="4059935" y="3499103"/>
              <a:ext cx="1295400" cy="946785"/>
            </a:xfrm>
            <a:custGeom>
              <a:rect b="b" l="l" r="r" t="t"/>
              <a:pathLst>
                <a:path extrusionOk="0" h="946785" w="1295400">
                  <a:moveTo>
                    <a:pt x="1295400" y="0"/>
                  </a:moveTo>
                  <a:lnTo>
                    <a:pt x="0" y="0"/>
                  </a:lnTo>
                  <a:lnTo>
                    <a:pt x="0" y="473202"/>
                  </a:lnTo>
                  <a:lnTo>
                    <a:pt x="647700" y="946404"/>
                  </a:lnTo>
                  <a:lnTo>
                    <a:pt x="1295400" y="473202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4059935" y="3499103"/>
              <a:ext cx="1295400" cy="946785"/>
            </a:xfrm>
            <a:custGeom>
              <a:rect b="b" l="l" r="r" t="t"/>
              <a:pathLst>
                <a:path extrusionOk="0" h="946785" w="1295400">
                  <a:moveTo>
                    <a:pt x="1295400" y="0"/>
                  </a:moveTo>
                  <a:lnTo>
                    <a:pt x="1295400" y="473202"/>
                  </a:lnTo>
                  <a:lnTo>
                    <a:pt x="647700" y="946404"/>
                  </a:lnTo>
                  <a:lnTo>
                    <a:pt x="0" y="473202"/>
                  </a:lnTo>
                  <a:lnTo>
                    <a:pt x="0" y="0"/>
                  </a:lnTo>
                  <a:lnTo>
                    <a:pt x="129540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EC7C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6457187" y="3499103"/>
              <a:ext cx="1295400" cy="946785"/>
            </a:xfrm>
            <a:custGeom>
              <a:rect b="b" l="l" r="r" t="t"/>
              <a:pathLst>
                <a:path extrusionOk="0" h="946785" w="1295400">
                  <a:moveTo>
                    <a:pt x="1295400" y="0"/>
                  </a:moveTo>
                  <a:lnTo>
                    <a:pt x="0" y="0"/>
                  </a:lnTo>
                  <a:lnTo>
                    <a:pt x="0" y="473202"/>
                  </a:lnTo>
                  <a:lnTo>
                    <a:pt x="647700" y="946404"/>
                  </a:lnTo>
                  <a:lnTo>
                    <a:pt x="1295400" y="473202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6457187" y="3499103"/>
              <a:ext cx="1295400" cy="946785"/>
            </a:xfrm>
            <a:custGeom>
              <a:rect b="b" l="l" r="r" t="t"/>
              <a:pathLst>
                <a:path extrusionOk="0" h="946785" w="1295400">
                  <a:moveTo>
                    <a:pt x="1295400" y="0"/>
                  </a:moveTo>
                  <a:lnTo>
                    <a:pt x="1295400" y="473202"/>
                  </a:lnTo>
                  <a:lnTo>
                    <a:pt x="647700" y="946404"/>
                  </a:lnTo>
                  <a:lnTo>
                    <a:pt x="0" y="473202"/>
                  </a:lnTo>
                  <a:lnTo>
                    <a:pt x="0" y="0"/>
                  </a:lnTo>
                  <a:lnTo>
                    <a:pt x="129540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EC7C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7"/>
          <p:cNvSpPr txBox="1"/>
          <p:nvPr/>
        </p:nvSpPr>
        <p:spPr>
          <a:xfrm>
            <a:off x="6540757" y="3483200"/>
            <a:ext cx="864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 &amp;  Evaluation</a:t>
            </a:r>
            <a:endParaRPr/>
          </a:p>
        </p:txBody>
      </p:sp>
      <p:grpSp>
        <p:nvGrpSpPr>
          <p:cNvPr id="171" name="Google Shape;171;p7"/>
          <p:cNvGrpSpPr/>
          <p:nvPr/>
        </p:nvGrpSpPr>
        <p:grpSpPr>
          <a:xfrm>
            <a:off x="882396" y="4445507"/>
            <a:ext cx="6259830" cy="788290"/>
            <a:chOff x="882396" y="4445507"/>
            <a:chExt cx="6259830" cy="788290"/>
          </a:xfrm>
        </p:grpSpPr>
        <p:sp>
          <p:nvSpPr>
            <p:cNvPr id="172" name="Google Shape;172;p7"/>
            <p:cNvSpPr/>
            <p:nvPr/>
          </p:nvSpPr>
          <p:spPr>
            <a:xfrm>
              <a:off x="2276856" y="4450080"/>
              <a:ext cx="76200" cy="530860"/>
            </a:xfrm>
            <a:custGeom>
              <a:rect b="b" l="l" r="r" t="t"/>
              <a:pathLst>
                <a:path extrusionOk="0" h="530860" w="76200">
                  <a:moveTo>
                    <a:pt x="31750" y="454279"/>
                  </a:moveTo>
                  <a:lnTo>
                    <a:pt x="0" y="454279"/>
                  </a:lnTo>
                  <a:lnTo>
                    <a:pt x="38100" y="530479"/>
                  </a:lnTo>
                  <a:lnTo>
                    <a:pt x="69850" y="466979"/>
                  </a:lnTo>
                  <a:lnTo>
                    <a:pt x="31750" y="466979"/>
                  </a:lnTo>
                  <a:lnTo>
                    <a:pt x="31750" y="454279"/>
                  </a:lnTo>
                  <a:close/>
                </a:path>
                <a:path extrusionOk="0" h="530860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466979"/>
                  </a:lnTo>
                  <a:lnTo>
                    <a:pt x="44450" y="466979"/>
                  </a:lnTo>
                  <a:lnTo>
                    <a:pt x="44450" y="0"/>
                  </a:lnTo>
                  <a:close/>
                </a:path>
                <a:path extrusionOk="0" h="530860" w="76200">
                  <a:moveTo>
                    <a:pt x="76200" y="454279"/>
                  </a:moveTo>
                  <a:lnTo>
                    <a:pt x="44450" y="454279"/>
                  </a:lnTo>
                  <a:lnTo>
                    <a:pt x="44450" y="466979"/>
                  </a:lnTo>
                  <a:lnTo>
                    <a:pt x="69850" y="466979"/>
                  </a:lnTo>
                  <a:lnTo>
                    <a:pt x="76200" y="4542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882396" y="4728972"/>
              <a:ext cx="864235" cy="504825"/>
            </a:xfrm>
            <a:custGeom>
              <a:rect b="b" l="l" r="r" t="t"/>
              <a:pathLst>
                <a:path extrusionOk="0" h="504825" w="864235">
                  <a:moveTo>
                    <a:pt x="780034" y="0"/>
                  </a:moveTo>
                  <a:lnTo>
                    <a:pt x="84073" y="0"/>
                  </a:lnTo>
                  <a:lnTo>
                    <a:pt x="51349" y="6600"/>
                  </a:lnTo>
                  <a:lnTo>
                    <a:pt x="24625" y="24606"/>
                  </a:lnTo>
                  <a:lnTo>
                    <a:pt x="6607" y="51327"/>
                  </a:lnTo>
                  <a:lnTo>
                    <a:pt x="0" y="84073"/>
                  </a:lnTo>
                  <a:lnTo>
                    <a:pt x="0" y="420369"/>
                  </a:lnTo>
                  <a:lnTo>
                    <a:pt x="6607" y="453116"/>
                  </a:lnTo>
                  <a:lnTo>
                    <a:pt x="24625" y="479837"/>
                  </a:lnTo>
                  <a:lnTo>
                    <a:pt x="51349" y="497843"/>
                  </a:lnTo>
                  <a:lnTo>
                    <a:pt x="84073" y="504443"/>
                  </a:lnTo>
                  <a:lnTo>
                    <a:pt x="780034" y="504443"/>
                  </a:lnTo>
                  <a:lnTo>
                    <a:pt x="812780" y="497843"/>
                  </a:lnTo>
                  <a:lnTo>
                    <a:pt x="839501" y="479837"/>
                  </a:lnTo>
                  <a:lnTo>
                    <a:pt x="857507" y="453116"/>
                  </a:lnTo>
                  <a:lnTo>
                    <a:pt x="864108" y="420369"/>
                  </a:lnTo>
                  <a:lnTo>
                    <a:pt x="864108" y="84073"/>
                  </a:lnTo>
                  <a:lnTo>
                    <a:pt x="857507" y="51327"/>
                  </a:lnTo>
                  <a:lnTo>
                    <a:pt x="839501" y="24606"/>
                  </a:lnTo>
                  <a:lnTo>
                    <a:pt x="812780" y="6600"/>
                  </a:lnTo>
                  <a:lnTo>
                    <a:pt x="78003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882396" y="4728972"/>
              <a:ext cx="864235" cy="504825"/>
            </a:xfrm>
            <a:custGeom>
              <a:rect b="b" l="l" r="r" t="t"/>
              <a:pathLst>
                <a:path extrusionOk="0" h="504825" w="864235">
                  <a:moveTo>
                    <a:pt x="0" y="84073"/>
                  </a:moveTo>
                  <a:lnTo>
                    <a:pt x="6607" y="51327"/>
                  </a:lnTo>
                  <a:lnTo>
                    <a:pt x="24625" y="24606"/>
                  </a:lnTo>
                  <a:lnTo>
                    <a:pt x="51349" y="6600"/>
                  </a:lnTo>
                  <a:lnTo>
                    <a:pt x="84073" y="0"/>
                  </a:lnTo>
                  <a:lnTo>
                    <a:pt x="780034" y="0"/>
                  </a:lnTo>
                  <a:lnTo>
                    <a:pt x="812780" y="6600"/>
                  </a:lnTo>
                  <a:lnTo>
                    <a:pt x="839501" y="24606"/>
                  </a:lnTo>
                  <a:lnTo>
                    <a:pt x="857507" y="51327"/>
                  </a:lnTo>
                  <a:lnTo>
                    <a:pt x="864108" y="84073"/>
                  </a:lnTo>
                  <a:lnTo>
                    <a:pt x="864108" y="420369"/>
                  </a:lnTo>
                  <a:lnTo>
                    <a:pt x="857507" y="453116"/>
                  </a:lnTo>
                  <a:lnTo>
                    <a:pt x="839501" y="479837"/>
                  </a:lnTo>
                  <a:lnTo>
                    <a:pt x="812780" y="497843"/>
                  </a:lnTo>
                  <a:lnTo>
                    <a:pt x="780034" y="504443"/>
                  </a:lnTo>
                  <a:lnTo>
                    <a:pt x="84073" y="504443"/>
                  </a:lnTo>
                  <a:lnTo>
                    <a:pt x="51349" y="497843"/>
                  </a:lnTo>
                  <a:lnTo>
                    <a:pt x="24625" y="479837"/>
                  </a:lnTo>
                  <a:lnTo>
                    <a:pt x="6607" y="453116"/>
                  </a:lnTo>
                  <a:lnTo>
                    <a:pt x="0" y="420369"/>
                  </a:lnTo>
                  <a:lnTo>
                    <a:pt x="0" y="84073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4669536" y="4445507"/>
              <a:ext cx="2472690" cy="538480"/>
            </a:xfrm>
            <a:custGeom>
              <a:rect b="b" l="l" r="r" t="t"/>
              <a:pathLst>
                <a:path extrusionOk="0" h="538479" w="2472690">
                  <a:moveTo>
                    <a:pt x="76200" y="460248"/>
                  </a:moveTo>
                  <a:lnTo>
                    <a:pt x="44450" y="460248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460248"/>
                  </a:lnTo>
                  <a:lnTo>
                    <a:pt x="0" y="460248"/>
                  </a:lnTo>
                  <a:lnTo>
                    <a:pt x="38100" y="536448"/>
                  </a:lnTo>
                  <a:lnTo>
                    <a:pt x="69850" y="472948"/>
                  </a:lnTo>
                  <a:lnTo>
                    <a:pt x="76200" y="460248"/>
                  </a:lnTo>
                  <a:close/>
                </a:path>
                <a:path extrusionOk="0" h="538479" w="2472690">
                  <a:moveTo>
                    <a:pt x="2472182" y="462280"/>
                  </a:moveTo>
                  <a:lnTo>
                    <a:pt x="2440470" y="462178"/>
                  </a:lnTo>
                  <a:lnTo>
                    <a:pt x="2441956" y="0"/>
                  </a:lnTo>
                  <a:lnTo>
                    <a:pt x="2429256" y="0"/>
                  </a:lnTo>
                  <a:lnTo>
                    <a:pt x="2427770" y="462140"/>
                  </a:lnTo>
                  <a:lnTo>
                    <a:pt x="2395982" y="462026"/>
                  </a:lnTo>
                  <a:lnTo>
                    <a:pt x="2433828" y="538353"/>
                  </a:lnTo>
                  <a:lnTo>
                    <a:pt x="2465768" y="474980"/>
                  </a:lnTo>
                  <a:lnTo>
                    <a:pt x="2472182" y="4622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7"/>
          <p:cNvSpPr txBox="1"/>
          <p:nvPr/>
        </p:nvSpPr>
        <p:spPr>
          <a:xfrm>
            <a:off x="847370" y="4823575"/>
            <a:ext cx="597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7" name="Google Shape;177;p7"/>
          <p:cNvGrpSpPr/>
          <p:nvPr/>
        </p:nvGrpSpPr>
        <p:grpSpPr>
          <a:xfrm>
            <a:off x="2700527" y="4728971"/>
            <a:ext cx="1285240" cy="504825"/>
            <a:chOff x="2700527" y="4728971"/>
            <a:chExt cx="1285240" cy="504825"/>
          </a:xfrm>
        </p:grpSpPr>
        <p:sp>
          <p:nvSpPr>
            <p:cNvPr id="178" name="Google Shape;178;p7"/>
            <p:cNvSpPr/>
            <p:nvPr/>
          </p:nvSpPr>
          <p:spPr>
            <a:xfrm>
              <a:off x="2700527" y="4728971"/>
              <a:ext cx="1285240" cy="504825"/>
            </a:xfrm>
            <a:custGeom>
              <a:rect b="b" l="l" r="r" t="t"/>
              <a:pathLst>
                <a:path extrusionOk="0" h="504825" w="1285239">
                  <a:moveTo>
                    <a:pt x="1200658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3"/>
                  </a:lnTo>
                  <a:lnTo>
                    <a:pt x="0" y="420369"/>
                  </a:lnTo>
                  <a:lnTo>
                    <a:pt x="6600" y="453116"/>
                  </a:lnTo>
                  <a:lnTo>
                    <a:pt x="24606" y="479837"/>
                  </a:lnTo>
                  <a:lnTo>
                    <a:pt x="51327" y="497843"/>
                  </a:lnTo>
                  <a:lnTo>
                    <a:pt x="84074" y="504443"/>
                  </a:lnTo>
                  <a:lnTo>
                    <a:pt x="1200658" y="504443"/>
                  </a:lnTo>
                  <a:lnTo>
                    <a:pt x="1233404" y="497843"/>
                  </a:lnTo>
                  <a:lnTo>
                    <a:pt x="1260125" y="479837"/>
                  </a:lnTo>
                  <a:lnTo>
                    <a:pt x="1278131" y="453116"/>
                  </a:lnTo>
                  <a:lnTo>
                    <a:pt x="1284732" y="420369"/>
                  </a:lnTo>
                  <a:lnTo>
                    <a:pt x="1284732" y="84073"/>
                  </a:lnTo>
                  <a:lnTo>
                    <a:pt x="1278131" y="51327"/>
                  </a:lnTo>
                  <a:lnTo>
                    <a:pt x="1260125" y="24606"/>
                  </a:lnTo>
                  <a:lnTo>
                    <a:pt x="1233404" y="6600"/>
                  </a:lnTo>
                  <a:lnTo>
                    <a:pt x="120065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2700527" y="4728971"/>
              <a:ext cx="1285240" cy="504825"/>
            </a:xfrm>
            <a:custGeom>
              <a:rect b="b" l="l" r="r" t="t"/>
              <a:pathLst>
                <a:path extrusionOk="0" h="504825" w="1285239">
                  <a:moveTo>
                    <a:pt x="0" y="84073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1200658" y="0"/>
                  </a:lnTo>
                  <a:lnTo>
                    <a:pt x="1233404" y="6600"/>
                  </a:lnTo>
                  <a:lnTo>
                    <a:pt x="1260125" y="24606"/>
                  </a:lnTo>
                  <a:lnTo>
                    <a:pt x="1278131" y="51327"/>
                  </a:lnTo>
                  <a:lnTo>
                    <a:pt x="1284732" y="84073"/>
                  </a:lnTo>
                  <a:lnTo>
                    <a:pt x="1284732" y="420369"/>
                  </a:lnTo>
                  <a:lnTo>
                    <a:pt x="1278131" y="453116"/>
                  </a:lnTo>
                  <a:lnTo>
                    <a:pt x="1260125" y="479837"/>
                  </a:lnTo>
                  <a:lnTo>
                    <a:pt x="1233404" y="497843"/>
                  </a:lnTo>
                  <a:lnTo>
                    <a:pt x="1200658" y="504443"/>
                  </a:lnTo>
                  <a:lnTo>
                    <a:pt x="84074" y="504443"/>
                  </a:lnTo>
                  <a:lnTo>
                    <a:pt x="51327" y="497843"/>
                  </a:lnTo>
                  <a:lnTo>
                    <a:pt x="24606" y="479837"/>
                  </a:lnTo>
                  <a:lnTo>
                    <a:pt x="6600" y="453116"/>
                  </a:lnTo>
                  <a:lnTo>
                    <a:pt x="0" y="420369"/>
                  </a:lnTo>
                  <a:lnTo>
                    <a:pt x="0" y="84073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7"/>
          <p:cNvSpPr txBox="1"/>
          <p:nvPr/>
        </p:nvSpPr>
        <p:spPr>
          <a:xfrm>
            <a:off x="2663731" y="4830775"/>
            <a:ext cx="10974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62255" lvl="0" marL="2743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Preprocessing  Data</a:t>
            </a:r>
            <a:endParaRPr/>
          </a:p>
        </p:txBody>
      </p:sp>
      <p:grpSp>
        <p:nvGrpSpPr>
          <p:cNvPr id="181" name="Google Shape;181;p7"/>
          <p:cNvGrpSpPr/>
          <p:nvPr/>
        </p:nvGrpSpPr>
        <p:grpSpPr>
          <a:xfrm>
            <a:off x="5474208" y="4728971"/>
            <a:ext cx="864235" cy="504825"/>
            <a:chOff x="5474208" y="4728971"/>
            <a:chExt cx="864235" cy="504825"/>
          </a:xfrm>
        </p:grpSpPr>
        <p:sp>
          <p:nvSpPr>
            <p:cNvPr id="182" name="Google Shape;182;p7"/>
            <p:cNvSpPr/>
            <p:nvPr/>
          </p:nvSpPr>
          <p:spPr>
            <a:xfrm>
              <a:off x="5474208" y="4728971"/>
              <a:ext cx="864235" cy="504825"/>
            </a:xfrm>
            <a:custGeom>
              <a:rect b="b" l="l" r="r" t="t"/>
              <a:pathLst>
                <a:path extrusionOk="0" h="504825" w="864235">
                  <a:moveTo>
                    <a:pt x="780033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3"/>
                  </a:lnTo>
                  <a:lnTo>
                    <a:pt x="0" y="420369"/>
                  </a:lnTo>
                  <a:lnTo>
                    <a:pt x="6600" y="453116"/>
                  </a:lnTo>
                  <a:lnTo>
                    <a:pt x="24606" y="479837"/>
                  </a:lnTo>
                  <a:lnTo>
                    <a:pt x="51327" y="497843"/>
                  </a:lnTo>
                  <a:lnTo>
                    <a:pt x="84074" y="504443"/>
                  </a:lnTo>
                  <a:lnTo>
                    <a:pt x="780033" y="504443"/>
                  </a:lnTo>
                  <a:lnTo>
                    <a:pt x="812780" y="497843"/>
                  </a:lnTo>
                  <a:lnTo>
                    <a:pt x="839501" y="479837"/>
                  </a:lnTo>
                  <a:lnTo>
                    <a:pt x="857507" y="453116"/>
                  </a:lnTo>
                  <a:lnTo>
                    <a:pt x="864107" y="420369"/>
                  </a:lnTo>
                  <a:lnTo>
                    <a:pt x="864107" y="84073"/>
                  </a:lnTo>
                  <a:lnTo>
                    <a:pt x="857507" y="51327"/>
                  </a:lnTo>
                  <a:lnTo>
                    <a:pt x="839501" y="24606"/>
                  </a:lnTo>
                  <a:lnTo>
                    <a:pt x="812780" y="6600"/>
                  </a:lnTo>
                  <a:lnTo>
                    <a:pt x="78003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5474208" y="4728971"/>
              <a:ext cx="864235" cy="504825"/>
            </a:xfrm>
            <a:custGeom>
              <a:rect b="b" l="l" r="r" t="t"/>
              <a:pathLst>
                <a:path extrusionOk="0" h="504825" w="864235">
                  <a:moveTo>
                    <a:pt x="0" y="84073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780033" y="0"/>
                  </a:lnTo>
                  <a:lnTo>
                    <a:pt x="812780" y="6600"/>
                  </a:lnTo>
                  <a:lnTo>
                    <a:pt x="839501" y="24606"/>
                  </a:lnTo>
                  <a:lnTo>
                    <a:pt x="857507" y="51327"/>
                  </a:lnTo>
                  <a:lnTo>
                    <a:pt x="864107" y="84073"/>
                  </a:lnTo>
                  <a:lnTo>
                    <a:pt x="864107" y="420369"/>
                  </a:lnTo>
                  <a:lnTo>
                    <a:pt x="857507" y="453116"/>
                  </a:lnTo>
                  <a:lnTo>
                    <a:pt x="839501" y="479837"/>
                  </a:lnTo>
                  <a:lnTo>
                    <a:pt x="812780" y="497843"/>
                  </a:lnTo>
                  <a:lnTo>
                    <a:pt x="780033" y="504443"/>
                  </a:lnTo>
                  <a:lnTo>
                    <a:pt x="84074" y="504443"/>
                  </a:lnTo>
                  <a:lnTo>
                    <a:pt x="51327" y="497843"/>
                  </a:lnTo>
                  <a:lnTo>
                    <a:pt x="24606" y="479837"/>
                  </a:lnTo>
                  <a:lnTo>
                    <a:pt x="6600" y="453116"/>
                  </a:lnTo>
                  <a:lnTo>
                    <a:pt x="0" y="420369"/>
                  </a:lnTo>
                  <a:lnTo>
                    <a:pt x="0" y="84073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7"/>
          <p:cNvSpPr txBox="1"/>
          <p:nvPr/>
        </p:nvSpPr>
        <p:spPr>
          <a:xfrm>
            <a:off x="3979164" y="3328415"/>
            <a:ext cx="2357700" cy="1802700"/>
          </a:xfrm>
          <a:prstGeom prst="rect">
            <a:avLst/>
          </a:prstGeom>
          <a:noFill/>
          <a:ln cap="flat" cmpd="sng" w="121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444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Text     </a:t>
            </a: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r>
              <a:rPr lang="en-US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ining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226695" rtl="0" algn="r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Pattern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5" name="Google Shape;185;p7"/>
          <p:cNvGrpSpPr/>
          <p:nvPr/>
        </p:nvGrpSpPr>
        <p:grpSpPr>
          <a:xfrm>
            <a:off x="7741919" y="4728971"/>
            <a:ext cx="1097280" cy="504825"/>
            <a:chOff x="7741919" y="4728971"/>
            <a:chExt cx="1097280" cy="504825"/>
          </a:xfrm>
        </p:grpSpPr>
        <p:sp>
          <p:nvSpPr>
            <p:cNvPr id="186" name="Google Shape;186;p7"/>
            <p:cNvSpPr/>
            <p:nvPr/>
          </p:nvSpPr>
          <p:spPr>
            <a:xfrm>
              <a:off x="7741919" y="4728971"/>
              <a:ext cx="1097280" cy="504825"/>
            </a:xfrm>
            <a:custGeom>
              <a:rect b="b" l="l" r="r" t="t"/>
              <a:pathLst>
                <a:path extrusionOk="0" h="504825" w="1097279">
                  <a:moveTo>
                    <a:pt x="1013205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3"/>
                  </a:lnTo>
                  <a:lnTo>
                    <a:pt x="0" y="420369"/>
                  </a:lnTo>
                  <a:lnTo>
                    <a:pt x="6600" y="453116"/>
                  </a:lnTo>
                  <a:lnTo>
                    <a:pt x="24606" y="479837"/>
                  </a:lnTo>
                  <a:lnTo>
                    <a:pt x="51327" y="497843"/>
                  </a:lnTo>
                  <a:lnTo>
                    <a:pt x="84074" y="504443"/>
                  </a:lnTo>
                  <a:lnTo>
                    <a:pt x="1013205" y="504443"/>
                  </a:lnTo>
                  <a:lnTo>
                    <a:pt x="1045952" y="497843"/>
                  </a:lnTo>
                  <a:lnTo>
                    <a:pt x="1072673" y="479837"/>
                  </a:lnTo>
                  <a:lnTo>
                    <a:pt x="1090679" y="453116"/>
                  </a:lnTo>
                  <a:lnTo>
                    <a:pt x="1097279" y="420369"/>
                  </a:lnTo>
                  <a:lnTo>
                    <a:pt x="1097279" y="84073"/>
                  </a:lnTo>
                  <a:lnTo>
                    <a:pt x="1090679" y="51327"/>
                  </a:lnTo>
                  <a:lnTo>
                    <a:pt x="1072673" y="24606"/>
                  </a:lnTo>
                  <a:lnTo>
                    <a:pt x="1045952" y="6600"/>
                  </a:lnTo>
                  <a:lnTo>
                    <a:pt x="101320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7741919" y="4728971"/>
              <a:ext cx="1097280" cy="504825"/>
            </a:xfrm>
            <a:custGeom>
              <a:rect b="b" l="l" r="r" t="t"/>
              <a:pathLst>
                <a:path extrusionOk="0" h="504825" w="1097279">
                  <a:moveTo>
                    <a:pt x="0" y="84073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1013205" y="0"/>
                  </a:lnTo>
                  <a:lnTo>
                    <a:pt x="1045952" y="6600"/>
                  </a:lnTo>
                  <a:lnTo>
                    <a:pt x="1072673" y="24606"/>
                  </a:lnTo>
                  <a:lnTo>
                    <a:pt x="1090679" y="51327"/>
                  </a:lnTo>
                  <a:lnTo>
                    <a:pt x="1097279" y="84073"/>
                  </a:lnTo>
                  <a:lnTo>
                    <a:pt x="1097279" y="420369"/>
                  </a:lnTo>
                  <a:lnTo>
                    <a:pt x="1090679" y="453116"/>
                  </a:lnTo>
                  <a:lnTo>
                    <a:pt x="1072673" y="479837"/>
                  </a:lnTo>
                  <a:lnTo>
                    <a:pt x="1045952" y="497843"/>
                  </a:lnTo>
                  <a:lnTo>
                    <a:pt x="1013205" y="504443"/>
                  </a:lnTo>
                  <a:lnTo>
                    <a:pt x="84074" y="504443"/>
                  </a:lnTo>
                  <a:lnTo>
                    <a:pt x="51327" y="497843"/>
                  </a:lnTo>
                  <a:lnTo>
                    <a:pt x="24606" y="479837"/>
                  </a:lnTo>
                  <a:lnTo>
                    <a:pt x="6600" y="453116"/>
                  </a:lnTo>
                  <a:lnTo>
                    <a:pt x="0" y="420369"/>
                  </a:lnTo>
                  <a:lnTo>
                    <a:pt x="0" y="84073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7"/>
          <p:cNvSpPr txBox="1"/>
          <p:nvPr/>
        </p:nvSpPr>
        <p:spPr>
          <a:xfrm>
            <a:off x="7771123" y="4912500"/>
            <a:ext cx="80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Knowledge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746504" y="4943855"/>
            <a:ext cx="5995670" cy="76200"/>
          </a:xfrm>
          <a:custGeom>
            <a:rect b="b" l="l" r="r" t="t"/>
            <a:pathLst>
              <a:path extrusionOk="0" h="76200" w="5995670">
                <a:moveTo>
                  <a:pt x="954024" y="38100"/>
                </a:moveTo>
                <a:lnTo>
                  <a:pt x="941324" y="31750"/>
                </a:lnTo>
                <a:lnTo>
                  <a:pt x="877824" y="0"/>
                </a:lnTo>
                <a:lnTo>
                  <a:pt x="877824" y="31750"/>
                </a:lnTo>
                <a:lnTo>
                  <a:pt x="0" y="31750"/>
                </a:lnTo>
                <a:lnTo>
                  <a:pt x="0" y="44450"/>
                </a:lnTo>
                <a:lnTo>
                  <a:pt x="877824" y="44450"/>
                </a:lnTo>
                <a:lnTo>
                  <a:pt x="877824" y="76200"/>
                </a:lnTo>
                <a:lnTo>
                  <a:pt x="941324" y="44450"/>
                </a:lnTo>
                <a:lnTo>
                  <a:pt x="954024" y="38100"/>
                </a:lnTo>
                <a:close/>
              </a:path>
              <a:path extrusionOk="0" h="76200" w="5995670">
                <a:moveTo>
                  <a:pt x="3727323" y="38100"/>
                </a:moveTo>
                <a:lnTo>
                  <a:pt x="3714623" y="31750"/>
                </a:lnTo>
                <a:lnTo>
                  <a:pt x="3651123" y="0"/>
                </a:lnTo>
                <a:lnTo>
                  <a:pt x="3651123" y="31750"/>
                </a:lnTo>
                <a:lnTo>
                  <a:pt x="2238756" y="31750"/>
                </a:lnTo>
                <a:lnTo>
                  <a:pt x="2238756" y="44450"/>
                </a:lnTo>
                <a:lnTo>
                  <a:pt x="3651123" y="44450"/>
                </a:lnTo>
                <a:lnTo>
                  <a:pt x="3651123" y="76200"/>
                </a:lnTo>
                <a:lnTo>
                  <a:pt x="3714623" y="44450"/>
                </a:lnTo>
                <a:lnTo>
                  <a:pt x="3727323" y="38100"/>
                </a:lnTo>
                <a:close/>
              </a:path>
              <a:path extrusionOk="0" h="76200" w="5995670">
                <a:moveTo>
                  <a:pt x="5995543" y="38100"/>
                </a:moveTo>
                <a:lnTo>
                  <a:pt x="5982843" y="31750"/>
                </a:lnTo>
                <a:lnTo>
                  <a:pt x="5919343" y="0"/>
                </a:lnTo>
                <a:lnTo>
                  <a:pt x="5919343" y="31750"/>
                </a:lnTo>
                <a:lnTo>
                  <a:pt x="4591812" y="31750"/>
                </a:lnTo>
                <a:lnTo>
                  <a:pt x="4591812" y="44450"/>
                </a:lnTo>
                <a:lnTo>
                  <a:pt x="5919343" y="44450"/>
                </a:lnTo>
                <a:lnTo>
                  <a:pt x="5919343" y="76200"/>
                </a:lnTo>
                <a:lnTo>
                  <a:pt x="5982843" y="44450"/>
                </a:lnTo>
                <a:lnTo>
                  <a:pt x="5995543" y="38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6212" y="6524434"/>
            <a:ext cx="3725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 txBox="1"/>
          <p:nvPr/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708" y="1519427"/>
            <a:ext cx="1501902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183" y="1903450"/>
            <a:ext cx="8490966" cy="459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6212" y="6524434"/>
            <a:ext cx="3725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 txBox="1"/>
          <p:nvPr/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708" y="1519427"/>
            <a:ext cx="2518410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183" y="1903476"/>
            <a:ext cx="8343138" cy="2553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2016" y="6524434"/>
            <a:ext cx="6297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/>
          <p:nvPr/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183" y="1903476"/>
            <a:ext cx="8333994" cy="14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708" y="1519427"/>
            <a:ext cx="3126486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9652" y="6524434"/>
            <a:ext cx="3533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 txBox="1"/>
          <p:nvPr/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183" y="1903476"/>
            <a:ext cx="6296405" cy="225780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708" y="1519427"/>
            <a:ext cx="3160014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798" y="6524434"/>
            <a:ext cx="6014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 txBox="1"/>
          <p:nvPr>
            <p:ph type="title"/>
          </p:nvPr>
        </p:nvSpPr>
        <p:spPr>
          <a:xfrm>
            <a:off x="437489" y="431419"/>
            <a:ext cx="254000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8671941" y="463677"/>
            <a:ext cx="809625" cy="258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708" y="1519427"/>
            <a:ext cx="3166110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2"/>
          <p:cNvGrpSpPr/>
          <p:nvPr/>
        </p:nvGrpSpPr>
        <p:grpSpPr>
          <a:xfrm>
            <a:off x="1387439" y="2028417"/>
            <a:ext cx="6621506" cy="4263886"/>
            <a:chOff x="1387439" y="2028417"/>
            <a:chExt cx="6621506" cy="4263886"/>
          </a:xfrm>
        </p:grpSpPr>
        <p:pic>
          <p:nvPicPr>
            <p:cNvPr id="250" name="Google Shape;250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87439" y="2028417"/>
              <a:ext cx="6621506" cy="42638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2"/>
            <p:cNvSpPr/>
            <p:nvPr/>
          </p:nvSpPr>
          <p:spPr>
            <a:xfrm>
              <a:off x="5236463" y="2587751"/>
              <a:ext cx="1644650" cy="431800"/>
            </a:xfrm>
            <a:custGeom>
              <a:rect b="b" l="l" r="r" t="t"/>
              <a:pathLst>
                <a:path extrusionOk="0" h="431800" w="1644650">
                  <a:moveTo>
                    <a:pt x="1644395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644395" y="431291"/>
                  </a:lnTo>
                  <a:lnTo>
                    <a:pt x="1644395" y="0"/>
                  </a:lnTo>
                  <a:close/>
                </a:path>
              </a:pathLst>
            </a:custGeom>
            <a:solidFill>
              <a:srgbClr val="7EB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12"/>
          <p:cNvSpPr txBox="1"/>
          <p:nvPr/>
        </p:nvSpPr>
        <p:spPr>
          <a:xfrm>
            <a:off x="5302758" y="2573477"/>
            <a:ext cx="1509395" cy="44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AI and machine Learning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2561844" y="2976372"/>
            <a:ext cx="960119" cy="215265"/>
          </a:xfrm>
          <a:custGeom>
            <a:rect b="b" l="l" r="r" t="t"/>
            <a:pathLst>
              <a:path extrusionOk="0" h="215264" w="960120">
                <a:moveTo>
                  <a:pt x="960119" y="0"/>
                </a:moveTo>
                <a:lnTo>
                  <a:pt x="0" y="0"/>
                </a:lnTo>
                <a:lnTo>
                  <a:pt x="0" y="214884"/>
                </a:lnTo>
                <a:lnTo>
                  <a:pt x="960119" y="214884"/>
                </a:lnTo>
                <a:lnTo>
                  <a:pt x="960119" y="0"/>
                </a:lnTo>
                <a:close/>
              </a:path>
            </a:pathLst>
          </a:custGeom>
          <a:solidFill>
            <a:srgbClr val="406F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2549398" y="2962401"/>
            <a:ext cx="725170" cy="44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Mining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585459" y="5402579"/>
            <a:ext cx="2074545" cy="215265"/>
          </a:xfrm>
          <a:custGeom>
            <a:rect b="b" l="l" r="r" t="t"/>
            <a:pathLst>
              <a:path extrusionOk="0" h="215264" w="2074545">
                <a:moveTo>
                  <a:pt x="2074164" y="0"/>
                </a:moveTo>
                <a:lnTo>
                  <a:pt x="0" y="0"/>
                </a:lnTo>
                <a:lnTo>
                  <a:pt x="0" y="214884"/>
                </a:lnTo>
                <a:lnTo>
                  <a:pt x="2074164" y="214884"/>
                </a:lnTo>
                <a:lnTo>
                  <a:pt x="2074164" y="0"/>
                </a:lnTo>
                <a:close/>
              </a:path>
            </a:pathLst>
          </a:custGeom>
          <a:solidFill>
            <a:srgbClr val="406F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5573014" y="5389626"/>
            <a:ext cx="1577975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Computational Linguistics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1940051" y="4507991"/>
            <a:ext cx="826135" cy="430887"/>
          </a:xfrm>
          <a:prstGeom prst="rect">
            <a:avLst/>
          </a:prstGeom>
          <a:solidFill>
            <a:srgbClr val="7EBE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Databases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6986016" y="2299716"/>
            <a:ext cx="734695" cy="422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" marR="0" rtl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4258055" y="4030979"/>
            <a:ext cx="864235" cy="359073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4097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Mining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370832" y="4419600"/>
            <a:ext cx="581025" cy="338455"/>
          </a:xfrm>
          <a:custGeom>
            <a:rect b="b" l="l" r="r" t="t"/>
            <a:pathLst>
              <a:path extrusionOk="0" h="338454" w="581025">
                <a:moveTo>
                  <a:pt x="580643" y="0"/>
                </a:moveTo>
                <a:lnTo>
                  <a:pt x="0" y="0"/>
                </a:lnTo>
                <a:lnTo>
                  <a:pt x="0" y="338327"/>
                </a:lnTo>
                <a:lnTo>
                  <a:pt x="580643" y="338327"/>
                </a:lnTo>
                <a:lnTo>
                  <a:pt x="580643" y="0"/>
                </a:lnTo>
                <a:close/>
              </a:path>
            </a:pathLst>
          </a:custGeom>
          <a:solidFill>
            <a:srgbClr val="C8D7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4370832" y="4419600"/>
            <a:ext cx="581025" cy="167005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58115" marR="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*Web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4370832" y="4586341"/>
            <a:ext cx="581025" cy="338554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6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Mining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426964" y="4117847"/>
            <a:ext cx="713740" cy="338455"/>
          </a:xfrm>
          <a:custGeom>
            <a:rect b="b" l="l" r="r" t="t"/>
            <a:pathLst>
              <a:path extrusionOk="0" h="338454" w="713739">
                <a:moveTo>
                  <a:pt x="713232" y="0"/>
                </a:moveTo>
                <a:lnTo>
                  <a:pt x="0" y="0"/>
                </a:lnTo>
                <a:lnTo>
                  <a:pt x="0" y="338327"/>
                </a:lnTo>
                <a:lnTo>
                  <a:pt x="713232" y="338327"/>
                </a:lnTo>
                <a:lnTo>
                  <a:pt x="713232" y="0"/>
                </a:lnTo>
                <a:close/>
              </a:path>
            </a:pathLst>
          </a:custGeom>
          <a:solidFill>
            <a:srgbClr val="6B92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5426964" y="4202289"/>
            <a:ext cx="1141730" cy="166712"/>
          </a:xfrm>
          <a:prstGeom prst="rect">
            <a:avLst/>
          </a:prstGeom>
          <a:solidFill>
            <a:srgbClr val="6B92BA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0175" marR="0" rtl="0" algn="l">
              <a:lnSpc>
                <a:spcPct val="10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*Concept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5461191" y="4383350"/>
            <a:ext cx="1577974" cy="184666"/>
          </a:xfrm>
          <a:prstGeom prst="rect">
            <a:avLst/>
          </a:prstGeom>
          <a:solidFill>
            <a:srgbClr val="6B92BA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985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162300" y="4416552"/>
            <a:ext cx="795655" cy="323215"/>
          </a:xfrm>
          <a:custGeom>
            <a:rect b="b" l="l" r="r" t="t"/>
            <a:pathLst>
              <a:path extrusionOk="0" h="323214" w="795654">
                <a:moveTo>
                  <a:pt x="0" y="0"/>
                </a:moveTo>
                <a:lnTo>
                  <a:pt x="129539" y="308991"/>
                </a:lnTo>
                <a:lnTo>
                  <a:pt x="795527" y="323088"/>
                </a:lnTo>
                <a:lnTo>
                  <a:pt x="787908" y="75565"/>
                </a:lnTo>
                <a:lnTo>
                  <a:pt x="0" y="0"/>
                </a:lnTo>
                <a:close/>
              </a:path>
            </a:pathLst>
          </a:custGeom>
          <a:solidFill>
            <a:srgbClr val="87B8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3252342" y="4402963"/>
            <a:ext cx="616585" cy="659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88900" lvl="0" marL="100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*Information  Retrieval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12"/>
          <p:cNvGrpSpPr/>
          <p:nvPr/>
        </p:nvGrpSpPr>
        <p:grpSpPr>
          <a:xfrm>
            <a:off x="3045713" y="2768346"/>
            <a:ext cx="3647440" cy="2693035"/>
            <a:chOff x="3045713" y="2768346"/>
            <a:chExt cx="3647440" cy="2693035"/>
          </a:xfrm>
        </p:grpSpPr>
        <p:sp>
          <p:nvSpPr>
            <p:cNvPr id="269" name="Google Shape;269;p12"/>
            <p:cNvSpPr/>
            <p:nvPr/>
          </p:nvSpPr>
          <p:spPr>
            <a:xfrm>
              <a:off x="3045713" y="2768346"/>
              <a:ext cx="3647440" cy="2693035"/>
            </a:xfrm>
            <a:custGeom>
              <a:rect b="b" l="l" r="r" t="t"/>
              <a:pathLst>
                <a:path extrusionOk="0" h="2693035" w="3647440">
                  <a:moveTo>
                    <a:pt x="0" y="1346453"/>
                  </a:moveTo>
                  <a:lnTo>
                    <a:pt x="835" y="1305291"/>
                  </a:lnTo>
                  <a:lnTo>
                    <a:pt x="3327" y="1264436"/>
                  </a:lnTo>
                  <a:lnTo>
                    <a:pt x="7451" y="1223905"/>
                  </a:lnTo>
                  <a:lnTo>
                    <a:pt x="13183" y="1183717"/>
                  </a:lnTo>
                  <a:lnTo>
                    <a:pt x="20500" y="1143888"/>
                  </a:lnTo>
                  <a:lnTo>
                    <a:pt x="29377" y="1104437"/>
                  </a:lnTo>
                  <a:lnTo>
                    <a:pt x="39791" y="1065382"/>
                  </a:lnTo>
                  <a:lnTo>
                    <a:pt x="51717" y="1026739"/>
                  </a:lnTo>
                  <a:lnTo>
                    <a:pt x="65133" y="988527"/>
                  </a:lnTo>
                  <a:lnTo>
                    <a:pt x="80014" y="950763"/>
                  </a:lnTo>
                  <a:lnTo>
                    <a:pt x="96336" y="913464"/>
                  </a:lnTo>
                  <a:lnTo>
                    <a:pt x="114076" y="876649"/>
                  </a:lnTo>
                  <a:lnTo>
                    <a:pt x="133209" y="840334"/>
                  </a:lnTo>
                  <a:lnTo>
                    <a:pt x="153713" y="804538"/>
                  </a:lnTo>
                  <a:lnTo>
                    <a:pt x="175562" y="769278"/>
                  </a:lnTo>
                  <a:lnTo>
                    <a:pt x="198733" y="734572"/>
                  </a:lnTo>
                  <a:lnTo>
                    <a:pt x="223203" y="700437"/>
                  </a:lnTo>
                  <a:lnTo>
                    <a:pt x="248948" y="666891"/>
                  </a:lnTo>
                  <a:lnTo>
                    <a:pt x="275943" y="633951"/>
                  </a:lnTo>
                  <a:lnTo>
                    <a:pt x="304165" y="601636"/>
                  </a:lnTo>
                  <a:lnTo>
                    <a:pt x="333589" y="569962"/>
                  </a:lnTo>
                  <a:lnTo>
                    <a:pt x="364193" y="538947"/>
                  </a:lnTo>
                  <a:lnTo>
                    <a:pt x="395953" y="508610"/>
                  </a:lnTo>
                  <a:lnTo>
                    <a:pt x="428843" y="478967"/>
                  </a:lnTo>
                  <a:lnTo>
                    <a:pt x="462842" y="450037"/>
                  </a:lnTo>
                  <a:lnTo>
                    <a:pt x="497924" y="421836"/>
                  </a:lnTo>
                  <a:lnTo>
                    <a:pt x="534066" y="394382"/>
                  </a:lnTo>
                  <a:lnTo>
                    <a:pt x="571245" y="367694"/>
                  </a:lnTo>
                  <a:lnTo>
                    <a:pt x="609435" y="341788"/>
                  </a:lnTo>
                  <a:lnTo>
                    <a:pt x="648614" y="316682"/>
                  </a:lnTo>
                  <a:lnTo>
                    <a:pt x="688758" y="292394"/>
                  </a:lnTo>
                  <a:lnTo>
                    <a:pt x="729842" y="268942"/>
                  </a:lnTo>
                  <a:lnTo>
                    <a:pt x="771843" y="246343"/>
                  </a:lnTo>
                  <a:lnTo>
                    <a:pt x="814738" y="224614"/>
                  </a:lnTo>
                  <a:lnTo>
                    <a:pt x="858502" y="203774"/>
                  </a:lnTo>
                  <a:lnTo>
                    <a:pt x="903111" y="183839"/>
                  </a:lnTo>
                  <a:lnTo>
                    <a:pt x="948541" y="164828"/>
                  </a:lnTo>
                  <a:lnTo>
                    <a:pt x="994770" y="146758"/>
                  </a:lnTo>
                  <a:lnTo>
                    <a:pt x="1041772" y="129647"/>
                  </a:lnTo>
                  <a:lnTo>
                    <a:pt x="1089524" y="113512"/>
                  </a:lnTo>
                  <a:lnTo>
                    <a:pt x="1138003" y="98371"/>
                  </a:lnTo>
                  <a:lnTo>
                    <a:pt x="1187184" y="84242"/>
                  </a:lnTo>
                  <a:lnTo>
                    <a:pt x="1237044" y="71142"/>
                  </a:lnTo>
                  <a:lnTo>
                    <a:pt x="1287558" y="59088"/>
                  </a:lnTo>
                  <a:lnTo>
                    <a:pt x="1338703" y="48099"/>
                  </a:lnTo>
                  <a:lnTo>
                    <a:pt x="1390455" y="38192"/>
                  </a:lnTo>
                  <a:lnTo>
                    <a:pt x="1442791" y="29384"/>
                  </a:lnTo>
                  <a:lnTo>
                    <a:pt x="1495685" y="21694"/>
                  </a:lnTo>
                  <a:lnTo>
                    <a:pt x="1549116" y="15139"/>
                  </a:lnTo>
                  <a:lnTo>
                    <a:pt x="1603058" y="9735"/>
                  </a:lnTo>
                  <a:lnTo>
                    <a:pt x="1657487" y="5502"/>
                  </a:lnTo>
                  <a:lnTo>
                    <a:pt x="1712381" y="2457"/>
                  </a:lnTo>
                  <a:lnTo>
                    <a:pt x="1767715" y="617"/>
                  </a:lnTo>
                  <a:lnTo>
                    <a:pt x="1823465" y="0"/>
                  </a:lnTo>
                  <a:lnTo>
                    <a:pt x="1879216" y="617"/>
                  </a:lnTo>
                  <a:lnTo>
                    <a:pt x="1934550" y="2457"/>
                  </a:lnTo>
                  <a:lnTo>
                    <a:pt x="1989444" y="5502"/>
                  </a:lnTo>
                  <a:lnTo>
                    <a:pt x="2043873" y="9735"/>
                  </a:lnTo>
                  <a:lnTo>
                    <a:pt x="2097815" y="15139"/>
                  </a:lnTo>
                  <a:lnTo>
                    <a:pt x="2151246" y="21694"/>
                  </a:lnTo>
                  <a:lnTo>
                    <a:pt x="2204140" y="29384"/>
                  </a:lnTo>
                  <a:lnTo>
                    <a:pt x="2256476" y="38192"/>
                  </a:lnTo>
                  <a:lnTo>
                    <a:pt x="2308228" y="48099"/>
                  </a:lnTo>
                  <a:lnTo>
                    <a:pt x="2359373" y="59088"/>
                  </a:lnTo>
                  <a:lnTo>
                    <a:pt x="2409887" y="71142"/>
                  </a:lnTo>
                  <a:lnTo>
                    <a:pt x="2459747" y="84242"/>
                  </a:lnTo>
                  <a:lnTo>
                    <a:pt x="2508928" y="98371"/>
                  </a:lnTo>
                  <a:lnTo>
                    <a:pt x="2557407" y="113512"/>
                  </a:lnTo>
                  <a:lnTo>
                    <a:pt x="2605159" y="129647"/>
                  </a:lnTo>
                  <a:lnTo>
                    <a:pt x="2652161" y="146758"/>
                  </a:lnTo>
                  <a:lnTo>
                    <a:pt x="2698390" y="164828"/>
                  </a:lnTo>
                  <a:lnTo>
                    <a:pt x="2743820" y="183839"/>
                  </a:lnTo>
                  <a:lnTo>
                    <a:pt x="2788429" y="203774"/>
                  </a:lnTo>
                  <a:lnTo>
                    <a:pt x="2832193" y="224614"/>
                  </a:lnTo>
                  <a:lnTo>
                    <a:pt x="2875088" y="246343"/>
                  </a:lnTo>
                  <a:lnTo>
                    <a:pt x="2917089" y="268942"/>
                  </a:lnTo>
                  <a:lnTo>
                    <a:pt x="2958173" y="292394"/>
                  </a:lnTo>
                  <a:lnTo>
                    <a:pt x="2998317" y="316682"/>
                  </a:lnTo>
                  <a:lnTo>
                    <a:pt x="3037496" y="341788"/>
                  </a:lnTo>
                  <a:lnTo>
                    <a:pt x="3075686" y="367694"/>
                  </a:lnTo>
                  <a:lnTo>
                    <a:pt x="3112865" y="394382"/>
                  </a:lnTo>
                  <a:lnTo>
                    <a:pt x="3149007" y="421836"/>
                  </a:lnTo>
                  <a:lnTo>
                    <a:pt x="3184089" y="450037"/>
                  </a:lnTo>
                  <a:lnTo>
                    <a:pt x="3218088" y="478967"/>
                  </a:lnTo>
                  <a:lnTo>
                    <a:pt x="3250978" y="508610"/>
                  </a:lnTo>
                  <a:lnTo>
                    <a:pt x="3282738" y="538947"/>
                  </a:lnTo>
                  <a:lnTo>
                    <a:pt x="3313342" y="569962"/>
                  </a:lnTo>
                  <a:lnTo>
                    <a:pt x="3342766" y="601636"/>
                  </a:lnTo>
                  <a:lnTo>
                    <a:pt x="3370988" y="633951"/>
                  </a:lnTo>
                  <a:lnTo>
                    <a:pt x="3397983" y="666891"/>
                  </a:lnTo>
                  <a:lnTo>
                    <a:pt x="3423728" y="700437"/>
                  </a:lnTo>
                  <a:lnTo>
                    <a:pt x="3448198" y="734572"/>
                  </a:lnTo>
                  <a:lnTo>
                    <a:pt x="3471369" y="769278"/>
                  </a:lnTo>
                  <a:lnTo>
                    <a:pt x="3493218" y="804538"/>
                  </a:lnTo>
                  <a:lnTo>
                    <a:pt x="3513722" y="840334"/>
                  </a:lnTo>
                  <a:lnTo>
                    <a:pt x="3532855" y="876649"/>
                  </a:lnTo>
                  <a:lnTo>
                    <a:pt x="3550595" y="913464"/>
                  </a:lnTo>
                  <a:lnTo>
                    <a:pt x="3566917" y="950763"/>
                  </a:lnTo>
                  <a:lnTo>
                    <a:pt x="3581798" y="988527"/>
                  </a:lnTo>
                  <a:lnTo>
                    <a:pt x="3595214" y="1026739"/>
                  </a:lnTo>
                  <a:lnTo>
                    <a:pt x="3607140" y="1065382"/>
                  </a:lnTo>
                  <a:lnTo>
                    <a:pt x="3617554" y="1104437"/>
                  </a:lnTo>
                  <a:lnTo>
                    <a:pt x="3626431" y="1143888"/>
                  </a:lnTo>
                  <a:lnTo>
                    <a:pt x="3633748" y="1183717"/>
                  </a:lnTo>
                  <a:lnTo>
                    <a:pt x="3639480" y="1223905"/>
                  </a:lnTo>
                  <a:lnTo>
                    <a:pt x="3643604" y="1264436"/>
                  </a:lnTo>
                  <a:lnTo>
                    <a:pt x="3646096" y="1305291"/>
                  </a:lnTo>
                  <a:lnTo>
                    <a:pt x="3646932" y="1346453"/>
                  </a:lnTo>
                  <a:lnTo>
                    <a:pt x="3646096" y="1387616"/>
                  </a:lnTo>
                  <a:lnTo>
                    <a:pt x="3643604" y="1428471"/>
                  </a:lnTo>
                  <a:lnTo>
                    <a:pt x="3639480" y="1469002"/>
                  </a:lnTo>
                  <a:lnTo>
                    <a:pt x="3633748" y="1509190"/>
                  </a:lnTo>
                  <a:lnTo>
                    <a:pt x="3626431" y="1549019"/>
                  </a:lnTo>
                  <a:lnTo>
                    <a:pt x="3617554" y="1588470"/>
                  </a:lnTo>
                  <a:lnTo>
                    <a:pt x="3607140" y="1627525"/>
                  </a:lnTo>
                  <a:lnTo>
                    <a:pt x="3595214" y="1666168"/>
                  </a:lnTo>
                  <a:lnTo>
                    <a:pt x="3581798" y="1704380"/>
                  </a:lnTo>
                  <a:lnTo>
                    <a:pt x="3566917" y="1742144"/>
                  </a:lnTo>
                  <a:lnTo>
                    <a:pt x="3550595" y="1779443"/>
                  </a:lnTo>
                  <a:lnTo>
                    <a:pt x="3532855" y="1816258"/>
                  </a:lnTo>
                  <a:lnTo>
                    <a:pt x="3513722" y="1852573"/>
                  </a:lnTo>
                  <a:lnTo>
                    <a:pt x="3493218" y="1888369"/>
                  </a:lnTo>
                  <a:lnTo>
                    <a:pt x="3471369" y="1923629"/>
                  </a:lnTo>
                  <a:lnTo>
                    <a:pt x="3448198" y="1958335"/>
                  </a:lnTo>
                  <a:lnTo>
                    <a:pt x="3423728" y="1992470"/>
                  </a:lnTo>
                  <a:lnTo>
                    <a:pt x="3397983" y="2026016"/>
                  </a:lnTo>
                  <a:lnTo>
                    <a:pt x="3370988" y="2058956"/>
                  </a:lnTo>
                  <a:lnTo>
                    <a:pt x="3342766" y="2091271"/>
                  </a:lnTo>
                  <a:lnTo>
                    <a:pt x="3313342" y="2122945"/>
                  </a:lnTo>
                  <a:lnTo>
                    <a:pt x="3282738" y="2153960"/>
                  </a:lnTo>
                  <a:lnTo>
                    <a:pt x="3250978" y="2184297"/>
                  </a:lnTo>
                  <a:lnTo>
                    <a:pt x="3218088" y="2213940"/>
                  </a:lnTo>
                  <a:lnTo>
                    <a:pt x="3184089" y="2242870"/>
                  </a:lnTo>
                  <a:lnTo>
                    <a:pt x="3149007" y="2271071"/>
                  </a:lnTo>
                  <a:lnTo>
                    <a:pt x="3112865" y="2298525"/>
                  </a:lnTo>
                  <a:lnTo>
                    <a:pt x="3075686" y="2325213"/>
                  </a:lnTo>
                  <a:lnTo>
                    <a:pt x="3037496" y="2351119"/>
                  </a:lnTo>
                  <a:lnTo>
                    <a:pt x="2998317" y="2376225"/>
                  </a:lnTo>
                  <a:lnTo>
                    <a:pt x="2958173" y="2400513"/>
                  </a:lnTo>
                  <a:lnTo>
                    <a:pt x="2917089" y="2423965"/>
                  </a:lnTo>
                  <a:lnTo>
                    <a:pt x="2875088" y="2446564"/>
                  </a:lnTo>
                  <a:lnTo>
                    <a:pt x="2832193" y="2468293"/>
                  </a:lnTo>
                  <a:lnTo>
                    <a:pt x="2788429" y="2489133"/>
                  </a:lnTo>
                  <a:lnTo>
                    <a:pt x="2743820" y="2509068"/>
                  </a:lnTo>
                  <a:lnTo>
                    <a:pt x="2698390" y="2528079"/>
                  </a:lnTo>
                  <a:lnTo>
                    <a:pt x="2652161" y="2546149"/>
                  </a:lnTo>
                  <a:lnTo>
                    <a:pt x="2605159" y="2563260"/>
                  </a:lnTo>
                  <a:lnTo>
                    <a:pt x="2557407" y="2579395"/>
                  </a:lnTo>
                  <a:lnTo>
                    <a:pt x="2508928" y="2594536"/>
                  </a:lnTo>
                  <a:lnTo>
                    <a:pt x="2459747" y="2608665"/>
                  </a:lnTo>
                  <a:lnTo>
                    <a:pt x="2409887" y="2621765"/>
                  </a:lnTo>
                  <a:lnTo>
                    <a:pt x="2359373" y="2633819"/>
                  </a:lnTo>
                  <a:lnTo>
                    <a:pt x="2308228" y="2644808"/>
                  </a:lnTo>
                  <a:lnTo>
                    <a:pt x="2256476" y="2654715"/>
                  </a:lnTo>
                  <a:lnTo>
                    <a:pt x="2204140" y="2663523"/>
                  </a:lnTo>
                  <a:lnTo>
                    <a:pt x="2151246" y="2671213"/>
                  </a:lnTo>
                  <a:lnTo>
                    <a:pt x="2097815" y="2677768"/>
                  </a:lnTo>
                  <a:lnTo>
                    <a:pt x="2043873" y="2683172"/>
                  </a:lnTo>
                  <a:lnTo>
                    <a:pt x="1989444" y="2687405"/>
                  </a:lnTo>
                  <a:lnTo>
                    <a:pt x="1934550" y="2690450"/>
                  </a:lnTo>
                  <a:lnTo>
                    <a:pt x="1879216" y="2692290"/>
                  </a:lnTo>
                  <a:lnTo>
                    <a:pt x="1823465" y="2692907"/>
                  </a:lnTo>
                  <a:lnTo>
                    <a:pt x="1767715" y="2692290"/>
                  </a:lnTo>
                  <a:lnTo>
                    <a:pt x="1712381" y="2690450"/>
                  </a:lnTo>
                  <a:lnTo>
                    <a:pt x="1657487" y="2687405"/>
                  </a:lnTo>
                  <a:lnTo>
                    <a:pt x="1603058" y="2683172"/>
                  </a:lnTo>
                  <a:lnTo>
                    <a:pt x="1549116" y="2677768"/>
                  </a:lnTo>
                  <a:lnTo>
                    <a:pt x="1495685" y="2671213"/>
                  </a:lnTo>
                  <a:lnTo>
                    <a:pt x="1442791" y="2663523"/>
                  </a:lnTo>
                  <a:lnTo>
                    <a:pt x="1390455" y="2654715"/>
                  </a:lnTo>
                  <a:lnTo>
                    <a:pt x="1338703" y="2644808"/>
                  </a:lnTo>
                  <a:lnTo>
                    <a:pt x="1287558" y="2633819"/>
                  </a:lnTo>
                  <a:lnTo>
                    <a:pt x="1237044" y="2621765"/>
                  </a:lnTo>
                  <a:lnTo>
                    <a:pt x="1187184" y="2608665"/>
                  </a:lnTo>
                  <a:lnTo>
                    <a:pt x="1138003" y="2594536"/>
                  </a:lnTo>
                  <a:lnTo>
                    <a:pt x="1089524" y="2579395"/>
                  </a:lnTo>
                  <a:lnTo>
                    <a:pt x="1041772" y="2563260"/>
                  </a:lnTo>
                  <a:lnTo>
                    <a:pt x="994770" y="2546149"/>
                  </a:lnTo>
                  <a:lnTo>
                    <a:pt x="948541" y="2528079"/>
                  </a:lnTo>
                  <a:lnTo>
                    <a:pt x="903111" y="2509068"/>
                  </a:lnTo>
                  <a:lnTo>
                    <a:pt x="858502" y="2489133"/>
                  </a:lnTo>
                  <a:lnTo>
                    <a:pt x="814738" y="2468293"/>
                  </a:lnTo>
                  <a:lnTo>
                    <a:pt x="771843" y="2446564"/>
                  </a:lnTo>
                  <a:lnTo>
                    <a:pt x="729842" y="2423965"/>
                  </a:lnTo>
                  <a:lnTo>
                    <a:pt x="688758" y="2400513"/>
                  </a:lnTo>
                  <a:lnTo>
                    <a:pt x="648614" y="2376225"/>
                  </a:lnTo>
                  <a:lnTo>
                    <a:pt x="609435" y="2351119"/>
                  </a:lnTo>
                  <a:lnTo>
                    <a:pt x="571245" y="2325213"/>
                  </a:lnTo>
                  <a:lnTo>
                    <a:pt x="534066" y="2298525"/>
                  </a:lnTo>
                  <a:lnTo>
                    <a:pt x="497924" y="2271071"/>
                  </a:lnTo>
                  <a:lnTo>
                    <a:pt x="462842" y="2242870"/>
                  </a:lnTo>
                  <a:lnTo>
                    <a:pt x="428843" y="2213940"/>
                  </a:lnTo>
                  <a:lnTo>
                    <a:pt x="395953" y="2184297"/>
                  </a:lnTo>
                  <a:lnTo>
                    <a:pt x="364193" y="2153960"/>
                  </a:lnTo>
                  <a:lnTo>
                    <a:pt x="333589" y="2122945"/>
                  </a:lnTo>
                  <a:lnTo>
                    <a:pt x="304165" y="2091271"/>
                  </a:lnTo>
                  <a:lnTo>
                    <a:pt x="275943" y="2058956"/>
                  </a:lnTo>
                  <a:lnTo>
                    <a:pt x="248948" y="2026016"/>
                  </a:lnTo>
                  <a:lnTo>
                    <a:pt x="223203" y="1992470"/>
                  </a:lnTo>
                  <a:lnTo>
                    <a:pt x="198733" y="1958335"/>
                  </a:lnTo>
                  <a:lnTo>
                    <a:pt x="175562" y="1923629"/>
                  </a:lnTo>
                  <a:lnTo>
                    <a:pt x="153713" y="1888369"/>
                  </a:lnTo>
                  <a:lnTo>
                    <a:pt x="133209" y="1852573"/>
                  </a:lnTo>
                  <a:lnTo>
                    <a:pt x="114076" y="1816258"/>
                  </a:lnTo>
                  <a:lnTo>
                    <a:pt x="96336" y="1779443"/>
                  </a:lnTo>
                  <a:lnTo>
                    <a:pt x="80014" y="1742144"/>
                  </a:lnTo>
                  <a:lnTo>
                    <a:pt x="65133" y="1704380"/>
                  </a:lnTo>
                  <a:lnTo>
                    <a:pt x="51717" y="1666168"/>
                  </a:lnTo>
                  <a:lnTo>
                    <a:pt x="39791" y="1627525"/>
                  </a:lnTo>
                  <a:lnTo>
                    <a:pt x="29377" y="1588470"/>
                  </a:lnTo>
                  <a:lnTo>
                    <a:pt x="20500" y="1549019"/>
                  </a:lnTo>
                  <a:lnTo>
                    <a:pt x="13183" y="1509190"/>
                  </a:lnTo>
                  <a:lnTo>
                    <a:pt x="7451" y="1469002"/>
                  </a:lnTo>
                  <a:lnTo>
                    <a:pt x="3327" y="1428471"/>
                  </a:lnTo>
                  <a:lnTo>
                    <a:pt x="835" y="1387616"/>
                  </a:lnTo>
                  <a:lnTo>
                    <a:pt x="0" y="1346453"/>
                  </a:lnTo>
                  <a:close/>
                </a:path>
              </a:pathLst>
            </a:custGeom>
            <a:noFill/>
            <a:ln cap="flat" cmpd="sng" w="289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3457956" y="3133343"/>
              <a:ext cx="1221105" cy="741045"/>
            </a:xfrm>
            <a:custGeom>
              <a:rect b="b" l="l" r="r" t="t"/>
              <a:pathLst>
                <a:path extrusionOk="0" h="741045" w="1221104">
                  <a:moveTo>
                    <a:pt x="652272" y="432816"/>
                  </a:moveTo>
                  <a:lnTo>
                    <a:pt x="0" y="475107"/>
                  </a:lnTo>
                  <a:lnTo>
                    <a:pt x="3810" y="740664"/>
                  </a:lnTo>
                  <a:lnTo>
                    <a:pt x="629412" y="727964"/>
                  </a:lnTo>
                  <a:lnTo>
                    <a:pt x="652272" y="432816"/>
                  </a:lnTo>
                  <a:close/>
                </a:path>
                <a:path extrusionOk="0" h="741045" w="1221104">
                  <a:moveTo>
                    <a:pt x="1220724" y="0"/>
                  </a:moveTo>
                  <a:lnTo>
                    <a:pt x="516509" y="16891"/>
                  </a:lnTo>
                  <a:lnTo>
                    <a:pt x="402336" y="303657"/>
                  </a:lnTo>
                  <a:lnTo>
                    <a:pt x="1220724" y="307848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6B92B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12"/>
          <p:cNvSpPr txBox="1"/>
          <p:nvPr/>
        </p:nvSpPr>
        <p:spPr>
          <a:xfrm>
            <a:off x="3530346" y="3121279"/>
            <a:ext cx="1039494" cy="106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45719" lvl="0" marL="4508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*Document  Classification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*Document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23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5138928" y="3125723"/>
            <a:ext cx="864235" cy="461665"/>
          </a:xfrm>
          <a:prstGeom prst="rect">
            <a:avLst/>
          </a:prstGeom>
          <a:solidFill>
            <a:srgbClr val="88B8EB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543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*Information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08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900928" y="3640835"/>
            <a:ext cx="650875" cy="368935"/>
          </a:xfrm>
          <a:custGeom>
            <a:rect b="b" l="l" r="r" t="t"/>
            <a:pathLst>
              <a:path extrusionOk="0" h="368935" w="650875">
                <a:moveTo>
                  <a:pt x="624077" y="0"/>
                </a:moveTo>
                <a:lnTo>
                  <a:pt x="100964" y="21843"/>
                </a:lnTo>
                <a:lnTo>
                  <a:pt x="0" y="314959"/>
                </a:lnTo>
                <a:lnTo>
                  <a:pt x="650748" y="368807"/>
                </a:lnTo>
                <a:lnTo>
                  <a:pt x="624077" y="0"/>
                </a:lnTo>
                <a:close/>
              </a:path>
            </a:pathLst>
          </a:custGeom>
          <a:solidFill>
            <a:srgbClr val="5A89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6016244" y="3626865"/>
            <a:ext cx="969772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3814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*Natural  Language  Processing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3165475" y="5345683"/>
            <a:ext cx="625475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Library and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2849879" y="5504688"/>
            <a:ext cx="1353820" cy="40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781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Sciences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907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 txBox="1"/>
          <p:nvPr/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6" name="Google Shape;286;p13"/>
          <p:cNvGraphicFramePr/>
          <p:nvPr/>
        </p:nvGraphicFramePr>
        <p:xfrm>
          <a:off x="712177" y="22512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860550"/>
                <a:gridCol w="1802125"/>
              </a:tblGrid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Area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Naïve bayes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831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831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Conditional random fields</a:t>
                      </a:r>
                      <a:endParaRPr/>
                    </a:p>
                  </a:txBody>
                  <a:tcPr marT="838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Information extraction</a:t>
                      </a:r>
                      <a:endParaRPr/>
                    </a:p>
                  </a:txBody>
                  <a:tcPr marT="838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Hidden Markov models</a:t>
                      </a:r>
                      <a:endParaRPr/>
                    </a:p>
                  </a:txBody>
                  <a:tcPr marT="838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Information extraction</a:t>
                      </a:r>
                      <a:endParaRPr/>
                    </a:p>
                  </a:txBody>
                  <a:tcPr marT="838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K-means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838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Clustering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838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Singular value decomposition (SVD)</a:t>
                      </a:r>
                      <a:endParaRPr/>
                    </a:p>
                  </a:txBody>
                  <a:tcPr marT="38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38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Logistic regression</a:t>
                      </a:r>
                      <a:endParaRPr/>
                    </a:p>
                  </a:txBody>
                  <a:tcPr marT="838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838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Decision trees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838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838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7" name="Google Shape;287;p13"/>
          <p:cNvGraphicFramePr/>
          <p:nvPr/>
        </p:nvGraphicFramePr>
        <p:xfrm>
          <a:off x="5147564" y="22512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953900"/>
                <a:gridCol w="2234575"/>
              </a:tblGrid>
              <a:tr h="38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Practice Area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291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Keyword search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219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Search and information retrieval</a:t>
                      </a:r>
                      <a:endParaRPr/>
                    </a:p>
                  </a:txBody>
                  <a:tcPr marT="1219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Inverted index</a:t>
                      </a:r>
                      <a:endParaRPr/>
                    </a:p>
                  </a:txBody>
                  <a:tcPr marT="1219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Search and information retrieval</a:t>
                      </a:r>
                      <a:endParaRPr/>
                    </a:p>
                  </a:txBody>
                  <a:tcPr marT="1219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clustering</a:t>
                      </a:r>
                      <a:endParaRPr/>
                    </a:p>
                  </a:txBody>
                  <a:tcPr marT="374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Clustering</a:t>
                      </a:r>
                      <a:endParaRPr/>
                    </a:p>
                  </a:txBody>
                  <a:tcPr marT="374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similarity</a:t>
                      </a:r>
                      <a:endParaRPr/>
                    </a:p>
                  </a:txBody>
                  <a:tcPr marT="381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Clustering</a:t>
                      </a:r>
                      <a:endParaRPr/>
                    </a:p>
                  </a:txBody>
                  <a:tcPr marT="381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Feature selection</a:t>
                      </a:r>
                      <a:endParaRPr/>
                    </a:p>
                  </a:txBody>
                  <a:tcPr marT="381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381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Sentiment analysis</a:t>
                      </a:r>
                      <a:endParaRPr/>
                    </a:p>
                  </a:txBody>
                  <a:tcPr marT="1251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9085" lvl="0" marL="845819" marR="53784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  Web mining</a:t>
                      </a:r>
                      <a:endParaRPr/>
                    </a:p>
                  </a:txBody>
                  <a:tcPr marT="3365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Dimensionality reduction</a:t>
                      </a:r>
                      <a:endParaRPr/>
                    </a:p>
                  </a:txBody>
                  <a:tcPr marT="1193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1193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47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eDiscovery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381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381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88" name="Google Shape;288;p13"/>
          <p:cNvGrpSpPr/>
          <p:nvPr/>
        </p:nvGrpSpPr>
        <p:grpSpPr>
          <a:xfrm>
            <a:off x="4518660" y="3592067"/>
            <a:ext cx="469900" cy="428625"/>
            <a:chOff x="4518660" y="3592067"/>
            <a:chExt cx="469900" cy="428625"/>
          </a:xfrm>
        </p:grpSpPr>
        <p:sp>
          <p:nvSpPr>
            <p:cNvPr id="289" name="Google Shape;289;p13"/>
            <p:cNvSpPr/>
            <p:nvPr/>
          </p:nvSpPr>
          <p:spPr>
            <a:xfrm>
              <a:off x="4518660" y="3592067"/>
              <a:ext cx="469900" cy="428625"/>
            </a:xfrm>
            <a:custGeom>
              <a:rect b="b" l="l" r="r" t="t"/>
              <a:pathLst>
                <a:path extrusionOk="0" h="428625" w="469900">
                  <a:moveTo>
                    <a:pt x="255269" y="0"/>
                  </a:moveTo>
                  <a:lnTo>
                    <a:pt x="255269" y="107061"/>
                  </a:lnTo>
                  <a:lnTo>
                    <a:pt x="0" y="107061"/>
                  </a:lnTo>
                  <a:lnTo>
                    <a:pt x="0" y="321183"/>
                  </a:lnTo>
                  <a:lnTo>
                    <a:pt x="255269" y="321183"/>
                  </a:lnTo>
                  <a:lnTo>
                    <a:pt x="255269" y="428244"/>
                  </a:lnTo>
                  <a:lnTo>
                    <a:pt x="469391" y="214122"/>
                  </a:lnTo>
                  <a:lnTo>
                    <a:pt x="255269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4518660" y="3592067"/>
              <a:ext cx="469900" cy="428625"/>
            </a:xfrm>
            <a:custGeom>
              <a:rect b="b" l="l" r="r" t="t"/>
              <a:pathLst>
                <a:path extrusionOk="0" h="428625" w="469900">
                  <a:moveTo>
                    <a:pt x="0" y="107061"/>
                  </a:moveTo>
                  <a:lnTo>
                    <a:pt x="255269" y="107061"/>
                  </a:lnTo>
                  <a:lnTo>
                    <a:pt x="255269" y="0"/>
                  </a:lnTo>
                  <a:lnTo>
                    <a:pt x="469391" y="214122"/>
                  </a:lnTo>
                  <a:lnTo>
                    <a:pt x="255269" y="428244"/>
                  </a:lnTo>
                  <a:lnTo>
                    <a:pt x="255269" y="321183"/>
                  </a:lnTo>
                  <a:lnTo>
                    <a:pt x="0" y="321183"/>
                  </a:lnTo>
                  <a:lnTo>
                    <a:pt x="0" y="107061"/>
                  </a:lnTo>
                  <a:close/>
                </a:path>
              </a:pathLst>
            </a:custGeom>
            <a:noFill/>
            <a:ln cap="flat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1" name="Google Shape;2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183" y="1903476"/>
            <a:ext cx="5866638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708" y="1519427"/>
            <a:ext cx="2490978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8002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/>
          <p:nvPr/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" name="Google Shape;303;p14"/>
          <p:cNvGraphicFramePr/>
          <p:nvPr/>
        </p:nvGraphicFramePr>
        <p:xfrm>
          <a:off x="712177" y="22512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826250"/>
                <a:gridCol w="1837050"/>
              </a:tblGrid>
              <a:tr h="32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Area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5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Neural network</a:t>
                      </a:r>
                      <a:endParaRPr/>
                    </a:p>
                  </a:txBody>
                  <a:tcPr marT="1562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1562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Support vector machines</a:t>
                      </a:r>
                      <a:endParaRPr/>
                    </a:p>
                  </a:txBody>
                  <a:tcPr marT="1562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1562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MARSplines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568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15685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Link analysis</a:t>
                      </a:r>
                      <a:endParaRPr/>
                    </a:p>
                  </a:txBody>
                  <a:tcPr marT="609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Concept extraction</a:t>
                      </a:r>
                      <a:endParaRPr/>
                    </a:p>
                  </a:txBody>
                  <a:tcPr marT="6095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k-nearest neighbors</a:t>
                      </a:r>
                      <a:endParaRPr/>
                    </a:p>
                  </a:txBody>
                  <a:tcPr marT="63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Document classification</a:t>
                      </a:r>
                      <a:endParaRPr/>
                    </a:p>
                  </a:txBody>
                  <a:tcPr marT="635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Word clustering</a:t>
                      </a:r>
                      <a:endParaRPr/>
                    </a:p>
                  </a:txBody>
                  <a:tcPr marT="527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Concept extraction</a:t>
                      </a:r>
                      <a:endParaRPr/>
                    </a:p>
                  </a:txBody>
                  <a:tcPr marT="527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Regression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343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classification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4" name="Google Shape;304;p14"/>
          <p:cNvGraphicFramePr/>
          <p:nvPr/>
        </p:nvGraphicFramePr>
        <p:xfrm>
          <a:off x="5089652" y="2249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2082800"/>
                <a:gridCol w="2179325"/>
              </a:tblGrid>
              <a:tr h="353050"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99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2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Practice Area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2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Web crawling</a:t>
                      </a:r>
                      <a:endParaRPr/>
                    </a:p>
                  </a:txBody>
                  <a:tcPr marT="431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Web mining</a:t>
                      </a:r>
                      <a:endParaRPr/>
                    </a:p>
                  </a:txBody>
                  <a:tcPr marT="431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Link analytics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31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Web mining</a:t>
                      </a:r>
                      <a:endParaRPr/>
                    </a:p>
                  </a:txBody>
                  <a:tcPr marT="431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Entity extraction</a:t>
                      </a:r>
                      <a:endParaRPr/>
                    </a:p>
                  </a:txBody>
                  <a:tcPr marT="431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Information extraction</a:t>
                      </a:r>
                      <a:endParaRPr/>
                    </a:p>
                  </a:txBody>
                  <a:tcPr marT="431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Link extraction</a:t>
                      </a:r>
                      <a:endParaRPr/>
                    </a:p>
                  </a:txBody>
                  <a:tcPr marT="431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Information extraction</a:t>
                      </a:r>
                      <a:endParaRPr/>
                    </a:p>
                  </a:txBody>
                  <a:tcPr marT="431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Part of speech tagging</a:t>
                      </a:r>
                      <a:endParaRPr/>
                    </a:p>
                  </a:txBody>
                  <a:tcPr marT="1073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Natural language processing</a:t>
                      </a:r>
                      <a:endParaRPr/>
                    </a:p>
                  </a:txBody>
                  <a:tcPr marT="1073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Tokenization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20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Natural language processing</a:t>
                      </a:r>
                      <a:endParaRPr/>
                    </a:p>
                  </a:txBody>
                  <a:tcPr marT="520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Question answering</a:t>
                      </a:r>
                      <a:endParaRPr/>
                    </a:p>
                  </a:txBody>
                  <a:tcPr marT="507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Natural language processing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Search and information retrieval</a:t>
                      </a:r>
                      <a:endParaRPr/>
                    </a:p>
                  </a:txBody>
                  <a:tcPr marT="127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Topic modeling</a:t>
                      </a:r>
                      <a:endParaRPr/>
                    </a:p>
                  </a:txBody>
                  <a:tcPr marT="438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Concept extraction</a:t>
                      </a:r>
                      <a:endParaRPr/>
                    </a:p>
                  </a:txBody>
                  <a:tcPr marT="438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350"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Synonym identification</a:t>
                      </a:r>
                      <a:endParaRPr/>
                    </a:p>
                  </a:txBody>
                  <a:tcPr marT="438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Concept extraction</a:t>
                      </a:r>
                      <a:endParaRPr/>
                    </a:p>
                  </a:txBody>
                  <a:tcPr marT="438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1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708" y="1519427"/>
            <a:ext cx="2524506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14"/>
          <p:cNvGrpSpPr/>
          <p:nvPr/>
        </p:nvGrpSpPr>
        <p:grpSpPr>
          <a:xfrm>
            <a:off x="4498848" y="3625595"/>
            <a:ext cx="467995" cy="429895"/>
            <a:chOff x="4498848" y="3625595"/>
            <a:chExt cx="467995" cy="429895"/>
          </a:xfrm>
        </p:grpSpPr>
        <p:sp>
          <p:nvSpPr>
            <p:cNvPr id="308" name="Google Shape;308;p14"/>
            <p:cNvSpPr/>
            <p:nvPr/>
          </p:nvSpPr>
          <p:spPr>
            <a:xfrm>
              <a:off x="4498848" y="3625595"/>
              <a:ext cx="467995" cy="429895"/>
            </a:xfrm>
            <a:custGeom>
              <a:rect b="b" l="l" r="r" t="t"/>
              <a:pathLst>
                <a:path extrusionOk="0" h="429895" w="467995">
                  <a:moveTo>
                    <a:pt x="252984" y="0"/>
                  </a:moveTo>
                  <a:lnTo>
                    <a:pt x="252984" y="107441"/>
                  </a:lnTo>
                  <a:lnTo>
                    <a:pt x="0" y="107441"/>
                  </a:lnTo>
                  <a:lnTo>
                    <a:pt x="0" y="322325"/>
                  </a:lnTo>
                  <a:lnTo>
                    <a:pt x="252984" y="322325"/>
                  </a:lnTo>
                  <a:lnTo>
                    <a:pt x="252984" y="429767"/>
                  </a:lnTo>
                  <a:lnTo>
                    <a:pt x="467867" y="214883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4498848" y="3625595"/>
              <a:ext cx="467995" cy="429895"/>
            </a:xfrm>
            <a:custGeom>
              <a:rect b="b" l="l" r="r" t="t"/>
              <a:pathLst>
                <a:path extrusionOk="0" h="429895" w="467995">
                  <a:moveTo>
                    <a:pt x="0" y="107441"/>
                  </a:moveTo>
                  <a:lnTo>
                    <a:pt x="252984" y="107441"/>
                  </a:lnTo>
                  <a:lnTo>
                    <a:pt x="252984" y="0"/>
                  </a:lnTo>
                  <a:lnTo>
                    <a:pt x="467867" y="214883"/>
                  </a:lnTo>
                  <a:lnTo>
                    <a:pt x="252984" y="429767"/>
                  </a:lnTo>
                  <a:lnTo>
                    <a:pt x="252984" y="322325"/>
                  </a:lnTo>
                  <a:lnTo>
                    <a:pt x="0" y="322325"/>
                  </a:lnTo>
                  <a:lnTo>
                    <a:pt x="0" y="107441"/>
                  </a:lnTo>
                  <a:close/>
                </a:path>
              </a:pathLst>
            </a:custGeom>
            <a:noFill/>
            <a:ln cap="flat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0" name="Google Shape;3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183" y="1903476"/>
            <a:ext cx="5898642" cy="16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798" y="6524434"/>
            <a:ext cx="6014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 txBox="1"/>
          <p:nvPr>
            <p:ph type="title"/>
          </p:nvPr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" y="2101595"/>
            <a:ext cx="5449824" cy="399745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 txBox="1"/>
          <p:nvPr/>
        </p:nvSpPr>
        <p:spPr>
          <a:xfrm>
            <a:off x="2546095" y="3163061"/>
            <a:ext cx="48323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2069" lvl="0" marL="6413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 Retrieval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1925573" y="3775075"/>
            <a:ext cx="48323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9209" lvl="0" marL="4127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 Extraction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2009648" y="4644644"/>
            <a:ext cx="42354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4063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  Extraction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2723133" y="5021707"/>
            <a:ext cx="4648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1269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Natural  Language  Processing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2655189" y="4151503"/>
            <a:ext cx="10483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Mining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 txBox="1"/>
          <p:nvPr/>
        </p:nvSpPr>
        <p:spPr>
          <a:xfrm>
            <a:off x="3756405" y="3381502"/>
            <a:ext cx="46164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 Mining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4075938" y="4172203"/>
            <a:ext cx="55499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1665223" y="2327909"/>
            <a:ext cx="2227580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7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3299F"/>
                </a:solidFill>
                <a:latin typeface="Arial"/>
                <a:ea typeface="Arial"/>
                <a:cs typeface="Arial"/>
                <a:sym typeface="Arial"/>
              </a:rPr>
              <a:t>TEXT ANALYTICS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Matching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1387221" y="3026791"/>
            <a:ext cx="824865" cy="44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Optimization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97180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Inverted Index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984605" y="3610102"/>
            <a:ext cx="904875" cy="65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Entity Extraction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8895" lvl="0" marL="60960" marR="5080" rtl="0" algn="l">
              <a:lnSpc>
                <a:spcPct val="22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Co-reference  Relationship Extraction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1383030" y="4463922"/>
            <a:ext cx="44704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Colocations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1031544" y="4728464"/>
            <a:ext cx="988060" cy="413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Word Association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9146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 Analysis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1955038" y="5195417"/>
            <a:ext cx="683260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2080" lvl="0" marL="144780" marR="5080" rtl="0" algn="l">
              <a:lnSpc>
                <a:spcPct val="15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Tokenization  Lemmatization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2816732" y="5675172"/>
            <a:ext cx="877569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Part-of-Speech Tagging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4229480" y="4777485"/>
            <a:ext cx="75501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Similarity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3739134" y="4898892"/>
            <a:ext cx="117475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Clustering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0640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Clustering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4486402" y="4411217"/>
            <a:ext cx="93345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Categorization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4964684" y="4173728"/>
            <a:ext cx="56959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Alert Detection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9" name="Google Shape;339;p15"/>
          <p:cNvSpPr txBox="1"/>
          <p:nvPr/>
        </p:nvSpPr>
        <p:spPr>
          <a:xfrm>
            <a:off x="4522089" y="3932935"/>
            <a:ext cx="68834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Ranking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4515739" y="3256534"/>
            <a:ext cx="9594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 Analytics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4775" marR="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 Structure Analysis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4244085" y="3001136"/>
            <a:ext cx="72517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 Content Mining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42" name="Google Shape;342;p15"/>
          <p:cNvGrpSpPr/>
          <p:nvPr/>
        </p:nvGrpSpPr>
        <p:grpSpPr>
          <a:xfrm>
            <a:off x="1095755" y="2002535"/>
            <a:ext cx="8243443" cy="3063748"/>
            <a:chOff x="1095755" y="2002535"/>
            <a:chExt cx="8243443" cy="3063748"/>
          </a:xfrm>
        </p:grpSpPr>
        <p:sp>
          <p:nvSpPr>
            <p:cNvPr id="343" name="Google Shape;343;p15"/>
            <p:cNvSpPr/>
            <p:nvPr/>
          </p:nvSpPr>
          <p:spPr>
            <a:xfrm>
              <a:off x="1095755" y="2002535"/>
              <a:ext cx="4163695" cy="330835"/>
            </a:xfrm>
            <a:custGeom>
              <a:rect b="b" l="l" r="r" t="t"/>
              <a:pathLst>
                <a:path extrusionOk="0" h="330835" w="4163695">
                  <a:moveTo>
                    <a:pt x="3998214" y="0"/>
                  </a:moveTo>
                  <a:lnTo>
                    <a:pt x="3998214" y="82676"/>
                  </a:lnTo>
                  <a:lnTo>
                    <a:pt x="0" y="82676"/>
                  </a:lnTo>
                  <a:lnTo>
                    <a:pt x="0" y="248030"/>
                  </a:lnTo>
                  <a:lnTo>
                    <a:pt x="3998214" y="248030"/>
                  </a:lnTo>
                  <a:lnTo>
                    <a:pt x="3998214" y="330708"/>
                  </a:lnTo>
                  <a:lnTo>
                    <a:pt x="4163568" y="165353"/>
                  </a:lnTo>
                  <a:lnTo>
                    <a:pt x="3998214" y="0"/>
                  </a:lnTo>
                  <a:close/>
                </a:path>
              </a:pathLst>
            </a:custGeom>
            <a:solidFill>
              <a:srgbClr val="DAE2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1095755" y="2002535"/>
              <a:ext cx="4163695" cy="330835"/>
            </a:xfrm>
            <a:custGeom>
              <a:rect b="b" l="l" r="r" t="t"/>
              <a:pathLst>
                <a:path extrusionOk="0" h="330835" w="4163695">
                  <a:moveTo>
                    <a:pt x="0" y="82676"/>
                  </a:moveTo>
                  <a:lnTo>
                    <a:pt x="3998214" y="82676"/>
                  </a:lnTo>
                  <a:lnTo>
                    <a:pt x="3998214" y="0"/>
                  </a:lnTo>
                  <a:lnTo>
                    <a:pt x="4163568" y="165353"/>
                  </a:lnTo>
                  <a:lnTo>
                    <a:pt x="3998214" y="330708"/>
                  </a:lnTo>
                  <a:lnTo>
                    <a:pt x="3998214" y="248030"/>
                  </a:lnTo>
                  <a:lnTo>
                    <a:pt x="0" y="248030"/>
                  </a:lnTo>
                  <a:lnTo>
                    <a:pt x="0" y="82676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5571744" y="3110483"/>
              <a:ext cx="3767454" cy="1955800"/>
            </a:xfrm>
            <a:custGeom>
              <a:rect b="b" l="l" r="r" t="t"/>
              <a:pathLst>
                <a:path extrusionOk="0" h="1955800" w="3767454">
                  <a:moveTo>
                    <a:pt x="3651250" y="0"/>
                  </a:moveTo>
                  <a:lnTo>
                    <a:pt x="720343" y="0"/>
                  </a:lnTo>
                  <a:lnTo>
                    <a:pt x="675203" y="9120"/>
                  </a:lnTo>
                  <a:lnTo>
                    <a:pt x="638301" y="34004"/>
                  </a:lnTo>
                  <a:lnTo>
                    <a:pt x="613402" y="70937"/>
                  </a:lnTo>
                  <a:lnTo>
                    <a:pt x="604265" y="116204"/>
                  </a:lnTo>
                  <a:lnTo>
                    <a:pt x="604265" y="784605"/>
                  </a:lnTo>
                  <a:lnTo>
                    <a:pt x="243966" y="784605"/>
                  </a:lnTo>
                  <a:lnTo>
                    <a:pt x="243966" y="662558"/>
                  </a:lnTo>
                  <a:lnTo>
                    <a:pt x="0" y="906779"/>
                  </a:lnTo>
                  <a:lnTo>
                    <a:pt x="243966" y="1150873"/>
                  </a:lnTo>
                  <a:lnTo>
                    <a:pt x="243966" y="1028826"/>
                  </a:lnTo>
                  <a:lnTo>
                    <a:pt x="604265" y="1028826"/>
                  </a:lnTo>
                  <a:lnTo>
                    <a:pt x="604265" y="1839086"/>
                  </a:lnTo>
                  <a:lnTo>
                    <a:pt x="613402" y="1884354"/>
                  </a:lnTo>
                  <a:lnTo>
                    <a:pt x="638301" y="1921287"/>
                  </a:lnTo>
                  <a:lnTo>
                    <a:pt x="675203" y="1946171"/>
                  </a:lnTo>
                  <a:lnTo>
                    <a:pt x="720343" y="1955291"/>
                  </a:lnTo>
                  <a:lnTo>
                    <a:pt x="3651250" y="1955291"/>
                  </a:lnTo>
                  <a:lnTo>
                    <a:pt x="3696444" y="1946171"/>
                  </a:lnTo>
                  <a:lnTo>
                    <a:pt x="3733339" y="1921287"/>
                  </a:lnTo>
                  <a:lnTo>
                    <a:pt x="3758209" y="1884354"/>
                  </a:lnTo>
                  <a:lnTo>
                    <a:pt x="3767328" y="1839086"/>
                  </a:lnTo>
                  <a:lnTo>
                    <a:pt x="3767328" y="116204"/>
                  </a:lnTo>
                  <a:lnTo>
                    <a:pt x="3758209" y="70937"/>
                  </a:lnTo>
                  <a:lnTo>
                    <a:pt x="3733339" y="34004"/>
                  </a:lnTo>
                  <a:lnTo>
                    <a:pt x="3696444" y="9120"/>
                  </a:lnTo>
                  <a:lnTo>
                    <a:pt x="3651250" y="0"/>
                  </a:lnTo>
                  <a:close/>
                </a:path>
              </a:pathLst>
            </a:custGeom>
            <a:solidFill>
              <a:srgbClr val="DAE2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5571744" y="3110483"/>
              <a:ext cx="3767454" cy="1955800"/>
            </a:xfrm>
            <a:custGeom>
              <a:rect b="b" l="l" r="r" t="t"/>
              <a:pathLst>
                <a:path extrusionOk="0" h="1955800" w="3767454">
                  <a:moveTo>
                    <a:pt x="720343" y="0"/>
                  </a:moveTo>
                  <a:lnTo>
                    <a:pt x="3651250" y="0"/>
                  </a:lnTo>
                  <a:lnTo>
                    <a:pt x="3696444" y="9120"/>
                  </a:lnTo>
                  <a:lnTo>
                    <a:pt x="3733339" y="34004"/>
                  </a:lnTo>
                  <a:lnTo>
                    <a:pt x="3758209" y="70937"/>
                  </a:lnTo>
                  <a:lnTo>
                    <a:pt x="3767328" y="116204"/>
                  </a:lnTo>
                  <a:lnTo>
                    <a:pt x="3767328" y="1839086"/>
                  </a:lnTo>
                  <a:lnTo>
                    <a:pt x="3758209" y="1884354"/>
                  </a:lnTo>
                  <a:lnTo>
                    <a:pt x="3733339" y="1921287"/>
                  </a:lnTo>
                  <a:lnTo>
                    <a:pt x="3696444" y="1946171"/>
                  </a:lnTo>
                  <a:lnTo>
                    <a:pt x="3651250" y="1955291"/>
                  </a:lnTo>
                  <a:lnTo>
                    <a:pt x="720343" y="1955291"/>
                  </a:lnTo>
                  <a:lnTo>
                    <a:pt x="675203" y="1946171"/>
                  </a:lnTo>
                  <a:lnTo>
                    <a:pt x="638301" y="1921287"/>
                  </a:lnTo>
                  <a:lnTo>
                    <a:pt x="613402" y="1884354"/>
                  </a:lnTo>
                  <a:lnTo>
                    <a:pt x="604265" y="1839086"/>
                  </a:lnTo>
                  <a:lnTo>
                    <a:pt x="604265" y="1028826"/>
                  </a:lnTo>
                  <a:lnTo>
                    <a:pt x="243966" y="1028826"/>
                  </a:lnTo>
                  <a:lnTo>
                    <a:pt x="243966" y="1150873"/>
                  </a:lnTo>
                  <a:lnTo>
                    <a:pt x="0" y="906779"/>
                  </a:lnTo>
                  <a:lnTo>
                    <a:pt x="243966" y="662558"/>
                  </a:lnTo>
                  <a:lnTo>
                    <a:pt x="243966" y="784605"/>
                  </a:lnTo>
                  <a:lnTo>
                    <a:pt x="604265" y="784605"/>
                  </a:lnTo>
                  <a:lnTo>
                    <a:pt x="604265" y="116204"/>
                  </a:lnTo>
                  <a:lnTo>
                    <a:pt x="613402" y="70937"/>
                  </a:lnTo>
                  <a:lnTo>
                    <a:pt x="638301" y="34004"/>
                  </a:lnTo>
                  <a:lnTo>
                    <a:pt x="675203" y="9120"/>
                  </a:lnTo>
                  <a:lnTo>
                    <a:pt x="720343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6573011" y="3243071"/>
              <a:ext cx="848994" cy="330835"/>
            </a:xfrm>
            <a:custGeom>
              <a:rect b="b" l="l" r="r" t="t"/>
              <a:pathLst>
                <a:path extrusionOk="0" h="330835" w="848995">
                  <a:moveTo>
                    <a:pt x="793750" y="0"/>
                  </a:moveTo>
                  <a:lnTo>
                    <a:pt x="55118" y="0"/>
                  </a:lnTo>
                  <a:lnTo>
                    <a:pt x="33647" y="4325"/>
                  </a:lnTo>
                  <a:lnTo>
                    <a:pt x="16129" y="16128"/>
                  </a:lnTo>
                  <a:lnTo>
                    <a:pt x="4325" y="33647"/>
                  </a:lnTo>
                  <a:lnTo>
                    <a:pt x="0" y="55117"/>
                  </a:lnTo>
                  <a:lnTo>
                    <a:pt x="0" y="275589"/>
                  </a:lnTo>
                  <a:lnTo>
                    <a:pt x="4325" y="297060"/>
                  </a:lnTo>
                  <a:lnTo>
                    <a:pt x="16129" y="314578"/>
                  </a:lnTo>
                  <a:lnTo>
                    <a:pt x="33647" y="326382"/>
                  </a:lnTo>
                  <a:lnTo>
                    <a:pt x="55118" y="330707"/>
                  </a:lnTo>
                  <a:lnTo>
                    <a:pt x="793750" y="330707"/>
                  </a:lnTo>
                  <a:lnTo>
                    <a:pt x="815220" y="326382"/>
                  </a:lnTo>
                  <a:lnTo>
                    <a:pt x="832739" y="314578"/>
                  </a:lnTo>
                  <a:lnTo>
                    <a:pt x="844542" y="297060"/>
                  </a:lnTo>
                  <a:lnTo>
                    <a:pt x="848868" y="275589"/>
                  </a:lnTo>
                  <a:lnTo>
                    <a:pt x="848868" y="55117"/>
                  </a:lnTo>
                  <a:lnTo>
                    <a:pt x="844542" y="33647"/>
                  </a:lnTo>
                  <a:lnTo>
                    <a:pt x="832739" y="16128"/>
                  </a:lnTo>
                  <a:lnTo>
                    <a:pt x="815220" y="4325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C9EB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6573011" y="3243071"/>
              <a:ext cx="848994" cy="330835"/>
            </a:xfrm>
            <a:custGeom>
              <a:rect b="b" l="l" r="r" t="t"/>
              <a:pathLst>
                <a:path extrusionOk="0" h="330835" w="848995">
                  <a:moveTo>
                    <a:pt x="0" y="55117"/>
                  </a:moveTo>
                  <a:lnTo>
                    <a:pt x="4325" y="33647"/>
                  </a:lnTo>
                  <a:lnTo>
                    <a:pt x="16129" y="16128"/>
                  </a:lnTo>
                  <a:lnTo>
                    <a:pt x="33647" y="4325"/>
                  </a:lnTo>
                  <a:lnTo>
                    <a:pt x="55118" y="0"/>
                  </a:lnTo>
                  <a:lnTo>
                    <a:pt x="793750" y="0"/>
                  </a:lnTo>
                  <a:lnTo>
                    <a:pt x="815220" y="4325"/>
                  </a:lnTo>
                  <a:lnTo>
                    <a:pt x="832739" y="16128"/>
                  </a:lnTo>
                  <a:lnTo>
                    <a:pt x="844542" y="33647"/>
                  </a:lnTo>
                  <a:lnTo>
                    <a:pt x="848868" y="55117"/>
                  </a:lnTo>
                  <a:lnTo>
                    <a:pt x="848868" y="275589"/>
                  </a:lnTo>
                  <a:lnTo>
                    <a:pt x="844542" y="297060"/>
                  </a:lnTo>
                  <a:lnTo>
                    <a:pt x="832739" y="314578"/>
                  </a:lnTo>
                  <a:lnTo>
                    <a:pt x="815220" y="326382"/>
                  </a:lnTo>
                  <a:lnTo>
                    <a:pt x="793750" y="330707"/>
                  </a:lnTo>
                  <a:lnTo>
                    <a:pt x="55118" y="330707"/>
                  </a:lnTo>
                  <a:lnTo>
                    <a:pt x="33647" y="326382"/>
                  </a:lnTo>
                  <a:lnTo>
                    <a:pt x="16129" y="314578"/>
                  </a:lnTo>
                  <a:lnTo>
                    <a:pt x="4325" y="297060"/>
                  </a:lnTo>
                  <a:lnTo>
                    <a:pt x="0" y="275589"/>
                  </a:lnTo>
                  <a:lnTo>
                    <a:pt x="0" y="55117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15"/>
          <p:cNvSpPr txBox="1"/>
          <p:nvPr/>
        </p:nvSpPr>
        <p:spPr>
          <a:xfrm>
            <a:off x="6757161" y="3303778"/>
            <a:ext cx="4819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Statistics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0" name="Google Shape;350;p15"/>
          <p:cNvGrpSpPr/>
          <p:nvPr/>
        </p:nvGrpSpPr>
        <p:grpSpPr>
          <a:xfrm>
            <a:off x="7539228" y="3252216"/>
            <a:ext cx="1472565" cy="330835"/>
            <a:chOff x="7539228" y="3252216"/>
            <a:chExt cx="1472565" cy="330835"/>
          </a:xfrm>
        </p:grpSpPr>
        <p:sp>
          <p:nvSpPr>
            <p:cNvPr id="351" name="Google Shape;351;p15"/>
            <p:cNvSpPr/>
            <p:nvPr/>
          </p:nvSpPr>
          <p:spPr>
            <a:xfrm>
              <a:off x="7539228" y="3252216"/>
              <a:ext cx="1472565" cy="330835"/>
            </a:xfrm>
            <a:custGeom>
              <a:rect b="b" l="l" r="r" t="t"/>
              <a:pathLst>
                <a:path extrusionOk="0" h="330835" w="1472565">
                  <a:moveTo>
                    <a:pt x="1417066" y="0"/>
                  </a:moveTo>
                  <a:lnTo>
                    <a:pt x="55118" y="0"/>
                  </a:lnTo>
                  <a:lnTo>
                    <a:pt x="33647" y="4325"/>
                  </a:lnTo>
                  <a:lnTo>
                    <a:pt x="16129" y="16129"/>
                  </a:lnTo>
                  <a:lnTo>
                    <a:pt x="4325" y="33647"/>
                  </a:lnTo>
                  <a:lnTo>
                    <a:pt x="0" y="55118"/>
                  </a:lnTo>
                  <a:lnTo>
                    <a:pt x="0" y="275589"/>
                  </a:lnTo>
                  <a:lnTo>
                    <a:pt x="4325" y="297060"/>
                  </a:lnTo>
                  <a:lnTo>
                    <a:pt x="16129" y="314579"/>
                  </a:lnTo>
                  <a:lnTo>
                    <a:pt x="33647" y="326382"/>
                  </a:lnTo>
                  <a:lnTo>
                    <a:pt x="55118" y="330708"/>
                  </a:lnTo>
                  <a:lnTo>
                    <a:pt x="1417066" y="330708"/>
                  </a:lnTo>
                  <a:lnTo>
                    <a:pt x="1438536" y="326382"/>
                  </a:lnTo>
                  <a:lnTo>
                    <a:pt x="1456054" y="314578"/>
                  </a:lnTo>
                  <a:lnTo>
                    <a:pt x="1467858" y="297060"/>
                  </a:lnTo>
                  <a:lnTo>
                    <a:pt x="1472183" y="275589"/>
                  </a:lnTo>
                  <a:lnTo>
                    <a:pt x="1472183" y="55118"/>
                  </a:lnTo>
                  <a:lnTo>
                    <a:pt x="1467858" y="33647"/>
                  </a:lnTo>
                  <a:lnTo>
                    <a:pt x="1456054" y="16128"/>
                  </a:lnTo>
                  <a:lnTo>
                    <a:pt x="1438536" y="4325"/>
                  </a:lnTo>
                  <a:lnTo>
                    <a:pt x="141706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7539228" y="3252216"/>
              <a:ext cx="1472565" cy="330835"/>
            </a:xfrm>
            <a:custGeom>
              <a:rect b="b" l="l" r="r" t="t"/>
              <a:pathLst>
                <a:path extrusionOk="0" h="330835" w="1472565">
                  <a:moveTo>
                    <a:pt x="0" y="55118"/>
                  </a:moveTo>
                  <a:lnTo>
                    <a:pt x="4325" y="33647"/>
                  </a:lnTo>
                  <a:lnTo>
                    <a:pt x="16129" y="16129"/>
                  </a:lnTo>
                  <a:lnTo>
                    <a:pt x="33647" y="4325"/>
                  </a:lnTo>
                  <a:lnTo>
                    <a:pt x="55118" y="0"/>
                  </a:lnTo>
                  <a:lnTo>
                    <a:pt x="1417066" y="0"/>
                  </a:lnTo>
                  <a:lnTo>
                    <a:pt x="1438536" y="4325"/>
                  </a:lnTo>
                  <a:lnTo>
                    <a:pt x="1456054" y="16128"/>
                  </a:lnTo>
                  <a:lnTo>
                    <a:pt x="1467858" y="33647"/>
                  </a:lnTo>
                  <a:lnTo>
                    <a:pt x="1472183" y="55118"/>
                  </a:lnTo>
                  <a:lnTo>
                    <a:pt x="1472183" y="275589"/>
                  </a:lnTo>
                  <a:lnTo>
                    <a:pt x="1467858" y="297060"/>
                  </a:lnTo>
                  <a:lnTo>
                    <a:pt x="1456054" y="314578"/>
                  </a:lnTo>
                  <a:lnTo>
                    <a:pt x="1438536" y="326382"/>
                  </a:lnTo>
                  <a:lnTo>
                    <a:pt x="1417066" y="330708"/>
                  </a:lnTo>
                  <a:lnTo>
                    <a:pt x="55118" y="330708"/>
                  </a:lnTo>
                  <a:lnTo>
                    <a:pt x="33647" y="326382"/>
                  </a:lnTo>
                  <a:lnTo>
                    <a:pt x="16129" y="314579"/>
                  </a:lnTo>
                  <a:lnTo>
                    <a:pt x="4325" y="297060"/>
                  </a:lnTo>
                  <a:lnTo>
                    <a:pt x="0" y="275589"/>
                  </a:lnTo>
                  <a:lnTo>
                    <a:pt x="0" y="55118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15"/>
          <p:cNvSpPr txBox="1"/>
          <p:nvPr/>
        </p:nvSpPr>
        <p:spPr>
          <a:xfrm>
            <a:off x="7553388" y="3312109"/>
            <a:ext cx="14439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Machine Learning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4" name="Google Shape;354;p15"/>
          <p:cNvGrpSpPr/>
          <p:nvPr/>
        </p:nvGrpSpPr>
        <p:grpSpPr>
          <a:xfrm>
            <a:off x="6906768" y="3677411"/>
            <a:ext cx="1714500" cy="332740"/>
            <a:chOff x="6906768" y="3677411"/>
            <a:chExt cx="1714500" cy="332740"/>
          </a:xfrm>
        </p:grpSpPr>
        <p:sp>
          <p:nvSpPr>
            <p:cNvPr id="355" name="Google Shape;355;p15"/>
            <p:cNvSpPr/>
            <p:nvPr/>
          </p:nvSpPr>
          <p:spPr>
            <a:xfrm>
              <a:off x="6906768" y="3677411"/>
              <a:ext cx="1714500" cy="332740"/>
            </a:xfrm>
            <a:custGeom>
              <a:rect b="b" l="l" r="r" t="t"/>
              <a:pathLst>
                <a:path extrusionOk="0" h="332739" w="1714500">
                  <a:moveTo>
                    <a:pt x="1659127" y="0"/>
                  </a:moveTo>
                  <a:lnTo>
                    <a:pt x="55372" y="0"/>
                  </a:lnTo>
                  <a:lnTo>
                    <a:pt x="33807" y="4347"/>
                  </a:lnTo>
                  <a:lnTo>
                    <a:pt x="16208" y="16208"/>
                  </a:lnTo>
                  <a:lnTo>
                    <a:pt x="4347" y="33807"/>
                  </a:lnTo>
                  <a:lnTo>
                    <a:pt x="0" y="55371"/>
                  </a:lnTo>
                  <a:lnTo>
                    <a:pt x="0" y="276860"/>
                  </a:lnTo>
                  <a:lnTo>
                    <a:pt x="4347" y="298424"/>
                  </a:lnTo>
                  <a:lnTo>
                    <a:pt x="16208" y="316023"/>
                  </a:lnTo>
                  <a:lnTo>
                    <a:pt x="33807" y="327884"/>
                  </a:lnTo>
                  <a:lnTo>
                    <a:pt x="55372" y="332231"/>
                  </a:lnTo>
                  <a:lnTo>
                    <a:pt x="1659127" y="332231"/>
                  </a:lnTo>
                  <a:lnTo>
                    <a:pt x="1680692" y="327884"/>
                  </a:lnTo>
                  <a:lnTo>
                    <a:pt x="1698291" y="316023"/>
                  </a:lnTo>
                  <a:lnTo>
                    <a:pt x="1710152" y="298424"/>
                  </a:lnTo>
                  <a:lnTo>
                    <a:pt x="1714500" y="276860"/>
                  </a:lnTo>
                  <a:lnTo>
                    <a:pt x="1714500" y="55371"/>
                  </a:lnTo>
                  <a:lnTo>
                    <a:pt x="1710152" y="33807"/>
                  </a:lnTo>
                  <a:lnTo>
                    <a:pt x="1698291" y="16208"/>
                  </a:lnTo>
                  <a:lnTo>
                    <a:pt x="1680692" y="4347"/>
                  </a:lnTo>
                  <a:lnTo>
                    <a:pt x="1659127" y="0"/>
                  </a:lnTo>
                  <a:close/>
                </a:path>
              </a:pathLst>
            </a:custGeom>
            <a:solidFill>
              <a:srgbClr val="A7F3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6906768" y="3677411"/>
              <a:ext cx="1714500" cy="332740"/>
            </a:xfrm>
            <a:custGeom>
              <a:rect b="b" l="l" r="r" t="t"/>
              <a:pathLst>
                <a:path extrusionOk="0" h="332739" w="1714500">
                  <a:moveTo>
                    <a:pt x="0" y="55371"/>
                  </a:moveTo>
                  <a:lnTo>
                    <a:pt x="4347" y="33807"/>
                  </a:lnTo>
                  <a:lnTo>
                    <a:pt x="16208" y="16208"/>
                  </a:lnTo>
                  <a:lnTo>
                    <a:pt x="33807" y="4347"/>
                  </a:lnTo>
                  <a:lnTo>
                    <a:pt x="55372" y="0"/>
                  </a:lnTo>
                  <a:lnTo>
                    <a:pt x="1659127" y="0"/>
                  </a:lnTo>
                  <a:lnTo>
                    <a:pt x="1680692" y="4347"/>
                  </a:lnTo>
                  <a:lnTo>
                    <a:pt x="1698291" y="16208"/>
                  </a:lnTo>
                  <a:lnTo>
                    <a:pt x="1710152" y="33807"/>
                  </a:lnTo>
                  <a:lnTo>
                    <a:pt x="1714500" y="55371"/>
                  </a:lnTo>
                  <a:lnTo>
                    <a:pt x="1714500" y="276860"/>
                  </a:lnTo>
                  <a:lnTo>
                    <a:pt x="1710152" y="298424"/>
                  </a:lnTo>
                  <a:lnTo>
                    <a:pt x="1698291" y="316023"/>
                  </a:lnTo>
                  <a:lnTo>
                    <a:pt x="1680692" y="327884"/>
                  </a:lnTo>
                  <a:lnTo>
                    <a:pt x="1659127" y="332231"/>
                  </a:lnTo>
                  <a:lnTo>
                    <a:pt x="55372" y="332231"/>
                  </a:lnTo>
                  <a:lnTo>
                    <a:pt x="33807" y="327884"/>
                  </a:lnTo>
                  <a:lnTo>
                    <a:pt x="16208" y="316023"/>
                  </a:lnTo>
                  <a:lnTo>
                    <a:pt x="4347" y="298424"/>
                  </a:lnTo>
                  <a:lnTo>
                    <a:pt x="0" y="276860"/>
                  </a:lnTo>
                  <a:lnTo>
                    <a:pt x="0" y="55371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15"/>
          <p:cNvSpPr txBox="1"/>
          <p:nvPr/>
        </p:nvSpPr>
        <p:spPr>
          <a:xfrm>
            <a:off x="6920968" y="3738498"/>
            <a:ext cx="16865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390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Management Science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8" name="Google Shape;358;p15"/>
          <p:cNvGrpSpPr/>
          <p:nvPr/>
        </p:nvGrpSpPr>
        <p:grpSpPr>
          <a:xfrm>
            <a:off x="6310884" y="4125467"/>
            <a:ext cx="2913888" cy="792607"/>
            <a:chOff x="6310884" y="4125467"/>
            <a:chExt cx="2913888" cy="792607"/>
          </a:xfrm>
        </p:grpSpPr>
        <p:sp>
          <p:nvSpPr>
            <p:cNvPr id="359" name="Google Shape;359;p15"/>
            <p:cNvSpPr/>
            <p:nvPr/>
          </p:nvSpPr>
          <p:spPr>
            <a:xfrm>
              <a:off x="7792212" y="4579619"/>
              <a:ext cx="1432560" cy="330835"/>
            </a:xfrm>
            <a:custGeom>
              <a:rect b="b" l="l" r="r" t="t"/>
              <a:pathLst>
                <a:path extrusionOk="0" h="330835" w="1432559">
                  <a:moveTo>
                    <a:pt x="1377442" y="0"/>
                  </a:moveTo>
                  <a:lnTo>
                    <a:pt x="55118" y="0"/>
                  </a:lnTo>
                  <a:lnTo>
                    <a:pt x="33647" y="4325"/>
                  </a:lnTo>
                  <a:lnTo>
                    <a:pt x="16129" y="16128"/>
                  </a:lnTo>
                  <a:lnTo>
                    <a:pt x="4325" y="33647"/>
                  </a:lnTo>
                  <a:lnTo>
                    <a:pt x="0" y="55117"/>
                  </a:lnTo>
                  <a:lnTo>
                    <a:pt x="0" y="275589"/>
                  </a:lnTo>
                  <a:lnTo>
                    <a:pt x="4325" y="297060"/>
                  </a:lnTo>
                  <a:lnTo>
                    <a:pt x="16129" y="314578"/>
                  </a:lnTo>
                  <a:lnTo>
                    <a:pt x="33647" y="326382"/>
                  </a:lnTo>
                  <a:lnTo>
                    <a:pt x="55118" y="330707"/>
                  </a:lnTo>
                  <a:lnTo>
                    <a:pt x="1377442" y="330707"/>
                  </a:lnTo>
                  <a:lnTo>
                    <a:pt x="1398912" y="326382"/>
                  </a:lnTo>
                  <a:lnTo>
                    <a:pt x="1416430" y="314578"/>
                  </a:lnTo>
                  <a:lnTo>
                    <a:pt x="1428234" y="297060"/>
                  </a:lnTo>
                  <a:lnTo>
                    <a:pt x="1432560" y="275589"/>
                  </a:lnTo>
                  <a:lnTo>
                    <a:pt x="1432560" y="55117"/>
                  </a:lnTo>
                  <a:lnTo>
                    <a:pt x="1428234" y="33647"/>
                  </a:lnTo>
                  <a:lnTo>
                    <a:pt x="1416430" y="16128"/>
                  </a:lnTo>
                  <a:lnTo>
                    <a:pt x="1398912" y="4325"/>
                  </a:lnTo>
                  <a:lnTo>
                    <a:pt x="1377442" y="0"/>
                  </a:lnTo>
                  <a:close/>
                </a:path>
              </a:pathLst>
            </a:custGeom>
            <a:solidFill>
              <a:srgbClr val="92D4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6906768" y="4125467"/>
              <a:ext cx="1714500" cy="332740"/>
            </a:xfrm>
            <a:custGeom>
              <a:rect b="b" l="l" r="r" t="t"/>
              <a:pathLst>
                <a:path extrusionOk="0" h="332739" w="1714500">
                  <a:moveTo>
                    <a:pt x="1659127" y="0"/>
                  </a:moveTo>
                  <a:lnTo>
                    <a:pt x="55372" y="0"/>
                  </a:lnTo>
                  <a:lnTo>
                    <a:pt x="33807" y="4347"/>
                  </a:lnTo>
                  <a:lnTo>
                    <a:pt x="16208" y="16208"/>
                  </a:lnTo>
                  <a:lnTo>
                    <a:pt x="4347" y="33807"/>
                  </a:lnTo>
                  <a:lnTo>
                    <a:pt x="0" y="55371"/>
                  </a:lnTo>
                  <a:lnTo>
                    <a:pt x="0" y="276859"/>
                  </a:lnTo>
                  <a:lnTo>
                    <a:pt x="4347" y="298424"/>
                  </a:lnTo>
                  <a:lnTo>
                    <a:pt x="16208" y="316023"/>
                  </a:lnTo>
                  <a:lnTo>
                    <a:pt x="33807" y="327884"/>
                  </a:lnTo>
                  <a:lnTo>
                    <a:pt x="55372" y="332231"/>
                  </a:lnTo>
                  <a:lnTo>
                    <a:pt x="1659127" y="332231"/>
                  </a:lnTo>
                  <a:lnTo>
                    <a:pt x="1680692" y="327884"/>
                  </a:lnTo>
                  <a:lnTo>
                    <a:pt x="1698291" y="316023"/>
                  </a:lnTo>
                  <a:lnTo>
                    <a:pt x="1710152" y="298424"/>
                  </a:lnTo>
                  <a:lnTo>
                    <a:pt x="1714500" y="276859"/>
                  </a:lnTo>
                  <a:lnTo>
                    <a:pt x="1714500" y="55371"/>
                  </a:lnTo>
                  <a:lnTo>
                    <a:pt x="1710152" y="33807"/>
                  </a:lnTo>
                  <a:lnTo>
                    <a:pt x="1698291" y="16208"/>
                  </a:lnTo>
                  <a:lnTo>
                    <a:pt x="1680692" y="4347"/>
                  </a:lnTo>
                  <a:lnTo>
                    <a:pt x="1659127" y="0"/>
                  </a:lnTo>
                  <a:close/>
                </a:path>
              </a:pathLst>
            </a:custGeom>
            <a:solidFill>
              <a:srgbClr val="BA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6906768" y="4125467"/>
              <a:ext cx="1714500" cy="332740"/>
            </a:xfrm>
            <a:custGeom>
              <a:rect b="b" l="l" r="r" t="t"/>
              <a:pathLst>
                <a:path extrusionOk="0" h="332739" w="1714500">
                  <a:moveTo>
                    <a:pt x="0" y="55371"/>
                  </a:moveTo>
                  <a:lnTo>
                    <a:pt x="4347" y="33807"/>
                  </a:lnTo>
                  <a:lnTo>
                    <a:pt x="16208" y="16208"/>
                  </a:lnTo>
                  <a:lnTo>
                    <a:pt x="33807" y="4347"/>
                  </a:lnTo>
                  <a:lnTo>
                    <a:pt x="55372" y="0"/>
                  </a:lnTo>
                  <a:lnTo>
                    <a:pt x="1659127" y="0"/>
                  </a:lnTo>
                  <a:lnTo>
                    <a:pt x="1680692" y="4347"/>
                  </a:lnTo>
                  <a:lnTo>
                    <a:pt x="1698291" y="16208"/>
                  </a:lnTo>
                  <a:lnTo>
                    <a:pt x="1710152" y="33807"/>
                  </a:lnTo>
                  <a:lnTo>
                    <a:pt x="1714500" y="55371"/>
                  </a:lnTo>
                  <a:lnTo>
                    <a:pt x="1714500" y="276859"/>
                  </a:lnTo>
                  <a:lnTo>
                    <a:pt x="1710152" y="298424"/>
                  </a:lnTo>
                  <a:lnTo>
                    <a:pt x="1698291" y="316023"/>
                  </a:lnTo>
                  <a:lnTo>
                    <a:pt x="1680692" y="327884"/>
                  </a:lnTo>
                  <a:lnTo>
                    <a:pt x="1659127" y="332231"/>
                  </a:lnTo>
                  <a:lnTo>
                    <a:pt x="55372" y="332231"/>
                  </a:lnTo>
                  <a:lnTo>
                    <a:pt x="33807" y="327884"/>
                  </a:lnTo>
                  <a:lnTo>
                    <a:pt x="16208" y="316023"/>
                  </a:lnTo>
                  <a:lnTo>
                    <a:pt x="4347" y="298424"/>
                  </a:lnTo>
                  <a:lnTo>
                    <a:pt x="0" y="276859"/>
                  </a:lnTo>
                  <a:lnTo>
                    <a:pt x="0" y="55371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6310884" y="4587239"/>
              <a:ext cx="1397635" cy="330835"/>
            </a:xfrm>
            <a:custGeom>
              <a:rect b="b" l="l" r="r" t="t"/>
              <a:pathLst>
                <a:path extrusionOk="0" h="330835" w="1397634">
                  <a:moveTo>
                    <a:pt x="1342389" y="0"/>
                  </a:moveTo>
                  <a:lnTo>
                    <a:pt x="55117" y="0"/>
                  </a:lnTo>
                  <a:lnTo>
                    <a:pt x="33647" y="4325"/>
                  </a:lnTo>
                  <a:lnTo>
                    <a:pt x="16128" y="16128"/>
                  </a:lnTo>
                  <a:lnTo>
                    <a:pt x="4325" y="33647"/>
                  </a:lnTo>
                  <a:lnTo>
                    <a:pt x="0" y="55118"/>
                  </a:lnTo>
                  <a:lnTo>
                    <a:pt x="0" y="275590"/>
                  </a:lnTo>
                  <a:lnTo>
                    <a:pt x="4325" y="297060"/>
                  </a:lnTo>
                  <a:lnTo>
                    <a:pt x="16128" y="314579"/>
                  </a:lnTo>
                  <a:lnTo>
                    <a:pt x="33647" y="326382"/>
                  </a:lnTo>
                  <a:lnTo>
                    <a:pt x="55117" y="330708"/>
                  </a:lnTo>
                  <a:lnTo>
                    <a:pt x="1342389" y="330708"/>
                  </a:lnTo>
                  <a:lnTo>
                    <a:pt x="1363860" y="326382"/>
                  </a:lnTo>
                  <a:lnTo>
                    <a:pt x="1381378" y="314579"/>
                  </a:lnTo>
                  <a:lnTo>
                    <a:pt x="1393182" y="297060"/>
                  </a:lnTo>
                  <a:lnTo>
                    <a:pt x="1397508" y="275590"/>
                  </a:lnTo>
                  <a:lnTo>
                    <a:pt x="1397508" y="55118"/>
                  </a:lnTo>
                  <a:lnTo>
                    <a:pt x="1393182" y="33647"/>
                  </a:lnTo>
                  <a:lnTo>
                    <a:pt x="1381378" y="16128"/>
                  </a:lnTo>
                  <a:lnTo>
                    <a:pt x="1363860" y="4325"/>
                  </a:lnTo>
                  <a:lnTo>
                    <a:pt x="1342389" y="0"/>
                  </a:lnTo>
                  <a:close/>
                </a:path>
              </a:pathLst>
            </a:custGeom>
            <a:solidFill>
              <a:srgbClr val="D2D1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" name="Google Shape;363;p15"/>
          <p:cNvSpPr txBox="1"/>
          <p:nvPr/>
        </p:nvSpPr>
        <p:spPr>
          <a:xfrm>
            <a:off x="6314313" y="4131436"/>
            <a:ext cx="2927350" cy="725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0" marR="209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Artificial Intelligence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	</a:t>
            </a: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r>
              <a:rPr lang="en-US" sz="9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	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Other Disciplines	</a:t>
            </a:r>
            <a:r>
              <a:rPr baseline="30000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Computer Science</a:t>
            </a:r>
            <a:endParaRPr baseline="30000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708" y="1519427"/>
            <a:ext cx="2530602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907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6259" y="1947406"/>
            <a:ext cx="5120800" cy="134510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6"/>
          <p:cNvSpPr txBox="1"/>
          <p:nvPr>
            <p:ph type="title"/>
          </p:nvPr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1767077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p16"/>
          <p:cNvGrpSpPr/>
          <p:nvPr/>
        </p:nvGrpSpPr>
        <p:grpSpPr>
          <a:xfrm>
            <a:off x="1237487" y="2081783"/>
            <a:ext cx="896493" cy="744093"/>
            <a:chOff x="1237487" y="2081783"/>
            <a:chExt cx="896493" cy="744093"/>
          </a:xfrm>
        </p:grpSpPr>
        <p:sp>
          <p:nvSpPr>
            <p:cNvPr id="379" name="Google Shape;379;p16"/>
            <p:cNvSpPr/>
            <p:nvPr/>
          </p:nvSpPr>
          <p:spPr>
            <a:xfrm>
              <a:off x="1690115" y="2290571"/>
              <a:ext cx="443865" cy="535305"/>
            </a:xfrm>
            <a:custGeom>
              <a:rect b="b" l="l" r="r" t="t"/>
              <a:pathLst>
                <a:path extrusionOk="0" h="535305" w="443864">
                  <a:moveTo>
                    <a:pt x="221741" y="0"/>
                  </a:moveTo>
                  <a:lnTo>
                    <a:pt x="151668" y="4541"/>
                  </a:lnTo>
                  <a:lnTo>
                    <a:pt x="90799" y="17190"/>
                  </a:lnTo>
                  <a:lnTo>
                    <a:pt x="42793" y="36484"/>
                  </a:lnTo>
                  <a:lnTo>
                    <a:pt x="11308" y="60960"/>
                  </a:lnTo>
                  <a:lnTo>
                    <a:pt x="0" y="89153"/>
                  </a:lnTo>
                  <a:lnTo>
                    <a:pt x="0" y="445769"/>
                  </a:lnTo>
                  <a:lnTo>
                    <a:pt x="42793" y="498439"/>
                  </a:lnTo>
                  <a:lnTo>
                    <a:pt x="90799" y="517733"/>
                  </a:lnTo>
                  <a:lnTo>
                    <a:pt x="151668" y="530382"/>
                  </a:lnTo>
                  <a:lnTo>
                    <a:pt x="221741" y="534924"/>
                  </a:lnTo>
                  <a:lnTo>
                    <a:pt x="291815" y="530382"/>
                  </a:lnTo>
                  <a:lnTo>
                    <a:pt x="352684" y="517733"/>
                  </a:lnTo>
                  <a:lnTo>
                    <a:pt x="400690" y="498439"/>
                  </a:lnTo>
                  <a:lnTo>
                    <a:pt x="432175" y="473963"/>
                  </a:lnTo>
                  <a:lnTo>
                    <a:pt x="443483" y="445769"/>
                  </a:lnTo>
                  <a:lnTo>
                    <a:pt x="443483" y="89153"/>
                  </a:lnTo>
                  <a:lnTo>
                    <a:pt x="400690" y="36484"/>
                  </a:lnTo>
                  <a:lnTo>
                    <a:pt x="352684" y="17190"/>
                  </a:lnTo>
                  <a:lnTo>
                    <a:pt x="291815" y="4541"/>
                  </a:lnTo>
                  <a:lnTo>
                    <a:pt x="221741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1690115" y="2290571"/>
              <a:ext cx="443865" cy="535305"/>
            </a:xfrm>
            <a:custGeom>
              <a:rect b="b" l="l" r="r" t="t"/>
              <a:pathLst>
                <a:path extrusionOk="0" h="535305" w="443864">
                  <a:moveTo>
                    <a:pt x="443483" y="89153"/>
                  </a:moveTo>
                  <a:lnTo>
                    <a:pt x="400690" y="141823"/>
                  </a:lnTo>
                  <a:lnTo>
                    <a:pt x="352684" y="161117"/>
                  </a:lnTo>
                  <a:lnTo>
                    <a:pt x="291815" y="173766"/>
                  </a:lnTo>
                  <a:lnTo>
                    <a:pt x="221741" y="178307"/>
                  </a:lnTo>
                  <a:lnTo>
                    <a:pt x="151668" y="173766"/>
                  </a:lnTo>
                  <a:lnTo>
                    <a:pt x="90799" y="161117"/>
                  </a:lnTo>
                  <a:lnTo>
                    <a:pt x="42793" y="141823"/>
                  </a:lnTo>
                  <a:lnTo>
                    <a:pt x="11308" y="117348"/>
                  </a:lnTo>
                  <a:lnTo>
                    <a:pt x="0" y="89153"/>
                  </a:lnTo>
                </a:path>
                <a:path extrusionOk="0" h="535305" w="443864">
                  <a:moveTo>
                    <a:pt x="0" y="89153"/>
                  </a:moveTo>
                  <a:lnTo>
                    <a:pt x="42793" y="36484"/>
                  </a:lnTo>
                  <a:lnTo>
                    <a:pt x="90799" y="17190"/>
                  </a:lnTo>
                  <a:lnTo>
                    <a:pt x="151668" y="4541"/>
                  </a:lnTo>
                  <a:lnTo>
                    <a:pt x="221741" y="0"/>
                  </a:lnTo>
                  <a:lnTo>
                    <a:pt x="291815" y="4541"/>
                  </a:lnTo>
                  <a:lnTo>
                    <a:pt x="352684" y="17190"/>
                  </a:lnTo>
                  <a:lnTo>
                    <a:pt x="400690" y="36484"/>
                  </a:lnTo>
                  <a:lnTo>
                    <a:pt x="432175" y="60959"/>
                  </a:lnTo>
                  <a:lnTo>
                    <a:pt x="443483" y="89153"/>
                  </a:lnTo>
                  <a:lnTo>
                    <a:pt x="443483" y="445769"/>
                  </a:lnTo>
                  <a:lnTo>
                    <a:pt x="400690" y="498439"/>
                  </a:lnTo>
                  <a:lnTo>
                    <a:pt x="352684" y="517733"/>
                  </a:lnTo>
                  <a:lnTo>
                    <a:pt x="291815" y="530382"/>
                  </a:lnTo>
                  <a:lnTo>
                    <a:pt x="221741" y="534924"/>
                  </a:lnTo>
                  <a:lnTo>
                    <a:pt x="151668" y="530382"/>
                  </a:lnTo>
                  <a:lnTo>
                    <a:pt x="90799" y="517733"/>
                  </a:lnTo>
                  <a:lnTo>
                    <a:pt x="42793" y="498439"/>
                  </a:lnTo>
                  <a:lnTo>
                    <a:pt x="11308" y="473963"/>
                  </a:lnTo>
                  <a:lnTo>
                    <a:pt x="0" y="445769"/>
                  </a:lnTo>
                  <a:lnTo>
                    <a:pt x="0" y="89153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1288922" y="2087879"/>
              <a:ext cx="596265" cy="608330"/>
            </a:xfrm>
            <a:custGeom>
              <a:rect b="b" l="l" r="r" t="t"/>
              <a:pathLst>
                <a:path extrusionOk="0" h="608330" w="596264">
                  <a:moveTo>
                    <a:pt x="544829" y="0"/>
                  </a:moveTo>
                  <a:lnTo>
                    <a:pt x="102743" y="0"/>
                  </a:lnTo>
                  <a:lnTo>
                    <a:pt x="82778" y="4036"/>
                  </a:lnTo>
                  <a:lnTo>
                    <a:pt x="66468" y="15049"/>
                  </a:lnTo>
                  <a:lnTo>
                    <a:pt x="55469" y="31396"/>
                  </a:lnTo>
                  <a:lnTo>
                    <a:pt x="51435" y="51435"/>
                  </a:lnTo>
                  <a:lnTo>
                    <a:pt x="51435" y="505206"/>
                  </a:lnTo>
                  <a:lnTo>
                    <a:pt x="0" y="505206"/>
                  </a:lnTo>
                  <a:lnTo>
                    <a:pt x="10009" y="507234"/>
                  </a:lnTo>
                  <a:lnTo>
                    <a:pt x="18161" y="512762"/>
                  </a:lnTo>
                  <a:lnTo>
                    <a:pt x="23645" y="520957"/>
                  </a:lnTo>
                  <a:lnTo>
                    <a:pt x="25654" y="530987"/>
                  </a:lnTo>
                  <a:lnTo>
                    <a:pt x="23645" y="540996"/>
                  </a:lnTo>
                  <a:lnTo>
                    <a:pt x="18161" y="549148"/>
                  </a:lnTo>
                  <a:lnTo>
                    <a:pt x="10009" y="554632"/>
                  </a:lnTo>
                  <a:lnTo>
                    <a:pt x="0" y="556641"/>
                  </a:lnTo>
                  <a:lnTo>
                    <a:pt x="51435" y="556641"/>
                  </a:lnTo>
                  <a:lnTo>
                    <a:pt x="47380" y="576679"/>
                  </a:lnTo>
                  <a:lnTo>
                    <a:pt x="36337" y="593026"/>
                  </a:lnTo>
                  <a:lnTo>
                    <a:pt x="19984" y="604039"/>
                  </a:lnTo>
                  <a:lnTo>
                    <a:pt x="0" y="608076"/>
                  </a:lnTo>
                  <a:lnTo>
                    <a:pt x="442087" y="608076"/>
                  </a:lnTo>
                  <a:lnTo>
                    <a:pt x="462051" y="604039"/>
                  </a:lnTo>
                  <a:lnTo>
                    <a:pt x="478361" y="593026"/>
                  </a:lnTo>
                  <a:lnTo>
                    <a:pt x="489360" y="576679"/>
                  </a:lnTo>
                  <a:lnTo>
                    <a:pt x="493395" y="556641"/>
                  </a:lnTo>
                  <a:lnTo>
                    <a:pt x="493395" y="102870"/>
                  </a:lnTo>
                  <a:lnTo>
                    <a:pt x="102743" y="102870"/>
                  </a:lnTo>
                  <a:lnTo>
                    <a:pt x="92787" y="100841"/>
                  </a:lnTo>
                  <a:lnTo>
                    <a:pt x="84629" y="95313"/>
                  </a:lnTo>
                  <a:lnTo>
                    <a:pt x="79115" y="87118"/>
                  </a:lnTo>
                  <a:lnTo>
                    <a:pt x="77089" y="77089"/>
                  </a:lnTo>
                  <a:lnTo>
                    <a:pt x="79115" y="67079"/>
                  </a:lnTo>
                  <a:lnTo>
                    <a:pt x="84629" y="58927"/>
                  </a:lnTo>
                  <a:lnTo>
                    <a:pt x="92787" y="53443"/>
                  </a:lnTo>
                  <a:lnTo>
                    <a:pt x="102743" y="51435"/>
                  </a:lnTo>
                  <a:lnTo>
                    <a:pt x="596265" y="51435"/>
                  </a:lnTo>
                  <a:lnTo>
                    <a:pt x="592228" y="31396"/>
                  </a:lnTo>
                  <a:lnTo>
                    <a:pt x="581215" y="15049"/>
                  </a:lnTo>
                  <a:lnTo>
                    <a:pt x="564868" y="4036"/>
                  </a:lnTo>
                  <a:lnTo>
                    <a:pt x="544829" y="0"/>
                  </a:lnTo>
                  <a:close/>
                </a:path>
                <a:path extrusionOk="0" h="608330" w="596264">
                  <a:moveTo>
                    <a:pt x="596265" y="51435"/>
                  </a:moveTo>
                  <a:lnTo>
                    <a:pt x="154178" y="51435"/>
                  </a:lnTo>
                  <a:lnTo>
                    <a:pt x="150141" y="71419"/>
                  </a:lnTo>
                  <a:lnTo>
                    <a:pt x="139128" y="87772"/>
                  </a:lnTo>
                  <a:lnTo>
                    <a:pt x="122781" y="98815"/>
                  </a:lnTo>
                  <a:lnTo>
                    <a:pt x="102743" y="102870"/>
                  </a:lnTo>
                  <a:lnTo>
                    <a:pt x="544829" y="102870"/>
                  </a:lnTo>
                  <a:lnTo>
                    <a:pt x="564868" y="98815"/>
                  </a:lnTo>
                  <a:lnTo>
                    <a:pt x="581215" y="87772"/>
                  </a:lnTo>
                  <a:lnTo>
                    <a:pt x="592228" y="71419"/>
                  </a:lnTo>
                  <a:lnTo>
                    <a:pt x="596265" y="51435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1237487" y="2139314"/>
              <a:ext cx="205740" cy="556895"/>
            </a:xfrm>
            <a:custGeom>
              <a:rect b="b" l="l" r="r" t="t"/>
              <a:pathLst>
                <a:path extrusionOk="0" h="556894" w="205740">
                  <a:moveTo>
                    <a:pt x="205612" y="0"/>
                  </a:moveTo>
                  <a:lnTo>
                    <a:pt x="154178" y="0"/>
                  </a:lnTo>
                  <a:lnTo>
                    <a:pt x="144222" y="2008"/>
                  </a:lnTo>
                  <a:lnTo>
                    <a:pt x="136064" y="7492"/>
                  </a:lnTo>
                  <a:lnTo>
                    <a:pt x="130550" y="15644"/>
                  </a:lnTo>
                  <a:lnTo>
                    <a:pt x="128524" y="25654"/>
                  </a:lnTo>
                  <a:lnTo>
                    <a:pt x="130550" y="35683"/>
                  </a:lnTo>
                  <a:lnTo>
                    <a:pt x="136064" y="43878"/>
                  </a:lnTo>
                  <a:lnTo>
                    <a:pt x="144222" y="49406"/>
                  </a:lnTo>
                  <a:lnTo>
                    <a:pt x="154178" y="51435"/>
                  </a:lnTo>
                  <a:lnTo>
                    <a:pt x="174216" y="47380"/>
                  </a:lnTo>
                  <a:lnTo>
                    <a:pt x="190563" y="36337"/>
                  </a:lnTo>
                  <a:lnTo>
                    <a:pt x="201576" y="19984"/>
                  </a:lnTo>
                  <a:lnTo>
                    <a:pt x="205612" y="0"/>
                  </a:lnTo>
                  <a:close/>
                </a:path>
                <a:path extrusionOk="0" h="556894" w="205740">
                  <a:moveTo>
                    <a:pt x="51434" y="453771"/>
                  </a:moveTo>
                  <a:lnTo>
                    <a:pt x="31407" y="457825"/>
                  </a:lnTo>
                  <a:lnTo>
                    <a:pt x="15059" y="468868"/>
                  </a:lnTo>
                  <a:lnTo>
                    <a:pt x="4039" y="485221"/>
                  </a:lnTo>
                  <a:lnTo>
                    <a:pt x="0" y="505206"/>
                  </a:lnTo>
                  <a:lnTo>
                    <a:pt x="4039" y="525244"/>
                  </a:lnTo>
                  <a:lnTo>
                    <a:pt x="15059" y="541591"/>
                  </a:lnTo>
                  <a:lnTo>
                    <a:pt x="31407" y="552604"/>
                  </a:lnTo>
                  <a:lnTo>
                    <a:pt x="51434" y="556640"/>
                  </a:lnTo>
                  <a:lnTo>
                    <a:pt x="71419" y="552604"/>
                  </a:lnTo>
                  <a:lnTo>
                    <a:pt x="87772" y="541591"/>
                  </a:lnTo>
                  <a:lnTo>
                    <a:pt x="98815" y="525244"/>
                  </a:lnTo>
                  <a:lnTo>
                    <a:pt x="102870" y="505206"/>
                  </a:lnTo>
                  <a:lnTo>
                    <a:pt x="51434" y="505206"/>
                  </a:lnTo>
                  <a:lnTo>
                    <a:pt x="61444" y="503197"/>
                  </a:lnTo>
                  <a:lnTo>
                    <a:pt x="69596" y="497713"/>
                  </a:lnTo>
                  <a:lnTo>
                    <a:pt x="75080" y="489561"/>
                  </a:lnTo>
                  <a:lnTo>
                    <a:pt x="77089" y="479551"/>
                  </a:lnTo>
                  <a:lnTo>
                    <a:pt x="75080" y="469522"/>
                  </a:lnTo>
                  <a:lnTo>
                    <a:pt x="69596" y="461327"/>
                  </a:lnTo>
                  <a:lnTo>
                    <a:pt x="61444" y="455799"/>
                  </a:lnTo>
                  <a:lnTo>
                    <a:pt x="51434" y="453771"/>
                  </a:lnTo>
                  <a:close/>
                </a:path>
              </a:pathLst>
            </a:custGeom>
            <a:solidFill>
              <a:srgbClr val="C3C3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1237487" y="2087879"/>
              <a:ext cx="647700" cy="608330"/>
            </a:xfrm>
            <a:custGeom>
              <a:rect b="b" l="l" r="r" t="t"/>
              <a:pathLst>
                <a:path extrusionOk="0" h="608330" w="647700">
                  <a:moveTo>
                    <a:pt x="102870" y="505206"/>
                  </a:moveTo>
                  <a:lnTo>
                    <a:pt x="102870" y="51435"/>
                  </a:lnTo>
                  <a:lnTo>
                    <a:pt x="106904" y="31396"/>
                  </a:lnTo>
                  <a:lnTo>
                    <a:pt x="117903" y="15049"/>
                  </a:lnTo>
                  <a:lnTo>
                    <a:pt x="134213" y="4036"/>
                  </a:lnTo>
                  <a:lnTo>
                    <a:pt x="154178" y="0"/>
                  </a:lnTo>
                  <a:lnTo>
                    <a:pt x="596264" y="0"/>
                  </a:lnTo>
                  <a:lnTo>
                    <a:pt x="616303" y="4036"/>
                  </a:lnTo>
                  <a:lnTo>
                    <a:pt x="632650" y="15049"/>
                  </a:lnTo>
                  <a:lnTo>
                    <a:pt x="643663" y="31396"/>
                  </a:lnTo>
                  <a:lnTo>
                    <a:pt x="647700" y="51435"/>
                  </a:lnTo>
                  <a:lnTo>
                    <a:pt x="643663" y="71419"/>
                  </a:lnTo>
                  <a:lnTo>
                    <a:pt x="632650" y="87772"/>
                  </a:lnTo>
                  <a:lnTo>
                    <a:pt x="616303" y="98815"/>
                  </a:lnTo>
                  <a:lnTo>
                    <a:pt x="596264" y="102870"/>
                  </a:lnTo>
                  <a:lnTo>
                    <a:pt x="544830" y="102870"/>
                  </a:lnTo>
                  <a:lnTo>
                    <a:pt x="544830" y="556641"/>
                  </a:lnTo>
                  <a:lnTo>
                    <a:pt x="540795" y="576679"/>
                  </a:lnTo>
                  <a:lnTo>
                    <a:pt x="529796" y="593026"/>
                  </a:lnTo>
                  <a:lnTo>
                    <a:pt x="513486" y="604039"/>
                  </a:lnTo>
                  <a:lnTo>
                    <a:pt x="493522" y="608076"/>
                  </a:lnTo>
                  <a:lnTo>
                    <a:pt x="51434" y="608076"/>
                  </a:lnTo>
                  <a:lnTo>
                    <a:pt x="31407" y="604039"/>
                  </a:lnTo>
                  <a:lnTo>
                    <a:pt x="15059" y="593026"/>
                  </a:lnTo>
                  <a:lnTo>
                    <a:pt x="4039" y="576679"/>
                  </a:lnTo>
                  <a:lnTo>
                    <a:pt x="0" y="556641"/>
                  </a:lnTo>
                  <a:lnTo>
                    <a:pt x="4039" y="536656"/>
                  </a:lnTo>
                  <a:lnTo>
                    <a:pt x="15059" y="520303"/>
                  </a:lnTo>
                  <a:lnTo>
                    <a:pt x="31407" y="509260"/>
                  </a:lnTo>
                  <a:lnTo>
                    <a:pt x="51434" y="505206"/>
                  </a:lnTo>
                  <a:lnTo>
                    <a:pt x="102870" y="505206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4" name="Google Shape;384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59915" y="2081783"/>
              <a:ext cx="89281" cy="115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16"/>
            <p:cNvSpPr/>
            <p:nvPr/>
          </p:nvSpPr>
          <p:spPr>
            <a:xfrm>
              <a:off x="1391665" y="2190749"/>
              <a:ext cx="391160" cy="0"/>
            </a:xfrm>
            <a:custGeom>
              <a:rect b="b" l="l" r="r" t="t"/>
              <a:pathLst>
                <a:path extrusionOk="0" h="120000" w="391160">
                  <a:moveTo>
                    <a:pt x="390652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6" name="Google Shape;386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82826" y="2586989"/>
              <a:ext cx="63627" cy="1150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16"/>
          <p:cNvSpPr txBox="1"/>
          <p:nvPr/>
        </p:nvSpPr>
        <p:spPr>
          <a:xfrm>
            <a:off x="1074675" y="2843275"/>
            <a:ext cx="1383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080" lvl="0" marL="1714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 Collection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88" name="Google Shape;388;p16"/>
          <p:cNvGrpSpPr/>
          <p:nvPr/>
        </p:nvGrpSpPr>
        <p:grpSpPr>
          <a:xfrm>
            <a:off x="711708" y="3304032"/>
            <a:ext cx="1856739" cy="978916"/>
            <a:chOff x="711708" y="3304032"/>
            <a:chExt cx="1856739" cy="978916"/>
          </a:xfrm>
        </p:grpSpPr>
        <p:sp>
          <p:nvSpPr>
            <p:cNvPr id="389" name="Google Shape;389;p16"/>
            <p:cNvSpPr/>
            <p:nvPr/>
          </p:nvSpPr>
          <p:spPr>
            <a:xfrm>
              <a:off x="1511808" y="3304032"/>
              <a:ext cx="355600" cy="365760"/>
            </a:xfrm>
            <a:custGeom>
              <a:rect b="b" l="l" r="r" t="t"/>
              <a:pathLst>
                <a:path extrusionOk="0" h="365760" w="355600">
                  <a:moveTo>
                    <a:pt x="266318" y="0"/>
                  </a:moveTo>
                  <a:lnTo>
                    <a:pt x="88772" y="0"/>
                  </a:lnTo>
                  <a:lnTo>
                    <a:pt x="88772" y="188213"/>
                  </a:lnTo>
                  <a:lnTo>
                    <a:pt x="0" y="188213"/>
                  </a:lnTo>
                  <a:lnTo>
                    <a:pt x="177546" y="365759"/>
                  </a:lnTo>
                  <a:lnTo>
                    <a:pt x="355091" y="188213"/>
                  </a:lnTo>
                  <a:lnTo>
                    <a:pt x="266318" y="188213"/>
                  </a:lnTo>
                  <a:lnTo>
                    <a:pt x="266318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1511808" y="3304032"/>
              <a:ext cx="355600" cy="365760"/>
            </a:xfrm>
            <a:custGeom>
              <a:rect b="b" l="l" r="r" t="t"/>
              <a:pathLst>
                <a:path extrusionOk="0" h="365760" w="355600">
                  <a:moveTo>
                    <a:pt x="0" y="188213"/>
                  </a:moveTo>
                  <a:lnTo>
                    <a:pt x="88772" y="188213"/>
                  </a:lnTo>
                  <a:lnTo>
                    <a:pt x="88772" y="0"/>
                  </a:lnTo>
                  <a:lnTo>
                    <a:pt x="266318" y="0"/>
                  </a:lnTo>
                  <a:lnTo>
                    <a:pt x="266318" y="188213"/>
                  </a:lnTo>
                  <a:lnTo>
                    <a:pt x="355091" y="188213"/>
                  </a:lnTo>
                  <a:lnTo>
                    <a:pt x="177546" y="365759"/>
                  </a:lnTo>
                  <a:lnTo>
                    <a:pt x="0" y="188213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711708" y="3721608"/>
              <a:ext cx="1856739" cy="561340"/>
            </a:xfrm>
            <a:custGeom>
              <a:rect b="b" l="l" r="r" t="t"/>
              <a:pathLst>
                <a:path extrusionOk="0" h="561339" w="1856739">
                  <a:moveTo>
                    <a:pt x="0" y="560832"/>
                  </a:moveTo>
                  <a:lnTo>
                    <a:pt x="1856232" y="560832"/>
                  </a:lnTo>
                  <a:lnTo>
                    <a:pt x="1856232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noFill/>
            <a:ln cap="flat" cmpd="sng" w="9525">
              <a:solidFill>
                <a:srgbClr val="5858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6"/>
          <p:cNvSpPr txBox="1"/>
          <p:nvPr/>
        </p:nvSpPr>
        <p:spPr>
          <a:xfrm>
            <a:off x="851611" y="3714750"/>
            <a:ext cx="158940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87655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Establish the corpus:  Collect and organize the domain-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813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specific data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3" name="Google Shape;39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1791" y="3621023"/>
            <a:ext cx="227076" cy="2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6"/>
          <p:cNvSpPr txBox="1"/>
          <p:nvPr/>
        </p:nvSpPr>
        <p:spPr>
          <a:xfrm>
            <a:off x="716280" y="3629405"/>
            <a:ext cx="4889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95" name="Google Shape;395;p16"/>
          <p:cNvGrpSpPr/>
          <p:nvPr/>
        </p:nvGrpSpPr>
        <p:grpSpPr>
          <a:xfrm>
            <a:off x="3041904" y="3651503"/>
            <a:ext cx="810895" cy="702945"/>
            <a:chOff x="3041904" y="3651503"/>
            <a:chExt cx="810895" cy="702945"/>
          </a:xfrm>
        </p:grpSpPr>
        <p:sp>
          <p:nvSpPr>
            <p:cNvPr id="396" name="Google Shape;396;p16"/>
            <p:cNvSpPr/>
            <p:nvPr/>
          </p:nvSpPr>
          <p:spPr>
            <a:xfrm>
              <a:off x="3041904" y="3651503"/>
              <a:ext cx="810895" cy="702945"/>
            </a:xfrm>
            <a:custGeom>
              <a:rect b="b" l="l" r="r" t="t"/>
              <a:pathLst>
                <a:path extrusionOk="0" h="702945" w="810895">
                  <a:moveTo>
                    <a:pt x="405383" y="0"/>
                  </a:moveTo>
                  <a:lnTo>
                    <a:pt x="332512" y="1887"/>
                  </a:lnTo>
                  <a:lnTo>
                    <a:pt x="263926" y="7328"/>
                  </a:lnTo>
                  <a:lnTo>
                    <a:pt x="200772" y="15992"/>
                  </a:lnTo>
                  <a:lnTo>
                    <a:pt x="144194" y="27547"/>
                  </a:lnTo>
                  <a:lnTo>
                    <a:pt x="95336" y="41662"/>
                  </a:lnTo>
                  <a:lnTo>
                    <a:pt x="55343" y="58006"/>
                  </a:lnTo>
                  <a:lnTo>
                    <a:pt x="6530" y="96053"/>
                  </a:lnTo>
                  <a:lnTo>
                    <a:pt x="0" y="117094"/>
                  </a:lnTo>
                  <a:lnTo>
                    <a:pt x="0" y="585470"/>
                  </a:lnTo>
                  <a:lnTo>
                    <a:pt x="25360" y="626317"/>
                  </a:lnTo>
                  <a:lnTo>
                    <a:pt x="95336" y="660901"/>
                  </a:lnTo>
                  <a:lnTo>
                    <a:pt x="144194" y="675016"/>
                  </a:lnTo>
                  <a:lnTo>
                    <a:pt x="200772" y="686571"/>
                  </a:lnTo>
                  <a:lnTo>
                    <a:pt x="263926" y="695235"/>
                  </a:lnTo>
                  <a:lnTo>
                    <a:pt x="332512" y="700676"/>
                  </a:lnTo>
                  <a:lnTo>
                    <a:pt x="405383" y="702564"/>
                  </a:lnTo>
                  <a:lnTo>
                    <a:pt x="478255" y="700676"/>
                  </a:lnTo>
                  <a:lnTo>
                    <a:pt x="546841" y="695235"/>
                  </a:lnTo>
                  <a:lnTo>
                    <a:pt x="609995" y="686571"/>
                  </a:lnTo>
                  <a:lnTo>
                    <a:pt x="666573" y="675016"/>
                  </a:lnTo>
                  <a:lnTo>
                    <a:pt x="715431" y="660901"/>
                  </a:lnTo>
                  <a:lnTo>
                    <a:pt x="755424" y="644557"/>
                  </a:lnTo>
                  <a:lnTo>
                    <a:pt x="804237" y="606510"/>
                  </a:lnTo>
                  <a:lnTo>
                    <a:pt x="810768" y="585470"/>
                  </a:lnTo>
                  <a:lnTo>
                    <a:pt x="810768" y="117094"/>
                  </a:lnTo>
                  <a:lnTo>
                    <a:pt x="785407" y="76246"/>
                  </a:lnTo>
                  <a:lnTo>
                    <a:pt x="715431" y="41662"/>
                  </a:lnTo>
                  <a:lnTo>
                    <a:pt x="666573" y="27547"/>
                  </a:lnTo>
                  <a:lnTo>
                    <a:pt x="609995" y="15992"/>
                  </a:lnTo>
                  <a:lnTo>
                    <a:pt x="546841" y="7328"/>
                  </a:lnTo>
                  <a:lnTo>
                    <a:pt x="478255" y="1887"/>
                  </a:lnTo>
                  <a:lnTo>
                    <a:pt x="40538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3041904" y="3651503"/>
              <a:ext cx="810895" cy="702945"/>
            </a:xfrm>
            <a:custGeom>
              <a:rect b="b" l="l" r="r" t="t"/>
              <a:pathLst>
                <a:path extrusionOk="0" h="702945" w="810895">
                  <a:moveTo>
                    <a:pt x="810768" y="117094"/>
                  </a:moveTo>
                  <a:lnTo>
                    <a:pt x="785407" y="157941"/>
                  </a:lnTo>
                  <a:lnTo>
                    <a:pt x="715431" y="192525"/>
                  </a:lnTo>
                  <a:lnTo>
                    <a:pt x="666573" y="206640"/>
                  </a:lnTo>
                  <a:lnTo>
                    <a:pt x="609995" y="218195"/>
                  </a:lnTo>
                  <a:lnTo>
                    <a:pt x="546841" y="226859"/>
                  </a:lnTo>
                  <a:lnTo>
                    <a:pt x="478255" y="232300"/>
                  </a:lnTo>
                  <a:lnTo>
                    <a:pt x="405383" y="234188"/>
                  </a:lnTo>
                  <a:lnTo>
                    <a:pt x="332512" y="232300"/>
                  </a:lnTo>
                  <a:lnTo>
                    <a:pt x="263926" y="226859"/>
                  </a:lnTo>
                  <a:lnTo>
                    <a:pt x="200772" y="218195"/>
                  </a:lnTo>
                  <a:lnTo>
                    <a:pt x="144194" y="206640"/>
                  </a:lnTo>
                  <a:lnTo>
                    <a:pt x="95336" y="192525"/>
                  </a:lnTo>
                  <a:lnTo>
                    <a:pt x="55343" y="176181"/>
                  </a:lnTo>
                  <a:lnTo>
                    <a:pt x="6530" y="138134"/>
                  </a:lnTo>
                  <a:lnTo>
                    <a:pt x="0" y="117094"/>
                  </a:lnTo>
                </a:path>
                <a:path extrusionOk="0" h="702945" w="810895">
                  <a:moveTo>
                    <a:pt x="0" y="117094"/>
                  </a:moveTo>
                  <a:lnTo>
                    <a:pt x="25360" y="76246"/>
                  </a:lnTo>
                  <a:lnTo>
                    <a:pt x="95336" y="41662"/>
                  </a:lnTo>
                  <a:lnTo>
                    <a:pt x="144194" y="27547"/>
                  </a:lnTo>
                  <a:lnTo>
                    <a:pt x="200772" y="15992"/>
                  </a:lnTo>
                  <a:lnTo>
                    <a:pt x="263926" y="7328"/>
                  </a:lnTo>
                  <a:lnTo>
                    <a:pt x="332512" y="1887"/>
                  </a:lnTo>
                  <a:lnTo>
                    <a:pt x="405383" y="0"/>
                  </a:lnTo>
                  <a:lnTo>
                    <a:pt x="478255" y="1887"/>
                  </a:lnTo>
                  <a:lnTo>
                    <a:pt x="546841" y="7328"/>
                  </a:lnTo>
                  <a:lnTo>
                    <a:pt x="609995" y="15992"/>
                  </a:lnTo>
                  <a:lnTo>
                    <a:pt x="666573" y="27547"/>
                  </a:lnTo>
                  <a:lnTo>
                    <a:pt x="715431" y="41662"/>
                  </a:lnTo>
                  <a:lnTo>
                    <a:pt x="755424" y="58006"/>
                  </a:lnTo>
                  <a:lnTo>
                    <a:pt x="804237" y="96053"/>
                  </a:lnTo>
                  <a:lnTo>
                    <a:pt x="810768" y="117094"/>
                  </a:lnTo>
                  <a:lnTo>
                    <a:pt x="810768" y="585470"/>
                  </a:lnTo>
                  <a:lnTo>
                    <a:pt x="785407" y="626317"/>
                  </a:lnTo>
                  <a:lnTo>
                    <a:pt x="715431" y="660901"/>
                  </a:lnTo>
                  <a:lnTo>
                    <a:pt x="666573" y="675016"/>
                  </a:lnTo>
                  <a:lnTo>
                    <a:pt x="609995" y="686571"/>
                  </a:lnTo>
                  <a:lnTo>
                    <a:pt x="546841" y="695235"/>
                  </a:lnTo>
                  <a:lnTo>
                    <a:pt x="478255" y="700676"/>
                  </a:lnTo>
                  <a:lnTo>
                    <a:pt x="405383" y="702564"/>
                  </a:lnTo>
                  <a:lnTo>
                    <a:pt x="332512" y="700676"/>
                  </a:lnTo>
                  <a:lnTo>
                    <a:pt x="263926" y="695235"/>
                  </a:lnTo>
                  <a:lnTo>
                    <a:pt x="200772" y="686571"/>
                  </a:lnTo>
                  <a:lnTo>
                    <a:pt x="144194" y="675016"/>
                  </a:lnTo>
                  <a:lnTo>
                    <a:pt x="95336" y="660901"/>
                  </a:lnTo>
                  <a:lnTo>
                    <a:pt x="55343" y="644557"/>
                  </a:lnTo>
                  <a:lnTo>
                    <a:pt x="6530" y="606510"/>
                  </a:lnTo>
                  <a:lnTo>
                    <a:pt x="0" y="585470"/>
                  </a:lnTo>
                  <a:lnTo>
                    <a:pt x="0" y="117094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16"/>
          <p:cNvSpPr txBox="1"/>
          <p:nvPr/>
        </p:nvSpPr>
        <p:spPr>
          <a:xfrm>
            <a:off x="3244976" y="3956430"/>
            <a:ext cx="39941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Corpus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99" name="Google Shape;399;p16"/>
          <p:cNvGrpSpPr/>
          <p:nvPr/>
        </p:nvGrpSpPr>
        <p:grpSpPr>
          <a:xfrm>
            <a:off x="2568702" y="3988307"/>
            <a:ext cx="2594991" cy="1210564"/>
            <a:chOff x="2568702" y="3988307"/>
            <a:chExt cx="2594991" cy="1210564"/>
          </a:xfrm>
        </p:grpSpPr>
        <p:sp>
          <p:nvSpPr>
            <p:cNvPr id="400" name="Google Shape;400;p16"/>
            <p:cNvSpPr/>
            <p:nvPr/>
          </p:nvSpPr>
          <p:spPr>
            <a:xfrm>
              <a:off x="3853433" y="3988307"/>
              <a:ext cx="517525" cy="648970"/>
            </a:xfrm>
            <a:custGeom>
              <a:rect b="b" l="l" r="r" t="t"/>
              <a:pathLst>
                <a:path extrusionOk="0" h="648970" w="517525">
                  <a:moveTo>
                    <a:pt x="459486" y="561721"/>
                  </a:moveTo>
                  <a:lnTo>
                    <a:pt x="430529" y="561721"/>
                  </a:lnTo>
                  <a:lnTo>
                    <a:pt x="473963" y="648589"/>
                  </a:lnTo>
                  <a:lnTo>
                    <a:pt x="510159" y="576199"/>
                  </a:lnTo>
                  <a:lnTo>
                    <a:pt x="459486" y="576199"/>
                  </a:lnTo>
                  <a:lnTo>
                    <a:pt x="459486" y="561721"/>
                  </a:lnTo>
                  <a:close/>
                </a:path>
                <a:path extrusionOk="0" h="648970" w="517525">
                  <a:moveTo>
                    <a:pt x="459486" y="14478"/>
                  </a:moveTo>
                  <a:lnTo>
                    <a:pt x="459486" y="576199"/>
                  </a:lnTo>
                  <a:lnTo>
                    <a:pt x="488441" y="576199"/>
                  </a:lnTo>
                  <a:lnTo>
                    <a:pt x="488441" y="28956"/>
                  </a:lnTo>
                  <a:lnTo>
                    <a:pt x="473963" y="28956"/>
                  </a:lnTo>
                  <a:lnTo>
                    <a:pt x="459486" y="14478"/>
                  </a:lnTo>
                  <a:close/>
                </a:path>
                <a:path extrusionOk="0" h="648970" w="517525">
                  <a:moveTo>
                    <a:pt x="517398" y="561721"/>
                  </a:moveTo>
                  <a:lnTo>
                    <a:pt x="488441" y="561721"/>
                  </a:lnTo>
                  <a:lnTo>
                    <a:pt x="488441" y="576199"/>
                  </a:lnTo>
                  <a:lnTo>
                    <a:pt x="510159" y="576199"/>
                  </a:lnTo>
                  <a:lnTo>
                    <a:pt x="517398" y="561721"/>
                  </a:lnTo>
                  <a:close/>
                </a:path>
                <a:path extrusionOk="0" h="648970" w="517525">
                  <a:moveTo>
                    <a:pt x="488441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459486" y="28956"/>
                  </a:lnTo>
                  <a:lnTo>
                    <a:pt x="459486" y="14478"/>
                  </a:lnTo>
                  <a:lnTo>
                    <a:pt x="488441" y="14478"/>
                  </a:lnTo>
                  <a:lnTo>
                    <a:pt x="488441" y="0"/>
                  </a:lnTo>
                  <a:close/>
                </a:path>
                <a:path extrusionOk="0" h="648970" w="517525">
                  <a:moveTo>
                    <a:pt x="488441" y="14478"/>
                  </a:moveTo>
                  <a:lnTo>
                    <a:pt x="459486" y="14478"/>
                  </a:lnTo>
                  <a:lnTo>
                    <a:pt x="473963" y="28956"/>
                  </a:lnTo>
                  <a:lnTo>
                    <a:pt x="488441" y="28956"/>
                  </a:lnTo>
                  <a:lnTo>
                    <a:pt x="488441" y="14478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2568702" y="4002785"/>
              <a:ext cx="474345" cy="635"/>
            </a:xfrm>
            <a:custGeom>
              <a:rect b="b" l="l" r="r" t="t"/>
              <a:pathLst>
                <a:path extrusionOk="0" h="635" w="474344">
                  <a:moveTo>
                    <a:pt x="0" y="0"/>
                  </a:moveTo>
                  <a:lnTo>
                    <a:pt x="473964" y="126"/>
                  </a:lnTo>
                </a:path>
              </a:pathLst>
            </a:custGeom>
            <a:noFill/>
            <a:ln cap="flat" cmpd="sng" w="2895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3294888" y="4637531"/>
              <a:ext cx="1868805" cy="561340"/>
            </a:xfrm>
            <a:custGeom>
              <a:rect b="b" l="l" r="r" t="t"/>
              <a:pathLst>
                <a:path extrusionOk="0" h="561339" w="1868804">
                  <a:moveTo>
                    <a:pt x="0" y="560832"/>
                  </a:moveTo>
                  <a:lnTo>
                    <a:pt x="1868424" y="560832"/>
                  </a:lnTo>
                  <a:lnTo>
                    <a:pt x="1868424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noFill/>
            <a:ln cap="flat" cmpd="sng" w="9525">
              <a:solidFill>
                <a:srgbClr val="5858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3" name="Google Shape;403;p16"/>
          <p:cNvSpPr txBox="1"/>
          <p:nvPr/>
        </p:nvSpPr>
        <p:spPr>
          <a:xfrm>
            <a:off x="3678173" y="4631182"/>
            <a:ext cx="110172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Pre-process the data:  Introduce structure to  the corpus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4" name="Google Shape;404;p16"/>
          <p:cNvGrpSpPr/>
          <p:nvPr/>
        </p:nvGrpSpPr>
        <p:grpSpPr>
          <a:xfrm>
            <a:off x="5149595" y="4637532"/>
            <a:ext cx="1522730" cy="561340"/>
            <a:chOff x="5149595" y="4637532"/>
            <a:chExt cx="1522730" cy="561340"/>
          </a:xfrm>
        </p:grpSpPr>
        <p:sp>
          <p:nvSpPr>
            <p:cNvPr id="405" name="Google Shape;405;p16"/>
            <p:cNvSpPr/>
            <p:nvPr/>
          </p:nvSpPr>
          <p:spPr>
            <a:xfrm>
              <a:off x="5149595" y="4934077"/>
              <a:ext cx="487680" cy="0"/>
            </a:xfrm>
            <a:custGeom>
              <a:rect b="b" l="l" r="r" t="t"/>
              <a:pathLst>
                <a:path extrusionOk="0" h="120000" w="487679">
                  <a:moveTo>
                    <a:pt x="0" y="0"/>
                  </a:moveTo>
                  <a:lnTo>
                    <a:pt x="487679" y="0"/>
                  </a:lnTo>
                </a:path>
              </a:pathLst>
            </a:custGeom>
            <a:noFill/>
            <a:ln cap="flat" cmpd="sng" w="29200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5637275" y="4637532"/>
              <a:ext cx="1035050" cy="561340"/>
            </a:xfrm>
            <a:custGeom>
              <a:rect b="b" l="l" r="r" t="t"/>
              <a:pathLst>
                <a:path extrusionOk="0" h="561339" w="1035050">
                  <a:moveTo>
                    <a:pt x="129286" y="0"/>
                  </a:moveTo>
                  <a:lnTo>
                    <a:pt x="129286" y="560832"/>
                  </a:lnTo>
                </a:path>
                <a:path extrusionOk="0" h="561339" w="1035050">
                  <a:moveTo>
                    <a:pt x="0" y="70104"/>
                  </a:moveTo>
                  <a:lnTo>
                    <a:pt x="1034796" y="70104"/>
                  </a:lnTo>
                </a:path>
                <a:path extrusionOk="0" h="561339" w="1035050">
                  <a:moveTo>
                    <a:pt x="0" y="560832"/>
                  </a:moveTo>
                  <a:lnTo>
                    <a:pt x="1034796" y="560832"/>
                  </a:lnTo>
                  <a:lnTo>
                    <a:pt x="1034796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" name="Google Shape;407;p16"/>
          <p:cNvSpPr txBox="1"/>
          <p:nvPr/>
        </p:nvSpPr>
        <p:spPr>
          <a:xfrm>
            <a:off x="5766561" y="4707635"/>
            <a:ext cx="905510" cy="490855"/>
          </a:xfrm>
          <a:prstGeom prst="rect">
            <a:avLst/>
          </a:prstGeom>
          <a:noFill/>
          <a:ln cap="flat" cmpd="sng" w="121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65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 Data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8" name="Google Shape;408;p16"/>
          <p:cNvGrpSpPr/>
          <p:nvPr/>
        </p:nvGrpSpPr>
        <p:grpSpPr>
          <a:xfrm>
            <a:off x="6010655" y="4905755"/>
            <a:ext cx="1949450" cy="1212089"/>
            <a:chOff x="6010655" y="4905755"/>
            <a:chExt cx="1949450" cy="1212089"/>
          </a:xfrm>
        </p:grpSpPr>
        <p:sp>
          <p:nvSpPr>
            <p:cNvPr id="409" name="Google Shape;409;p16"/>
            <p:cNvSpPr/>
            <p:nvPr/>
          </p:nvSpPr>
          <p:spPr>
            <a:xfrm>
              <a:off x="6672833" y="4905755"/>
              <a:ext cx="517525" cy="648970"/>
            </a:xfrm>
            <a:custGeom>
              <a:rect b="b" l="l" r="r" t="t"/>
              <a:pathLst>
                <a:path extrusionOk="0" h="648970" w="517525">
                  <a:moveTo>
                    <a:pt x="459486" y="561721"/>
                  </a:moveTo>
                  <a:lnTo>
                    <a:pt x="430530" y="561721"/>
                  </a:lnTo>
                  <a:lnTo>
                    <a:pt x="473964" y="648589"/>
                  </a:lnTo>
                  <a:lnTo>
                    <a:pt x="510158" y="576199"/>
                  </a:lnTo>
                  <a:lnTo>
                    <a:pt x="459486" y="576199"/>
                  </a:lnTo>
                  <a:lnTo>
                    <a:pt x="459486" y="561721"/>
                  </a:lnTo>
                  <a:close/>
                </a:path>
                <a:path extrusionOk="0" h="648970" w="517525">
                  <a:moveTo>
                    <a:pt x="459486" y="14478"/>
                  </a:moveTo>
                  <a:lnTo>
                    <a:pt x="459486" y="576199"/>
                  </a:lnTo>
                  <a:lnTo>
                    <a:pt x="488442" y="576199"/>
                  </a:lnTo>
                  <a:lnTo>
                    <a:pt x="488442" y="28956"/>
                  </a:lnTo>
                  <a:lnTo>
                    <a:pt x="473964" y="28956"/>
                  </a:lnTo>
                  <a:lnTo>
                    <a:pt x="459486" y="14478"/>
                  </a:lnTo>
                  <a:close/>
                </a:path>
                <a:path extrusionOk="0" h="648970" w="517525">
                  <a:moveTo>
                    <a:pt x="517398" y="561721"/>
                  </a:moveTo>
                  <a:lnTo>
                    <a:pt x="488442" y="561721"/>
                  </a:lnTo>
                  <a:lnTo>
                    <a:pt x="488442" y="576199"/>
                  </a:lnTo>
                  <a:lnTo>
                    <a:pt x="510158" y="576199"/>
                  </a:lnTo>
                  <a:lnTo>
                    <a:pt x="517398" y="561721"/>
                  </a:lnTo>
                  <a:close/>
                </a:path>
                <a:path extrusionOk="0" h="648970" w="517525">
                  <a:moveTo>
                    <a:pt x="488442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459486" y="28956"/>
                  </a:lnTo>
                  <a:lnTo>
                    <a:pt x="459486" y="14478"/>
                  </a:lnTo>
                  <a:lnTo>
                    <a:pt x="488442" y="14478"/>
                  </a:lnTo>
                  <a:lnTo>
                    <a:pt x="488442" y="0"/>
                  </a:lnTo>
                  <a:close/>
                </a:path>
                <a:path extrusionOk="0" h="648970" w="517525">
                  <a:moveTo>
                    <a:pt x="488442" y="14478"/>
                  </a:moveTo>
                  <a:lnTo>
                    <a:pt x="459486" y="14478"/>
                  </a:lnTo>
                  <a:lnTo>
                    <a:pt x="473964" y="28956"/>
                  </a:lnTo>
                  <a:lnTo>
                    <a:pt x="488442" y="28956"/>
                  </a:lnTo>
                  <a:lnTo>
                    <a:pt x="488442" y="14478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6010655" y="5556504"/>
              <a:ext cx="1949450" cy="561340"/>
            </a:xfrm>
            <a:custGeom>
              <a:rect b="b" l="l" r="r" t="t"/>
              <a:pathLst>
                <a:path extrusionOk="0" h="561339" w="1949450">
                  <a:moveTo>
                    <a:pt x="0" y="560832"/>
                  </a:moveTo>
                  <a:lnTo>
                    <a:pt x="1949196" y="560832"/>
                  </a:lnTo>
                  <a:lnTo>
                    <a:pt x="1949196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noFill/>
            <a:ln cap="flat" cmpd="sng" w="9525">
              <a:solidFill>
                <a:srgbClr val="5858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16"/>
          <p:cNvSpPr txBox="1"/>
          <p:nvPr/>
        </p:nvSpPr>
        <p:spPr>
          <a:xfrm>
            <a:off x="6038350" y="5549900"/>
            <a:ext cx="185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35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 knowledge:  Discover patterns from  the preprocessed data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1601724" y="4282439"/>
            <a:ext cx="4408805" cy="1734185"/>
          </a:xfrm>
          <a:custGeom>
            <a:rect b="b" l="l" r="r" t="t"/>
            <a:pathLst>
              <a:path extrusionOk="0" h="1734185" w="4408805">
                <a:moveTo>
                  <a:pt x="44450" y="1429232"/>
                </a:moveTo>
                <a:lnTo>
                  <a:pt x="31750" y="1429232"/>
                </a:lnTo>
                <a:lnTo>
                  <a:pt x="31750" y="1480032"/>
                </a:lnTo>
                <a:lnTo>
                  <a:pt x="44450" y="1480032"/>
                </a:lnTo>
                <a:lnTo>
                  <a:pt x="44450" y="1429232"/>
                </a:lnTo>
                <a:close/>
              </a:path>
              <a:path extrusionOk="0" h="1734185" w="4408805">
                <a:moveTo>
                  <a:pt x="44450" y="1340332"/>
                </a:moveTo>
                <a:lnTo>
                  <a:pt x="31750" y="1340332"/>
                </a:lnTo>
                <a:lnTo>
                  <a:pt x="31750" y="1391132"/>
                </a:lnTo>
                <a:lnTo>
                  <a:pt x="44450" y="1391132"/>
                </a:lnTo>
                <a:lnTo>
                  <a:pt x="44450" y="1340332"/>
                </a:lnTo>
                <a:close/>
              </a:path>
              <a:path extrusionOk="0" h="1734185" w="4408805">
                <a:moveTo>
                  <a:pt x="44450" y="1251458"/>
                </a:moveTo>
                <a:lnTo>
                  <a:pt x="31750" y="1251458"/>
                </a:lnTo>
                <a:lnTo>
                  <a:pt x="31750" y="1302258"/>
                </a:lnTo>
                <a:lnTo>
                  <a:pt x="44450" y="1302258"/>
                </a:lnTo>
                <a:lnTo>
                  <a:pt x="44450" y="1251458"/>
                </a:lnTo>
                <a:close/>
              </a:path>
              <a:path extrusionOk="0" h="1734185" w="4408805">
                <a:moveTo>
                  <a:pt x="44450" y="1162558"/>
                </a:moveTo>
                <a:lnTo>
                  <a:pt x="31750" y="1162558"/>
                </a:lnTo>
                <a:lnTo>
                  <a:pt x="31750" y="1213358"/>
                </a:lnTo>
                <a:lnTo>
                  <a:pt x="44450" y="1213358"/>
                </a:lnTo>
                <a:lnTo>
                  <a:pt x="44450" y="1162558"/>
                </a:lnTo>
                <a:close/>
              </a:path>
              <a:path extrusionOk="0" h="1734185" w="4408805">
                <a:moveTo>
                  <a:pt x="44450" y="1073658"/>
                </a:moveTo>
                <a:lnTo>
                  <a:pt x="31750" y="1073658"/>
                </a:lnTo>
                <a:lnTo>
                  <a:pt x="31750" y="1124458"/>
                </a:lnTo>
                <a:lnTo>
                  <a:pt x="44450" y="1124458"/>
                </a:lnTo>
                <a:lnTo>
                  <a:pt x="44450" y="1073658"/>
                </a:lnTo>
                <a:close/>
              </a:path>
              <a:path extrusionOk="0" h="1734185" w="4408805">
                <a:moveTo>
                  <a:pt x="44450" y="984758"/>
                </a:moveTo>
                <a:lnTo>
                  <a:pt x="31750" y="984758"/>
                </a:lnTo>
                <a:lnTo>
                  <a:pt x="31750" y="1035558"/>
                </a:lnTo>
                <a:lnTo>
                  <a:pt x="44450" y="1035558"/>
                </a:lnTo>
                <a:lnTo>
                  <a:pt x="44450" y="984758"/>
                </a:lnTo>
                <a:close/>
              </a:path>
              <a:path extrusionOk="0" h="1734185" w="4408805">
                <a:moveTo>
                  <a:pt x="44450" y="895858"/>
                </a:moveTo>
                <a:lnTo>
                  <a:pt x="31750" y="895858"/>
                </a:lnTo>
                <a:lnTo>
                  <a:pt x="31750" y="946670"/>
                </a:lnTo>
                <a:lnTo>
                  <a:pt x="44450" y="946670"/>
                </a:lnTo>
                <a:lnTo>
                  <a:pt x="44450" y="895858"/>
                </a:lnTo>
                <a:close/>
              </a:path>
              <a:path extrusionOk="0" h="1734185" w="4408805">
                <a:moveTo>
                  <a:pt x="44450" y="806958"/>
                </a:moveTo>
                <a:lnTo>
                  <a:pt x="31750" y="806958"/>
                </a:lnTo>
                <a:lnTo>
                  <a:pt x="31750" y="857758"/>
                </a:lnTo>
                <a:lnTo>
                  <a:pt x="44450" y="857758"/>
                </a:lnTo>
                <a:lnTo>
                  <a:pt x="44450" y="806958"/>
                </a:lnTo>
                <a:close/>
              </a:path>
              <a:path extrusionOk="0" h="1734185" w="4408805">
                <a:moveTo>
                  <a:pt x="44450" y="718058"/>
                </a:moveTo>
                <a:lnTo>
                  <a:pt x="31750" y="718058"/>
                </a:lnTo>
                <a:lnTo>
                  <a:pt x="31750" y="768858"/>
                </a:lnTo>
                <a:lnTo>
                  <a:pt x="44450" y="768858"/>
                </a:lnTo>
                <a:lnTo>
                  <a:pt x="44450" y="718058"/>
                </a:lnTo>
                <a:close/>
              </a:path>
              <a:path extrusionOk="0" h="1734185" w="4408805">
                <a:moveTo>
                  <a:pt x="44450" y="629158"/>
                </a:moveTo>
                <a:lnTo>
                  <a:pt x="31750" y="629158"/>
                </a:lnTo>
                <a:lnTo>
                  <a:pt x="31750" y="679958"/>
                </a:lnTo>
                <a:lnTo>
                  <a:pt x="44450" y="679958"/>
                </a:lnTo>
                <a:lnTo>
                  <a:pt x="44450" y="629158"/>
                </a:lnTo>
                <a:close/>
              </a:path>
              <a:path extrusionOk="0" h="1734185" w="4408805">
                <a:moveTo>
                  <a:pt x="44450" y="540258"/>
                </a:moveTo>
                <a:lnTo>
                  <a:pt x="31750" y="540258"/>
                </a:lnTo>
                <a:lnTo>
                  <a:pt x="31750" y="591058"/>
                </a:lnTo>
                <a:lnTo>
                  <a:pt x="44450" y="591058"/>
                </a:lnTo>
                <a:lnTo>
                  <a:pt x="44450" y="540258"/>
                </a:lnTo>
                <a:close/>
              </a:path>
              <a:path extrusionOk="0" h="1734185" w="4408805">
                <a:moveTo>
                  <a:pt x="44450" y="451358"/>
                </a:moveTo>
                <a:lnTo>
                  <a:pt x="31750" y="451358"/>
                </a:lnTo>
                <a:lnTo>
                  <a:pt x="31750" y="502158"/>
                </a:lnTo>
                <a:lnTo>
                  <a:pt x="44450" y="502158"/>
                </a:lnTo>
                <a:lnTo>
                  <a:pt x="44450" y="451358"/>
                </a:lnTo>
                <a:close/>
              </a:path>
              <a:path extrusionOk="0" h="1734185" w="4408805">
                <a:moveTo>
                  <a:pt x="44450" y="362458"/>
                </a:moveTo>
                <a:lnTo>
                  <a:pt x="31750" y="362458"/>
                </a:lnTo>
                <a:lnTo>
                  <a:pt x="31750" y="413258"/>
                </a:lnTo>
                <a:lnTo>
                  <a:pt x="44450" y="413258"/>
                </a:lnTo>
                <a:lnTo>
                  <a:pt x="44450" y="362458"/>
                </a:lnTo>
                <a:close/>
              </a:path>
              <a:path extrusionOk="0" h="1734185" w="4408805">
                <a:moveTo>
                  <a:pt x="44450" y="273558"/>
                </a:moveTo>
                <a:lnTo>
                  <a:pt x="31750" y="273558"/>
                </a:lnTo>
                <a:lnTo>
                  <a:pt x="31750" y="324358"/>
                </a:lnTo>
                <a:lnTo>
                  <a:pt x="44450" y="324358"/>
                </a:lnTo>
                <a:lnTo>
                  <a:pt x="44450" y="273558"/>
                </a:lnTo>
                <a:close/>
              </a:path>
              <a:path extrusionOk="0" h="1734185" w="4408805">
                <a:moveTo>
                  <a:pt x="44450" y="184658"/>
                </a:moveTo>
                <a:lnTo>
                  <a:pt x="31750" y="184658"/>
                </a:lnTo>
                <a:lnTo>
                  <a:pt x="31750" y="235458"/>
                </a:lnTo>
                <a:lnTo>
                  <a:pt x="44450" y="235458"/>
                </a:lnTo>
                <a:lnTo>
                  <a:pt x="44450" y="184658"/>
                </a:lnTo>
                <a:close/>
              </a:path>
              <a:path extrusionOk="0" h="1734185" w="4408805">
                <a:moveTo>
                  <a:pt x="44450" y="95758"/>
                </a:moveTo>
                <a:lnTo>
                  <a:pt x="31750" y="95758"/>
                </a:lnTo>
                <a:lnTo>
                  <a:pt x="31750" y="146558"/>
                </a:lnTo>
                <a:lnTo>
                  <a:pt x="44450" y="146558"/>
                </a:lnTo>
                <a:lnTo>
                  <a:pt x="44450" y="95758"/>
                </a:lnTo>
                <a:close/>
              </a:path>
              <a:path extrusionOk="0" h="1734185" w="4408805">
                <a:moveTo>
                  <a:pt x="52705" y="1548003"/>
                </a:moveTo>
                <a:lnTo>
                  <a:pt x="44450" y="1548003"/>
                </a:lnTo>
                <a:lnTo>
                  <a:pt x="44450" y="1518132"/>
                </a:lnTo>
                <a:lnTo>
                  <a:pt x="31750" y="1518132"/>
                </a:lnTo>
                <a:lnTo>
                  <a:pt x="31750" y="1560703"/>
                </a:lnTo>
                <a:lnTo>
                  <a:pt x="52705" y="1560703"/>
                </a:lnTo>
                <a:lnTo>
                  <a:pt x="52705" y="1554353"/>
                </a:lnTo>
                <a:lnTo>
                  <a:pt x="52705" y="1548003"/>
                </a:lnTo>
                <a:close/>
              </a:path>
              <a:path extrusionOk="0" h="1734185" w="4408805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76200" y="76200"/>
                </a:lnTo>
                <a:close/>
              </a:path>
              <a:path extrusionOk="0" h="1734185" w="4408805">
                <a:moveTo>
                  <a:pt x="141605" y="1548003"/>
                </a:moveTo>
                <a:lnTo>
                  <a:pt x="90805" y="1548003"/>
                </a:lnTo>
                <a:lnTo>
                  <a:pt x="90805" y="1560703"/>
                </a:lnTo>
                <a:lnTo>
                  <a:pt x="141605" y="1560703"/>
                </a:lnTo>
                <a:lnTo>
                  <a:pt x="141605" y="1548003"/>
                </a:lnTo>
                <a:close/>
              </a:path>
              <a:path extrusionOk="0" h="1734185" w="4408805">
                <a:moveTo>
                  <a:pt x="230505" y="1548003"/>
                </a:moveTo>
                <a:lnTo>
                  <a:pt x="179705" y="1548003"/>
                </a:lnTo>
                <a:lnTo>
                  <a:pt x="179705" y="1560703"/>
                </a:lnTo>
                <a:lnTo>
                  <a:pt x="230505" y="1560703"/>
                </a:lnTo>
                <a:lnTo>
                  <a:pt x="230505" y="1548003"/>
                </a:lnTo>
                <a:close/>
              </a:path>
              <a:path extrusionOk="0" h="1734185" w="4408805">
                <a:moveTo>
                  <a:pt x="286893" y="575691"/>
                </a:moveTo>
                <a:lnTo>
                  <a:pt x="274193" y="575691"/>
                </a:lnTo>
                <a:lnTo>
                  <a:pt x="274193" y="626491"/>
                </a:lnTo>
                <a:lnTo>
                  <a:pt x="286893" y="626491"/>
                </a:lnTo>
                <a:lnTo>
                  <a:pt x="286893" y="575691"/>
                </a:lnTo>
                <a:close/>
              </a:path>
              <a:path extrusionOk="0" h="1734185" w="4408805">
                <a:moveTo>
                  <a:pt x="286893" y="486791"/>
                </a:moveTo>
                <a:lnTo>
                  <a:pt x="274193" y="486791"/>
                </a:lnTo>
                <a:lnTo>
                  <a:pt x="274193" y="537591"/>
                </a:lnTo>
                <a:lnTo>
                  <a:pt x="286893" y="537591"/>
                </a:lnTo>
                <a:lnTo>
                  <a:pt x="286893" y="486791"/>
                </a:lnTo>
                <a:close/>
              </a:path>
              <a:path extrusionOk="0" h="1734185" w="4408805">
                <a:moveTo>
                  <a:pt x="287020" y="397891"/>
                </a:moveTo>
                <a:lnTo>
                  <a:pt x="274320" y="397891"/>
                </a:lnTo>
                <a:lnTo>
                  <a:pt x="274320" y="448691"/>
                </a:lnTo>
                <a:lnTo>
                  <a:pt x="287020" y="448691"/>
                </a:lnTo>
                <a:lnTo>
                  <a:pt x="287020" y="397891"/>
                </a:lnTo>
                <a:close/>
              </a:path>
              <a:path extrusionOk="0" h="1734185" w="4408805">
                <a:moveTo>
                  <a:pt x="287020" y="308991"/>
                </a:moveTo>
                <a:lnTo>
                  <a:pt x="274320" y="308991"/>
                </a:lnTo>
                <a:lnTo>
                  <a:pt x="274320" y="359791"/>
                </a:lnTo>
                <a:lnTo>
                  <a:pt x="287020" y="359791"/>
                </a:lnTo>
                <a:lnTo>
                  <a:pt x="287020" y="308991"/>
                </a:lnTo>
                <a:close/>
              </a:path>
              <a:path extrusionOk="0" h="1734185" w="4408805">
                <a:moveTo>
                  <a:pt x="287020" y="220091"/>
                </a:moveTo>
                <a:lnTo>
                  <a:pt x="274320" y="220091"/>
                </a:lnTo>
                <a:lnTo>
                  <a:pt x="274320" y="270891"/>
                </a:lnTo>
                <a:lnTo>
                  <a:pt x="287020" y="270891"/>
                </a:lnTo>
                <a:lnTo>
                  <a:pt x="287020" y="220091"/>
                </a:lnTo>
                <a:close/>
              </a:path>
              <a:path extrusionOk="0" h="1734185" w="4408805">
                <a:moveTo>
                  <a:pt x="287147" y="131191"/>
                </a:moveTo>
                <a:lnTo>
                  <a:pt x="274447" y="131191"/>
                </a:lnTo>
                <a:lnTo>
                  <a:pt x="274320" y="181991"/>
                </a:lnTo>
                <a:lnTo>
                  <a:pt x="287020" y="181991"/>
                </a:lnTo>
                <a:lnTo>
                  <a:pt x="287147" y="131191"/>
                </a:lnTo>
                <a:close/>
              </a:path>
              <a:path extrusionOk="0" h="1734185" w="4408805">
                <a:moveTo>
                  <a:pt x="318643" y="76835"/>
                </a:moveTo>
                <a:lnTo>
                  <a:pt x="312267" y="63500"/>
                </a:lnTo>
                <a:lnTo>
                  <a:pt x="281940" y="0"/>
                </a:lnTo>
                <a:lnTo>
                  <a:pt x="242443" y="75438"/>
                </a:lnTo>
                <a:lnTo>
                  <a:pt x="274447" y="76034"/>
                </a:lnTo>
                <a:lnTo>
                  <a:pt x="274447" y="93091"/>
                </a:lnTo>
                <a:lnTo>
                  <a:pt x="287147" y="93091"/>
                </a:lnTo>
                <a:lnTo>
                  <a:pt x="287147" y="76263"/>
                </a:lnTo>
                <a:lnTo>
                  <a:pt x="318643" y="76835"/>
                </a:lnTo>
                <a:close/>
              </a:path>
              <a:path extrusionOk="0" h="1734185" w="4408805">
                <a:moveTo>
                  <a:pt x="319405" y="1548003"/>
                </a:moveTo>
                <a:lnTo>
                  <a:pt x="268605" y="1548003"/>
                </a:lnTo>
                <a:lnTo>
                  <a:pt x="268605" y="1560703"/>
                </a:lnTo>
                <a:lnTo>
                  <a:pt x="319405" y="1560703"/>
                </a:lnTo>
                <a:lnTo>
                  <a:pt x="319405" y="1548003"/>
                </a:lnTo>
                <a:close/>
              </a:path>
              <a:path extrusionOk="0" h="1734185" w="4408805">
                <a:moveTo>
                  <a:pt x="360045" y="629539"/>
                </a:moveTo>
                <a:lnTo>
                  <a:pt x="309245" y="629539"/>
                </a:lnTo>
                <a:lnTo>
                  <a:pt x="309245" y="642239"/>
                </a:lnTo>
                <a:lnTo>
                  <a:pt x="360045" y="642239"/>
                </a:lnTo>
                <a:lnTo>
                  <a:pt x="360045" y="629539"/>
                </a:lnTo>
                <a:close/>
              </a:path>
              <a:path extrusionOk="0" h="1734185" w="4408805">
                <a:moveTo>
                  <a:pt x="408305" y="1548003"/>
                </a:moveTo>
                <a:lnTo>
                  <a:pt x="357505" y="1548003"/>
                </a:lnTo>
                <a:lnTo>
                  <a:pt x="357505" y="1560703"/>
                </a:lnTo>
                <a:lnTo>
                  <a:pt x="408305" y="1560703"/>
                </a:lnTo>
                <a:lnTo>
                  <a:pt x="408305" y="1548003"/>
                </a:lnTo>
                <a:close/>
              </a:path>
              <a:path extrusionOk="0" h="1734185" w="4408805">
                <a:moveTo>
                  <a:pt x="448945" y="629539"/>
                </a:moveTo>
                <a:lnTo>
                  <a:pt x="398145" y="629539"/>
                </a:lnTo>
                <a:lnTo>
                  <a:pt x="398145" y="642239"/>
                </a:lnTo>
                <a:lnTo>
                  <a:pt x="448945" y="642239"/>
                </a:lnTo>
                <a:lnTo>
                  <a:pt x="448945" y="629539"/>
                </a:lnTo>
                <a:close/>
              </a:path>
              <a:path extrusionOk="0" h="1734185" w="4408805">
                <a:moveTo>
                  <a:pt x="497205" y="1548003"/>
                </a:moveTo>
                <a:lnTo>
                  <a:pt x="446405" y="1548003"/>
                </a:lnTo>
                <a:lnTo>
                  <a:pt x="446405" y="1560703"/>
                </a:lnTo>
                <a:lnTo>
                  <a:pt x="497205" y="1560703"/>
                </a:lnTo>
                <a:lnTo>
                  <a:pt x="497205" y="1548003"/>
                </a:lnTo>
                <a:close/>
              </a:path>
              <a:path extrusionOk="0" h="1734185" w="4408805">
                <a:moveTo>
                  <a:pt x="537845" y="629539"/>
                </a:moveTo>
                <a:lnTo>
                  <a:pt x="487045" y="629539"/>
                </a:lnTo>
                <a:lnTo>
                  <a:pt x="487045" y="642239"/>
                </a:lnTo>
                <a:lnTo>
                  <a:pt x="537845" y="642239"/>
                </a:lnTo>
                <a:lnTo>
                  <a:pt x="537845" y="629539"/>
                </a:lnTo>
                <a:close/>
              </a:path>
              <a:path extrusionOk="0" h="1734185" w="4408805">
                <a:moveTo>
                  <a:pt x="586105" y="1548003"/>
                </a:moveTo>
                <a:lnTo>
                  <a:pt x="535305" y="1548003"/>
                </a:lnTo>
                <a:lnTo>
                  <a:pt x="535305" y="1560703"/>
                </a:lnTo>
                <a:lnTo>
                  <a:pt x="586105" y="1560703"/>
                </a:lnTo>
                <a:lnTo>
                  <a:pt x="586105" y="1548003"/>
                </a:lnTo>
                <a:close/>
              </a:path>
              <a:path extrusionOk="0" h="1734185" w="4408805">
                <a:moveTo>
                  <a:pt x="626745" y="629539"/>
                </a:moveTo>
                <a:lnTo>
                  <a:pt x="575945" y="629539"/>
                </a:lnTo>
                <a:lnTo>
                  <a:pt x="575945" y="642239"/>
                </a:lnTo>
                <a:lnTo>
                  <a:pt x="626745" y="642239"/>
                </a:lnTo>
                <a:lnTo>
                  <a:pt x="626745" y="629539"/>
                </a:lnTo>
                <a:close/>
              </a:path>
              <a:path extrusionOk="0" h="1734185" w="4408805">
                <a:moveTo>
                  <a:pt x="675005" y="1548003"/>
                </a:moveTo>
                <a:lnTo>
                  <a:pt x="624205" y="1548003"/>
                </a:lnTo>
                <a:lnTo>
                  <a:pt x="624205" y="1560703"/>
                </a:lnTo>
                <a:lnTo>
                  <a:pt x="675005" y="1560703"/>
                </a:lnTo>
                <a:lnTo>
                  <a:pt x="675005" y="1548003"/>
                </a:lnTo>
                <a:close/>
              </a:path>
              <a:path extrusionOk="0" h="1734185" w="4408805">
                <a:moveTo>
                  <a:pt x="715645" y="629539"/>
                </a:moveTo>
                <a:lnTo>
                  <a:pt x="664845" y="629539"/>
                </a:lnTo>
                <a:lnTo>
                  <a:pt x="664845" y="642239"/>
                </a:lnTo>
                <a:lnTo>
                  <a:pt x="715645" y="642239"/>
                </a:lnTo>
                <a:lnTo>
                  <a:pt x="715645" y="629539"/>
                </a:lnTo>
                <a:close/>
              </a:path>
              <a:path extrusionOk="0" h="1734185" w="4408805">
                <a:moveTo>
                  <a:pt x="763905" y="1548003"/>
                </a:moveTo>
                <a:lnTo>
                  <a:pt x="713105" y="1548003"/>
                </a:lnTo>
                <a:lnTo>
                  <a:pt x="713105" y="1560703"/>
                </a:lnTo>
                <a:lnTo>
                  <a:pt x="763905" y="1560703"/>
                </a:lnTo>
                <a:lnTo>
                  <a:pt x="763905" y="1548003"/>
                </a:lnTo>
                <a:close/>
              </a:path>
              <a:path extrusionOk="0" h="1734185" w="4408805">
                <a:moveTo>
                  <a:pt x="804545" y="629539"/>
                </a:moveTo>
                <a:lnTo>
                  <a:pt x="753745" y="629539"/>
                </a:lnTo>
                <a:lnTo>
                  <a:pt x="753745" y="642239"/>
                </a:lnTo>
                <a:lnTo>
                  <a:pt x="804545" y="642239"/>
                </a:lnTo>
                <a:lnTo>
                  <a:pt x="804545" y="629539"/>
                </a:lnTo>
                <a:close/>
              </a:path>
              <a:path extrusionOk="0" h="1734185" w="4408805">
                <a:moveTo>
                  <a:pt x="852805" y="1548003"/>
                </a:moveTo>
                <a:lnTo>
                  <a:pt x="802005" y="1548003"/>
                </a:lnTo>
                <a:lnTo>
                  <a:pt x="802005" y="1560703"/>
                </a:lnTo>
                <a:lnTo>
                  <a:pt x="852805" y="1560703"/>
                </a:lnTo>
                <a:lnTo>
                  <a:pt x="852805" y="1548003"/>
                </a:lnTo>
                <a:close/>
              </a:path>
              <a:path extrusionOk="0" h="1734185" w="4408805">
                <a:moveTo>
                  <a:pt x="893445" y="629539"/>
                </a:moveTo>
                <a:lnTo>
                  <a:pt x="842645" y="629539"/>
                </a:lnTo>
                <a:lnTo>
                  <a:pt x="842645" y="642239"/>
                </a:lnTo>
                <a:lnTo>
                  <a:pt x="893445" y="642239"/>
                </a:lnTo>
                <a:lnTo>
                  <a:pt x="893445" y="629539"/>
                </a:lnTo>
                <a:close/>
              </a:path>
              <a:path extrusionOk="0" h="1734185" w="4408805">
                <a:moveTo>
                  <a:pt x="941705" y="1548003"/>
                </a:moveTo>
                <a:lnTo>
                  <a:pt x="890905" y="1548003"/>
                </a:lnTo>
                <a:lnTo>
                  <a:pt x="890905" y="1560703"/>
                </a:lnTo>
                <a:lnTo>
                  <a:pt x="941705" y="1560703"/>
                </a:lnTo>
                <a:lnTo>
                  <a:pt x="941705" y="1548003"/>
                </a:lnTo>
                <a:close/>
              </a:path>
              <a:path extrusionOk="0" h="1734185" w="4408805">
                <a:moveTo>
                  <a:pt x="982345" y="629539"/>
                </a:moveTo>
                <a:lnTo>
                  <a:pt x="931545" y="629539"/>
                </a:lnTo>
                <a:lnTo>
                  <a:pt x="931545" y="642239"/>
                </a:lnTo>
                <a:lnTo>
                  <a:pt x="982345" y="642239"/>
                </a:lnTo>
                <a:lnTo>
                  <a:pt x="982345" y="629539"/>
                </a:lnTo>
                <a:close/>
              </a:path>
              <a:path extrusionOk="0" h="1734185" w="4408805">
                <a:moveTo>
                  <a:pt x="1030605" y="1548003"/>
                </a:moveTo>
                <a:lnTo>
                  <a:pt x="979805" y="1548003"/>
                </a:lnTo>
                <a:lnTo>
                  <a:pt x="979805" y="1560703"/>
                </a:lnTo>
                <a:lnTo>
                  <a:pt x="1030605" y="1560703"/>
                </a:lnTo>
                <a:lnTo>
                  <a:pt x="1030605" y="1548003"/>
                </a:lnTo>
                <a:close/>
              </a:path>
              <a:path extrusionOk="0" h="1734185" w="4408805">
                <a:moveTo>
                  <a:pt x="1071245" y="629539"/>
                </a:moveTo>
                <a:lnTo>
                  <a:pt x="1020445" y="629539"/>
                </a:lnTo>
                <a:lnTo>
                  <a:pt x="1020445" y="642239"/>
                </a:lnTo>
                <a:lnTo>
                  <a:pt x="1071245" y="642239"/>
                </a:lnTo>
                <a:lnTo>
                  <a:pt x="1071245" y="629539"/>
                </a:lnTo>
                <a:close/>
              </a:path>
              <a:path extrusionOk="0" h="1734185" w="4408805">
                <a:moveTo>
                  <a:pt x="1119505" y="1548003"/>
                </a:moveTo>
                <a:lnTo>
                  <a:pt x="1068705" y="1548003"/>
                </a:lnTo>
                <a:lnTo>
                  <a:pt x="1068705" y="1560703"/>
                </a:lnTo>
                <a:lnTo>
                  <a:pt x="1119505" y="1560703"/>
                </a:lnTo>
                <a:lnTo>
                  <a:pt x="1119505" y="1548003"/>
                </a:lnTo>
                <a:close/>
              </a:path>
              <a:path extrusionOk="0" h="1734185" w="4408805">
                <a:moveTo>
                  <a:pt x="1160145" y="629539"/>
                </a:moveTo>
                <a:lnTo>
                  <a:pt x="1109345" y="629539"/>
                </a:lnTo>
                <a:lnTo>
                  <a:pt x="1109345" y="642239"/>
                </a:lnTo>
                <a:lnTo>
                  <a:pt x="1160145" y="642239"/>
                </a:lnTo>
                <a:lnTo>
                  <a:pt x="1160145" y="629539"/>
                </a:lnTo>
                <a:close/>
              </a:path>
              <a:path extrusionOk="0" h="1734185" w="4408805">
                <a:moveTo>
                  <a:pt x="1208405" y="1548003"/>
                </a:moveTo>
                <a:lnTo>
                  <a:pt x="1157605" y="1548003"/>
                </a:lnTo>
                <a:lnTo>
                  <a:pt x="1157605" y="1560703"/>
                </a:lnTo>
                <a:lnTo>
                  <a:pt x="1208405" y="1560703"/>
                </a:lnTo>
                <a:lnTo>
                  <a:pt x="1208405" y="1548003"/>
                </a:lnTo>
                <a:close/>
              </a:path>
              <a:path extrusionOk="0" h="1734185" w="4408805">
                <a:moveTo>
                  <a:pt x="1249045" y="629539"/>
                </a:moveTo>
                <a:lnTo>
                  <a:pt x="1198245" y="629539"/>
                </a:lnTo>
                <a:lnTo>
                  <a:pt x="1198245" y="642239"/>
                </a:lnTo>
                <a:lnTo>
                  <a:pt x="1249045" y="642239"/>
                </a:lnTo>
                <a:lnTo>
                  <a:pt x="1249045" y="629539"/>
                </a:lnTo>
                <a:close/>
              </a:path>
              <a:path extrusionOk="0" h="1734185" w="4408805">
                <a:moveTo>
                  <a:pt x="1297305" y="1548003"/>
                </a:moveTo>
                <a:lnTo>
                  <a:pt x="1246505" y="1548003"/>
                </a:lnTo>
                <a:lnTo>
                  <a:pt x="1246505" y="1560703"/>
                </a:lnTo>
                <a:lnTo>
                  <a:pt x="1297305" y="1560703"/>
                </a:lnTo>
                <a:lnTo>
                  <a:pt x="1297305" y="1548003"/>
                </a:lnTo>
                <a:close/>
              </a:path>
              <a:path extrusionOk="0" h="1734185" w="4408805">
                <a:moveTo>
                  <a:pt x="1337945" y="629539"/>
                </a:moveTo>
                <a:lnTo>
                  <a:pt x="1287145" y="629539"/>
                </a:lnTo>
                <a:lnTo>
                  <a:pt x="1287145" y="642239"/>
                </a:lnTo>
                <a:lnTo>
                  <a:pt x="1337945" y="642239"/>
                </a:lnTo>
                <a:lnTo>
                  <a:pt x="1337945" y="629539"/>
                </a:lnTo>
                <a:close/>
              </a:path>
              <a:path extrusionOk="0" h="1734185" w="4408805">
                <a:moveTo>
                  <a:pt x="1386205" y="1548003"/>
                </a:moveTo>
                <a:lnTo>
                  <a:pt x="1335405" y="1548003"/>
                </a:lnTo>
                <a:lnTo>
                  <a:pt x="1335405" y="1560703"/>
                </a:lnTo>
                <a:lnTo>
                  <a:pt x="1386205" y="1560703"/>
                </a:lnTo>
                <a:lnTo>
                  <a:pt x="1386205" y="1548003"/>
                </a:lnTo>
                <a:close/>
              </a:path>
              <a:path extrusionOk="0" h="1734185" w="4408805">
                <a:moveTo>
                  <a:pt x="1426845" y="629539"/>
                </a:moveTo>
                <a:lnTo>
                  <a:pt x="1376045" y="629539"/>
                </a:lnTo>
                <a:lnTo>
                  <a:pt x="1376045" y="642239"/>
                </a:lnTo>
                <a:lnTo>
                  <a:pt x="1426845" y="642239"/>
                </a:lnTo>
                <a:lnTo>
                  <a:pt x="1426845" y="629539"/>
                </a:lnTo>
                <a:close/>
              </a:path>
              <a:path extrusionOk="0" h="1734185" w="4408805">
                <a:moveTo>
                  <a:pt x="1475105" y="1548003"/>
                </a:moveTo>
                <a:lnTo>
                  <a:pt x="1424305" y="1548003"/>
                </a:lnTo>
                <a:lnTo>
                  <a:pt x="1424305" y="1560703"/>
                </a:lnTo>
                <a:lnTo>
                  <a:pt x="1475105" y="1560703"/>
                </a:lnTo>
                <a:lnTo>
                  <a:pt x="1475105" y="1548003"/>
                </a:lnTo>
                <a:close/>
              </a:path>
              <a:path extrusionOk="0" h="1734185" w="4408805">
                <a:moveTo>
                  <a:pt x="1515745" y="629539"/>
                </a:moveTo>
                <a:lnTo>
                  <a:pt x="1464945" y="629539"/>
                </a:lnTo>
                <a:lnTo>
                  <a:pt x="1464945" y="642239"/>
                </a:lnTo>
                <a:lnTo>
                  <a:pt x="1515745" y="642239"/>
                </a:lnTo>
                <a:lnTo>
                  <a:pt x="1515745" y="629539"/>
                </a:lnTo>
                <a:close/>
              </a:path>
              <a:path extrusionOk="0" h="1734185" w="4408805">
                <a:moveTo>
                  <a:pt x="1564005" y="1548003"/>
                </a:moveTo>
                <a:lnTo>
                  <a:pt x="1513205" y="1548003"/>
                </a:lnTo>
                <a:lnTo>
                  <a:pt x="1513205" y="1560703"/>
                </a:lnTo>
                <a:lnTo>
                  <a:pt x="1564005" y="1560703"/>
                </a:lnTo>
                <a:lnTo>
                  <a:pt x="1564005" y="1548003"/>
                </a:lnTo>
                <a:close/>
              </a:path>
              <a:path extrusionOk="0" h="1734185" w="4408805">
                <a:moveTo>
                  <a:pt x="1604645" y="629539"/>
                </a:moveTo>
                <a:lnTo>
                  <a:pt x="1553845" y="629539"/>
                </a:lnTo>
                <a:lnTo>
                  <a:pt x="1553845" y="642239"/>
                </a:lnTo>
                <a:lnTo>
                  <a:pt x="1604645" y="642239"/>
                </a:lnTo>
                <a:lnTo>
                  <a:pt x="1604645" y="629539"/>
                </a:lnTo>
                <a:close/>
              </a:path>
              <a:path extrusionOk="0" h="1734185" w="4408805">
                <a:moveTo>
                  <a:pt x="1652892" y="1548003"/>
                </a:moveTo>
                <a:lnTo>
                  <a:pt x="1602105" y="1548003"/>
                </a:lnTo>
                <a:lnTo>
                  <a:pt x="1602105" y="1560703"/>
                </a:lnTo>
                <a:lnTo>
                  <a:pt x="1652892" y="1560703"/>
                </a:lnTo>
                <a:lnTo>
                  <a:pt x="1652892" y="1548003"/>
                </a:lnTo>
                <a:close/>
              </a:path>
              <a:path extrusionOk="0" h="1734185" w="4408805">
                <a:moveTo>
                  <a:pt x="1693545" y="629539"/>
                </a:moveTo>
                <a:lnTo>
                  <a:pt x="1642745" y="629539"/>
                </a:lnTo>
                <a:lnTo>
                  <a:pt x="1642745" y="642239"/>
                </a:lnTo>
                <a:lnTo>
                  <a:pt x="1693545" y="642239"/>
                </a:lnTo>
                <a:lnTo>
                  <a:pt x="1693545" y="629539"/>
                </a:lnTo>
                <a:close/>
              </a:path>
              <a:path extrusionOk="0" h="1734185" w="4408805">
                <a:moveTo>
                  <a:pt x="1741805" y="1548003"/>
                </a:moveTo>
                <a:lnTo>
                  <a:pt x="1690992" y="1548003"/>
                </a:lnTo>
                <a:lnTo>
                  <a:pt x="1690992" y="1560703"/>
                </a:lnTo>
                <a:lnTo>
                  <a:pt x="1741805" y="1560703"/>
                </a:lnTo>
                <a:lnTo>
                  <a:pt x="1741805" y="1548003"/>
                </a:lnTo>
                <a:close/>
              </a:path>
              <a:path extrusionOk="0" h="1734185" w="4408805">
                <a:moveTo>
                  <a:pt x="1830705" y="1548003"/>
                </a:moveTo>
                <a:lnTo>
                  <a:pt x="1779905" y="1548003"/>
                </a:lnTo>
                <a:lnTo>
                  <a:pt x="1779905" y="1560703"/>
                </a:lnTo>
                <a:lnTo>
                  <a:pt x="1830705" y="1560703"/>
                </a:lnTo>
                <a:lnTo>
                  <a:pt x="1830705" y="1548003"/>
                </a:lnTo>
                <a:close/>
              </a:path>
              <a:path extrusionOk="0" h="1734185" w="4408805">
                <a:moveTo>
                  <a:pt x="1919605" y="1548003"/>
                </a:moveTo>
                <a:lnTo>
                  <a:pt x="1868805" y="1548003"/>
                </a:lnTo>
                <a:lnTo>
                  <a:pt x="1868805" y="1560703"/>
                </a:lnTo>
                <a:lnTo>
                  <a:pt x="1919605" y="1560703"/>
                </a:lnTo>
                <a:lnTo>
                  <a:pt x="1919605" y="1548003"/>
                </a:lnTo>
                <a:close/>
              </a:path>
              <a:path extrusionOk="0" h="1734185" w="4408805">
                <a:moveTo>
                  <a:pt x="2008505" y="1548003"/>
                </a:moveTo>
                <a:lnTo>
                  <a:pt x="1957705" y="1548003"/>
                </a:lnTo>
                <a:lnTo>
                  <a:pt x="1957705" y="1560703"/>
                </a:lnTo>
                <a:lnTo>
                  <a:pt x="2008505" y="1560703"/>
                </a:lnTo>
                <a:lnTo>
                  <a:pt x="2008505" y="1548003"/>
                </a:lnTo>
                <a:close/>
              </a:path>
              <a:path extrusionOk="0" h="1734185" w="4408805">
                <a:moveTo>
                  <a:pt x="2097405" y="1548003"/>
                </a:moveTo>
                <a:lnTo>
                  <a:pt x="2046605" y="1548003"/>
                </a:lnTo>
                <a:lnTo>
                  <a:pt x="2046605" y="1560703"/>
                </a:lnTo>
                <a:lnTo>
                  <a:pt x="2097405" y="1560703"/>
                </a:lnTo>
                <a:lnTo>
                  <a:pt x="2097405" y="1548003"/>
                </a:lnTo>
                <a:close/>
              </a:path>
              <a:path extrusionOk="0" h="1734185" w="4408805">
                <a:moveTo>
                  <a:pt x="2186305" y="1548003"/>
                </a:moveTo>
                <a:lnTo>
                  <a:pt x="2135505" y="1548003"/>
                </a:lnTo>
                <a:lnTo>
                  <a:pt x="2135505" y="1560703"/>
                </a:lnTo>
                <a:lnTo>
                  <a:pt x="2186305" y="1560703"/>
                </a:lnTo>
                <a:lnTo>
                  <a:pt x="2186305" y="1548003"/>
                </a:lnTo>
                <a:close/>
              </a:path>
              <a:path extrusionOk="0" h="1734185" w="4408805">
                <a:moveTo>
                  <a:pt x="2275205" y="1548003"/>
                </a:moveTo>
                <a:lnTo>
                  <a:pt x="2224405" y="1548003"/>
                </a:lnTo>
                <a:lnTo>
                  <a:pt x="2224405" y="1560703"/>
                </a:lnTo>
                <a:lnTo>
                  <a:pt x="2275205" y="1560703"/>
                </a:lnTo>
                <a:lnTo>
                  <a:pt x="2275205" y="1548003"/>
                </a:lnTo>
                <a:close/>
              </a:path>
              <a:path extrusionOk="0" h="1734185" w="4408805">
                <a:moveTo>
                  <a:pt x="2364105" y="1548003"/>
                </a:moveTo>
                <a:lnTo>
                  <a:pt x="2313305" y="1548003"/>
                </a:lnTo>
                <a:lnTo>
                  <a:pt x="2313305" y="1560703"/>
                </a:lnTo>
                <a:lnTo>
                  <a:pt x="2364105" y="1560703"/>
                </a:lnTo>
                <a:lnTo>
                  <a:pt x="2364105" y="1548003"/>
                </a:lnTo>
                <a:close/>
              </a:path>
              <a:path extrusionOk="0" h="1734185" w="4408805">
                <a:moveTo>
                  <a:pt x="2453005" y="1548003"/>
                </a:moveTo>
                <a:lnTo>
                  <a:pt x="2402205" y="1548003"/>
                </a:lnTo>
                <a:lnTo>
                  <a:pt x="2402205" y="1560703"/>
                </a:lnTo>
                <a:lnTo>
                  <a:pt x="2453005" y="1560703"/>
                </a:lnTo>
                <a:lnTo>
                  <a:pt x="2453005" y="1548003"/>
                </a:lnTo>
                <a:close/>
              </a:path>
              <a:path extrusionOk="0" h="1734185" w="4408805">
                <a:moveTo>
                  <a:pt x="2541905" y="1548003"/>
                </a:moveTo>
                <a:lnTo>
                  <a:pt x="2491105" y="1548003"/>
                </a:lnTo>
                <a:lnTo>
                  <a:pt x="2491105" y="1560703"/>
                </a:lnTo>
                <a:lnTo>
                  <a:pt x="2541905" y="1560703"/>
                </a:lnTo>
                <a:lnTo>
                  <a:pt x="2541905" y="1548003"/>
                </a:lnTo>
                <a:close/>
              </a:path>
              <a:path extrusionOk="0" h="1734185" w="4408805">
                <a:moveTo>
                  <a:pt x="2633726" y="1679854"/>
                </a:moveTo>
                <a:lnTo>
                  <a:pt x="2621026" y="1679854"/>
                </a:lnTo>
                <a:lnTo>
                  <a:pt x="2621026" y="1733677"/>
                </a:lnTo>
                <a:lnTo>
                  <a:pt x="2630678" y="1733677"/>
                </a:lnTo>
                <a:lnTo>
                  <a:pt x="2630678" y="1724279"/>
                </a:lnTo>
                <a:lnTo>
                  <a:pt x="2633726" y="1727327"/>
                </a:lnTo>
                <a:lnTo>
                  <a:pt x="2633726" y="1720977"/>
                </a:lnTo>
                <a:lnTo>
                  <a:pt x="2633726" y="1679854"/>
                </a:lnTo>
                <a:close/>
              </a:path>
              <a:path extrusionOk="0" h="1734185" w="4408805">
                <a:moveTo>
                  <a:pt x="2633726" y="1590954"/>
                </a:moveTo>
                <a:lnTo>
                  <a:pt x="2621026" y="1590954"/>
                </a:lnTo>
                <a:lnTo>
                  <a:pt x="2621026" y="1641754"/>
                </a:lnTo>
                <a:lnTo>
                  <a:pt x="2633726" y="1641754"/>
                </a:lnTo>
                <a:lnTo>
                  <a:pt x="2633726" y="1590954"/>
                </a:lnTo>
                <a:close/>
              </a:path>
              <a:path extrusionOk="0" h="1734185" w="4408805">
                <a:moveTo>
                  <a:pt x="2633726" y="1502054"/>
                </a:moveTo>
                <a:lnTo>
                  <a:pt x="2621026" y="1502054"/>
                </a:lnTo>
                <a:lnTo>
                  <a:pt x="2621026" y="1548003"/>
                </a:lnTo>
                <a:lnTo>
                  <a:pt x="2580005" y="1548003"/>
                </a:lnTo>
                <a:lnTo>
                  <a:pt x="2580005" y="1560703"/>
                </a:lnTo>
                <a:lnTo>
                  <a:pt x="2630805" y="1560703"/>
                </a:lnTo>
                <a:lnTo>
                  <a:pt x="2630805" y="1552854"/>
                </a:lnTo>
                <a:lnTo>
                  <a:pt x="2633726" y="1552854"/>
                </a:lnTo>
                <a:lnTo>
                  <a:pt x="2633726" y="1502054"/>
                </a:lnTo>
                <a:close/>
              </a:path>
              <a:path extrusionOk="0" h="1734185" w="4408805">
                <a:moveTo>
                  <a:pt x="2633726" y="1413154"/>
                </a:moveTo>
                <a:lnTo>
                  <a:pt x="2621026" y="1413154"/>
                </a:lnTo>
                <a:lnTo>
                  <a:pt x="2621026" y="1463954"/>
                </a:lnTo>
                <a:lnTo>
                  <a:pt x="2633726" y="1463954"/>
                </a:lnTo>
                <a:lnTo>
                  <a:pt x="2633726" y="1413154"/>
                </a:lnTo>
                <a:close/>
              </a:path>
              <a:path extrusionOk="0" h="1734185" w="4408805">
                <a:moveTo>
                  <a:pt x="2633726" y="1324254"/>
                </a:moveTo>
                <a:lnTo>
                  <a:pt x="2621026" y="1324254"/>
                </a:lnTo>
                <a:lnTo>
                  <a:pt x="2621026" y="1375054"/>
                </a:lnTo>
                <a:lnTo>
                  <a:pt x="2633726" y="1375054"/>
                </a:lnTo>
                <a:lnTo>
                  <a:pt x="2633726" y="1324254"/>
                </a:lnTo>
                <a:close/>
              </a:path>
              <a:path extrusionOk="0" h="1734185" w="4408805">
                <a:moveTo>
                  <a:pt x="2633726" y="1235329"/>
                </a:moveTo>
                <a:lnTo>
                  <a:pt x="2621026" y="1235329"/>
                </a:lnTo>
                <a:lnTo>
                  <a:pt x="2621026" y="1286129"/>
                </a:lnTo>
                <a:lnTo>
                  <a:pt x="2633726" y="1286129"/>
                </a:lnTo>
                <a:lnTo>
                  <a:pt x="2633726" y="1235329"/>
                </a:lnTo>
                <a:close/>
              </a:path>
              <a:path extrusionOk="0" h="1734185" w="4408805">
                <a:moveTo>
                  <a:pt x="2633726" y="1146429"/>
                </a:moveTo>
                <a:lnTo>
                  <a:pt x="2621026" y="1146429"/>
                </a:lnTo>
                <a:lnTo>
                  <a:pt x="2621026" y="1197229"/>
                </a:lnTo>
                <a:lnTo>
                  <a:pt x="2633726" y="1197229"/>
                </a:lnTo>
                <a:lnTo>
                  <a:pt x="2633726" y="1146429"/>
                </a:lnTo>
                <a:close/>
              </a:path>
              <a:path extrusionOk="0" h="1734185" w="4408805">
                <a:moveTo>
                  <a:pt x="2633726" y="1057529"/>
                </a:moveTo>
                <a:lnTo>
                  <a:pt x="2621026" y="1057529"/>
                </a:lnTo>
                <a:lnTo>
                  <a:pt x="2621026" y="1108329"/>
                </a:lnTo>
                <a:lnTo>
                  <a:pt x="2633726" y="1108329"/>
                </a:lnTo>
                <a:lnTo>
                  <a:pt x="2633726" y="1057529"/>
                </a:lnTo>
                <a:close/>
              </a:path>
              <a:path extrusionOk="0" h="1734185" w="4408805">
                <a:moveTo>
                  <a:pt x="2665476" y="992124"/>
                </a:moveTo>
                <a:lnTo>
                  <a:pt x="2659126" y="979424"/>
                </a:lnTo>
                <a:lnTo>
                  <a:pt x="2627376" y="915924"/>
                </a:lnTo>
                <a:lnTo>
                  <a:pt x="2589276" y="992124"/>
                </a:lnTo>
                <a:lnTo>
                  <a:pt x="2621026" y="992124"/>
                </a:lnTo>
                <a:lnTo>
                  <a:pt x="2621026" y="1019429"/>
                </a:lnTo>
                <a:lnTo>
                  <a:pt x="2633726" y="1019429"/>
                </a:lnTo>
                <a:lnTo>
                  <a:pt x="2633726" y="992124"/>
                </a:lnTo>
                <a:lnTo>
                  <a:pt x="2665476" y="992124"/>
                </a:lnTo>
                <a:close/>
              </a:path>
              <a:path extrusionOk="0" h="1734185" w="4408805">
                <a:moveTo>
                  <a:pt x="2719578" y="1720977"/>
                </a:moveTo>
                <a:lnTo>
                  <a:pt x="2668778" y="1720977"/>
                </a:lnTo>
                <a:lnTo>
                  <a:pt x="2668778" y="1733677"/>
                </a:lnTo>
                <a:lnTo>
                  <a:pt x="2719578" y="1733677"/>
                </a:lnTo>
                <a:lnTo>
                  <a:pt x="2719578" y="1720977"/>
                </a:lnTo>
                <a:close/>
              </a:path>
              <a:path extrusionOk="0" h="1734185" w="4408805">
                <a:moveTo>
                  <a:pt x="2719705" y="1548003"/>
                </a:moveTo>
                <a:lnTo>
                  <a:pt x="2668905" y="1548003"/>
                </a:lnTo>
                <a:lnTo>
                  <a:pt x="2668905" y="1560703"/>
                </a:lnTo>
                <a:lnTo>
                  <a:pt x="2719705" y="1560703"/>
                </a:lnTo>
                <a:lnTo>
                  <a:pt x="2719705" y="1548003"/>
                </a:lnTo>
                <a:close/>
              </a:path>
              <a:path extrusionOk="0" h="1734185" w="4408805">
                <a:moveTo>
                  <a:pt x="2808478" y="1720977"/>
                </a:moveTo>
                <a:lnTo>
                  <a:pt x="2757678" y="1720977"/>
                </a:lnTo>
                <a:lnTo>
                  <a:pt x="2757678" y="1733677"/>
                </a:lnTo>
                <a:lnTo>
                  <a:pt x="2808478" y="1733677"/>
                </a:lnTo>
                <a:lnTo>
                  <a:pt x="2808478" y="1720977"/>
                </a:lnTo>
                <a:close/>
              </a:path>
              <a:path extrusionOk="0" h="1734185" w="4408805">
                <a:moveTo>
                  <a:pt x="2808605" y="1548003"/>
                </a:moveTo>
                <a:lnTo>
                  <a:pt x="2757805" y="1548003"/>
                </a:lnTo>
                <a:lnTo>
                  <a:pt x="2757805" y="1560703"/>
                </a:lnTo>
                <a:lnTo>
                  <a:pt x="2808605" y="1560703"/>
                </a:lnTo>
                <a:lnTo>
                  <a:pt x="2808605" y="1548003"/>
                </a:lnTo>
                <a:close/>
              </a:path>
              <a:path extrusionOk="0" h="1734185" w="4408805">
                <a:moveTo>
                  <a:pt x="2897378" y="1720977"/>
                </a:moveTo>
                <a:lnTo>
                  <a:pt x="2846578" y="1720977"/>
                </a:lnTo>
                <a:lnTo>
                  <a:pt x="2846578" y="1733677"/>
                </a:lnTo>
                <a:lnTo>
                  <a:pt x="2897378" y="1733677"/>
                </a:lnTo>
                <a:lnTo>
                  <a:pt x="2897378" y="1720977"/>
                </a:lnTo>
                <a:close/>
              </a:path>
              <a:path extrusionOk="0" h="1734185" w="4408805">
                <a:moveTo>
                  <a:pt x="2897505" y="1548003"/>
                </a:moveTo>
                <a:lnTo>
                  <a:pt x="2846705" y="1548003"/>
                </a:lnTo>
                <a:lnTo>
                  <a:pt x="2846705" y="1560703"/>
                </a:lnTo>
                <a:lnTo>
                  <a:pt x="2897505" y="1560703"/>
                </a:lnTo>
                <a:lnTo>
                  <a:pt x="2897505" y="1548003"/>
                </a:lnTo>
                <a:close/>
              </a:path>
              <a:path extrusionOk="0" h="1734185" w="4408805">
                <a:moveTo>
                  <a:pt x="2986278" y="1720977"/>
                </a:moveTo>
                <a:lnTo>
                  <a:pt x="2935478" y="1720977"/>
                </a:lnTo>
                <a:lnTo>
                  <a:pt x="2935478" y="1733677"/>
                </a:lnTo>
                <a:lnTo>
                  <a:pt x="2986278" y="1733677"/>
                </a:lnTo>
                <a:lnTo>
                  <a:pt x="2986278" y="1720977"/>
                </a:lnTo>
                <a:close/>
              </a:path>
              <a:path extrusionOk="0" h="1734185" w="4408805">
                <a:moveTo>
                  <a:pt x="2986405" y="1548003"/>
                </a:moveTo>
                <a:lnTo>
                  <a:pt x="2935605" y="1548003"/>
                </a:lnTo>
                <a:lnTo>
                  <a:pt x="2935605" y="1560703"/>
                </a:lnTo>
                <a:lnTo>
                  <a:pt x="2986405" y="1560703"/>
                </a:lnTo>
                <a:lnTo>
                  <a:pt x="2986405" y="1548003"/>
                </a:lnTo>
                <a:close/>
              </a:path>
              <a:path extrusionOk="0" h="1734185" w="4408805">
                <a:moveTo>
                  <a:pt x="3075178" y="1720977"/>
                </a:moveTo>
                <a:lnTo>
                  <a:pt x="3024378" y="1720977"/>
                </a:lnTo>
                <a:lnTo>
                  <a:pt x="3024378" y="1733677"/>
                </a:lnTo>
                <a:lnTo>
                  <a:pt x="3075178" y="1733677"/>
                </a:lnTo>
                <a:lnTo>
                  <a:pt x="3075178" y="1720977"/>
                </a:lnTo>
                <a:close/>
              </a:path>
              <a:path extrusionOk="0" h="1734185" w="4408805">
                <a:moveTo>
                  <a:pt x="3075305" y="1548003"/>
                </a:moveTo>
                <a:lnTo>
                  <a:pt x="3024505" y="1548003"/>
                </a:lnTo>
                <a:lnTo>
                  <a:pt x="3024505" y="1560703"/>
                </a:lnTo>
                <a:lnTo>
                  <a:pt x="3075305" y="1560703"/>
                </a:lnTo>
                <a:lnTo>
                  <a:pt x="3075305" y="1548003"/>
                </a:lnTo>
                <a:close/>
              </a:path>
              <a:path extrusionOk="0" h="1734185" w="4408805">
                <a:moveTo>
                  <a:pt x="3164078" y="1720977"/>
                </a:moveTo>
                <a:lnTo>
                  <a:pt x="3113278" y="1720977"/>
                </a:lnTo>
                <a:lnTo>
                  <a:pt x="3113278" y="1733677"/>
                </a:lnTo>
                <a:lnTo>
                  <a:pt x="3164078" y="1733677"/>
                </a:lnTo>
                <a:lnTo>
                  <a:pt x="3164078" y="1720977"/>
                </a:lnTo>
                <a:close/>
              </a:path>
              <a:path extrusionOk="0" h="1734185" w="4408805">
                <a:moveTo>
                  <a:pt x="3164205" y="1548003"/>
                </a:moveTo>
                <a:lnTo>
                  <a:pt x="3113405" y="1548003"/>
                </a:lnTo>
                <a:lnTo>
                  <a:pt x="3113405" y="1560703"/>
                </a:lnTo>
                <a:lnTo>
                  <a:pt x="3164205" y="1560703"/>
                </a:lnTo>
                <a:lnTo>
                  <a:pt x="3164205" y="1548003"/>
                </a:lnTo>
                <a:close/>
              </a:path>
              <a:path extrusionOk="0" h="1734185" w="4408805">
                <a:moveTo>
                  <a:pt x="3252978" y="1720977"/>
                </a:moveTo>
                <a:lnTo>
                  <a:pt x="3202178" y="1720977"/>
                </a:lnTo>
                <a:lnTo>
                  <a:pt x="3202178" y="1733677"/>
                </a:lnTo>
                <a:lnTo>
                  <a:pt x="3252978" y="1733677"/>
                </a:lnTo>
                <a:lnTo>
                  <a:pt x="3252978" y="1720977"/>
                </a:lnTo>
                <a:close/>
              </a:path>
              <a:path extrusionOk="0" h="1734185" w="4408805">
                <a:moveTo>
                  <a:pt x="3253105" y="1548003"/>
                </a:moveTo>
                <a:lnTo>
                  <a:pt x="3202305" y="1548003"/>
                </a:lnTo>
                <a:lnTo>
                  <a:pt x="3202305" y="1560703"/>
                </a:lnTo>
                <a:lnTo>
                  <a:pt x="3253105" y="1560703"/>
                </a:lnTo>
                <a:lnTo>
                  <a:pt x="3253105" y="1548003"/>
                </a:lnTo>
                <a:close/>
              </a:path>
              <a:path extrusionOk="0" h="1734185" w="4408805">
                <a:moveTo>
                  <a:pt x="3341878" y="1720977"/>
                </a:moveTo>
                <a:lnTo>
                  <a:pt x="3291078" y="1720977"/>
                </a:lnTo>
                <a:lnTo>
                  <a:pt x="3291078" y="1733677"/>
                </a:lnTo>
                <a:lnTo>
                  <a:pt x="3341878" y="1733677"/>
                </a:lnTo>
                <a:lnTo>
                  <a:pt x="3341878" y="1720977"/>
                </a:lnTo>
                <a:close/>
              </a:path>
              <a:path extrusionOk="0" h="1734185" w="4408805">
                <a:moveTo>
                  <a:pt x="3342005" y="1548003"/>
                </a:moveTo>
                <a:lnTo>
                  <a:pt x="3291205" y="1548003"/>
                </a:lnTo>
                <a:lnTo>
                  <a:pt x="3291205" y="1560703"/>
                </a:lnTo>
                <a:lnTo>
                  <a:pt x="3342005" y="1560703"/>
                </a:lnTo>
                <a:lnTo>
                  <a:pt x="3342005" y="1548003"/>
                </a:lnTo>
                <a:close/>
              </a:path>
              <a:path extrusionOk="0" h="1734185" w="4408805">
                <a:moveTo>
                  <a:pt x="3430778" y="1720977"/>
                </a:moveTo>
                <a:lnTo>
                  <a:pt x="3379978" y="1720977"/>
                </a:lnTo>
                <a:lnTo>
                  <a:pt x="3379978" y="1733677"/>
                </a:lnTo>
                <a:lnTo>
                  <a:pt x="3430778" y="1733677"/>
                </a:lnTo>
                <a:lnTo>
                  <a:pt x="3430778" y="1720977"/>
                </a:lnTo>
                <a:close/>
              </a:path>
              <a:path extrusionOk="0" h="1734185" w="4408805">
                <a:moveTo>
                  <a:pt x="3430905" y="1548003"/>
                </a:moveTo>
                <a:lnTo>
                  <a:pt x="3380105" y="1548003"/>
                </a:lnTo>
                <a:lnTo>
                  <a:pt x="3380105" y="1560703"/>
                </a:lnTo>
                <a:lnTo>
                  <a:pt x="3430905" y="1560703"/>
                </a:lnTo>
                <a:lnTo>
                  <a:pt x="3430905" y="1548003"/>
                </a:lnTo>
                <a:close/>
              </a:path>
              <a:path extrusionOk="0" h="1734185" w="4408805">
                <a:moveTo>
                  <a:pt x="3519678" y="1720977"/>
                </a:moveTo>
                <a:lnTo>
                  <a:pt x="3468878" y="1720977"/>
                </a:lnTo>
                <a:lnTo>
                  <a:pt x="3468878" y="1733677"/>
                </a:lnTo>
                <a:lnTo>
                  <a:pt x="3519678" y="1733677"/>
                </a:lnTo>
                <a:lnTo>
                  <a:pt x="3519678" y="1720977"/>
                </a:lnTo>
                <a:close/>
              </a:path>
              <a:path extrusionOk="0" h="1734185" w="4408805">
                <a:moveTo>
                  <a:pt x="3519805" y="1548003"/>
                </a:moveTo>
                <a:lnTo>
                  <a:pt x="3469005" y="1548003"/>
                </a:lnTo>
                <a:lnTo>
                  <a:pt x="3469005" y="1560703"/>
                </a:lnTo>
                <a:lnTo>
                  <a:pt x="3519805" y="1560703"/>
                </a:lnTo>
                <a:lnTo>
                  <a:pt x="3519805" y="1548003"/>
                </a:lnTo>
                <a:close/>
              </a:path>
              <a:path extrusionOk="0" h="1734185" w="4408805">
                <a:moveTo>
                  <a:pt x="3608578" y="1720977"/>
                </a:moveTo>
                <a:lnTo>
                  <a:pt x="3557778" y="1720977"/>
                </a:lnTo>
                <a:lnTo>
                  <a:pt x="3557778" y="1733677"/>
                </a:lnTo>
                <a:lnTo>
                  <a:pt x="3608578" y="1733677"/>
                </a:lnTo>
                <a:lnTo>
                  <a:pt x="3608578" y="1720977"/>
                </a:lnTo>
                <a:close/>
              </a:path>
              <a:path extrusionOk="0" h="1734185" w="4408805">
                <a:moveTo>
                  <a:pt x="3608705" y="1548003"/>
                </a:moveTo>
                <a:lnTo>
                  <a:pt x="3557905" y="1548003"/>
                </a:lnTo>
                <a:lnTo>
                  <a:pt x="3557905" y="1560703"/>
                </a:lnTo>
                <a:lnTo>
                  <a:pt x="3608705" y="1560703"/>
                </a:lnTo>
                <a:lnTo>
                  <a:pt x="3608705" y="1548003"/>
                </a:lnTo>
                <a:close/>
              </a:path>
              <a:path extrusionOk="0" h="1734185" w="4408805">
                <a:moveTo>
                  <a:pt x="3697478" y="1720977"/>
                </a:moveTo>
                <a:lnTo>
                  <a:pt x="3646678" y="1720977"/>
                </a:lnTo>
                <a:lnTo>
                  <a:pt x="3646678" y="1733677"/>
                </a:lnTo>
                <a:lnTo>
                  <a:pt x="3697478" y="1733677"/>
                </a:lnTo>
                <a:lnTo>
                  <a:pt x="3697478" y="1720977"/>
                </a:lnTo>
                <a:close/>
              </a:path>
              <a:path extrusionOk="0" h="1734185" w="4408805">
                <a:moveTo>
                  <a:pt x="3697605" y="1548003"/>
                </a:moveTo>
                <a:lnTo>
                  <a:pt x="3646805" y="1548003"/>
                </a:lnTo>
                <a:lnTo>
                  <a:pt x="3646805" y="1560703"/>
                </a:lnTo>
                <a:lnTo>
                  <a:pt x="3697605" y="1560703"/>
                </a:lnTo>
                <a:lnTo>
                  <a:pt x="3697605" y="1548003"/>
                </a:lnTo>
                <a:close/>
              </a:path>
              <a:path extrusionOk="0" h="1734185" w="4408805">
                <a:moveTo>
                  <a:pt x="3786378" y="1720977"/>
                </a:moveTo>
                <a:lnTo>
                  <a:pt x="3735578" y="1720977"/>
                </a:lnTo>
                <a:lnTo>
                  <a:pt x="3735578" y="1733677"/>
                </a:lnTo>
                <a:lnTo>
                  <a:pt x="3786378" y="1733677"/>
                </a:lnTo>
                <a:lnTo>
                  <a:pt x="3786378" y="1720977"/>
                </a:lnTo>
                <a:close/>
              </a:path>
              <a:path extrusionOk="0" h="1734185" w="4408805">
                <a:moveTo>
                  <a:pt x="3786505" y="1548003"/>
                </a:moveTo>
                <a:lnTo>
                  <a:pt x="3735705" y="1548003"/>
                </a:lnTo>
                <a:lnTo>
                  <a:pt x="3735705" y="1560703"/>
                </a:lnTo>
                <a:lnTo>
                  <a:pt x="3786505" y="1560703"/>
                </a:lnTo>
                <a:lnTo>
                  <a:pt x="3786505" y="1548003"/>
                </a:lnTo>
                <a:close/>
              </a:path>
              <a:path extrusionOk="0" h="1734185" w="4408805">
                <a:moveTo>
                  <a:pt x="3875278" y="1720977"/>
                </a:moveTo>
                <a:lnTo>
                  <a:pt x="3824478" y="1720977"/>
                </a:lnTo>
                <a:lnTo>
                  <a:pt x="3824478" y="1733677"/>
                </a:lnTo>
                <a:lnTo>
                  <a:pt x="3875278" y="1733677"/>
                </a:lnTo>
                <a:lnTo>
                  <a:pt x="3875278" y="1720977"/>
                </a:lnTo>
                <a:close/>
              </a:path>
              <a:path extrusionOk="0" h="1734185" w="4408805">
                <a:moveTo>
                  <a:pt x="3875405" y="1548003"/>
                </a:moveTo>
                <a:lnTo>
                  <a:pt x="3824605" y="1548003"/>
                </a:lnTo>
                <a:lnTo>
                  <a:pt x="3824605" y="1560703"/>
                </a:lnTo>
                <a:lnTo>
                  <a:pt x="3875405" y="1560703"/>
                </a:lnTo>
                <a:lnTo>
                  <a:pt x="3875405" y="1548003"/>
                </a:lnTo>
                <a:close/>
              </a:path>
              <a:path extrusionOk="0" h="1734185" w="4408805">
                <a:moveTo>
                  <a:pt x="3964178" y="1720977"/>
                </a:moveTo>
                <a:lnTo>
                  <a:pt x="3913378" y="1720977"/>
                </a:lnTo>
                <a:lnTo>
                  <a:pt x="3913378" y="1733677"/>
                </a:lnTo>
                <a:lnTo>
                  <a:pt x="3964178" y="1733677"/>
                </a:lnTo>
                <a:lnTo>
                  <a:pt x="3964178" y="1720977"/>
                </a:lnTo>
                <a:close/>
              </a:path>
              <a:path extrusionOk="0" h="1734185" w="4408805">
                <a:moveTo>
                  <a:pt x="3964305" y="1548003"/>
                </a:moveTo>
                <a:lnTo>
                  <a:pt x="3913505" y="1548003"/>
                </a:lnTo>
                <a:lnTo>
                  <a:pt x="3913505" y="1560703"/>
                </a:lnTo>
                <a:lnTo>
                  <a:pt x="3964305" y="1560703"/>
                </a:lnTo>
                <a:lnTo>
                  <a:pt x="3964305" y="1548003"/>
                </a:lnTo>
                <a:close/>
              </a:path>
              <a:path extrusionOk="0" h="1734185" w="4408805">
                <a:moveTo>
                  <a:pt x="4053078" y="1720977"/>
                </a:moveTo>
                <a:lnTo>
                  <a:pt x="4002278" y="1720977"/>
                </a:lnTo>
                <a:lnTo>
                  <a:pt x="4002278" y="1733677"/>
                </a:lnTo>
                <a:lnTo>
                  <a:pt x="4053078" y="1733677"/>
                </a:lnTo>
                <a:lnTo>
                  <a:pt x="4053078" y="1720977"/>
                </a:lnTo>
                <a:close/>
              </a:path>
              <a:path extrusionOk="0" h="1734185" w="4408805">
                <a:moveTo>
                  <a:pt x="4053205" y="1548003"/>
                </a:moveTo>
                <a:lnTo>
                  <a:pt x="4002405" y="1548003"/>
                </a:lnTo>
                <a:lnTo>
                  <a:pt x="4002405" y="1560703"/>
                </a:lnTo>
                <a:lnTo>
                  <a:pt x="4053205" y="1560703"/>
                </a:lnTo>
                <a:lnTo>
                  <a:pt x="4053205" y="1548003"/>
                </a:lnTo>
                <a:close/>
              </a:path>
              <a:path extrusionOk="0" h="1734185" w="4408805">
                <a:moveTo>
                  <a:pt x="4141978" y="1720977"/>
                </a:moveTo>
                <a:lnTo>
                  <a:pt x="4091178" y="1720977"/>
                </a:lnTo>
                <a:lnTo>
                  <a:pt x="4091178" y="1733677"/>
                </a:lnTo>
                <a:lnTo>
                  <a:pt x="4141978" y="1733677"/>
                </a:lnTo>
                <a:lnTo>
                  <a:pt x="4141978" y="1720977"/>
                </a:lnTo>
                <a:close/>
              </a:path>
              <a:path extrusionOk="0" h="1734185" w="4408805">
                <a:moveTo>
                  <a:pt x="4142105" y="1548003"/>
                </a:moveTo>
                <a:lnTo>
                  <a:pt x="4091305" y="1548003"/>
                </a:lnTo>
                <a:lnTo>
                  <a:pt x="4091305" y="1560703"/>
                </a:lnTo>
                <a:lnTo>
                  <a:pt x="4142105" y="1560703"/>
                </a:lnTo>
                <a:lnTo>
                  <a:pt x="4142105" y="1548003"/>
                </a:lnTo>
                <a:close/>
              </a:path>
              <a:path extrusionOk="0" h="1734185" w="4408805">
                <a:moveTo>
                  <a:pt x="4230878" y="1720977"/>
                </a:moveTo>
                <a:lnTo>
                  <a:pt x="4180078" y="1720977"/>
                </a:lnTo>
                <a:lnTo>
                  <a:pt x="4180078" y="1733677"/>
                </a:lnTo>
                <a:lnTo>
                  <a:pt x="4230878" y="1733677"/>
                </a:lnTo>
                <a:lnTo>
                  <a:pt x="4230878" y="1720977"/>
                </a:lnTo>
                <a:close/>
              </a:path>
              <a:path extrusionOk="0" h="1734185" w="4408805">
                <a:moveTo>
                  <a:pt x="4231005" y="1548003"/>
                </a:moveTo>
                <a:lnTo>
                  <a:pt x="4180205" y="1548003"/>
                </a:lnTo>
                <a:lnTo>
                  <a:pt x="4180205" y="1560703"/>
                </a:lnTo>
                <a:lnTo>
                  <a:pt x="4231005" y="1560703"/>
                </a:lnTo>
                <a:lnTo>
                  <a:pt x="4231005" y="1548003"/>
                </a:lnTo>
                <a:close/>
              </a:path>
              <a:path extrusionOk="0" h="1734185" w="4408805">
                <a:moveTo>
                  <a:pt x="4319778" y="1720977"/>
                </a:moveTo>
                <a:lnTo>
                  <a:pt x="4268978" y="1720977"/>
                </a:lnTo>
                <a:lnTo>
                  <a:pt x="4268978" y="1733677"/>
                </a:lnTo>
                <a:lnTo>
                  <a:pt x="4319778" y="1733677"/>
                </a:lnTo>
                <a:lnTo>
                  <a:pt x="4319778" y="1720977"/>
                </a:lnTo>
                <a:close/>
              </a:path>
              <a:path extrusionOk="0" h="1734185" w="4408805">
                <a:moveTo>
                  <a:pt x="4319905" y="1548003"/>
                </a:moveTo>
                <a:lnTo>
                  <a:pt x="4269105" y="1548003"/>
                </a:lnTo>
                <a:lnTo>
                  <a:pt x="4269105" y="1560703"/>
                </a:lnTo>
                <a:lnTo>
                  <a:pt x="4319905" y="1560703"/>
                </a:lnTo>
                <a:lnTo>
                  <a:pt x="4319905" y="1548003"/>
                </a:lnTo>
                <a:close/>
              </a:path>
              <a:path extrusionOk="0" h="1734185" w="4408805">
                <a:moveTo>
                  <a:pt x="4408678" y="1720977"/>
                </a:moveTo>
                <a:lnTo>
                  <a:pt x="4357878" y="1720977"/>
                </a:lnTo>
                <a:lnTo>
                  <a:pt x="4357878" y="1733677"/>
                </a:lnTo>
                <a:lnTo>
                  <a:pt x="4408678" y="1733677"/>
                </a:lnTo>
                <a:lnTo>
                  <a:pt x="4408678" y="1720977"/>
                </a:lnTo>
                <a:close/>
              </a:path>
              <a:path extrusionOk="0" h="1734185" w="4408805">
                <a:moveTo>
                  <a:pt x="4408805" y="1548003"/>
                </a:moveTo>
                <a:lnTo>
                  <a:pt x="4358005" y="1548003"/>
                </a:lnTo>
                <a:lnTo>
                  <a:pt x="4358005" y="1560703"/>
                </a:lnTo>
                <a:lnTo>
                  <a:pt x="4408805" y="1560703"/>
                </a:lnTo>
                <a:lnTo>
                  <a:pt x="4408805" y="1548003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6"/>
          <p:cNvSpPr txBox="1"/>
          <p:nvPr/>
        </p:nvSpPr>
        <p:spPr>
          <a:xfrm>
            <a:off x="2084323" y="5597144"/>
            <a:ext cx="1746885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Feedback: adjustment / corrections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4884546" y="6043371"/>
            <a:ext cx="47370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2124201" y="4681220"/>
            <a:ext cx="47370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16" name="Google Shape;416;p16"/>
          <p:cNvGrpSpPr/>
          <p:nvPr/>
        </p:nvGrpSpPr>
        <p:grpSpPr>
          <a:xfrm>
            <a:off x="2804922" y="3562350"/>
            <a:ext cx="5495036" cy="2441067"/>
            <a:chOff x="2804922" y="3562350"/>
            <a:chExt cx="5495036" cy="2441067"/>
          </a:xfrm>
        </p:grpSpPr>
        <p:sp>
          <p:nvSpPr>
            <p:cNvPr id="417" name="Google Shape;417;p16"/>
            <p:cNvSpPr/>
            <p:nvPr/>
          </p:nvSpPr>
          <p:spPr>
            <a:xfrm>
              <a:off x="8011668" y="5696712"/>
              <a:ext cx="288290" cy="306705"/>
            </a:xfrm>
            <a:custGeom>
              <a:rect b="b" l="l" r="r" t="t"/>
              <a:pathLst>
                <a:path extrusionOk="0" h="306704" w="288290">
                  <a:moveTo>
                    <a:pt x="144017" y="0"/>
                  </a:moveTo>
                  <a:lnTo>
                    <a:pt x="144017" y="76581"/>
                  </a:lnTo>
                  <a:lnTo>
                    <a:pt x="0" y="76581"/>
                  </a:lnTo>
                  <a:lnTo>
                    <a:pt x="0" y="229743"/>
                  </a:lnTo>
                  <a:lnTo>
                    <a:pt x="144017" y="229743"/>
                  </a:lnTo>
                  <a:lnTo>
                    <a:pt x="144017" y="306324"/>
                  </a:lnTo>
                  <a:lnTo>
                    <a:pt x="288035" y="153162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8011668" y="5696712"/>
              <a:ext cx="288290" cy="306705"/>
            </a:xfrm>
            <a:custGeom>
              <a:rect b="b" l="l" r="r" t="t"/>
              <a:pathLst>
                <a:path extrusionOk="0" h="306704" w="288290">
                  <a:moveTo>
                    <a:pt x="0" y="76581"/>
                  </a:moveTo>
                  <a:lnTo>
                    <a:pt x="144017" y="76581"/>
                  </a:lnTo>
                  <a:lnTo>
                    <a:pt x="144017" y="0"/>
                  </a:lnTo>
                  <a:lnTo>
                    <a:pt x="288035" y="153162"/>
                  </a:lnTo>
                  <a:lnTo>
                    <a:pt x="144017" y="306324"/>
                  </a:lnTo>
                  <a:lnTo>
                    <a:pt x="144017" y="229743"/>
                  </a:lnTo>
                  <a:lnTo>
                    <a:pt x="0" y="229743"/>
                  </a:lnTo>
                  <a:lnTo>
                    <a:pt x="0" y="76581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2804922" y="3562350"/>
              <a:ext cx="4104640" cy="1807845"/>
            </a:xfrm>
            <a:custGeom>
              <a:rect b="b" l="l" r="r" t="t"/>
              <a:pathLst>
                <a:path extrusionOk="0" h="1807845" w="4104640">
                  <a:moveTo>
                    <a:pt x="0" y="1807464"/>
                  </a:moveTo>
                  <a:lnTo>
                    <a:pt x="4104131" y="1807464"/>
                  </a:lnTo>
                  <a:lnTo>
                    <a:pt x="4104131" y="0"/>
                  </a:lnTo>
                  <a:lnTo>
                    <a:pt x="0" y="0"/>
                  </a:lnTo>
                  <a:lnTo>
                    <a:pt x="0" y="1807464"/>
                  </a:lnTo>
                  <a:close/>
                </a:path>
              </a:pathLst>
            </a:custGeom>
            <a:noFill/>
            <a:ln cap="flat" cmpd="sng" w="28950">
              <a:solidFill>
                <a:srgbClr val="6F2F9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0" name="Google Shape;420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80588" y="4538472"/>
              <a:ext cx="227075" cy="227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1" name="Google Shape;421;p16"/>
          <p:cNvSpPr txBox="1"/>
          <p:nvPr/>
        </p:nvSpPr>
        <p:spPr>
          <a:xfrm>
            <a:off x="8382761" y="5421629"/>
            <a:ext cx="1000125" cy="786765"/>
          </a:xfrm>
          <a:prstGeom prst="rect">
            <a:avLst/>
          </a:prstGeom>
          <a:noFill/>
          <a:ln cap="flat" cmpd="sng" w="28950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0" lvl="0" marL="240665" marR="2330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Patterns  &amp;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Associations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3248025" y="4546854"/>
            <a:ext cx="9271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23" name="Google Shape;42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10071" y="5466588"/>
            <a:ext cx="227075" cy="22707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6"/>
          <p:cNvSpPr txBox="1"/>
          <p:nvPr/>
        </p:nvSpPr>
        <p:spPr>
          <a:xfrm>
            <a:off x="5977509" y="5475223"/>
            <a:ext cx="9271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2704" y="6524434"/>
            <a:ext cx="5838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7"/>
          <p:cNvSpPr txBox="1"/>
          <p:nvPr>
            <p:ph type="title"/>
          </p:nvPr>
        </p:nvSpPr>
        <p:spPr>
          <a:xfrm>
            <a:off x="437489" y="431419"/>
            <a:ext cx="2540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1.1. What is Text Mining?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767077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" name="Google Shape;436;p17"/>
          <p:cNvGrpSpPr/>
          <p:nvPr/>
        </p:nvGrpSpPr>
        <p:grpSpPr>
          <a:xfrm>
            <a:off x="918972" y="2110739"/>
            <a:ext cx="8353171" cy="1831975"/>
            <a:chOff x="918972" y="2110739"/>
            <a:chExt cx="8353171" cy="1831975"/>
          </a:xfrm>
        </p:grpSpPr>
        <p:pic>
          <p:nvPicPr>
            <p:cNvPr id="437" name="Google Shape;43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11139" y="2157309"/>
              <a:ext cx="3956304" cy="17807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17"/>
            <p:cNvSpPr/>
            <p:nvPr/>
          </p:nvSpPr>
          <p:spPr>
            <a:xfrm>
              <a:off x="5306568" y="2110739"/>
              <a:ext cx="3965575" cy="1831975"/>
            </a:xfrm>
            <a:custGeom>
              <a:rect b="b" l="l" r="r" t="t"/>
              <a:pathLst>
                <a:path extrusionOk="0" h="1831975" w="3965575">
                  <a:moveTo>
                    <a:pt x="0" y="1831848"/>
                  </a:moveTo>
                  <a:lnTo>
                    <a:pt x="3965447" y="1831848"/>
                  </a:lnTo>
                  <a:lnTo>
                    <a:pt x="3965447" y="0"/>
                  </a:lnTo>
                  <a:lnTo>
                    <a:pt x="0" y="0"/>
                  </a:lnTo>
                  <a:lnTo>
                    <a:pt x="0" y="1831848"/>
                  </a:lnTo>
                  <a:close/>
                </a:path>
              </a:pathLst>
            </a:custGeom>
            <a:noFill/>
            <a:ln cap="flat" cmpd="sng" w="9525">
              <a:solidFill>
                <a:srgbClr val="5858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918972" y="3291839"/>
              <a:ext cx="1391920" cy="561340"/>
            </a:xfrm>
            <a:custGeom>
              <a:rect b="b" l="l" r="r" t="t"/>
              <a:pathLst>
                <a:path extrusionOk="0" h="561339" w="1391920">
                  <a:moveTo>
                    <a:pt x="0" y="560831"/>
                  </a:moveTo>
                  <a:lnTo>
                    <a:pt x="1391412" y="560831"/>
                  </a:lnTo>
                  <a:lnTo>
                    <a:pt x="1391412" y="0"/>
                  </a:lnTo>
                  <a:lnTo>
                    <a:pt x="0" y="0"/>
                  </a:lnTo>
                  <a:lnTo>
                    <a:pt x="0" y="560831"/>
                  </a:lnTo>
                  <a:close/>
                </a:path>
              </a:pathLst>
            </a:custGeom>
            <a:noFill/>
            <a:ln cap="flat" cmpd="sng" w="9525">
              <a:solidFill>
                <a:srgbClr val="5858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17"/>
          <p:cNvGrpSpPr/>
          <p:nvPr/>
        </p:nvGrpSpPr>
        <p:grpSpPr>
          <a:xfrm>
            <a:off x="1421892" y="2880360"/>
            <a:ext cx="323215" cy="314325"/>
            <a:chOff x="1421892" y="2880360"/>
            <a:chExt cx="323215" cy="314325"/>
          </a:xfrm>
        </p:grpSpPr>
        <p:sp>
          <p:nvSpPr>
            <p:cNvPr id="441" name="Google Shape;441;p17"/>
            <p:cNvSpPr/>
            <p:nvPr/>
          </p:nvSpPr>
          <p:spPr>
            <a:xfrm>
              <a:off x="1421892" y="2880360"/>
              <a:ext cx="323215" cy="314325"/>
            </a:xfrm>
            <a:custGeom>
              <a:rect b="b" l="l" r="r" t="t"/>
              <a:pathLst>
                <a:path extrusionOk="0" h="314325" w="323214">
                  <a:moveTo>
                    <a:pt x="242315" y="0"/>
                  </a:moveTo>
                  <a:lnTo>
                    <a:pt x="80772" y="0"/>
                  </a:lnTo>
                  <a:lnTo>
                    <a:pt x="80772" y="156972"/>
                  </a:lnTo>
                  <a:lnTo>
                    <a:pt x="0" y="156972"/>
                  </a:lnTo>
                  <a:lnTo>
                    <a:pt x="161544" y="313943"/>
                  </a:lnTo>
                  <a:lnTo>
                    <a:pt x="323088" y="156972"/>
                  </a:lnTo>
                  <a:lnTo>
                    <a:pt x="242315" y="156972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1421892" y="2880360"/>
              <a:ext cx="323215" cy="314325"/>
            </a:xfrm>
            <a:custGeom>
              <a:rect b="b" l="l" r="r" t="t"/>
              <a:pathLst>
                <a:path extrusionOk="0" h="314325" w="323214">
                  <a:moveTo>
                    <a:pt x="0" y="156972"/>
                  </a:moveTo>
                  <a:lnTo>
                    <a:pt x="80772" y="156972"/>
                  </a:lnTo>
                  <a:lnTo>
                    <a:pt x="80772" y="0"/>
                  </a:lnTo>
                  <a:lnTo>
                    <a:pt x="242315" y="0"/>
                  </a:lnTo>
                  <a:lnTo>
                    <a:pt x="242315" y="156972"/>
                  </a:lnTo>
                  <a:lnTo>
                    <a:pt x="323088" y="156972"/>
                  </a:lnTo>
                  <a:lnTo>
                    <a:pt x="161544" y="313943"/>
                  </a:lnTo>
                  <a:lnTo>
                    <a:pt x="0" y="156972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17"/>
          <p:cNvSpPr txBox="1"/>
          <p:nvPr/>
        </p:nvSpPr>
        <p:spPr>
          <a:xfrm>
            <a:off x="995933" y="3376421"/>
            <a:ext cx="1271905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4605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Build stop,  Include word list</a:t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7456169" y="5458205"/>
            <a:ext cx="1035050" cy="561340"/>
          </a:xfrm>
          <a:custGeom>
            <a:rect b="b" l="l" r="r" t="t"/>
            <a:pathLst>
              <a:path extrusionOk="0" h="561339" w="1035050">
                <a:moveTo>
                  <a:pt x="129285" y="0"/>
                </a:moveTo>
                <a:lnTo>
                  <a:pt x="129285" y="560832"/>
                </a:lnTo>
              </a:path>
              <a:path extrusionOk="0" h="561339" w="1035050">
                <a:moveTo>
                  <a:pt x="0" y="70104"/>
                </a:moveTo>
                <a:lnTo>
                  <a:pt x="1034796" y="70104"/>
                </a:lnTo>
              </a:path>
              <a:path extrusionOk="0" h="561339" w="1035050">
                <a:moveTo>
                  <a:pt x="0" y="560832"/>
                </a:moveTo>
                <a:lnTo>
                  <a:pt x="1034796" y="560832"/>
                </a:lnTo>
                <a:lnTo>
                  <a:pt x="1034796" y="0"/>
                </a:lnTo>
                <a:lnTo>
                  <a:pt x="0" y="0"/>
                </a:lnTo>
                <a:lnTo>
                  <a:pt x="0" y="560832"/>
                </a:lnTo>
                <a:close/>
              </a:path>
            </a:pathLst>
          </a:custGeom>
          <a:noFill/>
          <a:ln cap="flat" cmpd="sng" w="28950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" name="Google Shape;445;p17"/>
          <p:cNvGrpSpPr/>
          <p:nvPr/>
        </p:nvGrpSpPr>
        <p:grpSpPr>
          <a:xfrm>
            <a:off x="1758314" y="3558540"/>
            <a:ext cx="1603121" cy="787654"/>
            <a:chOff x="1758314" y="3558540"/>
            <a:chExt cx="1603121" cy="787654"/>
          </a:xfrm>
        </p:grpSpPr>
        <p:sp>
          <p:nvSpPr>
            <p:cNvPr id="446" name="Google Shape;446;p17"/>
            <p:cNvSpPr/>
            <p:nvPr/>
          </p:nvSpPr>
          <p:spPr>
            <a:xfrm>
              <a:off x="2311145" y="3558540"/>
              <a:ext cx="1050290" cy="501650"/>
            </a:xfrm>
            <a:custGeom>
              <a:rect b="b" l="l" r="r" t="t"/>
              <a:pathLst>
                <a:path extrusionOk="0" h="501650" w="1050289">
                  <a:moveTo>
                    <a:pt x="992124" y="414528"/>
                  </a:moveTo>
                  <a:lnTo>
                    <a:pt x="963168" y="414528"/>
                  </a:lnTo>
                  <a:lnTo>
                    <a:pt x="1006602" y="501396"/>
                  </a:lnTo>
                  <a:lnTo>
                    <a:pt x="1042797" y="429006"/>
                  </a:lnTo>
                  <a:lnTo>
                    <a:pt x="992124" y="429006"/>
                  </a:lnTo>
                  <a:lnTo>
                    <a:pt x="992124" y="414528"/>
                  </a:lnTo>
                  <a:close/>
                </a:path>
                <a:path extrusionOk="0" h="501650" w="1050289">
                  <a:moveTo>
                    <a:pt x="992124" y="14477"/>
                  </a:moveTo>
                  <a:lnTo>
                    <a:pt x="992124" y="429006"/>
                  </a:lnTo>
                  <a:lnTo>
                    <a:pt x="1021080" y="429006"/>
                  </a:lnTo>
                  <a:lnTo>
                    <a:pt x="1021080" y="28956"/>
                  </a:lnTo>
                  <a:lnTo>
                    <a:pt x="1006602" y="28956"/>
                  </a:lnTo>
                  <a:lnTo>
                    <a:pt x="992124" y="14477"/>
                  </a:lnTo>
                  <a:close/>
                </a:path>
                <a:path extrusionOk="0" h="501650" w="1050289">
                  <a:moveTo>
                    <a:pt x="1050036" y="414528"/>
                  </a:moveTo>
                  <a:lnTo>
                    <a:pt x="1021080" y="414528"/>
                  </a:lnTo>
                  <a:lnTo>
                    <a:pt x="1021080" y="429006"/>
                  </a:lnTo>
                  <a:lnTo>
                    <a:pt x="1042797" y="429006"/>
                  </a:lnTo>
                  <a:lnTo>
                    <a:pt x="1050036" y="414528"/>
                  </a:lnTo>
                  <a:close/>
                </a:path>
                <a:path extrusionOk="0" h="501650" w="1050289">
                  <a:moveTo>
                    <a:pt x="1021080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992124" y="28956"/>
                  </a:lnTo>
                  <a:lnTo>
                    <a:pt x="992124" y="14477"/>
                  </a:lnTo>
                  <a:lnTo>
                    <a:pt x="1021080" y="14477"/>
                  </a:lnTo>
                  <a:lnTo>
                    <a:pt x="1021080" y="0"/>
                  </a:lnTo>
                  <a:close/>
                </a:path>
                <a:path extrusionOk="0" h="501650" w="1050289">
                  <a:moveTo>
                    <a:pt x="1021080" y="14477"/>
                  </a:moveTo>
                  <a:lnTo>
                    <a:pt x="992124" y="14477"/>
                  </a:lnTo>
                  <a:lnTo>
                    <a:pt x="1006602" y="28956"/>
                  </a:lnTo>
                  <a:lnTo>
                    <a:pt x="1021080" y="28956"/>
                  </a:lnTo>
                  <a:lnTo>
                    <a:pt x="1021080" y="14477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1758314" y="3857244"/>
              <a:ext cx="840740" cy="488950"/>
            </a:xfrm>
            <a:custGeom>
              <a:rect b="b" l="l" r="r" t="t"/>
              <a:pathLst>
                <a:path extrusionOk="0" h="488950" w="840739">
                  <a:moveTo>
                    <a:pt x="840740" y="475868"/>
                  </a:moveTo>
                  <a:lnTo>
                    <a:pt x="789940" y="475868"/>
                  </a:lnTo>
                  <a:lnTo>
                    <a:pt x="789940" y="488568"/>
                  </a:lnTo>
                  <a:lnTo>
                    <a:pt x="840740" y="488568"/>
                  </a:lnTo>
                  <a:lnTo>
                    <a:pt x="840740" y="475868"/>
                  </a:lnTo>
                  <a:close/>
                </a:path>
                <a:path extrusionOk="0" h="488950" w="840739">
                  <a:moveTo>
                    <a:pt x="751840" y="475868"/>
                  </a:moveTo>
                  <a:lnTo>
                    <a:pt x="701040" y="475868"/>
                  </a:lnTo>
                  <a:lnTo>
                    <a:pt x="701040" y="488568"/>
                  </a:lnTo>
                  <a:lnTo>
                    <a:pt x="751840" y="488568"/>
                  </a:lnTo>
                  <a:lnTo>
                    <a:pt x="751840" y="475868"/>
                  </a:lnTo>
                  <a:close/>
                </a:path>
                <a:path extrusionOk="0" h="488950" w="840739">
                  <a:moveTo>
                    <a:pt x="662940" y="475868"/>
                  </a:moveTo>
                  <a:lnTo>
                    <a:pt x="612140" y="475868"/>
                  </a:lnTo>
                  <a:lnTo>
                    <a:pt x="612140" y="488568"/>
                  </a:lnTo>
                  <a:lnTo>
                    <a:pt x="662940" y="488568"/>
                  </a:lnTo>
                  <a:lnTo>
                    <a:pt x="662940" y="475868"/>
                  </a:lnTo>
                  <a:close/>
                </a:path>
                <a:path extrusionOk="0" h="488950" w="840739">
                  <a:moveTo>
                    <a:pt x="574040" y="475868"/>
                  </a:moveTo>
                  <a:lnTo>
                    <a:pt x="523240" y="475868"/>
                  </a:lnTo>
                  <a:lnTo>
                    <a:pt x="523240" y="488568"/>
                  </a:lnTo>
                  <a:lnTo>
                    <a:pt x="574040" y="488568"/>
                  </a:lnTo>
                  <a:lnTo>
                    <a:pt x="574040" y="475868"/>
                  </a:lnTo>
                  <a:close/>
                </a:path>
                <a:path extrusionOk="0" h="488950" w="840739">
                  <a:moveTo>
                    <a:pt x="485140" y="475868"/>
                  </a:moveTo>
                  <a:lnTo>
                    <a:pt x="434340" y="475868"/>
                  </a:lnTo>
                  <a:lnTo>
                    <a:pt x="434340" y="488568"/>
                  </a:lnTo>
                  <a:lnTo>
                    <a:pt x="485140" y="488568"/>
                  </a:lnTo>
                  <a:lnTo>
                    <a:pt x="485140" y="475868"/>
                  </a:lnTo>
                  <a:close/>
                </a:path>
                <a:path extrusionOk="0" h="488950" w="840739">
                  <a:moveTo>
                    <a:pt x="396240" y="475868"/>
                  </a:moveTo>
                  <a:lnTo>
                    <a:pt x="345440" y="475868"/>
                  </a:lnTo>
                  <a:lnTo>
                    <a:pt x="345440" y="488568"/>
                  </a:lnTo>
                  <a:lnTo>
                    <a:pt x="396240" y="488568"/>
                  </a:lnTo>
                  <a:lnTo>
                    <a:pt x="396240" y="475868"/>
                  </a:lnTo>
                  <a:close/>
                </a:path>
                <a:path extrusionOk="0" h="488950" w="840739">
                  <a:moveTo>
                    <a:pt x="307340" y="475868"/>
                  </a:moveTo>
                  <a:lnTo>
                    <a:pt x="256540" y="475868"/>
                  </a:lnTo>
                  <a:lnTo>
                    <a:pt x="256540" y="488568"/>
                  </a:lnTo>
                  <a:lnTo>
                    <a:pt x="307340" y="488568"/>
                  </a:lnTo>
                  <a:lnTo>
                    <a:pt x="307340" y="475868"/>
                  </a:lnTo>
                  <a:close/>
                </a:path>
                <a:path extrusionOk="0" h="488950" w="840739">
                  <a:moveTo>
                    <a:pt x="218440" y="475868"/>
                  </a:moveTo>
                  <a:lnTo>
                    <a:pt x="167640" y="475868"/>
                  </a:lnTo>
                  <a:lnTo>
                    <a:pt x="167640" y="488568"/>
                  </a:lnTo>
                  <a:lnTo>
                    <a:pt x="218440" y="488568"/>
                  </a:lnTo>
                  <a:lnTo>
                    <a:pt x="218440" y="475868"/>
                  </a:lnTo>
                  <a:close/>
                </a:path>
                <a:path extrusionOk="0" h="488950" w="840739">
                  <a:moveTo>
                    <a:pt x="129540" y="475868"/>
                  </a:moveTo>
                  <a:lnTo>
                    <a:pt x="78740" y="475868"/>
                  </a:lnTo>
                  <a:lnTo>
                    <a:pt x="78740" y="488568"/>
                  </a:lnTo>
                  <a:lnTo>
                    <a:pt x="129540" y="488568"/>
                  </a:lnTo>
                  <a:lnTo>
                    <a:pt x="129540" y="475868"/>
                  </a:lnTo>
                  <a:close/>
                </a:path>
                <a:path extrusionOk="0" h="488950" w="840739">
                  <a:moveTo>
                    <a:pt x="44323" y="434085"/>
                  </a:moveTo>
                  <a:lnTo>
                    <a:pt x="31623" y="434085"/>
                  </a:lnTo>
                  <a:lnTo>
                    <a:pt x="31750" y="488568"/>
                  </a:lnTo>
                  <a:lnTo>
                    <a:pt x="40640" y="488568"/>
                  </a:lnTo>
                  <a:lnTo>
                    <a:pt x="40640" y="478535"/>
                  </a:lnTo>
                  <a:lnTo>
                    <a:pt x="37973" y="475868"/>
                  </a:lnTo>
                  <a:lnTo>
                    <a:pt x="44323" y="475868"/>
                  </a:lnTo>
                  <a:lnTo>
                    <a:pt x="44323" y="434085"/>
                  </a:lnTo>
                  <a:close/>
                </a:path>
                <a:path extrusionOk="0" h="488950" w="840739">
                  <a:moveTo>
                    <a:pt x="44323" y="475868"/>
                  </a:moveTo>
                  <a:lnTo>
                    <a:pt x="40640" y="475868"/>
                  </a:lnTo>
                  <a:lnTo>
                    <a:pt x="40640" y="478535"/>
                  </a:lnTo>
                  <a:lnTo>
                    <a:pt x="44323" y="482218"/>
                  </a:lnTo>
                  <a:lnTo>
                    <a:pt x="44323" y="475868"/>
                  </a:lnTo>
                  <a:close/>
                </a:path>
                <a:path extrusionOk="0" h="488950" w="840739">
                  <a:moveTo>
                    <a:pt x="40640" y="475868"/>
                  </a:moveTo>
                  <a:lnTo>
                    <a:pt x="37973" y="475868"/>
                  </a:lnTo>
                  <a:lnTo>
                    <a:pt x="40640" y="478535"/>
                  </a:lnTo>
                  <a:lnTo>
                    <a:pt x="40640" y="475868"/>
                  </a:lnTo>
                  <a:close/>
                </a:path>
                <a:path extrusionOk="0" h="488950" w="840739">
                  <a:moveTo>
                    <a:pt x="44196" y="345185"/>
                  </a:moveTo>
                  <a:lnTo>
                    <a:pt x="31496" y="345185"/>
                  </a:lnTo>
                  <a:lnTo>
                    <a:pt x="31623" y="395985"/>
                  </a:lnTo>
                  <a:lnTo>
                    <a:pt x="44323" y="395985"/>
                  </a:lnTo>
                  <a:lnTo>
                    <a:pt x="44196" y="345185"/>
                  </a:lnTo>
                  <a:close/>
                </a:path>
                <a:path extrusionOk="0" h="488950" w="840739">
                  <a:moveTo>
                    <a:pt x="44196" y="256285"/>
                  </a:moveTo>
                  <a:lnTo>
                    <a:pt x="31496" y="256285"/>
                  </a:lnTo>
                  <a:lnTo>
                    <a:pt x="31496" y="307085"/>
                  </a:lnTo>
                  <a:lnTo>
                    <a:pt x="44196" y="307085"/>
                  </a:lnTo>
                  <a:lnTo>
                    <a:pt x="44196" y="256285"/>
                  </a:lnTo>
                  <a:close/>
                </a:path>
                <a:path extrusionOk="0" h="488950" w="840739">
                  <a:moveTo>
                    <a:pt x="44068" y="167385"/>
                  </a:moveTo>
                  <a:lnTo>
                    <a:pt x="31368" y="167385"/>
                  </a:lnTo>
                  <a:lnTo>
                    <a:pt x="31368" y="218185"/>
                  </a:lnTo>
                  <a:lnTo>
                    <a:pt x="44068" y="218185"/>
                  </a:lnTo>
                  <a:lnTo>
                    <a:pt x="44068" y="167385"/>
                  </a:lnTo>
                  <a:close/>
                </a:path>
                <a:path extrusionOk="0" h="488950" w="840739">
                  <a:moveTo>
                    <a:pt x="43942" y="78485"/>
                  </a:moveTo>
                  <a:lnTo>
                    <a:pt x="31242" y="78485"/>
                  </a:lnTo>
                  <a:lnTo>
                    <a:pt x="31368" y="129285"/>
                  </a:lnTo>
                  <a:lnTo>
                    <a:pt x="44068" y="129285"/>
                  </a:lnTo>
                  <a:lnTo>
                    <a:pt x="43942" y="78485"/>
                  </a:lnTo>
                  <a:close/>
                </a:path>
                <a:path extrusionOk="0" h="488950" w="840739">
                  <a:moveTo>
                    <a:pt x="35433" y="0"/>
                  </a:moveTo>
                  <a:lnTo>
                    <a:pt x="0" y="77469"/>
                  </a:lnTo>
                  <a:lnTo>
                    <a:pt x="76073" y="74802"/>
                  </a:lnTo>
                  <a:lnTo>
                    <a:pt x="35433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17"/>
          <p:cNvSpPr txBox="1"/>
          <p:nvPr/>
        </p:nvSpPr>
        <p:spPr>
          <a:xfrm>
            <a:off x="7585456" y="5528309"/>
            <a:ext cx="905510" cy="490855"/>
          </a:xfrm>
          <a:prstGeom prst="rect">
            <a:avLst/>
          </a:prstGeom>
          <a:noFill/>
          <a:ln cap="flat" cmpd="sng" w="28950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65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 Data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2011807" y="4102734"/>
            <a:ext cx="47370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50" name="Google Shape;450;p17"/>
          <p:cNvGrpSpPr/>
          <p:nvPr/>
        </p:nvGrpSpPr>
        <p:grpSpPr>
          <a:xfrm>
            <a:off x="7039355" y="5586984"/>
            <a:ext cx="288290" cy="307975"/>
            <a:chOff x="7039355" y="5586984"/>
            <a:chExt cx="288290" cy="307975"/>
          </a:xfrm>
        </p:grpSpPr>
        <p:sp>
          <p:nvSpPr>
            <p:cNvPr id="451" name="Google Shape;451;p17"/>
            <p:cNvSpPr/>
            <p:nvPr/>
          </p:nvSpPr>
          <p:spPr>
            <a:xfrm>
              <a:off x="7039355" y="5586984"/>
              <a:ext cx="288290" cy="307975"/>
            </a:xfrm>
            <a:custGeom>
              <a:rect b="b" l="l" r="r" t="t"/>
              <a:pathLst>
                <a:path extrusionOk="0" h="307975" w="288290">
                  <a:moveTo>
                    <a:pt x="144018" y="0"/>
                  </a:moveTo>
                  <a:lnTo>
                    <a:pt x="144018" y="76961"/>
                  </a:lnTo>
                  <a:lnTo>
                    <a:pt x="0" y="76961"/>
                  </a:lnTo>
                  <a:lnTo>
                    <a:pt x="0" y="230885"/>
                  </a:lnTo>
                  <a:lnTo>
                    <a:pt x="144018" y="230885"/>
                  </a:lnTo>
                  <a:lnTo>
                    <a:pt x="144018" y="307847"/>
                  </a:lnTo>
                  <a:lnTo>
                    <a:pt x="288036" y="153923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7039355" y="5586984"/>
              <a:ext cx="288290" cy="307975"/>
            </a:xfrm>
            <a:custGeom>
              <a:rect b="b" l="l" r="r" t="t"/>
              <a:pathLst>
                <a:path extrusionOk="0" h="307975" w="288290">
                  <a:moveTo>
                    <a:pt x="0" y="76961"/>
                  </a:moveTo>
                  <a:lnTo>
                    <a:pt x="144018" y="76961"/>
                  </a:lnTo>
                  <a:lnTo>
                    <a:pt x="144018" y="0"/>
                  </a:lnTo>
                  <a:lnTo>
                    <a:pt x="288036" y="153923"/>
                  </a:lnTo>
                  <a:lnTo>
                    <a:pt x="144018" y="307847"/>
                  </a:lnTo>
                  <a:lnTo>
                    <a:pt x="144018" y="230885"/>
                  </a:lnTo>
                  <a:lnTo>
                    <a:pt x="0" y="230885"/>
                  </a:lnTo>
                  <a:lnTo>
                    <a:pt x="0" y="76961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17"/>
          <p:cNvGrpSpPr/>
          <p:nvPr/>
        </p:nvGrpSpPr>
        <p:grpSpPr>
          <a:xfrm>
            <a:off x="1178051" y="2054351"/>
            <a:ext cx="810895" cy="701040"/>
            <a:chOff x="1178051" y="2054351"/>
            <a:chExt cx="810895" cy="701040"/>
          </a:xfrm>
        </p:grpSpPr>
        <p:sp>
          <p:nvSpPr>
            <p:cNvPr id="454" name="Google Shape;454;p17"/>
            <p:cNvSpPr/>
            <p:nvPr/>
          </p:nvSpPr>
          <p:spPr>
            <a:xfrm>
              <a:off x="1178051" y="2054351"/>
              <a:ext cx="810895" cy="701040"/>
            </a:xfrm>
            <a:custGeom>
              <a:rect b="b" l="l" r="r" t="t"/>
              <a:pathLst>
                <a:path extrusionOk="0" h="701039" w="810894">
                  <a:moveTo>
                    <a:pt x="405384" y="0"/>
                  </a:moveTo>
                  <a:lnTo>
                    <a:pt x="332512" y="1882"/>
                  </a:lnTo>
                  <a:lnTo>
                    <a:pt x="263926" y="7311"/>
                  </a:lnTo>
                  <a:lnTo>
                    <a:pt x="200772" y="15954"/>
                  </a:lnTo>
                  <a:lnTo>
                    <a:pt x="144194" y="27483"/>
                  </a:lnTo>
                  <a:lnTo>
                    <a:pt x="95336" y="41566"/>
                  </a:lnTo>
                  <a:lnTo>
                    <a:pt x="55343" y="57874"/>
                  </a:lnTo>
                  <a:lnTo>
                    <a:pt x="6530" y="95841"/>
                  </a:lnTo>
                  <a:lnTo>
                    <a:pt x="0" y="116839"/>
                  </a:lnTo>
                  <a:lnTo>
                    <a:pt x="0" y="584200"/>
                  </a:lnTo>
                  <a:lnTo>
                    <a:pt x="25360" y="624964"/>
                  </a:lnTo>
                  <a:lnTo>
                    <a:pt x="95336" y="659473"/>
                  </a:lnTo>
                  <a:lnTo>
                    <a:pt x="144194" y="673556"/>
                  </a:lnTo>
                  <a:lnTo>
                    <a:pt x="200772" y="685085"/>
                  </a:lnTo>
                  <a:lnTo>
                    <a:pt x="263926" y="693728"/>
                  </a:lnTo>
                  <a:lnTo>
                    <a:pt x="332512" y="699157"/>
                  </a:lnTo>
                  <a:lnTo>
                    <a:pt x="405384" y="701039"/>
                  </a:lnTo>
                  <a:lnTo>
                    <a:pt x="478255" y="699157"/>
                  </a:lnTo>
                  <a:lnTo>
                    <a:pt x="546841" y="693728"/>
                  </a:lnTo>
                  <a:lnTo>
                    <a:pt x="609995" y="685085"/>
                  </a:lnTo>
                  <a:lnTo>
                    <a:pt x="666573" y="673556"/>
                  </a:lnTo>
                  <a:lnTo>
                    <a:pt x="715431" y="659473"/>
                  </a:lnTo>
                  <a:lnTo>
                    <a:pt x="755424" y="643165"/>
                  </a:lnTo>
                  <a:lnTo>
                    <a:pt x="804237" y="605198"/>
                  </a:lnTo>
                  <a:lnTo>
                    <a:pt x="810767" y="584200"/>
                  </a:lnTo>
                  <a:lnTo>
                    <a:pt x="810767" y="116839"/>
                  </a:lnTo>
                  <a:lnTo>
                    <a:pt x="785407" y="76075"/>
                  </a:lnTo>
                  <a:lnTo>
                    <a:pt x="715431" y="41566"/>
                  </a:lnTo>
                  <a:lnTo>
                    <a:pt x="666573" y="27483"/>
                  </a:lnTo>
                  <a:lnTo>
                    <a:pt x="609995" y="15954"/>
                  </a:lnTo>
                  <a:lnTo>
                    <a:pt x="546841" y="7311"/>
                  </a:lnTo>
                  <a:lnTo>
                    <a:pt x="478255" y="1882"/>
                  </a:lnTo>
                  <a:lnTo>
                    <a:pt x="40538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1178051" y="2054351"/>
              <a:ext cx="810895" cy="701040"/>
            </a:xfrm>
            <a:custGeom>
              <a:rect b="b" l="l" r="r" t="t"/>
              <a:pathLst>
                <a:path extrusionOk="0" h="701039" w="810894">
                  <a:moveTo>
                    <a:pt x="810767" y="116839"/>
                  </a:moveTo>
                  <a:lnTo>
                    <a:pt x="785407" y="157604"/>
                  </a:lnTo>
                  <a:lnTo>
                    <a:pt x="715431" y="192113"/>
                  </a:lnTo>
                  <a:lnTo>
                    <a:pt x="666573" y="206196"/>
                  </a:lnTo>
                  <a:lnTo>
                    <a:pt x="609995" y="217725"/>
                  </a:lnTo>
                  <a:lnTo>
                    <a:pt x="546841" y="226368"/>
                  </a:lnTo>
                  <a:lnTo>
                    <a:pt x="478255" y="231797"/>
                  </a:lnTo>
                  <a:lnTo>
                    <a:pt x="405384" y="233680"/>
                  </a:lnTo>
                  <a:lnTo>
                    <a:pt x="332512" y="231797"/>
                  </a:lnTo>
                  <a:lnTo>
                    <a:pt x="263926" y="226368"/>
                  </a:lnTo>
                  <a:lnTo>
                    <a:pt x="200772" y="217725"/>
                  </a:lnTo>
                  <a:lnTo>
                    <a:pt x="144194" y="206196"/>
                  </a:lnTo>
                  <a:lnTo>
                    <a:pt x="95336" y="192113"/>
                  </a:lnTo>
                  <a:lnTo>
                    <a:pt x="55343" y="175805"/>
                  </a:lnTo>
                  <a:lnTo>
                    <a:pt x="6530" y="137838"/>
                  </a:lnTo>
                  <a:lnTo>
                    <a:pt x="0" y="116839"/>
                  </a:lnTo>
                </a:path>
                <a:path extrusionOk="0" h="701039" w="810894">
                  <a:moveTo>
                    <a:pt x="0" y="116839"/>
                  </a:moveTo>
                  <a:lnTo>
                    <a:pt x="25360" y="76075"/>
                  </a:lnTo>
                  <a:lnTo>
                    <a:pt x="95336" y="41566"/>
                  </a:lnTo>
                  <a:lnTo>
                    <a:pt x="144194" y="27483"/>
                  </a:lnTo>
                  <a:lnTo>
                    <a:pt x="200772" y="15954"/>
                  </a:lnTo>
                  <a:lnTo>
                    <a:pt x="263926" y="7311"/>
                  </a:lnTo>
                  <a:lnTo>
                    <a:pt x="332512" y="1882"/>
                  </a:lnTo>
                  <a:lnTo>
                    <a:pt x="405384" y="0"/>
                  </a:lnTo>
                  <a:lnTo>
                    <a:pt x="478255" y="1882"/>
                  </a:lnTo>
                  <a:lnTo>
                    <a:pt x="546841" y="7311"/>
                  </a:lnTo>
                  <a:lnTo>
                    <a:pt x="609995" y="15954"/>
                  </a:lnTo>
                  <a:lnTo>
                    <a:pt x="666573" y="27483"/>
                  </a:lnTo>
                  <a:lnTo>
                    <a:pt x="715431" y="41566"/>
                  </a:lnTo>
                  <a:lnTo>
                    <a:pt x="755424" y="57874"/>
                  </a:lnTo>
                  <a:lnTo>
                    <a:pt x="804237" y="95841"/>
                  </a:lnTo>
                  <a:lnTo>
                    <a:pt x="810767" y="116839"/>
                  </a:lnTo>
                  <a:lnTo>
                    <a:pt x="810767" y="584200"/>
                  </a:lnTo>
                  <a:lnTo>
                    <a:pt x="785407" y="624964"/>
                  </a:lnTo>
                  <a:lnTo>
                    <a:pt x="715431" y="659473"/>
                  </a:lnTo>
                  <a:lnTo>
                    <a:pt x="666573" y="673556"/>
                  </a:lnTo>
                  <a:lnTo>
                    <a:pt x="609995" y="685085"/>
                  </a:lnTo>
                  <a:lnTo>
                    <a:pt x="546841" y="693728"/>
                  </a:lnTo>
                  <a:lnTo>
                    <a:pt x="478255" y="699157"/>
                  </a:lnTo>
                  <a:lnTo>
                    <a:pt x="405384" y="701039"/>
                  </a:lnTo>
                  <a:lnTo>
                    <a:pt x="332512" y="699157"/>
                  </a:lnTo>
                  <a:lnTo>
                    <a:pt x="263926" y="693728"/>
                  </a:lnTo>
                  <a:lnTo>
                    <a:pt x="200772" y="685085"/>
                  </a:lnTo>
                  <a:lnTo>
                    <a:pt x="144194" y="673556"/>
                  </a:lnTo>
                  <a:lnTo>
                    <a:pt x="95336" y="659473"/>
                  </a:lnTo>
                  <a:lnTo>
                    <a:pt x="55343" y="643165"/>
                  </a:lnTo>
                  <a:lnTo>
                    <a:pt x="6530" y="605198"/>
                  </a:lnTo>
                  <a:lnTo>
                    <a:pt x="0" y="584200"/>
                  </a:lnTo>
                  <a:lnTo>
                    <a:pt x="0" y="116839"/>
                  </a:lnTo>
                  <a:close/>
                </a:path>
              </a:pathLst>
            </a:custGeom>
            <a:noFill/>
            <a:ln cap="flat" cmpd="sng" w="12175">
              <a:solidFill>
                <a:srgbClr val="1329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17"/>
          <p:cNvSpPr txBox="1"/>
          <p:nvPr/>
        </p:nvSpPr>
        <p:spPr>
          <a:xfrm>
            <a:off x="1380489" y="2358644"/>
            <a:ext cx="39941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Corpus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2663951" y="4059935"/>
            <a:ext cx="1304925" cy="561340"/>
          </a:xfrm>
          <a:custGeom>
            <a:rect b="b" l="l" r="r" t="t"/>
            <a:pathLst>
              <a:path extrusionOk="0" h="561339" w="1304925">
                <a:moveTo>
                  <a:pt x="0" y="560832"/>
                </a:moveTo>
                <a:lnTo>
                  <a:pt x="1304544" y="560832"/>
                </a:lnTo>
                <a:lnTo>
                  <a:pt x="1304544" y="0"/>
                </a:lnTo>
                <a:lnTo>
                  <a:pt x="0" y="0"/>
                </a:lnTo>
                <a:lnTo>
                  <a:pt x="0" y="560832"/>
                </a:lnTo>
                <a:close/>
              </a:path>
            </a:pathLst>
          </a:custGeom>
          <a:noFill/>
          <a:ln cap="flat" cmpd="sng" w="9525">
            <a:solidFill>
              <a:srgbClr val="58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2696718" y="4143882"/>
            <a:ext cx="1188083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1335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 candidate terms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3968496" y="4722876"/>
            <a:ext cx="1343025" cy="561340"/>
          </a:xfrm>
          <a:custGeom>
            <a:rect b="b" l="l" r="r" t="t"/>
            <a:pathLst>
              <a:path extrusionOk="0" h="561339" w="1343025">
                <a:moveTo>
                  <a:pt x="0" y="560832"/>
                </a:moveTo>
                <a:lnTo>
                  <a:pt x="1342644" y="560832"/>
                </a:lnTo>
                <a:lnTo>
                  <a:pt x="1342644" y="0"/>
                </a:lnTo>
                <a:lnTo>
                  <a:pt x="0" y="0"/>
                </a:lnTo>
                <a:lnTo>
                  <a:pt x="0" y="560832"/>
                </a:lnTo>
                <a:close/>
              </a:path>
            </a:pathLst>
          </a:custGeom>
          <a:noFill/>
          <a:ln cap="flat" cmpd="sng" w="9525">
            <a:solidFill>
              <a:srgbClr val="58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4220971" y="4807077"/>
            <a:ext cx="1056514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89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term-by-  document matrix</a:t>
            </a:r>
            <a:endParaRPr/>
          </a:p>
        </p:txBody>
      </p:sp>
      <p:grpSp>
        <p:nvGrpSpPr>
          <p:cNvPr id="461" name="Google Shape;461;p17"/>
          <p:cNvGrpSpPr/>
          <p:nvPr/>
        </p:nvGrpSpPr>
        <p:grpSpPr>
          <a:xfrm>
            <a:off x="3969258" y="4326635"/>
            <a:ext cx="2929890" cy="1695196"/>
            <a:chOff x="3969258" y="4326635"/>
            <a:chExt cx="2929890" cy="1695196"/>
          </a:xfrm>
        </p:grpSpPr>
        <p:sp>
          <p:nvSpPr>
            <p:cNvPr id="462" name="Google Shape;462;p17"/>
            <p:cNvSpPr/>
            <p:nvPr/>
          </p:nvSpPr>
          <p:spPr>
            <a:xfrm>
              <a:off x="3969258" y="4326635"/>
              <a:ext cx="715010" cy="397510"/>
            </a:xfrm>
            <a:custGeom>
              <a:rect b="b" l="l" r="r" t="t"/>
              <a:pathLst>
                <a:path extrusionOk="0" h="397510" w="715010">
                  <a:moveTo>
                    <a:pt x="656716" y="310388"/>
                  </a:moveTo>
                  <a:lnTo>
                    <a:pt x="627761" y="310388"/>
                  </a:lnTo>
                  <a:lnTo>
                    <a:pt x="671194" y="397256"/>
                  </a:lnTo>
                  <a:lnTo>
                    <a:pt x="707389" y="324865"/>
                  </a:lnTo>
                  <a:lnTo>
                    <a:pt x="656716" y="324865"/>
                  </a:lnTo>
                  <a:lnTo>
                    <a:pt x="656716" y="310388"/>
                  </a:lnTo>
                  <a:close/>
                </a:path>
                <a:path extrusionOk="0" h="397510" w="715010">
                  <a:moveTo>
                    <a:pt x="656716" y="14477"/>
                  </a:moveTo>
                  <a:lnTo>
                    <a:pt x="656716" y="324865"/>
                  </a:lnTo>
                  <a:lnTo>
                    <a:pt x="685672" y="324865"/>
                  </a:lnTo>
                  <a:lnTo>
                    <a:pt x="685672" y="28956"/>
                  </a:lnTo>
                  <a:lnTo>
                    <a:pt x="671194" y="28956"/>
                  </a:lnTo>
                  <a:lnTo>
                    <a:pt x="656716" y="14477"/>
                  </a:lnTo>
                  <a:close/>
                </a:path>
                <a:path extrusionOk="0" h="397510" w="715010">
                  <a:moveTo>
                    <a:pt x="714628" y="310388"/>
                  </a:moveTo>
                  <a:lnTo>
                    <a:pt x="685672" y="310388"/>
                  </a:lnTo>
                  <a:lnTo>
                    <a:pt x="685672" y="324865"/>
                  </a:lnTo>
                  <a:lnTo>
                    <a:pt x="707389" y="324865"/>
                  </a:lnTo>
                  <a:lnTo>
                    <a:pt x="714628" y="310388"/>
                  </a:lnTo>
                  <a:close/>
                </a:path>
                <a:path extrusionOk="0" h="397510" w="715010">
                  <a:moveTo>
                    <a:pt x="685672" y="0"/>
                  </a:moveTo>
                  <a:lnTo>
                    <a:pt x="0" y="0"/>
                  </a:lnTo>
                  <a:lnTo>
                    <a:pt x="0" y="28956"/>
                  </a:lnTo>
                  <a:lnTo>
                    <a:pt x="656716" y="28956"/>
                  </a:lnTo>
                  <a:lnTo>
                    <a:pt x="656716" y="14477"/>
                  </a:lnTo>
                  <a:lnTo>
                    <a:pt x="685672" y="14477"/>
                  </a:lnTo>
                  <a:lnTo>
                    <a:pt x="685672" y="0"/>
                  </a:lnTo>
                  <a:close/>
                </a:path>
                <a:path extrusionOk="0" h="397510" w="715010">
                  <a:moveTo>
                    <a:pt x="685672" y="14477"/>
                  </a:moveTo>
                  <a:lnTo>
                    <a:pt x="656716" y="14477"/>
                  </a:lnTo>
                  <a:lnTo>
                    <a:pt x="671194" y="28956"/>
                  </a:lnTo>
                  <a:lnTo>
                    <a:pt x="685672" y="28956"/>
                  </a:lnTo>
                  <a:lnTo>
                    <a:pt x="685672" y="14477"/>
                  </a:lnTo>
                  <a:close/>
                </a:path>
              </a:pathLst>
            </a:custGeom>
            <a:solidFill>
              <a:srgbClr val="1329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5588508" y="5460491"/>
              <a:ext cx="1310640" cy="561340"/>
            </a:xfrm>
            <a:custGeom>
              <a:rect b="b" l="l" r="r" t="t"/>
              <a:pathLst>
                <a:path extrusionOk="0" h="561339" w="1310640">
                  <a:moveTo>
                    <a:pt x="0" y="560831"/>
                  </a:moveTo>
                  <a:lnTo>
                    <a:pt x="1310639" y="56083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560831"/>
                  </a:lnTo>
                  <a:close/>
                </a:path>
              </a:pathLst>
            </a:custGeom>
            <a:noFill/>
            <a:ln cap="flat" cmpd="sng" w="9525">
              <a:solidFill>
                <a:srgbClr val="5858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4" name="Google Shape;464;p17"/>
          <p:cNvSpPr txBox="1"/>
          <p:nvPr/>
        </p:nvSpPr>
        <p:spPr>
          <a:xfrm>
            <a:off x="5807708" y="5545328"/>
            <a:ext cx="111696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145" lvl="0" marL="2920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Simplify term-by-  document matrix</a:t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1575816" y="3852671"/>
            <a:ext cx="4692015" cy="1598295"/>
          </a:xfrm>
          <a:custGeom>
            <a:rect b="b" l="l" r="r" t="t"/>
            <a:pathLst>
              <a:path extrusionOk="0" h="1598295" w="4692015">
                <a:moveTo>
                  <a:pt x="44450" y="1077214"/>
                </a:moveTo>
                <a:lnTo>
                  <a:pt x="31750" y="1077214"/>
                </a:lnTo>
                <a:lnTo>
                  <a:pt x="31750" y="1128014"/>
                </a:lnTo>
                <a:lnTo>
                  <a:pt x="44450" y="1128014"/>
                </a:lnTo>
                <a:lnTo>
                  <a:pt x="44450" y="1077214"/>
                </a:lnTo>
                <a:close/>
              </a:path>
              <a:path extrusionOk="0" h="1598295" w="4692015">
                <a:moveTo>
                  <a:pt x="44450" y="988314"/>
                </a:moveTo>
                <a:lnTo>
                  <a:pt x="31750" y="988314"/>
                </a:lnTo>
                <a:lnTo>
                  <a:pt x="31750" y="1039114"/>
                </a:lnTo>
                <a:lnTo>
                  <a:pt x="44450" y="1039114"/>
                </a:lnTo>
                <a:lnTo>
                  <a:pt x="44450" y="988314"/>
                </a:lnTo>
                <a:close/>
              </a:path>
              <a:path extrusionOk="0" h="1598295" w="4692015">
                <a:moveTo>
                  <a:pt x="44450" y="899414"/>
                </a:moveTo>
                <a:lnTo>
                  <a:pt x="31750" y="899414"/>
                </a:lnTo>
                <a:lnTo>
                  <a:pt x="31750" y="950214"/>
                </a:lnTo>
                <a:lnTo>
                  <a:pt x="44450" y="950214"/>
                </a:lnTo>
                <a:lnTo>
                  <a:pt x="44450" y="899414"/>
                </a:lnTo>
                <a:close/>
              </a:path>
              <a:path extrusionOk="0" h="1598295" w="4692015">
                <a:moveTo>
                  <a:pt x="44450" y="810514"/>
                </a:moveTo>
                <a:lnTo>
                  <a:pt x="31750" y="810514"/>
                </a:lnTo>
                <a:lnTo>
                  <a:pt x="31750" y="861314"/>
                </a:lnTo>
                <a:lnTo>
                  <a:pt x="44450" y="861314"/>
                </a:lnTo>
                <a:lnTo>
                  <a:pt x="44450" y="810514"/>
                </a:lnTo>
                <a:close/>
              </a:path>
              <a:path extrusionOk="0" h="1598295" w="4692015">
                <a:moveTo>
                  <a:pt x="44450" y="721614"/>
                </a:moveTo>
                <a:lnTo>
                  <a:pt x="31750" y="721614"/>
                </a:lnTo>
                <a:lnTo>
                  <a:pt x="31750" y="772414"/>
                </a:lnTo>
                <a:lnTo>
                  <a:pt x="44450" y="772414"/>
                </a:lnTo>
                <a:lnTo>
                  <a:pt x="44450" y="721614"/>
                </a:lnTo>
                <a:close/>
              </a:path>
              <a:path extrusionOk="0" h="1598295" w="4692015">
                <a:moveTo>
                  <a:pt x="44450" y="632714"/>
                </a:moveTo>
                <a:lnTo>
                  <a:pt x="31750" y="632714"/>
                </a:lnTo>
                <a:lnTo>
                  <a:pt x="31750" y="683514"/>
                </a:lnTo>
                <a:lnTo>
                  <a:pt x="44450" y="683514"/>
                </a:lnTo>
                <a:lnTo>
                  <a:pt x="44450" y="632714"/>
                </a:lnTo>
                <a:close/>
              </a:path>
              <a:path extrusionOk="0" h="1598295" w="4692015">
                <a:moveTo>
                  <a:pt x="44450" y="543814"/>
                </a:moveTo>
                <a:lnTo>
                  <a:pt x="31750" y="543814"/>
                </a:lnTo>
                <a:lnTo>
                  <a:pt x="31750" y="594614"/>
                </a:lnTo>
                <a:lnTo>
                  <a:pt x="44450" y="594614"/>
                </a:lnTo>
                <a:lnTo>
                  <a:pt x="44450" y="543814"/>
                </a:lnTo>
                <a:close/>
              </a:path>
              <a:path extrusionOk="0" h="1598295" w="4692015">
                <a:moveTo>
                  <a:pt x="44450" y="454914"/>
                </a:moveTo>
                <a:lnTo>
                  <a:pt x="31750" y="454914"/>
                </a:lnTo>
                <a:lnTo>
                  <a:pt x="31750" y="505714"/>
                </a:lnTo>
                <a:lnTo>
                  <a:pt x="44450" y="505714"/>
                </a:lnTo>
                <a:lnTo>
                  <a:pt x="44450" y="454914"/>
                </a:lnTo>
                <a:close/>
              </a:path>
              <a:path extrusionOk="0" h="1598295" w="4692015">
                <a:moveTo>
                  <a:pt x="44450" y="366014"/>
                </a:moveTo>
                <a:lnTo>
                  <a:pt x="31750" y="366014"/>
                </a:lnTo>
                <a:lnTo>
                  <a:pt x="31750" y="416814"/>
                </a:lnTo>
                <a:lnTo>
                  <a:pt x="44450" y="416814"/>
                </a:lnTo>
                <a:lnTo>
                  <a:pt x="44450" y="366014"/>
                </a:lnTo>
                <a:close/>
              </a:path>
              <a:path extrusionOk="0" h="1598295" w="4692015">
                <a:moveTo>
                  <a:pt x="44450" y="277114"/>
                </a:moveTo>
                <a:lnTo>
                  <a:pt x="31750" y="277114"/>
                </a:lnTo>
                <a:lnTo>
                  <a:pt x="31750" y="327914"/>
                </a:lnTo>
                <a:lnTo>
                  <a:pt x="44450" y="327914"/>
                </a:lnTo>
                <a:lnTo>
                  <a:pt x="44450" y="277114"/>
                </a:lnTo>
                <a:close/>
              </a:path>
              <a:path extrusionOk="0" h="1598295" w="4692015">
                <a:moveTo>
                  <a:pt x="44450" y="188214"/>
                </a:moveTo>
                <a:lnTo>
                  <a:pt x="31750" y="188214"/>
                </a:lnTo>
                <a:lnTo>
                  <a:pt x="31750" y="239014"/>
                </a:lnTo>
                <a:lnTo>
                  <a:pt x="44450" y="239014"/>
                </a:lnTo>
                <a:lnTo>
                  <a:pt x="44450" y="188214"/>
                </a:lnTo>
                <a:close/>
              </a:path>
              <a:path extrusionOk="0" h="1598295" w="4692015">
                <a:moveTo>
                  <a:pt x="44450" y="99314"/>
                </a:moveTo>
                <a:lnTo>
                  <a:pt x="31750" y="99314"/>
                </a:lnTo>
                <a:lnTo>
                  <a:pt x="31750" y="150114"/>
                </a:lnTo>
                <a:lnTo>
                  <a:pt x="44450" y="150114"/>
                </a:lnTo>
                <a:lnTo>
                  <a:pt x="44450" y="99314"/>
                </a:lnTo>
                <a:close/>
              </a:path>
              <a:path extrusionOk="0" h="1598295" w="4692015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76200" y="76200"/>
                </a:lnTo>
                <a:close/>
              </a:path>
              <a:path extrusionOk="0" h="1598295" w="4692015">
                <a:moveTo>
                  <a:pt x="87503" y="1161161"/>
                </a:moveTo>
                <a:lnTo>
                  <a:pt x="38100" y="1161161"/>
                </a:lnTo>
                <a:lnTo>
                  <a:pt x="43053" y="1166114"/>
                </a:lnTo>
                <a:lnTo>
                  <a:pt x="31750" y="1166114"/>
                </a:lnTo>
                <a:lnTo>
                  <a:pt x="31750" y="1173861"/>
                </a:lnTo>
                <a:lnTo>
                  <a:pt x="87503" y="1173861"/>
                </a:lnTo>
                <a:lnTo>
                  <a:pt x="87503" y="1167511"/>
                </a:lnTo>
                <a:lnTo>
                  <a:pt x="87503" y="1166114"/>
                </a:lnTo>
                <a:lnTo>
                  <a:pt x="87503" y="1161161"/>
                </a:lnTo>
                <a:close/>
              </a:path>
              <a:path extrusionOk="0" h="1598295" w="4692015">
                <a:moveTo>
                  <a:pt x="176403" y="1161161"/>
                </a:moveTo>
                <a:lnTo>
                  <a:pt x="125603" y="1161161"/>
                </a:lnTo>
                <a:lnTo>
                  <a:pt x="125603" y="1173861"/>
                </a:lnTo>
                <a:lnTo>
                  <a:pt x="176403" y="1173861"/>
                </a:lnTo>
                <a:lnTo>
                  <a:pt x="176403" y="1161161"/>
                </a:lnTo>
                <a:close/>
              </a:path>
              <a:path extrusionOk="0" h="1598295" w="4692015">
                <a:moveTo>
                  <a:pt x="265303" y="1161161"/>
                </a:moveTo>
                <a:lnTo>
                  <a:pt x="214503" y="1161161"/>
                </a:lnTo>
                <a:lnTo>
                  <a:pt x="214503" y="1173861"/>
                </a:lnTo>
                <a:lnTo>
                  <a:pt x="265303" y="1173861"/>
                </a:lnTo>
                <a:lnTo>
                  <a:pt x="265303" y="1161161"/>
                </a:lnTo>
                <a:close/>
              </a:path>
              <a:path extrusionOk="0" h="1598295" w="4692015">
                <a:moveTo>
                  <a:pt x="354203" y="1161161"/>
                </a:moveTo>
                <a:lnTo>
                  <a:pt x="303403" y="1161161"/>
                </a:lnTo>
                <a:lnTo>
                  <a:pt x="303403" y="1173861"/>
                </a:lnTo>
                <a:lnTo>
                  <a:pt x="354203" y="1173861"/>
                </a:lnTo>
                <a:lnTo>
                  <a:pt x="354203" y="1161161"/>
                </a:lnTo>
                <a:close/>
              </a:path>
              <a:path extrusionOk="0" h="1598295" w="4692015">
                <a:moveTo>
                  <a:pt x="443103" y="1161161"/>
                </a:moveTo>
                <a:lnTo>
                  <a:pt x="392303" y="1161161"/>
                </a:lnTo>
                <a:lnTo>
                  <a:pt x="392303" y="1173861"/>
                </a:lnTo>
                <a:lnTo>
                  <a:pt x="443103" y="1173861"/>
                </a:lnTo>
                <a:lnTo>
                  <a:pt x="443103" y="1161161"/>
                </a:lnTo>
                <a:close/>
              </a:path>
              <a:path extrusionOk="0" h="1598295" w="4692015">
                <a:moveTo>
                  <a:pt x="532003" y="1161161"/>
                </a:moveTo>
                <a:lnTo>
                  <a:pt x="481203" y="1161161"/>
                </a:lnTo>
                <a:lnTo>
                  <a:pt x="481203" y="1173861"/>
                </a:lnTo>
                <a:lnTo>
                  <a:pt x="532003" y="1173861"/>
                </a:lnTo>
                <a:lnTo>
                  <a:pt x="532003" y="1161161"/>
                </a:lnTo>
                <a:close/>
              </a:path>
              <a:path extrusionOk="0" h="1598295" w="4692015">
                <a:moveTo>
                  <a:pt x="620903" y="1161161"/>
                </a:moveTo>
                <a:lnTo>
                  <a:pt x="570103" y="1161161"/>
                </a:lnTo>
                <a:lnTo>
                  <a:pt x="570103" y="1173861"/>
                </a:lnTo>
                <a:lnTo>
                  <a:pt x="620903" y="1173861"/>
                </a:lnTo>
                <a:lnTo>
                  <a:pt x="620903" y="1161161"/>
                </a:lnTo>
                <a:close/>
              </a:path>
              <a:path extrusionOk="0" h="1598295" w="4692015">
                <a:moveTo>
                  <a:pt x="709803" y="1161161"/>
                </a:moveTo>
                <a:lnTo>
                  <a:pt x="659003" y="1161161"/>
                </a:lnTo>
                <a:lnTo>
                  <a:pt x="659003" y="1173861"/>
                </a:lnTo>
                <a:lnTo>
                  <a:pt x="709803" y="1173861"/>
                </a:lnTo>
                <a:lnTo>
                  <a:pt x="709803" y="1161161"/>
                </a:lnTo>
                <a:close/>
              </a:path>
              <a:path extrusionOk="0" h="1598295" w="4692015">
                <a:moveTo>
                  <a:pt x="798703" y="1161161"/>
                </a:moveTo>
                <a:lnTo>
                  <a:pt x="747903" y="1161161"/>
                </a:lnTo>
                <a:lnTo>
                  <a:pt x="747903" y="1173861"/>
                </a:lnTo>
                <a:lnTo>
                  <a:pt x="798703" y="1173861"/>
                </a:lnTo>
                <a:lnTo>
                  <a:pt x="798703" y="1161161"/>
                </a:lnTo>
                <a:close/>
              </a:path>
              <a:path extrusionOk="0" h="1598295" w="4692015">
                <a:moveTo>
                  <a:pt x="887603" y="1161161"/>
                </a:moveTo>
                <a:lnTo>
                  <a:pt x="836803" y="1161161"/>
                </a:lnTo>
                <a:lnTo>
                  <a:pt x="836803" y="1173861"/>
                </a:lnTo>
                <a:lnTo>
                  <a:pt x="887603" y="1173861"/>
                </a:lnTo>
                <a:lnTo>
                  <a:pt x="887603" y="1161161"/>
                </a:lnTo>
                <a:close/>
              </a:path>
              <a:path extrusionOk="0" h="1598295" w="4692015">
                <a:moveTo>
                  <a:pt x="976503" y="1161161"/>
                </a:moveTo>
                <a:lnTo>
                  <a:pt x="925703" y="1161161"/>
                </a:lnTo>
                <a:lnTo>
                  <a:pt x="925703" y="1173861"/>
                </a:lnTo>
                <a:lnTo>
                  <a:pt x="976503" y="1173861"/>
                </a:lnTo>
                <a:lnTo>
                  <a:pt x="976503" y="1161161"/>
                </a:lnTo>
                <a:close/>
              </a:path>
              <a:path extrusionOk="0" h="1598295" w="4692015">
                <a:moveTo>
                  <a:pt x="1065403" y="1161161"/>
                </a:moveTo>
                <a:lnTo>
                  <a:pt x="1014603" y="1161161"/>
                </a:lnTo>
                <a:lnTo>
                  <a:pt x="1014603" y="1173861"/>
                </a:lnTo>
                <a:lnTo>
                  <a:pt x="1065403" y="1173861"/>
                </a:lnTo>
                <a:lnTo>
                  <a:pt x="1065403" y="1161161"/>
                </a:lnTo>
                <a:close/>
              </a:path>
              <a:path extrusionOk="0" h="1598295" w="4692015">
                <a:moveTo>
                  <a:pt x="1154303" y="1161161"/>
                </a:moveTo>
                <a:lnTo>
                  <a:pt x="1103503" y="1161161"/>
                </a:lnTo>
                <a:lnTo>
                  <a:pt x="1103503" y="1173861"/>
                </a:lnTo>
                <a:lnTo>
                  <a:pt x="1154303" y="1173861"/>
                </a:lnTo>
                <a:lnTo>
                  <a:pt x="1154303" y="1161161"/>
                </a:lnTo>
                <a:close/>
              </a:path>
              <a:path extrusionOk="0" h="1598295" w="4692015">
                <a:moveTo>
                  <a:pt x="1243203" y="1161161"/>
                </a:moveTo>
                <a:lnTo>
                  <a:pt x="1192403" y="1161161"/>
                </a:lnTo>
                <a:lnTo>
                  <a:pt x="1192403" y="1173861"/>
                </a:lnTo>
                <a:lnTo>
                  <a:pt x="1243203" y="1173861"/>
                </a:lnTo>
                <a:lnTo>
                  <a:pt x="1243203" y="1161161"/>
                </a:lnTo>
                <a:close/>
              </a:path>
              <a:path extrusionOk="0" h="1598295" w="4692015">
                <a:moveTo>
                  <a:pt x="1332103" y="1161161"/>
                </a:moveTo>
                <a:lnTo>
                  <a:pt x="1281303" y="1161161"/>
                </a:lnTo>
                <a:lnTo>
                  <a:pt x="1281303" y="1173861"/>
                </a:lnTo>
                <a:lnTo>
                  <a:pt x="1332103" y="1173861"/>
                </a:lnTo>
                <a:lnTo>
                  <a:pt x="1332103" y="1161161"/>
                </a:lnTo>
                <a:close/>
              </a:path>
              <a:path extrusionOk="0" h="1598295" w="4692015">
                <a:moveTo>
                  <a:pt x="1421003" y="1161161"/>
                </a:moveTo>
                <a:lnTo>
                  <a:pt x="1370203" y="1161161"/>
                </a:lnTo>
                <a:lnTo>
                  <a:pt x="1370203" y="1173861"/>
                </a:lnTo>
                <a:lnTo>
                  <a:pt x="1421003" y="1173861"/>
                </a:lnTo>
                <a:lnTo>
                  <a:pt x="1421003" y="1161161"/>
                </a:lnTo>
                <a:close/>
              </a:path>
              <a:path extrusionOk="0" h="1598295" w="4692015">
                <a:moveTo>
                  <a:pt x="1509903" y="1161161"/>
                </a:moveTo>
                <a:lnTo>
                  <a:pt x="1459103" y="1161161"/>
                </a:lnTo>
                <a:lnTo>
                  <a:pt x="1459103" y="1173861"/>
                </a:lnTo>
                <a:lnTo>
                  <a:pt x="1509903" y="1173861"/>
                </a:lnTo>
                <a:lnTo>
                  <a:pt x="1509903" y="1161161"/>
                </a:lnTo>
                <a:close/>
              </a:path>
              <a:path extrusionOk="0" h="1598295" w="4692015">
                <a:moveTo>
                  <a:pt x="1598803" y="1161161"/>
                </a:moveTo>
                <a:lnTo>
                  <a:pt x="1548003" y="1161161"/>
                </a:lnTo>
                <a:lnTo>
                  <a:pt x="1548003" y="1173861"/>
                </a:lnTo>
                <a:lnTo>
                  <a:pt x="1598803" y="1173861"/>
                </a:lnTo>
                <a:lnTo>
                  <a:pt x="1598803" y="1161161"/>
                </a:lnTo>
                <a:close/>
              </a:path>
              <a:path extrusionOk="0" h="1598295" w="4692015">
                <a:moveTo>
                  <a:pt x="1687703" y="1161161"/>
                </a:moveTo>
                <a:lnTo>
                  <a:pt x="1636903" y="1161161"/>
                </a:lnTo>
                <a:lnTo>
                  <a:pt x="1636903" y="1173861"/>
                </a:lnTo>
                <a:lnTo>
                  <a:pt x="1687703" y="1173861"/>
                </a:lnTo>
                <a:lnTo>
                  <a:pt x="1687703" y="1161161"/>
                </a:lnTo>
                <a:close/>
              </a:path>
              <a:path extrusionOk="0" h="1598295" w="4692015">
                <a:moveTo>
                  <a:pt x="1776603" y="1161161"/>
                </a:moveTo>
                <a:lnTo>
                  <a:pt x="1725803" y="1161161"/>
                </a:lnTo>
                <a:lnTo>
                  <a:pt x="1725803" y="1173861"/>
                </a:lnTo>
                <a:lnTo>
                  <a:pt x="1776603" y="1173861"/>
                </a:lnTo>
                <a:lnTo>
                  <a:pt x="1776603" y="1161161"/>
                </a:lnTo>
                <a:close/>
              </a:path>
              <a:path extrusionOk="0" h="1598295" w="4692015">
                <a:moveTo>
                  <a:pt x="1865503" y="1161161"/>
                </a:moveTo>
                <a:lnTo>
                  <a:pt x="1814703" y="1161161"/>
                </a:lnTo>
                <a:lnTo>
                  <a:pt x="1814703" y="1173861"/>
                </a:lnTo>
                <a:lnTo>
                  <a:pt x="1865503" y="1173861"/>
                </a:lnTo>
                <a:lnTo>
                  <a:pt x="1865503" y="1161161"/>
                </a:lnTo>
                <a:close/>
              </a:path>
              <a:path extrusionOk="0" h="1598295" w="4692015">
                <a:moveTo>
                  <a:pt x="1954403" y="1161161"/>
                </a:moveTo>
                <a:lnTo>
                  <a:pt x="1903603" y="1161161"/>
                </a:lnTo>
                <a:lnTo>
                  <a:pt x="1903603" y="1173861"/>
                </a:lnTo>
                <a:lnTo>
                  <a:pt x="1954403" y="1173861"/>
                </a:lnTo>
                <a:lnTo>
                  <a:pt x="1954403" y="1161161"/>
                </a:lnTo>
                <a:close/>
              </a:path>
              <a:path extrusionOk="0" h="1598295" w="4692015">
                <a:moveTo>
                  <a:pt x="2043303" y="1161161"/>
                </a:moveTo>
                <a:lnTo>
                  <a:pt x="1992503" y="1161161"/>
                </a:lnTo>
                <a:lnTo>
                  <a:pt x="1992503" y="1173861"/>
                </a:lnTo>
                <a:lnTo>
                  <a:pt x="2043303" y="1173861"/>
                </a:lnTo>
                <a:lnTo>
                  <a:pt x="2043303" y="1161161"/>
                </a:lnTo>
                <a:close/>
              </a:path>
              <a:path extrusionOk="0" h="1598295" w="4692015">
                <a:moveTo>
                  <a:pt x="2132203" y="1161161"/>
                </a:moveTo>
                <a:lnTo>
                  <a:pt x="2081403" y="1161161"/>
                </a:lnTo>
                <a:lnTo>
                  <a:pt x="2081403" y="1173861"/>
                </a:lnTo>
                <a:lnTo>
                  <a:pt x="2132203" y="1173861"/>
                </a:lnTo>
                <a:lnTo>
                  <a:pt x="2132203" y="1161161"/>
                </a:lnTo>
                <a:close/>
              </a:path>
              <a:path extrusionOk="0" h="1598295" w="4692015">
                <a:moveTo>
                  <a:pt x="2221103" y="1161161"/>
                </a:moveTo>
                <a:lnTo>
                  <a:pt x="2170303" y="1161161"/>
                </a:lnTo>
                <a:lnTo>
                  <a:pt x="2170303" y="1173861"/>
                </a:lnTo>
                <a:lnTo>
                  <a:pt x="2221103" y="1173861"/>
                </a:lnTo>
                <a:lnTo>
                  <a:pt x="2221103" y="1161161"/>
                </a:lnTo>
                <a:close/>
              </a:path>
              <a:path extrusionOk="0" h="1598295" w="4692015">
                <a:moveTo>
                  <a:pt x="2310003" y="1161161"/>
                </a:moveTo>
                <a:lnTo>
                  <a:pt x="2259203" y="1161161"/>
                </a:lnTo>
                <a:lnTo>
                  <a:pt x="2259203" y="1173861"/>
                </a:lnTo>
                <a:lnTo>
                  <a:pt x="2310003" y="1173861"/>
                </a:lnTo>
                <a:lnTo>
                  <a:pt x="2310003" y="1161161"/>
                </a:lnTo>
                <a:close/>
              </a:path>
              <a:path extrusionOk="0" h="1598295" w="4692015">
                <a:moveTo>
                  <a:pt x="2398903" y="1161161"/>
                </a:moveTo>
                <a:lnTo>
                  <a:pt x="2348103" y="1161161"/>
                </a:lnTo>
                <a:lnTo>
                  <a:pt x="2348103" y="1173861"/>
                </a:lnTo>
                <a:lnTo>
                  <a:pt x="2398903" y="1173861"/>
                </a:lnTo>
                <a:lnTo>
                  <a:pt x="2398903" y="1161161"/>
                </a:lnTo>
                <a:close/>
              </a:path>
              <a:path extrusionOk="0" h="1598295" w="4692015">
                <a:moveTo>
                  <a:pt x="2487803" y="1161161"/>
                </a:moveTo>
                <a:lnTo>
                  <a:pt x="2437003" y="1161161"/>
                </a:lnTo>
                <a:lnTo>
                  <a:pt x="2437003" y="1173861"/>
                </a:lnTo>
                <a:lnTo>
                  <a:pt x="2487803" y="1173861"/>
                </a:lnTo>
                <a:lnTo>
                  <a:pt x="2487803" y="1161161"/>
                </a:lnTo>
                <a:close/>
              </a:path>
              <a:path extrusionOk="0" h="1598295" w="4692015">
                <a:moveTo>
                  <a:pt x="4692015" y="1510919"/>
                </a:moveTo>
                <a:lnTo>
                  <a:pt x="4663059" y="1510919"/>
                </a:lnTo>
                <a:lnTo>
                  <a:pt x="4663059" y="1182624"/>
                </a:lnTo>
                <a:lnTo>
                  <a:pt x="4663059" y="1168146"/>
                </a:lnTo>
                <a:lnTo>
                  <a:pt x="4663059" y="1153668"/>
                </a:lnTo>
                <a:lnTo>
                  <a:pt x="3748278" y="1153668"/>
                </a:lnTo>
                <a:lnTo>
                  <a:pt x="3748278" y="1182624"/>
                </a:lnTo>
                <a:lnTo>
                  <a:pt x="4634103" y="1182624"/>
                </a:lnTo>
                <a:lnTo>
                  <a:pt x="4634103" y="1510919"/>
                </a:lnTo>
                <a:lnTo>
                  <a:pt x="4605147" y="1510919"/>
                </a:lnTo>
                <a:lnTo>
                  <a:pt x="4648581" y="1597787"/>
                </a:lnTo>
                <a:lnTo>
                  <a:pt x="4684776" y="1525397"/>
                </a:lnTo>
                <a:lnTo>
                  <a:pt x="4692015" y="1510919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1849373" y="4784852"/>
            <a:ext cx="47370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1364614" y="3851147"/>
            <a:ext cx="4212590" cy="2106295"/>
          </a:xfrm>
          <a:custGeom>
            <a:rect b="b" l="l" r="r" t="t"/>
            <a:pathLst>
              <a:path extrusionOk="0" h="2106295" w="4212590">
                <a:moveTo>
                  <a:pt x="4212209" y="2093569"/>
                </a:moveTo>
                <a:lnTo>
                  <a:pt x="4161409" y="2093569"/>
                </a:lnTo>
                <a:lnTo>
                  <a:pt x="4161409" y="2106269"/>
                </a:lnTo>
                <a:lnTo>
                  <a:pt x="4212209" y="2106269"/>
                </a:lnTo>
                <a:lnTo>
                  <a:pt x="4212209" y="2093569"/>
                </a:lnTo>
                <a:close/>
              </a:path>
              <a:path extrusionOk="0" h="2106295" w="4212590">
                <a:moveTo>
                  <a:pt x="4123309" y="2093569"/>
                </a:moveTo>
                <a:lnTo>
                  <a:pt x="4072509" y="2093569"/>
                </a:lnTo>
                <a:lnTo>
                  <a:pt x="4072509" y="2106269"/>
                </a:lnTo>
                <a:lnTo>
                  <a:pt x="4123309" y="2106269"/>
                </a:lnTo>
                <a:lnTo>
                  <a:pt x="4123309" y="2093569"/>
                </a:lnTo>
                <a:close/>
              </a:path>
              <a:path extrusionOk="0" h="2106295" w="4212590">
                <a:moveTo>
                  <a:pt x="4034409" y="2093569"/>
                </a:moveTo>
                <a:lnTo>
                  <a:pt x="3983609" y="2093569"/>
                </a:lnTo>
                <a:lnTo>
                  <a:pt x="3983609" y="2106269"/>
                </a:lnTo>
                <a:lnTo>
                  <a:pt x="4034409" y="2106269"/>
                </a:lnTo>
                <a:lnTo>
                  <a:pt x="4034409" y="2093569"/>
                </a:lnTo>
                <a:close/>
              </a:path>
              <a:path extrusionOk="0" h="2106295" w="4212590">
                <a:moveTo>
                  <a:pt x="3945509" y="2093569"/>
                </a:moveTo>
                <a:lnTo>
                  <a:pt x="3894709" y="2093569"/>
                </a:lnTo>
                <a:lnTo>
                  <a:pt x="3894709" y="2106269"/>
                </a:lnTo>
                <a:lnTo>
                  <a:pt x="3945509" y="2106269"/>
                </a:lnTo>
                <a:lnTo>
                  <a:pt x="3945509" y="2093569"/>
                </a:lnTo>
                <a:close/>
              </a:path>
              <a:path extrusionOk="0" h="2106295" w="4212590">
                <a:moveTo>
                  <a:pt x="3856609" y="2093569"/>
                </a:moveTo>
                <a:lnTo>
                  <a:pt x="3805809" y="2093569"/>
                </a:lnTo>
                <a:lnTo>
                  <a:pt x="3805809" y="2106269"/>
                </a:lnTo>
                <a:lnTo>
                  <a:pt x="3856609" y="2106269"/>
                </a:lnTo>
                <a:lnTo>
                  <a:pt x="3856609" y="2093569"/>
                </a:lnTo>
                <a:close/>
              </a:path>
              <a:path extrusionOk="0" h="2106295" w="4212590">
                <a:moveTo>
                  <a:pt x="3767709" y="2093569"/>
                </a:moveTo>
                <a:lnTo>
                  <a:pt x="3716909" y="2093569"/>
                </a:lnTo>
                <a:lnTo>
                  <a:pt x="3716909" y="2106269"/>
                </a:lnTo>
                <a:lnTo>
                  <a:pt x="3767709" y="2106269"/>
                </a:lnTo>
                <a:lnTo>
                  <a:pt x="3767709" y="2093569"/>
                </a:lnTo>
                <a:close/>
              </a:path>
              <a:path extrusionOk="0" h="2106295" w="4212590">
                <a:moveTo>
                  <a:pt x="3678809" y="2093569"/>
                </a:moveTo>
                <a:lnTo>
                  <a:pt x="3628009" y="2093569"/>
                </a:lnTo>
                <a:lnTo>
                  <a:pt x="3628009" y="2106269"/>
                </a:lnTo>
                <a:lnTo>
                  <a:pt x="3678809" y="2106269"/>
                </a:lnTo>
                <a:lnTo>
                  <a:pt x="3678809" y="2093569"/>
                </a:lnTo>
                <a:close/>
              </a:path>
              <a:path extrusionOk="0" h="2106295" w="4212590">
                <a:moveTo>
                  <a:pt x="3589909" y="2093569"/>
                </a:moveTo>
                <a:lnTo>
                  <a:pt x="3539109" y="2093569"/>
                </a:lnTo>
                <a:lnTo>
                  <a:pt x="3539109" y="2106269"/>
                </a:lnTo>
                <a:lnTo>
                  <a:pt x="3589909" y="2106269"/>
                </a:lnTo>
                <a:lnTo>
                  <a:pt x="3589909" y="2093569"/>
                </a:lnTo>
                <a:close/>
              </a:path>
              <a:path extrusionOk="0" h="2106295" w="4212590">
                <a:moveTo>
                  <a:pt x="3501009" y="2093569"/>
                </a:moveTo>
                <a:lnTo>
                  <a:pt x="3450209" y="2093569"/>
                </a:lnTo>
                <a:lnTo>
                  <a:pt x="3450209" y="2106269"/>
                </a:lnTo>
                <a:lnTo>
                  <a:pt x="3501009" y="2106269"/>
                </a:lnTo>
                <a:lnTo>
                  <a:pt x="3501009" y="2093569"/>
                </a:lnTo>
                <a:close/>
              </a:path>
              <a:path extrusionOk="0" h="2106295" w="4212590">
                <a:moveTo>
                  <a:pt x="3412109" y="2093569"/>
                </a:moveTo>
                <a:lnTo>
                  <a:pt x="3361309" y="2093569"/>
                </a:lnTo>
                <a:lnTo>
                  <a:pt x="3361309" y="2106269"/>
                </a:lnTo>
                <a:lnTo>
                  <a:pt x="3412109" y="2106269"/>
                </a:lnTo>
                <a:lnTo>
                  <a:pt x="3412109" y="2093569"/>
                </a:lnTo>
                <a:close/>
              </a:path>
              <a:path extrusionOk="0" h="2106295" w="4212590">
                <a:moveTo>
                  <a:pt x="3323209" y="2093569"/>
                </a:moveTo>
                <a:lnTo>
                  <a:pt x="3272409" y="2093569"/>
                </a:lnTo>
                <a:lnTo>
                  <a:pt x="3272409" y="2106269"/>
                </a:lnTo>
                <a:lnTo>
                  <a:pt x="3323209" y="2106269"/>
                </a:lnTo>
                <a:lnTo>
                  <a:pt x="3323209" y="2093569"/>
                </a:lnTo>
                <a:close/>
              </a:path>
              <a:path extrusionOk="0" h="2106295" w="4212590">
                <a:moveTo>
                  <a:pt x="3234309" y="2093569"/>
                </a:moveTo>
                <a:lnTo>
                  <a:pt x="3183509" y="2093569"/>
                </a:lnTo>
                <a:lnTo>
                  <a:pt x="3183509" y="2106269"/>
                </a:lnTo>
                <a:lnTo>
                  <a:pt x="3234309" y="2106269"/>
                </a:lnTo>
                <a:lnTo>
                  <a:pt x="3234309" y="2093569"/>
                </a:lnTo>
                <a:close/>
              </a:path>
              <a:path extrusionOk="0" h="2106295" w="4212590">
                <a:moveTo>
                  <a:pt x="3145409" y="2093569"/>
                </a:moveTo>
                <a:lnTo>
                  <a:pt x="3094609" y="2093569"/>
                </a:lnTo>
                <a:lnTo>
                  <a:pt x="3094609" y="2106269"/>
                </a:lnTo>
                <a:lnTo>
                  <a:pt x="3145409" y="2106269"/>
                </a:lnTo>
                <a:lnTo>
                  <a:pt x="3145409" y="2093569"/>
                </a:lnTo>
                <a:close/>
              </a:path>
              <a:path extrusionOk="0" h="2106295" w="4212590">
                <a:moveTo>
                  <a:pt x="3056509" y="2093569"/>
                </a:moveTo>
                <a:lnTo>
                  <a:pt x="3005709" y="2093569"/>
                </a:lnTo>
                <a:lnTo>
                  <a:pt x="3005709" y="2106269"/>
                </a:lnTo>
                <a:lnTo>
                  <a:pt x="3056509" y="2106269"/>
                </a:lnTo>
                <a:lnTo>
                  <a:pt x="3056509" y="2093569"/>
                </a:lnTo>
                <a:close/>
              </a:path>
              <a:path extrusionOk="0" h="2106295" w="4212590">
                <a:moveTo>
                  <a:pt x="2967609" y="2093569"/>
                </a:moveTo>
                <a:lnTo>
                  <a:pt x="2916809" y="2093569"/>
                </a:lnTo>
                <a:lnTo>
                  <a:pt x="2916809" y="2106269"/>
                </a:lnTo>
                <a:lnTo>
                  <a:pt x="2967609" y="2106269"/>
                </a:lnTo>
                <a:lnTo>
                  <a:pt x="2967609" y="2093569"/>
                </a:lnTo>
                <a:close/>
              </a:path>
              <a:path extrusionOk="0" h="2106295" w="4212590">
                <a:moveTo>
                  <a:pt x="2878709" y="2093569"/>
                </a:moveTo>
                <a:lnTo>
                  <a:pt x="2827909" y="2093569"/>
                </a:lnTo>
                <a:lnTo>
                  <a:pt x="2827909" y="2106269"/>
                </a:lnTo>
                <a:lnTo>
                  <a:pt x="2878709" y="2106269"/>
                </a:lnTo>
                <a:lnTo>
                  <a:pt x="2878709" y="2093569"/>
                </a:lnTo>
                <a:close/>
              </a:path>
              <a:path extrusionOk="0" h="2106295" w="4212590">
                <a:moveTo>
                  <a:pt x="2789809" y="2093569"/>
                </a:moveTo>
                <a:lnTo>
                  <a:pt x="2739009" y="2093569"/>
                </a:lnTo>
                <a:lnTo>
                  <a:pt x="2739009" y="2106269"/>
                </a:lnTo>
                <a:lnTo>
                  <a:pt x="2789809" y="2106269"/>
                </a:lnTo>
                <a:lnTo>
                  <a:pt x="2789809" y="2093569"/>
                </a:lnTo>
                <a:close/>
              </a:path>
              <a:path extrusionOk="0" h="2106295" w="4212590">
                <a:moveTo>
                  <a:pt x="2700909" y="2093569"/>
                </a:moveTo>
                <a:lnTo>
                  <a:pt x="2650109" y="2093569"/>
                </a:lnTo>
                <a:lnTo>
                  <a:pt x="2650109" y="2106269"/>
                </a:lnTo>
                <a:lnTo>
                  <a:pt x="2700909" y="2106269"/>
                </a:lnTo>
                <a:lnTo>
                  <a:pt x="2700909" y="2093569"/>
                </a:lnTo>
                <a:close/>
              </a:path>
              <a:path extrusionOk="0" h="2106295" w="4212590">
                <a:moveTo>
                  <a:pt x="2612009" y="2093569"/>
                </a:moveTo>
                <a:lnTo>
                  <a:pt x="2561209" y="2093569"/>
                </a:lnTo>
                <a:lnTo>
                  <a:pt x="2561209" y="2106269"/>
                </a:lnTo>
                <a:lnTo>
                  <a:pt x="2612009" y="2106269"/>
                </a:lnTo>
                <a:lnTo>
                  <a:pt x="2612009" y="2093569"/>
                </a:lnTo>
                <a:close/>
              </a:path>
              <a:path extrusionOk="0" h="2106295" w="4212590">
                <a:moveTo>
                  <a:pt x="2523109" y="2093569"/>
                </a:moveTo>
                <a:lnTo>
                  <a:pt x="2472309" y="2093569"/>
                </a:lnTo>
                <a:lnTo>
                  <a:pt x="2472309" y="2106269"/>
                </a:lnTo>
                <a:lnTo>
                  <a:pt x="2523109" y="2106269"/>
                </a:lnTo>
                <a:lnTo>
                  <a:pt x="2523109" y="2093569"/>
                </a:lnTo>
                <a:close/>
              </a:path>
              <a:path extrusionOk="0" h="2106295" w="4212590">
                <a:moveTo>
                  <a:pt x="2434209" y="2093569"/>
                </a:moveTo>
                <a:lnTo>
                  <a:pt x="2383409" y="2093569"/>
                </a:lnTo>
                <a:lnTo>
                  <a:pt x="2383409" y="2106269"/>
                </a:lnTo>
                <a:lnTo>
                  <a:pt x="2434209" y="2106269"/>
                </a:lnTo>
                <a:lnTo>
                  <a:pt x="2434209" y="2093569"/>
                </a:lnTo>
                <a:close/>
              </a:path>
              <a:path extrusionOk="0" h="2106295" w="4212590">
                <a:moveTo>
                  <a:pt x="2345309" y="2093569"/>
                </a:moveTo>
                <a:lnTo>
                  <a:pt x="2294509" y="2093569"/>
                </a:lnTo>
                <a:lnTo>
                  <a:pt x="2294509" y="2106269"/>
                </a:lnTo>
                <a:lnTo>
                  <a:pt x="2345309" y="2106269"/>
                </a:lnTo>
                <a:lnTo>
                  <a:pt x="2345309" y="2093569"/>
                </a:lnTo>
                <a:close/>
              </a:path>
              <a:path extrusionOk="0" h="2106295" w="4212590">
                <a:moveTo>
                  <a:pt x="2256409" y="2093569"/>
                </a:moveTo>
                <a:lnTo>
                  <a:pt x="2205609" y="2093569"/>
                </a:lnTo>
                <a:lnTo>
                  <a:pt x="2205609" y="2106269"/>
                </a:lnTo>
                <a:lnTo>
                  <a:pt x="2256409" y="2106269"/>
                </a:lnTo>
                <a:lnTo>
                  <a:pt x="2256409" y="2093569"/>
                </a:lnTo>
                <a:close/>
              </a:path>
              <a:path extrusionOk="0" h="2106295" w="4212590">
                <a:moveTo>
                  <a:pt x="2167509" y="2093569"/>
                </a:moveTo>
                <a:lnTo>
                  <a:pt x="2116709" y="2093569"/>
                </a:lnTo>
                <a:lnTo>
                  <a:pt x="2116709" y="2106269"/>
                </a:lnTo>
                <a:lnTo>
                  <a:pt x="2167509" y="2106269"/>
                </a:lnTo>
                <a:lnTo>
                  <a:pt x="2167509" y="2093569"/>
                </a:lnTo>
                <a:close/>
              </a:path>
              <a:path extrusionOk="0" h="2106295" w="4212590">
                <a:moveTo>
                  <a:pt x="2078609" y="2093569"/>
                </a:moveTo>
                <a:lnTo>
                  <a:pt x="2027809" y="2093569"/>
                </a:lnTo>
                <a:lnTo>
                  <a:pt x="2027809" y="2106269"/>
                </a:lnTo>
                <a:lnTo>
                  <a:pt x="2078609" y="2106269"/>
                </a:lnTo>
                <a:lnTo>
                  <a:pt x="2078609" y="2093569"/>
                </a:lnTo>
                <a:close/>
              </a:path>
              <a:path extrusionOk="0" h="2106295" w="4212590">
                <a:moveTo>
                  <a:pt x="1989709" y="2093569"/>
                </a:moveTo>
                <a:lnTo>
                  <a:pt x="1938909" y="2093569"/>
                </a:lnTo>
                <a:lnTo>
                  <a:pt x="1938909" y="2106269"/>
                </a:lnTo>
                <a:lnTo>
                  <a:pt x="1989709" y="2106269"/>
                </a:lnTo>
                <a:lnTo>
                  <a:pt x="1989709" y="2093569"/>
                </a:lnTo>
                <a:close/>
              </a:path>
              <a:path extrusionOk="0" h="2106295" w="4212590">
                <a:moveTo>
                  <a:pt x="1900809" y="2093569"/>
                </a:moveTo>
                <a:lnTo>
                  <a:pt x="1850009" y="2093569"/>
                </a:lnTo>
                <a:lnTo>
                  <a:pt x="1850009" y="2106269"/>
                </a:lnTo>
                <a:lnTo>
                  <a:pt x="1900809" y="2106269"/>
                </a:lnTo>
                <a:lnTo>
                  <a:pt x="1900809" y="2093569"/>
                </a:lnTo>
                <a:close/>
              </a:path>
              <a:path extrusionOk="0" h="2106295" w="4212590">
                <a:moveTo>
                  <a:pt x="1811909" y="2093569"/>
                </a:moveTo>
                <a:lnTo>
                  <a:pt x="1761109" y="2093569"/>
                </a:lnTo>
                <a:lnTo>
                  <a:pt x="1761109" y="2106269"/>
                </a:lnTo>
                <a:lnTo>
                  <a:pt x="1811909" y="2106269"/>
                </a:lnTo>
                <a:lnTo>
                  <a:pt x="1811909" y="2093569"/>
                </a:lnTo>
                <a:close/>
              </a:path>
              <a:path extrusionOk="0" h="2106295" w="4212590">
                <a:moveTo>
                  <a:pt x="1723009" y="2093569"/>
                </a:moveTo>
                <a:lnTo>
                  <a:pt x="1672209" y="2093569"/>
                </a:lnTo>
                <a:lnTo>
                  <a:pt x="1672209" y="2106269"/>
                </a:lnTo>
                <a:lnTo>
                  <a:pt x="1723009" y="2106269"/>
                </a:lnTo>
                <a:lnTo>
                  <a:pt x="1723009" y="2093569"/>
                </a:lnTo>
                <a:close/>
              </a:path>
              <a:path extrusionOk="0" h="2106295" w="4212590">
                <a:moveTo>
                  <a:pt x="1634109" y="2093569"/>
                </a:moveTo>
                <a:lnTo>
                  <a:pt x="1583309" y="2093569"/>
                </a:lnTo>
                <a:lnTo>
                  <a:pt x="1583309" y="2106269"/>
                </a:lnTo>
                <a:lnTo>
                  <a:pt x="1634109" y="2106269"/>
                </a:lnTo>
                <a:lnTo>
                  <a:pt x="1634109" y="2093569"/>
                </a:lnTo>
                <a:close/>
              </a:path>
              <a:path extrusionOk="0" h="2106295" w="4212590">
                <a:moveTo>
                  <a:pt x="1545209" y="2093569"/>
                </a:moveTo>
                <a:lnTo>
                  <a:pt x="1494409" y="2093569"/>
                </a:lnTo>
                <a:lnTo>
                  <a:pt x="1494409" y="2106269"/>
                </a:lnTo>
                <a:lnTo>
                  <a:pt x="1545209" y="2106269"/>
                </a:lnTo>
                <a:lnTo>
                  <a:pt x="1545209" y="2093569"/>
                </a:lnTo>
                <a:close/>
              </a:path>
              <a:path extrusionOk="0" h="2106295" w="4212590">
                <a:moveTo>
                  <a:pt x="1456309" y="2093569"/>
                </a:moveTo>
                <a:lnTo>
                  <a:pt x="1405509" y="2093569"/>
                </a:lnTo>
                <a:lnTo>
                  <a:pt x="1405509" y="2106269"/>
                </a:lnTo>
                <a:lnTo>
                  <a:pt x="1456309" y="2106269"/>
                </a:lnTo>
                <a:lnTo>
                  <a:pt x="1456309" y="2093569"/>
                </a:lnTo>
                <a:close/>
              </a:path>
              <a:path extrusionOk="0" h="2106295" w="4212590">
                <a:moveTo>
                  <a:pt x="1367409" y="2093569"/>
                </a:moveTo>
                <a:lnTo>
                  <a:pt x="1316609" y="2093569"/>
                </a:lnTo>
                <a:lnTo>
                  <a:pt x="1316609" y="2106269"/>
                </a:lnTo>
                <a:lnTo>
                  <a:pt x="1367409" y="2106269"/>
                </a:lnTo>
                <a:lnTo>
                  <a:pt x="1367409" y="2093569"/>
                </a:lnTo>
                <a:close/>
              </a:path>
              <a:path extrusionOk="0" h="2106295" w="4212590">
                <a:moveTo>
                  <a:pt x="1278509" y="2093569"/>
                </a:moveTo>
                <a:lnTo>
                  <a:pt x="1227709" y="2093569"/>
                </a:lnTo>
                <a:lnTo>
                  <a:pt x="1227709" y="2106269"/>
                </a:lnTo>
                <a:lnTo>
                  <a:pt x="1278509" y="2106269"/>
                </a:lnTo>
                <a:lnTo>
                  <a:pt x="1278509" y="2093569"/>
                </a:lnTo>
                <a:close/>
              </a:path>
              <a:path extrusionOk="0" h="2106295" w="4212590">
                <a:moveTo>
                  <a:pt x="1189609" y="2093569"/>
                </a:moveTo>
                <a:lnTo>
                  <a:pt x="1138809" y="2093569"/>
                </a:lnTo>
                <a:lnTo>
                  <a:pt x="1138809" y="2106269"/>
                </a:lnTo>
                <a:lnTo>
                  <a:pt x="1189609" y="2106269"/>
                </a:lnTo>
                <a:lnTo>
                  <a:pt x="1189609" y="2093569"/>
                </a:lnTo>
                <a:close/>
              </a:path>
              <a:path extrusionOk="0" h="2106295" w="4212590">
                <a:moveTo>
                  <a:pt x="1100709" y="2093569"/>
                </a:moveTo>
                <a:lnTo>
                  <a:pt x="1049909" y="2093569"/>
                </a:lnTo>
                <a:lnTo>
                  <a:pt x="1049909" y="2106269"/>
                </a:lnTo>
                <a:lnTo>
                  <a:pt x="1100709" y="2106269"/>
                </a:lnTo>
                <a:lnTo>
                  <a:pt x="1100709" y="2093569"/>
                </a:lnTo>
                <a:close/>
              </a:path>
              <a:path extrusionOk="0" h="2106295" w="4212590">
                <a:moveTo>
                  <a:pt x="1011809" y="2093569"/>
                </a:moveTo>
                <a:lnTo>
                  <a:pt x="961009" y="2093569"/>
                </a:lnTo>
                <a:lnTo>
                  <a:pt x="961009" y="2106269"/>
                </a:lnTo>
                <a:lnTo>
                  <a:pt x="1011809" y="2106269"/>
                </a:lnTo>
                <a:lnTo>
                  <a:pt x="1011809" y="2093569"/>
                </a:lnTo>
                <a:close/>
              </a:path>
              <a:path extrusionOk="0" h="2106295" w="4212590">
                <a:moveTo>
                  <a:pt x="922909" y="2093569"/>
                </a:moveTo>
                <a:lnTo>
                  <a:pt x="872109" y="2093569"/>
                </a:lnTo>
                <a:lnTo>
                  <a:pt x="872109" y="2106269"/>
                </a:lnTo>
                <a:lnTo>
                  <a:pt x="922909" y="2106269"/>
                </a:lnTo>
                <a:lnTo>
                  <a:pt x="922909" y="2093569"/>
                </a:lnTo>
                <a:close/>
              </a:path>
              <a:path extrusionOk="0" h="2106295" w="4212590">
                <a:moveTo>
                  <a:pt x="834009" y="2093569"/>
                </a:moveTo>
                <a:lnTo>
                  <a:pt x="783209" y="2093569"/>
                </a:lnTo>
                <a:lnTo>
                  <a:pt x="783209" y="2106269"/>
                </a:lnTo>
                <a:lnTo>
                  <a:pt x="834009" y="2106269"/>
                </a:lnTo>
                <a:lnTo>
                  <a:pt x="834009" y="2093569"/>
                </a:lnTo>
                <a:close/>
              </a:path>
              <a:path extrusionOk="0" h="2106295" w="4212590">
                <a:moveTo>
                  <a:pt x="745109" y="2093569"/>
                </a:moveTo>
                <a:lnTo>
                  <a:pt x="694309" y="2093569"/>
                </a:lnTo>
                <a:lnTo>
                  <a:pt x="694309" y="2106269"/>
                </a:lnTo>
                <a:lnTo>
                  <a:pt x="745109" y="2106269"/>
                </a:lnTo>
                <a:lnTo>
                  <a:pt x="745109" y="2093569"/>
                </a:lnTo>
                <a:close/>
              </a:path>
              <a:path extrusionOk="0" h="2106295" w="4212590">
                <a:moveTo>
                  <a:pt x="656209" y="2093569"/>
                </a:moveTo>
                <a:lnTo>
                  <a:pt x="605409" y="2093569"/>
                </a:lnTo>
                <a:lnTo>
                  <a:pt x="605409" y="2106269"/>
                </a:lnTo>
                <a:lnTo>
                  <a:pt x="656209" y="2106269"/>
                </a:lnTo>
                <a:lnTo>
                  <a:pt x="656209" y="2093569"/>
                </a:lnTo>
                <a:close/>
              </a:path>
              <a:path extrusionOk="0" h="2106295" w="4212590">
                <a:moveTo>
                  <a:pt x="567309" y="2093569"/>
                </a:moveTo>
                <a:lnTo>
                  <a:pt x="516509" y="2093569"/>
                </a:lnTo>
                <a:lnTo>
                  <a:pt x="516509" y="2106269"/>
                </a:lnTo>
                <a:lnTo>
                  <a:pt x="567309" y="2106269"/>
                </a:lnTo>
                <a:lnTo>
                  <a:pt x="567309" y="2093569"/>
                </a:lnTo>
                <a:close/>
              </a:path>
              <a:path extrusionOk="0" h="2106295" w="4212590">
                <a:moveTo>
                  <a:pt x="478409" y="2093569"/>
                </a:moveTo>
                <a:lnTo>
                  <a:pt x="427609" y="2093569"/>
                </a:lnTo>
                <a:lnTo>
                  <a:pt x="427609" y="2106269"/>
                </a:lnTo>
                <a:lnTo>
                  <a:pt x="478409" y="2106269"/>
                </a:lnTo>
                <a:lnTo>
                  <a:pt x="478409" y="2093569"/>
                </a:lnTo>
                <a:close/>
              </a:path>
              <a:path extrusionOk="0" h="2106295" w="4212590">
                <a:moveTo>
                  <a:pt x="389509" y="2093569"/>
                </a:moveTo>
                <a:lnTo>
                  <a:pt x="338709" y="2093569"/>
                </a:lnTo>
                <a:lnTo>
                  <a:pt x="338709" y="2106269"/>
                </a:lnTo>
                <a:lnTo>
                  <a:pt x="389509" y="2106269"/>
                </a:lnTo>
                <a:lnTo>
                  <a:pt x="389509" y="2093569"/>
                </a:lnTo>
                <a:close/>
              </a:path>
              <a:path extrusionOk="0" h="2106295" w="4212590">
                <a:moveTo>
                  <a:pt x="300609" y="2093569"/>
                </a:moveTo>
                <a:lnTo>
                  <a:pt x="249809" y="2093569"/>
                </a:lnTo>
                <a:lnTo>
                  <a:pt x="249809" y="2106269"/>
                </a:lnTo>
                <a:lnTo>
                  <a:pt x="300609" y="2106269"/>
                </a:lnTo>
                <a:lnTo>
                  <a:pt x="300609" y="2093569"/>
                </a:lnTo>
                <a:close/>
              </a:path>
              <a:path extrusionOk="0" h="2106295" w="4212590">
                <a:moveTo>
                  <a:pt x="211709" y="2093569"/>
                </a:moveTo>
                <a:lnTo>
                  <a:pt x="160909" y="2093569"/>
                </a:lnTo>
                <a:lnTo>
                  <a:pt x="160909" y="2106269"/>
                </a:lnTo>
                <a:lnTo>
                  <a:pt x="211709" y="2106269"/>
                </a:lnTo>
                <a:lnTo>
                  <a:pt x="211709" y="2093569"/>
                </a:lnTo>
                <a:close/>
              </a:path>
              <a:path extrusionOk="0" h="2106295" w="4212590">
                <a:moveTo>
                  <a:pt x="122809" y="2093569"/>
                </a:moveTo>
                <a:lnTo>
                  <a:pt x="72009" y="2093569"/>
                </a:lnTo>
                <a:lnTo>
                  <a:pt x="72009" y="2106269"/>
                </a:lnTo>
                <a:lnTo>
                  <a:pt x="122809" y="2106269"/>
                </a:lnTo>
                <a:lnTo>
                  <a:pt x="122809" y="2093569"/>
                </a:lnTo>
                <a:close/>
              </a:path>
              <a:path extrusionOk="0" h="2106295" w="4212590">
                <a:moveTo>
                  <a:pt x="44450" y="2044966"/>
                </a:moveTo>
                <a:lnTo>
                  <a:pt x="31750" y="2044966"/>
                </a:lnTo>
                <a:lnTo>
                  <a:pt x="31750" y="2095766"/>
                </a:lnTo>
                <a:lnTo>
                  <a:pt x="44450" y="2095766"/>
                </a:lnTo>
                <a:lnTo>
                  <a:pt x="44450" y="2044966"/>
                </a:lnTo>
                <a:close/>
              </a:path>
              <a:path extrusionOk="0" h="2106295" w="4212590">
                <a:moveTo>
                  <a:pt x="44450" y="1956066"/>
                </a:moveTo>
                <a:lnTo>
                  <a:pt x="31750" y="1956066"/>
                </a:lnTo>
                <a:lnTo>
                  <a:pt x="31750" y="2006866"/>
                </a:lnTo>
                <a:lnTo>
                  <a:pt x="44450" y="2006866"/>
                </a:lnTo>
                <a:lnTo>
                  <a:pt x="44450" y="1956066"/>
                </a:lnTo>
                <a:close/>
              </a:path>
              <a:path extrusionOk="0" h="2106295" w="4212590">
                <a:moveTo>
                  <a:pt x="44450" y="1867166"/>
                </a:moveTo>
                <a:lnTo>
                  <a:pt x="31750" y="1867166"/>
                </a:lnTo>
                <a:lnTo>
                  <a:pt x="31750" y="1917966"/>
                </a:lnTo>
                <a:lnTo>
                  <a:pt x="44450" y="1917966"/>
                </a:lnTo>
                <a:lnTo>
                  <a:pt x="44450" y="1867166"/>
                </a:lnTo>
                <a:close/>
              </a:path>
              <a:path extrusionOk="0" h="2106295" w="4212590">
                <a:moveTo>
                  <a:pt x="44450" y="1778266"/>
                </a:moveTo>
                <a:lnTo>
                  <a:pt x="31750" y="1778266"/>
                </a:lnTo>
                <a:lnTo>
                  <a:pt x="31750" y="1829066"/>
                </a:lnTo>
                <a:lnTo>
                  <a:pt x="44450" y="1829066"/>
                </a:lnTo>
                <a:lnTo>
                  <a:pt x="44450" y="1778266"/>
                </a:lnTo>
                <a:close/>
              </a:path>
              <a:path extrusionOk="0" h="2106295" w="4212590">
                <a:moveTo>
                  <a:pt x="44450" y="1689353"/>
                </a:moveTo>
                <a:lnTo>
                  <a:pt x="31750" y="1689353"/>
                </a:lnTo>
                <a:lnTo>
                  <a:pt x="31750" y="1740166"/>
                </a:lnTo>
                <a:lnTo>
                  <a:pt x="44450" y="1740166"/>
                </a:lnTo>
                <a:lnTo>
                  <a:pt x="44450" y="1689353"/>
                </a:lnTo>
                <a:close/>
              </a:path>
              <a:path extrusionOk="0" h="2106295" w="4212590">
                <a:moveTo>
                  <a:pt x="44322" y="1600454"/>
                </a:moveTo>
                <a:lnTo>
                  <a:pt x="31622" y="1600454"/>
                </a:lnTo>
                <a:lnTo>
                  <a:pt x="31622" y="1651253"/>
                </a:lnTo>
                <a:lnTo>
                  <a:pt x="44322" y="1651253"/>
                </a:lnTo>
                <a:lnTo>
                  <a:pt x="44322" y="1600454"/>
                </a:lnTo>
                <a:close/>
              </a:path>
              <a:path extrusionOk="0" h="2106295" w="4212590">
                <a:moveTo>
                  <a:pt x="44322" y="1511554"/>
                </a:moveTo>
                <a:lnTo>
                  <a:pt x="31622" y="1511554"/>
                </a:lnTo>
                <a:lnTo>
                  <a:pt x="31622" y="1562354"/>
                </a:lnTo>
                <a:lnTo>
                  <a:pt x="44322" y="1562354"/>
                </a:lnTo>
                <a:lnTo>
                  <a:pt x="44322" y="1511554"/>
                </a:lnTo>
                <a:close/>
              </a:path>
              <a:path extrusionOk="0" h="2106295" w="4212590">
                <a:moveTo>
                  <a:pt x="44322" y="1422654"/>
                </a:moveTo>
                <a:lnTo>
                  <a:pt x="31622" y="1422654"/>
                </a:lnTo>
                <a:lnTo>
                  <a:pt x="31622" y="1473454"/>
                </a:lnTo>
                <a:lnTo>
                  <a:pt x="44322" y="1473454"/>
                </a:lnTo>
                <a:lnTo>
                  <a:pt x="44322" y="1422654"/>
                </a:lnTo>
                <a:close/>
              </a:path>
              <a:path extrusionOk="0" h="2106295" w="4212590">
                <a:moveTo>
                  <a:pt x="44322" y="1333753"/>
                </a:moveTo>
                <a:lnTo>
                  <a:pt x="31622" y="1333753"/>
                </a:lnTo>
                <a:lnTo>
                  <a:pt x="31622" y="1384554"/>
                </a:lnTo>
                <a:lnTo>
                  <a:pt x="44322" y="1384554"/>
                </a:lnTo>
                <a:lnTo>
                  <a:pt x="44322" y="1333753"/>
                </a:lnTo>
                <a:close/>
              </a:path>
              <a:path extrusionOk="0" h="2106295" w="4212590">
                <a:moveTo>
                  <a:pt x="44322" y="1244853"/>
                </a:moveTo>
                <a:lnTo>
                  <a:pt x="31622" y="1244853"/>
                </a:lnTo>
                <a:lnTo>
                  <a:pt x="31622" y="1295653"/>
                </a:lnTo>
                <a:lnTo>
                  <a:pt x="44322" y="1295653"/>
                </a:lnTo>
                <a:lnTo>
                  <a:pt x="44322" y="1244853"/>
                </a:lnTo>
                <a:close/>
              </a:path>
              <a:path extrusionOk="0" h="2106295" w="4212590">
                <a:moveTo>
                  <a:pt x="44322" y="1155953"/>
                </a:moveTo>
                <a:lnTo>
                  <a:pt x="31622" y="1155953"/>
                </a:lnTo>
                <a:lnTo>
                  <a:pt x="31622" y="1206753"/>
                </a:lnTo>
                <a:lnTo>
                  <a:pt x="44322" y="1206753"/>
                </a:lnTo>
                <a:lnTo>
                  <a:pt x="44322" y="1155953"/>
                </a:lnTo>
                <a:close/>
              </a:path>
              <a:path extrusionOk="0" h="2106295" w="4212590">
                <a:moveTo>
                  <a:pt x="44322" y="1067053"/>
                </a:moveTo>
                <a:lnTo>
                  <a:pt x="31622" y="1067053"/>
                </a:lnTo>
                <a:lnTo>
                  <a:pt x="31622" y="1117853"/>
                </a:lnTo>
                <a:lnTo>
                  <a:pt x="44322" y="1117853"/>
                </a:lnTo>
                <a:lnTo>
                  <a:pt x="44322" y="1067053"/>
                </a:lnTo>
                <a:close/>
              </a:path>
              <a:path extrusionOk="0" h="2106295" w="4212590">
                <a:moveTo>
                  <a:pt x="44322" y="978153"/>
                </a:moveTo>
                <a:lnTo>
                  <a:pt x="31622" y="978153"/>
                </a:lnTo>
                <a:lnTo>
                  <a:pt x="31622" y="1028953"/>
                </a:lnTo>
                <a:lnTo>
                  <a:pt x="44322" y="1028953"/>
                </a:lnTo>
                <a:lnTo>
                  <a:pt x="44322" y="978153"/>
                </a:lnTo>
                <a:close/>
              </a:path>
              <a:path extrusionOk="0" h="2106295" w="4212590">
                <a:moveTo>
                  <a:pt x="44196" y="889253"/>
                </a:moveTo>
                <a:lnTo>
                  <a:pt x="31496" y="889253"/>
                </a:lnTo>
                <a:lnTo>
                  <a:pt x="31496" y="940053"/>
                </a:lnTo>
                <a:lnTo>
                  <a:pt x="44196" y="940053"/>
                </a:lnTo>
                <a:lnTo>
                  <a:pt x="44196" y="889253"/>
                </a:lnTo>
                <a:close/>
              </a:path>
              <a:path extrusionOk="0" h="2106295" w="4212590">
                <a:moveTo>
                  <a:pt x="44196" y="800353"/>
                </a:moveTo>
                <a:lnTo>
                  <a:pt x="31496" y="800353"/>
                </a:lnTo>
                <a:lnTo>
                  <a:pt x="31496" y="851153"/>
                </a:lnTo>
                <a:lnTo>
                  <a:pt x="44196" y="851153"/>
                </a:lnTo>
                <a:lnTo>
                  <a:pt x="44196" y="800353"/>
                </a:lnTo>
                <a:close/>
              </a:path>
              <a:path extrusionOk="0" h="2106295" w="4212590">
                <a:moveTo>
                  <a:pt x="44196" y="711453"/>
                </a:moveTo>
                <a:lnTo>
                  <a:pt x="31496" y="711453"/>
                </a:lnTo>
                <a:lnTo>
                  <a:pt x="31496" y="762253"/>
                </a:lnTo>
                <a:lnTo>
                  <a:pt x="44196" y="762253"/>
                </a:lnTo>
                <a:lnTo>
                  <a:pt x="44196" y="711453"/>
                </a:lnTo>
                <a:close/>
              </a:path>
              <a:path extrusionOk="0" h="2106295" w="4212590">
                <a:moveTo>
                  <a:pt x="44196" y="622553"/>
                </a:moveTo>
                <a:lnTo>
                  <a:pt x="31496" y="622553"/>
                </a:lnTo>
                <a:lnTo>
                  <a:pt x="31496" y="673353"/>
                </a:lnTo>
                <a:lnTo>
                  <a:pt x="44196" y="673353"/>
                </a:lnTo>
                <a:lnTo>
                  <a:pt x="44196" y="622553"/>
                </a:lnTo>
                <a:close/>
              </a:path>
              <a:path extrusionOk="0" h="2106295" w="4212590">
                <a:moveTo>
                  <a:pt x="44196" y="533653"/>
                </a:moveTo>
                <a:lnTo>
                  <a:pt x="31496" y="533653"/>
                </a:lnTo>
                <a:lnTo>
                  <a:pt x="31496" y="584453"/>
                </a:lnTo>
                <a:lnTo>
                  <a:pt x="44196" y="584453"/>
                </a:lnTo>
                <a:lnTo>
                  <a:pt x="44196" y="533653"/>
                </a:lnTo>
                <a:close/>
              </a:path>
              <a:path extrusionOk="0" h="2106295" w="4212590">
                <a:moveTo>
                  <a:pt x="44196" y="444753"/>
                </a:moveTo>
                <a:lnTo>
                  <a:pt x="31496" y="444753"/>
                </a:lnTo>
                <a:lnTo>
                  <a:pt x="31496" y="495553"/>
                </a:lnTo>
                <a:lnTo>
                  <a:pt x="44196" y="495553"/>
                </a:lnTo>
                <a:lnTo>
                  <a:pt x="44196" y="444753"/>
                </a:lnTo>
                <a:close/>
              </a:path>
              <a:path extrusionOk="0" h="2106295" w="4212590">
                <a:moveTo>
                  <a:pt x="44196" y="355853"/>
                </a:moveTo>
                <a:lnTo>
                  <a:pt x="31496" y="355853"/>
                </a:lnTo>
                <a:lnTo>
                  <a:pt x="31496" y="406653"/>
                </a:lnTo>
                <a:lnTo>
                  <a:pt x="44196" y="406653"/>
                </a:lnTo>
                <a:lnTo>
                  <a:pt x="44196" y="355853"/>
                </a:lnTo>
                <a:close/>
              </a:path>
              <a:path extrusionOk="0" h="2106295" w="4212590">
                <a:moveTo>
                  <a:pt x="44196" y="266953"/>
                </a:moveTo>
                <a:lnTo>
                  <a:pt x="31496" y="266953"/>
                </a:lnTo>
                <a:lnTo>
                  <a:pt x="31496" y="317753"/>
                </a:lnTo>
                <a:lnTo>
                  <a:pt x="44196" y="317753"/>
                </a:lnTo>
                <a:lnTo>
                  <a:pt x="44196" y="266953"/>
                </a:lnTo>
                <a:close/>
              </a:path>
              <a:path extrusionOk="0" h="2106295" w="4212590">
                <a:moveTo>
                  <a:pt x="44068" y="178053"/>
                </a:moveTo>
                <a:lnTo>
                  <a:pt x="31368" y="178053"/>
                </a:lnTo>
                <a:lnTo>
                  <a:pt x="31368" y="228853"/>
                </a:lnTo>
                <a:lnTo>
                  <a:pt x="44068" y="228853"/>
                </a:lnTo>
                <a:lnTo>
                  <a:pt x="44068" y="178053"/>
                </a:lnTo>
                <a:close/>
              </a:path>
              <a:path extrusionOk="0" h="2106295" w="4212590">
                <a:moveTo>
                  <a:pt x="44068" y="89153"/>
                </a:moveTo>
                <a:lnTo>
                  <a:pt x="31368" y="89153"/>
                </a:lnTo>
                <a:lnTo>
                  <a:pt x="31368" y="139953"/>
                </a:lnTo>
                <a:lnTo>
                  <a:pt x="44068" y="139953"/>
                </a:lnTo>
                <a:lnTo>
                  <a:pt x="44068" y="89153"/>
                </a:lnTo>
                <a:close/>
              </a:path>
              <a:path extrusionOk="0" h="2106295" w="4212590">
                <a:moveTo>
                  <a:pt x="35940" y="0"/>
                </a:moveTo>
                <a:lnTo>
                  <a:pt x="0" y="77215"/>
                </a:lnTo>
                <a:lnTo>
                  <a:pt x="76200" y="75056"/>
                </a:lnTo>
                <a:lnTo>
                  <a:pt x="35940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1794129" y="5705043"/>
            <a:ext cx="47370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3278123" y="4620767"/>
            <a:ext cx="2322195" cy="1194435"/>
          </a:xfrm>
          <a:custGeom>
            <a:rect b="b" l="l" r="r" t="t"/>
            <a:pathLst>
              <a:path extrusionOk="0" h="1194435" w="2322195">
                <a:moveTo>
                  <a:pt x="2322067" y="1181290"/>
                </a:moveTo>
                <a:lnTo>
                  <a:pt x="2271267" y="1181290"/>
                </a:lnTo>
                <a:lnTo>
                  <a:pt x="2271267" y="1193990"/>
                </a:lnTo>
                <a:lnTo>
                  <a:pt x="2322067" y="1193990"/>
                </a:lnTo>
                <a:lnTo>
                  <a:pt x="2322067" y="1181290"/>
                </a:lnTo>
                <a:close/>
              </a:path>
              <a:path extrusionOk="0" h="1194435" w="2322195">
                <a:moveTo>
                  <a:pt x="2233167" y="1181290"/>
                </a:moveTo>
                <a:lnTo>
                  <a:pt x="2182367" y="1181290"/>
                </a:lnTo>
                <a:lnTo>
                  <a:pt x="2182367" y="1193990"/>
                </a:lnTo>
                <a:lnTo>
                  <a:pt x="2233167" y="1193990"/>
                </a:lnTo>
                <a:lnTo>
                  <a:pt x="2233167" y="1181290"/>
                </a:lnTo>
                <a:close/>
              </a:path>
              <a:path extrusionOk="0" h="1194435" w="2322195">
                <a:moveTo>
                  <a:pt x="2144267" y="1181290"/>
                </a:moveTo>
                <a:lnTo>
                  <a:pt x="2093467" y="1181290"/>
                </a:lnTo>
                <a:lnTo>
                  <a:pt x="2093467" y="1193990"/>
                </a:lnTo>
                <a:lnTo>
                  <a:pt x="2144267" y="1193990"/>
                </a:lnTo>
                <a:lnTo>
                  <a:pt x="2144267" y="1181290"/>
                </a:lnTo>
                <a:close/>
              </a:path>
              <a:path extrusionOk="0" h="1194435" w="2322195">
                <a:moveTo>
                  <a:pt x="2055367" y="1181290"/>
                </a:moveTo>
                <a:lnTo>
                  <a:pt x="2004567" y="1181290"/>
                </a:lnTo>
                <a:lnTo>
                  <a:pt x="2004567" y="1193990"/>
                </a:lnTo>
                <a:lnTo>
                  <a:pt x="2055367" y="1193990"/>
                </a:lnTo>
                <a:lnTo>
                  <a:pt x="2055367" y="1181290"/>
                </a:lnTo>
                <a:close/>
              </a:path>
              <a:path extrusionOk="0" h="1194435" w="2322195">
                <a:moveTo>
                  <a:pt x="1966467" y="1181290"/>
                </a:moveTo>
                <a:lnTo>
                  <a:pt x="1915667" y="1181290"/>
                </a:lnTo>
                <a:lnTo>
                  <a:pt x="1915667" y="1193990"/>
                </a:lnTo>
                <a:lnTo>
                  <a:pt x="1966467" y="1193990"/>
                </a:lnTo>
                <a:lnTo>
                  <a:pt x="1966467" y="1181290"/>
                </a:lnTo>
                <a:close/>
              </a:path>
              <a:path extrusionOk="0" h="1194435" w="2322195">
                <a:moveTo>
                  <a:pt x="1877567" y="1181290"/>
                </a:moveTo>
                <a:lnTo>
                  <a:pt x="1826767" y="1181290"/>
                </a:lnTo>
                <a:lnTo>
                  <a:pt x="1826767" y="1193990"/>
                </a:lnTo>
                <a:lnTo>
                  <a:pt x="1877567" y="1193990"/>
                </a:lnTo>
                <a:lnTo>
                  <a:pt x="1877567" y="1181290"/>
                </a:lnTo>
                <a:close/>
              </a:path>
              <a:path extrusionOk="0" h="1194435" w="2322195">
                <a:moveTo>
                  <a:pt x="1788667" y="1181290"/>
                </a:moveTo>
                <a:lnTo>
                  <a:pt x="1737867" y="1181290"/>
                </a:lnTo>
                <a:lnTo>
                  <a:pt x="1737867" y="1193990"/>
                </a:lnTo>
                <a:lnTo>
                  <a:pt x="1788667" y="1193990"/>
                </a:lnTo>
                <a:lnTo>
                  <a:pt x="1788667" y="1181290"/>
                </a:lnTo>
                <a:close/>
              </a:path>
              <a:path extrusionOk="0" h="1194435" w="2322195">
                <a:moveTo>
                  <a:pt x="1699767" y="1181290"/>
                </a:moveTo>
                <a:lnTo>
                  <a:pt x="1648967" y="1181290"/>
                </a:lnTo>
                <a:lnTo>
                  <a:pt x="1648967" y="1193990"/>
                </a:lnTo>
                <a:lnTo>
                  <a:pt x="1699767" y="1193990"/>
                </a:lnTo>
                <a:lnTo>
                  <a:pt x="1699767" y="1181290"/>
                </a:lnTo>
                <a:close/>
              </a:path>
              <a:path extrusionOk="0" h="1194435" w="2322195">
                <a:moveTo>
                  <a:pt x="1610867" y="1181290"/>
                </a:moveTo>
                <a:lnTo>
                  <a:pt x="1560067" y="1181290"/>
                </a:lnTo>
                <a:lnTo>
                  <a:pt x="1560067" y="1193990"/>
                </a:lnTo>
                <a:lnTo>
                  <a:pt x="1610867" y="1193990"/>
                </a:lnTo>
                <a:lnTo>
                  <a:pt x="1610867" y="1181290"/>
                </a:lnTo>
                <a:close/>
              </a:path>
              <a:path extrusionOk="0" h="1194435" w="2322195">
                <a:moveTo>
                  <a:pt x="1521967" y="1181290"/>
                </a:moveTo>
                <a:lnTo>
                  <a:pt x="1471167" y="1181290"/>
                </a:lnTo>
                <a:lnTo>
                  <a:pt x="1471167" y="1193990"/>
                </a:lnTo>
                <a:lnTo>
                  <a:pt x="1521967" y="1193990"/>
                </a:lnTo>
                <a:lnTo>
                  <a:pt x="1521967" y="1181290"/>
                </a:lnTo>
                <a:close/>
              </a:path>
              <a:path extrusionOk="0" h="1194435" w="2322195">
                <a:moveTo>
                  <a:pt x="1433067" y="1181290"/>
                </a:moveTo>
                <a:lnTo>
                  <a:pt x="1382267" y="1181290"/>
                </a:lnTo>
                <a:lnTo>
                  <a:pt x="1382267" y="1193990"/>
                </a:lnTo>
                <a:lnTo>
                  <a:pt x="1433067" y="1193990"/>
                </a:lnTo>
                <a:lnTo>
                  <a:pt x="1433067" y="1181290"/>
                </a:lnTo>
                <a:close/>
              </a:path>
              <a:path extrusionOk="0" h="1194435" w="2322195">
                <a:moveTo>
                  <a:pt x="1344167" y="1181290"/>
                </a:moveTo>
                <a:lnTo>
                  <a:pt x="1293367" y="1181290"/>
                </a:lnTo>
                <a:lnTo>
                  <a:pt x="1293367" y="1193990"/>
                </a:lnTo>
                <a:lnTo>
                  <a:pt x="1344167" y="1193990"/>
                </a:lnTo>
                <a:lnTo>
                  <a:pt x="1344167" y="1181290"/>
                </a:lnTo>
                <a:close/>
              </a:path>
              <a:path extrusionOk="0" h="1194435" w="2322195">
                <a:moveTo>
                  <a:pt x="1255267" y="1181290"/>
                </a:moveTo>
                <a:lnTo>
                  <a:pt x="1204467" y="1181290"/>
                </a:lnTo>
                <a:lnTo>
                  <a:pt x="1204467" y="1193990"/>
                </a:lnTo>
                <a:lnTo>
                  <a:pt x="1255267" y="1193990"/>
                </a:lnTo>
                <a:lnTo>
                  <a:pt x="1255267" y="1181290"/>
                </a:lnTo>
                <a:close/>
              </a:path>
              <a:path extrusionOk="0" h="1194435" w="2322195">
                <a:moveTo>
                  <a:pt x="1166367" y="1181290"/>
                </a:moveTo>
                <a:lnTo>
                  <a:pt x="1115567" y="1181290"/>
                </a:lnTo>
                <a:lnTo>
                  <a:pt x="1115567" y="1193990"/>
                </a:lnTo>
                <a:lnTo>
                  <a:pt x="1166367" y="1193990"/>
                </a:lnTo>
                <a:lnTo>
                  <a:pt x="1166367" y="1181290"/>
                </a:lnTo>
                <a:close/>
              </a:path>
              <a:path extrusionOk="0" h="1194435" w="2322195">
                <a:moveTo>
                  <a:pt x="1077467" y="1181290"/>
                </a:moveTo>
                <a:lnTo>
                  <a:pt x="1026667" y="1181290"/>
                </a:lnTo>
                <a:lnTo>
                  <a:pt x="1026667" y="1193990"/>
                </a:lnTo>
                <a:lnTo>
                  <a:pt x="1077467" y="1193990"/>
                </a:lnTo>
                <a:lnTo>
                  <a:pt x="1077467" y="1181290"/>
                </a:lnTo>
                <a:close/>
              </a:path>
              <a:path extrusionOk="0" h="1194435" w="2322195">
                <a:moveTo>
                  <a:pt x="988567" y="1181290"/>
                </a:moveTo>
                <a:lnTo>
                  <a:pt x="937767" y="1181290"/>
                </a:lnTo>
                <a:lnTo>
                  <a:pt x="937767" y="1193990"/>
                </a:lnTo>
                <a:lnTo>
                  <a:pt x="988567" y="1193990"/>
                </a:lnTo>
                <a:lnTo>
                  <a:pt x="988567" y="1181290"/>
                </a:lnTo>
                <a:close/>
              </a:path>
              <a:path extrusionOk="0" h="1194435" w="2322195">
                <a:moveTo>
                  <a:pt x="899667" y="1181290"/>
                </a:moveTo>
                <a:lnTo>
                  <a:pt x="848867" y="1181290"/>
                </a:lnTo>
                <a:lnTo>
                  <a:pt x="848867" y="1193990"/>
                </a:lnTo>
                <a:lnTo>
                  <a:pt x="899667" y="1193990"/>
                </a:lnTo>
                <a:lnTo>
                  <a:pt x="899667" y="1181290"/>
                </a:lnTo>
                <a:close/>
              </a:path>
              <a:path extrusionOk="0" h="1194435" w="2322195">
                <a:moveTo>
                  <a:pt x="810767" y="1181290"/>
                </a:moveTo>
                <a:lnTo>
                  <a:pt x="759967" y="1181290"/>
                </a:lnTo>
                <a:lnTo>
                  <a:pt x="759967" y="1193990"/>
                </a:lnTo>
                <a:lnTo>
                  <a:pt x="810767" y="1193990"/>
                </a:lnTo>
                <a:lnTo>
                  <a:pt x="810767" y="1181290"/>
                </a:lnTo>
                <a:close/>
              </a:path>
              <a:path extrusionOk="0" h="1194435" w="2322195">
                <a:moveTo>
                  <a:pt x="721867" y="1181290"/>
                </a:moveTo>
                <a:lnTo>
                  <a:pt x="671067" y="1181290"/>
                </a:lnTo>
                <a:lnTo>
                  <a:pt x="671067" y="1193990"/>
                </a:lnTo>
                <a:lnTo>
                  <a:pt x="721867" y="1193990"/>
                </a:lnTo>
                <a:lnTo>
                  <a:pt x="721867" y="1181290"/>
                </a:lnTo>
                <a:close/>
              </a:path>
              <a:path extrusionOk="0" h="1194435" w="2322195">
                <a:moveTo>
                  <a:pt x="632967" y="1181290"/>
                </a:moveTo>
                <a:lnTo>
                  <a:pt x="582167" y="1181290"/>
                </a:lnTo>
                <a:lnTo>
                  <a:pt x="582167" y="1193990"/>
                </a:lnTo>
                <a:lnTo>
                  <a:pt x="632967" y="1193990"/>
                </a:lnTo>
                <a:lnTo>
                  <a:pt x="632967" y="1181290"/>
                </a:lnTo>
                <a:close/>
              </a:path>
              <a:path extrusionOk="0" h="1194435" w="2322195">
                <a:moveTo>
                  <a:pt x="544067" y="1181290"/>
                </a:moveTo>
                <a:lnTo>
                  <a:pt x="493267" y="1181290"/>
                </a:lnTo>
                <a:lnTo>
                  <a:pt x="493267" y="1193990"/>
                </a:lnTo>
                <a:lnTo>
                  <a:pt x="544067" y="1193990"/>
                </a:lnTo>
                <a:lnTo>
                  <a:pt x="544067" y="1181290"/>
                </a:lnTo>
                <a:close/>
              </a:path>
              <a:path extrusionOk="0" h="1194435" w="2322195">
                <a:moveTo>
                  <a:pt x="455167" y="1181290"/>
                </a:moveTo>
                <a:lnTo>
                  <a:pt x="404367" y="1181290"/>
                </a:lnTo>
                <a:lnTo>
                  <a:pt x="404367" y="1193990"/>
                </a:lnTo>
                <a:lnTo>
                  <a:pt x="455167" y="1193990"/>
                </a:lnTo>
                <a:lnTo>
                  <a:pt x="455167" y="1181290"/>
                </a:lnTo>
                <a:close/>
              </a:path>
              <a:path extrusionOk="0" h="1194435" w="2322195">
                <a:moveTo>
                  <a:pt x="366267" y="1181290"/>
                </a:moveTo>
                <a:lnTo>
                  <a:pt x="315467" y="1181290"/>
                </a:lnTo>
                <a:lnTo>
                  <a:pt x="315467" y="1193990"/>
                </a:lnTo>
                <a:lnTo>
                  <a:pt x="366267" y="1193990"/>
                </a:lnTo>
                <a:lnTo>
                  <a:pt x="366267" y="1181290"/>
                </a:lnTo>
                <a:close/>
              </a:path>
              <a:path extrusionOk="0" h="1194435" w="2322195">
                <a:moveTo>
                  <a:pt x="277367" y="1181290"/>
                </a:moveTo>
                <a:lnTo>
                  <a:pt x="226567" y="1181290"/>
                </a:lnTo>
                <a:lnTo>
                  <a:pt x="226567" y="1193990"/>
                </a:lnTo>
                <a:lnTo>
                  <a:pt x="277367" y="1193990"/>
                </a:lnTo>
                <a:lnTo>
                  <a:pt x="277367" y="1181290"/>
                </a:lnTo>
                <a:close/>
              </a:path>
              <a:path extrusionOk="0" h="1194435" w="2322195">
                <a:moveTo>
                  <a:pt x="188467" y="1181290"/>
                </a:moveTo>
                <a:lnTo>
                  <a:pt x="137667" y="1181290"/>
                </a:lnTo>
                <a:lnTo>
                  <a:pt x="137667" y="1193990"/>
                </a:lnTo>
                <a:lnTo>
                  <a:pt x="188467" y="1193990"/>
                </a:lnTo>
                <a:lnTo>
                  <a:pt x="188467" y="1181290"/>
                </a:lnTo>
                <a:close/>
              </a:path>
              <a:path extrusionOk="0" h="1194435" w="2322195">
                <a:moveTo>
                  <a:pt x="99567" y="1181290"/>
                </a:moveTo>
                <a:lnTo>
                  <a:pt x="48767" y="1181290"/>
                </a:lnTo>
                <a:lnTo>
                  <a:pt x="48767" y="1193990"/>
                </a:lnTo>
                <a:lnTo>
                  <a:pt x="99567" y="1193990"/>
                </a:lnTo>
                <a:lnTo>
                  <a:pt x="99567" y="1181290"/>
                </a:lnTo>
                <a:close/>
              </a:path>
              <a:path extrusionOk="0" h="1194435" w="2322195">
                <a:moveTo>
                  <a:pt x="44450" y="1109357"/>
                </a:moveTo>
                <a:lnTo>
                  <a:pt x="31750" y="1109357"/>
                </a:lnTo>
                <a:lnTo>
                  <a:pt x="31750" y="1160157"/>
                </a:lnTo>
                <a:lnTo>
                  <a:pt x="44450" y="1160157"/>
                </a:lnTo>
                <a:lnTo>
                  <a:pt x="44450" y="1109357"/>
                </a:lnTo>
                <a:close/>
              </a:path>
              <a:path extrusionOk="0" h="1194435" w="2322195">
                <a:moveTo>
                  <a:pt x="44450" y="1020457"/>
                </a:moveTo>
                <a:lnTo>
                  <a:pt x="31750" y="1020457"/>
                </a:lnTo>
                <a:lnTo>
                  <a:pt x="31750" y="1071257"/>
                </a:lnTo>
                <a:lnTo>
                  <a:pt x="44450" y="1071257"/>
                </a:lnTo>
                <a:lnTo>
                  <a:pt x="44450" y="1020457"/>
                </a:lnTo>
                <a:close/>
              </a:path>
              <a:path extrusionOk="0" h="1194435" w="2322195">
                <a:moveTo>
                  <a:pt x="44450" y="931544"/>
                </a:moveTo>
                <a:lnTo>
                  <a:pt x="31750" y="931544"/>
                </a:lnTo>
                <a:lnTo>
                  <a:pt x="31750" y="982357"/>
                </a:lnTo>
                <a:lnTo>
                  <a:pt x="44450" y="982357"/>
                </a:lnTo>
                <a:lnTo>
                  <a:pt x="44450" y="931544"/>
                </a:lnTo>
                <a:close/>
              </a:path>
              <a:path extrusionOk="0" h="1194435" w="2322195">
                <a:moveTo>
                  <a:pt x="44450" y="842644"/>
                </a:moveTo>
                <a:lnTo>
                  <a:pt x="31750" y="842644"/>
                </a:lnTo>
                <a:lnTo>
                  <a:pt x="31750" y="893444"/>
                </a:lnTo>
                <a:lnTo>
                  <a:pt x="44450" y="893444"/>
                </a:lnTo>
                <a:lnTo>
                  <a:pt x="44450" y="842644"/>
                </a:lnTo>
                <a:close/>
              </a:path>
              <a:path extrusionOk="0" h="1194435" w="2322195">
                <a:moveTo>
                  <a:pt x="44450" y="753744"/>
                </a:moveTo>
                <a:lnTo>
                  <a:pt x="31750" y="753744"/>
                </a:lnTo>
                <a:lnTo>
                  <a:pt x="31750" y="804544"/>
                </a:lnTo>
                <a:lnTo>
                  <a:pt x="44450" y="804544"/>
                </a:lnTo>
                <a:lnTo>
                  <a:pt x="44450" y="753744"/>
                </a:lnTo>
                <a:close/>
              </a:path>
              <a:path extrusionOk="0" h="1194435" w="2322195">
                <a:moveTo>
                  <a:pt x="44450" y="664844"/>
                </a:moveTo>
                <a:lnTo>
                  <a:pt x="31750" y="664844"/>
                </a:lnTo>
                <a:lnTo>
                  <a:pt x="31750" y="715644"/>
                </a:lnTo>
                <a:lnTo>
                  <a:pt x="44450" y="715644"/>
                </a:lnTo>
                <a:lnTo>
                  <a:pt x="44450" y="664844"/>
                </a:lnTo>
                <a:close/>
              </a:path>
              <a:path extrusionOk="0" h="1194435" w="2322195">
                <a:moveTo>
                  <a:pt x="44450" y="575944"/>
                </a:moveTo>
                <a:lnTo>
                  <a:pt x="31750" y="575944"/>
                </a:lnTo>
                <a:lnTo>
                  <a:pt x="31750" y="626744"/>
                </a:lnTo>
                <a:lnTo>
                  <a:pt x="44450" y="626744"/>
                </a:lnTo>
                <a:lnTo>
                  <a:pt x="44450" y="575944"/>
                </a:lnTo>
                <a:close/>
              </a:path>
              <a:path extrusionOk="0" h="1194435" w="2322195">
                <a:moveTo>
                  <a:pt x="44450" y="487044"/>
                </a:moveTo>
                <a:lnTo>
                  <a:pt x="31750" y="487044"/>
                </a:lnTo>
                <a:lnTo>
                  <a:pt x="31750" y="537844"/>
                </a:lnTo>
                <a:lnTo>
                  <a:pt x="44450" y="537844"/>
                </a:lnTo>
                <a:lnTo>
                  <a:pt x="44450" y="487044"/>
                </a:lnTo>
                <a:close/>
              </a:path>
              <a:path extrusionOk="0" h="1194435" w="2322195">
                <a:moveTo>
                  <a:pt x="44450" y="398144"/>
                </a:moveTo>
                <a:lnTo>
                  <a:pt x="31750" y="398144"/>
                </a:lnTo>
                <a:lnTo>
                  <a:pt x="31750" y="448944"/>
                </a:lnTo>
                <a:lnTo>
                  <a:pt x="44450" y="448944"/>
                </a:lnTo>
                <a:lnTo>
                  <a:pt x="44450" y="398144"/>
                </a:lnTo>
                <a:close/>
              </a:path>
              <a:path extrusionOk="0" h="1194435" w="2322195">
                <a:moveTo>
                  <a:pt x="44450" y="309244"/>
                </a:moveTo>
                <a:lnTo>
                  <a:pt x="31750" y="309244"/>
                </a:lnTo>
                <a:lnTo>
                  <a:pt x="31750" y="360044"/>
                </a:lnTo>
                <a:lnTo>
                  <a:pt x="44450" y="360044"/>
                </a:lnTo>
                <a:lnTo>
                  <a:pt x="44450" y="309244"/>
                </a:lnTo>
                <a:close/>
              </a:path>
              <a:path extrusionOk="0" h="1194435" w="2322195">
                <a:moveTo>
                  <a:pt x="44450" y="220344"/>
                </a:moveTo>
                <a:lnTo>
                  <a:pt x="31750" y="220344"/>
                </a:lnTo>
                <a:lnTo>
                  <a:pt x="31750" y="271144"/>
                </a:lnTo>
                <a:lnTo>
                  <a:pt x="44450" y="271144"/>
                </a:lnTo>
                <a:lnTo>
                  <a:pt x="44450" y="220344"/>
                </a:lnTo>
                <a:close/>
              </a:path>
              <a:path extrusionOk="0" h="1194435" w="2322195">
                <a:moveTo>
                  <a:pt x="44450" y="131444"/>
                </a:moveTo>
                <a:lnTo>
                  <a:pt x="31750" y="131444"/>
                </a:lnTo>
                <a:lnTo>
                  <a:pt x="31750" y="182244"/>
                </a:lnTo>
                <a:lnTo>
                  <a:pt x="44450" y="182244"/>
                </a:lnTo>
                <a:lnTo>
                  <a:pt x="44450" y="131444"/>
                </a:lnTo>
                <a:close/>
              </a:path>
              <a:path extrusionOk="0" h="1194435" w="2322195">
                <a:moveTo>
                  <a:pt x="44450" y="63499"/>
                </a:moveTo>
                <a:lnTo>
                  <a:pt x="31750" y="63499"/>
                </a:lnTo>
                <a:lnTo>
                  <a:pt x="31750" y="93344"/>
                </a:lnTo>
                <a:lnTo>
                  <a:pt x="44450" y="93344"/>
                </a:lnTo>
                <a:lnTo>
                  <a:pt x="44450" y="63499"/>
                </a:lnTo>
                <a:close/>
              </a:path>
              <a:path extrusionOk="0" h="1194435" w="2322195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extrusionOk="0" h="1194435" w="2322195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3481578" y="5563920"/>
            <a:ext cx="47370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4602479" y="5283708"/>
            <a:ext cx="982344" cy="397510"/>
          </a:xfrm>
          <a:custGeom>
            <a:rect b="b" l="l" r="r" t="t"/>
            <a:pathLst>
              <a:path extrusionOk="0" h="397510" w="982345">
                <a:moveTo>
                  <a:pt x="981964" y="384784"/>
                </a:moveTo>
                <a:lnTo>
                  <a:pt x="931164" y="384784"/>
                </a:lnTo>
                <a:lnTo>
                  <a:pt x="931164" y="397484"/>
                </a:lnTo>
                <a:lnTo>
                  <a:pt x="981964" y="397484"/>
                </a:lnTo>
                <a:lnTo>
                  <a:pt x="981964" y="384784"/>
                </a:lnTo>
                <a:close/>
              </a:path>
              <a:path extrusionOk="0" h="397510" w="982345">
                <a:moveTo>
                  <a:pt x="893064" y="384784"/>
                </a:moveTo>
                <a:lnTo>
                  <a:pt x="842264" y="384784"/>
                </a:lnTo>
                <a:lnTo>
                  <a:pt x="842264" y="397484"/>
                </a:lnTo>
                <a:lnTo>
                  <a:pt x="893064" y="397484"/>
                </a:lnTo>
                <a:lnTo>
                  <a:pt x="893064" y="384784"/>
                </a:lnTo>
                <a:close/>
              </a:path>
              <a:path extrusionOk="0" h="397510" w="982345">
                <a:moveTo>
                  <a:pt x="804164" y="384784"/>
                </a:moveTo>
                <a:lnTo>
                  <a:pt x="753364" y="384784"/>
                </a:lnTo>
                <a:lnTo>
                  <a:pt x="753364" y="397484"/>
                </a:lnTo>
                <a:lnTo>
                  <a:pt x="804164" y="397484"/>
                </a:lnTo>
                <a:lnTo>
                  <a:pt x="804164" y="384784"/>
                </a:lnTo>
                <a:close/>
              </a:path>
              <a:path extrusionOk="0" h="397510" w="982345">
                <a:moveTo>
                  <a:pt x="715264" y="384784"/>
                </a:moveTo>
                <a:lnTo>
                  <a:pt x="664464" y="384784"/>
                </a:lnTo>
                <a:lnTo>
                  <a:pt x="664464" y="397484"/>
                </a:lnTo>
                <a:lnTo>
                  <a:pt x="715264" y="397484"/>
                </a:lnTo>
                <a:lnTo>
                  <a:pt x="715264" y="384784"/>
                </a:lnTo>
                <a:close/>
              </a:path>
              <a:path extrusionOk="0" h="397510" w="982345">
                <a:moveTo>
                  <a:pt x="626364" y="384784"/>
                </a:moveTo>
                <a:lnTo>
                  <a:pt x="575564" y="384784"/>
                </a:lnTo>
                <a:lnTo>
                  <a:pt x="575564" y="397484"/>
                </a:lnTo>
                <a:lnTo>
                  <a:pt x="626364" y="397484"/>
                </a:lnTo>
                <a:lnTo>
                  <a:pt x="626364" y="384784"/>
                </a:lnTo>
                <a:close/>
              </a:path>
              <a:path extrusionOk="0" h="397510" w="982345">
                <a:moveTo>
                  <a:pt x="537464" y="384784"/>
                </a:moveTo>
                <a:lnTo>
                  <a:pt x="486664" y="384784"/>
                </a:lnTo>
                <a:lnTo>
                  <a:pt x="486664" y="397484"/>
                </a:lnTo>
                <a:lnTo>
                  <a:pt x="537464" y="397484"/>
                </a:lnTo>
                <a:lnTo>
                  <a:pt x="537464" y="384784"/>
                </a:lnTo>
                <a:close/>
              </a:path>
              <a:path extrusionOk="0" h="397510" w="982345">
                <a:moveTo>
                  <a:pt x="448564" y="384784"/>
                </a:moveTo>
                <a:lnTo>
                  <a:pt x="397764" y="384784"/>
                </a:lnTo>
                <a:lnTo>
                  <a:pt x="397764" y="397484"/>
                </a:lnTo>
                <a:lnTo>
                  <a:pt x="448564" y="397484"/>
                </a:lnTo>
                <a:lnTo>
                  <a:pt x="448564" y="384784"/>
                </a:lnTo>
                <a:close/>
              </a:path>
              <a:path extrusionOk="0" h="397510" w="982345">
                <a:moveTo>
                  <a:pt x="359664" y="384784"/>
                </a:moveTo>
                <a:lnTo>
                  <a:pt x="308864" y="384784"/>
                </a:lnTo>
                <a:lnTo>
                  <a:pt x="308864" y="397484"/>
                </a:lnTo>
                <a:lnTo>
                  <a:pt x="359664" y="397484"/>
                </a:lnTo>
                <a:lnTo>
                  <a:pt x="359664" y="384784"/>
                </a:lnTo>
                <a:close/>
              </a:path>
              <a:path extrusionOk="0" h="397510" w="982345">
                <a:moveTo>
                  <a:pt x="270764" y="384784"/>
                </a:moveTo>
                <a:lnTo>
                  <a:pt x="219964" y="384784"/>
                </a:lnTo>
                <a:lnTo>
                  <a:pt x="219964" y="397484"/>
                </a:lnTo>
                <a:lnTo>
                  <a:pt x="270764" y="397484"/>
                </a:lnTo>
                <a:lnTo>
                  <a:pt x="270764" y="384784"/>
                </a:lnTo>
                <a:close/>
              </a:path>
              <a:path extrusionOk="0" h="397510" w="982345">
                <a:moveTo>
                  <a:pt x="181864" y="384784"/>
                </a:moveTo>
                <a:lnTo>
                  <a:pt x="131064" y="384784"/>
                </a:lnTo>
                <a:lnTo>
                  <a:pt x="131064" y="397484"/>
                </a:lnTo>
                <a:lnTo>
                  <a:pt x="181864" y="397484"/>
                </a:lnTo>
                <a:lnTo>
                  <a:pt x="181864" y="384784"/>
                </a:lnTo>
                <a:close/>
              </a:path>
              <a:path extrusionOk="0" h="397510" w="982345">
                <a:moveTo>
                  <a:pt x="92964" y="384784"/>
                </a:moveTo>
                <a:lnTo>
                  <a:pt x="42164" y="384784"/>
                </a:lnTo>
                <a:lnTo>
                  <a:pt x="42164" y="397484"/>
                </a:lnTo>
                <a:lnTo>
                  <a:pt x="92964" y="397484"/>
                </a:lnTo>
                <a:lnTo>
                  <a:pt x="92964" y="384784"/>
                </a:lnTo>
                <a:close/>
              </a:path>
              <a:path extrusionOk="0" h="397510" w="982345">
                <a:moveTo>
                  <a:pt x="44450" y="306323"/>
                </a:moveTo>
                <a:lnTo>
                  <a:pt x="31750" y="306323"/>
                </a:lnTo>
                <a:lnTo>
                  <a:pt x="31750" y="357123"/>
                </a:lnTo>
                <a:lnTo>
                  <a:pt x="44450" y="357123"/>
                </a:lnTo>
                <a:lnTo>
                  <a:pt x="44450" y="306323"/>
                </a:lnTo>
                <a:close/>
              </a:path>
              <a:path extrusionOk="0" h="397510" w="982345">
                <a:moveTo>
                  <a:pt x="44450" y="217423"/>
                </a:moveTo>
                <a:lnTo>
                  <a:pt x="31750" y="217423"/>
                </a:lnTo>
                <a:lnTo>
                  <a:pt x="31750" y="268223"/>
                </a:lnTo>
                <a:lnTo>
                  <a:pt x="44450" y="268223"/>
                </a:lnTo>
                <a:lnTo>
                  <a:pt x="44450" y="217423"/>
                </a:lnTo>
                <a:close/>
              </a:path>
              <a:path extrusionOk="0" h="397510" w="982345">
                <a:moveTo>
                  <a:pt x="44450" y="128523"/>
                </a:moveTo>
                <a:lnTo>
                  <a:pt x="31750" y="128523"/>
                </a:lnTo>
                <a:lnTo>
                  <a:pt x="31750" y="179323"/>
                </a:lnTo>
                <a:lnTo>
                  <a:pt x="44450" y="179323"/>
                </a:lnTo>
                <a:lnTo>
                  <a:pt x="44450" y="128523"/>
                </a:lnTo>
                <a:close/>
              </a:path>
              <a:path extrusionOk="0" h="397510" w="982345">
                <a:moveTo>
                  <a:pt x="44450" y="63499"/>
                </a:moveTo>
                <a:lnTo>
                  <a:pt x="31750" y="63499"/>
                </a:lnTo>
                <a:lnTo>
                  <a:pt x="31750" y="90423"/>
                </a:lnTo>
                <a:lnTo>
                  <a:pt x="44450" y="90423"/>
                </a:lnTo>
                <a:lnTo>
                  <a:pt x="44450" y="63499"/>
                </a:lnTo>
                <a:close/>
              </a:path>
              <a:path extrusionOk="0" h="397510" w="982345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extrusionOk="0" h="397510" w="982345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4836414" y="5439867"/>
            <a:ext cx="47370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Feedback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3" name="Google Shape;473;p17"/>
          <p:cNvSpPr txBox="1"/>
          <p:nvPr/>
        </p:nvSpPr>
        <p:spPr>
          <a:xfrm>
            <a:off x="2531745" y="3358388"/>
            <a:ext cx="47180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Word-list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4121658" y="4103878"/>
            <a:ext cx="46672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Term-list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5" name="Google Shape;475;p17"/>
          <p:cNvSpPr txBox="1"/>
          <p:nvPr/>
        </p:nvSpPr>
        <p:spPr>
          <a:xfrm>
            <a:off x="5590159" y="4809870"/>
            <a:ext cx="74333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TD Matrix</a:t>
            </a:r>
            <a:endParaRPr/>
          </a:p>
        </p:txBody>
      </p:sp>
      <p:pic>
        <p:nvPicPr>
          <p:cNvPr id="476" name="Google Shape;47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195" y="3201923"/>
            <a:ext cx="227075" cy="225551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7"/>
          <p:cNvSpPr txBox="1"/>
          <p:nvPr/>
        </p:nvSpPr>
        <p:spPr>
          <a:xfrm>
            <a:off x="888288" y="3209035"/>
            <a:ext cx="61594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78" name="Google Shape;47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55748" y="3957828"/>
            <a:ext cx="227075" cy="2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7"/>
          <p:cNvSpPr txBox="1"/>
          <p:nvPr/>
        </p:nvSpPr>
        <p:spPr>
          <a:xfrm>
            <a:off x="2622930" y="3965575"/>
            <a:ext cx="9271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80" name="Google Shape;48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64864" y="4664964"/>
            <a:ext cx="227075" cy="2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7"/>
          <p:cNvSpPr txBox="1"/>
          <p:nvPr/>
        </p:nvSpPr>
        <p:spPr>
          <a:xfrm>
            <a:off x="3930522" y="4673600"/>
            <a:ext cx="958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82" name="Google Shape;48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84876" y="5346191"/>
            <a:ext cx="227075" cy="22555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 txBox="1"/>
          <p:nvPr/>
        </p:nvSpPr>
        <p:spPr>
          <a:xfrm>
            <a:off x="5550789" y="5353939"/>
            <a:ext cx="952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8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1907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116541"/>
            <a:ext cx="2090165" cy="39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695955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1203" y="3777996"/>
            <a:ext cx="1655826" cy="22174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8"/>
          <p:cNvSpPr/>
          <p:nvPr/>
        </p:nvSpPr>
        <p:spPr>
          <a:xfrm>
            <a:off x="1062227" y="3727703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7" name="Google Shape;49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66444" y="4201667"/>
            <a:ext cx="1664970" cy="168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8"/>
          <p:cNvSpPr/>
          <p:nvPr/>
        </p:nvSpPr>
        <p:spPr>
          <a:xfrm>
            <a:off x="1062227" y="4139184"/>
            <a:ext cx="36830" cy="253365"/>
          </a:xfrm>
          <a:custGeom>
            <a:rect b="b" l="l" r="r" t="t"/>
            <a:pathLst>
              <a:path extrusionOk="0" h="253364" w="36830">
                <a:moveTo>
                  <a:pt x="36575" y="0"/>
                </a:moveTo>
                <a:lnTo>
                  <a:pt x="0" y="0"/>
                </a:lnTo>
                <a:lnTo>
                  <a:pt x="0" y="252983"/>
                </a:lnTo>
                <a:lnTo>
                  <a:pt x="36575" y="252983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1203" y="4600905"/>
            <a:ext cx="1639062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8"/>
          <p:cNvSpPr/>
          <p:nvPr/>
        </p:nvSpPr>
        <p:spPr>
          <a:xfrm>
            <a:off x="1062227" y="4552188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1203" y="5013896"/>
            <a:ext cx="2777490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8"/>
          <p:cNvSpPr/>
          <p:nvPr/>
        </p:nvSpPr>
        <p:spPr>
          <a:xfrm>
            <a:off x="1062227" y="4963667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1062227" y="5376671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51203" y="5425440"/>
            <a:ext cx="1367790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8"/>
          <p:cNvSpPr/>
          <p:nvPr/>
        </p:nvSpPr>
        <p:spPr>
          <a:xfrm>
            <a:off x="1062227" y="5788152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51203" y="5836920"/>
            <a:ext cx="764298" cy="2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1907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9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248" y="1440154"/>
            <a:ext cx="5473446" cy="30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7991" y="2497823"/>
            <a:ext cx="8457438" cy="65761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9"/>
          <p:cNvSpPr/>
          <p:nvPr/>
        </p:nvSpPr>
        <p:spPr>
          <a:xfrm>
            <a:off x="559308" y="1914144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9" name="Google Shape;5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1708" y="1937004"/>
            <a:ext cx="7639050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474" y="6524434"/>
            <a:ext cx="8903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0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248" y="1440154"/>
            <a:ext cx="5473446" cy="30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7991" y="2441448"/>
            <a:ext cx="5837682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0"/>
          <p:cNvSpPr/>
          <p:nvPr/>
        </p:nvSpPr>
        <p:spPr>
          <a:xfrm>
            <a:off x="559308" y="1914144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183" y="1935479"/>
            <a:ext cx="7082790" cy="1623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3" name="Google Shape;533;p20"/>
          <p:cNvGraphicFramePr/>
          <p:nvPr/>
        </p:nvGraphicFramePr>
        <p:xfrm>
          <a:off x="655167" y="2764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88750"/>
                <a:gridCol w="6003300"/>
                <a:gridCol w="1296025"/>
              </a:tblGrid>
              <a:tr h="29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Technique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5875" marB="0" marR="0" marL="0"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29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Features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329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Data Type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1329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Crawling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450" marB="0" marR="0" marL="0"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72720" lvl="0" marL="2178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rebuchet MS"/>
                        <a:buChar char="-"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Collects web documents and information on the web, such as social media, news, and web information.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-172720" lvl="0" marL="217804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SzPts val="1200"/>
                        <a:buFont typeface="Trebuchet MS"/>
                        <a:buChar char="-"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Follows URL link and repetitively collects.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Web document</a:t>
                      </a:r>
                      <a:endParaRPr/>
                    </a:p>
                  </a:txBody>
                  <a:tcPr marT="4450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Scraping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5875" marB="0" marR="0" marL="0"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-	Collects information from a single website (or document).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Web document</a:t>
                      </a:r>
                      <a:endParaRPr/>
                    </a:p>
                  </a:txBody>
                  <a:tcPr marT="55875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FTP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75" marB="0" marR="0" marL="0"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-172720" lvl="0" marL="2178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rebuchet MS"/>
                        <a:buChar char="-"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Transmits and receives files from internet servers using TCP/IP protocol.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-172720" lvl="0" marL="2178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rebuchet MS"/>
                        <a:buChar char="-"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Considers using SFTP for reinforced security.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-172720" lvl="0" marL="2178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rebuchet MS"/>
                        <a:buChar char="-"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Considers constructing an exclusive network for linked servers.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File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75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15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Open API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54950" marB="0" marR="0" marL="0"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-	Offers data collecting method with an open API that allows easy access to service, information, and data.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Real-time data</a:t>
                      </a:r>
                      <a:endParaRPr/>
                    </a:p>
                  </a:txBody>
                  <a:tcPr marT="154950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RSS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54950" marB="0" marR="0" marL="0"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-	XML-based content distribution protocol that allows sharing of up-to-date web-based information.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Content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3431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1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2324100"/>
            <a:ext cx="2934462" cy="75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627" y="1440154"/>
            <a:ext cx="3292602" cy="237007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1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6" name="Google Shape;54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937004"/>
            <a:ext cx="2594610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6040" y="4556290"/>
            <a:ext cx="217122" cy="209003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1"/>
          <p:cNvSpPr txBox="1"/>
          <p:nvPr/>
        </p:nvSpPr>
        <p:spPr>
          <a:xfrm>
            <a:off x="557783" y="4425696"/>
            <a:ext cx="8781415" cy="71501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8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2525"/>
                </a:solidFill>
                <a:latin typeface="Tahoma"/>
                <a:ea typeface="Tahoma"/>
                <a:cs typeface="Tahoma"/>
                <a:sym typeface="Tahoma"/>
              </a:rPr>
              <a:t>Line 1-3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3515" lvl="0" marL="649605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status code is 200, then OK.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49" name="Google Shape;54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4732" y="3414361"/>
            <a:ext cx="8234314" cy="795502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1"/>
          <p:cNvSpPr/>
          <p:nvPr/>
        </p:nvSpPr>
        <p:spPr>
          <a:xfrm>
            <a:off x="646176" y="3334511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6" y="0"/>
                </a:moveTo>
                <a:lnTo>
                  <a:pt x="37083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3" y="222503"/>
                </a:lnTo>
                <a:lnTo>
                  <a:pt x="252476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60" y="185420"/>
                </a:lnTo>
                <a:lnTo>
                  <a:pt x="289560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1"/>
          <p:cNvSpPr txBox="1"/>
          <p:nvPr/>
        </p:nvSpPr>
        <p:spPr>
          <a:xfrm>
            <a:off x="557783" y="3241548"/>
            <a:ext cx="8783320" cy="108839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1733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2052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1906523"/>
            <a:ext cx="3809238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25062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6040" y="4243870"/>
            <a:ext cx="217122" cy="209003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2"/>
          <p:cNvSpPr txBox="1"/>
          <p:nvPr/>
        </p:nvSpPr>
        <p:spPr>
          <a:xfrm>
            <a:off x="557783" y="4113276"/>
            <a:ext cx="8781415" cy="71628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905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2525"/>
                </a:solidFill>
                <a:latin typeface="Tahoma"/>
                <a:ea typeface="Tahoma"/>
                <a:cs typeface="Tahoma"/>
                <a:sym typeface="Tahoma"/>
              </a:rPr>
              <a:t>Line 1-3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3515" lvl="0" marL="649605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Return a BeautifulSoup object.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4" name="Google Shape;564;p22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5336" y="2360676"/>
            <a:ext cx="824373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2"/>
          <p:cNvSpPr/>
          <p:nvPr/>
        </p:nvSpPr>
        <p:spPr>
          <a:xfrm>
            <a:off x="664463" y="2307335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2"/>
          <p:cNvSpPr txBox="1"/>
          <p:nvPr/>
        </p:nvSpPr>
        <p:spPr>
          <a:xfrm>
            <a:off x="557783" y="2194560"/>
            <a:ext cx="8783320" cy="1809114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0" lvl="0" marL="19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8921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7" name="Google Shape;57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1906523"/>
            <a:ext cx="3809238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9" name="Google Shape;57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25062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6040" y="4236427"/>
            <a:ext cx="217122" cy="2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3"/>
          <p:cNvSpPr txBox="1"/>
          <p:nvPr/>
        </p:nvSpPr>
        <p:spPr>
          <a:xfrm>
            <a:off x="557783" y="4107179"/>
            <a:ext cx="8781415" cy="71501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8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2525"/>
                </a:solidFill>
                <a:latin typeface="Tahoma"/>
                <a:ea typeface="Tahoma"/>
                <a:cs typeface="Tahoma"/>
                <a:sym typeface="Tahoma"/>
              </a:rPr>
              <a:t>Line 1-4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3515" lvl="0" marL="649605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Get all the paragraphs.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7983" y="2366772"/>
            <a:ext cx="8271088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3"/>
          <p:cNvSpPr/>
          <p:nvPr/>
        </p:nvSpPr>
        <p:spPr>
          <a:xfrm>
            <a:off x="643127" y="2301239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3"/>
          <p:cNvSpPr txBox="1"/>
          <p:nvPr/>
        </p:nvSpPr>
        <p:spPr>
          <a:xfrm>
            <a:off x="557783" y="2200655"/>
            <a:ext cx="8783320" cy="181102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0650">
            <a:spAutoFit/>
          </a:bodyPr>
          <a:lstStyle/>
          <a:p>
            <a:pPr indent="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970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1906523"/>
            <a:ext cx="3809238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5" name="Google Shape;59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25062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6040" y="4247095"/>
            <a:ext cx="217122" cy="2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4"/>
          <p:cNvSpPr txBox="1"/>
          <p:nvPr/>
        </p:nvSpPr>
        <p:spPr>
          <a:xfrm>
            <a:off x="557783" y="4117847"/>
            <a:ext cx="8781415" cy="71501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8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2525"/>
                </a:solidFill>
                <a:latin typeface="Tahoma"/>
                <a:ea typeface="Tahoma"/>
                <a:cs typeface="Tahoma"/>
                <a:sym typeface="Tahoma"/>
              </a:rPr>
              <a:t>Line 1-7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3515" lvl="0" marL="649605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Join all the text contents.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8" name="Google Shape;598;p24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1458" y="2377439"/>
            <a:ext cx="8237613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4"/>
          <p:cNvSpPr/>
          <p:nvPr/>
        </p:nvSpPr>
        <p:spPr>
          <a:xfrm>
            <a:off x="667512" y="2296667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2222" y="224028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90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4"/>
          <p:cNvSpPr txBox="1"/>
          <p:nvPr/>
        </p:nvSpPr>
        <p:spPr>
          <a:xfrm>
            <a:off x="557783" y="2211323"/>
            <a:ext cx="8783320" cy="181102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0" lvl="0" marL="195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84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0" name="Google Shape;610;p25"/>
          <p:cNvGrpSpPr/>
          <p:nvPr/>
        </p:nvGrpSpPr>
        <p:grpSpPr>
          <a:xfrm>
            <a:off x="711708" y="2570988"/>
            <a:ext cx="8629015" cy="2769235"/>
            <a:chOff x="711708" y="2570988"/>
            <a:chExt cx="8629015" cy="2769235"/>
          </a:xfrm>
        </p:grpSpPr>
        <p:sp>
          <p:nvSpPr>
            <p:cNvPr id="611" name="Google Shape;611;p25"/>
            <p:cNvSpPr/>
            <p:nvPr/>
          </p:nvSpPr>
          <p:spPr>
            <a:xfrm>
              <a:off x="711708" y="2570988"/>
              <a:ext cx="8629015" cy="2769235"/>
            </a:xfrm>
            <a:custGeom>
              <a:rect b="b" l="l" r="r" t="t"/>
              <a:pathLst>
                <a:path extrusionOk="0" h="2769235" w="8629015">
                  <a:moveTo>
                    <a:pt x="8628888" y="0"/>
                  </a:moveTo>
                  <a:lnTo>
                    <a:pt x="0" y="0"/>
                  </a:lnTo>
                  <a:lnTo>
                    <a:pt x="0" y="2769108"/>
                  </a:lnTo>
                  <a:lnTo>
                    <a:pt x="8628888" y="2769108"/>
                  </a:lnTo>
                  <a:lnTo>
                    <a:pt x="862888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2" name="Google Shape;612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6112" y="2747772"/>
              <a:ext cx="8178546" cy="18219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3" name="Google Shape;613;p2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851" y="1906523"/>
            <a:ext cx="3809238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25062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8803" y="2289048"/>
            <a:ext cx="3780282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5"/>
          <p:cNvSpPr/>
          <p:nvPr/>
        </p:nvSpPr>
        <p:spPr>
          <a:xfrm>
            <a:off x="726948" y="2247900"/>
            <a:ext cx="291465" cy="222885"/>
          </a:xfrm>
          <a:custGeom>
            <a:rect b="b" l="l" r="r" t="t"/>
            <a:pathLst>
              <a:path extrusionOk="0" h="222885" w="291465">
                <a:moveTo>
                  <a:pt x="253999" y="0"/>
                </a:moveTo>
                <a:lnTo>
                  <a:pt x="37083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3" y="222503"/>
                </a:lnTo>
                <a:lnTo>
                  <a:pt x="253999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3" y="185420"/>
                </a:lnTo>
                <a:lnTo>
                  <a:pt x="291083" y="37084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3999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5"/>
          <p:cNvSpPr txBox="1"/>
          <p:nvPr/>
        </p:nvSpPr>
        <p:spPr>
          <a:xfrm>
            <a:off x="800506" y="2254122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0" name="Google Shape;620;p25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397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3878" y="4297262"/>
            <a:ext cx="1499348" cy="1221558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627" y="1446237"/>
            <a:ext cx="3064002" cy="23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6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2" name="Google Shape;63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3231" y="1937004"/>
            <a:ext cx="749045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0851" y="2324100"/>
            <a:ext cx="4997958" cy="1329689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6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6624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8303" y="2311907"/>
            <a:ext cx="5706618" cy="2180082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160248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0851" y="1906523"/>
            <a:ext cx="2547366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7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397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6" name="Google Shape;65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60248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2019" y="1891283"/>
            <a:ext cx="2114550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8"/>
          <p:cNvSpPr/>
          <p:nvPr/>
        </p:nvSpPr>
        <p:spPr>
          <a:xfrm>
            <a:off x="557783" y="1845564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2475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20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8"/>
          <p:cNvSpPr txBox="1"/>
          <p:nvPr/>
        </p:nvSpPr>
        <p:spPr>
          <a:xfrm>
            <a:off x="630732" y="185140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60" name="Google Shape;660;p28"/>
          <p:cNvGrpSpPr/>
          <p:nvPr/>
        </p:nvGrpSpPr>
        <p:grpSpPr>
          <a:xfrm>
            <a:off x="557784" y="2141220"/>
            <a:ext cx="8781415" cy="3063240"/>
            <a:chOff x="557784" y="2141220"/>
            <a:chExt cx="8781415" cy="3063240"/>
          </a:xfrm>
        </p:grpSpPr>
        <p:sp>
          <p:nvSpPr>
            <p:cNvPr id="661" name="Google Shape;661;p28"/>
            <p:cNvSpPr/>
            <p:nvPr/>
          </p:nvSpPr>
          <p:spPr>
            <a:xfrm>
              <a:off x="557784" y="2141220"/>
              <a:ext cx="8781415" cy="3063240"/>
            </a:xfrm>
            <a:custGeom>
              <a:rect b="b" l="l" r="r" t="t"/>
              <a:pathLst>
                <a:path extrusionOk="0" h="3063240" w="8781415">
                  <a:moveTo>
                    <a:pt x="0" y="3063240"/>
                  </a:moveTo>
                  <a:lnTo>
                    <a:pt x="8781288" y="3063240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063240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2" name="Google Shape;662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9431" y="2279428"/>
              <a:ext cx="8559640" cy="28034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3" name="Google Shape;663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6040" y="5428056"/>
            <a:ext cx="217122" cy="209003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8"/>
          <p:cNvSpPr txBox="1"/>
          <p:nvPr/>
        </p:nvSpPr>
        <p:spPr>
          <a:xfrm>
            <a:off x="557783" y="5297423"/>
            <a:ext cx="8781415" cy="71628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905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2525"/>
                </a:solidFill>
                <a:latin typeface="Tahoma"/>
                <a:ea typeface="Tahoma"/>
                <a:cs typeface="Tahoma"/>
                <a:sym typeface="Tahoma"/>
              </a:rPr>
              <a:t>Line 1-4 ~ 1-7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3515" lvl="0" marL="649605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Replace with your own context.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5" name="Google Shape;665;p28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397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4" name="Google Shape;674;p29"/>
          <p:cNvGrpSpPr/>
          <p:nvPr/>
        </p:nvGrpSpPr>
        <p:grpSpPr>
          <a:xfrm>
            <a:off x="559308" y="2153411"/>
            <a:ext cx="9001125" cy="4032885"/>
            <a:chOff x="559308" y="2153411"/>
            <a:chExt cx="9001125" cy="4032885"/>
          </a:xfrm>
        </p:grpSpPr>
        <p:sp>
          <p:nvSpPr>
            <p:cNvPr id="675" name="Google Shape;675;p29"/>
            <p:cNvSpPr/>
            <p:nvPr/>
          </p:nvSpPr>
          <p:spPr>
            <a:xfrm>
              <a:off x="559308" y="2153411"/>
              <a:ext cx="9001125" cy="4032885"/>
            </a:xfrm>
            <a:custGeom>
              <a:rect b="b" l="l" r="r" t="t"/>
              <a:pathLst>
                <a:path extrusionOk="0" h="4032885" w="9001125">
                  <a:moveTo>
                    <a:pt x="9000744" y="0"/>
                  </a:moveTo>
                  <a:lnTo>
                    <a:pt x="0" y="0"/>
                  </a:lnTo>
                  <a:lnTo>
                    <a:pt x="0" y="4032504"/>
                  </a:lnTo>
                  <a:lnTo>
                    <a:pt x="9000744" y="4032504"/>
                  </a:lnTo>
                  <a:lnTo>
                    <a:pt x="900074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76" name="Google Shape;676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9140" y="2683763"/>
              <a:ext cx="7148322" cy="29984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7" name="Google Shape;677;p2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9" name="Google Shape;67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160248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29"/>
          <p:cNvSpPr txBox="1"/>
          <p:nvPr/>
        </p:nvSpPr>
        <p:spPr>
          <a:xfrm>
            <a:off x="437489" y="431419"/>
            <a:ext cx="19710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1.2. Data Collection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1" name="Google Shape;68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7447" y="1891283"/>
            <a:ext cx="823722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29"/>
          <p:cNvSpPr/>
          <p:nvPr/>
        </p:nvSpPr>
        <p:spPr>
          <a:xfrm>
            <a:off x="557783" y="1845564"/>
            <a:ext cx="289560" cy="222885"/>
          </a:xfrm>
          <a:custGeom>
            <a:rect b="b" l="l" r="r" t="t"/>
            <a:pathLst>
              <a:path extrusionOk="0" h="222885" w="289559">
                <a:moveTo>
                  <a:pt x="252475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2475" y="222503"/>
                </a:lnTo>
                <a:lnTo>
                  <a:pt x="266912" y="219584"/>
                </a:lnTo>
                <a:lnTo>
                  <a:pt x="278699" y="211629"/>
                </a:lnTo>
                <a:lnTo>
                  <a:pt x="286646" y="199840"/>
                </a:lnTo>
                <a:lnTo>
                  <a:pt x="289559" y="185420"/>
                </a:lnTo>
                <a:lnTo>
                  <a:pt x="289559" y="37084"/>
                </a:lnTo>
                <a:lnTo>
                  <a:pt x="286646" y="22663"/>
                </a:lnTo>
                <a:lnTo>
                  <a:pt x="278699" y="10874"/>
                </a:lnTo>
                <a:lnTo>
                  <a:pt x="266912" y="2919"/>
                </a:lnTo>
                <a:lnTo>
                  <a:pt x="25247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9"/>
          <p:cNvSpPr txBox="1"/>
          <p:nvPr/>
        </p:nvSpPr>
        <p:spPr>
          <a:xfrm>
            <a:off x="630732" y="185140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0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0" name="Google Shape;6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949" y="6524434"/>
            <a:ext cx="8903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116541"/>
            <a:ext cx="2090165" cy="39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695955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1203" y="3777996"/>
            <a:ext cx="1655826" cy="221742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30"/>
          <p:cNvSpPr/>
          <p:nvPr/>
        </p:nvSpPr>
        <p:spPr>
          <a:xfrm>
            <a:off x="1062227" y="3727703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7" name="Google Shape;697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1203" y="4189425"/>
            <a:ext cx="140436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30"/>
          <p:cNvSpPr/>
          <p:nvPr/>
        </p:nvSpPr>
        <p:spPr>
          <a:xfrm>
            <a:off x="1062227" y="4139184"/>
            <a:ext cx="36830" cy="253365"/>
          </a:xfrm>
          <a:custGeom>
            <a:rect b="b" l="l" r="r" t="t"/>
            <a:pathLst>
              <a:path extrusionOk="0" h="253364" w="36830">
                <a:moveTo>
                  <a:pt x="36575" y="0"/>
                </a:moveTo>
                <a:lnTo>
                  <a:pt x="0" y="0"/>
                </a:lnTo>
                <a:lnTo>
                  <a:pt x="0" y="252983"/>
                </a:lnTo>
                <a:lnTo>
                  <a:pt x="36575" y="252983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66444" y="4614671"/>
            <a:ext cx="2116074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30"/>
          <p:cNvSpPr/>
          <p:nvPr/>
        </p:nvSpPr>
        <p:spPr>
          <a:xfrm>
            <a:off x="1062227" y="4552188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1203" y="5013896"/>
            <a:ext cx="2777490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0"/>
          <p:cNvSpPr/>
          <p:nvPr/>
        </p:nvSpPr>
        <p:spPr>
          <a:xfrm>
            <a:off x="1062227" y="4963667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1062227" y="5376671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51203" y="5425440"/>
            <a:ext cx="1367790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0"/>
          <p:cNvSpPr/>
          <p:nvPr/>
        </p:nvSpPr>
        <p:spPr>
          <a:xfrm>
            <a:off x="1062227" y="5788152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6" name="Google Shape;706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51203" y="5836920"/>
            <a:ext cx="764298" cy="2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3431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4" name="Google Shape;714;p31"/>
          <p:cNvGraphicFramePr/>
          <p:nvPr/>
        </p:nvGraphicFramePr>
        <p:xfrm>
          <a:off x="559816" y="22705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2983225"/>
                <a:gridCol w="5800725"/>
              </a:tblGrid>
              <a:tr h="28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15" name="Google Shape;71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3339" y="2373629"/>
            <a:ext cx="460502" cy="10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0351" y="2369185"/>
            <a:ext cx="669290" cy="133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7" name="Google Shape;717;p31"/>
          <p:cNvGrpSpPr/>
          <p:nvPr/>
        </p:nvGrpSpPr>
        <p:grpSpPr>
          <a:xfrm>
            <a:off x="1847723" y="2635250"/>
            <a:ext cx="402717" cy="144017"/>
            <a:chOff x="1847723" y="2635250"/>
            <a:chExt cx="402717" cy="144017"/>
          </a:xfrm>
        </p:grpSpPr>
        <p:pic>
          <p:nvPicPr>
            <p:cNvPr id="718" name="Google Shape;718;p3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7723" y="2635250"/>
              <a:ext cx="322579" cy="1440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3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86178" y="2635250"/>
              <a:ext cx="64262" cy="1314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0" name="Google Shape;720;p31"/>
          <p:cNvGrpSpPr/>
          <p:nvPr/>
        </p:nvGrpSpPr>
        <p:grpSpPr>
          <a:xfrm>
            <a:off x="5836284" y="2635250"/>
            <a:ext cx="817625" cy="144017"/>
            <a:chOff x="5836284" y="2635250"/>
            <a:chExt cx="817625" cy="144017"/>
          </a:xfrm>
        </p:grpSpPr>
        <p:pic>
          <p:nvPicPr>
            <p:cNvPr id="721" name="Google Shape;721;p3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836284" y="2635250"/>
              <a:ext cx="363854" cy="116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2" name="Google Shape;722;p3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242938" y="2678938"/>
              <a:ext cx="269620" cy="100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3" name="Google Shape;723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554342" y="2678938"/>
              <a:ext cx="99567" cy="727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4" name="Google Shape;724;p31"/>
          <p:cNvGrpSpPr/>
          <p:nvPr/>
        </p:nvGrpSpPr>
        <p:grpSpPr>
          <a:xfrm>
            <a:off x="6694043" y="2635250"/>
            <a:ext cx="358266" cy="116459"/>
            <a:chOff x="6694043" y="2635250"/>
            <a:chExt cx="358266" cy="116459"/>
          </a:xfrm>
        </p:grpSpPr>
        <p:pic>
          <p:nvPicPr>
            <p:cNvPr id="725" name="Google Shape;725;p3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881114" y="2635250"/>
              <a:ext cx="171195" cy="11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6" name="Google Shape;726;p3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694043" y="2635250"/>
              <a:ext cx="143128" cy="1164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7" name="Google Shape;727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835530" y="2918586"/>
            <a:ext cx="346963" cy="12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198370" y="2902839"/>
            <a:ext cx="64262" cy="131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9" name="Google Shape;729;p31"/>
          <p:cNvGrpSpPr/>
          <p:nvPr/>
        </p:nvGrpSpPr>
        <p:grpSpPr>
          <a:xfrm>
            <a:off x="5799582" y="2902839"/>
            <a:ext cx="1287652" cy="143890"/>
            <a:chOff x="5799582" y="2902839"/>
            <a:chExt cx="1287652" cy="143890"/>
          </a:xfrm>
        </p:grpSpPr>
        <p:pic>
          <p:nvPicPr>
            <p:cNvPr id="730" name="Google Shape;730;p3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799582" y="2902839"/>
              <a:ext cx="363981" cy="116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1" name="Google Shape;731;p3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206363" y="2946527"/>
              <a:ext cx="269621" cy="100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2" name="Google Shape;732;p3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517767" y="2946527"/>
              <a:ext cx="99567" cy="72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3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657467" y="2902839"/>
              <a:ext cx="143128" cy="11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3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843903" y="2902839"/>
              <a:ext cx="243331" cy="14389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5" name="Google Shape;735;p3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861439" y="3186176"/>
            <a:ext cx="296672" cy="128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173985" y="3170427"/>
            <a:ext cx="64262" cy="131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7" name="Google Shape;737;p31"/>
          <p:cNvGrpSpPr/>
          <p:nvPr/>
        </p:nvGrpSpPr>
        <p:grpSpPr>
          <a:xfrm>
            <a:off x="5761482" y="3170427"/>
            <a:ext cx="1365376" cy="143891"/>
            <a:chOff x="5761482" y="3170427"/>
            <a:chExt cx="1365376" cy="143891"/>
          </a:xfrm>
        </p:grpSpPr>
        <p:pic>
          <p:nvPicPr>
            <p:cNvPr id="738" name="Google Shape;738;p3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761482" y="3170427"/>
              <a:ext cx="363981" cy="116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9" name="Google Shape;739;p3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168263" y="3170427"/>
              <a:ext cx="958595" cy="1438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0" name="Google Shape;740;p31"/>
          <p:cNvGrpSpPr/>
          <p:nvPr/>
        </p:nvGrpSpPr>
        <p:grpSpPr>
          <a:xfrm>
            <a:off x="1577975" y="3438016"/>
            <a:ext cx="943737" cy="143891"/>
            <a:chOff x="1577975" y="3438016"/>
            <a:chExt cx="943737" cy="143891"/>
          </a:xfrm>
        </p:grpSpPr>
        <p:pic>
          <p:nvPicPr>
            <p:cNvPr id="741" name="Google Shape;741;p3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577975" y="3438016"/>
              <a:ext cx="431164" cy="143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2" name="Google Shape;742;p3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2024633" y="3438016"/>
              <a:ext cx="457835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3" name="Google Shape;743;p3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494407" y="3438016"/>
              <a:ext cx="27305" cy="1314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4" name="Google Shape;744;p31"/>
          <p:cNvGrpSpPr/>
          <p:nvPr/>
        </p:nvGrpSpPr>
        <p:grpSpPr>
          <a:xfrm>
            <a:off x="5629021" y="3438016"/>
            <a:ext cx="1630561" cy="143891"/>
            <a:chOff x="5629021" y="3438016"/>
            <a:chExt cx="1630561" cy="143891"/>
          </a:xfrm>
        </p:grpSpPr>
        <p:pic>
          <p:nvPicPr>
            <p:cNvPr id="745" name="Google Shape;745;p3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629021" y="3438016"/>
              <a:ext cx="1028953" cy="143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6" name="Google Shape;746;p3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698615" y="3438016"/>
              <a:ext cx="161162" cy="11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7" name="Google Shape;747;p3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903339" y="3438016"/>
              <a:ext cx="98678" cy="143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8" name="Google Shape;748;p3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043039" y="3438016"/>
              <a:ext cx="216543" cy="116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9" name="Google Shape;749;p31"/>
          <p:cNvGrpSpPr/>
          <p:nvPr/>
        </p:nvGrpSpPr>
        <p:grpSpPr>
          <a:xfrm>
            <a:off x="1769998" y="3705605"/>
            <a:ext cx="520065" cy="131444"/>
            <a:chOff x="1769998" y="3705605"/>
            <a:chExt cx="520065" cy="131444"/>
          </a:xfrm>
        </p:grpSpPr>
        <p:pic>
          <p:nvPicPr>
            <p:cNvPr id="750" name="Google Shape;750;p3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769998" y="3727068"/>
              <a:ext cx="338963" cy="95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1" name="Google Shape;751;p3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2120645" y="3705605"/>
              <a:ext cx="169418" cy="1314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2" name="Google Shape;752;p31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300858" y="3705605"/>
            <a:ext cx="27305" cy="1314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3" name="Google Shape;753;p31"/>
          <p:cNvGrpSpPr/>
          <p:nvPr/>
        </p:nvGrpSpPr>
        <p:grpSpPr>
          <a:xfrm>
            <a:off x="5622797" y="3705605"/>
            <a:ext cx="1641229" cy="116839"/>
            <a:chOff x="5622797" y="3705605"/>
            <a:chExt cx="1641229" cy="116839"/>
          </a:xfrm>
        </p:grpSpPr>
        <p:pic>
          <p:nvPicPr>
            <p:cNvPr id="754" name="Google Shape;754;p3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915022" y="3727068"/>
              <a:ext cx="134366" cy="94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5" name="Google Shape;755;p3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622797" y="3705605"/>
              <a:ext cx="1254632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6" name="Google Shape;756;p31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088250" y="3721226"/>
              <a:ext cx="67055" cy="100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7" name="Google Shape;757;p3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7198486" y="3749674"/>
              <a:ext cx="65540" cy="723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8" name="Google Shape;758;p31"/>
          <p:cNvGrpSpPr/>
          <p:nvPr/>
        </p:nvGrpSpPr>
        <p:grpSpPr>
          <a:xfrm>
            <a:off x="1814195" y="3973195"/>
            <a:ext cx="433069" cy="131318"/>
            <a:chOff x="1814195" y="3973195"/>
            <a:chExt cx="433069" cy="131318"/>
          </a:xfrm>
        </p:grpSpPr>
        <p:pic>
          <p:nvPicPr>
            <p:cNvPr id="759" name="Google Shape;759;p31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1814195" y="3973195"/>
              <a:ext cx="244348" cy="11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0" name="Google Shape;760;p31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2074926" y="3973195"/>
              <a:ext cx="172338" cy="13131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1" name="Google Shape;761;p31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256663" y="3973195"/>
            <a:ext cx="27305" cy="1313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2" name="Google Shape;762;p31"/>
          <p:cNvGrpSpPr/>
          <p:nvPr/>
        </p:nvGrpSpPr>
        <p:grpSpPr>
          <a:xfrm>
            <a:off x="5342509" y="3973195"/>
            <a:ext cx="2202052" cy="143890"/>
            <a:chOff x="5342509" y="3973195"/>
            <a:chExt cx="2202052" cy="143890"/>
          </a:xfrm>
        </p:grpSpPr>
        <p:pic>
          <p:nvPicPr>
            <p:cNvPr id="763" name="Google Shape;763;p31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342509" y="3973195"/>
              <a:ext cx="175513" cy="11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4" name="Google Shape;764;p3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560187" y="3973195"/>
              <a:ext cx="143128" cy="116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5" name="Google Shape;765;p31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747639" y="3973195"/>
              <a:ext cx="157987" cy="11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6" name="Google Shape;766;p31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919470" y="4040548"/>
              <a:ext cx="30659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7" name="Google Shape;767;p31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964047" y="3988816"/>
              <a:ext cx="268731" cy="1282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8" name="Google Shape;768;p31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273419" y="3973195"/>
              <a:ext cx="568325" cy="11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9" name="Google Shape;769;p31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881114" y="4040548"/>
              <a:ext cx="30657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31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925564" y="3973195"/>
              <a:ext cx="618997" cy="116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1" name="Google Shape;771;p31"/>
          <p:cNvGrpSpPr/>
          <p:nvPr/>
        </p:nvGrpSpPr>
        <p:grpSpPr>
          <a:xfrm>
            <a:off x="1779142" y="4240657"/>
            <a:ext cx="504825" cy="131444"/>
            <a:chOff x="1779142" y="4240657"/>
            <a:chExt cx="504825" cy="131444"/>
          </a:xfrm>
        </p:grpSpPr>
        <p:pic>
          <p:nvPicPr>
            <p:cNvPr id="772" name="Google Shape;772;p31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1779142" y="4240657"/>
              <a:ext cx="320294" cy="11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31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2109977" y="4240657"/>
              <a:ext cx="173990" cy="1314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74" name="Google Shape;774;p31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2293239" y="4240657"/>
            <a:ext cx="27305" cy="1314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5" name="Google Shape;775;p31"/>
          <p:cNvGrpSpPr/>
          <p:nvPr/>
        </p:nvGrpSpPr>
        <p:grpSpPr>
          <a:xfrm>
            <a:off x="5176392" y="4240657"/>
            <a:ext cx="2535809" cy="144017"/>
            <a:chOff x="5176392" y="4240657"/>
            <a:chExt cx="2535809" cy="144017"/>
          </a:xfrm>
        </p:grpSpPr>
        <p:pic>
          <p:nvPicPr>
            <p:cNvPr id="776" name="Google Shape;776;p31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176392" y="4240657"/>
              <a:ext cx="175514" cy="11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7" name="Google Shape;777;p31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5394070" y="4240657"/>
              <a:ext cx="345439" cy="11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p31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753353" y="4308137"/>
              <a:ext cx="30659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9" name="Google Shape;779;p31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5797930" y="4256405"/>
              <a:ext cx="268732" cy="1282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31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6107302" y="4240657"/>
              <a:ext cx="1604899" cy="1169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1" name="Google Shape;781;p31"/>
          <p:cNvGrpSpPr/>
          <p:nvPr/>
        </p:nvGrpSpPr>
        <p:grpSpPr>
          <a:xfrm>
            <a:off x="1717548" y="4508246"/>
            <a:ext cx="627634" cy="147066"/>
            <a:chOff x="1717548" y="4508246"/>
            <a:chExt cx="627634" cy="147066"/>
          </a:xfrm>
        </p:grpSpPr>
        <p:pic>
          <p:nvPicPr>
            <p:cNvPr id="782" name="Google Shape;782;p31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1717548" y="4523994"/>
              <a:ext cx="234822" cy="1282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3" name="Google Shape;783;p31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1968246" y="4508246"/>
              <a:ext cx="376936" cy="1470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84" name="Google Shape;784;p31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2354198" y="4508246"/>
            <a:ext cx="27305" cy="131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31"/>
          <p:cNvGrpSpPr/>
          <p:nvPr/>
        </p:nvGrpSpPr>
        <p:grpSpPr>
          <a:xfrm>
            <a:off x="5057521" y="4508246"/>
            <a:ext cx="2773552" cy="147066"/>
            <a:chOff x="5057521" y="4508246"/>
            <a:chExt cx="2773552" cy="147066"/>
          </a:xfrm>
        </p:grpSpPr>
        <p:pic>
          <p:nvPicPr>
            <p:cNvPr id="786" name="Google Shape;786;p31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5057521" y="4508246"/>
              <a:ext cx="1359662" cy="11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7" name="Google Shape;787;p31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6456299" y="4508246"/>
              <a:ext cx="337439" cy="147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8" name="Google Shape;788;p31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831711" y="4523994"/>
              <a:ext cx="240792" cy="1282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9" name="Google Shape;789;p31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7109587" y="4552315"/>
              <a:ext cx="44831" cy="99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0" name="Google Shape;790;p31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7195566" y="4529836"/>
              <a:ext cx="635507" cy="1224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1" name="Google Shape;791;p31"/>
          <p:cNvGrpSpPr/>
          <p:nvPr/>
        </p:nvGrpSpPr>
        <p:grpSpPr>
          <a:xfrm>
            <a:off x="1846198" y="4775834"/>
            <a:ext cx="405764" cy="143890"/>
            <a:chOff x="1846198" y="4775834"/>
            <a:chExt cx="405764" cy="143890"/>
          </a:xfrm>
        </p:grpSpPr>
        <p:pic>
          <p:nvPicPr>
            <p:cNvPr id="792" name="Google Shape;792;p31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1846198" y="4775834"/>
              <a:ext cx="274955" cy="143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3" name="Google Shape;793;p31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2134361" y="4775834"/>
              <a:ext cx="117601" cy="1438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4" name="Google Shape;794;p31"/>
          <p:cNvGrpSpPr/>
          <p:nvPr/>
        </p:nvGrpSpPr>
        <p:grpSpPr>
          <a:xfrm>
            <a:off x="5516245" y="4775834"/>
            <a:ext cx="1856104" cy="143890"/>
            <a:chOff x="5516245" y="4775834"/>
            <a:chExt cx="1856104" cy="143890"/>
          </a:xfrm>
        </p:grpSpPr>
        <p:pic>
          <p:nvPicPr>
            <p:cNvPr id="795" name="Google Shape;795;p31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5516245" y="4775834"/>
              <a:ext cx="1096009" cy="143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31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6650863" y="4819903"/>
              <a:ext cx="44830" cy="99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7" name="Google Shape;797;p31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6736842" y="4797424"/>
              <a:ext cx="635507" cy="122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8" name="Google Shape;798;p31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1835530" y="5086984"/>
            <a:ext cx="350774" cy="10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31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2199894" y="5043423"/>
            <a:ext cx="64262" cy="1314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31"/>
          <p:cNvGrpSpPr/>
          <p:nvPr/>
        </p:nvGrpSpPr>
        <p:grpSpPr>
          <a:xfrm>
            <a:off x="5836284" y="5043423"/>
            <a:ext cx="1216024" cy="143890"/>
            <a:chOff x="5836284" y="5043423"/>
            <a:chExt cx="1216024" cy="143890"/>
          </a:xfrm>
        </p:grpSpPr>
        <p:pic>
          <p:nvPicPr>
            <p:cNvPr id="801" name="Google Shape;801;p31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5836284" y="5043423"/>
              <a:ext cx="369188" cy="116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2" name="Google Shape;802;p31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6238366" y="5087492"/>
              <a:ext cx="44450" cy="72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3" name="Google Shape;803;p31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6324726" y="5059171"/>
              <a:ext cx="727582" cy="1281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4" name="Google Shape;804;p31"/>
          <p:cNvPicPr preferRelativeResize="0"/>
          <p:nvPr/>
        </p:nvPicPr>
        <p:blipFill rotWithShape="1">
          <a:blip r:embed="rId72">
            <a:alphaModFix/>
          </a:blip>
          <a:srcRect b="0" l="0" r="0" t="0"/>
          <a:stretch/>
        </p:blipFill>
        <p:spPr>
          <a:xfrm>
            <a:off x="1840102" y="5311013"/>
            <a:ext cx="341757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31"/>
          <p:cNvPicPr preferRelativeResize="0"/>
          <p:nvPr/>
        </p:nvPicPr>
        <p:blipFill rotWithShape="1">
          <a:blip r:embed="rId73">
            <a:alphaModFix/>
          </a:blip>
          <a:srcRect b="0" l="0" r="0" t="0"/>
          <a:stretch/>
        </p:blipFill>
        <p:spPr>
          <a:xfrm>
            <a:off x="2193798" y="5311013"/>
            <a:ext cx="64262" cy="131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6" name="Google Shape;806;p31"/>
          <p:cNvGrpSpPr/>
          <p:nvPr/>
        </p:nvGrpSpPr>
        <p:grpSpPr>
          <a:xfrm>
            <a:off x="5842253" y="5311013"/>
            <a:ext cx="1203832" cy="116840"/>
            <a:chOff x="5842253" y="5311013"/>
            <a:chExt cx="1203832" cy="116840"/>
          </a:xfrm>
        </p:grpSpPr>
        <p:pic>
          <p:nvPicPr>
            <p:cNvPr id="807" name="Google Shape;807;p31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5842253" y="5311013"/>
              <a:ext cx="369316" cy="116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8" name="Google Shape;808;p31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6244462" y="5355082"/>
              <a:ext cx="44323" cy="72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9" name="Google Shape;809;p31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6330822" y="5311013"/>
              <a:ext cx="715263" cy="116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0" name="Google Shape;810;p31"/>
          <p:cNvGrpSpPr/>
          <p:nvPr/>
        </p:nvGrpSpPr>
        <p:grpSpPr>
          <a:xfrm>
            <a:off x="1925066" y="5578602"/>
            <a:ext cx="255270" cy="131381"/>
            <a:chOff x="1925066" y="5578602"/>
            <a:chExt cx="255270" cy="131381"/>
          </a:xfrm>
        </p:grpSpPr>
        <p:pic>
          <p:nvPicPr>
            <p:cNvPr id="811" name="Google Shape;811;p31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1925066" y="5578602"/>
              <a:ext cx="124840" cy="116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2" name="Google Shape;812;p31"/>
            <p:cNvPicPr preferRelativeResize="0"/>
            <p:nvPr/>
          </p:nvPicPr>
          <p:blipFill rotWithShape="1">
            <a:blip r:embed="rId78">
              <a:alphaModFix/>
            </a:blip>
            <a:srcRect b="0" l="0" r="0" t="0"/>
            <a:stretch/>
          </p:blipFill>
          <p:spPr>
            <a:xfrm>
              <a:off x="2065782" y="5578602"/>
              <a:ext cx="114554" cy="1313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3" name="Google Shape;813;p31"/>
          <p:cNvPicPr preferRelativeResize="0"/>
          <p:nvPr/>
        </p:nvPicPr>
        <p:blipFill rotWithShape="1">
          <a:blip r:embed="rId79">
            <a:alphaModFix/>
          </a:blip>
          <a:srcRect b="0" l="0" r="0" t="0"/>
          <a:stretch/>
        </p:blipFill>
        <p:spPr>
          <a:xfrm>
            <a:off x="5837682" y="5578602"/>
            <a:ext cx="1212976" cy="14389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1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6" name="Google Shape;816;p31"/>
          <p:cNvPicPr preferRelativeResize="0"/>
          <p:nvPr/>
        </p:nvPicPr>
        <p:blipFill rotWithShape="1">
          <a:blip r:embed="rId80">
            <a:alphaModFix/>
          </a:blip>
          <a:srcRect b="0" l="0" r="0" t="0"/>
          <a:stretch/>
        </p:blipFill>
        <p:spPr>
          <a:xfrm>
            <a:off x="464819" y="1443177"/>
            <a:ext cx="2631186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31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p31"/>
          <p:cNvPicPr preferRelativeResize="0"/>
          <p:nvPr/>
        </p:nvPicPr>
        <p:blipFill rotWithShape="1">
          <a:blip r:embed="rId81">
            <a:alphaModFix/>
          </a:blip>
          <a:srcRect b="0" l="0" r="0" t="0"/>
          <a:stretch/>
        </p:blipFill>
        <p:spPr>
          <a:xfrm>
            <a:off x="719327" y="1937004"/>
            <a:ext cx="2952750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0448" y="6524434"/>
            <a:ext cx="8301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1906523"/>
            <a:ext cx="5095494" cy="1075181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3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8" name="Google Shape;828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295275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32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397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2324100"/>
            <a:ext cx="5292090" cy="1059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963" y="1443177"/>
            <a:ext cx="2494026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33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1" name="Google Shape;841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937004"/>
            <a:ext cx="878586" cy="144017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33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970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1" name="Google Shape;851;p34"/>
          <p:cNvGraphicFramePr/>
          <p:nvPr/>
        </p:nvGraphicFramePr>
        <p:xfrm>
          <a:off x="711200" y="2933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16350"/>
                <a:gridCol w="1316350"/>
                <a:gridCol w="1316350"/>
                <a:gridCol w="46831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52" name="Google Shape;85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835" y="3033648"/>
            <a:ext cx="344246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96919" y="3028060"/>
            <a:ext cx="410717" cy="10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18155" y="3030854"/>
            <a:ext cx="331596" cy="13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9658" y="3028060"/>
            <a:ext cx="669417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34"/>
          <p:cNvGrpSpPr/>
          <p:nvPr/>
        </p:nvGrpSpPr>
        <p:grpSpPr>
          <a:xfrm>
            <a:off x="1196771" y="3293871"/>
            <a:ext cx="346025" cy="134874"/>
            <a:chOff x="1196771" y="3293871"/>
            <a:chExt cx="346025" cy="134874"/>
          </a:xfrm>
        </p:grpSpPr>
        <p:pic>
          <p:nvPicPr>
            <p:cNvPr id="857" name="Google Shape;857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96771" y="3293871"/>
              <a:ext cx="35204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8" name="Google Shape;858;p3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48562" y="3293871"/>
              <a:ext cx="198729" cy="13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9" name="Google Shape;859;p3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63421" y="3293871"/>
              <a:ext cx="28193" cy="13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0" name="Google Shape;860;p3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507617" y="3293871"/>
              <a:ext cx="35179" cy="36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1" name="Google Shape;861;p3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13914" y="3293871"/>
            <a:ext cx="141859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3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18077" y="3293871"/>
            <a:ext cx="161162" cy="1164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3" name="Google Shape;863;p34"/>
          <p:cNvGrpSpPr/>
          <p:nvPr/>
        </p:nvGrpSpPr>
        <p:grpSpPr>
          <a:xfrm>
            <a:off x="6555867" y="3293871"/>
            <a:ext cx="247777" cy="116839"/>
            <a:chOff x="6555867" y="3293871"/>
            <a:chExt cx="247777" cy="116839"/>
          </a:xfrm>
        </p:grpSpPr>
        <p:pic>
          <p:nvPicPr>
            <p:cNvPr id="864" name="Google Shape;864;p3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555867" y="3293871"/>
              <a:ext cx="141858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5" name="Google Shape;865;p3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739255" y="3309492"/>
              <a:ext cx="64389" cy="1008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6" name="Google Shape;866;p3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50506" y="3293871"/>
            <a:ext cx="594868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7" name="Google Shape;867;p34"/>
          <p:cNvGrpSpPr/>
          <p:nvPr/>
        </p:nvGrpSpPr>
        <p:grpSpPr>
          <a:xfrm>
            <a:off x="1196771" y="3613911"/>
            <a:ext cx="346025" cy="134874"/>
            <a:chOff x="1196771" y="3613911"/>
            <a:chExt cx="346025" cy="134874"/>
          </a:xfrm>
        </p:grpSpPr>
        <p:pic>
          <p:nvPicPr>
            <p:cNvPr id="868" name="Google Shape;868;p3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196771" y="3613911"/>
              <a:ext cx="35204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9" name="Google Shape;869;p3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248562" y="3613911"/>
              <a:ext cx="198729" cy="13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0" name="Google Shape;870;p3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463421" y="3613911"/>
              <a:ext cx="28193" cy="13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1" name="Google Shape;871;p3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507617" y="3613911"/>
              <a:ext cx="35179" cy="36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2" name="Google Shape;872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484373" y="3613911"/>
            <a:ext cx="402463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3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918077" y="3613911"/>
            <a:ext cx="161162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3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555867" y="3623055"/>
            <a:ext cx="889507" cy="1438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5" name="Google Shape;875;p34"/>
          <p:cNvGrpSpPr/>
          <p:nvPr/>
        </p:nvGrpSpPr>
        <p:grpSpPr>
          <a:xfrm>
            <a:off x="1196771" y="3979671"/>
            <a:ext cx="346025" cy="134873"/>
            <a:chOff x="1196771" y="3979671"/>
            <a:chExt cx="346025" cy="134873"/>
          </a:xfrm>
        </p:grpSpPr>
        <p:pic>
          <p:nvPicPr>
            <p:cNvPr id="876" name="Google Shape;876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96771" y="3979671"/>
              <a:ext cx="35204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7" name="Google Shape;877;p3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48562" y="3979671"/>
              <a:ext cx="198729" cy="134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" name="Google Shape;878;p3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63421" y="3979671"/>
              <a:ext cx="28193" cy="134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9" name="Google Shape;879;p3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507617" y="3979671"/>
              <a:ext cx="35179" cy="36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80" name="Google Shape;880;p3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528570" y="3979671"/>
            <a:ext cx="315594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3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3948429" y="3979671"/>
            <a:ext cx="10896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3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840476" y="3988815"/>
            <a:ext cx="2318257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3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20851" y="1906523"/>
            <a:ext cx="4621530" cy="759713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3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5" name="Google Shape;885;p3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19327" y="1519427"/>
            <a:ext cx="1082802" cy="16535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34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Google Shape;8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560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0160" y="2295144"/>
            <a:ext cx="1657350" cy="140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0160" y="2705100"/>
            <a:ext cx="2219705" cy="151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80160" y="3116579"/>
            <a:ext cx="1527810" cy="140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80160" y="3526535"/>
            <a:ext cx="3975354" cy="15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0851" y="1906523"/>
            <a:ext cx="3204210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3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" name="Google Shape;901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9327" y="1519427"/>
            <a:ext cx="1082802" cy="165353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35"/>
          <p:cNvSpPr/>
          <p:nvPr/>
        </p:nvSpPr>
        <p:spPr>
          <a:xfrm>
            <a:off x="908303" y="2246376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4000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4" y="185420"/>
                </a:lnTo>
                <a:lnTo>
                  <a:pt x="291084" y="37084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5"/>
          <p:cNvSpPr/>
          <p:nvPr/>
        </p:nvSpPr>
        <p:spPr>
          <a:xfrm>
            <a:off x="908303" y="2654807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6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6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5"/>
          <p:cNvSpPr/>
          <p:nvPr/>
        </p:nvSpPr>
        <p:spPr>
          <a:xfrm>
            <a:off x="903732" y="3066288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5"/>
          <p:cNvSpPr/>
          <p:nvPr/>
        </p:nvSpPr>
        <p:spPr>
          <a:xfrm>
            <a:off x="903732" y="3476244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5"/>
          <p:cNvSpPr txBox="1"/>
          <p:nvPr/>
        </p:nvSpPr>
        <p:spPr>
          <a:xfrm>
            <a:off x="976680" y="2252598"/>
            <a:ext cx="153670" cy="143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5079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0160" rtl="0" algn="l">
              <a:lnSpc>
                <a:spcPct val="224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  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7" name="Google Shape;907;p35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6" name="Google Shape;916;p36"/>
          <p:cNvGraphicFramePr/>
          <p:nvPr/>
        </p:nvGraphicFramePr>
        <p:xfrm>
          <a:off x="711200" y="2573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242700"/>
                <a:gridCol w="1242700"/>
                <a:gridCol w="1242700"/>
                <a:gridCol w="49053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17" name="Google Shape;91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4488" y="2673604"/>
            <a:ext cx="344271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7792" y="2670810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12515" y="2668016"/>
            <a:ext cx="410718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58660" y="2668016"/>
            <a:ext cx="669417" cy="13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8433" y="2976117"/>
            <a:ext cx="79832" cy="134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2" name="Google Shape;922;p36"/>
          <p:cNvGrpSpPr/>
          <p:nvPr/>
        </p:nvGrpSpPr>
        <p:grpSpPr>
          <a:xfrm>
            <a:off x="1221955" y="2976117"/>
            <a:ext cx="311950" cy="134874"/>
            <a:chOff x="1221955" y="2976117"/>
            <a:chExt cx="311950" cy="134874"/>
          </a:xfrm>
        </p:grpSpPr>
        <p:pic>
          <p:nvPicPr>
            <p:cNvPr id="923" name="Google Shape;923;p3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21955" y="2976117"/>
              <a:ext cx="46647" cy="41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4" name="Google Shape;924;p3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283462" y="2976117"/>
              <a:ext cx="156463" cy="11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5" name="Google Shape;925;p3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454531" y="2976117"/>
              <a:ext cx="28193" cy="13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6" name="Google Shape;926;p3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498727" y="2976117"/>
              <a:ext cx="35178" cy="365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7" name="Google Shape;927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503551" y="2976117"/>
            <a:ext cx="141859" cy="11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762502" y="2976117"/>
            <a:ext cx="108965" cy="1164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9" name="Google Shape;929;p36"/>
          <p:cNvGrpSpPr/>
          <p:nvPr/>
        </p:nvGrpSpPr>
        <p:grpSpPr>
          <a:xfrm>
            <a:off x="5381371" y="2976117"/>
            <a:ext cx="3023489" cy="143891"/>
            <a:chOff x="5381371" y="2976117"/>
            <a:chExt cx="3023489" cy="143891"/>
          </a:xfrm>
        </p:grpSpPr>
        <p:pic>
          <p:nvPicPr>
            <p:cNvPr id="930" name="Google Shape;930;p3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381371" y="2976117"/>
              <a:ext cx="2890901" cy="143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1" name="Google Shape;931;p3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287385" y="2976117"/>
              <a:ext cx="117475" cy="1164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2" name="Google Shape;932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28433" y="3338448"/>
            <a:ext cx="79832" cy="134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3" name="Google Shape;933;p36"/>
          <p:cNvGrpSpPr/>
          <p:nvPr/>
        </p:nvGrpSpPr>
        <p:grpSpPr>
          <a:xfrm>
            <a:off x="1221955" y="3338448"/>
            <a:ext cx="311950" cy="134874"/>
            <a:chOff x="1221955" y="3338448"/>
            <a:chExt cx="311950" cy="134874"/>
          </a:xfrm>
        </p:grpSpPr>
        <p:pic>
          <p:nvPicPr>
            <p:cNvPr id="934" name="Google Shape;934;p3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221955" y="3338448"/>
              <a:ext cx="46647" cy="41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5" name="Google Shape;935;p3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283462" y="3338448"/>
              <a:ext cx="156463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6" name="Google Shape;936;p3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454531" y="3338448"/>
              <a:ext cx="28193" cy="13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7" name="Google Shape;937;p3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498727" y="3338448"/>
              <a:ext cx="35178" cy="36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8" name="Google Shape;938;p3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372486" y="3338448"/>
            <a:ext cx="40233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733546" y="3338448"/>
            <a:ext cx="161162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3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385053" y="3347592"/>
            <a:ext cx="3007105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28433" y="3704209"/>
            <a:ext cx="79832" cy="134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2" name="Google Shape;942;p36"/>
          <p:cNvGrpSpPr/>
          <p:nvPr/>
        </p:nvGrpSpPr>
        <p:grpSpPr>
          <a:xfrm>
            <a:off x="1221955" y="3704209"/>
            <a:ext cx="217970" cy="116840"/>
            <a:chOff x="1221955" y="3704209"/>
            <a:chExt cx="217970" cy="116840"/>
          </a:xfrm>
        </p:grpSpPr>
        <p:pic>
          <p:nvPicPr>
            <p:cNvPr id="943" name="Google Shape;943;p3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221955" y="3704209"/>
              <a:ext cx="46647" cy="41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4" name="Google Shape;944;p3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283462" y="3704209"/>
              <a:ext cx="156463" cy="116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5" name="Google Shape;945;p36"/>
          <p:cNvGrpSpPr/>
          <p:nvPr/>
        </p:nvGrpSpPr>
        <p:grpSpPr>
          <a:xfrm>
            <a:off x="1454530" y="3704209"/>
            <a:ext cx="79374" cy="134874"/>
            <a:chOff x="1454530" y="3704209"/>
            <a:chExt cx="79374" cy="134874"/>
          </a:xfrm>
        </p:grpSpPr>
        <p:pic>
          <p:nvPicPr>
            <p:cNvPr id="946" name="Google Shape;946;p3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498726" y="3704209"/>
              <a:ext cx="35178" cy="36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7" name="Google Shape;947;p3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454530" y="3704209"/>
              <a:ext cx="28193" cy="1348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8" name="Google Shape;948;p3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416682" y="3704209"/>
            <a:ext cx="315594" cy="11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3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733546" y="3704209"/>
            <a:ext cx="161162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36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385053" y="3713353"/>
            <a:ext cx="3007105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36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720851" y="1906511"/>
            <a:ext cx="3359658" cy="461022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36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3" name="Google Shape;953;p36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719327" y="1519427"/>
            <a:ext cx="1157478" cy="165353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36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6624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0496" y="2292095"/>
            <a:ext cx="2154174" cy="1443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851" y="1906523"/>
            <a:ext cx="2562606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3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6" name="Google Shape;966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1570482" cy="165353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37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6" name="Google Shape;976;p38"/>
          <p:cNvGraphicFramePr/>
          <p:nvPr/>
        </p:nvGraphicFramePr>
        <p:xfrm>
          <a:off x="711200" y="2573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283975"/>
                <a:gridCol w="1461775"/>
                <a:gridCol w="1034425"/>
                <a:gridCol w="4860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77" name="Google Shape;97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4338" y="2673604"/>
            <a:ext cx="344360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58923" y="2670810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69233" y="2668016"/>
            <a:ext cx="410717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8252" y="2668016"/>
            <a:ext cx="669290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1" name="Google Shape;981;p38"/>
          <p:cNvGrpSpPr/>
          <p:nvPr/>
        </p:nvGrpSpPr>
        <p:grpSpPr>
          <a:xfrm>
            <a:off x="1239748" y="2976117"/>
            <a:ext cx="118397" cy="116840"/>
            <a:chOff x="1239748" y="2976117"/>
            <a:chExt cx="118397" cy="116840"/>
          </a:xfrm>
        </p:grpSpPr>
        <p:pic>
          <p:nvPicPr>
            <p:cNvPr id="982" name="Google Shape;982;p3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89684" y="3020186"/>
              <a:ext cx="41275" cy="72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3" name="Google Shape;983;p3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39748" y="2976117"/>
              <a:ext cx="35204" cy="36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3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346834" y="3079480"/>
              <a:ext cx="11311" cy="130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5" name="Google Shape;985;p38"/>
          <p:cNvGrpSpPr/>
          <p:nvPr/>
        </p:nvGrpSpPr>
        <p:grpSpPr>
          <a:xfrm>
            <a:off x="1373886" y="2976117"/>
            <a:ext cx="91566" cy="116459"/>
            <a:chOff x="1373886" y="2976117"/>
            <a:chExt cx="91566" cy="116459"/>
          </a:xfrm>
        </p:grpSpPr>
        <p:pic>
          <p:nvPicPr>
            <p:cNvPr id="986" name="Google Shape;986;p3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430274" y="2976117"/>
              <a:ext cx="35178" cy="36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7" name="Google Shape;987;p3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373886" y="2976117"/>
              <a:ext cx="41528" cy="116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8" name="Google Shape;988;p38"/>
          <p:cNvGrpSpPr/>
          <p:nvPr/>
        </p:nvGrpSpPr>
        <p:grpSpPr>
          <a:xfrm>
            <a:off x="2596769" y="2976117"/>
            <a:ext cx="257682" cy="116840"/>
            <a:chOff x="2596769" y="2976117"/>
            <a:chExt cx="257682" cy="116840"/>
          </a:xfrm>
        </p:grpSpPr>
        <p:pic>
          <p:nvPicPr>
            <p:cNvPr id="989" name="Google Shape;989;p3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596769" y="2976117"/>
              <a:ext cx="35179" cy="36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0" name="Google Shape;990;p3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646680" y="2976117"/>
              <a:ext cx="157733" cy="11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1" name="Google Shape;991;p3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819273" y="2976117"/>
              <a:ext cx="35178" cy="365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2" name="Google Shape;992;p3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890390" y="2976117"/>
            <a:ext cx="161162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3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689600" y="2976117"/>
            <a:ext cx="2459228" cy="1438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4" name="Google Shape;994;p38"/>
          <p:cNvGrpSpPr/>
          <p:nvPr/>
        </p:nvGrpSpPr>
        <p:grpSpPr>
          <a:xfrm>
            <a:off x="1239748" y="3335020"/>
            <a:ext cx="175665" cy="116840"/>
            <a:chOff x="1239748" y="3335020"/>
            <a:chExt cx="175665" cy="116840"/>
          </a:xfrm>
        </p:grpSpPr>
        <p:pic>
          <p:nvPicPr>
            <p:cNvPr id="995" name="Google Shape;995;p3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239748" y="3335020"/>
              <a:ext cx="35204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6" name="Google Shape;996;p3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89684" y="3379089"/>
              <a:ext cx="41275" cy="72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7" name="Google Shape;997;p3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346834" y="3438382"/>
              <a:ext cx="11311" cy="13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8" name="Google Shape;998;p3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373885" y="3335020"/>
              <a:ext cx="41528" cy="1164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9" name="Google Shape;999;p3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592197" y="3335020"/>
            <a:ext cx="265302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430274" y="3335020"/>
            <a:ext cx="35178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3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890390" y="3335020"/>
            <a:ext cx="161162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3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685028" y="3335020"/>
            <a:ext cx="2468372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3" name="Google Shape;1003;p38"/>
          <p:cNvGrpSpPr/>
          <p:nvPr/>
        </p:nvGrpSpPr>
        <p:grpSpPr>
          <a:xfrm>
            <a:off x="1239748" y="3693921"/>
            <a:ext cx="225703" cy="116839"/>
            <a:chOff x="1239748" y="3693921"/>
            <a:chExt cx="225703" cy="116839"/>
          </a:xfrm>
        </p:grpSpPr>
        <p:pic>
          <p:nvPicPr>
            <p:cNvPr id="1004" name="Google Shape;1004;p3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239748" y="3693921"/>
              <a:ext cx="35204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5" name="Google Shape;1005;p3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89684" y="3737990"/>
              <a:ext cx="41275" cy="727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6" name="Google Shape;1006;p3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346834" y="3797284"/>
              <a:ext cx="11311" cy="13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7" name="Google Shape;1007;p38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373885" y="3693921"/>
              <a:ext cx="41528" cy="116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3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430273" y="3693921"/>
              <a:ext cx="35178" cy="36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9" name="Google Shape;1009;p38"/>
          <p:cNvGrpSpPr/>
          <p:nvPr/>
        </p:nvGrpSpPr>
        <p:grpSpPr>
          <a:xfrm>
            <a:off x="2596769" y="3693921"/>
            <a:ext cx="257556" cy="116839"/>
            <a:chOff x="2596769" y="3693921"/>
            <a:chExt cx="257556" cy="116839"/>
          </a:xfrm>
        </p:grpSpPr>
        <p:pic>
          <p:nvPicPr>
            <p:cNvPr id="1010" name="Google Shape;1010;p3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2596769" y="3693921"/>
              <a:ext cx="35179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3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646680" y="3693921"/>
              <a:ext cx="156337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38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2819146" y="3693921"/>
              <a:ext cx="35179" cy="36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13" name="Google Shape;1013;p3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919220" y="3693921"/>
            <a:ext cx="108965" cy="1164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4" name="Google Shape;1014;p38"/>
          <p:cNvGrpSpPr/>
          <p:nvPr/>
        </p:nvGrpSpPr>
        <p:grpSpPr>
          <a:xfrm>
            <a:off x="5836792" y="3703065"/>
            <a:ext cx="2164716" cy="116839"/>
            <a:chOff x="5836792" y="3703065"/>
            <a:chExt cx="2164716" cy="116839"/>
          </a:xfrm>
        </p:grpSpPr>
        <p:pic>
          <p:nvPicPr>
            <p:cNvPr id="1015" name="Google Shape;1015;p38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836792" y="3703065"/>
              <a:ext cx="2032254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6" name="Google Shape;1016;p38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884160" y="3703065"/>
              <a:ext cx="117348" cy="1164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17" name="Google Shape;1017;p38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720851" y="1906511"/>
            <a:ext cx="2897886" cy="447306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3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9" name="Google Shape;1019;p38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19327" y="1519427"/>
            <a:ext cx="1216913" cy="14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38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9" name="Google Shape;1029;p39"/>
          <p:cNvGraphicFramePr/>
          <p:nvPr/>
        </p:nvGraphicFramePr>
        <p:xfrm>
          <a:off x="703262" y="2284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15075"/>
                <a:gridCol w="1315075"/>
                <a:gridCol w="1315075"/>
                <a:gridCol w="4695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30" name="Google Shape;103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2860" y="2385567"/>
            <a:ext cx="344347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8630" y="2382773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5870" y="2379979"/>
            <a:ext cx="410717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3055" y="2379979"/>
            <a:ext cx="669417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39"/>
          <p:cNvGrpSpPr/>
          <p:nvPr/>
        </p:nvGrpSpPr>
        <p:grpSpPr>
          <a:xfrm>
            <a:off x="1211668" y="2688082"/>
            <a:ext cx="298868" cy="116839"/>
            <a:chOff x="1211668" y="2688082"/>
            <a:chExt cx="298868" cy="116839"/>
          </a:xfrm>
        </p:grpSpPr>
        <p:pic>
          <p:nvPicPr>
            <p:cNvPr id="1035" name="Google Shape;1035;p3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11668" y="2688082"/>
              <a:ext cx="149136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Google Shape;1036;p3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376933" y="2688082"/>
              <a:ext cx="133603" cy="1164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7" name="Google Shape;1037;p3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84576" y="2688082"/>
            <a:ext cx="13423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30880" y="2688082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07028" y="2688082"/>
            <a:ext cx="16103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08115" y="2688082"/>
            <a:ext cx="971803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1" name="Google Shape;1041;p39"/>
          <p:cNvGrpSpPr/>
          <p:nvPr/>
        </p:nvGrpSpPr>
        <p:grpSpPr>
          <a:xfrm>
            <a:off x="1211668" y="3046983"/>
            <a:ext cx="298868" cy="116839"/>
            <a:chOff x="1211668" y="3046983"/>
            <a:chExt cx="298868" cy="116839"/>
          </a:xfrm>
        </p:grpSpPr>
        <p:pic>
          <p:nvPicPr>
            <p:cNvPr id="1042" name="Google Shape;1042;p3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211668" y="3046983"/>
              <a:ext cx="149136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3" name="Google Shape;1043;p3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376933" y="3046983"/>
              <a:ext cx="133603" cy="1164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4" name="Google Shape;1044;p3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557145" y="3046983"/>
            <a:ext cx="237871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3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07028" y="3046983"/>
            <a:ext cx="16103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3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72122" y="3046983"/>
            <a:ext cx="845311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7" name="Google Shape;1047;p39"/>
          <p:cNvGrpSpPr/>
          <p:nvPr/>
        </p:nvGrpSpPr>
        <p:grpSpPr>
          <a:xfrm>
            <a:off x="1211668" y="3409315"/>
            <a:ext cx="298868" cy="116839"/>
            <a:chOff x="1211668" y="3409315"/>
            <a:chExt cx="298868" cy="116839"/>
          </a:xfrm>
        </p:grpSpPr>
        <p:pic>
          <p:nvPicPr>
            <p:cNvPr id="1048" name="Google Shape;1048;p3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211668" y="3409315"/>
              <a:ext cx="149136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3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376933" y="3409315"/>
              <a:ext cx="133603" cy="1164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50" name="Google Shape;1050;p3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499232" y="3409315"/>
            <a:ext cx="306450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16225" y="3409315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3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907028" y="3409315"/>
            <a:ext cx="16103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3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331330" y="3418459"/>
            <a:ext cx="1325499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3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20851" y="1906523"/>
            <a:ext cx="4331970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3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6" name="Google Shape;1056;p3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19327" y="1517903"/>
            <a:ext cx="1024890" cy="14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39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397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6" name="Google Shape;1066;p40"/>
          <p:cNvGraphicFramePr/>
          <p:nvPr/>
        </p:nvGraphicFramePr>
        <p:xfrm>
          <a:off x="703262" y="2284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15075"/>
                <a:gridCol w="1315075"/>
                <a:gridCol w="1315075"/>
                <a:gridCol w="4695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67" name="Google Shape;106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2860" y="2385567"/>
            <a:ext cx="344347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8630" y="2382773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5870" y="2379979"/>
            <a:ext cx="410717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3055" y="2379979"/>
            <a:ext cx="669417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40"/>
          <p:cNvGrpSpPr/>
          <p:nvPr/>
        </p:nvGrpSpPr>
        <p:grpSpPr>
          <a:xfrm>
            <a:off x="1210170" y="2688082"/>
            <a:ext cx="254648" cy="116839"/>
            <a:chOff x="1210170" y="2688082"/>
            <a:chExt cx="254648" cy="116839"/>
          </a:xfrm>
        </p:grpSpPr>
        <p:pic>
          <p:nvPicPr>
            <p:cNvPr id="1072" name="Google Shape;1072;p4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10170" y="2688082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3" name="Google Shape;1073;p4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373378" y="2709545"/>
              <a:ext cx="91440" cy="949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74" name="Google Shape;1074;p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75358" y="2688082"/>
            <a:ext cx="35178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4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84576" y="2688082"/>
            <a:ext cx="13423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730880" y="2688082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35857" y="2688082"/>
            <a:ext cx="10896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4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08115" y="2688082"/>
            <a:ext cx="971803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9" name="Google Shape;1079;p40"/>
          <p:cNvGrpSpPr/>
          <p:nvPr/>
        </p:nvGrpSpPr>
        <p:grpSpPr>
          <a:xfrm>
            <a:off x="1210170" y="3046983"/>
            <a:ext cx="254648" cy="116839"/>
            <a:chOff x="1210170" y="3046983"/>
            <a:chExt cx="254648" cy="116839"/>
          </a:xfrm>
        </p:grpSpPr>
        <p:pic>
          <p:nvPicPr>
            <p:cNvPr id="1080" name="Google Shape;1080;p4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210170" y="3046983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1" name="Google Shape;1081;p4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373378" y="3068446"/>
              <a:ext cx="91440" cy="949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82" name="Google Shape;1082;p4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557145" y="3046983"/>
            <a:ext cx="237871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4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75358" y="3046983"/>
            <a:ext cx="35178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4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07028" y="3046983"/>
            <a:ext cx="16103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4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572122" y="3046983"/>
            <a:ext cx="845311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6" name="Google Shape;1086;p40"/>
          <p:cNvGrpSpPr/>
          <p:nvPr/>
        </p:nvGrpSpPr>
        <p:grpSpPr>
          <a:xfrm>
            <a:off x="1210170" y="3409315"/>
            <a:ext cx="254648" cy="116839"/>
            <a:chOff x="1210170" y="3409315"/>
            <a:chExt cx="254648" cy="116839"/>
          </a:xfrm>
        </p:grpSpPr>
        <p:pic>
          <p:nvPicPr>
            <p:cNvPr id="1087" name="Google Shape;1087;p4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210170" y="3409315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8" name="Google Shape;1088;p4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373378" y="3430778"/>
              <a:ext cx="91440" cy="949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89" name="Google Shape;1089;p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75358" y="3409315"/>
            <a:ext cx="35178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4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499232" y="3409315"/>
            <a:ext cx="306450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4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16225" y="3409315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4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907028" y="3409315"/>
            <a:ext cx="16103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4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331330" y="3418459"/>
            <a:ext cx="1325499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40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20851" y="1906523"/>
            <a:ext cx="4028694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4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6" name="Google Shape;1096;p40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19327" y="1519427"/>
            <a:ext cx="1027937" cy="14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40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4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4846" y="6524434"/>
            <a:ext cx="6014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6" name="Google Shape;1106;p41"/>
          <p:cNvGraphicFramePr/>
          <p:nvPr/>
        </p:nvGraphicFramePr>
        <p:xfrm>
          <a:off x="703262" y="2284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15075"/>
                <a:gridCol w="1315075"/>
                <a:gridCol w="1315075"/>
                <a:gridCol w="4695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7" name="Google Shape;110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2860" y="2385567"/>
            <a:ext cx="344347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8630" y="2382773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5870" y="2379979"/>
            <a:ext cx="410717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3055" y="2379979"/>
            <a:ext cx="669417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1" name="Google Shape;1111;p41"/>
          <p:cNvGrpSpPr/>
          <p:nvPr/>
        </p:nvGrpSpPr>
        <p:grpSpPr>
          <a:xfrm>
            <a:off x="1211694" y="2688082"/>
            <a:ext cx="248551" cy="116839"/>
            <a:chOff x="1211694" y="2688082"/>
            <a:chExt cx="248551" cy="116839"/>
          </a:xfrm>
        </p:grpSpPr>
        <p:pic>
          <p:nvPicPr>
            <p:cNvPr id="1112" name="Google Shape;1112;p4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11694" y="2688082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4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376425" y="2688082"/>
              <a:ext cx="83820" cy="1164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14" name="Google Shape;1114;p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72311" y="2688082"/>
            <a:ext cx="35178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4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84576" y="2688082"/>
            <a:ext cx="13423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4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730880" y="2688082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4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07028" y="2688082"/>
            <a:ext cx="16103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4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08115" y="2688082"/>
            <a:ext cx="971803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9" name="Google Shape;1119;p41"/>
          <p:cNvGrpSpPr/>
          <p:nvPr/>
        </p:nvGrpSpPr>
        <p:grpSpPr>
          <a:xfrm>
            <a:off x="1211694" y="3046983"/>
            <a:ext cx="248551" cy="116839"/>
            <a:chOff x="1211694" y="3046983"/>
            <a:chExt cx="248551" cy="116839"/>
          </a:xfrm>
        </p:grpSpPr>
        <p:pic>
          <p:nvPicPr>
            <p:cNvPr id="1120" name="Google Shape;1120;p4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211694" y="3046983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4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376425" y="3046983"/>
              <a:ext cx="83820" cy="1164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22" name="Google Shape;1122;p4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557145" y="3046983"/>
            <a:ext cx="237871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4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72311" y="3046983"/>
            <a:ext cx="35178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4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07028" y="3046983"/>
            <a:ext cx="16103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4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572122" y="3046983"/>
            <a:ext cx="845311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6" name="Google Shape;1126;p41"/>
          <p:cNvGrpSpPr/>
          <p:nvPr/>
        </p:nvGrpSpPr>
        <p:grpSpPr>
          <a:xfrm>
            <a:off x="1211694" y="3409315"/>
            <a:ext cx="248551" cy="116839"/>
            <a:chOff x="1211694" y="3409315"/>
            <a:chExt cx="248551" cy="116839"/>
          </a:xfrm>
        </p:grpSpPr>
        <p:pic>
          <p:nvPicPr>
            <p:cNvPr id="1127" name="Google Shape;1127;p4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211694" y="3409315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8" name="Google Shape;1128;p4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376425" y="3409315"/>
              <a:ext cx="83820" cy="1164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29" name="Google Shape;1129;p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72311" y="3409315"/>
            <a:ext cx="35178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4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528189" y="3409315"/>
            <a:ext cx="250062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4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788792" y="3409315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4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935857" y="3409315"/>
            <a:ext cx="10896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4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052439" y="3418459"/>
            <a:ext cx="1884807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41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20851" y="1906523"/>
            <a:ext cx="4213098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4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6" name="Google Shape;1136;p41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19327" y="1519427"/>
            <a:ext cx="1018794" cy="14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41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4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8924" y="6524434"/>
            <a:ext cx="8301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6" name="Google Shape;1146;p42"/>
          <p:cNvGraphicFramePr/>
          <p:nvPr/>
        </p:nvGraphicFramePr>
        <p:xfrm>
          <a:off x="703262" y="2284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15075"/>
                <a:gridCol w="1315075"/>
                <a:gridCol w="1315075"/>
                <a:gridCol w="4695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47" name="Google Shape;1147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2860" y="2385567"/>
            <a:ext cx="344347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8630" y="2382773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5870" y="2379979"/>
            <a:ext cx="410717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3055" y="2379979"/>
            <a:ext cx="669417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1" name="Google Shape;1151;p42"/>
          <p:cNvGrpSpPr/>
          <p:nvPr/>
        </p:nvGrpSpPr>
        <p:grpSpPr>
          <a:xfrm>
            <a:off x="1159878" y="2688082"/>
            <a:ext cx="400952" cy="134873"/>
            <a:chOff x="1159878" y="2688082"/>
            <a:chExt cx="400952" cy="134873"/>
          </a:xfrm>
        </p:grpSpPr>
        <p:pic>
          <p:nvPicPr>
            <p:cNvPr id="1152" name="Google Shape;1152;p4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59878" y="2688082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3" name="Google Shape;1153;p4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322578" y="2688082"/>
              <a:ext cx="238252" cy="1348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4" name="Google Shape;1154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84576" y="2688082"/>
            <a:ext cx="13423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4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30880" y="2688082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35857" y="2688082"/>
            <a:ext cx="10896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4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75527" y="2688082"/>
            <a:ext cx="1237106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42"/>
          <p:cNvGrpSpPr/>
          <p:nvPr/>
        </p:nvGrpSpPr>
        <p:grpSpPr>
          <a:xfrm>
            <a:off x="1159878" y="3046983"/>
            <a:ext cx="400952" cy="134874"/>
            <a:chOff x="1159878" y="3046983"/>
            <a:chExt cx="400952" cy="134874"/>
          </a:xfrm>
        </p:grpSpPr>
        <p:pic>
          <p:nvPicPr>
            <p:cNvPr id="1159" name="Google Shape;1159;p4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159878" y="3046983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0" name="Google Shape;1160;p4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322578" y="3046983"/>
              <a:ext cx="238252" cy="1348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1" name="Google Shape;1161;p4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557145" y="3046983"/>
            <a:ext cx="237871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4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35857" y="3046983"/>
            <a:ext cx="10896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4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75527" y="3046983"/>
            <a:ext cx="1237106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4" name="Google Shape;1164;p42"/>
          <p:cNvGrpSpPr/>
          <p:nvPr/>
        </p:nvGrpSpPr>
        <p:grpSpPr>
          <a:xfrm>
            <a:off x="1159878" y="3409315"/>
            <a:ext cx="400952" cy="134874"/>
            <a:chOff x="1159878" y="3409315"/>
            <a:chExt cx="400952" cy="134874"/>
          </a:xfrm>
        </p:grpSpPr>
        <p:pic>
          <p:nvPicPr>
            <p:cNvPr id="1165" name="Google Shape;1165;p4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159878" y="3409315"/>
              <a:ext cx="14911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6" name="Google Shape;1166;p4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322578" y="3409315"/>
              <a:ext cx="238252" cy="1348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7" name="Google Shape;1167;p4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528189" y="3409315"/>
            <a:ext cx="250062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4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788792" y="3409315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4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907028" y="3409315"/>
            <a:ext cx="16103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4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297803" y="3418459"/>
            <a:ext cx="1392554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4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20851" y="1906523"/>
            <a:ext cx="3307841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4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3" name="Google Shape;1173;p4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19327" y="1519427"/>
            <a:ext cx="1187958" cy="1653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42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Google Shape;11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560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3" name="Google Shape;1183;p43"/>
          <p:cNvGraphicFramePr/>
          <p:nvPr/>
        </p:nvGraphicFramePr>
        <p:xfrm>
          <a:off x="703262" y="2284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15075"/>
                <a:gridCol w="1315075"/>
                <a:gridCol w="1315075"/>
                <a:gridCol w="4695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84" name="Google Shape;118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2860" y="2385567"/>
            <a:ext cx="344347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8630" y="2382773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5870" y="2379979"/>
            <a:ext cx="410717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3055" y="2379979"/>
            <a:ext cx="669417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8" name="Google Shape;1188;p43"/>
          <p:cNvGrpSpPr/>
          <p:nvPr/>
        </p:nvGrpSpPr>
        <p:grpSpPr>
          <a:xfrm>
            <a:off x="1115656" y="2688082"/>
            <a:ext cx="489369" cy="134873"/>
            <a:chOff x="1115656" y="2688082"/>
            <a:chExt cx="489369" cy="134873"/>
          </a:xfrm>
        </p:grpSpPr>
        <p:pic>
          <p:nvPicPr>
            <p:cNvPr id="1189" name="Google Shape;1189;p4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15656" y="2688082"/>
              <a:ext cx="149136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0" name="Google Shape;1190;p4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78381" y="2688082"/>
              <a:ext cx="326644" cy="1348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1" name="Google Shape;1191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57145" y="2688082"/>
            <a:ext cx="237871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35857" y="2688082"/>
            <a:ext cx="10896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4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45403" y="2688082"/>
            <a:ext cx="1698752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4" name="Google Shape;1194;p43"/>
          <p:cNvGrpSpPr/>
          <p:nvPr/>
        </p:nvGrpSpPr>
        <p:grpSpPr>
          <a:xfrm>
            <a:off x="1115656" y="3046983"/>
            <a:ext cx="489369" cy="134874"/>
            <a:chOff x="1115656" y="3046983"/>
            <a:chExt cx="489369" cy="134874"/>
          </a:xfrm>
        </p:grpSpPr>
        <p:pic>
          <p:nvPicPr>
            <p:cNvPr id="1195" name="Google Shape;1195;p4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115656" y="3046983"/>
              <a:ext cx="149136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6" name="Google Shape;1196;p4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278381" y="3046983"/>
              <a:ext cx="326644" cy="1348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7" name="Google Shape;1197;p4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528189" y="3046983"/>
            <a:ext cx="250062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4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788792" y="3046983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4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07028" y="3046983"/>
            <a:ext cx="16103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4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31330" y="3046983"/>
            <a:ext cx="1325499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1" name="Google Shape;1201;p43"/>
          <p:cNvGrpSpPr/>
          <p:nvPr/>
        </p:nvGrpSpPr>
        <p:grpSpPr>
          <a:xfrm>
            <a:off x="1115656" y="3405885"/>
            <a:ext cx="489369" cy="134874"/>
            <a:chOff x="1115656" y="3405885"/>
            <a:chExt cx="489369" cy="134874"/>
          </a:xfrm>
        </p:grpSpPr>
        <p:pic>
          <p:nvPicPr>
            <p:cNvPr id="1202" name="Google Shape;1202;p4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15656" y="3405885"/>
              <a:ext cx="149136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3" name="Google Shape;1203;p4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278381" y="3405885"/>
              <a:ext cx="326644" cy="1348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04" name="Google Shape;1204;p4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413889" y="3405885"/>
            <a:ext cx="478663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4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903092" y="3405885"/>
            <a:ext cx="35179" cy="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35857" y="3405885"/>
            <a:ext cx="10896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4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113398" y="3405885"/>
            <a:ext cx="1762759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4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20851" y="1906523"/>
            <a:ext cx="3819905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4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0" name="Google Shape;1210;p4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19327" y="1519427"/>
            <a:ext cx="1332737" cy="165353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43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656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0" name="Google Shape;1220;p44"/>
          <p:cNvGraphicFramePr/>
          <p:nvPr/>
        </p:nvGraphicFramePr>
        <p:xfrm>
          <a:off x="703262" y="2573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125850"/>
                <a:gridCol w="1705600"/>
                <a:gridCol w="1415425"/>
                <a:gridCol w="4394825"/>
              </a:tblGrid>
              <a:tr h="29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21" name="Google Shape;1221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8143" y="2683255"/>
            <a:ext cx="344322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092" y="2680461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7076" y="2677795"/>
            <a:ext cx="410718" cy="10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3677" y="2677795"/>
            <a:ext cx="669290" cy="132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5" name="Google Shape;1225;p44"/>
          <p:cNvGrpSpPr/>
          <p:nvPr/>
        </p:nvGrpSpPr>
        <p:grpSpPr>
          <a:xfrm>
            <a:off x="1106246" y="2953130"/>
            <a:ext cx="317043" cy="116459"/>
            <a:chOff x="1106246" y="2953130"/>
            <a:chExt cx="317043" cy="116459"/>
          </a:xfrm>
        </p:grpSpPr>
        <p:pic>
          <p:nvPicPr>
            <p:cNvPr id="1226" name="Google Shape;1226;p4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06246" y="2953130"/>
              <a:ext cx="35191" cy="36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7" name="Google Shape;1227;p4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55573" y="2953130"/>
              <a:ext cx="46659" cy="41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8" name="Google Shape;1228;p4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218692" y="2953130"/>
              <a:ext cx="204597" cy="1164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29" name="Google Shape;1229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29433" y="2953130"/>
            <a:ext cx="704215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158234" y="2953130"/>
            <a:ext cx="161162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4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02705" y="2953130"/>
            <a:ext cx="2486787" cy="144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2" name="Google Shape;1232;p44"/>
          <p:cNvGrpSpPr/>
          <p:nvPr/>
        </p:nvGrpSpPr>
        <p:grpSpPr>
          <a:xfrm>
            <a:off x="1106246" y="3227451"/>
            <a:ext cx="317043" cy="116459"/>
            <a:chOff x="1106246" y="3227451"/>
            <a:chExt cx="317043" cy="116459"/>
          </a:xfrm>
        </p:grpSpPr>
        <p:pic>
          <p:nvPicPr>
            <p:cNvPr id="1233" name="Google Shape;1233;p4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106246" y="3227451"/>
              <a:ext cx="35191" cy="36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4" name="Google Shape;1234;p4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155573" y="3227451"/>
              <a:ext cx="46659" cy="41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5" name="Google Shape;1235;p4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218692" y="3227451"/>
              <a:ext cx="204597" cy="1164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36" name="Google Shape;1236;p4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248661" y="3227451"/>
            <a:ext cx="864235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4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187063" y="3227451"/>
            <a:ext cx="10896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4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811392" y="3227451"/>
            <a:ext cx="2669540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4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20851" y="1906523"/>
            <a:ext cx="4441698" cy="459486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4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1" name="Google Shape;1241;p4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19327" y="1519427"/>
            <a:ext cx="1017270" cy="14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44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479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1" name="Google Shape;1251;p45"/>
          <p:cNvGraphicFramePr/>
          <p:nvPr/>
        </p:nvGraphicFramePr>
        <p:xfrm>
          <a:off x="703262" y="2284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125850"/>
                <a:gridCol w="1705600"/>
                <a:gridCol w="1415425"/>
                <a:gridCol w="4394825"/>
              </a:tblGrid>
              <a:tr h="29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52" name="Google Shape;1252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8143" y="2395220"/>
            <a:ext cx="344322" cy="127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092" y="2392426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7076" y="2389758"/>
            <a:ext cx="410718" cy="10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3677" y="2389758"/>
            <a:ext cx="669290" cy="132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522" y="2665095"/>
            <a:ext cx="361619" cy="144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7" name="Google Shape;1257;p45"/>
          <p:cNvGrpSpPr/>
          <p:nvPr/>
        </p:nvGrpSpPr>
        <p:grpSpPr>
          <a:xfrm>
            <a:off x="1407160" y="2655951"/>
            <a:ext cx="95376" cy="134747"/>
            <a:chOff x="1407160" y="2655951"/>
            <a:chExt cx="95376" cy="134747"/>
          </a:xfrm>
        </p:grpSpPr>
        <p:pic>
          <p:nvPicPr>
            <p:cNvPr id="1258" name="Google Shape;1258;p4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467358" y="2665095"/>
              <a:ext cx="35178" cy="36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9" name="Google Shape;1259;p4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07160" y="2655951"/>
              <a:ext cx="45465" cy="1347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60" name="Google Shape;1260;p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95905" y="2665095"/>
            <a:ext cx="772794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187063" y="2665095"/>
            <a:ext cx="10896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75401" y="2665095"/>
            <a:ext cx="2538476" cy="144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3" name="Google Shape;1263;p45"/>
          <p:cNvGrpSpPr/>
          <p:nvPr/>
        </p:nvGrpSpPr>
        <p:grpSpPr>
          <a:xfrm>
            <a:off x="1028522" y="2930270"/>
            <a:ext cx="474014" cy="153162"/>
            <a:chOff x="1028522" y="2930270"/>
            <a:chExt cx="474014" cy="153162"/>
          </a:xfrm>
        </p:grpSpPr>
        <p:pic>
          <p:nvPicPr>
            <p:cNvPr id="1264" name="Google Shape;1264;p4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028522" y="2939414"/>
              <a:ext cx="361619" cy="144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5" name="Google Shape;1265;p4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407159" y="2930270"/>
              <a:ext cx="45465" cy="1347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6" name="Google Shape;1266;p4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467358" y="2939414"/>
              <a:ext cx="35178" cy="367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67" name="Google Shape;1267;p4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245614" y="2939414"/>
            <a:ext cx="873379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4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158234" y="2939414"/>
            <a:ext cx="161162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4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966714" y="2939414"/>
            <a:ext cx="2355722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4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20851" y="1897379"/>
            <a:ext cx="333984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4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2" name="Google Shape;1272;p4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19327" y="1508760"/>
            <a:ext cx="1023366" cy="165353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45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4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560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2" name="Google Shape;1282;p46"/>
          <p:cNvGraphicFramePr/>
          <p:nvPr/>
        </p:nvGraphicFramePr>
        <p:xfrm>
          <a:off x="703262" y="2573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15075"/>
                <a:gridCol w="1315075"/>
                <a:gridCol w="1315075"/>
                <a:gridCol w="4695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83" name="Google Shape;1283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2860" y="2673604"/>
            <a:ext cx="344347" cy="12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8630" y="2670810"/>
            <a:ext cx="331596" cy="1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5870" y="2668016"/>
            <a:ext cx="410717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3055" y="2668016"/>
            <a:ext cx="669417" cy="13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7" name="Google Shape;1287;p46"/>
          <p:cNvGrpSpPr/>
          <p:nvPr/>
        </p:nvGrpSpPr>
        <p:grpSpPr>
          <a:xfrm>
            <a:off x="1098918" y="2976067"/>
            <a:ext cx="522871" cy="141909"/>
            <a:chOff x="1098918" y="2976067"/>
            <a:chExt cx="522871" cy="141909"/>
          </a:xfrm>
        </p:grpSpPr>
        <p:pic>
          <p:nvPicPr>
            <p:cNvPr id="1288" name="Google Shape;1288;p4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49807" y="2976117"/>
              <a:ext cx="177088" cy="116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9" name="Google Shape;1289;p4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098918" y="2976117"/>
              <a:ext cx="35204" cy="36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0" name="Google Shape;1290;p4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346961" y="2976067"/>
              <a:ext cx="223774" cy="141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1" name="Google Shape;1291;p4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586611" y="2976117"/>
              <a:ext cx="35178" cy="365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92" name="Google Shape;1292;p4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406269" y="2976117"/>
            <a:ext cx="536575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4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07028" y="2976117"/>
            <a:ext cx="16103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4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97219" y="2976117"/>
            <a:ext cx="1595247" cy="1438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5" name="Google Shape;1295;p46"/>
          <p:cNvGrpSpPr/>
          <p:nvPr/>
        </p:nvGrpSpPr>
        <p:grpSpPr>
          <a:xfrm>
            <a:off x="1098918" y="3334969"/>
            <a:ext cx="522871" cy="141909"/>
            <a:chOff x="1098918" y="3334969"/>
            <a:chExt cx="522871" cy="141909"/>
          </a:xfrm>
        </p:grpSpPr>
        <p:pic>
          <p:nvPicPr>
            <p:cNvPr id="1296" name="Google Shape;1296;p4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98918" y="3335020"/>
              <a:ext cx="35204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7" name="Google Shape;1297;p4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149807" y="3335020"/>
              <a:ext cx="177088" cy="116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8" name="Google Shape;1298;p4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346961" y="3334969"/>
              <a:ext cx="223774" cy="141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9" name="Google Shape;1299;p4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586611" y="3335020"/>
              <a:ext cx="35178" cy="36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00" name="Google Shape;1300;p4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397125" y="3335020"/>
            <a:ext cx="556387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4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07028" y="3335020"/>
            <a:ext cx="16103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4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188075" y="3335020"/>
            <a:ext cx="1612010" cy="143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3" name="Google Shape;1303;p46"/>
          <p:cNvGrpSpPr/>
          <p:nvPr/>
        </p:nvGrpSpPr>
        <p:grpSpPr>
          <a:xfrm>
            <a:off x="1098918" y="3693871"/>
            <a:ext cx="522871" cy="141909"/>
            <a:chOff x="1098918" y="3693871"/>
            <a:chExt cx="522871" cy="141909"/>
          </a:xfrm>
        </p:grpSpPr>
        <p:pic>
          <p:nvPicPr>
            <p:cNvPr id="1304" name="Google Shape;1304;p4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098918" y="3693921"/>
              <a:ext cx="35204" cy="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4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149807" y="3693921"/>
              <a:ext cx="177088" cy="116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4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346961" y="3693871"/>
              <a:ext cx="223774" cy="141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4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586611" y="3693921"/>
              <a:ext cx="35178" cy="36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08" name="Google Shape;1308;p4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423032" y="3693921"/>
            <a:ext cx="504571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4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935857" y="3693921"/>
            <a:ext cx="10896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4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745860" y="3693921"/>
            <a:ext cx="2502281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4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20851" y="1906523"/>
            <a:ext cx="3374898" cy="459486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46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3" name="Google Shape;1313;p46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19327" y="1519427"/>
            <a:ext cx="979170" cy="174498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46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8067" y="6524434"/>
            <a:ext cx="8301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4504944"/>
            <a:ext cx="5048250" cy="165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851" y="1906523"/>
            <a:ext cx="2737866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6" name="Google Shape;1326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136017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47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4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9" name="Google Shape;1329;p47"/>
          <p:cNvGrpSpPr/>
          <p:nvPr/>
        </p:nvGrpSpPr>
        <p:grpSpPr>
          <a:xfrm>
            <a:off x="661416" y="2282951"/>
            <a:ext cx="8679180" cy="1836420"/>
            <a:chOff x="661416" y="2282951"/>
            <a:chExt cx="8679180" cy="1836420"/>
          </a:xfrm>
        </p:grpSpPr>
        <p:pic>
          <p:nvPicPr>
            <p:cNvPr id="1330" name="Google Shape;1330;p4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90600" y="2282951"/>
              <a:ext cx="8349996" cy="18364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1" name="Google Shape;1331;p47"/>
            <p:cNvSpPr/>
            <p:nvPr/>
          </p:nvSpPr>
          <p:spPr>
            <a:xfrm>
              <a:off x="661416" y="2282951"/>
              <a:ext cx="291465" cy="222885"/>
            </a:xfrm>
            <a:custGeom>
              <a:rect b="b" l="l" r="r" t="t"/>
              <a:pathLst>
                <a:path extrusionOk="0" h="222885" w="291465">
                  <a:moveTo>
                    <a:pt x="254000" y="0"/>
                  </a:moveTo>
                  <a:lnTo>
                    <a:pt x="37084" y="0"/>
                  </a:lnTo>
                  <a:lnTo>
                    <a:pt x="22647" y="2919"/>
                  </a:lnTo>
                  <a:lnTo>
                    <a:pt x="10860" y="10874"/>
                  </a:lnTo>
                  <a:lnTo>
                    <a:pt x="2913" y="22663"/>
                  </a:lnTo>
                  <a:lnTo>
                    <a:pt x="0" y="37084"/>
                  </a:lnTo>
                  <a:lnTo>
                    <a:pt x="0" y="185420"/>
                  </a:lnTo>
                  <a:lnTo>
                    <a:pt x="2913" y="199840"/>
                  </a:lnTo>
                  <a:lnTo>
                    <a:pt x="10860" y="211629"/>
                  </a:lnTo>
                  <a:lnTo>
                    <a:pt x="22647" y="219584"/>
                  </a:lnTo>
                  <a:lnTo>
                    <a:pt x="37084" y="222503"/>
                  </a:lnTo>
                  <a:lnTo>
                    <a:pt x="254000" y="222503"/>
                  </a:lnTo>
                  <a:lnTo>
                    <a:pt x="268436" y="219584"/>
                  </a:lnTo>
                  <a:lnTo>
                    <a:pt x="280223" y="211629"/>
                  </a:lnTo>
                  <a:lnTo>
                    <a:pt x="288170" y="199840"/>
                  </a:lnTo>
                  <a:lnTo>
                    <a:pt x="291084" y="185420"/>
                  </a:lnTo>
                  <a:lnTo>
                    <a:pt x="291084" y="37084"/>
                  </a:lnTo>
                  <a:lnTo>
                    <a:pt x="288170" y="22663"/>
                  </a:lnTo>
                  <a:lnTo>
                    <a:pt x="280223" y="10874"/>
                  </a:lnTo>
                  <a:lnTo>
                    <a:pt x="268436" y="2919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2" name="Google Shape;1332;p47"/>
          <p:cNvSpPr txBox="1"/>
          <p:nvPr/>
        </p:nvSpPr>
        <p:spPr>
          <a:xfrm>
            <a:off x="557783" y="2174748"/>
            <a:ext cx="8783320" cy="208026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892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560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1906523"/>
            <a:ext cx="2737866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4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2" name="Google Shape;1342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136017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48"/>
          <p:cNvSpPr/>
          <p:nvPr/>
        </p:nvSpPr>
        <p:spPr>
          <a:xfrm>
            <a:off x="565404" y="2220467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5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90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48"/>
          <p:cNvSpPr txBox="1"/>
          <p:nvPr/>
        </p:nvSpPr>
        <p:spPr>
          <a:xfrm>
            <a:off x="638657" y="222694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45" name="Google Shape;1345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2980" y="2263139"/>
            <a:ext cx="1489709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6040" y="3829519"/>
            <a:ext cx="217122" cy="2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48"/>
          <p:cNvSpPr txBox="1"/>
          <p:nvPr/>
        </p:nvSpPr>
        <p:spPr>
          <a:xfrm>
            <a:off x="557783" y="3698747"/>
            <a:ext cx="8781415" cy="71628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2525"/>
                </a:solidFill>
                <a:latin typeface="Tahoma"/>
                <a:ea typeface="Tahoma"/>
                <a:cs typeface="Tahoma"/>
                <a:sym typeface="Tahoma"/>
              </a:rPr>
              <a:t>Line 1-3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3515" lvl="0" marL="649605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status code is 200, then OK.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48" name="Google Shape;1348;p48"/>
          <p:cNvGrpSpPr/>
          <p:nvPr/>
        </p:nvGrpSpPr>
        <p:grpSpPr>
          <a:xfrm>
            <a:off x="557784" y="2514599"/>
            <a:ext cx="8783320" cy="1089660"/>
            <a:chOff x="557784" y="2514599"/>
            <a:chExt cx="8783320" cy="1089660"/>
          </a:xfrm>
        </p:grpSpPr>
        <p:sp>
          <p:nvSpPr>
            <p:cNvPr id="1349" name="Google Shape;1349;p48"/>
            <p:cNvSpPr/>
            <p:nvPr/>
          </p:nvSpPr>
          <p:spPr>
            <a:xfrm>
              <a:off x="557784" y="2514599"/>
              <a:ext cx="8783320" cy="1089660"/>
            </a:xfrm>
            <a:custGeom>
              <a:rect b="b" l="l" r="r" t="t"/>
              <a:pathLst>
                <a:path extrusionOk="0" h="1089660" w="8783320">
                  <a:moveTo>
                    <a:pt x="0" y="1089660"/>
                  </a:moveTo>
                  <a:lnTo>
                    <a:pt x="8782812" y="1089660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089660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0" name="Google Shape;1350;p4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6595" y="2666085"/>
              <a:ext cx="8537904" cy="796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1" name="Google Shape;1351;p48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560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1906523"/>
            <a:ext cx="2737866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4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2" name="Google Shape;1362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1360170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6040" y="3829519"/>
            <a:ext cx="217122" cy="2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49"/>
          <p:cNvSpPr txBox="1"/>
          <p:nvPr/>
        </p:nvSpPr>
        <p:spPr>
          <a:xfrm>
            <a:off x="557783" y="3698747"/>
            <a:ext cx="8781415" cy="71628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2525"/>
                </a:solidFill>
                <a:latin typeface="Tahoma"/>
                <a:ea typeface="Tahoma"/>
                <a:cs typeface="Tahoma"/>
                <a:sym typeface="Tahoma"/>
              </a:rPr>
              <a:t>Line 1-4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3515" lvl="0" marL="649605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easily intelligible yet.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5" name="Google Shape;1365;p49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4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7" name="Google Shape;1367;p49"/>
          <p:cNvGrpSpPr/>
          <p:nvPr/>
        </p:nvGrpSpPr>
        <p:grpSpPr>
          <a:xfrm>
            <a:off x="557784" y="2514599"/>
            <a:ext cx="8783320" cy="1089660"/>
            <a:chOff x="557784" y="2514599"/>
            <a:chExt cx="8783320" cy="1089660"/>
          </a:xfrm>
        </p:grpSpPr>
        <p:sp>
          <p:nvSpPr>
            <p:cNvPr id="1368" name="Google Shape;1368;p49"/>
            <p:cNvSpPr/>
            <p:nvPr/>
          </p:nvSpPr>
          <p:spPr>
            <a:xfrm>
              <a:off x="557784" y="2514599"/>
              <a:ext cx="8783320" cy="1089660"/>
            </a:xfrm>
            <a:custGeom>
              <a:rect b="b" l="l" r="r" t="t"/>
              <a:pathLst>
                <a:path extrusionOk="0" h="1089660" w="8783320">
                  <a:moveTo>
                    <a:pt x="0" y="1089660"/>
                  </a:moveTo>
                  <a:lnTo>
                    <a:pt x="8782812" y="1089660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089660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69" name="Google Shape;1369;p4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96595" y="2666085"/>
              <a:ext cx="8537904" cy="796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0" name="Google Shape;1370;p49"/>
          <p:cNvSpPr/>
          <p:nvPr/>
        </p:nvSpPr>
        <p:spPr>
          <a:xfrm>
            <a:off x="565404" y="2220467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5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90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49"/>
          <p:cNvSpPr txBox="1"/>
          <p:nvPr/>
        </p:nvSpPr>
        <p:spPr>
          <a:xfrm>
            <a:off x="638657" y="222694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72" name="Google Shape;1372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2980" y="2263139"/>
            <a:ext cx="1489709" cy="16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949" y="6524434"/>
            <a:ext cx="8903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1906523"/>
            <a:ext cx="2737866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5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2" name="Google Shape;1382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1360170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736" y="2561844"/>
            <a:ext cx="8788908" cy="882396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50"/>
          <p:cNvSpPr txBox="1"/>
          <p:nvPr/>
        </p:nvSpPr>
        <p:spPr>
          <a:xfrm>
            <a:off x="437489" y="431419"/>
            <a:ext cx="2381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 String Manipulation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5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50"/>
          <p:cNvSpPr/>
          <p:nvPr/>
        </p:nvSpPr>
        <p:spPr>
          <a:xfrm>
            <a:off x="565404" y="2220467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5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90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50"/>
          <p:cNvSpPr txBox="1"/>
          <p:nvPr/>
        </p:nvSpPr>
        <p:spPr>
          <a:xfrm>
            <a:off x="638657" y="222694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88" name="Google Shape;1388;p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980" y="2263139"/>
            <a:ext cx="1681733" cy="16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3" name="Google Shape;139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51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5" name="Google Shape;139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3431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116541"/>
            <a:ext cx="2090165" cy="39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695955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1203" y="3777996"/>
            <a:ext cx="1655826" cy="221742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51"/>
          <p:cNvSpPr/>
          <p:nvPr/>
        </p:nvSpPr>
        <p:spPr>
          <a:xfrm>
            <a:off x="1062227" y="3727703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2" name="Google Shape;1402;p5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1203" y="4189425"/>
            <a:ext cx="140436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51"/>
          <p:cNvSpPr/>
          <p:nvPr/>
        </p:nvSpPr>
        <p:spPr>
          <a:xfrm>
            <a:off x="1062227" y="4139184"/>
            <a:ext cx="36830" cy="253365"/>
          </a:xfrm>
          <a:custGeom>
            <a:rect b="b" l="l" r="r" t="t"/>
            <a:pathLst>
              <a:path extrusionOk="0" h="253364" w="36830">
                <a:moveTo>
                  <a:pt x="36575" y="0"/>
                </a:moveTo>
                <a:lnTo>
                  <a:pt x="0" y="0"/>
                </a:lnTo>
                <a:lnTo>
                  <a:pt x="0" y="252983"/>
                </a:lnTo>
                <a:lnTo>
                  <a:pt x="36575" y="252983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4" name="Google Shape;1404;p5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1203" y="4600905"/>
            <a:ext cx="1639062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51"/>
          <p:cNvSpPr/>
          <p:nvPr/>
        </p:nvSpPr>
        <p:spPr>
          <a:xfrm>
            <a:off x="1062227" y="4552188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6" name="Google Shape;1406;p5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66444" y="5026152"/>
            <a:ext cx="3411474" cy="20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51"/>
          <p:cNvSpPr/>
          <p:nvPr/>
        </p:nvSpPr>
        <p:spPr>
          <a:xfrm>
            <a:off x="1062227" y="4963667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51"/>
          <p:cNvSpPr/>
          <p:nvPr/>
        </p:nvSpPr>
        <p:spPr>
          <a:xfrm>
            <a:off x="1062227" y="5376671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9" name="Google Shape;1409;p5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51203" y="5425440"/>
            <a:ext cx="1367790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51"/>
          <p:cNvSpPr/>
          <p:nvPr/>
        </p:nvSpPr>
        <p:spPr>
          <a:xfrm>
            <a:off x="1062227" y="5788152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1" name="Google Shape;1411;p5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51203" y="5836920"/>
            <a:ext cx="764298" cy="2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6" name="Google Shape;141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0448" y="6524434"/>
            <a:ext cx="8301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52"/>
          <p:cNvSpPr txBox="1"/>
          <p:nvPr/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5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52"/>
          <p:cNvSpPr/>
          <p:nvPr/>
        </p:nvSpPr>
        <p:spPr>
          <a:xfrm>
            <a:off x="562355" y="1924811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2" name="Google Shape;1422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280" y="1949195"/>
            <a:ext cx="2686049" cy="174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3" name="Google Shape;1423;p52"/>
          <p:cNvGrpSpPr/>
          <p:nvPr/>
        </p:nvGrpSpPr>
        <p:grpSpPr>
          <a:xfrm>
            <a:off x="711708" y="2231135"/>
            <a:ext cx="8488680" cy="937260"/>
            <a:chOff x="711708" y="2231135"/>
            <a:chExt cx="8488680" cy="937260"/>
          </a:xfrm>
        </p:grpSpPr>
        <p:sp>
          <p:nvSpPr>
            <p:cNvPr id="1424" name="Google Shape;1424;p52"/>
            <p:cNvSpPr/>
            <p:nvPr/>
          </p:nvSpPr>
          <p:spPr>
            <a:xfrm>
              <a:off x="711708" y="2231135"/>
              <a:ext cx="8488680" cy="937260"/>
            </a:xfrm>
            <a:custGeom>
              <a:rect b="b" l="l" r="r" t="t"/>
              <a:pathLst>
                <a:path extrusionOk="0" h="937260" w="8488680">
                  <a:moveTo>
                    <a:pt x="8488680" y="0"/>
                  </a:moveTo>
                  <a:lnTo>
                    <a:pt x="0" y="0"/>
                  </a:lnTo>
                  <a:lnTo>
                    <a:pt x="0" y="937260"/>
                  </a:lnTo>
                  <a:lnTo>
                    <a:pt x="8488680" y="937260"/>
                  </a:lnTo>
                  <a:lnTo>
                    <a:pt x="848868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5" name="Google Shape;1425;p5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84731" y="2409431"/>
              <a:ext cx="7340346" cy="3878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26" name="Google Shape;1426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0851" y="3390900"/>
            <a:ext cx="4869942" cy="1358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3963" y="1443177"/>
            <a:ext cx="3874770" cy="30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397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5" name="Google Shape;1435;p53"/>
          <p:cNvGrpSpPr/>
          <p:nvPr/>
        </p:nvGrpSpPr>
        <p:grpSpPr>
          <a:xfrm>
            <a:off x="559308" y="2133600"/>
            <a:ext cx="8784590" cy="2609215"/>
            <a:chOff x="559308" y="2133600"/>
            <a:chExt cx="8784590" cy="2609215"/>
          </a:xfrm>
        </p:grpSpPr>
        <p:sp>
          <p:nvSpPr>
            <p:cNvPr id="1436" name="Google Shape;1436;p53"/>
            <p:cNvSpPr/>
            <p:nvPr/>
          </p:nvSpPr>
          <p:spPr>
            <a:xfrm>
              <a:off x="559308" y="2133600"/>
              <a:ext cx="8784590" cy="2609215"/>
            </a:xfrm>
            <a:custGeom>
              <a:rect b="b" l="l" r="r" t="t"/>
              <a:pathLst>
                <a:path extrusionOk="0" h="2609215" w="8784590">
                  <a:moveTo>
                    <a:pt x="8784336" y="0"/>
                  </a:moveTo>
                  <a:lnTo>
                    <a:pt x="0" y="0"/>
                  </a:lnTo>
                  <a:lnTo>
                    <a:pt x="0" y="2609088"/>
                  </a:lnTo>
                  <a:lnTo>
                    <a:pt x="8784336" y="2609088"/>
                  </a:lnTo>
                  <a:lnTo>
                    <a:pt x="87843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53"/>
            <p:cNvSpPr/>
            <p:nvPr/>
          </p:nvSpPr>
          <p:spPr>
            <a:xfrm>
              <a:off x="559308" y="2133600"/>
              <a:ext cx="8784590" cy="2609215"/>
            </a:xfrm>
            <a:custGeom>
              <a:rect b="b" l="l" r="r" t="t"/>
              <a:pathLst>
                <a:path extrusionOk="0" h="2609215" w="8784590">
                  <a:moveTo>
                    <a:pt x="0" y="2609088"/>
                  </a:moveTo>
                  <a:lnTo>
                    <a:pt x="8784336" y="26090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2609088"/>
                  </a:lnTo>
                  <a:close/>
                </a:path>
              </a:pathLst>
            </a:custGeom>
            <a:noFill/>
            <a:ln cap="flat" cmpd="sng" w="12175">
              <a:solidFill>
                <a:srgbClr val="F1F1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8" name="Google Shape;1438;p5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9" name="Google Shape;1439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7968233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53"/>
          <p:cNvSpPr txBox="1"/>
          <p:nvPr>
            <p:ph type="title"/>
          </p:nvPr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5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53"/>
          <p:cNvSpPr txBox="1"/>
          <p:nvPr/>
        </p:nvSpPr>
        <p:spPr>
          <a:xfrm>
            <a:off x="4014215" y="2438400"/>
            <a:ext cx="1765300" cy="335989"/>
          </a:xfrm>
          <a:prstGeom prst="rect">
            <a:avLst/>
          </a:prstGeom>
          <a:solidFill>
            <a:srgbClr val="DAE2F3"/>
          </a:solidFill>
          <a:ln cap="flat" cmpd="sng" w="12175">
            <a:solidFill>
              <a:srgbClr val="1329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5702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computer</a:t>
            </a:r>
            <a:endParaRPr/>
          </a:p>
        </p:txBody>
      </p:sp>
      <p:sp>
        <p:nvSpPr>
          <p:cNvPr id="1443" name="Google Shape;1443;p53"/>
          <p:cNvSpPr txBox="1"/>
          <p:nvPr>
            <p:ph idx="1" type="body"/>
          </p:nvPr>
        </p:nvSpPr>
        <p:spPr>
          <a:xfrm>
            <a:off x="553212" y="2127504"/>
            <a:ext cx="8796655" cy="60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language	language</a:t>
            </a:r>
            <a:endParaRPr/>
          </a:p>
        </p:txBody>
      </p:sp>
      <p:sp>
        <p:nvSpPr>
          <p:cNvPr id="1444" name="Google Shape;1444;p53"/>
          <p:cNvSpPr/>
          <p:nvPr/>
        </p:nvSpPr>
        <p:spPr>
          <a:xfrm>
            <a:off x="2034539" y="3544823"/>
            <a:ext cx="4577080" cy="76200"/>
          </a:xfrm>
          <a:custGeom>
            <a:rect b="b" l="l" r="r" t="t"/>
            <a:pathLst>
              <a:path extrusionOk="0" h="76200" w="457708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4577080">
                <a:moveTo>
                  <a:pt x="4500499" y="0"/>
                </a:moveTo>
                <a:lnTo>
                  <a:pt x="4500499" y="76200"/>
                </a:lnTo>
                <a:lnTo>
                  <a:pt x="4563999" y="44450"/>
                </a:lnTo>
                <a:lnTo>
                  <a:pt x="4513199" y="44450"/>
                </a:lnTo>
                <a:lnTo>
                  <a:pt x="4513199" y="31750"/>
                </a:lnTo>
                <a:lnTo>
                  <a:pt x="4563999" y="31750"/>
                </a:lnTo>
                <a:lnTo>
                  <a:pt x="4500499" y="0"/>
                </a:lnTo>
                <a:close/>
              </a:path>
              <a:path extrusionOk="0" h="76200" w="457708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4577080">
                <a:moveTo>
                  <a:pt x="4500499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500499" y="44450"/>
                </a:lnTo>
                <a:lnTo>
                  <a:pt x="4500499" y="31750"/>
                </a:lnTo>
                <a:close/>
              </a:path>
              <a:path extrusionOk="0" h="76200" w="4577080">
                <a:moveTo>
                  <a:pt x="4563999" y="31750"/>
                </a:moveTo>
                <a:lnTo>
                  <a:pt x="4513199" y="31750"/>
                </a:lnTo>
                <a:lnTo>
                  <a:pt x="4513199" y="44450"/>
                </a:lnTo>
                <a:lnTo>
                  <a:pt x="4563999" y="44450"/>
                </a:lnTo>
                <a:lnTo>
                  <a:pt x="4576699" y="38100"/>
                </a:lnTo>
                <a:lnTo>
                  <a:pt x="4563999" y="31750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53"/>
          <p:cNvSpPr/>
          <p:nvPr/>
        </p:nvSpPr>
        <p:spPr>
          <a:xfrm>
            <a:off x="4014215" y="4169664"/>
            <a:ext cx="3654425" cy="76200"/>
          </a:xfrm>
          <a:custGeom>
            <a:rect b="b" l="l" r="r" t="t"/>
            <a:pathLst>
              <a:path extrusionOk="0" h="76200" w="3654425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3654425">
                <a:moveTo>
                  <a:pt x="3578225" y="0"/>
                </a:moveTo>
                <a:lnTo>
                  <a:pt x="3578225" y="76200"/>
                </a:lnTo>
                <a:lnTo>
                  <a:pt x="3641725" y="44450"/>
                </a:lnTo>
                <a:lnTo>
                  <a:pt x="3590925" y="44450"/>
                </a:lnTo>
                <a:lnTo>
                  <a:pt x="3590925" y="31750"/>
                </a:lnTo>
                <a:lnTo>
                  <a:pt x="3641725" y="31750"/>
                </a:lnTo>
                <a:lnTo>
                  <a:pt x="3578225" y="0"/>
                </a:lnTo>
                <a:close/>
              </a:path>
              <a:path extrusionOk="0" h="76200" w="3654425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3654425">
                <a:moveTo>
                  <a:pt x="3578225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3578225" y="44450"/>
                </a:lnTo>
                <a:lnTo>
                  <a:pt x="3578225" y="31750"/>
                </a:lnTo>
                <a:close/>
              </a:path>
              <a:path extrusionOk="0" h="76200" w="3654425">
                <a:moveTo>
                  <a:pt x="3641725" y="31750"/>
                </a:moveTo>
                <a:lnTo>
                  <a:pt x="3590925" y="31750"/>
                </a:lnTo>
                <a:lnTo>
                  <a:pt x="3590925" y="44450"/>
                </a:lnTo>
                <a:lnTo>
                  <a:pt x="3641725" y="44450"/>
                </a:lnTo>
                <a:lnTo>
                  <a:pt x="3654425" y="38100"/>
                </a:lnTo>
                <a:lnTo>
                  <a:pt x="3641725" y="31750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53"/>
          <p:cNvSpPr txBox="1"/>
          <p:nvPr/>
        </p:nvSpPr>
        <p:spPr>
          <a:xfrm>
            <a:off x="3474720" y="3294888"/>
            <a:ext cx="1571625" cy="780983"/>
          </a:xfrm>
          <a:prstGeom prst="rect">
            <a:avLst/>
          </a:prstGeom>
          <a:solidFill>
            <a:srgbClr val="FAE4D5"/>
          </a:solidFill>
          <a:ln cap="flat" cmpd="sng" w="9525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-283845" lvl="0" marL="608330" marR="320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understanding  (NLU)</a:t>
            </a:r>
            <a:endParaRPr/>
          </a:p>
        </p:txBody>
      </p:sp>
      <p:sp>
        <p:nvSpPr>
          <p:cNvPr id="1447" name="Google Shape;1447;p53"/>
          <p:cNvSpPr txBox="1"/>
          <p:nvPr/>
        </p:nvSpPr>
        <p:spPr>
          <a:xfrm>
            <a:off x="5247132" y="3915155"/>
            <a:ext cx="1278890" cy="781624"/>
          </a:xfrm>
          <a:prstGeom prst="rect">
            <a:avLst/>
          </a:prstGeom>
          <a:solidFill>
            <a:srgbClr val="FAE4D5"/>
          </a:solidFill>
          <a:ln cap="flat" cmpd="sng" w="9525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-172719" lvl="0" marL="464819" marR="286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generation  (NLG)</a:t>
            </a:r>
            <a:endParaRPr/>
          </a:p>
        </p:txBody>
      </p:sp>
      <p:sp>
        <p:nvSpPr>
          <p:cNvPr id="1448" name="Google Shape;1448;p53"/>
          <p:cNvSpPr/>
          <p:nvPr/>
        </p:nvSpPr>
        <p:spPr>
          <a:xfrm>
            <a:off x="3042666" y="2593848"/>
            <a:ext cx="756285" cy="114300"/>
          </a:xfrm>
          <a:custGeom>
            <a:rect b="b" l="l" r="r" t="t"/>
            <a:pathLst>
              <a:path extrusionOk="0" h="114300" w="756285">
                <a:moveTo>
                  <a:pt x="641731" y="0"/>
                </a:moveTo>
                <a:lnTo>
                  <a:pt x="641731" y="114300"/>
                </a:lnTo>
                <a:lnTo>
                  <a:pt x="717931" y="76200"/>
                </a:lnTo>
                <a:lnTo>
                  <a:pt x="660781" y="76200"/>
                </a:lnTo>
                <a:lnTo>
                  <a:pt x="660781" y="38100"/>
                </a:lnTo>
                <a:lnTo>
                  <a:pt x="717931" y="38100"/>
                </a:lnTo>
                <a:lnTo>
                  <a:pt x="641731" y="0"/>
                </a:lnTo>
                <a:close/>
              </a:path>
              <a:path extrusionOk="0" h="114300" w="756285">
                <a:moveTo>
                  <a:pt x="6417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1731" y="76200"/>
                </a:lnTo>
                <a:lnTo>
                  <a:pt x="641731" y="38100"/>
                </a:lnTo>
                <a:close/>
              </a:path>
              <a:path extrusionOk="0" h="114300" w="756285">
                <a:moveTo>
                  <a:pt x="717931" y="38100"/>
                </a:moveTo>
                <a:lnTo>
                  <a:pt x="660781" y="38100"/>
                </a:lnTo>
                <a:lnTo>
                  <a:pt x="660781" y="76200"/>
                </a:lnTo>
                <a:lnTo>
                  <a:pt x="717931" y="76200"/>
                </a:lnTo>
                <a:lnTo>
                  <a:pt x="756031" y="57150"/>
                </a:lnTo>
                <a:lnTo>
                  <a:pt x="717931" y="3810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53"/>
          <p:cNvSpPr/>
          <p:nvPr/>
        </p:nvSpPr>
        <p:spPr>
          <a:xfrm>
            <a:off x="5855970" y="2593848"/>
            <a:ext cx="756285" cy="114300"/>
          </a:xfrm>
          <a:custGeom>
            <a:rect b="b" l="l" r="r" t="t"/>
            <a:pathLst>
              <a:path extrusionOk="0" h="114300" w="756284">
                <a:moveTo>
                  <a:pt x="641730" y="0"/>
                </a:moveTo>
                <a:lnTo>
                  <a:pt x="641730" y="114300"/>
                </a:lnTo>
                <a:lnTo>
                  <a:pt x="717930" y="76200"/>
                </a:lnTo>
                <a:lnTo>
                  <a:pt x="660780" y="76200"/>
                </a:lnTo>
                <a:lnTo>
                  <a:pt x="660780" y="38100"/>
                </a:lnTo>
                <a:lnTo>
                  <a:pt x="717930" y="38100"/>
                </a:lnTo>
                <a:lnTo>
                  <a:pt x="641730" y="0"/>
                </a:lnTo>
                <a:close/>
              </a:path>
              <a:path extrusionOk="0" h="114300" w="756284">
                <a:moveTo>
                  <a:pt x="64173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1730" y="76200"/>
                </a:lnTo>
                <a:lnTo>
                  <a:pt x="641730" y="38100"/>
                </a:lnTo>
                <a:close/>
              </a:path>
              <a:path extrusionOk="0" h="114300" w="756284">
                <a:moveTo>
                  <a:pt x="717930" y="38100"/>
                </a:moveTo>
                <a:lnTo>
                  <a:pt x="660780" y="38100"/>
                </a:lnTo>
                <a:lnTo>
                  <a:pt x="660780" y="76200"/>
                </a:lnTo>
                <a:lnTo>
                  <a:pt x="717930" y="76200"/>
                </a:lnTo>
                <a:lnTo>
                  <a:pt x="756030" y="57150"/>
                </a:lnTo>
                <a:lnTo>
                  <a:pt x="717930" y="3810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970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7" name="Google Shape;1457;p54"/>
          <p:cNvGrpSpPr/>
          <p:nvPr/>
        </p:nvGrpSpPr>
        <p:grpSpPr>
          <a:xfrm>
            <a:off x="2558795" y="4328160"/>
            <a:ext cx="1351915" cy="723900"/>
            <a:chOff x="2558795" y="4328160"/>
            <a:chExt cx="1351915" cy="723900"/>
          </a:xfrm>
        </p:grpSpPr>
        <p:sp>
          <p:nvSpPr>
            <p:cNvPr id="1458" name="Google Shape;1458;p54"/>
            <p:cNvSpPr/>
            <p:nvPr/>
          </p:nvSpPr>
          <p:spPr>
            <a:xfrm>
              <a:off x="2558795" y="4328160"/>
              <a:ext cx="1351915" cy="723900"/>
            </a:xfrm>
            <a:custGeom>
              <a:rect b="b" l="l" r="r" t="t"/>
              <a:pathLst>
                <a:path extrusionOk="0" h="723900" w="1351914">
                  <a:moveTo>
                    <a:pt x="0" y="120650"/>
                  </a:moveTo>
                  <a:lnTo>
                    <a:pt x="9475" y="73669"/>
                  </a:lnTo>
                  <a:lnTo>
                    <a:pt x="35321" y="35321"/>
                  </a:lnTo>
                  <a:lnTo>
                    <a:pt x="73669" y="9475"/>
                  </a:lnTo>
                  <a:lnTo>
                    <a:pt x="120650" y="0"/>
                  </a:lnTo>
                  <a:lnTo>
                    <a:pt x="1231138" y="0"/>
                  </a:lnTo>
                  <a:lnTo>
                    <a:pt x="1278118" y="9475"/>
                  </a:lnTo>
                  <a:lnTo>
                    <a:pt x="1316466" y="35321"/>
                  </a:lnTo>
                  <a:lnTo>
                    <a:pt x="1342312" y="73669"/>
                  </a:lnTo>
                  <a:lnTo>
                    <a:pt x="1351788" y="120650"/>
                  </a:lnTo>
                  <a:lnTo>
                    <a:pt x="1351788" y="603250"/>
                  </a:lnTo>
                  <a:lnTo>
                    <a:pt x="1342312" y="650230"/>
                  </a:lnTo>
                  <a:lnTo>
                    <a:pt x="1316466" y="688578"/>
                  </a:lnTo>
                  <a:lnTo>
                    <a:pt x="1278118" y="714424"/>
                  </a:lnTo>
                  <a:lnTo>
                    <a:pt x="1231138" y="723900"/>
                  </a:lnTo>
                  <a:lnTo>
                    <a:pt x="120650" y="723900"/>
                  </a:lnTo>
                  <a:lnTo>
                    <a:pt x="73669" y="714424"/>
                  </a:lnTo>
                  <a:lnTo>
                    <a:pt x="35321" y="688578"/>
                  </a:lnTo>
                  <a:lnTo>
                    <a:pt x="9475" y="650230"/>
                  </a:lnTo>
                  <a:lnTo>
                    <a:pt x="0" y="603250"/>
                  </a:lnTo>
                  <a:lnTo>
                    <a:pt x="0" y="120650"/>
                  </a:lnTo>
                  <a:close/>
                </a:path>
              </a:pathLst>
            </a:custGeom>
            <a:noFill/>
            <a:ln cap="flat" cmpd="sng" w="12175">
              <a:solidFill>
                <a:srgbClr val="006F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59" name="Google Shape;1459;p5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47155" y="4628414"/>
              <a:ext cx="182022" cy="128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0" name="Google Shape;1460;p54"/>
          <p:cNvSpPr/>
          <p:nvPr/>
        </p:nvSpPr>
        <p:spPr>
          <a:xfrm>
            <a:off x="3134867" y="3457955"/>
            <a:ext cx="200025" cy="814069"/>
          </a:xfrm>
          <a:custGeom>
            <a:rect b="b" l="l" r="r" t="t"/>
            <a:pathLst>
              <a:path extrusionOk="0" h="814070" w="200025">
                <a:moveTo>
                  <a:pt x="99821" y="0"/>
                </a:moveTo>
                <a:lnTo>
                  <a:pt x="0" y="99822"/>
                </a:lnTo>
                <a:lnTo>
                  <a:pt x="49911" y="99822"/>
                </a:lnTo>
                <a:lnTo>
                  <a:pt x="49911" y="713994"/>
                </a:lnTo>
                <a:lnTo>
                  <a:pt x="0" y="713994"/>
                </a:lnTo>
                <a:lnTo>
                  <a:pt x="99821" y="813816"/>
                </a:lnTo>
                <a:lnTo>
                  <a:pt x="199644" y="713994"/>
                </a:lnTo>
                <a:lnTo>
                  <a:pt x="149732" y="713994"/>
                </a:lnTo>
                <a:lnTo>
                  <a:pt x="149732" y="99822"/>
                </a:lnTo>
                <a:lnTo>
                  <a:pt x="199644" y="99822"/>
                </a:lnTo>
                <a:lnTo>
                  <a:pt x="9982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1" name="Google Shape;1461;p54"/>
          <p:cNvGrpSpPr/>
          <p:nvPr/>
        </p:nvGrpSpPr>
        <p:grpSpPr>
          <a:xfrm>
            <a:off x="702564" y="2266188"/>
            <a:ext cx="1351915" cy="725805"/>
            <a:chOff x="702564" y="2266188"/>
            <a:chExt cx="1351915" cy="725805"/>
          </a:xfrm>
        </p:grpSpPr>
        <p:sp>
          <p:nvSpPr>
            <p:cNvPr id="1462" name="Google Shape;1462;p54"/>
            <p:cNvSpPr/>
            <p:nvPr/>
          </p:nvSpPr>
          <p:spPr>
            <a:xfrm>
              <a:off x="702564" y="2266188"/>
              <a:ext cx="1351915" cy="725805"/>
            </a:xfrm>
            <a:custGeom>
              <a:rect b="b" l="l" r="r" t="t"/>
              <a:pathLst>
                <a:path extrusionOk="0" h="725805" w="1351914">
                  <a:moveTo>
                    <a:pt x="0" y="120903"/>
                  </a:moveTo>
                  <a:lnTo>
                    <a:pt x="9500" y="73830"/>
                  </a:lnTo>
                  <a:lnTo>
                    <a:pt x="35410" y="35401"/>
                  </a:lnTo>
                  <a:lnTo>
                    <a:pt x="73841" y="9497"/>
                  </a:lnTo>
                  <a:lnTo>
                    <a:pt x="120904" y="0"/>
                  </a:lnTo>
                  <a:lnTo>
                    <a:pt x="1230884" y="0"/>
                  </a:lnTo>
                  <a:lnTo>
                    <a:pt x="1277957" y="9497"/>
                  </a:lnTo>
                  <a:lnTo>
                    <a:pt x="1316386" y="35401"/>
                  </a:lnTo>
                  <a:lnTo>
                    <a:pt x="1342290" y="73830"/>
                  </a:lnTo>
                  <a:lnTo>
                    <a:pt x="1351788" y="120903"/>
                  </a:lnTo>
                  <a:lnTo>
                    <a:pt x="1351788" y="604520"/>
                  </a:lnTo>
                  <a:lnTo>
                    <a:pt x="1342290" y="651593"/>
                  </a:lnTo>
                  <a:lnTo>
                    <a:pt x="1316386" y="690022"/>
                  </a:lnTo>
                  <a:lnTo>
                    <a:pt x="1277957" y="715926"/>
                  </a:lnTo>
                  <a:lnTo>
                    <a:pt x="1230884" y="725424"/>
                  </a:lnTo>
                  <a:lnTo>
                    <a:pt x="120904" y="725424"/>
                  </a:lnTo>
                  <a:lnTo>
                    <a:pt x="73841" y="715926"/>
                  </a:lnTo>
                  <a:lnTo>
                    <a:pt x="35410" y="690022"/>
                  </a:lnTo>
                  <a:lnTo>
                    <a:pt x="9500" y="651593"/>
                  </a:lnTo>
                  <a:lnTo>
                    <a:pt x="0" y="604520"/>
                  </a:lnTo>
                  <a:lnTo>
                    <a:pt x="0" y="120903"/>
                  </a:lnTo>
                  <a:close/>
                </a:path>
              </a:pathLst>
            </a:custGeom>
            <a:noFill/>
            <a:ln cap="flat" cmpd="sng" w="12175">
              <a:solidFill>
                <a:srgbClr val="006F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3" name="Google Shape;1463;p5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03376" y="2462758"/>
              <a:ext cx="560082" cy="3589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4" name="Google Shape;1464;p54"/>
          <p:cNvGrpSpPr/>
          <p:nvPr/>
        </p:nvGrpSpPr>
        <p:grpSpPr>
          <a:xfrm>
            <a:off x="2525268" y="2266188"/>
            <a:ext cx="1351915" cy="725805"/>
            <a:chOff x="2525268" y="2266188"/>
            <a:chExt cx="1351915" cy="725805"/>
          </a:xfrm>
        </p:grpSpPr>
        <p:sp>
          <p:nvSpPr>
            <p:cNvPr id="1465" name="Google Shape;1465;p54"/>
            <p:cNvSpPr/>
            <p:nvPr/>
          </p:nvSpPr>
          <p:spPr>
            <a:xfrm>
              <a:off x="2525268" y="2266188"/>
              <a:ext cx="1351915" cy="725805"/>
            </a:xfrm>
            <a:custGeom>
              <a:rect b="b" l="l" r="r" t="t"/>
              <a:pathLst>
                <a:path extrusionOk="0" h="725805" w="1351914">
                  <a:moveTo>
                    <a:pt x="0" y="120903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4" y="0"/>
                  </a:lnTo>
                  <a:lnTo>
                    <a:pt x="1230883" y="0"/>
                  </a:lnTo>
                  <a:lnTo>
                    <a:pt x="1277957" y="9497"/>
                  </a:lnTo>
                  <a:lnTo>
                    <a:pt x="1316386" y="35401"/>
                  </a:lnTo>
                  <a:lnTo>
                    <a:pt x="1342290" y="73830"/>
                  </a:lnTo>
                  <a:lnTo>
                    <a:pt x="1351787" y="120903"/>
                  </a:lnTo>
                  <a:lnTo>
                    <a:pt x="1351787" y="604520"/>
                  </a:lnTo>
                  <a:lnTo>
                    <a:pt x="1342290" y="651593"/>
                  </a:lnTo>
                  <a:lnTo>
                    <a:pt x="1316386" y="690022"/>
                  </a:lnTo>
                  <a:lnTo>
                    <a:pt x="1277957" y="715926"/>
                  </a:lnTo>
                  <a:lnTo>
                    <a:pt x="1230883" y="725424"/>
                  </a:lnTo>
                  <a:lnTo>
                    <a:pt x="120904" y="725424"/>
                  </a:lnTo>
                  <a:lnTo>
                    <a:pt x="73830" y="715926"/>
                  </a:lnTo>
                  <a:lnTo>
                    <a:pt x="35401" y="690022"/>
                  </a:lnTo>
                  <a:lnTo>
                    <a:pt x="9497" y="651593"/>
                  </a:lnTo>
                  <a:lnTo>
                    <a:pt x="0" y="604520"/>
                  </a:lnTo>
                  <a:lnTo>
                    <a:pt x="0" y="120903"/>
                  </a:lnTo>
                  <a:close/>
                </a:path>
              </a:pathLst>
            </a:custGeom>
            <a:noFill/>
            <a:ln cap="flat" cmpd="sng" w="12175">
              <a:solidFill>
                <a:srgbClr val="006F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6" name="Google Shape;1466;p5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36163" y="2561844"/>
              <a:ext cx="796289" cy="1623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7" name="Google Shape;1467;p54"/>
          <p:cNvGrpSpPr/>
          <p:nvPr/>
        </p:nvGrpSpPr>
        <p:grpSpPr>
          <a:xfrm>
            <a:off x="4349495" y="2266188"/>
            <a:ext cx="1351915" cy="725805"/>
            <a:chOff x="4349495" y="2266188"/>
            <a:chExt cx="1351915" cy="725805"/>
          </a:xfrm>
        </p:grpSpPr>
        <p:sp>
          <p:nvSpPr>
            <p:cNvPr id="1468" name="Google Shape;1468;p54"/>
            <p:cNvSpPr/>
            <p:nvPr/>
          </p:nvSpPr>
          <p:spPr>
            <a:xfrm>
              <a:off x="4349495" y="2266188"/>
              <a:ext cx="1351915" cy="725805"/>
            </a:xfrm>
            <a:custGeom>
              <a:rect b="b" l="l" r="r" t="t"/>
              <a:pathLst>
                <a:path extrusionOk="0" h="725805" w="1351914">
                  <a:moveTo>
                    <a:pt x="0" y="120903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230883" y="0"/>
                  </a:lnTo>
                  <a:lnTo>
                    <a:pt x="1277957" y="9497"/>
                  </a:lnTo>
                  <a:lnTo>
                    <a:pt x="1316386" y="35401"/>
                  </a:lnTo>
                  <a:lnTo>
                    <a:pt x="1342290" y="73830"/>
                  </a:lnTo>
                  <a:lnTo>
                    <a:pt x="1351788" y="120903"/>
                  </a:lnTo>
                  <a:lnTo>
                    <a:pt x="1351788" y="604520"/>
                  </a:lnTo>
                  <a:lnTo>
                    <a:pt x="1342290" y="651593"/>
                  </a:lnTo>
                  <a:lnTo>
                    <a:pt x="1316386" y="690022"/>
                  </a:lnTo>
                  <a:lnTo>
                    <a:pt x="1277957" y="715926"/>
                  </a:lnTo>
                  <a:lnTo>
                    <a:pt x="1230883" y="725424"/>
                  </a:lnTo>
                  <a:lnTo>
                    <a:pt x="120903" y="725424"/>
                  </a:lnTo>
                  <a:lnTo>
                    <a:pt x="73830" y="715926"/>
                  </a:lnTo>
                  <a:lnTo>
                    <a:pt x="35401" y="690022"/>
                  </a:lnTo>
                  <a:lnTo>
                    <a:pt x="9497" y="651593"/>
                  </a:lnTo>
                  <a:lnTo>
                    <a:pt x="0" y="604520"/>
                  </a:lnTo>
                  <a:lnTo>
                    <a:pt x="0" y="120903"/>
                  </a:lnTo>
                  <a:close/>
                </a:path>
              </a:pathLst>
            </a:custGeom>
            <a:noFill/>
            <a:ln cap="flat" cmpd="sng" w="12175">
              <a:solidFill>
                <a:srgbClr val="006F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9" name="Google Shape;1469;p5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843295" y="2566481"/>
              <a:ext cx="436602" cy="1576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54"/>
          <p:cNvGrpSpPr/>
          <p:nvPr/>
        </p:nvGrpSpPr>
        <p:grpSpPr>
          <a:xfrm>
            <a:off x="6175248" y="2266188"/>
            <a:ext cx="1351915" cy="725805"/>
            <a:chOff x="6175248" y="2266188"/>
            <a:chExt cx="1351915" cy="725805"/>
          </a:xfrm>
        </p:grpSpPr>
        <p:sp>
          <p:nvSpPr>
            <p:cNvPr id="1471" name="Google Shape;1471;p54"/>
            <p:cNvSpPr/>
            <p:nvPr/>
          </p:nvSpPr>
          <p:spPr>
            <a:xfrm>
              <a:off x="6175248" y="2266188"/>
              <a:ext cx="1351915" cy="725805"/>
            </a:xfrm>
            <a:custGeom>
              <a:rect b="b" l="l" r="r" t="t"/>
              <a:pathLst>
                <a:path extrusionOk="0" h="725805" w="1351915">
                  <a:moveTo>
                    <a:pt x="0" y="120903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230883" y="0"/>
                  </a:lnTo>
                  <a:lnTo>
                    <a:pt x="1277957" y="9497"/>
                  </a:lnTo>
                  <a:lnTo>
                    <a:pt x="1316386" y="35401"/>
                  </a:lnTo>
                  <a:lnTo>
                    <a:pt x="1342290" y="73830"/>
                  </a:lnTo>
                  <a:lnTo>
                    <a:pt x="1351787" y="120903"/>
                  </a:lnTo>
                  <a:lnTo>
                    <a:pt x="1351787" y="604520"/>
                  </a:lnTo>
                  <a:lnTo>
                    <a:pt x="1342290" y="651593"/>
                  </a:lnTo>
                  <a:lnTo>
                    <a:pt x="1316386" y="690022"/>
                  </a:lnTo>
                  <a:lnTo>
                    <a:pt x="1277957" y="715926"/>
                  </a:lnTo>
                  <a:lnTo>
                    <a:pt x="1230883" y="725424"/>
                  </a:lnTo>
                  <a:lnTo>
                    <a:pt x="120903" y="725424"/>
                  </a:lnTo>
                  <a:lnTo>
                    <a:pt x="73830" y="715926"/>
                  </a:lnTo>
                  <a:lnTo>
                    <a:pt x="35401" y="690022"/>
                  </a:lnTo>
                  <a:lnTo>
                    <a:pt x="9497" y="651593"/>
                  </a:lnTo>
                  <a:lnTo>
                    <a:pt x="0" y="604520"/>
                  </a:lnTo>
                  <a:lnTo>
                    <a:pt x="0" y="120903"/>
                  </a:lnTo>
                  <a:close/>
                </a:path>
              </a:pathLst>
            </a:custGeom>
            <a:noFill/>
            <a:ln cap="flat" cmpd="sng" w="12175">
              <a:solidFill>
                <a:srgbClr val="006F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2" name="Google Shape;1472;p5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609588" y="2462758"/>
              <a:ext cx="436651" cy="3589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3" name="Google Shape;1473;p54"/>
          <p:cNvGrpSpPr/>
          <p:nvPr/>
        </p:nvGrpSpPr>
        <p:grpSpPr>
          <a:xfrm>
            <a:off x="7999476" y="2266188"/>
            <a:ext cx="1351915" cy="725805"/>
            <a:chOff x="7999476" y="2266188"/>
            <a:chExt cx="1351915" cy="725805"/>
          </a:xfrm>
        </p:grpSpPr>
        <p:sp>
          <p:nvSpPr>
            <p:cNvPr id="1474" name="Google Shape;1474;p54"/>
            <p:cNvSpPr/>
            <p:nvPr/>
          </p:nvSpPr>
          <p:spPr>
            <a:xfrm>
              <a:off x="7999476" y="2266188"/>
              <a:ext cx="1351915" cy="725805"/>
            </a:xfrm>
            <a:custGeom>
              <a:rect b="b" l="l" r="r" t="t"/>
              <a:pathLst>
                <a:path extrusionOk="0" h="725805" w="1351915">
                  <a:moveTo>
                    <a:pt x="0" y="120903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230883" y="0"/>
                  </a:lnTo>
                  <a:lnTo>
                    <a:pt x="1277957" y="9497"/>
                  </a:lnTo>
                  <a:lnTo>
                    <a:pt x="1316386" y="35401"/>
                  </a:lnTo>
                  <a:lnTo>
                    <a:pt x="1342290" y="73830"/>
                  </a:lnTo>
                  <a:lnTo>
                    <a:pt x="1351788" y="120903"/>
                  </a:lnTo>
                  <a:lnTo>
                    <a:pt x="1351788" y="604520"/>
                  </a:lnTo>
                  <a:lnTo>
                    <a:pt x="1342290" y="651593"/>
                  </a:lnTo>
                  <a:lnTo>
                    <a:pt x="1316386" y="690022"/>
                  </a:lnTo>
                  <a:lnTo>
                    <a:pt x="1277957" y="715926"/>
                  </a:lnTo>
                  <a:lnTo>
                    <a:pt x="1230883" y="725424"/>
                  </a:lnTo>
                  <a:lnTo>
                    <a:pt x="120903" y="725424"/>
                  </a:lnTo>
                  <a:lnTo>
                    <a:pt x="73830" y="715926"/>
                  </a:lnTo>
                  <a:lnTo>
                    <a:pt x="35401" y="690022"/>
                  </a:lnTo>
                  <a:lnTo>
                    <a:pt x="9497" y="651593"/>
                  </a:lnTo>
                  <a:lnTo>
                    <a:pt x="0" y="604520"/>
                  </a:lnTo>
                  <a:lnTo>
                    <a:pt x="0" y="120903"/>
                  </a:lnTo>
                  <a:close/>
                </a:path>
              </a:pathLst>
            </a:custGeom>
            <a:noFill/>
            <a:ln cap="flat" cmpd="sng" w="12175">
              <a:solidFill>
                <a:srgbClr val="006F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5" name="Google Shape;1475;p5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17069" y="2566481"/>
              <a:ext cx="592056" cy="15766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76" name="Google Shape;1476;p5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926335" y="2523744"/>
            <a:ext cx="588263" cy="231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5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55135" y="2523744"/>
            <a:ext cx="588263" cy="231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5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83935" y="2523744"/>
            <a:ext cx="588263" cy="231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9" name="Google Shape;1479;p5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12735" y="2523744"/>
            <a:ext cx="588264" cy="231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0" name="Google Shape;1480;p5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89660" y="3026664"/>
            <a:ext cx="4288536" cy="41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5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2" name="Google Shape;1482;p5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9327" y="1519427"/>
            <a:ext cx="814578" cy="144017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54"/>
          <p:cNvSpPr txBox="1"/>
          <p:nvPr/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5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9" name="Google Shape;148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560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5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3" name="Google Shape;1493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2399538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55"/>
          <p:cNvSpPr txBox="1"/>
          <p:nvPr/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5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6" name="Google Shape;1496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451" y="1967483"/>
            <a:ext cx="8472678" cy="222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2" name="Google Shape;150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56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5" name="Google Shape;1505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2885694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56"/>
          <p:cNvSpPr txBox="1"/>
          <p:nvPr>
            <p:ph type="title"/>
          </p:nvPr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5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8" name="Google Shape;1508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3419" y="4133088"/>
            <a:ext cx="7756398" cy="459486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56"/>
          <p:cNvSpPr txBox="1"/>
          <p:nvPr/>
        </p:nvSpPr>
        <p:spPr>
          <a:xfrm>
            <a:off x="896111" y="2436876"/>
            <a:ext cx="8159750" cy="142367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3784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DAF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It decides the part of speech (POS) for a given word based on linguistic phenomena rather than statistical methods.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7019" lvl="0" marL="378460" marR="20066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183DAF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In the sentence below, it grasps the meaning of the sentence with the first verb and figures out the object of the instruction and its subject matter  with ‘to’ or ‘that.’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14325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r>
              <a:rPr i="1" lang="en-US" sz="135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Send a message to Michael that I will be late for the meeting.”</a:t>
            </a:r>
            <a:endParaRPr sz="13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10" name="Google Shape;1510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0851" y="1906523"/>
            <a:ext cx="7331202" cy="16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6624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18" name="Google Shape;1518;p5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9" name="Google Shape;1519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3208782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57"/>
          <p:cNvSpPr txBox="1"/>
          <p:nvPr>
            <p:ph type="title"/>
          </p:nvPr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5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2" name="Google Shape;1522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851" y="1906523"/>
            <a:ext cx="8093202" cy="35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57"/>
          <p:cNvSpPr txBox="1"/>
          <p:nvPr/>
        </p:nvSpPr>
        <p:spPr>
          <a:xfrm>
            <a:off x="896111" y="2436876"/>
            <a:ext cx="8159750" cy="194284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3784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DAF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Lexical probability is a probability that a certain POS applies to a word. This can be expressed as P (POS | word) in mathematical form.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7019" lvl="0" marL="37846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183DAF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Contextual possibility is a possibility that a certain POS of a word will show with the POS of the next word. Mathematically, this is P (POS | POS).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7019" lvl="0" marL="378460" marR="634365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183DAF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Then, it labels the POS that produces the highest result of the multiplication of linguistic probability and contextual probability as the most  appropriate for words of semantic ambiguity.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4" name="Google Shape;1524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3419" y="4398264"/>
            <a:ext cx="8035290" cy="459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9" name="Google Shape;152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0" name="Google Shape;153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5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3" name="Google Shape;1533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3480054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851" y="1906523"/>
            <a:ext cx="8353806" cy="35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58"/>
          <p:cNvSpPr txBox="1"/>
          <p:nvPr>
            <p:ph type="title"/>
          </p:nvPr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5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58"/>
          <p:cNvSpPr txBox="1"/>
          <p:nvPr/>
        </p:nvSpPr>
        <p:spPr>
          <a:xfrm>
            <a:off x="896111" y="2436876"/>
            <a:ext cx="8159750" cy="1370888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3784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DAF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NLP models that understand a sentence or the overall context of sentences could have been created after deep learning-based NLP was initiated.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7019" lvl="0" marL="378460" marR="285115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183DAF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create an artificial neural network component that connects with all parts of a sentence, this variable, after learning, contains information  about the whole sentence. The accuracy is constantly increasing.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2" name="Google Shape;154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888486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59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7" name="Google Shape;1547;p59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1548" name="Google Shape;1548;p59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59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59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51" name="Google Shape;1551;p5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85288" y="4197070"/>
              <a:ext cx="4551425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2" name="Google Shape;1552;p5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3" name="Google Shape;1553;p59"/>
          <p:cNvSpPr txBox="1"/>
          <p:nvPr/>
        </p:nvSpPr>
        <p:spPr>
          <a:xfrm>
            <a:off x="437489" y="431419"/>
            <a:ext cx="3971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1.4. Natural Language Processing (NLP)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5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9" name="Google Shape;155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60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1" name="Google Shape;156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949" y="6524434"/>
            <a:ext cx="8903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4" name="Google Shape;1564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116541"/>
            <a:ext cx="2090165" cy="39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5" name="Google Shape;1565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695955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1203" y="3777996"/>
            <a:ext cx="1655826" cy="221742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60"/>
          <p:cNvSpPr/>
          <p:nvPr/>
        </p:nvSpPr>
        <p:spPr>
          <a:xfrm>
            <a:off x="1062227" y="3727703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8" name="Google Shape;1568;p6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1203" y="4189425"/>
            <a:ext cx="140436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60"/>
          <p:cNvSpPr/>
          <p:nvPr/>
        </p:nvSpPr>
        <p:spPr>
          <a:xfrm>
            <a:off x="1062227" y="4139184"/>
            <a:ext cx="36830" cy="253365"/>
          </a:xfrm>
          <a:custGeom>
            <a:rect b="b" l="l" r="r" t="t"/>
            <a:pathLst>
              <a:path extrusionOk="0" h="253364" w="36830">
                <a:moveTo>
                  <a:pt x="36575" y="0"/>
                </a:moveTo>
                <a:lnTo>
                  <a:pt x="0" y="0"/>
                </a:lnTo>
                <a:lnTo>
                  <a:pt x="0" y="252983"/>
                </a:lnTo>
                <a:lnTo>
                  <a:pt x="36575" y="252983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0" name="Google Shape;1570;p6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1203" y="4600905"/>
            <a:ext cx="1639062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60"/>
          <p:cNvSpPr/>
          <p:nvPr/>
        </p:nvSpPr>
        <p:spPr>
          <a:xfrm>
            <a:off x="1062227" y="4552188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2" name="Google Shape;1572;p6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1203" y="5013896"/>
            <a:ext cx="2777490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60"/>
          <p:cNvSpPr/>
          <p:nvPr/>
        </p:nvSpPr>
        <p:spPr>
          <a:xfrm>
            <a:off x="1062227" y="4963667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60"/>
          <p:cNvSpPr/>
          <p:nvPr/>
        </p:nvSpPr>
        <p:spPr>
          <a:xfrm>
            <a:off x="1062227" y="5376671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5" name="Google Shape;1575;p6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66444" y="5437632"/>
            <a:ext cx="1741170" cy="20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60"/>
          <p:cNvSpPr/>
          <p:nvPr/>
        </p:nvSpPr>
        <p:spPr>
          <a:xfrm>
            <a:off x="1062227" y="5788152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7" name="Google Shape;1577;p6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51203" y="5836920"/>
            <a:ext cx="764298" cy="2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2" name="Google Shape;158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3431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61"/>
          <p:cNvSpPr txBox="1"/>
          <p:nvPr>
            <p:ph type="title"/>
          </p:nvPr>
        </p:nvSpPr>
        <p:spPr>
          <a:xfrm>
            <a:off x="437489" y="431419"/>
            <a:ext cx="2022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1.5. Sequential Data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6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7" name="Google Shape;1587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819" y="1443202"/>
            <a:ext cx="2090166" cy="301015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61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9" name="Google Shape;1589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37004"/>
            <a:ext cx="3594354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2298166"/>
            <a:ext cx="7029450" cy="459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1" name="Google Shape;1591;p61"/>
          <p:cNvGrpSpPr/>
          <p:nvPr/>
        </p:nvGrpSpPr>
        <p:grpSpPr>
          <a:xfrm>
            <a:off x="6030467" y="3115056"/>
            <a:ext cx="2087880" cy="1297305"/>
            <a:chOff x="6030467" y="3115056"/>
            <a:chExt cx="2087880" cy="1297305"/>
          </a:xfrm>
        </p:grpSpPr>
        <p:pic>
          <p:nvPicPr>
            <p:cNvPr id="1592" name="Google Shape;1592;p6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030467" y="3115056"/>
              <a:ext cx="2081784" cy="1296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3" name="Google Shape;1593;p61"/>
            <p:cNvSpPr/>
            <p:nvPr/>
          </p:nvSpPr>
          <p:spPr>
            <a:xfrm>
              <a:off x="6030467" y="3115056"/>
              <a:ext cx="2087880" cy="1297305"/>
            </a:xfrm>
            <a:custGeom>
              <a:rect b="b" l="l" r="r" t="t"/>
              <a:pathLst>
                <a:path extrusionOk="0" h="1297304" w="2087879">
                  <a:moveTo>
                    <a:pt x="0" y="1296924"/>
                  </a:moveTo>
                  <a:lnTo>
                    <a:pt x="2087880" y="1296924"/>
                  </a:lnTo>
                  <a:lnTo>
                    <a:pt x="2087880" y="0"/>
                  </a:lnTo>
                  <a:lnTo>
                    <a:pt x="0" y="0"/>
                  </a:lnTo>
                  <a:lnTo>
                    <a:pt x="0" y="1296924"/>
                  </a:lnTo>
                  <a:close/>
                </a:path>
              </a:pathLst>
            </a:custGeom>
            <a:noFill/>
            <a:ln cap="flat" cmpd="sng" w="12175">
              <a:solidFill>
                <a:srgbClr val="DFDF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4" name="Google Shape;1594;p61"/>
          <p:cNvGrpSpPr/>
          <p:nvPr/>
        </p:nvGrpSpPr>
        <p:grpSpPr>
          <a:xfrm>
            <a:off x="1566671" y="3115056"/>
            <a:ext cx="2087880" cy="1297305"/>
            <a:chOff x="1566671" y="3115056"/>
            <a:chExt cx="2087880" cy="1297305"/>
          </a:xfrm>
        </p:grpSpPr>
        <p:sp>
          <p:nvSpPr>
            <p:cNvPr id="1595" name="Google Shape;1595;p61"/>
            <p:cNvSpPr/>
            <p:nvPr/>
          </p:nvSpPr>
          <p:spPr>
            <a:xfrm>
              <a:off x="1566671" y="3115056"/>
              <a:ext cx="2087880" cy="1297305"/>
            </a:xfrm>
            <a:custGeom>
              <a:rect b="b" l="l" r="r" t="t"/>
              <a:pathLst>
                <a:path extrusionOk="0" h="1297304" w="2087879">
                  <a:moveTo>
                    <a:pt x="0" y="1296924"/>
                  </a:moveTo>
                  <a:lnTo>
                    <a:pt x="2087879" y="1296924"/>
                  </a:lnTo>
                  <a:lnTo>
                    <a:pt x="2087879" y="0"/>
                  </a:lnTo>
                  <a:lnTo>
                    <a:pt x="0" y="0"/>
                  </a:lnTo>
                  <a:lnTo>
                    <a:pt x="0" y="1296924"/>
                  </a:lnTo>
                  <a:close/>
                </a:path>
              </a:pathLst>
            </a:custGeom>
            <a:noFill/>
            <a:ln cap="flat" cmpd="sng" w="12175">
              <a:solidFill>
                <a:srgbClr val="DFDF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6" name="Google Shape;1596;p6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863851" y="3218810"/>
              <a:ext cx="1488938" cy="11336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7" name="Google Shape;1597;p61"/>
          <p:cNvSpPr txBox="1"/>
          <p:nvPr/>
        </p:nvSpPr>
        <p:spPr>
          <a:xfrm>
            <a:off x="2245232" y="4485894"/>
            <a:ext cx="283527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(a) ECG signal	(b) Stock price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98" name="Google Shape;1598;p61"/>
          <p:cNvGrpSpPr/>
          <p:nvPr/>
        </p:nvGrpSpPr>
        <p:grpSpPr>
          <a:xfrm>
            <a:off x="3797807" y="3115056"/>
            <a:ext cx="2089785" cy="1297305"/>
            <a:chOff x="3797807" y="3115056"/>
            <a:chExt cx="2089785" cy="1297305"/>
          </a:xfrm>
        </p:grpSpPr>
        <p:sp>
          <p:nvSpPr>
            <p:cNvPr id="1599" name="Google Shape;1599;p61"/>
            <p:cNvSpPr/>
            <p:nvPr/>
          </p:nvSpPr>
          <p:spPr>
            <a:xfrm>
              <a:off x="3797807" y="3115056"/>
              <a:ext cx="2089785" cy="1297305"/>
            </a:xfrm>
            <a:custGeom>
              <a:rect b="b" l="l" r="r" t="t"/>
              <a:pathLst>
                <a:path extrusionOk="0" h="1297304" w="2089785">
                  <a:moveTo>
                    <a:pt x="0" y="1296924"/>
                  </a:moveTo>
                  <a:lnTo>
                    <a:pt x="2089404" y="1296924"/>
                  </a:lnTo>
                  <a:lnTo>
                    <a:pt x="2089404" y="0"/>
                  </a:lnTo>
                  <a:lnTo>
                    <a:pt x="0" y="0"/>
                  </a:lnTo>
                  <a:lnTo>
                    <a:pt x="0" y="1296924"/>
                  </a:lnTo>
                  <a:close/>
                </a:path>
              </a:pathLst>
            </a:custGeom>
            <a:noFill/>
            <a:ln cap="flat" cmpd="sng" w="12175">
              <a:solidFill>
                <a:srgbClr val="DFDF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00" name="Google Shape;1600;p6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870959" y="3295233"/>
              <a:ext cx="1903264" cy="9778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1" name="Google Shape;1601;p61"/>
          <p:cNvSpPr txBox="1"/>
          <p:nvPr/>
        </p:nvSpPr>
        <p:spPr>
          <a:xfrm>
            <a:off x="6540754" y="4485894"/>
            <a:ext cx="7594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(c) Vocal signal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2" name="Google Shape;1602;p61"/>
          <p:cNvSpPr txBox="1"/>
          <p:nvPr/>
        </p:nvSpPr>
        <p:spPr>
          <a:xfrm>
            <a:off x="2662554" y="5748324"/>
            <a:ext cx="6292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(d) sentence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3" name="Google Shape;1603;p61"/>
          <p:cNvSpPr txBox="1"/>
          <p:nvPr/>
        </p:nvSpPr>
        <p:spPr>
          <a:xfrm>
            <a:off x="5885815" y="5748324"/>
            <a:ext cx="8724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(e) DNA sequence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04" name="Google Shape;1604;p61"/>
          <p:cNvGrpSpPr/>
          <p:nvPr/>
        </p:nvGrpSpPr>
        <p:grpSpPr>
          <a:xfrm>
            <a:off x="4949951" y="4850892"/>
            <a:ext cx="3168650" cy="835660"/>
            <a:chOff x="4949951" y="4850892"/>
            <a:chExt cx="3168650" cy="835660"/>
          </a:xfrm>
        </p:grpSpPr>
        <p:sp>
          <p:nvSpPr>
            <p:cNvPr id="1605" name="Google Shape;1605;p61"/>
            <p:cNvSpPr/>
            <p:nvPr/>
          </p:nvSpPr>
          <p:spPr>
            <a:xfrm>
              <a:off x="4949951" y="4850892"/>
              <a:ext cx="3168650" cy="835660"/>
            </a:xfrm>
            <a:custGeom>
              <a:rect b="b" l="l" r="r" t="t"/>
              <a:pathLst>
                <a:path extrusionOk="0" h="835660" w="3168650">
                  <a:moveTo>
                    <a:pt x="0" y="835152"/>
                  </a:moveTo>
                  <a:lnTo>
                    <a:pt x="3168396" y="835152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835152"/>
                  </a:lnTo>
                  <a:close/>
                </a:path>
              </a:pathLst>
            </a:custGeom>
            <a:noFill/>
            <a:ln cap="flat" cmpd="sng" w="12175">
              <a:solidFill>
                <a:srgbClr val="DFDF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06" name="Google Shape;1606;p6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311139" y="4955854"/>
              <a:ext cx="2378964" cy="6875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7" name="Google Shape;1607;p61"/>
          <p:cNvSpPr txBox="1"/>
          <p:nvPr/>
        </p:nvSpPr>
        <p:spPr>
          <a:xfrm>
            <a:off x="1566672" y="4850891"/>
            <a:ext cx="3240405" cy="644407"/>
          </a:xfrm>
          <a:prstGeom prst="rect">
            <a:avLst/>
          </a:prstGeom>
          <a:noFill/>
          <a:ln cap="flat" cmpd="sng" w="12175">
            <a:solidFill>
              <a:srgbClr val="DF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06705" marR="461009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Climbing down did I see, the flower I couldn’t see on  the way up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2" name="Google Shape;161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03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3" name="Google Shape;161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4" name="Google Shape;1614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62"/>
          <p:cNvSpPr txBox="1"/>
          <p:nvPr/>
        </p:nvSpPr>
        <p:spPr>
          <a:xfrm>
            <a:off x="437489" y="431419"/>
            <a:ext cx="2022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1.5. Sequential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6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6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8" name="Google Shape;1618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3627882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92807"/>
            <a:ext cx="8379714" cy="1754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4" name="Google Shape;162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63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6" name="Google Shape;162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7" name="Google Shape;1627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9" name="Google Shape;1629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116541"/>
            <a:ext cx="2090165" cy="39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695955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1203" y="3777996"/>
            <a:ext cx="1655826" cy="221742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63"/>
          <p:cNvSpPr/>
          <p:nvPr/>
        </p:nvSpPr>
        <p:spPr>
          <a:xfrm>
            <a:off x="1062227" y="3727703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3" name="Google Shape;1633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1203" y="4189425"/>
            <a:ext cx="140436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4" name="Google Shape;1634;p63"/>
          <p:cNvSpPr/>
          <p:nvPr/>
        </p:nvSpPr>
        <p:spPr>
          <a:xfrm>
            <a:off x="1062227" y="4139184"/>
            <a:ext cx="36830" cy="253365"/>
          </a:xfrm>
          <a:custGeom>
            <a:rect b="b" l="l" r="r" t="t"/>
            <a:pathLst>
              <a:path extrusionOk="0" h="253364" w="36830">
                <a:moveTo>
                  <a:pt x="36575" y="0"/>
                </a:moveTo>
                <a:lnTo>
                  <a:pt x="0" y="0"/>
                </a:lnTo>
                <a:lnTo>
                  <a:pt x="0" y="252983"/>
                </a:lnTo>
                <a:lnTo>
                  <a:pt x="36575" y="252983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5" name="Google Shape;1635;p6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51203" y="4600905"/>
            <a:ext cx="1639062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63"/>
          <p:cNvSpPr/>
          <p:nvPr/>
        </p:nvSpPr>
        <p:spPr>
          <a:xfrm>
            <a:off x="1062227" y="4552188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7" name="Google Shape;1637;p6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1203" y="5013896"/>
            <a:ext cx="2777490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63"/>
          <p:cNvSpPr/>
          <p:nvPr/>
        </p:nvSpPr>
        <p:spPr>
          <a:xfrm>
            <a:off x="1062227" y="4963667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1062227" y="5376671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0" name="Google Shape;1640;p6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51203" y="5425440"/>
            <a:ext cx="1367790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63"/>
          <p:cNvSpPr/>
          <p:nvPr/>
        </p:nvSpPr>
        <p:spPr>
          <a:xfrm>
            <a:off x="1062227" y="5788152"/>
            <a:ext cx="36830" cy="251460"/>
          </a:xfrm>
          <a:custGeom>
            <a:rect b="b" l="l" r="r" t="t"/>
            <a:pathLst>
              <a:path extrusionOk="0" h="251460" w="3683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2" name="Google Shape;1642;p6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66444" y="5855208"/>
            <a:ext cx="968502" cy="20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7" name="Google Shape;164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970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248" y="1450835"/>
            <a:ext cx="933462" cy="293382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64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2" name="Google Shape;1652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8" y="1941636"/>
            <a:ext cx="384801" cy="17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0851" y="2324100"/>
            <a:ext cx="5004054" cy="7597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64"/>
          <p:cNvSpPr txBox="1"/>
          <p:nvPr/>
        </p:nvSpPr>
        <p:spPr>
          <a:xfrm>
            <a:off x="437489" y="431419"/>
            <a:ext cx="11493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1.6. Corpus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6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Google Shape;166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65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2" name="Google Shape;166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6036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229343"/>
            <a:ext cx="3342894" cy="3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9011" y="3985259"/>
            <a:ext cx="1482089" cy="16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65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9" name="Google Shape;1669;p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0536" y="4402835"/>
            <a:ext cx="1113282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65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1" name="Google Shape;1671;p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0536" y="4832603"/>
            <a:ext cx="2405634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1672" name="Google Shape;1672;p65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3" name="Google Shape;1673;p6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0536" y="5262371"/>
            <a:ext cx="116814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65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5" name="Google Shape;1675;p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79491" y="3976065"/>
            <a:ext cx="85878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65"/>
          <p:cNvSpPr/>
          <p:nvPr/>
        </p:nvSpPr>
        <p:spPr>
          <a:xfrm>
            <a:off x="4892040" y="3927347"/>
            <a:ext cx="35560" cy="251460"/>
          </a:xfrm>
          <a:custGeom>
            <a:rect b="b" l="l" r="r" t="t"/>
            <a:pathLst>
              <a:path extrusionOk="0" h="251460" w="35560">
                <a:moveTo>
                  <a:pt x="35051" y="0"/>
                </a:moveTo>
                <a:lnTo>
                  <a:pt x="0" y="0"/>
                </a:lnTo>
                <a:lnTo>
                  <a:pt x="0" y="251459"/>
                </a:lnTo>
                <a:lnTo>
                  <a:pt x="35051" y="251459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7" name="Google Shape;1677;p6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491" y="4402835"/>
            <a:ext cx="1550669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p65"/>
          <p:cNvSpPr/>
          <p:nvPr/>
        </p:nvSpPr>
        <p:spPr>
          <a:xfrm>
            <a:off x="4892040" y="4352544"/>
            <a:ext cx="35560" cy="253365"/>
          </a:xfrm>
          <a:custGeom>
            <a:rect b="b" l="l" r="r" t="t"/>
            <a:pathLst>
              <a:path extrusionOk="0" h="253364" w="35560">
                <a:moveTo>
                  <a:pt x="35051" y="0"/>
                </a:moveTo>
                <a:lnTo>
                  <a:pt x="0" y="0"/>
                </a:lnTo>
                <a:lnTo>
                  <a:pt x="0" y="252984"/>
                </a:lnTo>
                <a:lnTo>
                  <a:pt x="35051" y="252984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9" name="Google Shape;1679;p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0536" y="5699759"/>
            <a:ext cx="1495806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65"/>
          <p:cNvSpPr/>
          <p:nvPr/>
        </p:nvSpPr>
        <p:spPr>
          <a:xfrm>
            <a:off x="1051560" y="5649467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59"/>
                </a:lnTo>
                <a:lnTo>
                  <a:pt x="35052" y="251459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51" y="2324100"/>
            <a:ext cx="4028694" cy="28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66"/>
          <p:cNvSpPr txBox="1"/>
          <p:nvPr/>
        </p:nvSpPr>
        <p:spPr>
          <a:xfrm>
            <a:off x="437489" y="431419"/>
            <a:ext cx="1720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2.1. Tokenization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6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1" name="Google Shape;1691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963" y="1446237"/>
            <a:ext cx="1960626" cy="299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66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3" name="Google Shape;1693;p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937004"/>
            <a:ext cx="858774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8" name="Google Shape;169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6624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7" y="1443164"/>
            <a:ext cx="1692402" cy="233997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67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3" name="Google Shape;1703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37004"/>
            <a:ext cx="2577846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4" name="Google Shape;1704;p67"/>
          <p:cNvGrpSpPr/>
          <p:nvPr/>
        </p:nvGrpSpPr>
        <p:grpSpPr>
          <a:xfrm>
            <a:off x="720851" y="2321051"/>
            <a:ext cx="5138166" cy="3353562"/>
            <a:chOff x="720851" y="2321051"/>
            <a:chExt cx="5138166" cy="3353562"/>
          </a:xfrm>
        </p:grpSpPr>
        <p:pic>
          <p:nvPicPr>
            <p:cNvPr id="1705" name="Google Shape;1705;p6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0851" y="2321051"/>
              <a:ext cx="5138166" cy="33535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6" name="Google Shape;1706;p67"/>
            <p:cNvSpPr/>
            <p:nvPr/>
          </p:nvSpPr>
          <p:spPr>
            <a:xfrm>
              <a:off x="1062227" y="3357371"/>
              <a:ext cx="291465" cy="224154"/>
            </a:xfrm>
            <a:custGeom>
              <a:rect b="b" l="l" r="r" t="t"/>
              <a:pathLst>
                <a:path extrusionOk="0" h="224154" w="291465">
                  <a:moveTo>
                    <a:pt x="253746" y="0"/>
                  </a:moveTo>
                  <a:lnTo>
                    <a:pt x="37337" y="0"/>
                  </a:lnTo>
                  <a:lnTo>
                    <a:pt x="22802" y="2940"/>
                  </a:lnTo>
                  <a:lnTo>
                    <a:pt x="10934" y="10953"/>
                  </a:lnTo>
                  <a:lnTo>
                    <a:pt x="2933" y="22824"/>
                  </a:lnTo>
                  <a:lnTo>
                    <a:pt x="0" y="37337"/>
                  </a:lnTo>
                  <a:lnTo>
                    <a:pt x="0" y="186689"/>
                  </a:lnTo>
                  <a:lnTo>
                    <a:pt x="2933" y="201203"/>
                  </a:lnTo>
                  <a:lnTo>
                    <a:pt x="10934" y="213074"/>
                  </a:lnTo>
                  <a:lnTo>
                    <a:pt x="22802" y="221087"/>
                  </a:lnTo>
                  <a:lnTo>
                    <a:pt x="37337" y="224027"/>
                  </a:lnTo>
                  <a:lnTo>
                    <a:pt x="253746" y="224027"/>
                  </a:lnTo>
                  <a:lnTo>
                    <a:pt x="268259" y="221087"/>
                  </a:lnTo>
                  <a:lnTo>
                    <a:pt x="280130" y="213074"/>
                  </a:lnTo>
                  <a:lnTo>
                    <a:pt x="288143" y="201203"/>
                  </a:lnTo>
                  <a:lnTo>
                    <a:pt x="291084" y="186689"/>
                  </a:lnTo>
                  <a:lnTo>
                    <a:pt x="291084" y="37337"/>
                  </a:lnTo>
                  <a:lnTo>
                    <a:pt x="288143" y="22824"/>
                  </a:lnTo>
                  <a:lnTo>
                    <a:pt x="280130" y="10953"/>
                  </a:lnTo>
                  <a:lnTo>
                    <a:pt x="268259" y="2940"/>
                  </a:lnTo>
                  <a:lnTo>
                    <a:pt x="253746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7" name="Google Shape;1707;p67"/>
          <p:cNvSpPr txBox="1"/>
          <p:nvPr/>
        </p:nvSpPr>
        <p:spPr>
          <a:xfrm>
            <a:off x="1136091" y="3364229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8" name="Google Shape;1708;p67"/>
          <p:cNvSpPr/>
          <p:nvPr/>
        </p:nvSpPr>
        <p:spPr>
          <a:xfrm>
            <a:off x="1062227" y="5167884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4"/>
                </a:lnTo>
                <a:lnTo>
                  <a:pt x="254000" y="222504"/>
                </a:lnTo>
                <a:lnTo>
                  <a:pt x="268420" y="219584"/>
                </a:lnTo>
                <a:lnTo>
                  <a:pt x="280209" y="211629"/>
                </a:lnTo>
                <a:lnTo>
                  <a:pt x="288164" y="199840"/>
                </a:lnTo>
                <a:lnTo>
                  <a:pt x="291084" y="185420"/>
                </a:lnTo>
                <a:lnTo>
                  <a:pt x="291084" y="37084"/>
                </a:lnTo>
                <a:lnTo>
                  <a:pt x="288164" y="22663"/>
                </a:lnTo>
                <a:lnTo>
                  <a:pt x="280209" y="10874"/>
                </a:lnTo>
                <a:lnTo>
                  <a:pt x="268420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67"/>
          <p:cNvSpPr txBox="1"/>
          <p:nvPr/>
        </p:nvSpPr>
        <p:spPr>
          <a:xfrm>
            <a:off x="1136091" y="5174741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0" name="Google Shape;1710;p67"/>
          <p:cNvSpPr txBox="1"/>
          <p:nvPr/>
        </p:nvSpPr>
        <p:spPr>
          <a:xfrm>
            <a:off x="437489" y="431419"/>
            <a:ext cx="1720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2.1. Tokenization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6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6" name="Google Shape;171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7" y="1443164"/>
            <a:ext cx="1692402" cy="233997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68"/>
          <p:cNvSpPr txBox="1"/>
          <p:nvPr>
            <p:ph type="title"/>
          </p:nvPr>
        </p:nvSpPr>
        <p:spPr>
          <a:xfrm>
            <a:off x="437489" y="431419"/>
            <a:ext cx="1720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2.1. Tokenization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6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2" name="Google Shape;1722;p68"/>
          <p:cNvGrpSpPr/>
          <p:nvPr/>
        </p:nvGrpSpPr>
        <p:grpSpPr>
          <a:xfrm>
            <a:off x="452627" y="1882139"/>
            <a:ext cx="9002395" cy="4356100"/>
            <a:chOff x="452627" y="1882139"/>
            <a:chExt cx="9002395" cy="4356100"/>
          </a:xfrm>
        </p:grpSpPr>
        <p:sp>
          <p:nvSpPr>
            <p:cNvPr id="1723" name="Google Shape;1723;p68"/>
            <p:cNvSpPr/>
            <p:nvPr/>
          </p:nvSpPr>
          <p:spPr>
            <a:xfrm>
              <a:off x="452627" y="1882139"/>
              <a:ext cx="9002395" cy="4356100"/>
            </a:xfrm>
            <a:custGeom>
              <a:rect b="b" l="l" r="r" t="t"/>
              <a:pathLst>
                <a:path extrusionOk="0" h="4356100" w="9002395">
                  <a:moveTo>
                    <a:pt x="0" y="4355591"/>
                  </a:moveTo>
                  <a:lnTo>
                    <a:pt x="9002268" y="4355591"/>
                  </a:lnTo>
                  <a:lnTo>
                    <a:pt x="9002268" y="0"/>
                  </a:lnTo>
                  <a:lnTo>
                    <a:pt x="0" y="0"/>
                  </a:lnTo>
                  <a:lnTo>
                    <a:pt x="0" y="4355591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24" name="Google Shape;1724;p6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3107" y="2001011"/>
              <a:ext cx="8711184" cy="41330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5" name="Google Shape;1725;p68"/>
            <p:cNvSpPr/>
            <p:nvPr/>
          </p:nvSpPr>
          <p:spPr>
            <a:xfrm>
              <a:off x="1298447" y="2087879"/>
              <a:ext cx="5861685" cy="189230"/>
            </a:xfrm>
            <a:custGeom>
              <a:rect b="b" l="l" r="r" t="t"/>
              <a:pathLst>
                <a:path extrusionOk="0" h="189230" w="5861684">
                  <a:moveTo>
                    <a:pt x="5861304" y="0"/>
                  </a:moveTo>
                  <a:lnTo>
                    <a:pt x="0" y="0"/>
                  </a:lnTo>
                  <a:lnTo>
                    <a:pt x="0" y="188975"/>
                  </a:lnTo>
                  <a:lnTo>
                    <a:pt x="5861304" y="188975"/>
                  </a:lnTo>
                  <a:lnTo>
                    <a:pt x="586130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6" name="Google Shape;1726;p68"/>
          <p:cNvSpPr txBox="1"/>
          <p:nvPr/>
        </p:nvSpPr>
        <p:spPr>
          <a:xfrm>
            <a:off x="1224175" y="2062628"/>
            <a:ext cx="6759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NLTK offers tools necessary for tokenization of English corpus.</a:t>
            </a:r>
            <a:endParaRPr sz="12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727" name="Google Shape;1727;p68"/>
          <p:cNvSpPr txBox="1"/>
          <p:nvPr/>
        </p:nvSpPr>
        <p:spPr>
          <a:xfrm>
            <a:off x="1231401" y="3476250"/>
            <a:ext cx="7840200" cy="196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273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word_tokenize separated Don’t into Do and n’t, but Jone’s into Jone and ‘s</a:t>
            </a:r>
            <a:endParaRPr sz="12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728" name="Google Shape;1728;p68"/>
          <p:cNvSpPr/>
          <p:nvPr/>
        </p:nvSpPr>
        <p:spPr>
          <a:xfrm>
            <a:off x="1298447" y="4892040"/>
            <a:ext cx="6158865" cy="193675"/>
          </a:xfrm>
          <a:custGeom>
            <a:rect b="b" l="l" r="r" t="t"/>
            <a:pathLst>
              <a:path extrusionOk="0" h="193675" w="6158865">
                <a:moveTo>
                  <a:pt x="6158483" y="0"/>
                </a:moveTo>
                <a:lnTo>
                  <a:pt x="0" y="0"/>
                </a:lnTo>
                <a:lnTo>
                  <a:pt x="0" y="193548"/>
                </a:lnTo>
                <a:lnTo>
                  <a:pt x="6158483" y="193548"/>
                </a:lnTo>
                <a:lnTo>
                  <a:pt x="6158483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68"/>
          <p:cNvSpPr txBox="1"/>
          <p:nvPr/>
        </p:nvSpPr>
        <p:spPr>
          <a:xfrm>
            <a:off x="1233923" y="4870195"/>
            <a:ext cx="7840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Keras, also as a tokenization tool, supports text_to_word_sequence</a:t>
            </a:r>
            <a:endParaRPr sz="12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4" name="Google Shape;173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735" name="Google Shape;1735;p69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6" name="Google Shape;173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7" name="Google Shape;1737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229343"/>
            <a:ext cx="3342894" cy="3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6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0536" y="3973067"/>
            <a:ext cx="1126998" cy="182118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69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3" name="Google Shape;1743;p6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39011" y="4415028"/>
            <a:ext cx="1379982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69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5" name="Google Shape;1745;p6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0536" y="4832603"/>
            <a:ext cx="2405634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69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7" name="Google Shape;1747;p6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0536" y="5262371"/>
            <a:ext cx="116814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69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9" name="Google Shape;1749;p6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79491" y="3976065"/>
            <a:ext cx="85878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0" name="Google Shape;1750;p69"/>
          <p:cNvSpPr/>
          <p:nvPr/>
        </p:nvSpPr>
        <p:spPr>
          <a:xfrm>
            <a:off x="4892040" y="3927347"/>
            <a:ext cx="35560" cy="251460"/>
          </a:xfrm>
          <a:custGeom>
            <a:rect b="b" l="l" r="r" t="t"/>
            <a:pathLst>
              <a:path extrusionOk="0" h="251460" w="35560">
                <a:moveTo>
                  <a:pt x="35051" y="0"/>
                </a:moveTo>
                <a:lnTo>
                  <a:pt x="0" y="0"/>
                </a:lnTo>
                <a:lnTo>
                  <a:pt x="0" y="251459"/>
                </a:lnTo>
                <a:lnTo>
                  <a:pt x="35051" y="251459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1" name="Google Shape;1751;p6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491" y="4402835"/>
            <a:ext cx="1550669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752" name="Google Shape;1752;p69"/>
          <p:cNvSpPr/>
          <p:nvPr/>
        </p:nvSpPr>
        <p:spPr>
          <a:xfrm>
            <a:off x="4892040" y="4352544"/>
            <a:ext cx="35560" cy="253365"/>
          </a:xfrm>
          <a:custGeom>
            <a:rect b="b" l="l" r="r" t="t"/>
            <a:pathLst>
              <a:path extrusionOk="0" h="253364" w="35560">
                <a:moveTo>
                  <a:pt x="35051" y="0"/>
                </a:moveTo>
                <a:lnTo>
                  <a:pt x="0" y="0"/>
                </a:lnTo>
                <a:lnTo>
                  <a:pt x="0" y="252984"/>
                </a:lnTo>
                <a:lnTo>
                  <a:pt x="35051" y="252984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3" name="Google Shape;1753;p6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0536" y="5699759"/>
            <a:ext cx="1495806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69"/>
          <p:cNvSpPr/>
          <p:nvPr/>
        </p:nvSpPr>
        <p:spPr>
          <a:xfrm>
            <a:off x="1051560" y="5649467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59"/>
                </a:lnTo>
                <a:lnTo>
                  <a:pt x="35052" y="251459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9" name="Google Shape;175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667" y="6524434"/>
            <a:ext cx="813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2369820"/>
            <a:ext cx="4411218" cy="237210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70"/>
          <p:cNvSpPr/>
          <p:nvPr/>
        </p:nvSpPr>
        <p:spPr>
          <a:xfrm>
            <a:off x="559308" y="1965960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4" name="Google Shape;1764;p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88820"/>
            <a:ext cx="1428749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70"/>
          <p:cNvSpPr/>
          <p:nvPr/>
        </p:nvSpPr>
        <p:spPr>
          <a:xfrm>
            <a:off x="906780" y="2688335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70"/>
          <p:cNvSpPr/>
          <p:nvPr/>
        </p:nvSpPr>
        <p:spPr>
          <a:xfrm>
            <a:off x="906780" y="3118104"/>
            <a:ext cx="289560" cy="224154"/>
          </a:xfrm>
          <a:custGeom>
            <a:rect b="b" l="l" r="r" t="t"/>
            <a:pathLst>
              <a:path extrusionOk="0" h="224154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2222" y="224028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90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70"/>
          <p:cNvSpPr txBox="1"/>
          <p:nvPr/>
        </p:nvSpPr>
        <p:spPr>
          <a:xfrm>
            <a:off x="979728" y="2695702"/>
            <a:ext cx="14859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8" name="Google Shape;1768;p70"/>
          <p:cNvSpPr txBox="1"/>
          <p:nvPr/>
        </p:nvSpPr>
        <p:spPr>
          <a:xfrm>
            <a:off x="437489" y="431419"/>
            <a:ext cx="16211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2.2. Stop Words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p7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0" name="Google Shape;1770;p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19" y="1443202"/>
            <a:ext cx="1561338" cy="301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14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71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7" name="Google Shape;177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1205" y="6524434"/>
            <a:ext cx="53784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7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1" name="Google Shape;1781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1428749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71"/>
          <p:cNvSpPr txBox="1"/>
          <p:nvPr>
            <p:ph type="title"/>
          </p:nvPr>
        </p:nvSpPr>
        <p:spPr>
          <a:xfrm>
            <a:off x="437489" y="431419"/>
            <a:ext cx="16211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2.2. Stop Words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7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4" name="Google Shape;1784;p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900427"/>
            <a:ext cx="2902458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71"/>
          <p:cNvSpPr/>
          <p:nvPr/>
        </p:nvSpPr>
        <p:spPr>
          <a:xfrm>
            <a:off x="630936" y="2205227"/>
            <a:ext cx="8837930" cy="2463165"/>
          </a:xfrm>
          <a:custGeom>
            <a:rect b="b" l="l" r="r" t="t"/>
            <a:pathLst>
              <a:path extrusionOk="0" h="2463165" w="8837930">
                <a:moveTo>
                  <a:pt x="8837676" y="0"/>
                </a:moveTo>
                <a:lnTo>
                  <a:pt x="0" y="0"/>
                </a:lnTo>
                <a:lnTo>
                  <a:pt x="0" y="2462784"/>
                </a:lnTo>
                <a:lnTo>
                  <a:pt x="8837676" y="2462784"/>
                </a:lnTo>
                <a:lnTo>
                  <a:pt x="8837676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71"/>
          <p:cNvSpPr txBox="1"/>
          <p:nvPr/>
        </p:nvSpPr>
        <p:spPr>
          <a:xfrm>
            <a:off x="871219" y="2332989"/>
            <a:ext cx="8309609" cy="238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i, me, my, myself, we, our, ours, ourselves, you, you're, you've, you'll, you'd, your, yours, yourself, yourselves, he, him, his, himself, she, she's, her, hers, herself, it, it's, its,  itself, they, them, their, theirs, themselves, what, which, who, whom, this, that, that'll, these, those, am, is, are, was, w ere, be, been, being, have, has, had, having, do, does, did,  doing, a, an, the, and, but, if, or, because, as, until, while, of, at, by, for, with, about, against, between, into, through, during, before, after, above, below, to, from, up, down, in,  out, on, off, over, under, again, further, then, once, here, there, when, where, why, how, all, any, both, each, few, more, most, other, some, such, no, nor, not, only, own, same,  so, than, too, very, s, t, can, will, just, don, don't, should, should've, now, d, ll, m, o, re, ve, y, ain, aren, aren't, couldn, couldn't, didn, didn't, doesn, doesn't, hadn, hadn't, hasn,  hasn't, haven, haven't, isn, isn't, ma, mightn, mightn't, mustn, mustn't, needn, needn't, shan, shan't, shouldn, shouldn't, wasn, wasn't, weren, weren't, won, won't, wouldn,  wouldn't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1" name="Google Shape;179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98" y="6524434"/>
            <a:ext cx="7844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2" name="Google Shape;179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7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5" name="Google Shape;1795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428749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72"/>
          <p:cNvSpPr txBox="1"/>
          <p:nvPr/>
        </p:nvSpPr>
        <p:spPr>
          <a:xfrm>
            <a:off x="437489" y="431419"/>
            <a:ext cx="16211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2.2. Stop Words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7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8" name="Google Shape;1798;p72"/>
          <p:cNvGrpSpPr/>
          <p:nvPr/>
        </p:nvGrpSpPr>
        <p:grpSpPr>
          <a:xfrm>
            <a:off x="557784" y="1845564"/>
            <a:ext cx="8819515" cy="4392295"/>
            <a:chOff x="557784" y="1845564"/>
            <a:chExt cx="8819515" cy="4392295"/>
          </a:xfrm>
        </p:grpSpPr>
        <p:sp>
          <p:nvSpPr>
            <p:cNvPr id="1799" name="Google Shape;1799;p72"/>
            <p:cNvSpPr/>
            <p:nvPr/>
          </p:nvSpPr>
          <p:spPr>
            <a:xfrm>
              <a:off x="557784" y="1845564"/>
              <a:ext cx="8819515" cy="4392295"/>
            </a:xfrm>
            <a:custGeom>
              <a:rect b="b" l="l" r="r" t="t"/>
              <a:pathLst>
                <a:path extrusionOk="0" h="4392295" w="8819515">
                  <a:moveTo>
                    <a:pt x="0" y="4392167"/>
                  </a:moveTo>
                  <a:lnTo>
                    <a:pt x="8819388" y="4392167"/>
                  </a:lnTo>
                  <a:lnTo>
                    <a:pt x="8819388" y="0"/>
                  </a:lnTo>
                  <a:lnTo>
                    <a:pt x="0" y="0"/>
                  </a:lnTo>
                  <a:lnTo>
                    <a:pt x="0" y="4392167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00" name="Google Shape;1800;p7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9788" y="1926336"/>
              <a:ext cx="8753856" cy="421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1" name="Google Shape;1801;p72"/>
            <p:cNvSpPr/>
            <p:nvPr/>
          </p:nvSpPr>
          <p:spPr>
            <a:xfrm>
              <a:off x="1432560" y="2852927"/>
              <a:ext cx="4494530" cy="165100"/>
            </a:xfrm>
            <a:custGeom>
              <a:rect b="b" l="l" r="r" t="t"/>
              <a:pathLst>
                <a:path extrusionOk="0" h="165100" w="4494530">
                  <a:moveTo>
                    <a:pt x="4494276" y="0"/>
                  </a:moveTo>
                  <a:lnTo>
                    <a:pt x="0" y="0"/>
                  </a:lnTo>
                  <a:lnTo>
                    <a:pt x="0" y="164591"/>
                  </a:lnTo>
                  <a:lnTo>
                    <a:pt x="4494276" y="164591"/>
                  </a:lnTo>
                  <a:lnTo>
                    <a:pt x="449427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2" name="Google Shape;1802;p72"/>
          <p:cNvSpPr txBox="1"/>
          <p:nvPr/>
        </p:nvSpPr>
        <p:spPr>
          <a:xfrm>
            <a:off x="997407" y="2815154"/>
            <a:ext cx="53663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NLTK defines words such as 'i', 'me', 'my' as stop words</a:t>
            </a:r>
            <a:endParaRPr sz="12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7" name="Google Shape;180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808" name="Google Shape;1808;p73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9" name="Google Shape;180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3582" y="6524434"/>
            <a:ext cx="7988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1" name="Google Shape;1811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2" name="Google Shape;1812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229343"/>
            <a:ext cx="3342894" cy="3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0536" y="3973067"/>
            <a:ext cx="1126998" cy="182118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73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0536" y="4402835"/>
            <a:ext cx="1113282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73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8" name="Google Shape;1818;p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39011" y="4844796"/>
            <a:ext cx="2948178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73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0" name="Google Shape;1820;p7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0536" y="5262371"/>
            <a:ext cx="116814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21" name="Google Shape;1821;p73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2" name="Google Shape;1822;p7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79491" y="3976065"/>
            <a:ext cx="85878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73"/>
          <p:cNvSpPr/>
          <p:nvPr/>
        </p:nvSpPr>
        <p:spPr>
          <a:xfrm>
            <a:off x="4892040" y="3927347"/>
            <a:ext cx="35560" cy="251460"/>
          </a:xfrm>
          <a:custGeom>
            <a:rect b="b" l="l" r="r" t="t"/>
            <a:pathLst>
              <a:path extrusionOk="0" h="251460" w="35560">
                <a:moveTo>
                  <a:pt x="35051" y="0"/>
                </a:moveTo>
                <a:lnTo>
                  <a:pt x="0" y="0"/>
                </a:lnTo>
                <a:lnTo>
                  <a:pt x="0" y="251459"/>
                </a:lnTo>
                <a:lnTo>
                  <a:pt x="35051" y="251459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4" name="Google Shape;1824;p7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491" y="4402835"/>
            <a:ext cx="1550669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73"/>
          <p:cNvSpPr/>
          <p:nvPr/>
        </p:nvSpPr>
        <p:spPr>
          <a:xfrm>
            <a:off x="4892040" y="4352544"/>
            <a:ext cx="35560" cy="253365"/>
          </a:xfrm>
          <a:custGeom>
            <a:rect b="b" l="l" r="r" t="t"/>
            <a:pathLst>
              <a:path extrusionOk="0" h="253364" w="35560">
                <a:moveTo>
                  <a:pt x="35051" y="0"/>
                </a:moveTo>
                <a:lnTo>
                  <a:pt x="0" y="0"/>
                </a:lnTo>
                <a:lnTo>
                  <a:pt x="0" y="252984"/>
                </a:lnTo>
                <a:lnTo>
                  <a:pt x="35051" y="252984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6" name="Google Shape;1826;p7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0536" y="5699759"/>
            <a:ext cx="1495806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73"/>
          <p:cNvSpPr/>
          <p:nvPr/>
        </p:nvSpPr>
        <p:spPr>
          <a:xfrm>
            <a:off x="1051560" y="5649467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59"/>
                </a:lnTo>
                <a:lnTo>
                  <a:pt x="35052" y="251459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" name="Google Shape;183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9679" y="6524434"/>
            <a:ext cx="7988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3" name="Google Shape;1833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74"/>
          <p:cNvSpPr txBox="1"/>
          <p:nvPr/>
        </p:nvSpPr>
        <p:spPr>
          <a:xfrm>
            <a:off x="437489" y="431419"/>
            <a:ext cx="3451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2.3. Lemmatization and Stemming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7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7" name="Google Shape;1837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3963" y="1443177"/>
            <a:ext cx="3986022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p74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9" name="Google Shape;1839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37004"/>
            <a:ext cx="800862" cy="1440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0" name="Google Shape;1840;p74"/>
          <p:cNvGrpSpPr/>
          <p:nvPr/>
        </p:nvGrpSpPr>
        <p:grpSpPr>
          <a:xfrm>
            <a:off x="557784" y="2260092"/>
            <a:ext cx="8783320" cy="2974975"/>
            <a:chOff x="557784" y="2260092"/>
            <a:chExt cx="8783320" cy="2974975"/>
          </a:xfrm>
        </p:grpSpPr>
        <p:sp>
          <p:nvSpPr>
            <p:cNvPr id="1841" name="Google Shape;1841;p74"/>
            <p:cNvSpPr/>
            <p:nvPr/>
          </p:nvSpPr>
          <p:spPr>
            <a:xfrm>
              <a:off x="557784" y="2260092"/>
              <a:ext cx="8783320" cy="2974975"/>
            </a:xfrm>
            <a:custGeom>
              <a:rect b="b" l="l" r="r" t="t"/>
              <a:pathLst>
                <a:path extrusionOk="0" h="2974975" w="8783320">
                  <a:moveTo>
                    <a:pt x="0" y="2974848"/>
                  </a:moveTo>
                  <a:lnTo>
                    <a:pt x="8782812" y="297484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974848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42" name="Google Shape;1842;p7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85800" y="2354580"/>
              <a:ext cx="8654796" cy="28026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7" name="Google Shape;184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98" y="6524434"/>
            <a:ext cx="7844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7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1" name="Google Shape;1851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6" y="1524060"/>
            <a:ext cx="544823" cy="1713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2" name="Google Shape;1852;p75"/>
          <p:cNvGrpSpPr/>
          <p:nvPr/>
        </p:nvGrpSpPr>
        <p:grpSpPr>
          <a:xfrm>
            <a:off x="557784" y="1845564"/>
            <a:ext cx="8783320" cy="2952115"/>
            <a:chOff x="557784" y="1845564"/>
            <a:chExt cx="8783320" cy="2952115"/>
          </a:xfrm>
        </p:grpSpPr>
        <p:sp>
          <p:nvSpPr>
            <p:cNvPr id="1853" name="Google Shape;1853;p75"/>
            <p:cNvSpPr/>
            <p:nvPr/>
          </p:nvSpPr>
          <p:spPr>
            <a:xfrm>
              <a:off x="557784" y="1845564"/>
              <a:ext cx="8783320" cy="2952115"/>
            </a:xfrm>
            <a:custGeom>
              <a:rect b="b" l="l" r="r" t="t"/>
              <a:pathLst>
                <a:path extrusionOk="0" h="2952115" w="8783320">
                  <a:moveTo>
                    <a:pt x="0" y="2951988"/>
                  </a:moveTo>
                  <a:lnTo>
                    <a:pt x="8782812" y="295198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951988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54" name="Google Shape;1854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9788" y="1935480"/>
              <a:ext cx="8737092" cy="27172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5" name="Google Shape;1855;p75"/>
          <p:cNvSpPr txBox="1"/>
          <p:nvPr/>
        </p:nvSpPr>
        <p:spPr>
          <a:xfrm>
            <a:off x="437489" y="431419"/>
            <a:ext cx="3451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2.3. Lemmatization and Stemming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7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1" name="Google Shape;186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582" y="6524434"/>
            <a:ext cx="7988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2" name="Google Shape;186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3" name="Google Shape;1863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76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5" name="Google Shape;1865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6" y="1524060"/>
            <a:ext cx="544823" cy="171389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76"/>
          <p:cNvSpPr txBox="1"/>
          <p:nvPr>
            <p:ph type="title"/>
          </p:nvPr>
        </p:nvSpPr>
        <p:spPr>
          <a:xfrm>
            <a:off x="437489" y="431419"/>
            <a:ext cx="3451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2.3. Lemmatization and Stemming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7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8" name="Google Shape;1868;p76"/>
          <p:cNvGrpSpPr/>
          <p:nvPr/>
        </p:nvGrpSpPr>
        <p:grpSpPr>
          <a:xfrm>
            <a:off x="678180" y="1956816"/>
            <a:ext cx="8644128" cy="3704844"/>
            <a:chOff x="678180" y="1956816"/>
            <a:chExt cx="8644128" cy="3704844"/>
          </a:xfrm>
        </p:grpSpPr>
        <p:pic>
          <p:nvPicPr>
            <p:cNvPr id="1869" name="Google Shape;1869;p7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78180" y="1956816"/>
              <a:ext cx="8644128" cy="37048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0" name="Google Shape;1870;p76"/>
            <p:cNvSpPr/>
            <p:nvPr/>
          </p:nvSpPr>
          <p:spPr>
            <a:xfrm>
              <a:off x="1351788" y="2092452"/>
              <a:ext cx="3872865" cy="152400"/>
            </a:xfrm>
            <a:custGeom>
              <a:rect b="b" l="l" r="r" t="t"/>
              <a:pathLst>
                <a:path extrusionOk="0" h="152400" w="3872865">
                  <a:moveTo>
                    <a:pt x="3872484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872484" y="152400"/>
                  </a:lnTo>
                  <a:lnTo>
                    <a:pt x="387248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1" name="Google Shape;1871;p76"/>
          <p:cNvSpPr txBox="1"/>
          <p:nvPr/>
        </p:nvSpPr>
        <p:spPr>
          <a:xfrm>
            <a:off x="557783" y="1845564"/>
            <a:ext cx="8783400" cy="414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97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    </a:t>
            </a: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#Stemmization of porter algorithm has rules as below.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872" name="Google Shape;1872;p76"/>
          <p:cNvSpPr txBox="1"/>
          <p:nvPr/>
        </p:nvSpPr>
        <p:spPr>
          <a:xfrm>
            <a:off x="1853183" y="2397251"/>
            <a:ext cx="500380" cy="12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Delete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7" name="Google Shape;187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1878" name="Google Shape;1878;p77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9" name="Google Shape;1879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4347" y="6524434"/>
            <a:ext cx="7673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0" name="Google Shape;1880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229343"/>
            <a:ext cx="3342894" cy="3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7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0536" y="3973067"/>
            <a:ext cx="1126998" cy="182118"/>
          </a:xfrm>
          <a:prstGeom prst="rect">
            <a:avLst/>
          </a:prstGeom>
          <a:noFill/>
          <a:ln>
            <a:noFill/>
          </a:ln>
        </p:spPr>
      </p:pic>
      <p:sp>
        <p:nvSpPr>
          <p:cNvPr id="1885" name="Google Shape;1885;p77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6" name="Google Shape;1886;p7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0536" y="4402835"/>
            <a:ext cx="1113282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7" name="Google Shape;1887;p77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8" name="Google Shape;1888;p7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0536" y="4832603"/>
            <a:ext cx="2405634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77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0" name="Google Shape;1890;p7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39011" y="5279135"/>
            <a:ext cx="1474470" cy="201930"/>
          </a:xfrm>
          <a:prstGeom prst="rect">
            <a:avLst/>
          </a:prstGeom>
          <a:noFill/>
          <a:ln>
            <a:noFill/>
          </a:ln>
        </p:spPr>
      </p:pic>
      <p:sp>
        <p:nvSpPr>
          <p:cNvPr id="1891" name="Google Shape;1891;p77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2" name="Google Shape;1892;p7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79491" y="3976065"/>
            <a:ext cx="85878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77"/>
          <p:cNvSpPr/>
          <p:nvPr/>
        </p:nvSpPr>
        <p:spPr>
          <a:xfrm>
            <a:off x="4892040" y="3927347"/>
            <a:ext cx="35560" cy="251460"/>
          </a:xfrm>
          <a:custGeom>
            <a:rect b="b" l="l" r="r" t="t"/>
            <a:pathLst>
              <a:path extrusionOk="0" h="251460" w="35560">
                <a:moveTo>
                  <a:pt x="35051" y="0"/>
                </a:moveTo>
                <a:lnTo>
                  <a:pt x="0" y="0"/>
                </a:lnTo>
                <a:lnTo>
                  <a:pt x="0" y="251459"/>
                </a:lnTo>
                <a:lnTo>
                  <a:pt x="35051" y="251459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4" name="Google Shape;1894;p7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491" y="4402835"/>
            <a:ext cx="1550669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77"/>
          <p:cNvSpPr/>
          <p:nvPr/>
        </p:nvSpPr>
        <p:spPr>
          <a:xfrm>
            <a:off x="4892040" y="4352544"/>
            <a:ext cx="35560" cy="253365"/>
          </a:xfrm>
          <a:custGeom>
            <a:rect b="b" l="l" r="r" t="t"/>
            <a:pathLst>
              <a:path extrusionOk="0" h="253364" w="35560">
                <a:moveTo>
                  <a:pt x="35051" y="0"/>
                </a:moveTo>
                <a:lnTo>
                  <a:pt x="0" y="0"/>
                </a:lnTo>
                <a:lnTo>
                  <a:pt x="0" y="252984"/>
                </a:lnTo>
                <a:lnTo>
                  <a:pt x="35051" y="252984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6" name="Google Shape;1896;p7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0536" y="5699759"/>
            <a:ext cx="1495806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77"/>
          <p:cNvSpPr/>
          <p:nvPr/>
        </p:nvSpPr>
        <p:spPr>
          <a:xfrm>
            <a:off x="1051560" y="5649467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59"/>
                </a:lnTo>
                <a:lnTo>
                  <a:pt x="35052" y="251459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2" name="Google Shape;190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582" y="6524434"/>
            <a:ext cx="7988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4" name="Google Shape;1904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5" name="Google Shape;1905;p78"/>
          <p:cNvGraphicFramePr/>
          <p:nvPr/>
        </p:nvGraphicFramePr>
        <p:xfrm>
          <a:off x="703262" y="22539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837050"/>
                <a:gridCol w="4877425"/>
                <a:gridCol w="1927850"/>
              </a:tblGrid>
              <a:tr h="22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Tag Set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425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4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425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06" name="Google Shape;1906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5275" y="2538729"/>
            <a:ext cx="112141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7" name="Google Shape;1907;p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3310" y="2538729"/>
            <a:ext cx="1171193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8" name="Google Shape;1908;p7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5275" y="2755138"/>
            <a:ext cx="11353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9" name="Google Shape;1909;p7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9154" y="2755138"/>
            <a:ext cx="620776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0" name="Google Shape;1910;p7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74419" y="2971419"/>
            <a:ext cx="105663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7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0303" y="2971419"/>
            <a:ext cx="541147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7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72894" y="3187700"/>
            <a:ext cx="10083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7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70095" y="3187700"/>
            <a:ext cx="818641" cy="11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7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96453" y="3187700"/>
            <a:ext cx="36093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5" name="Google Shape;1915;p7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60702" y="3404108"/>
            <a:ext cx="121411" cy="11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6" name="Google Shape;1916;p7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69154" y="3404108"/>
            <a:ext cx="617601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7" name="Google Shape;1917;p7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065651" y="3620389"/>
            <a:ext cx="1828164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8" name="Google Shape;1918;p7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82674" y="3620389"/>
            <a:ext cx="7632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9" name="Google Shape;1919;p7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568703" y="3836796"/>
            <a:ext cx="103123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0" name="Google Shape;1920;p7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765166" y="3836415"/>
            <a:ext cx="423418" cy="14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7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315452" y="3836796"/>
            <a:ext cx="131318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7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35302" y="4053078"/>
            <a:ext cx="170941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7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437507" y="4052823"/>
            <a:ext cx="1077214" cy="14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7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231631" y="4053078"/>
            <a:ext cx="301878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p7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535175" y="4269485"/>
            <a:ext cx="166878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7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210295" y="4269485"/>
            <a:ext cx="346328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p7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469510" y="4269104"/>
            <a:ext cx="1013205" cy="14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8" name="Google Shape;1928;p7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572894" y="4485766"/>
            <a:ext cx="95631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9" name="Google Shape;1929;p7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351646" y="4485766"/>
            <a:ext cx="56896" cy="131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7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708778" y="4485766"/>
            <a:ext cx="542671" cy="11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7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559178" y="4702047"/>
            <a:ext cx="12572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7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4848986" y="4702047"/>
            <a:ext cx="260730" cy="11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3" name="Google Shape;1933;p7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8154161" y="4702047"/>
            <a:ext cx="452374" cy="12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4" name="Google Shape;1934;p78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562227" y="4918455"/>
            <a:ext cx="11658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78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4644771" y="4918455"/>
            <a:ext cx="670687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6" name="Google Shape;1936;p78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8274304" y="4918455"/>
            <a:ext cx="22072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7" name="Google Shape;1937;p78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530222" y="5134736"/>
            <a:ext cx="182499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8" name="Google Shape;1938;p78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701159" y="5134736"/>
            <a:ext cx="554863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78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246871" y="5134736"/>
            <a:ext cx="26784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0" name="Google Shape;1940;p78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530222" y="5351145"/>
            <a:ext cx="181864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1" name="Google Shape;1941;p78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4466463" y="5351145"/>
            <a:ext cx="1027302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2" name="Google Shape;1942;p78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498219" y="5567426"/>
            <a:ext cx="245110" cy="116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3" name="Google Shape;1943;p78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8176641" y="5351145"/>
            <a:ext cx="409320" cy="11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4" name="Google Shape;1944;p78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524375" y="5567426"/>
            <a:ext cx="909954" cy="14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p78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8129396" y="5567171"/>
            <a:ext cx="499618" cy="11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6" name="Google Shape;1946;p78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1540891" y="5783783"/>
            <a:ext cx="17119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7" name="Google Shape;1947;p78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4629530" y="5783783"/>
            <a:ext cx="701167" cy="116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78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8102345" y="5783783"/>
            <a:ext cx="549528" cy="116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9" name="Google Shape;1949;p78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1531747" y="6000115"/>
            <a:ext cx="179451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0" name="Google Shape;1950;p78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4550283" y="6000115"/>
            <a:ext cx="856868" cy="143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1" name="Google Shape;1951;p78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8187690" y="6000115"/>
            <a:ext cx="384936" cy="143916"/>
          </a:xfrm>
          <a:prstGeom prst="rect">
            <a:avLst/>
          </a:prstGeom>
          <a:noFill/>
          <a:ln>
            <a:noFill/>
          </a:ln>
        </p:spPr>
      </p:pic>
      <p:sp>
        <p:nvSpPr>
          <p:cNvPr id="1952" name="Google Shape;1952;p78"/>
          <p:cNvSpPr txBox="1"/>
          <p:nvPr/>
        </p:nvSpPr>
        <p:spPr>
          <a:xfrm>
            <a:off x="437489" y="431419"/>
            <a:ext cx="17418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2.4. POS Tagging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7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4" name="Google Shape;1954;p78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473963" y="1446237"/>
            <a:ext cx="1700022" cy="299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78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6" name="Google Shape;1956;p78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719327" y="1937004"/>
            <a:ext cx="2462022" cy="17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1" name="Google Shape;196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582" y="6524434"/>
            <a:ext cx="7988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2" name="Google Shape;1962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4" name="Google Shape;1964;p79"/>
          <p:cNvGraphicFramePr/>
          <p:nvPr/>
        </p:nvGraphicFramePr>
        <p:xfrm>
          <a:off x="703262" y="18384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837050"/>
                <a:gridCol w="4877425"/>
                <a:gridCol w="1927850"/>
              </a:tblGrid>
              <a:tr h="22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Tag Set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65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65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65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65" name="Google Shape;1965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3271" y="2124329"/>
            <a:ext cx="17576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6" name="Google Shape;1966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2475" y="2124329"/>
            <a:ext cx="834516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7" name="Google Shape;1967;p7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75752" y="2124329"/>
            <a:ext cx="410591" cy="12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8" name="Google Shape;1968;p7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01266" y="2338704"/>
            <a:ext cx="238506" cy="134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7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09134" y="2347848"/>
            <a:ext cx="939545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0" name="Google Shape;1970;p7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81009" y="2347848"/>
            <a:ext cx="596773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1" name="Google Shape;1971;p7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65275" y="2571369"/>
            <a:ext cx="112141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7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12410" y="2571114"/>
            <a:ext cx="327025" cy="117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7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78343" y="2571369"/>
            <a:ext cx="604265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4" name="Google Shape;1974;p7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31747" y="2795016"/>
            <a:ext cx="180594" cy="11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5" name="Google Shape;1975;p7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86275" y="2794635"/>
            <a:ext cx="979677" cy="144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6" name="Google Shape;1976;p7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36457" y="2795016"/>
            <a:ext cx="289433" cy="11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7" name="Google Shape;1977;p7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31747" y="3018535"/>
            <a:ext cx="17640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8" name="Google Shape;1978;p7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283702" y="3018535"/>
            <a:ext cx="19824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9" name="Google Shape;1979;p7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518278" y="3018154"/>
            <a:ext cx="917194" cy="144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7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565275" y="3242055"/>
            <a:ext cx="111632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1" name="Google Shape;1981;p7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97171" y="3242055"/>
            <a:ext cx="360933" cy="11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2" name="Google Shape;1982;p7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217789" y="3257677"/>
            <a:ext cx="323976" cy="128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3" name="Google Shape;1983;p7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566544" y="3465576"/>
            <a:ext cx="10274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4" name="Google Shape;1984;p7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927980" y="3465576"/>
            <a:ext cx="9410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5" name="Google Shape;1985;p7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005953" y="3465576"/>
            <a:ext cx="748029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7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565275" y="3689096"/>
            <a:ext cx="114300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p7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709414" y="3689096"/>
            <a:ext cx="539623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p7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109966" y="3732657"/>
            <a:ext cx="540638" cy="72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9" name="Google Shape;1989;p7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563750" y="3912615"/>
            <a:ext cx="110617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7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596003" y="3912615"/>
            <a:ext cx="758951" cy="12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1" name="Google Shape;1991;p79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8281796" y="3912615"/>
            <a:ext cx="191770" cy="11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2" name="Google Shape;1992;p79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530222" y="4136135"/>
            <a:ext cx="177546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3" name="Google Shape;1993;p79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4591430" y="4136135"/>
            <a:ext cx="770890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4" name="Google Shape;1994;p79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8281796" y="4136135"/>
            <a:ext cx="201041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5" name="Google Shape;1995;p79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530222" y="4359783"/>
            <a:ext cx="176657" cy="11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6" name="Google Shape;1996;p79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4211954" y="4359783"/>
            <a:ext cx="1526794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79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8238997" y="4359783"/>
            <a:ext cx="276351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8" name="Google Shape;1998;p79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1528699" y="4583303"/>
            <a:ext cx="177545" cy="11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9" name="Google Shape;1999;p79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4495419" y="4583303"/>
            <a:ext cx="959865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0" name="Google Shape;2000;p79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8252841" y="4583303"/>
            <a:ext cx="250825" cy="11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1" name="Google Shape;2001;p7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530222" y="4806822"/>
            <a:ext cx="175768" cy="1167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2" name="Google Shape;2002;p79"/>
          <p:cNvGrpSpPr/>
          <p:nvPr/>
        </p:nvGrpSpPr>
        <p:grpSpPr>
          <a:xfrm>
            <a:off x="4330827" y="4806822"/>
            <a:ext cx="1291209" cy="143890"/>
            <a:chOff x="4330827" y="4806822"/>
            <a:chExt cx="1291209" cy="143890"/>
          </a:xfrm>
        </p:grpSpPr>
        <p:pic>
          <p:nvPicPr>
            <p:cNvPr id="2003" name="Google Shape;2003;p79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330827" y="4806822"/>
              <a:ext cx="1122552" cy="143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4" name="Google Shape;2004;p79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468620" y="4874176"/>
              <a:ext cx="30657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5" name="Google Shape;2005;p79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516499" y="4806822"/>
              <a:ext cx="105537" cy="1168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06" name="Google Shape;2006;p79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8281796" y="4806822"/>
            <a:ext cx="191770" cy="11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7" name="Google Shape;2007;p79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1537842" y="5030342"/>
            <a:ext cx="168529" cy="11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79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4243959" y="5030342"/>
            <a:ext cx="1469643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9" name="Google Shape;2009;p79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8252841" y="5030342"/>
            <a:ext cx="248157" cy="11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0" name="Google Shape;2010;p79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1525397" y="5253863"/>
            <a:ext cx="197358" cy="1167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1" name="Google Shape;2011;p79"/>
          <p:cNvGrpSpPr/>
          <p:nvPr/>
        </p:nvGrpSpPr>
        <p:grpSpPr>
          <a:xfrm>
            <a:off x="4617211" y="5253863"/>
            <a:ext cx="722629" cy="116967"/>
            <a:chOff x="4617211" y="5253863"/>
            <a:chExt cx="722629" cy="116967"/>
          </a:xfrm>
        </p:grpSpPr>
        <p:pic>
          <p:nvPicPr>
            <p:cNvPr id="2012" name="Google Shape;2012;p79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4617211" y="5253863"/>
              <a:ext cx="131952" cy="11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3" name="Google Shape;2013;p79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764531" y="5321343"/>
              <a:ext cx="30659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4" name="Google Shape;2014;p79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810886" y="5253863"/>
              <a:ext cx="528954" cy="11696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15" name="Google Shape;2015;p79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8246236" y="5253863"/>
            <a:ext cx="266573" cy="116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79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1549780" y="5477383"/>
            <a:ext cx="137794" cy="116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7" name="Google Shape;2017;p79"/>
          <p:cNvGrpSpPr/>
          <p:nvPr/>
        </p:nvGrpSpPr>
        <p:grpSpPr>
          <a:xfrm>
            <a:off x="4690364" y="5477383"/>
            <a:ext cx="572515" cy="143954"/>
            <a:chOff x="4690364" y="5477383"/>
            <a:chExt cx="572515" cy="143954"/>
          </a:xfrm>
        </p:grpSpPr>
        <p:pic>
          <p:nvPicPr>
            <p:cNvPr id="2018" name="Google Shape;2018;p79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4690364" y="5477383"/>
              <a:ext cx="132080" cy="1167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9" name="Google Shape;2019;p79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4837684" y="5544863"/>
              <a:ext cx="30657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0" name="Google Shape;2020;p79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4884420" y="5521071"/>
              <a:ext cx="378459" cy="1002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21" name="Google Shape;2021;p79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8145526" y="5477383"/>
            <a:ext cx="470534" cy="12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2" name="Google Shape;2022;p79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1519300" y="5691809"/>
            <a:ext cx="200660" cy="1347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3" name="Google Shape;2023;p79"/>
          <p:cNvGrpSpPr/>
          <p:nvPr/>
        </p:nvGrpSpPr>
        <p:grpSpPr>
          <a:xfrm>
            <a:off x="4419219" y="5700953"/>
            <a:ext cx="1117854" cy="143929"/>
            <a:chOff x="4419219" y="5700953"/>
            <a:chExt cx="1117854" cy="143929"/>
          </a:xfrm>
        </p:grpSpPr>
        <p:pic>
          <p:nvPicPr>
            <p:cNvPr id="2024" name="Google Shape;2024;p79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4419219" y="5700953"/>
              <a:ext cx="514857" cy="116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5" name="Google Shape;2025;p79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4973320" y="5700953"/>
              <a:ext cx="126364" cy="116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6" name="Google Shape;2026;p79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5113527" y="5768383"/>
              <a:ext cx="30659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7" name="Google Shape;2027;p79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5158740" y="5744565"/>
              <a:ext cx="378333" cy="1003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28" name="Google Shape;2028;p79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8230996" y="5700953"/>
            <a:ext cx="292861" cy="116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79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1516380" y="5924499"/>
            <a:ext cx="203834" cy="116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0" name="Google Shape;2030;p79"/>
          <p:cNvGrpSpPr/>
          <p:nvPr/>
        </p:nvGrpSpPr>
        <p:grpSpPr>
          <a:xfrm>
            <a:off x="4720844" y="5924499"/>
            <a:ext cx="509904" cy="116903"/>
            <a:chOff x="4720844" y="5924499"/>
            <a:chExt cx="509904" cy="116903"/>
          </a:xfrm>
        </p:grpSpPr>
        <p:pic>
          <p:nvPicPr>
            <p:cNvPr id="2031" name="Google Shape;2031;p79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4720844" y="5924499"/>
              <a:ext cx="131952" cy="11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2" name="Google Shape;2032;p79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868164" y="5991916"/>
              <a:ext cx="30657" cy="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3" name="Google Shape;2033;p79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4914519" y="5924499"/>
              <a:ext cx="316229" cy="1169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34" name="Google Shape;2034;p7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8081518" y="5924499"/>
            <a:ext cx="594359" cy="124714"/>
          </a:xfrm>
          <a:prstGeom prst="rect">
            <a:avLst/>
          </a:prstGeom>
          <a:noFill/>
          <a:ln>
            <a:noFill/>
          </a:ln>
        </p:spPr>
      </p:pic>
      <p:sp>
        <p:nvSpPr>
          <p:cNvPr id="2035" name="Google Shape;2035;p7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6" name="Google Shape;2036;p7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719327" y="1519427"/>
            <a:ext cx="249555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79"/>
          <p:cNvSpPr txBox="1"/>
          <p:nvPr/>
        </p:nvSpPr>
        <p:spPr>
          <a:xfrm>
            <a:off x="437489" y="431419"/>
            <a:ext cx="17418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2.4. POS Tagging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7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3" name="Google Shape;204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949" y="6524434"/>
            <a:ext cx="8903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4" name="Google Shape;2044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8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7" name="Google Shape;2047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2740914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8" name="Google Shape;2048;p80"/>
          <p:cNvGrpSpPr/>
          <p:nvPr/>
        </p:nvGrpSpPr>
        <p:grpSpPr>
          <a:xfrm>
            <a:off x="557784" y="1845564"/>
            <a:ext cx="8783320" cy="4302760"/>
            <a:chOff x="557784" y="1845564"/>
            <a:chExt cx="8783320" cy="4302760"/>
          </a:xfrm>
        </p:grpSpPr>
        <p:sp>
          <p:nvSpPr>
            <p:cNvPr id="2049" name="Google Shape;2049;p80"/>
            <p:cNvSpPr/>
            <p:nvPr/>
          </p:nvSpPr>
          <p:spPr>
            <a:xfrm>
              <a:off x="557784" y="1845564"/>
              <a:ext cx="8783320" cy="4302760"/>
            </a:xfrm>
            <a:custGeom>
              <a:rect b="b" l="l" r="r" t="t"/>
              <a:pathLst>
                <a:path extrusionOk="0" h="4302760" w="8783320">
                  <a:moveTo>
                    <a:pt x="0" y="4302252"/>
                  </a:moveTo>
                  <a:lnTo>
                    <a:pt x="8782812" y="430225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4302252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50" name="Google Shape;2050;p8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5028" y="1917192"/>
              <a:ext cx="8735568" cy="41574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1" name="Google Shape;2051;p80"/>
          <p:cNvSpPr txBox="1"/>
          <p:nvPr/>
        </p:nvSpPr>
        <p:spPr>
          <a:xfrm>
            <a:off x="437489" y="431419"/>
            <a:ext cx="17418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2.4. POS Tagging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8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Google Shape;205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3431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8" name="Google Shape;2058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9" name="Google Shape;2059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0" name="Google Shape;2060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2321051"/>
            <a:ext cx="4228338" cy="2673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1" name="Google Shape;2061;p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963" y="1443177"/>
            <a:ext cx="1681733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81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3" name="Google Shape;2063;p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937004"/>
            <a:ext cx="175641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81"/>
          <p:cNvSpPr txBox="1"/>
          <p:nvPr/>
        </p:nvSpPr>
        <p:spPr>
          <a:xfrm>
            <a:off x="437489" y="431419"/>
            <a:ext cx="17418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2.4. POS Tagging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8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0" name="Google Shape;207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03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2" name="Google Shape;2072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3" name="Google Shape;2073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5994" y="2939144"/>
            <a:ext cx="2858238" cy="30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4" name="Google Shape;2074;p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580" y="1443164"/>
            <a:ext cx="1666494" cy="233997"/>
          </a:xfrm>
          <a:prstGeom prst="rect">
            <a:avLst/>
          </a:prstGeom>
          <a:noFill/>
          <a:ln>
            <a:noFill/>
          </a:ln>
        </p:spPr>
      </p:pic>
      <p:sp>
        <p:nvSpPr>
          <p:cNvPr id="2075" name="Google Shape;2075;p82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6" name="Google Shape;2076;p8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7809" y="1941649"/>
            <a:ext cx="622548" cy="13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7" name="Google Shape;2077;p8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2321051"/>
            <a:ext cx="3903726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078" name="Google Shape;2078;p82"/>
          <p:cNvSpPr txBox="1"/>
          <p:nvPr/>
        </p:nvSpPr>
        <p:spPr>
          <a:xfrm>
            <a:off x="437489" y="431419"/>
            <a:ext cx="17418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2.4. POS Tagging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8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4" name="Google Shape;208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5" name="Google Shape;2085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6" name="Google Shape;2086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087" name="Google Shape;2087;p8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8" name="Google Shape;2088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9" y="1524073"/>
            <a:ext cx="622548" cy="13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03476"/>
            <a:ext cx="4943094" cy="1956054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83"/>
          <p:cNvSpPr txBox="1"/>
          <p:nvPr/>
        </p:nvSpPr>
        <p:spPr>
          <a:xfrm>
            <a:off x="437489" y="431419"/>
            <a:ext cx="17418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2.4. POS Tagging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8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84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8" name="Google Shape;2098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1970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9" name="Google Shape;2099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0" name="Google Shape;2100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1" name="Google Shape;2101;p8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229343"/>
            <a:ext cx="3342894" cy="3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2" name="Google Shape;2102;p8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3" name="Google Shape;2103;p8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0536" y="3973067"/>
            <a:ext cx="1126998" cy="182118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84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5" name="Google Shape;2105;p8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0536" y="4402835"/>
            <a:ext cx="1113282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106" name="Google Shape;2106;p84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7" name="Google Shape;2107;p8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0536" y="4832603"/>
            <a:ext cx="2405634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108" name="Google Shape;2108;p84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9" name="Google Shape;2109;p8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0536" y="5262371"/>
            <a:ext cx="116814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84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1" name="Google Shape;2111;p8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79491" y="3976065"/>
            <a:ext cx="85878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2112" name="Google Shape;2112;p84"/>
          <p:cNvSpPr/>
          <p:nvPr/>
        </p:nvSpPr>
        <p:spPr>
          <a:xfrm>
            <a:off x="4892040" y="3927347"/>
            <a:ext cx="35560" cy="251460"/>
          </a:xfrm>
          <a:custGeom>
            <a:rect b="b" l="l" r="r" t="t"/>
            <a:pathLst>
              <a:path extrusionOk="0" h="251460" w="35560">
                <a:moveTo>
                  <a:pt x="35051" y="0"/>
                </a:moveTo>
                <a:lnTo>
                  <a:pt x="0" y="0"/>
                </a:lnTo>
                <a:lnTo>
                  <a:pt x="0" y="251459"/>
                </a:lnTo>
                <a:lnTo>
                  <a:pt x="35051" y="251459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3" name="Google Shape;2113;p8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491" y="4402835"/>
            <a:ext cx="1550669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114" name="Google Shape;2114;p84"/>
          <p:cNvSpPr/>
          <p:nvPr/>
        </p:nvSpPr>
        <p:spPr>
          <a:xfrm>
            <a:off x="4892040" y="4352544"/>
            <a:ext cx="35560" cy="253365"/>
          </a:xfrm>
          <a:custGeom>
            <a:rect b="b" l="l" r="r" t="t"/>
            <a:pathLst>
              <a:path extrusionOk="0" h="253364" w="35560">
                <a:moveTo>
                  <a:pt x="35051" y="0"/>
                </a:moveTo>
                <a:lnTo>
                  <a:pt x="0" y="0"/>
                </a:lnTo>
                <a:lnTo>
                  <a:pt x="0" y="252984"/>
                </a:lnTo>
                <a:lnTo>
                  <a:pt x="35051" y="252984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5" name="Google Shape;2115;p8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39011" y="5711952"/>
            <a:ext cx="1838706" cy="206502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84"/>
          <p:cNvSpPr/>
          <p:nvPr/>
        </p:nvSpPr>
        <p:spPr>
          <a:xfrm>
            <a:off x="1051560" y="5649467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59"/>
                </a:lnTo>
                <a:lnTo>
                  <a:pt x="35052" y="251459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Google Shape;212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6036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2" name="Google Shape;2122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3" name="Google Shape;2123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124" name="Google Shape;2124;p85"/>
          <p:cNvSpPr txBox="1"/>
          <p:nvPr/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5" name="Google Shape;2125;p8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6" name="Google Shape;2126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7" y="1443177"/>
            <a:ext cx="2266950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85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8" name="Google Shape;2128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37" y="1941649"/>
            <a:ext cx="460972" cy="1393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9" name="Google Shape;2129;p85"/>
          <p:cNvGrpSpPr/>
          <p:nvPr/>
        </p:nvGrpSpPr>
        <p:grpSpPr>
          <a:xfrm>
            <a:off x="557784" y="2237231"/>
            <a:ext cx="8781415" cy="3657600"/>
            <a:chOff x="557784" y="2237231"/>
            <a:chExt cx="8781415" cy="3657600"/>
          </a:xfrm>
        </p:grpSpPr>
        <p:sp>
          <p:nvSpPr>
            <p:cNvPr id="2130" name="Google Shape;2130;p85"/>
            <p:cNvSpPr/>
            <p:nvPr/>
          </p:nvSpPr>
          <p:spPr>
            <a:xfrm>
              <a:off x="557784" y="2237231"/>
              <a:ext cx="8781415" cy="3657600"/>
            </a:xfrm>
            <a:custGeom>
              <a:rect b="b" l="l" r="r" t="t"/>
              <a:pathLst>
                <a:path extrusionOk="0" h="3657600" w="8781415">
                  <a:moveTo>
                    <a:pt x="0" y="3657600"/>
                  </a:moveTo>
                  <a:lnTo>
                    <a:pt x="8781288" y="3657600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1" name="Google Shape;2131;p8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13483" y="2376571"/>
              <a:ext cx="8307458" cy="33710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86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0" name="Google Shape;2140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92430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86"/>
          <p:cNvSpPr txBox="1"/>
          <p:nvPr>
            <p:ph type="title"/>
          </p:nvPr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8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3" name="Google Shape;2143;p86"/>
          <p:cNvGrpSpPr/>
          <p:nvPr/>
        </p:nvGrpSpPr>
        <p:grpSpPr>
          <a:xfrm>
            <a:off x="557783" y="1661160"/>
            <a:ext cx="8781415" cy="4646930"/>
            <a:chOff x="557783" y="1661160"/>
            <a:chExt cx="8781415" cy="4646930"/>
          </a:xfrm>
        </p:grpSpPr>
        <p:sp>
          <p:nvSpPr>
            <p:cNvPr id="2144" name="Google Shape;2144;p86"/>
            <p:cNvSpPr/>
            <p:nvPr/>
          </p:nvSpPr>
          <p:spPr>
            <a:xfrm>
              <a:off x="557783" y="1661160"/>
              <a:ext cx="8781415" cy="4646930"/>
            </a:xfrm>
            <a:custGeom>
              <a:rect b="b" l="l" r="r" t="t"/>
              <a:pathLst>
                <a:path extrusionOk="0" h="4646930" w="8781415">
                  <a:moveTo>
                    <a:pt x="0" y="4646676"/>
                  </a:moveTo>
                  <a:lnTo>
                    <a:pt x="8781288" y="4646676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4646676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5" name="Google Shape;2145;p8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1707" y="1714500"/>
              <a:ext cx="8415528" cy="45240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6" name="Google Shape;2146;p86"/>
            <p:cNvSpPr/>
            <p:nvPr/>
          </p:nvSpPr>
          <p:spPr>
            <a:xfrm>
              <a:off x="1432560" y="1772411"/>
              <a:ext cx="2586355" cy="330835"/>
            </a:xfrm>
            <a:custGeom>
              <a:rect b="b" l="l" r="r" t="t"/>
              <a:pathLst>
                <a:path extrusionOk="0" h="330835" w="2586354">
                  <a:moveTo>
                    <a:pt x="2586228" y="181368"/>
                  </a:moveTo>
                  <a:lnTo>
                    <a:pt x="2086356" y="181368"/>
                  </a:lnTo>
                  <a:lnTo>
                    <a:pt x="2086356" y="0"/>
                  </a:lnTo>
                  <a:lnTo>
                    <a:pt x="0" y="0"/>
                  </a:lnTo>
                  <a:lnTo>
                    <a:pt x="0" y="193548"/>
                  </a:lnTo>
                  <a:lnTo>
                    <a:pt x="670560" y="193548"/>
                  </a:lnTo>
                  <a:lnTo>
                    <a:pt x="670560" y="330708"/>
                  </a:lnTo>
                  <a:lnTo>
                    <a:pt x="2586228" y="330708"/>
                  </a:lnTo>
                  <a:lnTo>
                    <a:pt x="2586228" y="181368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7" name="Google Shape;2147;p86"/>
          <p:cNvSpPr txBox="1"/>
          <p:nvPr/>
        </p:nvSpPr>
        <p:spPr>
          <a:xfrm>
            <a:off x="1243990" y="1767476"/>
            <a:ext cx="2973705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9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Cleaning and word tokenization</a:t>
            </a:r>
            <a:endParaRPr sz="10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673735" marR="0" rtl="0" algn="l">
              <a:lnSpc>
                <a:spcPct val="119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Python’s dictionary datatype</a:t>
            </a:r>
            <a:endParaRPr sz="10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148" name="Google Shape;2148;p86"/>
          <p:cNvSpPr/>
          <p:nvPr/>
        </p:nvSpPr>
        <p:spPr>
          <a:xfrm>
            <a:off x="3165348" y="2613659"/>
            <a:ext cx="4799330" cy="963294"/>
          </a:xfrm>
          <a:custGeom>
            <a:rect b="b" l="l" r="r" t="t"/>
            <a:pathLst>
              <a:path extrusionOk="0" h="963295" w="4799330">
                <a:moveTo>
                  <a:pt x="2042160" y="0"/>
                </a:moveTo>
                <a:lnTo>
                  <a:pt x="228600" y="0"/>
                </a:lnTo>
                <a:lnTo>
                  <a:pt x="228600" y="155448"/>
                </a:lnTo>
                <a:lnTo>
                  <a:pt x="2042160" y="155448"/>
                </a:lnTo>
                <a:lnTo>
                  <a:pt x="2042160" y="0"/>
                </a:lnTo>
                <a:close/>
              </a:path>
              <a:path extrusionOk="0" h="963295" w="4799330">
                <a:moveTo>
                  <a:pt x="3348228" y="536448"/>
                </a:moveTo>
                <a:lnTo>
                  <a:pt x="0" y="536448"/>
                </a:lnTo>
                <a:lnTo>
                  <a:pt x="0" y="693420"/>
                </a:lnTo>
                <a:lnTo>
                  <a:pt x="3348228" y="693420"/>
                </a:lnTo>
                <a:lnTo>
                  <a:pt x="3348228" y="536448"/>
                </a:lnTo>
                <a:close/>
              </a:path>
              <a:path extrusionOk="0" h="963295" w="4799330">
                <a:moveTo>
                  <a:pt x="3585972" y="694944"/>
                </a:moveTo>
                <a:lnTo>
                  <a:pt x="381000" y="694944"/>
                </a:lnTo>
                <a:lnTo>
                  <a:pt x="381000" y="826008"/>
                </a:lnTo>
                <a:lnTo>
                  <a:pt x="3585972" y="826008"/>
                </a:lnTo>
                <a:lnTo>
                  <a:pt x="3585972" y="694944"/>
                </a:lnTo>
                <a:close/>
              </a:path>
              <a:path extrusionOk="0" h="963295" w="4799330">
                <a:moveTo>
                  <a:pt x="4799076" y="835152"/>
                </a:moveTo>
                <a:lnTo>
                  <a:pt x="111252" y="835152"/>
                </a:lnTo>
                <a:lnTo>
                  <a:pt x="111252" y="963168"/>
                </a:lnTo>
                <a:lnTo>
                  <a:pt x="4799076" y="963168"/>
                </a:lnTo>
                <a:lnTo>
                  <a:pt x="4799076" y="835152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86"/>
          <p:cNvSpPr txBox="1"/>
          <p:nvPr/>
        </p:nvSpPr>
        <p:spPr>
          <a:xfrm>
            <a:off x="2789047" y="2589801"/>
            <a:ext cx="5667375" cy="100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451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executes word tokenization</a:t>
            </a:r>
            <a:endParaRPr sz="10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32384" marR="0" rtl="0" algn="l">
              <a:lnSpc>
                <a:spcPct val="114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Reduce the number of words by lowercasing all words</a:t>
            </a:r>
            <a:endParaRPr sz="10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493394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Remove stop words in case of word tokenization.</a:t>
            </a:r>
            <a:endParaRPr sz="10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marR="0" rtl="0" algn="l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Remove additional words if the length of the word is lower or equal to 2</a:t>
            </a:r>
            <a:endParaRPr sz="10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6624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5" name="Google Shape;2155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6" name="Google Shape;2156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157" name="Google Shape;2157;p87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8" name="Google Shape;2158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391411"/>
            <a:ext cx="1875282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159" name="Google Shape;2159;p87"/>
          <p:cNvSpPr txBox="1"/>
          <p:nvPr/>
        </p:nvSpPr>
        <p:spPr>
          <a:xfrm>
            <a:off x="437489" y="431419"/>
            <a:ext cx="21520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8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1" name="Google Shape;2161;p87"/>
          <p:cNvGrpSpPr/>
          <p:nvPr/>
        </p:nvGrpSpPr>
        <p:grpSpPr>
          <a:xfrm>
            <a:off x="557784" y="1700783"/>
            <a:ext cx="8781415" cy="1077595"/>
            <a:chOff x="557784" y="1700783"/>
            <a:chExt cx="8781415" cy="1077595"/>
          </a:xfrm>
        </p:grpSpPr>
        <p:sp>
          <p:nvSpPr>
            <p:cNvPr id="2162" name="Google Shape;2162;p87"/>
            <p:cNvSpPr/>
            <p:nvPr/>
          </p:nvSpPr>
          <p:spPr>
            <a:xfrm>
              <a:off x="557784" y="1700783"/>
              <a:ext cx="8781415" cy="1077595"/>
            </a:xfrm>
            <a:custGeom>
              <a:rect b="b" l="l" r="r" t="t"/>
              <a:pathLst>
                <a:path extrusionOk="0" h="1077595" w="8781415">
                  <a:moveTo>
                    <a:pt x="0" y="1077468"/>
                  </a:moveTo>
                  <a:lnTo>
                    <a:pt x="8781288" y="1077468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3" name="Google Shape;2163;p8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2411" y="1841024"/>
              <a:ext cx="8492024" cy="7491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8" name="Google Shape;216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9" name="Google Shape;2169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0" name="Google Shape;2170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171" name="Google Shape;2171;p88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2" name="Google Shape;2172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391411"/>
            <a:ext cx="3108197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173" name="Google Shape;2173;p88"/>
          <p:cNvSpPr txBox="1"/>
          <p:nvPr>
            <p:ph type="title"/>
          </p:nvPr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8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5" name="Google Shape;2175;p88"/>
          <p:cNvGrpSpPr/>
          <p:nvPr/>
        </p:nvGrpSpPr>
        <p:grpSpPr>
          <a:xfrm>
            <a:off x="798684" y="1879527"/>
            <a:ext cx="8540387" cy="1487859"/>
            <a:chOff x="798684" y="1879527"/>
            <a:chExt cx="8540387" cy="1487859"/>
          </a:xfrm>
        </p:grpSpPr>
        <p:pic>
          <p:nvPicPr>
            <p:cNvPr id="2176" name="Google Shape;2176;p8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8684" y="1879527"/>
              <a:ext cx="8540387" cy="1487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7" name="Google Shape;2177;p88"/>
            <p:cNvSpPr/>
            <p:nvPr/>
          </p:nvSpPr>
          <p:spPr>
            <a:xfrm>
              <a:off x="2980944" y="2430780"/>
              <a:ext cx="5394960" cy="184785"/>
            </a:xfrm>
            <a:custGeom>
              <a:rect b="b" l="l" r="r" t="t"/>
              <a:pathLst>
                <a:path extrusionOk="0" h="184785" w="5394959">
                  <a:moveTo>
                    <a:pt x="5394959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5394959" y="184403"/>
                  </a:lnTo>
                  <a:lnTo>
                    <a:pt x="5394959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8" name="Google Shape;2178;p88"/>
          <p:cNvSpPr txBox="1"/>
          <p:nvPr/>
        </p:nvSpPr>
        <p:spPr>
          <a:xfrm>
            <a:off x="557783" y="1700783"/>
            <a:ext cx="8781415" cy="187198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2405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Low frequency words are deleted. (It was learned in the Cleaning section.)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3" name="Google Shape;218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5" name="Google Shape;2185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186" name="Google Shape;2186;p89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7" name="Google Shape;2187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998982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89"/>
          <p:cNvSpPr txBox="1"/>
          <p:nvPr>
            <p:ph type="title"/>
          </p:nvPr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8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0" name="Google Shape;2190;p89"/>
          <p:cNvGrpSpPr/>
          <p:nvPr/>
        </p:nvGrpSpPr>
        <p:grpSpPr>
          <a:xfrm>
            <a:off x="632459" y="1772411"/>
            <a:ext cx="8711184" cy="1342644"/>
            <a:chOff x="632459" y="1772411"/>
            <a:chExt cx="8711184" cy="1342644"/>
          </a:xfrm>
        </p:grpSpPr>
        <p:pic>
          <p:nvPicPr>
            <p:cNvPr id="2191" name="Google Shape;2191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2459" y="1772411"/>
              <a:ext cx="8711184" cy="1342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2" name="Google Shape;2192;p89"/>
            <p:cNvSpPr/>
            <p:nvPr/>
          </p:nvSpPr>
          <p:spPr>
            <a:xfrm>
              <a:off x="2945892" y="2017775"/>
              <a:ext cx="6335395" cy="548640"/>
            </a:xfrm>
            <a:custGeom>
              <a:rect b="b" l="l" r="r" t="t"/>
              <a:pathLst>
                <a:path extrusionOk="0" h="548639" w="6335395">
                  <a:moveTo>
                    <a:pt x="3752088" y="367284"/>
                  </a:moveTo>
                  <a:lnTo>
                    <a:pt x="0" y="367284"/>
                  </a:lnTo>
                  <a:lnTo>
                    <a:pt x="0" y="548640"/>
                  </a:lnTo>
                  <a:lnTo>
                    <a:pt x="3752088" y="548640"/>
                  </a:lnTo>
                  <a:lnTo>
                    <a:pt x="3752088" y="367284"/>
                  </a:lnTo>
                  <a:close/>
                </a:path>
                <a:path extrusionOk="0" h="548639" w="6335395">
                  <a:moveTo>
                    <a:pt x="6335268" y="0"/>
                  </a:moveTo>
                  <a:lnTo>
                    <a:pt x="3790188" y="0"/>
                  </a:lnTo>
                  <a:lnTo>
                    <a:pt x="3790188" y="246888"/>
                  </a:lnTo>
                  <a:lnTo>
                    <a:pt x="6335268" y="246888"/>
                  </a:lnTo>
                  <a:lnTo>
                    <a:pt x="6335268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3" name="Google Shape;2193;p89"/>
          <p:cNvSpPr txBox="1"/>
          <p:nvPr/>
        </p:nvSpPr>
        <p:spPr>
          <a:xfrm>
            <a:off x="557783" y="1700783"/>
            <a:ext cx="8794115" cy="142811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175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Remove words of index higher than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317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25336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Remove index information from the corresponding word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194" name="Google Shape;2194;p89"/>
          <p:cNvSpPr txBox="1"/>
          <p:nvPr/>
        </p:nvSpPr>
        <p:spPr>
          <a:xfrm>
            <a:off x="9412687" y="2033763"/>
            <a:ext cx="106680" cy="195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5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9" name="Google Shape;2199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949" y="6524434"/>
            <a:ext cx="8903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1" name="Google Shape;2201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02" name="Google Shape;2202;p90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3" name="Google Shape;2203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5382006" cy="179070"/>
          </a:xfrm>
          <a:prstGeom prst="rect">
            <a:avLst/>
          </a:prstGeom>
          <a:noFill/>
          <a:ln>
            <a:noFill/>
          </a:ln>
        </p:spPr>
      </p:pic>
      <p:sp>
        <p:nvSpPr>
          <p:cNvPr id="2204" name="Google Shape;2204;p90"/>
          <p:cNvSpPr txBox="1"/>
          <p:nvPr/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9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6" name="Google Shape;2206;p90"/>
          <p:cNvGrpSpPr/>
          <p:nvPr/>
        </p:nvGrpSpPr>
        <p:grpSpPr>
          <a:xfrm>
            <a:off x="557784" y="1700783"/>
            <a:ext cx="8781415" cy="2664460"/>
            <a:chOff x="557784" y="1700783"/>
            <a:chExt cx="8781415" cy="2664460"/>
          </a:xfrm>
        </p:grpSpPr>
        <p:sp>
          <p:nvSpPr>
            <p:cNvPr id="2207" name="Google Shape;2207;p90"/>
            <p:cNvSpPr/>
            <p:nvPr/>
          </p:nvSpPr>
          <p:spPr>
            <a:xfrm>
              <a:off x="557784" y="1700783"/>
              <a:ext cx="8781415" cy="2664460"/>
            </a:xfrm>
            <a:custGeom>
              <a:rect b="b" l="l" r="r" t="t"/>
              <a:pathLst>
                <a:path extrusionOk="0" h="2664460" w="8781415">
                  <a:moveTo>
                    <a:pt x="0" y="2663952"/>
                  </a:moveTo>
                  <a:lnTo>
                    <a:pt x="8781288" y="2663952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2663952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08" name="Google Shape;2208;p9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0267" y="1864224"/>
              <a:ext cx="8528804" cy="23023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3" name="Google Shape;221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3431" y="6524434"/>
            <a:ext cx="6155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4" name="Google Shape;2214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5" name="Google Shape;2215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91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7" name="Google Shape;2217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782573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91"/>
          <p:cNvSpPr txBox="1"/>
          <p:nvPr>
            <p:ph type="title"/>
          </p:nvPr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9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0" name="Google Shape;2220;p91"/>
          <p:cNvGrpSpPr/>
          <p:nvPr/>
        </p:nvGrpSpPr>
        <p:grpSpPr>
          <a:xfrm>
            <a:off x="854746" y="1796795"/>
            <a:ext cx="8426412" cy="3912078"/>
            <a:chOff x="854746" y="1796795"/>
            <a:chExt cx="8426412" cy="3912078"/>
          </a:xfrm>
        </p:grpSpPr>
        <p:pic>
          <p:nvPicPr>
            <p:cNvPr id="2221" name="Google Shape;2221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4746" y="1796795"/>
              <a:ext cx="8426412" cy="39120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2" name="Google Shape;2222;p91"/>
            <p:cNvSpPr/>
            <p:nvPr/>
          </p:nvSpPr>
          <p:spPr>
            <a:xfrm>
              <a:off x="1350264" y="3364991"/>
              <a:ext cx="7045959" cy="2121535"/>
            </a:xfrm>
            <a:custGeom>
              <a:rect b="b" l="l" r="r" t="t"/>
              <a:pathLst>
                <a:path extrusionOk="0" h="2121535" w="7045959">
                  <a:moveTo>
                    <a:pt x="3890772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3890772" y="173736"/>
                  </a:lnTo>
                  <a:lnTo>
                    <a:pt x="3890772" y="0"/>
                  </a:lnTo>
                  <a:close/>
                </a:path>
                <a:path extrusionOk="0" h="2121535" w="7045959">
                  <a:moveTo>
                    <a:pt x="4308335" y="1972056"/>
                  </a:moveTo>
                  <a:lnTo>
                    <a:pt x="1464564" y="1972056"/>
                  </a:lnTo>
                  <a:lnTo>
                    <a:pt x="1464564" y="2121408"/>
                  </a:lnTo>
                  <a:lnTo>
                    <a:pt x="4308335" y="2121408"/>
                  </a:lnTo>
                  <a:lnTo>
                    <a:pt x="4308335" y="1972056"/>
                  </a:lnTo>
                  <a:close/>
                </a:path>
                <a:path extrusionOk="0" h="2121535" w="7045959">
                  <a:moveTo>
                    <a:pt x="7045439" y="1069848"/>
                  </a:moveTo>
                  <a:lnTo>
                    <a:pt x="1449324" y="1069848"/>
                  </a:lnTo>
                  <a:lnTo>
                    <a:pt x="1449324" y="1217676"/>
                  </a:lnTo>
                  <a:lnTo>
                    <a:pt x="7045439" y="1217676"/>
                  </a:lnTo>
                  <a:lnTo>
                    <a:pt x="7045439" y="1069848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3" name="Google Shape;2223;p91"/>
          <p:cNvSpPr txBox="1"/>
          <p:nvPr/>
        </p:nvSpPr>
        <p:spPr>
          <a:xfrm>
            <a:off x="557783" y="1700783"/>
            <a:ext cx="8781415" cy="419417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91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Above task can be executed by words=np.hstack(sentences)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6808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You can easily count all frequency of the words by using Python’s Counter module.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9799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Print the frequency of the word ‘barber’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8" name="Google Shape;2228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03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9" name="Google Shape;2229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0" name="Google Shape;2230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92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2" name="Google Shape;2232;p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391411"/>
            <a:ext cx="3108197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233" name="Google Shape;2233;p92"/>
          <p:cNvSpPr txBox="1"/>
          <p:nvPr/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4" name="Google Shape;2234;p9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5" name="Google Shape;2235;p92"/>
          <p:cNvGrpSpPr/>
          <p:nvPr/>
        </p:nvGrpSpPr>
        <p:grpSpPr>
          <a:xfrm>
            <a:off x="775812" y="1854050"/>
            <a:ext cx="8563259" cy="2314424"/>
            <a:chOff x="775812" y="1854050"/>
            <a:chExt cx="8563259" cy="2314424"/>
          </a:xfrm>
        </p:grpSpPr>
        <p:pic>
          <p:nvPicPr>
            <p:cNvPr id="2236" name="Google Shape;2236;p9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5812" y="1854050"/>
              <a:ext cx="8563259" cy="2314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7" name="Google Shape;2237;p92"/>
            <p:cNvSpPr/>
            <p:nvPr/>
          </p:nvSpPr>
          <p:spPr>
            <a:xfrm>
              <a:off x="4146803" y="2040635"/>
              <a:ext cx="3266440" cy="254635"/>
            </a:xfrm>
            <a:custGeom>
              <a:rect b="b" l="l" r="r" t="t"/>
              <a:pathLst>
                <a:path extrusionOk="0" h="254635" w="3266440">
                  <a:moveTo>
                    <a:pt x="3265932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3265932" y="254508"/>
                  </a:lnTo>
                  <a:lnTo>
                    <a:pt x="3265932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8" name="Google Shape;2238;p92"/>
          <p:cNvSpPr txBox="1"/>
          <p:nvPr/>
        </p:nvSpPr>
        <p:spPr>
          <a:xfrm>
            <a:off x="557783" y="1700783"/>
            <a:ext cx="8781415" cy="266446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88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Save top 5 words with the highest frequency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Google Shape;2243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4" name="Google Shape;2244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5" name="Google Shape;2245;p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46" name="Google Shape;2246;p93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7" name="Google Shape;2247;p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1201673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93"/>
          <p:cNvSpPr txBox="1"/>
          <p:nvPr>
            <p:ph type="title"/>
          </p:nvPr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9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0" name="Google Shape;2250;p93"/>
          <p:cNvGrpSpPr/>
          <p:nvPr/>
        </p:nvGrpSpPr>
        <p:grpSpPr>
          <a:xfrm>
            <a:off x="557783" y="1700783"/>
            <a:ext cx="8781415" cy="3714115"/>
            <a:chOff x="557783" y="1700783"/>
            <a:chExt cx="8781415" cy="3714115"/>
          </a:xfrm>
        </p:grpSpPr>
        <p:sp>
          <p:nvSpPr>
            <p:cNvPr id="2251" name="Google Shape;2251;p93"/>
            <p:cNvSpPr/>
            <p:nvPr/>
          </p:nvSpPr>
          <p:spPr>
            <a:xfrm>
              <a:off x="557783" y="1700783"/>
              <a:ext cx="8781415" cy="3714115"/>
            </a:xfrm>
            <a:custGeom>
              <a:rect b="b" l="l" r="r" t="t"/>
              <a:pathLst>
                <a:path extrusionOk="0" h="3714115" w="8781415">
                  <a:moveTo>
                    <a:pt x="0" y="3713988"/>
                  </a:moveTo>
                  <a:lnTo>
                    <a:pt x="8781288" y="3713988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713988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2" name="Google Shape;2252;p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6655" y="1862175"/>
              <a:ext cx="8542416" cy="34022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3" name="Google Shape;2253;p93"/>
            <p:cNvSpPr/>
            <p:nvPr/>
          </p:nvSpPr>
          <p:spPr>
            <a:xfrm>
              <a:off x="1392936" y="2446019"/>
              <a:ext cx="7780020" cy="204470"/>
            </a:xfrm>
            <a:custGeom>
              <a:rect b="b" l="l" r="r" t="t"/>
              <a:pathLst>
                <a:path extrusionOk="0" h="204469" w="7780020">
                  <a:moveTo>
                    <a:pt x="7780019" y="0"/>
                  </a:moveTo>
                  <a:lnTo>
                    <a:pt x="0" y="0"/>
                  </a:lnTo>
                  <a:lnTo>
                    <a:pt x="0" y="204215"/>
                  </a:lnTo>
                  <a:lnTo>
                    <a:pt x="7780019" y="204215"/>
                  </a:lnTo>
                  <a:lnTo>
                    <a:pt x="7780019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4" name="Google Shape;2254;p93"/>
          <p:cNvSpPr txBox="1"/>
          <p:nvPr/>
        </p:nvSpPr>
        <p:spPr>
          <a:xfrm>
            <a:off x="1381125" y="2438564"/>
            <a:ext cx="852487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Remove sentence section with np.hstack and use it as input. Ex) 'barber', 'person', 'barber', 'good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255" name="Google Shape;2255;p93"/>
          <p:cNvSpPr/>
          <p:nvPr/>
        </p:nvSpPr>
        <p:spPr>
          <a:xfrm>
            <a:off x="4081271" y="3863340"/>
            <a:ext cx="3248025" cy="172720"/>
          </a:xfrm>
          <a:custGeom>
            <a:rect b="b" l="l" r="r" t="t"/>
            <a:pathLst>
              <a:path extrusionOk="0" h="172720" w="3248025">
                <a:moveTo>
                  <a:pt x="3247644" y="0"/>
                </a:moveTo>
                <a:lnTo>
                  <a:pt x="0" y="0"/>
                </a:lnTo>
                <a:lnTo>
                  <a:pt x="0" y="172212"/>
                </a:lnTo>
                <a:lnTo>
                  <a:pt x="3247644" y="172212"/>
                </a:lnTo>
                <a:lnTo>
                  <a:pt x="3247644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93"/>
          <p:cNvSpPr txBox="1"/>
          <p:nvPr/>
        </p:nvSpPr>
        <p:spPr>
          <a:xfrm>
            <a:off x="4069841" y="3838485"/>
            <a:ext cx="381190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Save top 5 words with the highest frequency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" name="Google Shape;226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970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2" name="Google Shape;2262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64" name="Google Shape;2264;p94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5" name="Google Shape;2265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934973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266" name="Google Shape;2266;p94"/>
          <p:cNvSpPr txBox="1"/>
          <p:nvPr/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9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8" name="Google Shape;2268;p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892" y="1853059"/>
            <a:ext cx="8545179" cy="1571355"/>
          </a:xfrm>
          <a:prstGeom prst="rect">
            <a:avLst/>
          </a:prstGeom>
          <a:noFill/>
          <a:ln>
            <a:noFill/>
          </a:ln>
        </p:spPr>
      </p:pic>
      <p:sp>
        <p:nvSpPr>
          <p:cNvPr id="2269" name="Google Shape;2269;p94"/>
          <p:cNvSpPr txBox="1"/>
          <p:nvPr/>
        </p:nvSpPr>
        <p:spPr>
          <a:xfrm>
            <a:off x="4117847" y="2089404"/>
            <a:ext cx="3710940" cy="1752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marR="0" rtl="0" algn="l">
              <a:lnSpc>
                <a:spcPct val="11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Assign index starting from 0 in the order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270" name="Google Shape;2270;p94"/>
          <p:cNvSpPr txBox="1"/>
          <p:nvPr/>
        </p:nvSpPr>
        <p:spPr>
          <a:xfrm>
            <a:off x="557783" y="1700783"/>
            <a:ext cx="8781415" cy="184912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838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of input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5" name="Google Shape;227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6036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6" name="Google Shape;2276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7" name="Google Shape;2277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278" name="Google Shape;2278;p95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9" name="Google Shape;2279;p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654558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280" name="Google Shape;2280;p95"/>
          <p:cNvSpPr txBox="1"/>
          <p:nvPr>
            <p:ph type="title"/>
          </p:nvPr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9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2" name="Google Shape;2282;p95"/>
          <p:cNvGrpSpPr/>
          <p:nvPr/>
        </p:nvGrpSpPr>
        <p:grpSpPr>
          <a:xfrm>
            <a:off x="770439" y="1852764"/>
            <a:ext cx="8414013" cy="3470740"/>
            <a:chOff x="770439" y="1852764"/>
            <a:chExt cx="8414013" cy="3470740"/>
          </a:xfrm>
        </p:grpSpPr>
        <p:pic>
          <p:nvPicPr>
            <p:cNvPr id="2283" name="Google Shape;2283;p9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0439" y="1852764"/>
              <a:ext cx="8414013" cy="34707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4" name="Google Shape;2284;p95"/>
            <p:cNvSpPr/>
            <p:nvPr/>
          </p:nvSpPr>
          <p:spPr>
            <a:xfrm>
              <a:off x="1287779" y="3041903"/>
              <a:ext cx="6056630" cy="186055"/>
            </a:xfrm>
            <a:custGeom>
              <a:rect b="b" l="l" r="r" t="t"/>
              <a:pathLst>
                <a:path extrusionOk="0" h="186055" w="6056630">
                  <a:moveTo>
                    <a:pt x="6056376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6056376" y="185927"/>
                  </a:lnTo>
                  <a:lnTo>
                    <a:pt x="605637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5" name="Google Shape;2285;p95"/>
          <p:cNvSpPr txBox="1"/>
          <p:nvPr/>
        </p:nvSpPr>
        <p:spPr>
          <a:xfrm>
            <a:off x="557783" y="1700783"/>
            <a:ext cx="8781415" cy="381635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308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fit_on_texts(), with corpus as input,	generates vocabulary based on word frequency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0" name="Google Shape;229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1" name="Google Shape;2291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2" name="Google Shape;2292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3" name="Google Shape;2293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2100833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96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5" name="Google Shape;2295;p96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2296" name="Google Shape;2296;p96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96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96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99" name="Google Shape;2299;p9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52116" y="4146778"/>
              <a:ext cx="5017770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0" name="Google Shape;2300;p9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1" name="Google Shape;2301;p96"/>
          <p:cNvSpPr txBox="1"/>
          <p:nvPr/>
        </p:nvSpPr>
        <p:spPr>
          <a:xfrm>
            <a:off x="437489" y="431419"/>
            <a:ext cx="2151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2.5. Integer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9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7" name="Google Shape;2307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2308" name="Google Shape;2308;p97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9" name="Google Shape;2309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6624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0" name="Google Shape;2310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1" name="Google Shape;2311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2" name="Google Shape;2312;p9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229343"/>
            <a:ext cx="3342894" cy="3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3" name="Google Shape;2313;p9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9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0536" y="3973067"/>
            <a:ext cx="1126998" cy="182118"/>
          </a:xfrm>
          <a:prstGeom prst="rect">
            <a:avLst/>
          </a:prstGeom>
          <a:noFill/>
          <a:ln>
            <a:noFill/>
          </a:ln>
        </p:spPr>
      </p:pic>
      <p:sp>
        <p:nvSpPr>
          <p:cNvPr id="2315" name="Google Shape;2315;p97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6" name="Google Shape;2316;p9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0536" y="4402835"/>
            <a:ext cx="1113282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317" name="Google Shape;2317;p97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8" name="Google Shape;2318;p9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0536" y="4832603"/>
            <a:ext cx="2405634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319" name="Google Shape;2319;p97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0" name="Google Shape;2320;p9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0536" y="5262371"/>
            <a:ext cx="116814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321" name="Google Shape;2321;p97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2" name="Google Shape;2322;p9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79491" y="3989832"/>
            <a:ext cx="1105662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97"/>
          <p:cNvSpPr/>
          <p:nvPr/>
        </p:nvSpPr>
        <p:spPr>
          <a:xfrm>
            <a:off x="4892040" y="3927347"/>
            <a:ext cx="35560" cy="251460"/>
          </a:xfrm>
          <a:custGeom>
            <a:rect b="b" l="l" r="r" t="t"/>
            <a:pathLst>
              <a:path extrusionOk="0" h="251460" w="35560">
                <a:moveTo>
                  <a:pt x="35051" y="0"/>
                </a:moveTo>
                <a:lnTo>
                  <a:pt x="0" y="0"/>
                </a:lnTo>
                <a:lnTo>
                  <a:pt x="0" y="251459"/>
                </a:lnTo>
                <a:lnTo>
                  <a:pt x="35051" y="251459"/>
                </a:lnTo>
                <a:lnTo>
                  <a:pt x="35051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4" name="Google Shape;2324;p9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491" y="4402835"/>
            <a:ext cx="1550669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325" name="Google Shape;2325;p97"/>
          <p:cNvSpPr/>
          <p:nvPr/>
        </p:nvSpPr>
        <p:spPr>
          <a:xfrm>
            <a:off x="4892040" y="4352544"/>
            <a:ext cx="35560" cy="253365"/>
          </a:xfrm>
          <a:custGeom>
            <a:rect b="b" l="l" r="r" t="t"/>
            <a:pathLst>
              <a:path extrusionOk="0" h="253364" w="35560">
                <a:moveTo>
                  <a:pt x="35051" y="0"/>
                </a:moveTo>
                <a:lnTo>
                  <a:pt x="0" y="0"/>
                </a:lnTo>
                <a:lnTo>
                  <a:pt x="0" y="252984"/>
                </a:lnTo>
                <a:lnTo>
                  <a:pt x="35051" y="252984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6" name="Google Shape;2326;p9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0536" y="5699759"/>
            <a:ext cx="1495806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97"/>
          <p:cNvSpPr/>
          <p:nvPr/>
        </p:nvSpPr>
        <p:spPr>
          <a:xfrm>
            <a:off x="1051560" y="5649467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59"/>
                </a:lnTo>
                <a:lnTo>
                  <a:pt x="35052" y="251459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2" name="Google Shape;233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3" name="Google Shape;2333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4" name="Google Shape;2334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335" name="Google Shape;2335;p98"/>
          <p:cNvSpPr/>
          <p:nvPr/>
        </p:nvSpPr>
        <p:spPr>
          <a:xfrm>
            <a:off x="559308" y="1927860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6" name="Google Shape;2336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952244"/>
            <a:ext cx="1180337" cy="174498"/>
          </a:xfrm>
          <a:prstGeom prst="rect">
            <a:avLst/>
          </a:prstGeom>
          <a:noFill/>
          <a:ln>
            <a:noFill/>
          </a:ln>
        </p:spPr>
      </p:pic>
      <p:sp>
        <p:nvSpPr>
          <p:cNvPr id="2337" name="Google Shape;2337;p98"/>
          <p:cNvSpPr txBox="1"/>
          <p:nvPr>
            <p:ph type="title"/>
          </p:nvPr>
        </p:nvSpPr>
        <p:spPr>
          <a:xfrm>
            <a:off x="437489" y="431419"/>
            <a:ext cx="1264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2.6. Padding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9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9" name="Google Shape;2339;p98"/>
          <p:cNvGrpSpPr/>
          <p:nvPr/>
        </p:nvGrpSpPr>
        <p:grpSpPr>
          <a:xfrm>
            <a:off x="557784" y="2261615"/>
            <a:ext cx="8781415" cy="3743325"/>
            <a:chOff x="557784" y="2261615"/>
            <a:chExt cx="8781415" cy="3743325"/>
          </a:xfrm>
        </p:grpSpPr>
        <p:sp>
          <p:nvSpPr>
            <p:cNvPr id="2340" name="Google Shape;2340;p98"/>
            <p:cNvSpPr/>
            <p:nvPr/>
          </p:nvSpPr>
          <p:spPr>
            <a:xfrm>
              <a:off x="557784" y="2261615"/>
              <a:ext cx="8781415" cy="3743325"/>
            </a:xfrm>
            <a:custGeom>
              <a:rect b="b" l="l" r="r" t="t"/>
              <a:pathLst>
                <a:path extrusionOk="0" h="3743325" w="8781415">
                  <a:moveTo>
                    <a:pt x="0" y="3742944"/>
                  </a:moveTo>
                  <a:lnTo>
                    <a:pt x="8781288" y="3742944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742944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41" name="Google Shape;2341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7744" y="2431192"/>
              <a:ext cx="8521327" cy="34641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2" name="Google Shape;2342;p98"/>
          <p:cNvSpPr txBox="1"/>
          <p:nvPr/>
        </p:nvSpPr>
        <p:spPr>
          <a:xfrm>
            <a:off x="3521964" y="4041647"/>
            <a:ext cx="5628640" cy="23367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2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fit_on_texts(), with corpus as input, generates vocabulary based on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343" name="Google Shape;2343;p98"/>
          <p:cNvSpPr txBox="1"/>
          <p:nvPr/>
        </p:nvSpPr>
        <p:spPr>
          <a:xfrm>
            <a:off x="9175001" y="4051539"/>
            <a:ext cx="754380" cy="195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word freq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pic>
        <p:nvPicPr>
          <p:cNvPr id="2344" name="Google Shape;2344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963" y="1443177"/>
            <a:ext cx="1063002" cy="30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8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9" name="Google Shape;234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73" y="6524434"/>
            <a:ext cx="8759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0" name="Google Shape;2350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99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3" name="Google Shape;2353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1180337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354" name="Google Shape;2354;p99"/>
          <p:cNvSpPr txBox="1"/>
          <p:nvPr/>
        </p:nvSpPr>
        <p:spPr>
          <a:xfrm>
            <a:off x="437489" y="431419"/>
            <a:ext cx="1264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2.6. Padding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9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6" name="Google Shape;2356;p99"/>
          <p:cNvGrpSpPr/>
          <p:nvPr/>
        </p:nvGrpSpPr>
        <p:grpSpPr>
          <a:xfrm>
            <a:off x="789797" y="1872023"/>
            <a:ext cx="8549274" cy="2413019"/>
            <a:chOff x="789797" y="1872023"/>
            <a:chExt cx="8549274" cy="2413019"/>
          </a:xfrm>
        </p:grpSpPr>
        <p:pic>
          <p:nvPicPr>
            <p:cNvPr id="2357" name="Google Shape;2357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9797" y="1872023"/>
              <a:ext cx="8549274" cy="2413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8" name="Google Shape;2358;p99"/>
            <p:cNvSpPr/>
            <p:nvPr/>
          </p:nvSpPr>
          <p:spPr>
            <a:xfrm>
              <a:off x="2764536" y="1914143"/>
              <a:ext cx="2565400" cy="334010"/>
            </a:xfrm>
            <a:custGeom>
              <a:rect b="b" l="l" r="r" t="t"/>
              <a:pathLst>
                <a:path extrusionOk="0" h="334010" w="2565400">
                  <a:moveTo>
                    <a:pt x="2564892" y="172212"/>
                  </a:moveTo>
                  <a:lnTo>
                    <a:pt x="1357884" y="172212"/>
                  </a:lnTo>
                  <a:lnTo>
                    <a:pt x="1357884" y="0"/>
                  </a:lnTo>
                  <a:lnTo>
                    <a:pt x="0" y="0"/>
                  </a:lnTo>
                  <a:lnTo>
                    <a:pt x="0" y="187452"/>
                  </a:lnTo>
                  <a:lnTo>
                    <a:pt x="729996" y="187452"/>
                  </a:lnTo>
                  <a:lnTo>
                    <a:pt x="729996" y="333756"/>
                  </a:lnTo>
                  <a:lnTo>
                    <a:pt x="2564892" y="333756"/>
                  </a:lnTo>
                  <a:lnTo>
                    <a:pt x="2564892" y="172212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9" name="Google Shape;2359;p99"/>
          <p:cNvSpPr txBox="1"/>
          <p:nvPr/>
        </p:nvSpPr>
        <p:spPr>
          <a:xfrm>
            <a:off x="557783" y="1700783"/>
            <a:ext cx="8781415" cy="2743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759075" rtl="0" algn="ctr">
              <a:lnSpc>
                <a:spcPct val="1143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For each sentence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marR="798195" rtl="0" algn="ctr">
              <a:lnSpc>
                <a:spcPct val="1143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If smaller than max_len</a:t>
            </a:r>
            <a:endParaRPr sz="115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4" name="Google Shape;2364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604" y="6524434"/>
            <a:ext cx="11338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5" name="Google Shape;2365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6" name="Google Shape;2366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367" name="Google Shape;2367;p100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8" name="Google Shape;2368;p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220446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100"/>
          <p:cNvSpPr txBox="1"/>
          <p:nvPr/>
        </p:nvSpPr>
        <p:spPr>
          <a:xfrm>
            <a:off x="437489" y="431419"/>
            <a:ext cx="1264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2.6. Padding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10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1" name="Google Shape;2371;p100"/>
          <p:cNvGrpSpPr/>
          <p:nvPr/>
        </p:nvGrpSpPr>
        <p:grpSpPr>
          <a:xfrm>
            <a:off x="557784" y="1700783"/>
            <a:ext cx="8781415" cy="3199130"/>
            <a:chOff x="557784" y="1700783"/>
            <a:chExt cx="8781415" cy="3199130"/>
          </a:xfrm>
        </p:grpSpPr>
        <p:sp>
          <p:nvSpPr>
            <p:cNvPr id="2372" name="Google Shape;2372;p100"/>
            <p:cNvSpPr/>
            <p:nvPr/>
          </p:nvSpPr>
          <p:spPr>
            <a:xfrm>
              <a:off x="557784" y="1700783"/>
              <a:ext cx="8781415" cy="3199130"/>
            </a:xfrm>
            <a:custGeom>
              <a:rect b="b" l="l" r="r" t="t"/>
              <a:pathLst>
                <a:path extrusionOk="0" h="3199129" w="8781415">
                  <a:moveTo>
                    <a:pt x="0" y="3198876"/>
                  </a:moveTo>
                  <a:lnTo>
                    <a:pt x="8781288" y="3198876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198876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73" name="Google Shape;2373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9752" y="1844956"/>
              <a:ext cx="8529320" cy="292159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8" name="Google Shape;237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84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9" name="Google Shape;2379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0" name="Google Shape;2380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1" name="Google Shape;2381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2100833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101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3" name="Google Shape;2383;p101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2384" name="Google Shape;2384;p101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101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101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7" name="Google Shape;2387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10840" y="4162005"/>
              <a:ext cx="4199382" cy="22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8" name="Google Shape;2388;p10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9" name="Google Shape;2389;p101"/>
          <p:cNvSpPr txBox="1"/>
          <p:nvPr/>
        </p:nvSpPr>
        <p:spPr>
          <a:xfrm>
            <a:off x="437489" y="431419"/>
            <a:ext cx="1264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2.6. Padding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10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102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7" name="Google Shape;2397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3134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8" name="Google Shape;2398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9" name="Google Shape;2399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0" name="Google Shape;2400;p10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647" y="3229343"/>
            <a:ext cx="3342894" cy="3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10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10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0536" y="3973067"/>
            <a:ext cx="1126998" cy="182118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102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4" name="Google Shape;2404;p10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0536" y="4402835"/>
            <a:ext cx="1113282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102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6" name="Google Shape;2406;p10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0536" y="4832603"/>
            <a:ext cx="2405634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102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8" name="Google Shape;2408;p10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0536" y="5262371"/>
            <a:ext cx="116814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102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0" name="Google Shape;2410;p10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79491" y="3976065"/>
            <a:ext cx="858786" cy="2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2411" name="Google Shape;2411;p102"/>
          <p:cNvSpPr/>
          <p:nvPr/>
        </p:nvSpPr>
        <p:spPr>
          <a:xfrm>
            <a:off x="4892040" y="3927347"/>
            <a:ext cx="35560" cy="251460"/>
          </a:xfrm>
          <a:custGeom>
            <a:rect b="b" l="l" r="r" t="t"/>
            <a:pathLst>
              <a:path extrusionOk="0" h="251460" w="35560">
                <a:moveTo>
                  <a:pt x="35051" y="0"/>
                </a:moveTo>
                <a:lnTo>
                  <a:pt x="0" y="0"/>
                </a:lnTo>
                <a:lnTo>
                  <a:pt x="0" y="251459"/>
                </a:lnTo>
                <a:lnTo>
                  <a:pt x="35051" y="251459"/>
                </a:lnTo>
                <a:lnTo>
                  <a:pt x="3505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2" name="Google Shape;2412;p10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491" y="4415028"/>
            <a:ext cx="1916430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3" name="Google Shape;2413;p102"/>
          <p:cNvSpPr/>
          <p:nvPr/>
        </p:nvSpPr>
        <p:spPr>
          <a:xfrm>
            <a:off x="4892040" y="4352544"/>
            <a:ext cx="35560" cy="253365"/>
          </a:xfrm>
          <a:custGeom>
            <a:rect b="b" l="l" r="r" t="t"/>
            <a:pathLst>
              <a:path extrusionOk="0" h="253364" w="35560">
                <a:moveTo>
                  <a:pt x="35051" y="0"/>
                </a:moveTo>
                <a:lnTo>
                  <a:pt x="0" y="0"/>
                </a:lnTo>
                <a:lnTo>
                  <a:pt x="0" y="252984"/>
                </a:lnTo>
                <a:lnTo>
                  <a:pt x="35051" y="252984"/>
                </a:lnTo>
                <a:lnTo>
                  <a:pt x="35051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4" name="Google Shape;2414;p10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0536" y="5699759"/>
            <a:ext cx="1495806" cy="2202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5" name="Google Shape;2415;p102"/>
          <p:cNvSpPr/>
          <p:nvPr/>
        </p:nvSpPr>
        <p:spPr>
          <a:xfrm>
            <a:off x="1051560" y="5649467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59"/>
                </a:lnTo>
                <a:lnTo>
                  <a:pt x="35052" y="251459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0" name="Google Shape;242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1" name="Google Shape;2421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2" name="Google Shape;2422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103"/>
          <p:cNvSpPr txBox="1"/>
          <p:nvPr/>
        </p:nvSpPr>
        <p:spPr>
          <a:xfrm>
            <a:off x="437489" y="431419"/>
            <a:ext cx="22866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2.7. One-hot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10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103"/>
          <p:cNvSpPr/>
          <p:nvPr/>
        </p:nvSpPr>
        <p:spPr>
          <a:xfrm>
            <a:off x="559308" y="1927860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6" name="Google Shape;2426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952244"/>
            <a:ext cx="2740914" cy="174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7" name="Google Shape;2427;p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483" y="2423780"/>
            <a:ext cx="8423181" cy="2509157"/>
          </a:xfrm>
          <a:prstGeom prst="rect">
            <a:avLst/>
          </a:prstGeom>
          <a:noFill/>
          <a:ln>
            <a:noFill/>
          </a:ln>
        </p:spPr>
      </p:pic>
      <p:sp>
        <p:nvSpPr>
          <p:cNvPr id="2428" name="Google Shape;2428;p103"/>
          <p:cNvSpPr txBox="1"/>
          <p:nvPr/>
        </p:nvSpPr>
        <p:spPr>
          <a:xfrm>
            <a:off x="2497835" y="3631691"/>
            <a:ext cx="2594610" cy="16319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 Print encoding result for each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429" name="Google Shape;2429;p103"/>
          <p:cNvSpPr txBox="1"/>
          <p:nvPr/>
        </p:nvSpPr>
        <p:spPr>
          <a:xfrm>
            <a:off x="557783" y="2261616"/>
            <a:ext cx="8781415" cy="279844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98B9A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word</a:t>
            </a:r>
            <a:endParaRPr sz="11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pic>
        <p:nvPicPr>
          <p:cNvPr id="2430" name="Google Shape;2430;p10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248" y="1443177"/>
            <a:ext cx="2481834" cy="30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5" name="Google Shape;243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639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6" name="Google Shape;2436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7" name="Google Shape;2437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2438" name="Google Shape;2438;p104"/>
          <p:cNvSpPr txBox="1"/>
          <p:nvPr/>
        </p:nvSpPr>
        <p:spPr>
          <a:xfrm>
            <a:off x="437489" y="431419"/>
            <a:ext cx="22866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2.7. One-hot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10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104"/>
          <p:cNvSpPr/>
          <p:nvPr/>
        </p:nvSpPr>
        <p:spPr>
          <a:xfrm>
            <a:off x="559308" y="1368552"/>
            <a:ext cx="36830" cy="180340"/>
          </a:xfrm>
          <a:custGeom>
            <a:rect b="b" l="l" r="r" t="t"/>
            <a:pathLst>
              <a:path extrusionOk="0" h="180340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1" name="Google Shape;2441;p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391411"/>
            <a:ext cx="2740914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2" name="Google Shape;2442;p104"/>
          <p:cNvGrpSpPr/>
          <p:nvPr/>
        </p:nvGrpSpPr>
        <p:grpSpPr>
          <a:xfrm>
            <a:off x="557784" y="1700783"/>
            <a:ext cx="8781415" cy="3663950"/>
            <a:chOff x="557784" y="1700783"/>
            <a:chExt cx="8781415" cy="3663950"/>
          </a:xfrm>
        </p:grpSpPr>
        <p:sp>
          <p:nvSpPr>
            <p:cNvPr id="2443" name="Google Shape;2443;p104"/>
            <p:cNvSpPr/>
            <p:nvPr/>
          </p:nvSpPr>
          <p:spPr>
            <a:xfrm>
              <a:off x="557784" y="1700783"/>
              <a:ext cx="8781415" cy="3663950"/>
            </a:xfrm>
            <a:custGeom>
              <a:rect b="b" l="l" r="r" t="t"/>
              <a:pathLst>
                <a:path extrusionOk="0" h="3663950" w="8781415">
                  <a:moveTo>
                    <a:pt x="0" y="3663696"/>
                  </a:moveTo>
                  <a:lnTo>
                    <a:pt x="8781288" y="3663696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663696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4" name="Google Shape;2444;p10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8630" y="1872415"/>
              <a:ext cx="8530441" cy="33527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9" name="Google Shape;2449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482" y="6524434"/>
            <a:ext cx="110459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0" name="Google Shape;2450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1" name="Google Shape;2451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2" name="Google Shape;2452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2100833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3" name="Google Shape;2453;p105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4" name="Google Shape;2454;p105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2455" name="Google Shape;2455;p105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10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105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58" name="Google Shape;2458;p10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1635" y="4197070"/>
              <a:ext cx="5078729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9" name="Google Shape;2459;p10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0" name="Google Shape;2460;p105"/>
          <p:cNvSpPr txBox="1"/>
          <p:nvPr/>
        </p:nvSpPr>
        <p:spPr>
          <a:xfrm>
            <a:off x="437489" y="431419"/>
            <a:ext cx="22866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2.7. One-hot Encoding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10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6" name="Google Shape;246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2467" name="Google Shape;2467;p106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8" name="Google Shape;2468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9" name="Google Shape;2469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0" name="Google Shape;2470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603" y="3224771"/>
            <a:ext cx="2958846" cy="40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10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3" name="Google Shape;2473;p10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5108" y="3985259"/>
            <a:ext cx="1805177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4" name="Google Shape;2474;p106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5" name="Google Shape;2475;p10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3583" y="4402835"/>
            <a:ext cx="184632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476" name="Google Shape;2476;p106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7" name="Google Shape;2477;p10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3583" y="4832603"/>
            <a:ext cx="1904238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106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9" name="Google Shape;2479;p10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3583" y="5262371"/>
            <a:ext cx="1337310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480" name="Google Shape;2480;p106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5" name="Google Shape;248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278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6" name="Google Shape;2486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7" name="Google Shape;2487;p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8" name="Google Shape;2488;p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2471915"/>
            <a:ext cx="8394954" cy="675906"/>
          </a:xfrm>
          <a:prstGeom prst="rect">
            <a:avLst/>
          </a:prstGeom>
          <a:noFill/>
          <a:ln>
            <a:noFill/>
          </a:ln>
        </p:spPr>
      </p:pic>
      <p:sp>
        <p:nvSpPr>
          <p:cNvPr id="2489" name="Google Shape;2489;p107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10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1" name="Google Shape;2491;p1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963" y="1443177"/>
            <a:ext cx="2221230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2492" name="Google Shape;2492;p107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3" name="Google Shape;2493;p10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7804" y="1933943"/>
            <a:ext cx="8253222" cy="3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8" name="Google Shape;2498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9" name="Google Shape;2499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0" name="Google Shape;2500;p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1" name="Google Shape;2501;p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903476"/>
            <a:ext cx="4975098" cy="175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502" name="Google Shape;2502;p10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3" name="Google Shape;2503;p1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1" y="1519427"/>
            <a:ext cx="121539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108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10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0" name="Google Shape;251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1" name="Google Shape;2511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2" name="Google Shape;2512;p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3" name="Google Shape;2513;p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2332" y="1885188"/>
            <a:ext cx="1072133" cy="162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4" name="Google Shape;2514;p109"/>
          <p:cNvGrpSpPr/>
          <p:nvPr/>
        </p:nvGrpSpPr>
        <p:grpSpPr>
          <a:xfrm>
            <a:off x="2603754" y="2344673"/>
            <a:ext cx="4692650" cy="2984500"/>
            <a:chOff x="2603754" y="2344673"/>
            <a:chExt cx="4692650" cy="2984500"/>
          </a:xfrm>
        </p:grpSpPr>
        <p:pic>
          <p:nvPicPr>
            <p:cNvPr id="2515" name="Google Shape;2515;p10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22804" y="2433864"/>
              <a:ext cx="4647920" cy="275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6" name="Google Shape;2516;p109"/>
            <p:cNvSpPr/>
            <p:nvPr/>
          </p:nvSpPr>
          <p:spPr>
            <a:xfrm>
              <a:off x="2603754" y="2344673"/>
              <a:ext cx="4692650" cy="2984500"/>
            </a:xfrm>
            <a:custGeom>
              <a:rect b="b" l="l" r="r" t="t"/>
              <a:pathLst>
                <a:path extrusionOk="0" h="2984500" w="4692650">
                  <a:moveTo>
                    <a:pt x="0" y="2983991"/>
                  </a:moveTo>
                  <a:lnTo>
                    <a:pt x="4692396" y="2983991"/>
                  </a:lnTo>
                  <a:lnTo>
                    <a:pt x="4692396" y="0"/>
                  </a:lnTo>
                  <a:lnTo>
                    <a:pt x="0" y="0"/>
                  </a:lnTo>
                  <a:lnTo>
                    <a:pt x="0" y="2983991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109"/>
            <p:cNvSpPr/>
            <p:nvPr/>
          </p:nvSpPr>
          <p:spPr>
            <a:xfrm>
              <a:off x="2627376" y="2363723"/>
              <a:ext cx="4655820" cy="401320"/>
            </a:xfrm>
            <a:custGeom>
              <a:rect b="b" l="l" r="r" t="t"/>
              <a:pathLst>
                <a:path extrusionOk="0" h="401319" w="4655820">
                  <a:moveTo>
                    <a:pt x="0" y="400812"/>
                  </a:moveTo>
                  <a:lnTo>
                    <a:pt x="4655820" y="400812"/>
                  </a:lnTo>
                  <a:lnTo>
                    <a:pt x="4655820" y="0"/>
                  </a:lnTo>
                  <a:lnTo>
                    <a:pt x="0" y="0"/>
                  </a:lnTo>
                  <a:lnTo>
                    <a:pt x="0" y="400812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8" name="Google Shape;2518;p10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9" name="Google Shape;2519;p10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3231" y="1519427"/>
            <a:ext cx="121539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520" name="Google Shape;2520;p109"/>
          <p:cNvSpPr/>
          <p:nvPr/>
        </p:nvSpPr>
        <p:spPr>
          <a:xfrm>
            <a:off x="731519" y="1837944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1" name="Google Shape;2521;p109"/>
          <p:cNvSpPr txBox="1"/>
          <p:nvPr/>
        </p:nvSpPr>
        <p:spPr>
          <a:xfrm>
            <a:off x="805383" y="1844802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22" name="Google Shape;2522;p109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3" name="Google Shape;2523;p10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8" name="Google Shape;2528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84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9" name="Google Shape;2529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0" name="Google Shape;2530;p1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1" name="Google Shape;2531;p1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872995"/>
            <a:ext cx="2641854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2" name="Google Shape;2532;p1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4732" y="3218688"/>
            <a:ext cx="1700022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3" name="Google Shape;2533;p1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4588" y="2284463"/>
            <a:ext cx="7250429" cy="66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4" name="Google Shape;2534;p1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09159" y="3877187"/>
            <a:ext cx="235414" cy="1316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5" name="Google Shape;2535;p110"/>
          <p:cNvGrpSpPr/>
          <p:nvPr/>
        </p:nvGrpSpPr>
        <p:grpSpPr>
          <a:xfrm>
            <a:off x="1676526" y="3603752"/>
            <a:ext cx="6998335" cy="603885"/>
            <a:chOff x="1676526" y="3603752"/>
            <a:chExt cx="6998335" cy="603885"/>
          </a:xfrm>
        </p:grpSpPr>
        <p:sp>
          <p:nvSpPr>
            <p:cNvPr id="2536" name="Google Shape;2536;p110"/>
            <p:cNvSpPr/>
            <p:nvPr/>
          </p:nvSpPr>
          <p:spPr>
            <a:xfrm>
              <a:off x="1676527" y="3610101"/>
              <a:ext cx="6998334" cy="304800"/>
            </a:xfrm>
            <a:custGeom>
              <a:rect b="b" l="l" r="r" t="t"/>
              <a:pathLst>
                <a:path extrusionOk="0" h="304800" w="6998334">
                  <a:moveTo>
                    <a:pt x="1399527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399527" y="304800"/>
                  </a:lnTo>
                  <a:lnTo>
                    <a:pt x="1399527" y="0"/>
                  </a:lnTo>
                  <a:close/>
                </a:path>
                <a:path extrusionOk="0" h="304800" w="6998334">
                  <a:moveTo>
                    <a:pt x="2799080" y="0"/>
                  </a:moveTo>
                  <a:lnTo>
                    <a:pt x="1399540" y="0"/>
                  </a:lnTo>
                  <a:lnTo>
                    <a:pt x="1399540" y="304800"/>
                  </a:lnTo>
                  <a:lnTo>
                    <a:pt x="2799080" y="304800"/>
                  </a:lnTo>
                  <a:lnTo>
                    <a:pt x="2799080" y="0"/>
                  </a:lnTo>
                  <a:close/>
                </a:path>
                <a:path extrusionOk="0" h="304800" w="6998334">
                  <a:moveTo>
                    <a:pt x="6997827" y="0"/>
                  </a:moveTo>
                  <a:lnTo>
                    <a:pt x="5598287" y="0"/>
                  </a:lnTo>
                  <a:lnTo>
                    <a:pt x="4198747" y="0"/>
                  </a:lnTo>
                  <a:lnTo>
                    <a:pt x="2799207" y="0"/>
                  </a:lnTo>
                  <a:lnTo>
                    <a:pt x="2799207" y="304800"/>
                  </a:lnTo>
                  <a:lnTo>
                    <a:pt x="4198747" y="304800"/>
                  </a:lnTo>
                  <a:lnTo>
                    <a:pt x="5598287" y="304800"/>
                  </a:lnTo>
                  <a:lnTo>
                    <a:pt x="6997827" y="304800"/>
                  </a:lnTo>
                  <a:lnTo>
                    <a:pt x="699782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110"/>
            <p:cNvSpPr/>
            <p:nvPr/>
          </p:nvSpPr>
          <p:spPr>
            <a:xfrm>
              <a:off x="1676526" y="3603752"/>
              <a:ext cx="6998334" cy="603885"/>
            </a:xfrm>
            <a:custGeom>
              <a:rect b="b" l="l" r="r" t="t"/>
              <a:pathLst>
                <a:path extrusionOk="0" h="603885" w="6998334">
                  <a:moveTo>
                    <a:pt x="1399540" y="0"/>
                  </a:moveTo>
                  <a:lnTo>
                    <a:pt x="1399540" y="603885"/>
                  </a:lnTo>
                </a:path>
                <a:path extrusionOk="0" h="603885" w="6998334">
                  <a:moveTo>
                    <a:pt x="2799207" y="0"/>
                  </a:moveTo>
                  <a:lnTo>
                    <a:pt x="2799207" y="603885"/>
                  </a:lnTo>
                </a:path>
                <a:path extrusionOk="0" h="603885" w="6998334">
                  <a:moveTo>
                    <a:pt x="4198747" y="0"/>
                  </a:moveTo>
                  <a:lnTo>
                    <a:pt x="4198747" y="603885"/>
                  </a:lnTo>
                </a:path>
                <a:path extrusionOk="0" h="603885" w="6998334">
                  <a:moveTo>
                    <a:pt x="5598287" y="0"/>
                  </a:moveTo>
                  <a:lnTo>
                    <a:pt x="5598287" y="603885"/>
                  </a:lnTo>
                </a:path>
                <a:path extrusionOk="0" h="603885" w="6998334">
                  <a:moveTo>
                    <a:pt x="0" y="311150"/>
                  </a:moveTo>
                  <a:lnTo>
                    <a:pt x="6997954" y="311150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110"/>
            <p:cNvSpPr/>
            <p:nvPr/>
          </p:nvSpPr>
          <p:spPr>
            <a:xfrm>
              <a:off x="1676526" y="3610102"/>
              <a:ext cx="6998334" cy="0"/>
            </a:xfrm>
            <a:custGeom>
              <a:rect b="b" l="l" r="r" t="t"/>
              <a:pathLst>
                <a:path extrusionOk="0" h="120000" w="6998334">
                  <a:moveTo>
                    <a:pt x="0" y="0"/>
                  </a:moveTo>
                  <a:lnTo>
                    <a:pt x="6997954" y="0"/>
                  </a:lnTo>
                </a:path>
              </a:pathLst>
            </a:custGeom>
            <a:noFill/>
            <a:ln cap="flat" cmpd="sng" w="12700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110"/>
            <p:cNvSpPr/>
            <p:nvPr/>
          </p:nvSpPr>
          <p:spPr>
            <a:xfrm>
              <a:off x="1676526" y="4204462"/>
              <a:ext cx="6998334" cy="0"/>
            </a:xfrm>
            <a:custGeom>
              <a:rect b="b" l="l" r="r" t="t"/>
              <a:pathLst>
                <a:path extrusionOk="0" h="120000" w="6998334">
                  <a:moveTo>
                    <a:pt x="0" y="0"/>
                  </a:moveTo>
                  <a:lnTo>
                    <a:pt x="6997954" y="0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40" name="Google Shape;2540;p1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57678" y="3744722"/>
              <a:ext cx="180720" cy="119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1" name="Google Shape;2541;p1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655694" y="3744722"/>
              <a:ext cx="183641" cy="119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2" name="Google Shape;2542;p1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055361" y="3744722"/>
              <a:ext cx="183514" cy="120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3" name="Google Shape;2543;p1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457949" y="3744722"/>
              <a:ext cx="184530" cy="119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4" name="Google Shape;2544;p1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54442" y="3744722"/>
              <a:ext cx="184911" cy="121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5" name="Google Shape;2545;p1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191384" y="3996309"/>
              <a:ext cx="318262" cy="12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6" name="Google Shape;2546;p1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523743" y="3996309"/>
              <a:ext cx="37973" cy="39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7" name="Google Shape;2547;p1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615308" y="3997833"/>
              <a:ext cx="321563" cy="1258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8" name="Google Shape;2548;p1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022468" y="3997833"/>
              <a:ext cx="306323" cy="155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9" name="Google Shape;2549;p1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409943" y="3997833"/>
              <a:ext cx="329183" cy="1263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0" name="Google Shape;2550;p1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746999" y="3997833"/>
              <a:ext cx="454151" cy="1554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51" name="Google Shape;2551;p11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09827" y="4530852"/>
            <a:ext cx="8204454" cy="622554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11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3" name="Google Shape;2553;p11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19327" y="1519427"/>
            <a:ext cx="106908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554" name="Google Shape;2554;p110"/>
          <p:cNvSpPr/>
          <p:nvPr/>
        </p:nvSpPr>
        <p:spPr>
          <a:xfrm>
            <a:off x="876300" y="3162300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4"/>
                </a:lnTo>
                <a:lnTo>
                  <a:pt x="0" y="185420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4000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4" y="185420"/>
                </a:lnTo>
                <a:lnTo>
                  <a:pt x="291084" y="37084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110"/>
          <p:cNvSpPr txBox="1"/>
          <p:nvPr/>
        </p:nvSpPr>
        <p:spPr>
          <a:xfrm>
            <a:off x="949553" y="3168777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6" name="Google Shape;2556;p110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1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2" name="Google Shape;2562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6609" y="6524434"/>
            <a:ext cx="5838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3" name="Google Shape;2563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4" name="Google Shape;2564;p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5" name="Google Shape;2565;p111"/>
          <p:cNvGrpSpPr/>
          <p:nvPr/>
        </p:nvGrpSpPr>
        <p:grpSpPr>
          <a:xfrm>
            <a:off x="1348739" y="2275332"/>
            <a:ext cx="5322570" cy="2741675"/>
            <a:chOff x="1348739" y="2275332"/>
            <a:chExt cx="5322570" cy="2741675"/>
          </a:xfrm>
        </p:grpSpPr>
        <p:pic>
          <p:nvPicPr>
            <p:cNvPr id="2566" name="Google Shape;2566;p1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48739" y="2275332"/>
              <a:ext cx="5322570" cy="27058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7" name="Google Shape;2567;p111"/>
            <p:cNvSpPr/>
            <p:nvPr/>
          </p:nvSpPr>
          <p:spPr>
            <a:xfrm>
              <a:off x="5001768" y="4811267"/>
              <a:ext cx="1396365" cy="205740"/>
            </a:xfrm>
            <a:custGeom>
              <a:rect b="b" l="l" r="r" t="t"/>
              <a:pathLst>
                <a:path extrusionOk="0" h="205739" w="1396364">
                  <a:moveTo>
                    <a:pt x="1395984" y="0"/>
                  </a:moveTo>
                  <a:lnTo>
                    <a:pt x="0" y="0"/>
                  </a:lnTo>
                  <a:lnTo>
                    <a:pt x="0" y="205739"/>
                  </a:lnTo>
                  <a:lnTo>
                    <a:pt x="1395984" y="205739"/>
                  </a:lnTo>
                  <a:lnTo>
                    <a:pt x="1395984" y="0"/>
                  </a:lnTo>
                  <a:close/>
                </a:path>
              </a:pathLst>
            </a:custGeom>
            <a:solidFill>
              <a:srgbClr val="183DA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111"/>
            <p:cNvSpPr/>
            <p:nvPr/>
          </p:nvSpPr>
          <p:spPr>
            <a:xfrm>
              <a:off x="5001768" y="4811267"/>
              <a:ext cx="1396365" cy="205740"/>
            </a:xfrm>
            <a:custGeom>
              <a:rect b="b" l="l" r="r" t="t"/>
              <a:pathLst>
                <a:path extrusionOk="0" h="205739" w="1396364">
                  <a:moveTo>
                    <a:pt x="0" y="205739"/>
                  </a:moveTo>
                  <a:lnTo>
                    <a:pt x="1395984" y="205739"/>
                  </a:lnTo>
                  <a:lnTo>
                    <a:pt x="1395984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111"/>
            <p:cNvSpPr/>
            <p:nvPr/>
          </p:nvSpPr>
          <p:spPr>
            <a:xfrm>
              <a:off x="4602480" y="4364736"/>
              <a:ext cx="1188720" cy="207645"/>
            </a:xfrm>
            <a:custGeom>
              <a:rect b="b" l="l" r="r" t="t"/>
              <a:pathLst>
                <a:path extrusionOk="0" h="207645" w="1188720">
                  <a:moveTo>
                    <a:pt x="1188720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188720" y="207263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111"/>
            <p:cNvSpPr/>
            <p:nvPr/>
          </p:nvSpPr>
          <p:spPr>
            <a:xfrm>
              <a:off x="4602480" y="4364736"/>
              <a:ext cx="1188720" cy="207645"/>
            </a:xfrm>
            <a:custGeom>
              <a:rect b="b" l="l" r="r" t="t"/>
              <a:pathLst>
                <a:path extrusionOk="0" h="207645" w="1188720">
                  <a:moveTo>
                    <a:pt x="0" y="207263"/>
                  </a:moveTo>
                  <a:lnTo>
                    <a:pt x="1188720" y="207263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noFill/>
            <a:ln cap="flat" cmpd="sng" w="12175">
              <a:solidFill>
                <a:srgbClr val="00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111"/>
            <p:cNvSpPr/>
            <p:nvPr/>
          </p:nvSpPr>
          <p:spPr>
            <a:xfrm>
              <a:off x="4157472" y="3947160"/>
              <a:ext cx="1224280" cy="207645"/>
            </a:xfrm>
            <a:custGeom>
              <a:rect b="b" l="l" r="r" t="t"/>
              <a:pathLst>
                <a:path extrusionOk="0" h="207645" w="1224279">
                  <a:moveTo>
                    <a:pt x="1223772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223772" y="207263"/>
                  </a:lnTo>
                  <a:lnTo>
                    <a:pt x="1223772" y="0"/>
                  </a:lnTo>
                  <a:close/>
                </a:path>
              </a:pathLst>
            </a:custGeom>
            <a:solidFill>
              <a:srgbClr val="FF000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111"/>
            <p:cNvSpPr/>
            <p:nvPr/>
          </p:nvSpPr>
          <p:spPr>
            <a:xfrm>
              <a:off x="4157472" y="3947160"/>
              <a:ext cx="1224280" cy="207645"/>
            </a:xfrm>
            <a:custGeom>
              <a:rect b="b" l="l" r="r" t="t"/>
              <a:pathLst>
                <a:path extrusionOk="0" h="207645" w="1224279">
                  <a:moveTo>
                    <a:pt x="0" y="207263"/>
                  </a:moveTo>
                  <a:lnTo>
                    <a:pt x="1223772" y="207263"/>
                  </a:lnTo>
                  <a:lnTo>
                    <a:pt x="1223772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73" name="Google Shape;2573;p1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96255" y="4271772"/>
              <a:ext cx="528828" cy="140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4" name="Google Shape;2574;p1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15355" y="4724400"/>
              <a:ext cx="528828" cy="1402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75" name="Google Shape;2575;p1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871472"/>
            <a:ext cx="5113782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76" name="Google Shape;2576;p11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7" name="Google Shape;2577;p1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2383" y="1524073"/>
            <a:ext cx="476242" cy="139372"/>
          </a:xfrm>
          <a:prstGeom prst="rect">
            <a:avLst/>
          </a:prstGeom>
          <a:noFill/>
          <a:ln>
            <a:noFill/>
          </a:ln>
        </p:spPr>
      </p:pic>
      <p:sp>
        <p:nvSpPr>
          <p:cNvPr id="2578" name="Google Shape;2578;p111"/>
          <p:cNvSpPr/>
          <p:nvPr/>
        </p:nvSpPr>
        <p:spPr>
          <a:xfrm>
            <a:off x="905255" y="2225039"/>
            <a:ext cx="289560" cy="224154"/>
          </a:xfrm>
          <a:custGeom>
            <a:rect b="b" l="l" r="r" t="t"/>
            <a:pathLst>
              <a:path extrusionOk="0" h="224155" w="289559">
                <a:moveTo>
                  <a:pt x="252222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2222" y="224027"/>
                </a:lnTo>
                <a:lnTo>
                  <a:pt x="266757" y="221087"/>
                </a:lnTo>
                <a:lnTo>
                  <a:pt x="278625" y="213074"/>
                </a:lnTo>
                <a:lnTo>
                  <a:pt x="286626" y="201203"/>
                </a:lnTo>
                <a:lnTo>
                  <a:pt x="289559" y="186689"/>
                </a:lnTo>
                <a:lnTo>
                  <a:pt x="289559" y="37337"/>
                </a:lnTo>
                <a:lnTo>
                  <a:pt x="286626" y="22824"/>
                </a:lnTo>
                <a:lnTo>
                  <a:pt x="278625" y="10953"/>
                </a:lnTo>
                <a:lnTo>
                  <a:pt x="266757" y="2940"/>
                </a:lnTo>
                <a:lnTo>
                  <a:pt x="252222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111"/>
          <p:cNvSpPr txBox="1"/>
          <p:nvPr/>
        </p:nvSpPr>
        <p:spPr>
          <a:xfrm>
            <a:off x="977595" y="2231897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0" name="Google Shape;2580;p111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11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6" name="Google Shape;2586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8924" y="6524434"/>
            <a:ext cx="8301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7" name="Google Shape;2587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8" name="Google Shape;2588;p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9" name="Google Shape;2589;p1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16935" y="2328659"/>
            <a:ext cx="4214621" cy="424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0" name="Google Shape;2590;p1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3163823"/>
            <a:ext cx="5121402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1" name="Google Shape;2591;p1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0276" y="3666744"/>
            <a:ext cx="4091178" cy="889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2" name="Google Shape;2592;p1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4930140"/>
            <a:ext cx="3304794" cy="16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3" name="Google Shape;2593;p1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9327" y="1872995"/>
            <a:ext cx="5007102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94" name="Google Shape;2594;p11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5" name="Google Shape;2595;p1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7804" y="1519427"/>
            <a:ext cx="1309877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596" name="Google Shape;2596;p112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1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2" name="Google Shape;260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03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3" name="Google Shape;2603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4" name="Google Shape;2604;p1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5" name="Google Shape;2605;p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5620" y="2302764"/>
            <a:ext cx="3931157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6" name="Google Shape;2606;p1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6604" y="3240023"/>
            <a:ext cx="4933950" cy="17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7" name="Google Shape;2607;p1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2828544"/>
            <a:ext cx="2364486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8" name="Google Shape;2608;p1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3863340"/>
            <a:ext cx="2411730" cy="16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9" name="Google Shape;2609;p1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74876" y="4274820"/>
            <a:ext cx="6694170" cy="17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0" name="Google Shape;2610;p1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95400" y="4701514"/>
            <a:ext cx="7194042" cy="500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1" name="Google Shape;2611;p1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9327" y="1872995"/>
            <a:ext cx="2398014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612" name="Google Shape;2612;p113"/>
          <p:cNvSpPr/>
          <p:nvPr/>
        </p:nvSpPr>
        <p:spPr>
          <a:xfrm>
            <a:off x="559308" y="1496567"/>
            <a:ext cx="36830" cy="181610"/>
          </a:xfrm>
          <a:custGeom>
            <a:rect b="b" l="l" r="r" t="t"/>
            <a:pathLst>
              <a:path extrusionOk="0" h="181610" w="36829">
                <a:moveTo>
                  <a:pt x="36576" y="0"/>
                </a:moveTo>
                <a:lnTo>
                  <a:pt x="0" y="0"/>
                </a:lnTo>
                <a:lnTo>
                  <a:pt x="0" y="181355"/>
                </a:lnTo>
                <a:lnTo>
                  <a:pt x="36576" y="181355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3" name="Google Shape;2613;p1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7804" y="1520952"/>
            <a:ext cx="1309877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614" name="Google Shape;2614;p113"/>
          <p:cNvSpPr/>
          <p:nvPr/>
        </p:nvSpPr>
        <p:spPr>
          <a:xfrm>
            <a:off x="926591" y="4678679"/>
            <a:ext cx="291465" cy="224154"/>
          </a:xfrm>
          <a:custGeom>
            <a:rect b="b" l="l" r="r" t="t"/>
            <a:pathLst>
              <a:path extrusionOk="0" h="224154" w="291465">
                <a:moveTo>
                  <a:pt x="253746" y="0"/>
                </a:moveTo>
                <a:lnTo>
                  <a:pt x="37338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8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8" y="224028"/>
                </a:lnTo>
                <a:lnTo>
                  <a:pt x="253746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4" y="186690"/>
                </a:lnTo>
                <a:lnTo>
                  <a:pt x="291084" y="37338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113"/>
          <p:cNvSpPr txBox="1"/>
          <p:nvPr/>
        </p:nvSpPr>
        <p:spPr>
          <a:xfrm>
            <a:off x="999845" y="468604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16" name="Google Shape;2616;p113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p1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2" name="Google Shape;262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5100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3" name="Google Shape;2623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4" name="Google Shape;2624;p1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5" name="Google Shape;2625;p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18281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2626" name="Google Shape;2626;p114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7" name="Google Shape;2627;p114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2628" name="Google Shape;2628;p114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114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114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31" name="Google Shape;2631;p1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2" name="Google Shape;2632;p1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3" name="Google Shape;2633;p114"/>
          <p:cNvSpPr txBox="1"/>
          <p:nvPr/>
        </p:nvSpPr>
        <p:spPr>
          <a:xfrm>
            <a:off x="437489" y="431419"/>
            <a:ext cx="2129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3.1. Language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4" name="Google Shape;2634;p11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9" name="Google Shape;263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2640" name="Google Shape;2640;p115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1" name="Google Shape;2641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8924" y="6524434"/>
            <a:ext cx="83017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2" name="Google Shape;2642;p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3" name="Google Shape;2643;p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4" name="Google Shape;2644;p1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603" y="3224771"/>
            <a:ext cx="2958846" cy="40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5" name="Google Shape;2645;p1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6" name="Google Shape;2646;p1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3583" y="3973067"/>
            <a:ext cx="1378458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647" name="Google Shape;2647;p115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8" name="Google Shape;2648;p1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5108" y="4415028"/>
            <a:ext cx="2279141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9" name="Google Shape;2649;p115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0" name="Google Shape;2650;p1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3583" y="4832603"/>
            <a:ext cx="1904238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651" name="Google Shape;2651;p115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2" name="Google Shape;2652;p1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3583" y="5262371"/>
            <a:ext cx="1337310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2653" name="Google Shape;2653;p115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8" name="Google Shape;2658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03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9" name="Google Shape;2659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0" name="Google Shape;2660;p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1" name="Google Shape;2661;p1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8384" y="4322064"/>
            <a:ext cx="515112" cy="330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2" name="Google Shape;2662;p116"/>
          <p:cNvGrpSpPr/>
          <p:nvPr/>
        </p:nvGrpSpPr>
        <p:grpSpPr>
          <a:xfrm>
            <a:off x="6199579" y="3613403"/>
            <a:ext cx="1739756" cy="2415540"/>
            <a:chOff x="6199579" y="3613403"/>
            <a:chExt cx="1739756" cy="2415540"/>
          </a:xfrm>
        </p:grpSpPr>
        <p:pic>
          <p:nvPicPr>
            <p:cNvPr id="2663" name="Google Shape;2663;p1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99579" y="3613403"/>
              <a:ext cx="1739756" cy="24155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4" name="Google Shape;2664;p1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123175" y="5082539"/>
              <a:ext cx="464057" cy="119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5" name="Google Shape;2665;p1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095743" y="5404103"/>
              <a:ext cx="360425" cy="102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6" name="Google Shape;2666;p1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54341" y="2933294"/>
            <a:ext cx="446364" cy="501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7" name="Google Shape;2667;p1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87008" y="2930615"/>
            <a:ext cx="188834" cy="560124"/>
          </a:xfrm>
          <a:prstGeom prst="rect">
            <a:avLst/>
          </a:prstGeom>
          <a:noFill/>
          <a:ln>
            <a:noFill/>
          </a:ln>
        </p:spPr>
      </p:pic>
      <p:sp>
        <p:nvSpPr>
          <p:cNvPr id="2668" name="Google Shape;2668;p116"/>
          <p:cNvSpPr/>
          <p:nvPr/>
        </p:nvSpPr>
        <p:spPr>
          <a:xfrm>
            <a:off x="6568440" y="3575303"/>
            <a:ext cx="147955" cy="258445"/>
          </a:xfrm>
          <a:custGeom>
            <a:rect b="b" l="l" r="r" t="t"/>
            <a:pathLst>
              <a:path extrusionOk="0" h="258445" w="147954">
                <a:moveTo>
                  <a:pt x="100607" y="186761"/>
                </a:moveTo>
                <a:lnTo>
                  <a:pt x="73786" y="193294"/>
                </a:lnTo>
                <a:lnTo>
                  <a:pt x="128777" y="258318"/>
                </a:lnTo>
                <a:lnTo>
                  <a:pt x="142293" y="199390"/>
                </a:lnTo>
                <a:lnTo>
                  <a:pt x="104266" y="199390"/>
                </a:lnTo>
                <a:lnTo>
                  <a:pt x="100607" y="186761"/>
                </a:lnTo>
                <a:close/>
              </a:path>
              <a:path extrusionOk="0" h="258445" w="147954">
                <a:moveTo>
                  <a:pt x="119862" y="182071"/>
                </a:moveTo>
                <a:lnTo>
                  <a:pt x="100607" y="186761"/>
                </a:lnTo>
                <a:lnTo>
                  <a:pt x="104266" y="199390"/>
                </a:lnTo>
                <a:lnTo>
                  <a:pt x="123316" y="193802"/>
                </a:lnTo>
                <a:lnTo>
                  <a:pt x="119862" y="182071"/>
                </a:lnTo>
                <a:close/>
              </a:path>
              <a:path extrusionOk="0" h="258445" w="147954">
                <a:moveTo>
                  <a:pt x="147827" y="175260"/>
                </a:moveTo>
                <a:lnTo>
                  <a:pt x="119862" y="182071"/>
                </a:lnTo>
                <a:lnTo>
                  <a:pt x="123316" y="193802"/>
                </a:lnTo>
                <a:lnTo>
                  <a:pt x="104266" y="199390"/>
                </a:lnTo>
                <a:lnTo>
                  <a:pt x="142293" y="199390"/>
                </a:lnTo>
                <a:lnTo>
                  <a:pt x="147827" y="175260"/>
                </a:lnTo>
                <a:close/>
              </a:path>
              <a:path extrusionOk="0" h="258445" w="147954">
                <a:moveTo>
                  <a:pt x="118380" y="177038"/>
                </a:moveTo>
                <a:lnTo>
                  <a:pt x="97789" y="177038"/>
                </a:lnTo>
                <a:lnTo>
                  <a:pt x="98170" y="178181"/>
                </a:lnTo>
                <a:lnTo>
                  <a:pt x="100607" y="186761"/>
                </a:lnTo>
                <a:lnTo>
                  <a:pt x="119862" y="182071"/>
                </a:lnTo>
                <a:lnTo>
                  <a:pt x="118380" y="177038"/>
                </a:lnTo>
                <a:close/>
              </a:path>
              <a:path extrusionOk="0" h="258445" w="147954">
                <a:moveTo>
                  <a:pt x="98018" y="177828"/>
                </a:moveTo>
                <a:lnTo>
                  <a:pt x="98121" y="178181"/>
                </a:lnTo>
                <a:lnTo>
                  <a:pt x="98018" y="177828"/>
                </a:lnTo>
                <a:close/>
              </a:path>
              <a:path extrusionOk="0" h="258445" w="147954">
                <a:moveTo>
                  <a:pt x="97789" y="177038"/>
                </a:moveTo>
                <a:lnTo>
                  <a:pt x="98018" y="177828"/>
                </a:lnTo>
                <a:lnTo>
                  <a:pt x="98170" y="178181"/>
                </a:lnTo>
                <a:lnTo>
                  <a:pt x="97789" y="177038"/>
                </a:lnTo>
                <a:close/>
              </a:path>
              <a:path extrusionOk="0" h="258445" w="147954">
                <a:moveTo>
                  <a:pt x="112975" y="162560"/>
                </a:moveTo>
                <a:lnTo>
                  <a:pt x="91439" y="162560"/>
                </a:lnTo>
                <a:lnTo>
                  <a:pt x="91693" y="163068"/>
                </a:lnTo>
                <a:lnTo>
                  <a:pt x="98018" y="177828"/>
                </a:lnTo>
                <a:lnTo>
                  <a:pt x="97789" y="177038"/>
                </a:lnTo>
                <a:lnTo>
                  <a:pt x="118380" y="177038"/>
                </a:lnTo>
                <a:lnTo>
                  <a:pt x="116585" y="170942"/>
                </a:lnTo>
                <a:lnTo>
                  <a:pt x="112975" y="162560"/>
                </a:lnTo>
                <a:close/>
              </a:path>
              <a:path extrusionOk="0" h="258445" w="147954">
                <a:moveTo>
                  <a:pt x="91471" y="162633"/>
                </a:moveTo>
                <a:lnTo>
                  <a:pt x="91658" y="163068"/>
                </a:lnTo>
                <a:lnTo>
                  <a:pt x="91471" y="162633"/>
                </a:lnTo>
                <a:close/>
              </a:path>
              <a:path extrusionOk="0" h="258445" w="147954">
                <a:moveTo>
                  <a:pt x="105541" y="146685"/>
                </a:moveTo>
                <a:lnTo>
                  <a:pt x="83311" y="146685"/>
                </a:lnTo>
                <a:lnTo>
                  <a:pt x="91471" y="162633"/>
                </a:lnTo>
                <a:lnTo>
                  <a:pt x="112975" y="162560"/>
                </a:lnTo>
                <a:lnTo>
                  <a:pt x="109474" y="154432"/>
                </a:lnTo>
                <a:lnTo>
                  <a:pt x="105541" y="146685"/>
                </a:lnTo>
                <a:close/>
              </a:path>
              <a:path extrusionOk="0" h="258445" w="147954">
                <a:moveTo>
                  <a:pt x="96483" y="129413"/>
                </a:moveTo>
                <a:lnTo>
                  <a:pt x="73913" y="129413"/>
                </a:lnTo>
                <a:lnTo>
                  <a:pt x="83438" y="146939"/>
                </a:lnTo>
                <a:lnTo>
                  <a:pt x="83311" y="146685"/>
                </a:lnTo>
                <a:lnTo>
                  <a:pt x="105541" y="146685"/>
                </a:lnTo>
                <a:lnTo>
                  <a:pt x="100964" y="137668"/>
                </a:lnTo>
                <a:lnTo>
                  <a:pt x="96483" y="129413"/>
                </a:lnTo>
                <a:close/>
              </a:path>
              <a:path extrusionOk="0" h="258445" w="147954">
                <a:moveTo>
                  <a:pt x="86245" y="111125"/>
                </a:moveTo>
                <a:lnTo>
                  <a:pt x="63373" y="111125"/>
                </a:lnTo>
                <a:lnTo>
                  <a:pt x="74040" y="129667"/>
                </a:lnTo>
                <a:lnTo>
                  <a:pt x="73913" y="129413"/>
                </a:lnTo>
                <a:lnTo>
                  <a:pt x="96483" y="129413"/>
                </a:lnTo>
                <a:lnTo>
                  <a:pt x="91312" y="119888"/>
                </a:lnTo>
                <a:lnTo>
                  <a:pt x="86245" y="111125"/>
                </a:lnTo>
                <a:close/>
              </a:path>
              <a:path extrusionOk="0" h="258445" w="147954">
                <a:moveTo>
                  <a:pt x="75019" y="92075"/>
                </a:moveTo>
                <a:lnTo>
                  <a:pt x="51942" y="92075"/>
                </a:lnTo>
                <a:lnTo>
                  <a:pt x="63500" y="111379"/>
                </a:lnTo>
                <a:lnTo>
                  <a:pt x="63373" y="111125"/>
                </a:lnTo>
                <a:lnTo>
                  <a:pt x="86245" y="111125"/>
                </a:lnTo>
                <a:lnTo>
                  <a:pt x="80517" y="101219"/>
                </a:lnTo>
                <a:lnTo>
                  <a:pt x="75019" y="92075"/>
                </a:lnTo>
                <a:close/>
              </a:path>
              <a:path extrusionOk="0" h="258445" w="147954">
                <a:moveTo>
                  <a:pt x="62888" y="72263"/>
                </a:moveTo>
                <a:lnTo>
                  <a:pt x="39624" y="72263"/>
                </a:lnTo>
                <a:lnTo>
                  <a:pt x="51942" y="92202"/>
                </a:lnTo>
                <a:lnTo>
                  <a:pt x="75019" y="92075"/>
                </a:lnTo>
                <a:lnTo>
                  <a:pt x="68833" y="81788"/>
                </a:lnTo>
                <a:lnTo>
                  <a:pt x="62888" y="72263"/>
                </a:lnTo>
                <a:close/>
              </a:path>
              <a:path extrusionOk="0" h="258445" w="147954">
                <a:moveTo>
                  <a:pt x="50192" y="52070"/>
                </a:moveTo>
                <a:lnTo>
                  <a:pt x="26796" y="52070"/>
                </a:lnTo>
                <a:lnTo>
                  <a:pt x="39624" y="72390"/>
                </a:lnTo>
                <a:lnTo>
                  <a:pt x="62888" y="72263"/>
                </a:lnTo>
                <a:lnTo>
                  <a:pt x="56387" y="61849"/>
                </a:lnTo>
                <a:lnTo>
                  <a:pt x="50192" y="52070"/>
                </a:lnTo>
                <a:close/>
              </a:path>
              <a:path extrusionOk="0" h="258445" w="147954">
                <a:moveTo>
                  <a:pt x="16763" y="0"/>
                </a:moveTo>
                <a:lnTo>
                  <a:pt x="0" y="10668"/>
                </a:lnTo>
                <a:lnTo>
                  <a:pt x="26796" y="52197"/>
                </a:lnTo>
                <a:lnTo>
                  <a:pt x="50192" y="52070"/>
                </a:lnTo>
                <a:lnTo>
                  <a:pt x="43433" y="41402"/>
                </a:lnTo>
                <a:lnTo>
                  <a:pt x="16763" y="0"/>
                </a:ln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9" name="Google Shape;2669;p116"/>
          <p:cNvSpPr/>
          <p:nvPr/>
        </p:nvSpPr>
        <p:spPr>
          <a:xfrm>
            <a:off x="7434453" y="3456685"/>
            <a:ext cx="141605" cy="309880"/>
          </a:xfrm>
          <a:custGeom>
            <a:rect b="b" l="l" r="r" t="t"/>
            <a:pathLst>
              <a:path extrusionOk="0" h="309879" w="141604">
                <a:moveTo>
                  <a:pt x="0" y="225425"/>
                </a:moveTo>
                <a:lnTo>
                  <a:pt x="11049" y="309880"/>
                </a:lnTo>
                <a:lnTo>
                  <a:pt x="69409" y="252856"/>
                </a:lnTo>
                <a:lnTo>
                  <a:pt x="41275" y="252856"/>
                </a:lnTo>
                <a:lnTo>
                  <a:pt x="22478" y="246887"/>
                </a:lnTo>
                <a:lnTo>
                  <a:pt x="26428" y="234560"/>
                </a:lnTo>
                <a:lnTo>
                  <a:pt x="0" y="225425"/>
                </a:lnTo>
                <a:close/>
              </a:path>
              <a:path extrusionOk="0" h="309879" w="141604">
                <a:moveTo>
                  <a:pt x="26428" y="234560"/>
                </a:moveTo>
                <a:lnTo>
                  <a:pt x="22478" y="246887"/>
                </a:lnTo>
                <a:lnTo>
                  <a:pt x="41275" y="252856"/>
                </a:lnTo>
                <a:lnTo>
                  <a:pt x="45072" y="241005"/>
                </a:lnTo>
                <a:lnTo>
                  <a:pt x="26428" y="234560"/>
                </a:lnTo>
                <a:close/>
              </a:path>
              <a:path extrusionOk="0" h="309879" w="141604">
                <a:moveTo>
                  <a:pt x="45072" y="241005"/>
                </a:moveTo>
                <a:lnTo>
                  <a:pt x="41275" y="252856"/>
                </a:lnTo>
                <a:lnTo>
                  <a:pt x="69409" y="252856"/>
                </a:lnTo>
                <a:lnTo>
                  <a:pt x="72008" y="250316"/>
                </a:lnTo>
                <a:lnTo>
                  <a:pt x="45072" y="241005"/>
                </a:lnTo>
                <a:close/>
              </a:path>
              <a:path extrusionOk="0" h="309879" w="141604">
                <a:moveTo>
                  <a:pt x="54687" y="210819"/>
                </a:moveTo>
                <a:lnTo>
                  <a:pt x="34036" y="210819"/>
                </a:lnTo>
                <a:lnTo>
                  <a:pt x="26428" y="234560"/>
                </a:lnTo>
                <a:lnTo>
                  <a:pt x="45072" y="241005"/>
                </a:lnTo>
                <a:lnTo>
                  <a:pt x="52831" y="216788"/>
                </a:lnTo>
                <a:lnTo>
                  <a:pt x="54687" y="210819"/>
                </a:lnTo>
                <a:close/>
              </a:path>
              <a:path extrusionOk="0" h="309879" w="141604">
                <a:moveTo>
                  <a:pt x="124460" y="0"/>
                </a:moveTo>
                <a:lnTo>
                  <a:pt x="102743" y="36956"/>
                </a:lnTo>
                <a:lnTo>
                  <a:pt x="80518" y="80390"/>
                </a:lnTo>
                <a:lnTo>
                  <a:pt x="65277" y="115697"/>
                </a:lnTo>
                <a:lnTo>
                  <a:pt x="49656" y="160146"/>
                </a:lnTo>
                <a:lnTo>
                  <a:pt x="33908" y="210946"/>
                </a:lnTo>
                <a:lnTo>
                  <a:pt x="34036" y="210819"/>
                </a:lnTo>
                <a:lnTo>
                  <a:pt x="54687" y="210819"/>
                </a:lnTo>
                <a:lnTo>
                  <a:pt x="68540" y="166243"/>
                </a:lnTo>
                <a:lnTo>
                  <a:pt x="68620" y="166115"/>
                </a:lnTo>
                <a:lnTo>
                  <a:pt x="72308" y="154558"/>
                </a:lnTo>
                <a:lnTo>
                  <a:pt x="76156" y="143255"/>
                </a:lnTo>
                <a:lnTo>
                  <a:pt x="79919" y="132841"/>
                </a:lnTo>
                <a:lnTo>
                  <a:pt x="83693" y="122936"/>
                </a:lnTo>
                <a:lnTo>
                  <a:pt x="91081" y="105283"/>
                </a:lnTo>
                <a:lnTo>
                  <a:pt x="98437" y="88900"/>
                </a:lnTo>
                <a:lnTo>
                  <a:pt x="105669" y="73787"/>
                </a:lnTo>
                <a:lnTo>
                  <a:pt x="112963" y="59816"/>
                </a:lnTo>
                <a:lnTo>
                  <a:pt x="120072" y="46736"/>
                </a:lnTo>
                <a:lnTo>
                  <a:pt x="127253" y="34036"/>
                </a:lnTo>
                <a:lnTo>
                  <a:pt x="127403" y="34036"/>
                </a:lnTo>
                <a:lnTo>
                  <a:pt x="141477" y="10160"/>
                </a:lnTo>
                <a:lnTo>
                  <a:pt x="124460" y="0"/>
                </a:lnTo>
                <a:close/>
              </a:path>
              <a:path extrusionOk="0" h="309879" w="141604">
                <a:moveTo>
                  <a:pt x="68620" y="166115"/>
                </a:moveTo>
                <a:lnTo>
                  <a:pt x="68579" y="166243"/>
                </a:lnTo>
                <a:lnTo>
                  <a:pt x="68620" y="166115"/>
                </a:lnTo>
                <a:close/>
              </a:path>
              <a:path extrusionOk="0" h="309879" w="141604">
                <a:moveTo>
                  <a:pt x="72390" y="154305"/>
                </a:moveTo>
                <a:lnTo>
                  <a:pt x="72263" y="154558"/>
                </a:lnTo>
                <a:lnTo>
                  <a:pt x="72390" y="154305"/>
                </a:lnTo>
                <a:close/>
              </a:path>
              <a:path extrusionOk="0" h="309879" w="141604">
                <a:moveTo>
                  <a:pt x="76245" y="143128"/>
                </a:moveTo>
                <a:close/>
              </a:path>
              <a:path extrusionOk="0" h="309879" w="141604">
                <a:moveTo>
                  <a:pt x="80010" y="132587"/>
                </a:moveTo>
                <a:lnTo>
                  <a:pt x="79882" y="132841"/>
                </a:lnTo>
                <a:lnTo>
                  <a:pt x="80010" y="132587"/>
                </a:lnTo>
                <a:close/>
              </a:path>
              <a:path extrusionOk="0" h="309879" w="141604">
                <a:moveTo>
                  <a:pt x="83797" y="122936"/>
                </a:moveTo>
                <a:lnTo>
                  <a:pt x="83693" y="123189"/>
                </a:lnTo>
                <a:lnTo>
                  <a:pt x="83797" y="122936"/>
                </a:lnTo>
                <a:close/>
              </a:path>
              <a:path extrusionOk="0" h="309879" w="141604">
                <a:moveTo>
                  <a:pt x="91186" y="105028"/>
                </a:moveTo>
                <a:lnTo>
                  <a:pt x="91058" y="105283"/>
                </a:lnTo>
                <a:lnTo>
                  <a:pt x="91186" y="105028"/>
                </a:lnTo>
                <a:close/>
              </a:path>
              <a:path extrusionOk="0" h="309879" w="141604">
                <a:moveTo>
                  <a:pt x="113029" y="59689"/>
                </a:moveTo>
                <a:close/>
              </a:path>
              <a:path extrusionOk="0" h="309879" w="141604">
                <a:moveTo>
                  <a:pt x="120142" y="46609"/>
                </a:moveTo>
                <a:close/>
              </a:path>
              <a:path extrusionOk="0" h="309879" w="141604">
                <a:moveTo>
                  <a:pt x="127403" y="34036"/>
                </a:moveTo>
                <a:lnTo>
                  <a:pt x="127253" y="34036"/>
                </a:lnTo>
                <a:lnTo>
                  <a:pt x="127253" y="34289"/>
                </a:lnTo>
                <a:lnTo>
                  <a:pt x="127403" y="34036"/>
                </a:ln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0" name="Google Shape;2670;p1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31152" y="3562858"/>
            <a:ext cx="75311" cy="206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1" name="Google Shape;2671;p1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21780" y="5202935"/>
            <a:ext cx="278129" cy="11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2" name="Google Shape;2672;p1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46164" y="4796028"/>
            <a:ext cx="393953" cy="11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3" name="Google Shape;2673;p1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146035" y="4892040"/>
            <a:ext cx="540257" cy="13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4" name="Google Shape;2674;p1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992111" y="4556759"/>
            <a:ext cx="665226" cy="11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5" name="Google Shape;2675;p1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790943" y="4315967"/>
            <a:ext cx="412242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6" name="Google Shape;2676;p1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41107" y="4332732"/>
            <a:ext cx="342138" cy="11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7" name="Google Shape;2677;p1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44411" y="4460747"/>
            <a:ext cx="442721" cy="13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8" name="Google Shape;2678;p1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54723" y="5010911"/>
            <a:ext cx="369570" cy="11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9" name="Google Shape;2679;p1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760464" y="5524500"/>
            <a:ext cx="80009" cy="10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0" name="Google Shape;2680;p1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589519" y="4192523"/>
            <a:ext cx="76961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1" name="Google Shape;2681;p1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322819" y="5256276"/>
            <a:ext cx="93724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2" name="Google Shape;2682;p1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824471" y="5338571"/>
            <a:ext cx="151638" cy="11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3" name="Google Shape;2683;p1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204203" y="3182099"/>
            <a:ext cx="381761" cy="401586"/>
          </a:xfrm>
          <a:prstGeom prst="rect">
            <a:avLst/>
          </a:prstGeom>
          <a:noFill/>
          <a:ln>
            <a:noFill/>
          </a:ln>
        </p:spPr>
      </p:pic>
      <p:sp>
        <p:nvSpPr>
          <p:cNvPr id="2684" name="Google Shape;2684;p116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11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6" name="Google Shape;2686;p1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73963" y="1443202"/>
            <a:ext cx="2939034" cy="301015"/>
          </a:xfrm>
          <a:prstGeom prst="rect">
            <a:avLst/>
          </a:prstGeom>
          <a:noFill/>
          <a:ln>
            <a:noFill/>
          </a:ln>
        </p:spPr>
      </p:pic>
      <p:sp>
        <p:nvSpPr>
          <p:cNvPr id="2687" name="Google Shape;2687;p116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8" name="Google Shape;2688;p11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19327" y="1937004"/>
            <a:ext cx="15156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9" name="Google Shape;2689;p11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19327" y="2290572"/>
            <a:ext cx="3024378" cy="759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90" name="Google Shape;2690;p116"/>
          <p:cNvSpPr/>
          <p:nvPr/>
        </p:nvSpPr>
        <p:spPr>
          <a:xfrm>
            <a:off x="711708" y="4117847"/>
            <a:ext cx="291465" cy="222885"/>
          </a:xfrm>
          <a:custGeom>
            <a:rect b="b" l="l" r="r" t="t"/>
            <a:pathLst>
              <a:path extrusionOk="0" h="222885" w="291465">
                <a:moveTo>
                  <a:pt x="254000" y="0"/>
                </a:moveTo>
                <a:lnTo>
                  <a:pt x="37084" y="0"/>
                </a:lnTo>
                <a:lnTo>
                  <a:pt x="22647" y="2919"/>
                </a:lnTo>
                <a:lnTo>
                  <a:pt x="10860" y="10874"/>
                </a:lnTo>
                <a:lnTo>
                  <a:pt x="2913" y="22663"/>
                </a:lnTo>
                <a:lnTo>
                  <a:pt x="0" y="37083"/>
                </a:lnTo>
                <a:lnTo>
                  <a:pt x="0" y="185419"/>
                </a:lnTo>
                <a:lnTo>
                  <a:pt x="2913" y="199840"/>
                </a:lnTo>
                <a:lnTo>
                  <a:pt x="10860" y="211629"/>
                </a:lnTo>
                <a:lnTo>
                  <a:pt x="22647" y="219584"/>
                </a:lnTo>
                <a:lnTo>
                  <a:pt x="37084" y="222503"/>
                </a:lnTo>
                <a:lnTo>
                  <a:pt x="254000" y="222503"/>
                </a:lnTo>
                <a:lnTo>
                  <a:pt x="268436" y="219584"/>
                </a:lnTo>
                <a:lnTo>
                  <a:pt x="280223" y="211629"/>
                </a:lnTo>
                <a:lnTo>
                  <a:pt x="288170" y="199840"/>
                </a:lnTo>
                <a:lnTo>
                  <a:pt x="291083" y="185419"/>
                </a:lnTo>
                <a:lnTo>
                  <a:pt x="291083" y="37083"/>
                </a:lnTo>
                <a:lnTo>
                  <a:pt x="288170" y="22663"/>
                </a:lnTo>
                <a:lnTo>
                  <a:pt x="280223" y="10874"/>
                </a:lnTo>
                <a:lnTo>
                  <a:pt x="268436" y="2919"/>
                </a:lnTo>
                <a:lnTo>
                  <a:pt x="254000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116"/>
          <p:cNvSpPr txBox="1"/>
          <p:nvPr/>
        </p:nvSpPr>
        <p:spPr>
          <a:xfrm>
            <a:off x="785266" y="412470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92" name="Google Shape;2692;p11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136903" y="4101071"/>
            <a:ext cx="3746754" cy="55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6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7" name="Google Shape;269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9763" y="6524434"/>
            <a:ext cx="813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8" name="Google Shape;2698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9" name="Google Shape;2699;p1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0" name="Google Shape;2700;p1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4627" y="2345435"/>
            <a:ext cx="5435346" cy="1623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01" name="Google Shape;2701;p117"/>
          <p:cNvGraphicFramePr/>
          <p:nvPr/>
        </p:nvGraphicFramePr>
        <p:xfrm>
          <a:off x="1233690" y="2630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086475"/>
                <a:gridCol w="1086475"/>
                <a:gridCol w="1086475"/>
                <a:gridCol w="1086475"/>
                <a:gridCol w="1086475"/>
                <a:gridCol w="1086475"/>
                <a:gridCol w="107125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02" name="Google Shape;2702;p1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68272" y="2766186"/>
            <a:ext cx="216026" cy="10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3" name="Google Shape;2703;p1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43326" y="2729357"/>
            <a:ext cx="245618" cy="115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1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3752" y="2729357"/>
            <a:ext cx="690880" cy="1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1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70069" y="2734182"/>
            <a:ext cx="330961" cy="110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6" name="Google Shape;2706;p1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00496" y="2766186"/>
            <a:ext cx="239394" cy="7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7" name="Google Shape;2707;p1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70776" y="2729357"/>
            <a:ext cx="466471" cy="1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8" name="Google Shape;2708;p1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15172" y="2749042"/>
            <a:ext cx="338454" cy="96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9" name="Google Shape;2709;p1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51202" y="3009519"/>
            <a:ext cx="49911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0" name="Google Shape;2710;p1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853563" y="3009519"/>
            <a:ext cx="16256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1" name="Google Shape;2711;p1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39794" y="3009519"/>
            <a:ext cx="16128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2" name="Google Shape;2712;p1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09641" y="3009519"/>
            <a:ext cx="49911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3" name="Google Shape;2713;p1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12128" y="3009519"/>
            <a:ext cx="16129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4" name="Google Shape;2714;p1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198232" y="3009519"/>
            <a:ext cx="16256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5" name="Google Shape;2715;p1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275573" y="3009519"/>
            <a:ext cx="16128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6" name="Google Shape;2716;p1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36903" y="1895855"/>
            <a:ext cx="5566410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17" name="Google Shape;2717;p11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8" name="Google Shape;2718;p1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19327" y="1519427"/>
            <a:ext cx="1515618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719" name="Google Shape;2719;p117"/>
          <p:cNvSpPr/>
          <p:nvPr/>
        </p:nvSpPr>
        <p:spPr>
          <a:xfrm>
            <a:off x="711708" y="185166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0" name="Google Shape;2720;p117"/>
          <p:cNvSpPr txBox="1"/>
          <p:nvPr/>
        </p:nvSpPr>
        <p:spPr>
          <a:xfrm>
            <a:off x="785266" y="1857832"/>
            <a:ext cx="1485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1" name="Google Shape;2721;p117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11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6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7" name="Google Shape;2727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03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8" name="Google Shape;2728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9" name="Google Shape;2729;p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30" name="Google Shape;2730;p118"/>
          <p:cNvGraphicFramePr/>
          <p:nvPr/>
        </p:nvGraphicFramePr>
        <p:xfrm>
          <a:off x="2689351" y="3616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288300"/>
                <a:gridCol w="288300"/>
                <a:gridCol w="288300"/>
                <a:gridCol w="288300"/>
                <a:gridCol w="28830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31" name="Google Shape;2731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28670" y="3709796"/>
            <a:ext cx="13716" cy="10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2" name="Google Shape;2732;p1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2991" y="3709796"/>
            <a:ext cx="43687" cy="10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3" name="Google Shape;2733;p1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4615" y="3709796"/>
            <a:ext cx="13843" cy="10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4" name="Google Shape;2734;p1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78935" y="3709796"/>
            <a:ext cx="43814" cy="10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5" name="Google Shape;2735;p1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66971" y="3709796"/>
            <a:ext cx="43814" cy="10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6" name="Google Shape;2736;p1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14954" y="3997705"/>
            <a:ext cx="43814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7" name="Google Shape;2737;p1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02991" y="3997705"/>
            <a:ext cx="43687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8" name="Google Shape;2738;p1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89884" y="3997705"/>
            <a:ext cx="42417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9" name="Google Shape;2739;p1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78935" y="3997705"/>
            <a:ext cx="43814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0" name="Google Shape;2740;p1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66971" y="3997705"/>
            <a:ext cx="43814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1" name="Google Shape;2741;p1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814954" y="4285741"/>
            <a:ext cx="43814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2" name="Google Shape;2742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16707" y="4285741"/>
            <a:ext cx="13716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3" name="Google Shape;2743;p1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91027" y="4285741"/>
            <a:ext cx="43687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4" name="Google Shape;2744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80688" y="4285741"/>
            <a:ext cx="13715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5" name="Google Shape;2745;p1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678935" y="4285741"/>
            <a:ext cx="43814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6" name="Google Shape;2746;p1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814954" y="4573778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7" name="Google Shape;2747;p1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102991" y="4573778"/>
            <a:ext cx="43687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8" name="Google Shape;2748;p1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391027" y="4573778"/>
            <a:ext cx="43687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9" name="Google Shape;2749;p1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692652" y="4573778"/>
            <a:ext cx="13715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0" name="Google Shape;2750;p1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66971" y="4573778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1" name="Google Shape;2751;p1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814954" y="4861814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2" name="Google Shape;2752;p1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102991" y="4861814"/>
            <a:ext cx="43687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3" name="Google Shape;2753;p1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4615" y="4861814"/>
            <a:ext cx="13843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4" name="Google Shape;2754;p1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678935" y="4861814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5" name="Google Shape;2755;p11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966971" y="4861814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6" name="Google Shape;2756;p11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278186" y="5187842"/>
            <a:ext cx="278067" cy="11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7" name="Google Shape;2757;p11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883670" y="3700302"/>
            <a:ext cx="549395" cy="11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8" name="Google Shape;2758;p11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868441" y="3989990"/>
            <a:ext cx="578340" cy="108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9" name="Google Shape;2759;p11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866906" y="4277898"/>
            <a:ext cx="581400" cy="11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0" name="Google Shape;2760;p11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869953" y="4567586"/>
            <a:ext cx="581400" cy="108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1" name="Google Shape;2761;p11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2135276" y="4873788"/>
            <a:ext cx="18897" cy="92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2" name="Google Shape;2762;p11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781330" y="2938310"/>
            <a:ext cx="110459" cy="451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3" name="Google Shape;2763;p11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070890" y="2924563"/>
            <a:ext cx="110459" cy="480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4" name="Google Shape;2764;p118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360450" y="2923067"/>
            <a:ext cx="110459" cy="483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5" name="Google Shape;2765;p118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3650010" y="2920005"/>
            <a:ext cx="110459" cy="4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6" name="Google Shape;2766;p118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3957864" y="3168548"/>
            <a:ext cx="92165" cy="188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7" name="Google Shape;2767;p118"/>
          <p:cNvGraphicFramePr/>
          <p:nvPr/>
        </p:nvGraphicFramePr>
        <p:xfrm>
          <a:off x="6157340" y="3616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287650"/>
                <a:gridCol w="287650"/>
                <a:gridCol w="287650"/>
                <a:gridCol w="287650"/>
                <a:gridCol w="28765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68" name="Google Shape;2768;p1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69964" y="3695319"/>
            <a:ext cx="43687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9" name="Google Shape;2769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5644" y="3695319"/>
            <a:ext cx="13715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0" name="Google Shape;2770;p1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58000" y="3695319"/>
            <a:ext cx="43688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1" name="Google Shape;2771;p1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145908" y="3695319"/>
            <a:ext cx="43815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2" name="Google Shape;2772;p11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433944" y="3695319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3" name="Google Shape;2773;p1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81928" y="3983354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4" name="Google Shape;2774;p118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6569964" y="3983354"/>
            <a:ext cx="43687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5" name="Google Shape;2775;p118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6871589" y="3983354"/>
            <a:ext cx="13842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6" name="Google Shape;2776;p1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45908" y="3983354"/>
            <a:ext cx="43815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7" name="Google Shape;2777;p118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433944" y="3983354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8" name="Google Shape;2778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5644" y="4271264"/>
            <a:ext cx="13715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9" name="Google Shape;2779;p118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6568820" y="4271264"/>
            <a:ext cx="42545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0" name="Google Shape;2780;p1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858000" y="4271264"/>
            <a:ext cx="43688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1" name="Google Shape;2781;p1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145908" y="4271264"/>
            <a:ext cx="43815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2" name="Google Shape;2782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47660" y="4271264"/>
            <a:ext cx="13716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3" name="Google Shape;2783;p1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81928" y="4559300"/>
            <a:ext cx="43814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4" name="Google Shape;2784;p1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9964" y="4559300"/>
            <a:ext cx="43687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5" name="Google Shape;2785;p1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8000" y="4559300"/>
            <a:ext cx="43688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6" name="Google Shape;2786;p1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159625" y="4559300"/>
            <a:ext cx="13716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7" name="Google Shape;2787;p1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433944" y="4559300"/>
            <a:ext cx="43814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8" name="Google Shape;2788;p1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281928" y="4847335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9" name="Google Shape;2789;p1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69964" y="4847335"/>
            <a:ext cx="43687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0" name="Google Shape;2790;p118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871589" y="4847335"/>
            <a:ext cx="13842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1" name="Google Shape;2791;p1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145908" y="4847335"/>
            <a:ext cx="43815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2" name="Google Shape;2792;p11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433944" y="4847335"/>
            <a:ext cx="43814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3" name="Google Shape;2793;p118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6736091" y="5187842"/>
            <a:ext cx="288786" cy="11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4" name="Google Shape;2794;p118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497106" y="3700302"/>
            <a:ext cx="451827" cy="11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5" name="Google Shape;2795;p118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5481835" y="3989990"/>
            <a:ext cx="480814" cy="108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6" name="Google Shape;2796;p118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5480339" y="4277898"/>
            <a:ext cx="483834" cy="11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7" name="Google Shape;2797;p118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484897" y="4567586"/>
            <a:ext cx="482324" cy="108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8" name="Google Shape;2798;p118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5699912" y="4873788"/>
            <a:ext cx="18897" cy="92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9" name="Google Shape;2799;p118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249954" y="2825502"/>
            <a:ext cx="110459" cy="549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0" name="Google Shape;2800;p118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6539642" y="2811797"/>
            <a:ext cx="108806" cy="578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1" name="Google Shape;2801;p118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6829202" y="2810261"/>
            <a:ext cx="108806" cy="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2" name="Google Shape;2802;p118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7118762" y="2808762"/>
            <a:ext cx="108806" cy="57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3" name="Google Shape;2803;p118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7425036" y="3104540"/>
            <a:ext cx="93617" cy="18897"/>
          </a:xfrm>
          <a:prstGeom prst="rect">
            <a:avLst/>
          </a:prstGeom>
          <a:noFill/>
          <a:ln>
            <a:noFill/>
          </a:ln>
        </p:spPr>
      </p:pic>
      <p:sp>
        <p:nvSpPr>
          <p:cNvPr id="2804" name="Google Shape;2804;p11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5" name="Google Shape;2805;p118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719327" y="1519427"/>
            <a:ext cx="3533394" cy="16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6" name="Google Shape;2806;p118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719327" y="1872970"/>
            <a:ext cx="2999994" cy="4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807" name="Google Shape;2807;p118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8" name="Google Shape;2808;p11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2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3" name="Google Shape;2813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03" y="6524434"/>
            <a:ext cx="84461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4" name="Google Shape;2814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5" name="Google Shape;2815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6" name="Google Shape;2816;p119"/>
          <p:cNvGraphicFramePr/>
          <p:nvPr/>
        </p:nvGraphicFramePr>
        <p:xfrm>
          <a:off x="1242999" y="32211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970925"/>
                <a:gridCol w="1188725"/>
                <a:gridCol w="1188725"/>
                <a:gridCol w="1188725"/>
                <a:gridCol w="1188725"/>
                <a:gridCol w="1188725"/>
                <a:gridCol w="1188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7" name="Google Shape;2817;p119"/>
          <p:cNvSpPr/>
          <p:nvPr/>
        </p:nvSpPr>
        <p:spPr>
          <a:xfrm>
            <a:off x="1242999" y="3227451"/>
            <a:ext cx="970915" cy="370840"/>
          </a:xfrm>
          <a:custGeom>
            <a:rect b="b" l="l" r="r" t="t"/>
            <a:pathLst>
              <a:path extrusionOk="0" h="370839" w="970914">
                <a:moveTo>
                  <a:pt x="0" y="0"/>
                </a:moveTo>
                <a:lnTo>
                  <a:pt x="970737" y="370332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8" name="Google Shape;2818;p1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3527" y="3364357"/>
            <a:ext cx="466725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9" name="Google Shape;2819;p1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1315" y="3364357"/>
            <a:ext cx="652780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0" name="Google Shape;2820;p1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4270" y="3364357"/>
            <a:ext cx="463676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1" name="Google Shape;2821;p1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22542" y="3368802"/>
            <a:ext cx="501396" cy="1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2" name="Google Shape;2822;p1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93153" y="3364357"/>
            <a:ext cx="733425" cy="10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3" name="Google Shape;2823;p1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96096" y="3364357"/>
            <a:ext cx="709041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4" name="Google Shape;2824;p1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13077" y="3735832"/>
            <a:ext cx="415924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5" name="Google Shape;2825;p1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82823" y="3726688"/>
            <a:ext cx="4622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6" name="Google Shape;2826;p1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86021" y="3726688"/>
            <a:ext cx="1498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7" name="Google Shape;2827;p1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174488" y="3726688"/>
            <a:ext cx="14859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8" name="Google Shape;2828;p1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62827" y="3726688"/>
            <a:ext cx="1498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9" name="Google Shape;2829;p1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37831" y="3726688"/>
            <a:ext cx="47498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0" name="Google Shape;2830;p1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726169" y="3726688"/>
            <a:ext cx="4762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1" name="Google Shape;2831;p1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13077" y="4106671"/>
            <a:ext cx="431799" cy="10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2" name="Google Shape;2832;p1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797682" y="4097528"/>
            <a:ext cx="14859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3" name="Google Shape;2833;p1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2559" y="4097528"/>
            <a:ext cx="4762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4" name="Google Shape;2834;p1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174488" y="4097528"/>
            <a:ext cx="14859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5" name="Google Shape;2835;p1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49365" y="4097528"/>
            <a:ext cx="4762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6" name="Google Shape;2836;p1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551293" y="4097528"/>
            <a:ext cx="14858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7" name="Google Shape;2837;p1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739631" y="4097528"/>
            <a:ext cx="1498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8" name="Google Shape;2838;p11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13077" y="4477511"/>
            <a:ext cx="432561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9" name="Google Shape;2839;p1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797682" y="4468367"/>
            <a:ext cx="1485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0" name="Google Shape;2840;p1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72559" y="4468367"/>
            <a:ext cx="4762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1" name="Google Shape;2841;p11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161026" y="4468367"/>
            <a:ext cx="46482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2" name="Google Shape;2842;p1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49365" y="4468367"/>
            <a:ext cx="4762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3" name="Google Shape;2843;p1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551293" y="4468367"/>
            <a:ext cx="14858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4" name="Google Shape;2844;p1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739631" y="4468367"/>
            <a:ext cx="14986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5" name="Google Shape;2845;p11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8475" y="3903110"/>
            <a:ext cx="436602" cy="11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6" name="Google Shape;2846;p11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141475" y="1895843"/>
            <a:ext cx="4540758" cy="1059954"/>
          </a:xfrm>
          <a:prstGeom prst="rect">
            <a:avLst/>
          </a:prstGeom>
          <a:noFill/>
          <a:ln>
            <a:noFill/>
          </a:ln>
        </p:spPr>
      </p:pic>
      <p:sp>
        <p:nvSpPr>
          <p:cNvPr id="2847" name="Google Shape;2847;p11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8" name="Google Shape;2848;p11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19327" y="1519427"/>
            <a:ext cx="3533394" cy="160782"/>
          </a:xfrm>
          <a:prstGeom prst="rect">
            <a:avLst/>
          </a:prstGeom>
          <a:noFill/>
          <a:ln>
            <a:noFill/>
          </a:ln>
        </p:spPr>
      </p:pic>
      <p:sp>
        <p:nvSpPr>
          <p:cNvPr id="2849" name="Google Shape;2849;p119"/>
          <p:cNvSpPr/>
          <p:nvPr/>
        </p:nvSpPr>
        <p:spPr>
          <a:xfrm>
            <a:off x="711708" y="185166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119"/>
          <p:cNvSpPr txBox="1"/>
          <p:nvPr/>
        </p:nvSpPr>
        <p:spPr>
          <a:xfrm>
            <a:off x="785266" y="1857832"/>
            <a:ext cx="1485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1" name="Google Shape;2851;p119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11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7" name="Google Shape;2857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3128" y="6524434"/>
            <a:ext cx="11338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8" name="Google Shape;2858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9" name="Google Shape;2859;p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60" name="Google Shape;2860;p120"/>
          <p:cNvGraphicFramePr/>
          <p:nvPr/>
        </p:nvGraphicFramePr>
        <p:xfrm>
          <a:off x="1279016" y="32211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2552075"/>
                <a:gridCol w="1840875"/>
                <a:gridCol w="1871975"/>
                <a:gridCol w="1803400"/>
              </a:tblGrid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1" name="Google Shape;2861;p120"/>
          <p:cNvSpPr/>
          <p:nvPr/>
        </p:nvSpPr>
        <p:spPr>
          <a:xfrm>
            <a:off x="1279016" y="3227451"/>
            <a:ext cx="2551430" cy="317500"/>
          </a:xfrm>
          <a:custGeom>
            <a:rect b="b" l="l" r="r" t="t"/>
            <a:pathLst>
              <a:path extrusionOk="0" h="317500" w="2551429">
                <a:moveTo>
                  <a:pt x="0" y="0"/>
                </a:moveTo>
                <a:lnTo>
                  <a:pt x="2551176" y="316991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2" name="Google Shape;2862;p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5170" y="3338067"/>
            <a:ext cx="415925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3" name="Google Shape;2863;p1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2290" y="3338067"/>
            <a:ext cx="431800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4" name="Google Shape;2864;p1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0" y="3338067"/>
            <a:ext cx="432561" cy="10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5" name="Google Shape;2865;p1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21432" y="3654297"/>
            <a:ext cx="466852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6" name="Google Shape;2866;p1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6051" y="3645789"/>
            <a:ext cx="4622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" name="Google Shape;2867;p1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35213" y="3645789"/>
            <a:ext cx="1498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8" name="Google Shape;2868;p1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98031" y="3645789"/>
            <a:ext cx="14859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9" name="Google Shape;2869;p1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29485" y="3971163"/>
            <a:ext cx="652652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0" name="Google Shape;2870;p1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40909" y="3962653"/>
            <a:ext cx="1485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1" name="Google Shape;2871;p1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83044" y="3962653"/>
            <a:ext cx="47498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2" name="Google Shape;2872;p1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20354" y="3962653"/>
            <a:ext cx="47498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3" name="Google Shape;2873;p1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323973" y="4288028"/>
            <a:ext cx="463676" cy="10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4" name="Google Shape;2874;p1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40909" y="4279519"/>
            <a:ext cx="1485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5" name="Google Shape;2875;p1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98031" y="4279519"/>
            <a:ext cx="1485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6" name="Google Shape;2876;p1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420354" y="4279519"/>
            <a:ext cx="46481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7" name="Google Shape;2877;p1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303779" y="4609338"/>
            <a:ext cx="501395" cy="1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8" name="Google Shape;2878;p1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740909" y="4596384"/>
            <a:ext cx="14859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9" name="Google Shape;2879;p1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83044" y="4596384"/>
            <a:ext cx="47498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0" name="Google Shape;2880;p1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20354" y="4596384"/>
            <a:ext cx="47498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1" name="Google Shape;2881;p1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185923" y="4921884"/>
            <a:ext cx="733551" cy="10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2" name="Google Shape;2882;p12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27447" y="4913248"/>
            <a:ext cx="47498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3" name="Google Shape;2883;p1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98031" y="4913248"/>
            <a:ext cx="1485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4" name="Google Shape;2884;p1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35213" y="4913248"/>
            <a:ext cx="1498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5" name="Google Shape;2885;p1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202052" y="5238750"/>
            <a:ext cx="709041" cy="13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6" name="Google Shape;2886;p1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27447" y="5230240"/>
            <a:ext cx="47498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7" name="Google Shape;2887;p1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98031" y="5230240"/>
            <a:ext cx="1485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8" name="Google Shape;2888;p12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435213" y="5230240"/>
            <a:ext cx="1498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9" name="Google Shape;2889;p12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0839" y="4270394"/>
            <a:ext cx="444238" cy="11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0" name="Google Shape;2890;p12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141475" y="1895843"/>
            <a:ext cx="4540758" cy="1059954"/>
          </a:xfrm>
          <a:prstGeom prst="rect">
            <a:avLst/>
          </a:prstGeom>
          <a:noFill/>
          <a:ln>
            <a:noFill/>
          </a:ln>
        </p:spPr>
      </p:pic>
      <p:sp>
        <p:nvSpPr>
          <p:cNvPr id="2891" name="Google Shape;2891;p12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2" name="Google Shape;2892;p120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19327" y="1519427"/>
            <a:ext cx="3533394" cy="160782"/>
          </a:xfrm>
          <a:prstGeom prst="rect">
            <a:avLst/>
          </a:prstGeom>
          <a:noFill/>
          <a:ln>
            <a:noFill/>
          </a:ln>
        </p:spPr>
      </p:pic>
      <p:sp>
        <p:nvSpPr>
          <p:cNvPr id="2893" name="Google Shape;2893;p120"/>
          <p:cNvSpPr/>
          <p:nvPr/>
        </p:nvSpPr>
        <p:spPr>
          <a:xfrm>
            <a:off x="711708" y="185166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120"/>
          <p:cNvSpPr txBox="1"/>
          <p:nvPr/>
        </p:nvSpPr>
        <p:spPr>
          <a:xfrm>
            <a:off x="785266" y="1857832"/>
            <a:ext cx="1485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5" name="Google Shape;2895;p120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1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1" name="Google Shape;290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84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2" name="Google Shape;2902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3" name="Google Shape;2903;p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4" name="Google Shape;2904;p121"/>
          <p:cNvGrpSpPr/>
          <p:nvPr/>
        </p:nvGrpSpPr>
        <p:grpSpPr>
          <a:xfrm>
            <a:off x="1984248" y="2534411"/>
            <a:ext cx="5850890" cy="803275"/>
            <a:chOff x="1984248" y="2534411"/>
            <a:chExt cx="5850890" cy="803275"/>
          </a:xfrm>
        </p:grpSpPr>
        <p:sp>
          <p:nvSpPr>
            <p:cNvPr id="2905" name="Google Shape;2905;p121"/>
            <p:cNvSpPr/>
            <p:nvPr/>
          </p:nvSpPr>
          <p:spPr>
            <a:xfrm>
              <a:off x="1984248" y="2534411"/>
              <a:ext cx="5850890" cy="803275"/>
            </a:xfrm>
            <a:custGeom>
              <a:rect b="b" l="l" r="r" t="t"/>
              <a:pathLst>
                <a:path extrusionOk="0" h="803275" w="5850890">
                  <a:moveTo>
                    <a:pt x="5850636" y="0"/>
                  </a:moveTo>
                  <a:lnTo>
                    <a:pt x="0" y="0"/>
                  </a:lnTo>
                  <a:lnTo>
                    <a:pt x="0" y="803148"/>
                  </a:lnTo>
                  <a:lnTo>
                    <a:pt x="5850636" y="803148"/>
                  </a:lnTo>
                  <a:lnTo>
                    <a:pt x="58506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06" name="Google Shape;2906;p1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67128" y="2743187"/>
              <a:ext cx="5427726" cy="42444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07" name="Google Shape;2907;p1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3598164"/>
            <a:ext cx="2852166" cy="162306"/>
          </a:xfrm>
          <a:prstGeom prst="rect">
            <a:avLst/>
          </a:prstGeom>
          <a:noFill/>
          <a:ln>
            <a:noFill/>
          </a:ln>
        </p:spPr>
      </p:pic>
      <p:sp>
        <p:nvSpPr>
          <p:cNvPr id="2908" name="Google Shape;2908;p12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9" name="Google Shape;2909;p1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1708" y="1519427"/>
            <a:ext cx="1146810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0" name="Google Shape;2910;p1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1872970"/>
            <a:ext cx="4392930" cy="4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121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12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7" name="Google Shape;2917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643" y="6524434"/>
            <a:ext cx="10734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8" name="Google Shape;2918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9" name="Google Shape;2919;p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20" name="Google Shape;2920;p122"/>
          <p:cNvGraphicFramePr/>
          <p:nvPr/>
        </p:nvGraphicFramePr>
        <p:xfrm>
          <a:off x="1279016" y="3099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2552075"/>
                <a:gridCol w="1840875"/>
                <a:gridCol w="1871975"/>
                <a:gridCol w="1803400"/>
              </a:tblGrid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1" name="Google Shape;2921;p122"/>
          <p:cNvSpPr/>
          <p:nvPr/>
        </p:nvSpPr>
        <p:spPr>
          <a:xfrm>
            <a:off x="1279016" y="3106166"/>
            <a:ext cx="2551430" cy="317500"/>
          </a:xfrm>
          <a:custGeom>
            <a:rect b="b" l="l" r="r" t="t"/>
            <a:pathLst>
              <a:path extrusionOk="0" h="317500" w="2551429">
                <a:moveTo>
                  <a:pt x="0" y="0"/>
                </a:moveTo>
                <a:lnTo>
                  <a:pt x="2551176" y="316992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2" name="Google Shape;2922;p1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5170" y="3216655"/>
            <a:ext cx="415925" cy="10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3" name="Google Shape;2923;p1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2290" y="3216655"/>
            <a:ext cx="431800" cy="10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4" name="Google Shape;2924;p1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0" y="3216655"/>
            <a:ext cx="432561" cy="10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5" name="Google Shape;2925;p1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21432" y="3533013"/>
            <a:ext cx="466852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6" name="Google Shape;2926;p1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26279" y="3503167"/>
            <a:ext cx="452120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7" name="Google Shape;2927;p1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62446" y="3503167"/>
            <a:ext cx="48247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8" name="Google Shape;2928;p1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17154" y="3503167"/>
            <a:ext cx="45707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9" name="Google Shape;2929;p1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29485" y="3849878"/>
            <a:ext cx="652652" cy="13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0" name="Google Shape;2930;p1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37964" y="3820033"/>
            <a:ext cx="42316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1" name="Google Shape;2931;p1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83680" y="3820033"/>
            <a:ext cx="47498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2" name="Google Shape;2932;p1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21623" y="3820033"/>
            <a:ext cx="4762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3" name="Google Shape;2933;p1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323973" y="4166742"/>
            <a:ext cx="463676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4" name="Google Shape;2934;p1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37964" y="4136897"/>
            <a:ext cx="423163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5" name="Google Shape;2935;p12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62446" y="4136897"/>
            <a:ext cx="482473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6" name="Google Shape;2936;p12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214359" y="4136897"/>
            <a:ext cx="457835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7" name="Google Shape;2937;p12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303779" y="4488053"/>
            <a:ext cx="501395" cy="1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1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37964" y="4453890"/>
            <a:ext cx="42316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1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83680" y="4453890"/>
            <a:ext cx="47498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1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21623" y="4453890"/>
            <a:ext cx="47625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1" name="Google Shape;2941;p1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185923" y="4800600"/>
            <a:ext cx="733551" cy="10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2" name="Google Shape;2942;p1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727321" y="4770754"/>
            <a:ext cx="47498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3" name="Google Shape;2943;p1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62446" y="4770754"/>
            <a:ext cx="482473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4" name="Google Shape;2944;p1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17154" y="4770754"/>
            <a:ext cx="457073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5" name="Google Shape;2945;p12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202052" y="5117465"/>
            <a:ext cx="709041" cy="13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6" name="Google Shape;2946;p1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27321" y="5087620"/>
            <a:ext cx="47498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7" name="Google Shape;2947;p12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362446" y="5087620"/>
            <a:ext cx="48247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8" name="Google Shape;2948;p12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217154" y="5087620"/>
            <a:ext cx="457073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9" name="Google Shape;2949;p12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60843" y="4148356"/>
            <a:ext cx="288786" cy="119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0" name="Google Shape;2950;p12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141475" y="1895843"/>
            <a:ext cx="6061710" cy="980706"/>
          </a:xfrm>
          <a:prstGeom prst="rect">
            <a:avLst/>
          </a:prstGeom>
          <a:noFill/>
          <a:ln>
            <a:noFill/>
          </a:ln>
        </p:spPr>
      </p:pic>
      <p:sp>
        <p:nvSpPr>
          <p:cNvPr id="2951" name="Google Shape;2951;p12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2" name="Google Shape;2952;p12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11708" y="1519427"/>
            <a:ext cx="115443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2953" name="Google Shape;2953;p122"/>
          <p:cNvSpPr/>
          <p:nvPr/>
        </p:nvSpPr>
        <p:spPr>
          <a:xfrm>
            <a:off x="711708" y="185166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4" name="Google Shape;2954;p122"/>
          <p:cNvSpPr txBox="1"/>
          <p:nvPr/>
        </p:nvSpPr>
        <p:spPr>
          <a:xfrm>
            <a:off x="785266" y="1857832"/>
            <a:ext cx="1485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5" name="Google Shape;2955;p122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p12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1" name="Google Shape;2961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91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2" name="Google Shape;2962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3" name="Google Shape;2963;p1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4" name="Google Shape;2964;p1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3561588"/>
            <a:ext cx="3748278" cy="162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5" name="Google Shape;2965;p123"/>
          <p:cNvGrpSpPr/>
          <p:nvPr/>
        </p:nvGrpSpPr>
        <p:grpSpPr>
          <a:xfrm>
            <a:off x="1984248" y="2534411"/>
            <a:ext cx="5850890" cy="803275"/>
            <a:chOff x="1984248" y="2534411"/>
            <a:chExt cx="5850890" cy="803275"/>
          </a:xfrm>
        </p:grpSpPr>
        <p:sp>
          <p:nvSpPr>
            <p:cNvPr id="2966" name="Google Shape;2966;p123"/>
            <p:cNvSpPr/>
            <p:nvPr/>
          </p:nvSpPr>
          <p:spPr>
            <a:xfrm>
              <a:off x="1984248" y="2534411"/>
              <a:ext cx="5850890" cy="803275"/>
            </a:xfrm>
            <a:custGeom>
              <a:rect b="b" l="l" r="r" t="t"/>
              <a:pathLst>
                <a:path extrusionOk="0" h="803275" w="5850890">
                  <a:moveTo>
                    <a:pt x="5850636" y="0"/>
                  </a:moveTo>
                  <a:lnTo>
                    <a:pt x="0" y="0"/>
                  </a:lnTo>
                  <a:lnTo>
                    <a:pt x="0" y="803148"/>
                  </a:lnTo>
                  <a:lnTo>
                    <a:pt x="5850636" y="803148"/>
                  </a:lnTo>
                  <a:lnTo>
                    <a:pt x="58506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67" name="Google Shape;2967;p1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67712" y="2717266"/>
              <a:ext cx="5212842" cy="4595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68" name="Google Shape;2968;p12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9" name="Google Shape;2969;p1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3615690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0" name="Google Shape;2970;p1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1872970"/>
            <a:ext cx="3758946" cy="4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971" name="Google Shape;2971;p123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2" name="Google Shape;2972;p12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7" name="Google Shape;2977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639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8" name="Google Shape;2978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9" name="Google Shape;2979;p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0" name="Google Shape;2980;p124"/>
          <p:cNvGraphicFramePr/>
          <p:nvPr/>
        </p:nvGraphicFramePr>
        <p:xfrm>
          <a:off x="1279016" y="3204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3285500"/>
                <a:gridCol w="2390150"/>
                <a:gridCol w="2390150"/>
              </a:tblGrid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1" name="Google Shape;2981;p124"/>
          <p:cNvSpPr/>
          <p:nvPr/>
        </p:nvSpPr>
        <p:spPr>
          <a:xfrm>
            <a:off x="1279016" y="3210941"/>
            <a:ext cx="3286125" cy="317500"/>
          </a:xfrm>
          <a:custGeom>
            <a:rect b="b" l="l" r="r" t="t"/>
            <a:pathLst>
              <a:path extrusionOk="0" h="317500" w="3286125">
                <a:moveTo>
                  <a:pt x="0" y="0"/>
                </a:moveTo>
                <a:lnTo>
                  <a:pt x="3285744" y="316992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2" name="Google Shape;2982;p1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98363" y="3305175"/>
            <a:ext cx="126364" cy="99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3" name="Google Shape;2983;p1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6151" y="3305175"/>
            <a:ext cx="171323" cy="99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4" name="Google Shape;2984;p1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87320" y="3637788"/>
            <a:ext cx="466725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5" name="Google Shape;2985;p1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35065" y="3607942"/>
            <a:ext cx="4660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6" name="Google Shape;2986;p1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41488" y="3607942"/>
            <a:ext cx="614552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7" name="Google Shape;2987;p1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96769" y="3954653"/>
            <a:ext cx="652780" cy="13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8" name="Google Shape;2988;p1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50052" y="3924808"/>
            <a:ext cx="1498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9" name="Google Shape;2989;p1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83576" y="3924808"/>
            <a:ext cx="729742" cy="1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0" name="Google Shape;2990;p1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91257" y="4271645"/>
            <a:ext cx="463676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1" name="Google Shape;2991;p1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35065" y="4241800"/>
            <a:ext cx="46609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2" name="Google Shape;2992;p1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41488" y="4241800"/>
            <a:ext cx="614552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3" name="Google Shape;2993;p1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71064" y="4592828"/>
            <a:ext cx="501396" cy="1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4" name="Google Shape;2994;p1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50052" y="4558665"/>
            <a:ext cx="14986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5" name="Google Shape;2995;p12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783576" y="4558665"/>
            <a:ext cx="729742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6" name="Google Shape;2996;p12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553335" y="4905375"/>
            <a:ext cx="733425" cy="10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7" name="Google Shape;2997;p12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735320" y="4875529"/>
            <a:ext cx="46227" cy="11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8" name="Google Shape;2998;p12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783576" y="4875529"/>
            <a:ext cx="729742" cy="14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9" name="Google Shape;2999;p12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567813" y="5222240"/>
            <a:ext cx="709040" cy="13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0" name="Google Shape;3000;p12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735320" y="5192395"/>
            <a:ext cx="46227" cy="11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1" name="Google Shape;3001;p12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783576" y="5192395"/>
            <a:ext cx="729742" cy="1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2" name="Google Shape;3002;p12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70024" y="4253630"/>
            <a:ext cx="355805" cy="11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3" name="Google Shape;3003;p12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141475" y="1895843"/>
            <a:ext cx="4540758" cy="1059954"/>
          </a:xfrm>
          <a:prstGeom prst="rect">
            <a:avLst/>
          </a:prstGeom>
          <a:noFill/>
          <a:ln>
            <a:noFill/>
          </a:ln>
        </p:spPr>
      </p:pic>
      <p:sp>
        <p:nvSpPr>
          <p:cNvPr id="3004" name="Google Shape;3004;p12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5" name="Google Shape;3005;p12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19327" y="1519427"/>
            <a:ext cx="3615690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006" name="Google Shape;3006;p124"/>
          <p:cNvSpPr/>
          <p:nvPr/>
        </p:nvSpPr>
        <p:spPr>
          <a:xfrm>
            <a:off x="711708" y="185166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7" name="Google Shape;3007;p124"/>
          <p:cNvSpPr txBox="1"/>
          <p:nvPr/>
        </p:nvSpPr>
        <p:spPr>
          <a:xfrm>
            <a:off x="785266" y="1857832"/>
            <a:ext cx="1485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8" name="Google Shape;3008;p124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9" name="Google Shape;3009;p1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3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4" name="Google Shape;3014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30" y="6524434"/>
            <a:ext cx="110459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5" name="Google Shape;3015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6" name="Google Shape;3016;p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7" name="Google Shape;3017;p1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863" y="4242962"/>
            <a:ext cx="547846" cy="1179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8" name="Google Shape;3018;p125"/>
          <p:cNvGrpSpPr/>
          <p:nvPr/>
        </p:nvGrpSpPr>
        <p:grpSpPr>
          <a:xfrm>
            <a:off x="1422400" y="3204591"/>
            <a:ext cx="2557145" cy="2206625"/>
            <a:chOff x="1422400" y="3204591"/>
            <a:chExt cx="2557145" cy="2206625"/>
          </a:xfrm>
        </p:grpSpPr>
        <p:sp>
          <p:nvSpPr>
            <p:cNvPr id="3019" name="Google Shape;3019;p125"/>
            <p:cNvSpPr/>
            <p:nvPr/>
          </p:nvSpPr>
          <p:spPr>
            <a:xfrm>
              <a:off x="1422400" y="3210890"/>
              <a:ext cx="2557145" cy="314325"/>
            </a:xfrm>
            <a:custGeom>
              <a:rect b="b" l="l" r="r" t="t"/>
              <a:pathLst>
                <a:path extrusionOk="0" h="314325" w="2557145">
                  <a:moveTo>
                    <a:pt x="936713" y="0"/>
                  </a:moveTo>
                  <a:lnTo>
                    <a:pt x="0" y="0"/>
                  </a:lnTo>
                  <a:lnTo>
                    <a:pt x="0" y="313867"/>
                  </a:lnTo>
                  <a:lnTo>
                    <a:pt x="936713" y="313867"/>
                  </a:lnTo>
                  <a:lnTo>
                    <a:pt x="936713" y="0"/>
                  </a:lnTo>
                  <a:close/>
                </a:path>
                <a:path extrusionOk="0" h="314325" w="2557145">
                  <a:moveTo>
                    <a:pt x="2016810" y="0"/>
                  </a:moveTo>
                  <a:lnTo>
                    <a:pt x="1476806" y="0"/>
                  </a:lnTo>
                  <a:lnTo>
                    <a:pt x="936752" y="0"/>
                  </a:lnTo>
                  <a:lnTo>
                    <a:pt x="936752" y="313867"/>
                  </a:lnTo>
                  <a:lnTo>
                    <a:pt x="1476756" y="313867"/>
                  </a:lnTo>
                  <a:lnTo>
                    <a:pt x="2016810" y="313867"/>
                  </a:lnTo>
                  <a:lnTo>
                    <a:pt x="2016810" y="0"/>
                  </a:lnTo>
                  <a:close/>
                </a:path>
                <a:path extrusionOk="0" h="314325" w="2557145">
                  <a:moveTo>
                    <a:pt x="2556941" y="0"/>
                  </a:moveTo>
                  <a:lnTo>
                    <a:pt x="2016887" y="0"/>
                  </a:lnTo>
                  <a:lnTo>
                    <a:pt x="2016887" y="313867"/>
                  </a:lnTo>
                  <a:lnTo>
                    <a:pt x="2556941" y="313867"/>
                  </a:lnTo>
                  <a:lnTo>
                    <a:pt x="25569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125"/>
            <p:cNvSpPr/>
            <p:nvPr/>
          </p:nvSpPr>
          <p:spPr>
            <a:xfrm>
              <a:off x="1422400" y="3204591"/>
              <a:ext cx="2557145" cy="2206625"/>
            </a:xfrm>
            <a:custGeom>
              <a:rect b="b" l="l" r="r" t="t"/>
              <a:pathLst>
                <a:path extrusionOk="0" h="2206625" w="2557145">
                  <a:moveTo>
                    <a:pt x="936751" y="0"/>
                  </a:moveTo>
                  <a:lnTo>
                    <a:pt x="936751" y="2206625"/>
                  </a:lnTo>
                </a:path>
                <a:path extrusionOk="0" h="2206625" w="2557145">
                  <a:moveTo>
                    <a:pt x="1476756" y="0"/>
                  </a:moveTo>
                  <a:lnTo>
                    <a:pt x="1476756" y="2206625"/>
                  </a:lnTo>
                </a:path>
                <a:path extrusionOk="0" h="2206625" w="2557145">
                  <a:moveTo>
                    <a:pt x="2016887" y="0"/>
                  </a:moveTo>
                  <a:lnTo>
                    <a:pt x="2016887" y="2206625"/>
                  </a:lnTo>
                </a:path>
                <a:path extrusionOk="0" h="2206625" w="2557145">
                  <a:moveTo>
                    <a:pt x="0" y="320167"/>
                  </a:moveTo>
                  <a:lnTo>
                    <a:pt x="2556891" y="320167"/>
                  </a:lnTo>
                </a:path>
                <a:path extrusionOk="0" h="2206625" w="2557145">
                  <a:moveTo>
                    <a:pt x="0" y="634111"/>
                  </a:moveTo>
                  <a:lnTo>
                    <a:pt x="2556891" y="634111"/>
                  </a:lnTo>
                </a:path>
                <a:path extrusionOk="0" h="2206625" w="2557145">
                  <a:moveTo>
                    <a:pt x="0" y="947928"/>
                  </a:moveTo>
                  <a:lnTo>
                    <a:pt x="2556891" y="947928"/>
                  </a:lnTo>
                </a:path>
                <a:path extrusionOk="0" h="2206625" w="2557145">
                  <a:moveTo>
                    <a:pt x="0" y="1261872"/>
                  </a:moveTo>
                  <a:lnTo>
                    <a:pt x="2556891" y="1261872"/>
                  </a:lnTo>
                </a:path>
                <a:path extrusionOk="0" h="2206625" w="2557145">
                  <a:moveTo>
                    <a:pt x="0" y="1575689"/>
                  </a:moveTo>
                  <a:lnTo>
                    <a:pt x="2556891" y="1575689"/>
                  </a:lnTo>
                </a:path>
                <a:path extrusionOk="0" h="2206625" w="2557145">
                  <a:moveTo>
                    <a:pt x="0" y="1889506"/>
                  </a:moveTo>
                  <a:lnTo>
                    <a:pt x="2556891" y="1889506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125"/>
            <p:cNvSpPr/>
            <p:nvPr/>
          </p:nvSpPr>
          <p:spPr>
            <a:xfrm>
              <a:off x="1422400" y="3210941"/>
              <a:ext cx="2557145" cy="0"/>
            </a:xfrm>
            <a:custGeom>
              <a:rect b="b" l="l" r="r" t="t"/>
              <a:pathLst>
                <a:path extrusionOk="0" h="120000" w="2557145">
                  <a:moveTo>
                    <a:pt x="0" y="0"/>
                  </a:moveTo>
                  <a:lnTo>
                    <a:pt x="2556891" y="0"/>
                  </a:lnTo>
                </a:path>
              </a:pathLst>
            </a:custGeom>
            <a:noFill/>
            <a:ln cap="flat" cmpd="sng" w="12700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125"/>
            <p:cNvSpPr/>
            <p:nvPr/>
          </p:nvSpPr>
          <p:spPr>
            <a:xfrm>
              <a:off x="1422400" y="5408041"/>
              <a:ext cx="2557145" cy="0"/>
            </a:xfrm>
            <a:custGeom>
              <a:rect b="b" l="l" r="r" t="t"/>
              <a:pathLst>
                <a:path extrusionOk="0" h="120000" w="2557145">
                  <a:moveTo>
                    <a:pt x="0" y="0"/>
                  </a:moveTo>
                  <a:lnTo>
                    <a:pt x="2556891" y="0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125"/>
            <p:cNvSpPr/>
            <p:nvPr/>
          </p:nvSpPr>
          <p:spPr>
            <a:xfrm>
              <a:off x="1422400" y="3210941"/>
              <a:ext cx="937260" cy="314325"/>
            </a:xfrm>
            <a:custGeom>
              <a:rect b="b" l="l" r="r" t="t"/>
              <a:pathLst>
                <a:path extrusionOk="0" h="314325" w="937260">
                  <a:moveTo>
                    <a:pt x="0" y="0"/>
                  </a:moveTo>
                  <a:lnTo>
                    <a:pt x="937260" y="313944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24" name="Google Shape;3024;p1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8494" y="3323717"/>
              <a:ext cx="386842" cy="98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5" name="Google Shape;3025;p1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68625" y="3323717"/>
              <a:ext cx="401447" cy="98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6" name="Google Shape;3026;p1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08628" y="3323717"/>
              <a:ext cx="402082" cy="98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7" name="Google Shape;3027;p1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66035" y="3627882"/>
              <a:ext cx="130047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8" name="Google Shape;3028;p12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676019" y="3637153"/>
              <a:ext cx="430275" cy="12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9" name="Google Shape;3029;p1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077083" y="3627882"/>
              <a:ext cx="184531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0" name="Google Shape;3030;p12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594612" y="3950970"/>
              <a:ext cx="596773" cy="1224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1" name="Google Shape;3031;p12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633978" y="3627882"/>
              <a:ext cx="154559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2" name="Google Shape;3032;p1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566035" y="3941826"/>
              <a:ext cx="126618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3" name="Google Shape;3033;p12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147187" y="3941826"/>
              <a:ext cx="43687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4" name="Google Shape;3034;p1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687191" y="3941826"/>
              <a:ext cx="43814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5" name="Google Shape;3035;p12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679956" y="4264787"/>
              <a:ext cx="426085" cy="98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6" name="Google Shape;3036;p12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566035" y="4255643"/>
              <a:ext cx="126618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7" name="Google Shape;3037;p12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077083" y="4255643"/>
              <a:ext cx="184531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8" name="Google Shape;3038;p12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644646" y="4255643"/>
              <a:ext cx="128015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9" name="Google Shape;3039;p12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661795" y="4582794"/>
              <a:ext cx="459105" cy="94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0" name="Google Shape;3040;p12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566035" y="4569587"/>
              <a:ext cx="126618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1" name="Google Shape;3041;p12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47187" y="4569587"/>
              <a:ext cx="43687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2" name="Google Shape;3042;p12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687191" y="4569587"/>
              <a:ext cx="43814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3" name="Google Shape;3043;p12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551432" y="4892548"/>
              <a:ext cx="676910" cy="988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4" name="Google Shape;3044;p12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607055" y="4883404"/>
              <a:ext cx="43814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5" name="Google Shape;3045;p12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3077083" y="4883404"/>
              <a:ext cx="184531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6" name="Google Shape;3046;p12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3633978" y="4883404"/>
              <a:ext cx="154559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7" name="Google Shape;3047;p12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567180" y="5206492"/>
              <a:ext cx="651637" cy="12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8" name="Google Shape;3048;p12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607055" y="5197348"/>
              <a:ext cx="43814" cy="107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9" name="Google Shape;3049;p125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3077083" y="5197348"/>
              <a:ext cx="184531" cy="107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0" name="Google Shape;3050;p125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3633978" y="5197348"/>
              <a:ext cx="154559" cy="10706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051" name="Google Shape;3051;p125"/>
          <p:cNvGraphicFramePr/>
          <p:nvPr/>
        </p:nvGraphicFramePr>
        <p:xfrm>
          <a:off x="4550790" y="3204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115700"/>
                <a:gridCol w="539750"/>
              </a:tblGrid>
              <a:tr h="31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2" name="Google Shape;3052;p125"/>
          <p:cNvSpPr/>
          <p:nvPr/>
        </p:nvSpPr>
        <p:spPr>
          <a:xfrm>
            <a:off x="4550790" y="3210941"/>
            <a:ext cx="1115695" cy="314325"/>
          </a:xfrm>
          <a:custGeom>
            <a:rect b="b" l="l" r="r" t="t"/>
            <a:pathLst>
              <a:path extrusionOk="0" h="314325" w="1115695">
                <a:moveTo>
                  <a:pt x="0" y="0"/>
                </a:moveTo>
                <a:lnTo>
                  <a:pt x="1115568" y="313944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3" name="Google Shape;3053;p125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861684" y="3328289"/>
            <a:ext cx="157099" cy="9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4" name="Google Shape;3054;p125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4893436" y="3637153"/>
            <a:ext cx="430275" cy="1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5" name="Google Shape;3055;p125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5914516" y="3627882"/>
            <a:ext cx="43815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6" name="Google Shape;3056;p125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4812157" y="3950970"/>
            <a:ext cx="596645" cy="122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7" name="Google Shape;3057;p125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843015" y="3941826"/>
            <a:ext cx="184912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8" name="Google Shape;3058;p125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4897373" y="4264786"/>
            <a:ext cx="426085" cy="98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9" name="Google Shape;3059;p125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5914516" y="4255642"/>
            <a:ext cx="43815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0" name="Google Shape;3060;p125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4879213" y="4582795"/>
            <a:ext cx="459104" cy="9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1" name="Google Shape;3061;p125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843015" y="4569586"/>
            <a:ext cx="184912" cy="10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2" name="Google Shape;3062;p12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768850" y="4892547"/>
            <a:ext cx="676910" cy="98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3" name="Google Shape;3063;p125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856732" y="4883403"/>
            <a:ext cx="159003" cy="10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4" name="Google Shape;3064;p125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784725" y="5206491"/>
            <a:ext cx="651510" cy="1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5" name="Google Shape;3065;p125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5856732" y="5197347"/>
            <a:ext cx="159003" cy="1070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6" name="Google Shape;3066;p125"/>
          <p:cNvGrpSpPr/>
          <p:nvPr/>
        </p:nvGrpSpPr>
        <p:grpSpPr>
          <a:xfrm>
            <a:off x="6778116" y="3204591"/>
            <a:ext cx="2557145" cy="2206625"/>
            <a:chOff x="6778116" y="3204591"/>
            <a:chExt cx="2557145" cy="2206625"/>
          </a:xfrm>
        </p:grpSpPr>
        <p:sp>
          <p:nvSpPr>
            <p:cNvPr id="3067" name="Google Shape;3067;p125"/>
            <p:cNvSpPr/>
            <p:nvPr/>
          </p:nvSpPr>
          <p:spPr>
            <a:xfrm>
              <a:off x="6778116" y="3210890"/>
              <a:ext cx="2557145" cy="314325"/>
            </a:xfrm>
            <a:custGeom>
              <a:rect b="b" l="l" r="r" t="t"/>
              <a:pathLst>
                <a:path extrusionOk="0" h="314325" w="2557145">
                  <a:moveTo>
                    <a:pt x="936726" y="0"/>
                  </a:moveTo>
                  <a:lnTo>
                    <a:pt x="0" y="0"/>
                  </a:lnTo>
                  <a:lnTo>
                    <a:pt x="0" y="313867"/>
                  </a:lnTo>
                  <a:lnTo>
                    <a:pt x="936726" y="313867"/>
                  </a:lnTo>
                  <a:lnTo>
                    <a:pt x="936726" y="0"/>
                  </a:lnTo>
                  <a:close/>
                </a:path>
                <a:path extrusionOk="0" h="314325" w="2557145">
                  <a:moveTo>
                    <a:pt x="1476806" y="0"/>
                  </a:moveTo>
                  <a:lnTo>
                    <a:pt x="936752" y="0"/>
                  </a:lnTo>
                  <a:lnTo>
                    <a:pt x="936752" y="313867"/>
                  </a:lnTo>
                  <a:lnTo>
                    <a:pt x="1476806" y="313867"/>
                  </a:lnTo>
                  <a:lnTo>
                    <a:pt x="1476806" y="0"/>
                  </a:lnTo>
                  <a:close/>
                </a:path>
                <a:path extrusionOk="0" h="314325" w="2557145">
                  <a:moveTo>
                    <a:pt x="2556941" y="0"/>
                  </a:moveTo>
                  <a:lnTo>
                    <a:pt x="2016937" y="0"/>
                  </a:lnTo>
                  <a:lnTo>
                    <a:pt x="1476883" y="0"/>
                  </a:lnTo>
                  <a:lnTo>
                    <a:pt x="1476883" y="313867"/>
                  </a:lnTo>
                  <a:lnTo>
                    <a:pt x="2016887" y="313867"/>
                  </a:lnTo>
                  <a:lnTo>
                    <a:pt x="2556941" y="313867"/>
                  </a:lnTo>
                  <a:lnTo>
                    <a:pt x="25569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125"/>
            <p:cNvSpPr/>
            <p:nvPr/>
          </p:nvSpPr>
          <p:spPr>
            <a:xfrm>
              <a:off x="6778116" y="3204591"/>
              <a:ext cx="2557145" cy="2206625"/>
            </a:xfrm>
            <a:custGeom>
              <a:rect b="b" l="l" r="r" t="t"/>
              <a:pathLst>
                <a:path extrusionOk="0" h="2206625" w="2557145">
                  <a:moveTo>
                    <a:pt x="936751" y="0"/>
                  </a:moveTo>
                  <a:lnTo>
                    <a:pt x="936751" y="2206625"/>
                  </a:lnTo>
                </a:path>
                <a:path extrusionOk="0" h="2206625" w="2557145">
                  <a:moveTo>
                    <a:pt x="1476882" y="0"/>
                  </a:moveTo>
                  <a:lnTo>
                    <a:pt x="1476882" y="2206625"/>
                  </a:lnTo>
                </a:path>
                <a:path extrusionOk="0" h="2206625" w="2557145">
                  <a:moveTo>
                    <a:pt x="2016886" y="0"/>
                  </a:moveTo>
                  <a:lnTo>
                    <a:pt x="2016886" y="2206625"/>
                  </a:lnTo>
                </a:path>
                <a:path extrusionOk="0" h="2206625" w="2557145">
                  <a:moveTo>
                    <a:pt x="0" y="320167"/>
                  </a:moveTo>
                  <a:lnTo>
                    <a:pt x="2557017" y="320167"/>
                  </a:lnTo>
                </a:path>
                <a:path extrusionOk="0" h="2206625" w="2557145">
                  <a:moveTo>
                    <a:pt x="0" y="634111"/>
                  </a:moveTo>
                  <a:lnTo>
                    <a:pt x="2557017" y="634111"/>
                  </a:lnTo>
                </a:path>
                <a:path extrusionOk="0" h="2206625" w="2557145">
                  <a:moveTo>
                    <a:pt x="0" y="947928"/>
                  </a:moveTo>
                  <a:lnTo>
                    <a:pt x="2557017" y="947928"/>
                  </a:lnTo>
                </a:path>
                <a:path extrusionOk="0" h="2206625" w="2557145">
                  <a:moveTo>
                    <a:pt x="0" y="1261872"/>
                  </a:moveTo>
                  <a:lnTo>
                    <a:pt x="2557017" y="1261872"/>
                  </a:lnTo>
                </a:path>
                <a:path extrusionOk="0" h="2206625" w="2557145">
                  <a:moveTo>
                    <a:pt x="0" y="1575689"/>
                  </a:moveTo>
                  <a:lnTo>
                    <a:pt x="2557017" y="1575689"/>
                  </a:lnTo>
                </a:path>
                <a:path extrusionOk="0" h="2206625" w="2557145">
                  <a:moveTo>
                    <a:pt x="0" y="1889506"/>
                  </a:moveTo>
                  <a:lnTo>
                    <a:pt x="2557017" y="1889506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125"/>
            <p:cNvSpPr/>
            <p:nvPr/>
          </p:nvSpPr>
          <p:spPr>
            <a:xfrm>
              <a:off x="6778116" y="3210941"/>
              <a:ext cx="2557145" cy="0"/>
            </a:xfrm>
            <a:custGeom>
              <a:rect b="b" l="l" r="r" t="t"/>
              <a:pathLst>
                <a:path extrusionOk="0" h="120000" w="2557145">
                  <a:moveTo>
                    <a:pt x="0" y="0"/>
                  </a:moveTo>
                  <a:lnTo>
                    <a:pt x="2557017" y="0"/>
                  </a:lnTo>
                </a:path>
              </a:pathLst>
            </a:custGeom>
            <a:noFill/>
            <a:ln cap="flat" cmpd="sng" w="12700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125"/>
            <p:cNvSpPr/>
            <p:nvPr/>
          </p:nvSpPr>
          <p:spPr>
            <a:xfrm>
              <a:off x="6778116" y="5408041"/>
              <a:ext cx="2557145" cy="0"/>
            </a:xfrm>
            <a:custGeom>
              <a:rect b="b" l="l" r="r" t="t"/>
              <a:pathLst>
                <a:path extrusionOk="0" h="120000" w="2557145">
                  <a:moveTo>
                    <a:pt x="0" y="0"/>
                  </a:moveTo>
                  <a:lnTo>
                    <a:pt x="2557017" y="0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125"/>
            <p:cNvSpPr/>
            <p:nvPr/>
          </p:nvSpPr>
          <p:spPr>
            <a:xfrm>
              <a:off x="6778116" y="3210941"/>
              <a:ext cx="937260" cy="314325"/>
            </a:xfrm>
            <a:custGeom>
              <a:rect b="b" l="l" r="r" t="t"/>
              <a:pathLst>
                <a:path extrusionOk="0" h="314325" w="937259">
                  <a:moveTo>
                    <a:pt x="0" y="0"/>
                  </a:moveTo>
                  <a:lnTo>
                    <a:pt x="937259" y="313944"/>
                  </a:lnTo>
                </a:path>
              </a:pathLst>
            </a:custGeom>
            <a:noFill/>
            <a:ln cap="flat" cmpd="sng" w="952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2" name="Google Shape;3072;p125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7784337" y="3323717"/>
              <a:ext cx="386841" cy="98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3" name="Google Shape;3073;p125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8324341" y="3323717"/>
              <a:ext cx="401447" cy="98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4" name="Google Shape;3074;p125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8864345" y="3323717"/>
              <a:ext cx="402208" cy="98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5" name="Google Shape;3075;p125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031735" y="3637153"/>
              <a:ext cx="430403" cy="12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6" name="Google Shape;3076;p12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962899" y="3627882"/>
              <a:ext cx="43688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7" name="Google Shape;3077;p125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8502903" y="3627882"/>
              <a:ext cx="43815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8" name="Google Shape;3078;p12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043034" y="3627882"/>
              <a:ext cx="43688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9" name="Google Shape;3079;p125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6950455" y="3950970"/>
              <a:ext cx="596646" cy="1224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0" name="Google Shape;3080;p125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7860791" y="3941826"/>
              <a:ext cx="248411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1" name="Google Shape;3081;p125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8502903" y="3941826"/>
              <a:ext cx="43815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2" name="Google Shape;3082;p12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043034" y="3941826"/>
              <a:ext cx="43688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3" name="Google Shape;3083;p125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035799" y="4264787"/>
              <a:ext cx="425957" cy="98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4" name="Google Shape;3084;p125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502903" y="4255643"/>
              <a:ext cx="43815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5" name="Google Shape;3085;p125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962899" y="4255643"/>
              <a:ext cx="43688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6" name="Google Shape;3086;p125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9043034" y="4255643"/>
              <a:ext cx="43688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7" name="Google Shape;3087;p125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7017511" y="4582794"/>
              <a:ext cx="459105" cy="94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8" name="Google Shape;3088;p125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7860791" y="4569587"/>
              <a:ext cx="248411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9" name="Google Shape;3089;p125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8502903" y="4569587"/>
              <a:ext cx="43815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0" name="Google Shape;3090;p12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043034" y="4569587"/>
              <a:ext cx="43688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1" name="Google Shape;3091;p125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907275" y="4892548"/>
              <a:ext cx="676909" cy="988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2" name="Google Shape;3092;p12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962899" y="4883404"/>
              <a:ext cx="43688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3" name="Google Shape;3093;p125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8405367" y="4883404"/>
              <a:ext cx="244475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4" name="Google Shape;3094;p125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8969882" y="4883404"/>
              <a:ext cx="190626" cy="107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5" name="Google Shape;3095;p125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6923023" y="5206492"/>
              <a:ext cx="651509" cy="12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6" name="Google Shape;3096;p125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7962899" y="5197348"/>
              <a:ext cx="43688" cy="107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7" name="Google Shape;3097;p125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8405367" y="5197348"/>
              <a:ext cx="244475" cy="107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8" name="Google Shape;3098;p125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8969882" y="5197348"/>
              <a:ext cx="190626" cy="1070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99" name="Google Shape;3099;p125"/>
          <p:cNvSpPr txBox="1"/>
          <p:nvPr/>
        </p:nvSpPr>
        <p:spPr>
          <a:xfrm>
            <a:off x="4166108" y="4103623"/>
            <a:ext cx="19304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endParaRPr sz="2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00" name="Google Shape;3100;p125"/>
          <p:cNvSpPr txBox="1"/>
          <p:nvPr/>
        </p:nvSpPr>
        <p:spPr>
          <a:xfrm>
            <a:off x="6393560" y="4102100"/>
            <a:ext cx="22923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1" name="Google Shape;3101;p125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2" name="Google Shape;3102;p12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3" name="Google Shape;3103;p125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1141475" y="1895843"/>
            <a:ext cx="4540758" cy="1059954"/>
          </a:xfrm>
          <a:prstGeom prst="rect">
            <a:avLst/>
          </a:prstGeom>
          <a:noFill/>
          <a:ln>
            <a:noFill/>
          </a:ln>
        </p:spPr>
      </p:pic>
      <p:sp>
        <p:nvSpPr>
          <p:cNvPr id="3104" name="Google Shape;3104;p12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5" name="Google Shape;3105;p125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711708" y="1519427"/>
            <a:ext cx="1197102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106" name="Google Shape;3106;p125"/>
          <p:cNvSpPr/>
          <p:nvPr/>
        </p:nvSpPr>
        <p:spPr>
          <a:xfrm>
            <a:off x="711708" y="185166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89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125"/>
          <p:cNvSpPr txBox="1"/>
          <p:nvPr/>
        </p:nvSpPr>
        <p:spPr>
          <a:xfrm>
            <a:off x="785266" y="1857832"/>
            <a:ext cx="1485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2" name="Google Shape;3112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3067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3" name="Google Shape;3113;p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4" name="Google Shape;3114;p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5" name="Google Shape;3115;p126"/>
          <p:cNvGrpSpPr/>
          <p:nvPr/>
        </p:nvGrpSpPr>
        <p:grpSpPr>
          <a:xfrm>
            <a:off x="711708" y="2174748"/>
            <a:ext cx="8555990" cy="2694940"/>
            <a:chOff x="711708" y="2174748"/>
            <a:chExt cx="8555990" cy="2694940"/>
          </a:xfrm>
        </p:grpSpPr>
        <p:sp>
          <p:nvSpPr>
            <p:cNvPr id="3116" name="Google Shape;3116;p126"/>
            <p:cNvSpPr/>
            <p:nvPr/>
          </p:nvSpPr>
          <p:spPr>
            <a:xfrm>
              <a:off x="711708" y="2174748"/>
              <a:ext cx="8555990" cy="2694940"/>
            </a:xfrm>
            <a:custGeom>
              <a:rect b="b" l="l" r="r" t="t"/>
              <a:pathLst>
                <a:path extrusionOk="0" h="2694940" w="8555990">
                  <a:moveTo>
                    <a:pt x="8555736" y="0"/>
                  </a:moveTo>
                  <a:lnTo>
                    <a:pt x="0" y="0"/>
                  </a:lnTo>
                  <a:lnTo>
                    <a:pt x="0" y="2694432"/>
                  </a:lnTo>
                  <a:lnTo>
                    <a:pt x="8555736" y="2694432"/>
                  </a:lnTo>
                  <a:lnTo>
                    <a:pt x="85557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17" name="Google Shape;3117;p1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80587" y="4093451"/>
              <a:ext cx="3350514" cy="5966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8" name="Google Shape;3118;p126"/>
          <p:cNvSpPr txBox="1"/>
          <p:nvPr/>
        </p:nvSpPr>
        <p:spPr>
          <a:xfrm>
            <a:off x="5287390" y="2367533"/>
            <a:ext cx="952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83DA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∙</a:t>
            </a:r>
            <a:endParaRPr sz="1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19" name="Google Shape;3119;p126"/>
          <p:cNvSpPr/>
          <p:nvPr/>
        </p:nvSpPr>
        <p:spPr>
          <a:xfrm>
            <a:off x="3463544" y="2564510"/>
            <a:ext cx="1793875" cy="864235"/>
          </a:xfrm>
          <a:custGeom>
            <a:rect b="b" l="l" r="r" t="t"/>
            <a:pathLst>
              <a:path extrusionOk="0" h="864235" w="1793875">
                <a:moveTo>
                  <a:pt x="1713580" y="29943"/>
                </a:moveTo>
                <a:lnTo>
                  <a:pt x="0" y="845819"/>
                </a:lnTo>
                <a:lnTo>
                  <a:pt x="8635" y="863726"/>
                </a:lnTo>
                <a:lnTo>
                  <a:pt x="1722026" y="47754"/>
                </a:lnTo>
                <a:lnTo>
                  <a:pt x="1724914" y="35433"/>
                </a:lnTo>
                <a:lnTo>
                  <a:pt x="1713580" y="29943"/>
                </a:lnTo>
                <a:close/>
              </a:path>
              <a:path extrusionOk="0" h="864235" w="1793875">
                <a:moveTo>
                  <a:pt x="1775102" y="26542"/>
                </a:moveTo>
                <a:lnTo>
                  <a:pt x="1720722" y="26542"/>
                </a:lnTo>
                <a:lnTo>
                  <a:pt x="1729231" y="44323"/>
                </a:lnTo>
                <a:lnTo>
                  <a:pt x="1722026" y="47754"/>
                </a:lnTo>
                <a:lnTo>
                  <a:pt x="1706371" y="114553"/>
                </a:lnTo>
                <a:lnTo>
                  <a:pt x="1775102" y="26542"/>
                </a:lnTo>
                <a:close/>
              </a:path>
              <a:path extrusionOk="0" h="864235" w="1793875">
                <a:moveTo>
                  <a:pt x="1720722" y="26542"/>
                </a:moveTo>
                <a:lnTo>
                  <a:pt x="1713580" y="29943"/>
                </a:lnTo>
                <a:lnTo>
                  <a:pt x="1724914" y="35433"/>
                </a:lnTo>
                <a:lnTo>
                  <a:pt x="1722026" y="47754"/>
                </a:lnTo>
                <a:lnTo>
                  <a:pt x="1729231" y="44323"/>
                </a:lnTo>
                <a:lnTo>
                  <a:pt x="1720722" y="26542"/>
                </a:lnTo>
                <a:close/>
              </a:path>
              <a:path extrusionOk="0" h="864235" w="1793875">
                <a:moveTo>
                  <a:pt x="1651761" y="0"/>
                </a:moveTo>
                <a:lnTo>
                  <a:pt x="1713580" y="29943"/>
                </a:lnTo>
                <a:lnTo>
                  <a:pt x="1720722" y="26542"/>
                </a:lnTo>
                <a:lnTo>
                  <a:pt x="1775102" y="26542"/>
                </a:lnTo>
                <a:lnTo>
                  <a:pt x="1793747" y="2666"/>
                </a:lnTo>
                <a:lnTo>
                  <a:pt x="165176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0" name="Google Shape;3120;p126"/>
          <p:cNvSpPr txBox="1"/>
          <p:nvPr/>
        </p:nvSpPr>
        <p:spPr>
          <a:xfrm>
            <a:off x="6053582" y="3270250"/>
            <a:ext cx="952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83DA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∙</a:t>
            </a:r>
            <a:endParaRPr sz="1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121" name="Google Shape;3121;p126"/>
          <p:cNvGrpSpPr/>
          <p:nvPr/>
        </p:nvGrpSpPr>
        <p:grpSpPr>
          <a:xfrm>
            <a:off x="3467861" y="2710052"/>
            <a:ext cx="2556510" cy="857250"/>
            <a:chOff x="3467861" y="2710052"/>
            <a:chExt cx="2556510" cy="857250"/>
          </a:xfrm>
        </p:grpSpPr>
        <p:sp>
          <p:nvSpPr>
            <p:cNvPr id="3122" name="Google Shape;3122;p126"/>
            <p:cNvSpPr/>
            <p:nvPr/>
          </p:nvSpPr>
          <p:spPr>
            <a:xfrm>
              <a:off x="3467861" y="3355594"/>
              <a:ext cx="2556510" cy="127000"/>
            </a:xfrm>
            <a:custGeom>
              <a:rect b="b" l="l" r="r" t="t"/>
              <a:pathLst>
                <a:path extrusionOk="0" h="127000" w="2556510">
                  <a:moveTo>
                    <a:pt x="2480055" y="63500"/>
                  </a:moveTo>
                  <a:lnTo>
                    <a:pt x="2429255" y="127000"/>
                  </a:lnTo>
                  <a:lnTo>
                    <a:pt x="2536444" y="73405"/>
                  </a:lnTo>
                  <a:lnTo>
                    <a:pt x="2480055" y="73405"/>
                  </a:lnTo>
                  <a:lnTo>
                    <a:pt x="2480055" y="63500"/>
                  </a:lnTo>
                  <a:close/>
                </a:path>
                <a:path extrusionOk="0" h="127000" w="2556510">
                  <a:moveTo>
                    <a:pt x="2472131" y="53593"/>
                  </a:moveTo>
                  <a:lnTo>
                    <a:pt x="0" y="53593"/>
                  </a:lnTo>
                  <a:lnTo>
                    <a:pt x="0" y="73405"/>
                  </a:lnTo>
                  <a:lnTo>
                    <a:pt x="2472131" y="73405"/>
                  </a:lnTo>
                  <a:lnTo>
                    <a:pt x="2480055" y="63500"/>
                  </a:lnTo>
                  <a:lnTo>
                    <a:pt x="2472131" y="53593"/>
                  </a:lnTo>
                  <a:close/>
                </a:path>
                <a:path extrusionOk="0" h="127000" w="2556510">
                  <a:moveTo>
                    <a:pt x="2536443" y="53593"/>
                  </a:moveTo>
                  <a:lnTo>
                    <a:pt x="2480055" y="53593"/>
                  </a:lnTo>
                  <a:lnTo>
                    <a:pt x="2480055" y="73405"/>
                  </a:lnTo>
                  <a:lnTo>
                    <a:pt x="2536444" y="73405"/>
                  </a:lnTo>
                  <a:lnTo>
                    <a:pt x="2556255" y="63500"/>
                  </a:lnTo>
                  <a:lnTo>
                    <a:pt x="2536443" y="53593"/>
                  </a:lnTo>
                  <a:close/>
                </a:path>
                <a:path extrusionOk="0" h="127000" w="2556510">
                  <a:moveTo>
                    <a:pt x="2429255" y="0"/>
                  </a:moveTo>
                  <a:lnTo>
                    <a:pt x="2480055" y="63500"/>
                  </a:lnTo>
                  <a:lnTo>
                    <a:pt x="2480055" y="53593"/>
                  </a:lnTo>
                  <a:lnTo>
                    <a:pt x="2536443" y="53593"/>
                  </a:lnTo>
                  <a:lnTo>
                    <a:pt x="2429255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p126"/>
            <p:cNvSpPr/>
            <p:nvPr/>
          </p:nvSpPr>
          <p:spPr>
            <a:xfrm>
              <a:off x="4035933" y="2710052"/>
              <a:ext cx="762000" cy="857250"/>
            </a:xfrm>
            <a:custGeom>
              <a:rect b="b" l="l" r="r" t="t"/>
              <a:pathLst>
                <a:path extrusionOk="0" h="857250" w="762000">
                  <a:moveTo>
                    <a:pt x="216281" y="21590"/>
                  </a:moveTo>
                  <a:lnTo>
                    <a:pt x="191516" y="0"/>
                  </a:lnTo>
                  <a:lnTo>
                    <a:pt x="186182" y="5969"/>
                  </a:lnTo>
                  <a:lnTo>
                    <a:pt x="202057" y="19685"/>
                  </a:lnTo>
                  <a:lnTo>
                    <a:pt x="0" y="19685"/>
                  </a:lnTo>
                  <a:lnTo>
                    <a:pt x="0" y="29083"/>
                  </a:lnTo>
                  <a:lnTo>
                    <a:pt x="202057" y="29083"/>
                  </a:lnTo>
                  <a:lnTo>
                    <a:pt x="186182" y="42799"/>
                  </a:lnTo>
                  <a:lnTo>
                    <a:pt x="191516" y="48768"/>
                  </a:lnTo>
                  <a:lnTo>
                    <a:pt x="216281" y="27305"/>
                  </a:lnTo>
                  <a:lnTo>
                    <a:pt x="216281" y="21590"/>
                  </a:lnTo>
                  <a:close/>
                </a:path>
                <a:path extrusionOk="0" h="857250" w="762000">
                  <a:moveTo>
                    <a:pt x="761746" y="829945"/>
                  </a:moveTo>
                  <a:lnTo>
                    <a:pt x="736981" y="808482"/>
                  </a:lnTo>
                  <a:lnTo>
                    <a:pt x="731647" y="814324"/>
                  </a:lnTo>
                  <a:lnTo>
                    <a:pt x="747522" y="828179"/>
                  </a:lnTo>
                  <a:lnTo>
                    <a:pt x="550037" y="828179"/>
                  </a:lnTo>
                  <a:lnTo>
                    <a:pt x="550037" y="837438"/>
                  </a:lnTo>
                  <a:lnTo>
                    <a:pt x="747522" y="837438"/>
                  </a:lnTo>
                  <a:lnTo>
                    <a:pt x="731647" y="851166"/>
                  </a:lnTo>
                  <a:lnTo>
                    <a:pt x="736981" y="857123"/>
                  </a:lnTo>
                  <a:lnTo>
                    <a:pt x="761746" y="835660"/>
                  </a:lnTo>
                  <a:lnTo>
                    <a:pt x="761746" y="829945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4" name="Google Shape;3124;p126"/>
          <p:cNvSpPr txBox="1"/>
          <p:nvPr/>
        </p:nvSpPr>
        <p:spPr>
          <a:xfrm>
            <a:off x="4559680" y="3503167"/>
            <a:ext cx="2667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83DAF"/>
                </a:solidFill>
                <a:latin typeface="Cambria Math"/>
                <a:ea typeface="Cambria Math"/>
                <a:cs typeface="Cambria Math"/>
                <a:sym typeface="Cambria Math"/>
              </a:rPr>
              <a:t>𝑋</a:t>
            </a:r>
            <a:r>
              <a:rPr baseline="-25000" lang="en-US" sz="1725">
                <a:solidFill>
                  <a:srgbClr val="183DAF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125" name="Google Shape;3125;p126"/>
          <p:cNvSpPr txBox="1"/>
          <p:nvPr/>
        </p:nvSpPr>
        <p:spPr>
          <a:xfrm>
            <a:off x="3965955" y="2694558"/>
            <a:ext cx="316230" cy="71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04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83DAF"/>
                </a:solidFill>
                <a:latin typeface="Cambria Math"/>
                <a:ea typeface="Cambria Math"/>
                <a:cs typeface="Cambria Math"/>
                <a:sym typeface="Cambria Math"/>
              </a:rPr>
              <a:t>𝑋</a:t>
            </a:r>
            <a:r>
              <a:rPr baseline="-25000" lang="en-US" sz="1725">
                <a:solidFill>
                  <a:srgbClr val="183DA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1555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83DA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65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26" name="Google Shape;3126;p126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7" name="Google Shape;3127;p1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927354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8" name="Google Shape;3128;p1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872995"/>
            <a:ext cx="4371594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3129" name="Google Shape;3129;p126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12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5" name="Google Shape;3135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278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6" name="Google Shape;3136;p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7" name="Google Shape;3137;p1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8" name="Google Shape;3138;p1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21329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39" name="Google Shape;3139;p127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0" name="Google Shape;3140;p127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3141" name="Google Shape;3141;p127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127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3" name="Google Shape;3143;p127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44" name="Google Shape;3144;p1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5" name="Google Shape;3145;p1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46" name="Google Shape;3146;p127"/>
          <p:cNvSpPr txBox="1"/>
          <p:nvPr/>
        </p:nvSpPr>
        <p:spPr>
          <a:xfrm>
            <a:off x="437489" y="431419"/>
            <a:ext cx="26644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3.2. Representation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7" name="Google Shape;3147;p12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51" name="Shape 3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2" name="Google Shape;3152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3153" name="Google Shape;3153;p128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4" name="Google Shape;3154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3067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5" name="Google Shape;3155;p1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6" name="Google Shape;3156;p1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7" name="Google Shape;3157;p1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603" y="3224771"/>
            <a:ext cx="2958846" cy="40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8" name="Google Shape;3158;p1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9" name="Google Shape;3159;p1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3583" y="3973067"/>
            <a:ext cx="1378458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3160" name="Google Shape;3160;p128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1" name="Google Shape;3161;p1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3583" y="4402835"/>
            <a:ext cx="184632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3162" name="Google Shape;3162;p128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3" name="Google Shape;3163;p1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5108" y="4844796"/>
            <a:ext cx="2320290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4" name="Google Shape;3164;p128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5" name="Google Shape;3165;p1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3583" y="5262371"/>
            <a:ext cx="1337310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3166" name="Google Shape;3166;p128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0" name="Shape 3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1" name="Google Shape;3171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3067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2" name="Google Shape;3172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3" name="Google Shape;3173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4" name="Google Shape;3174;p129"/>
          <p:cNvGrpSpPr/>
          <p:nvPr/>
        </p:nvGrpSpPr>
        <p:grpSpPr>
          <a:xfrm>
            <a:off x="1984248" y="3390900"/>
            <a:ext cx="5850890" cy="1635760"/>
            <a:chOff x="1984248" y="3390900"/>
            <a:chExt cx="5850890" cy="1635760"/>
          </a:xfrm>
        </p:grpSpPr>
        <p:sp>
          <p:nvSpPr>
            <p:cNvPr id="3175" name="Google Shape;3175;p129"/>
            <p:cNvSpPr/>
            <p:nvPr/>
          </p:nvSpPr>
          <p:spPr>
            <a:xfrm>
              <a:off x="1984248" y="3390900"/>
              <a:ext cx="5850890" cy="1635760"/>
            </a:xfrm>
            <a:custGeom>
              <a:rect b="b" l="l" r="r" t="t"/>
              <a:pathLst>
                <a:path extrusionOk="0" h="1635760" w="5850890">
                  <a:moveTo>
                    <a:pt x="5850636" y="0"/>
                  </a:moveTo>
                  <a:lnTo>
                    <a:pt x="0" y="0"/>
                  </a:lnTo>
                  <a:lnTo>
                    <a:pt x="0" y="1635252"/>
                  </a:lnTo>
                  <a:lnTo>
                    <a:pt x="5850636" y="1635252"/>
                  </a:lnTo>
                  <a:lnTo>
                    <a:pt x="585063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76" name="Google Shape;3176;p1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06268" y="3576828"/>
              <a:ext cx="3950970" cy="126720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77" name="Google Shape;3177;p1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7636" y="5256276"/>
            <a:ext cx="50101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8" name="Google Shape;3178;p129"/>
          <p:cNvSpPr txBox="1"/>
          <p:nvPr/>
        </p:nvSpPr>
        <p:spPr>
          <a:xfrm>
            <a:off x="437489" y="431419"/>
            <a:ext cx="2610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Classification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9" name="Google Shape;3179;p12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0" name="Google Shape;3180;p1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7783" y="1440154"/>
            <a:ext cx="2858262" cy="305587"/>
          </a:xfrm>
          <a:prstGeom prst="rect">
            <a:avLst/>
          </a:prstGeom>
          <a:noFill/>
          <a:ln>
            <a:noFill/>
          </a:ln>
        </p:spPr>
      </p:pic>
      <p:sp>
        <p:nvSpPr>
          <p:cNvPr id="3181" name="Google Shape;3181;p129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2" name="Google Shape;3182;p1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1937004"/>
            <a:ext cx="242239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3" name="Google Shape;3183;p1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9327" y="2290572"/>
            <a:ext cx="7311390" cy="759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8" name="Google Shape;3188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604" y="6524434"/>
            <a:ext cx="11338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9" name="Google Shape;3189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0" name="Google Shape;3190;p1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1" name="Google Shape;3191;p130"/>
          <p:cNvGrpSpPr/>
          <p:nvPr/>
        </p:nvGrpSpPr>
        <p:grpSpPr>
          <a:xfrm>
            <a:off x="2430779" y="2857500"/>
            <a:ext cx="4823460" cy="803275"/>
            <a:chOff x="2430779" y="2857500"/>
            <a:chExt cx="4823460" cy="803275"/>
          </a:xfrm>
        </p:grpSpPr>
        <p:sp>
          <p:nvSpPr>
            <p:cNvPr id="3192" name="Google Shape;3192;p130"/>
            <p:cNvSpPr/>
            <p:nvPr/>
          </p:nvSpPr>
          <p:spPr>
            <a:xfrm>
              <a:off x="2430779" y="2857500"/>
              <a:ext cx="4823460" cy="803275"/>
            </a:xfrm>
            <a:custGeom>
              <a:rect b="b" l="l" r="r" t="t"/>
              <a:pathLst>
                <a:path extrusionOk="0" h="803275" w="4823459">
                  <a:moveTo>
                    <a:pt x="4823460" y="0"/>
                  </a:moveTo>
                  <a:lnTo>
                    <a:pt x="0" y="0"/>
                  </a:lnTo>
                  <a:lnTo>
                    <a:pt x="0" y="803148"/>
                  </a:lnTo>
                  <a:lnTo>
                    <a:pt x="4823460" y="803148"/>
                  </a:lnTo>
                  <a:lnTo>
                    <a:pt x="482346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3" name="Google Shape;3193;p1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65347" y="3044952"/>
              <a:ext cx="3414522" cy="4960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94" name="Google Shape;3194;p1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4015740"/>
            <a:ext cx="5795010" cy="162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5" name="Google Shape;3195;p130"/>
          <p:cNvGrpSpPr/>
          <p:nvPr/>
        </p:nvGrpSpPr>
        <p:grpSpPr>
          <a:xfrm>
            <a:off x="2430779" y="4425696"/>
            <a:ext cx="4823460" cy="802005"/>
            <a:chOff x="2430779" y="4425696"/>
            <a:chExt cx="4823460" cy="802005"/>
          </a:xfrm>
        </p:grpSpPr>
        <p:sp>
          <p:nvSpPr>
            <p:cNvPr id="3196" name="Google Shape;3196;p130"/>
            <p:cNvSpPr/>
            <p:nvPr/>
          </p:nvSpPr>
          <p:spPr>
            <a:xfrm>
              <a:off x="2430779" y="4425696"/>
              <a:ext cx="4823460" cy="802005"/>
            </a:xfrm>
            <a:custGeom>
              <a:rect b="b" l="l" r="r" t="t"/>
              <a:pathLst>
                <a:path extrusionOk="0" h="802004" w="4823459">
                  <a:moveTo>
                    <a:pt x="4823460" y="0"/>
                  </a:moveTo>
                  <a:lnTo>
                    <a:pt x="0" y="0"/>
                  </a:lnTo>
                  <a:lnTo>
                    <a:pt x="0" y="801623"/>
                  </a:lnTo>
                  <a:lnTo>
                    <a:pt x="4823460" y="801623"/>
                  </a:lnTo>
                  <a:lnTo>
                    <a:pt x="4823460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7" name="Google Shape;3197;p1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01111" y="4602454"/>
              <a:ext cx="4142993" cy="49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98" name="Google Shape;3198;p13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9" name="Google Shape;3199;p1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1519427"/>
            <a:ext cx="242239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0" name="Google Shape;3200;p1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9327" y="1871459"/>
            <a:ext cx="5505450" cy="765822"/>
          </a:xfrm>
          <a:prstGeom prst="rect">
            <a:avLst/>
          </a:prstGeom>
          <a:noFill/>
          <a:ln>
            <a:noFill/>
          </a:ln>
        </p:spPr>
      </p:pic>
      <p:sp>
        <p:nvSpPr>
          <p:cNvPr id="3201" name="Google Shape;3201;p130"/>
          <p:cNvSpPr txBox="1"/>
          <p:nvPr/>
        </p:nvSpPr>
        <p:spPr>
          <a:xfrm>
            <a:off x="437489" y="431419"/>
            <a:ext cx="2610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Classification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2" name="Google Shape;3202;p13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6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7" name="Google Shape;3207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84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8" name="Google Shape;3208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9" name="Google Shape;3209;p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0" name="Google Shape;3210;p131"/>
          <p:cNvGrpSpPr/>
          <p:nvPr/>
        </p:nvGrpSpPr>
        <p:grpSpPr>
          <a:xfrm>
            <a:off x="918972" y="2506979"/>
            <a:ext cx="8065134" cy="875030"/>
            <a:chOff x="918972" y="2506979"/>
            <a:chExt cx="8065134" cy="875030"/>
          </a:xfrm>
        </p:grpSpPr>
        <p:sp>
          <p:nvSpPr>
            <p:cNvPr id="3211" name="Google Shape;3211;p131"/>
            <p:cNvSpPr/>
            <p:nvPr/>
          </p:nvSpPr>
          <p:spPr>
            <a:xfrm>
              <a:off x="918972" y="2506979"/>
              <a:ext cx="8065134" cy="875030"/>
            </a:xfrm>
            <a:custGeom>
              <a:rect b="b" l="l" r="r" t="t"/>
              <a:pathLst>
                <a:path extrusionOk="0" h="875029" w="8065134">
                  <a:moveTo>
                    <a:pt x="8065008" y="0"/>
                  </a:moveTo>
                  <a:lnTo>
                    <a:pt x="0" y="0"/>
                  </a:lnTo>
                  <a:lnTo>
                    <a:pt x="0" y="874776"/>
                  </a:lnTo>
                  <a:lnTo>
                    <a:pt x="8065008" y="874776"/>
                  </a:lnTo>
                  <a:lnTo>
                    <a:pt x="806500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2" name="Google Shape;3212;p1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6444" y="2689859"/>
              <a:ext cx="7216902" cy="58140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13" name="Google Shape;3213;p1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3578339"/>
            <a:ext cx="8282178" cy="360438"/>
          </a:xfrm>
          <a:prstGeom prst="rect">
            <a:avLst/>
          </a:prstGeom>
          <a:noFill/>
          <a:ln>
            <a:noFill/>
          </a:ln>
        </p:spPr>
      </p:pic>
      <p:sp>
        <p:nvSpPr>
          <p:cNvPr id="3214" name="Google Shape;3214;p13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5" name="Google Shape;3215;p1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242239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6" name="Google Shape;3216;p1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1872970"/>
            <a:ext cx="4680966" cy="464083"/>
          </a:xfrm>
          <a:prstGeom prst="rect">
            <a:avLst/>
          </a:prstGeom>
          <a:noFill/>
          <a:ln>
            <a:noFill/>
          </a:ln>
        </p:spPr>
      </p:pic>
      <p:sp>
        <p:nvSpPr>
          <p:cNvPr id="3217" name="Google Shape;3217;p131"/>
          <p:cNvSpPr txBox="1"/>
          <p:nvPr/>
        </p:nvSpPr>
        <p:spPr>
          <a:xfrm>
            <a:off x="437489" y="431419"/>
            <a:ext cx="2610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Classification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13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2" name="Shape 3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3" name="Google Shape;3223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658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4" name="Google Shape;3224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5" name="Google Shape;3225;p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6" name="Google Shape;3226;p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4906" y="3701796"/>
            <a:ext cx="1451205" cy="197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227" name="Google Shape;3227;p132"/>
          <p:cNvSpPr txBox="1"/>
          <p:nvPr/>
        </p:nvSpPr>
        <p:spPr>
          <a:xfrm>
            <a:off x="3684270" y="4220971"/>
            <a:ext cx="234315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90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2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28" name="Google Shape;3228;p132"/>
          <p:cNvSpPr txBox="1"/>
          <p:nvPr/>
        </p:nvSpPr>
        <p:spPr>
          <a:xfrm>
            <a:off x="3494659" y="4811014"/>
            <a:ext cx="13843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2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29" name="Google Shape;3229;p132"/>
          <p:cNvSpPr txBox="1"/>
          <p:nvPr/>
        </p:nvSpPr>
        <p:spPr>
          <a:xfrm>
            <a:off x="3599815" y="4882641"/>
            <a:ext cx="9017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sz="8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0" name="Google Shape;3230;p132"/>
          <p:cNvSpPr txBox="1"/>
          <p:nvPr/>
        </p:nvSpPr>
        <p:spPr>
          <a:xfrm>
            <a:off x="3658870" y="4764140"/>
            <a:ext cx="248920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1428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sz="8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baseline="-25000" lang="en-US" sz="1275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1" name="Google Shape;3231;p132"/>
          <p:cNvSpPr txBox="1"/>
          <p:nvPr/>
        </p:nvSpPr>
        <p:spPr>
          <a:xfrm>
            <a:off x="3938778" y="4682997"/>
            <a:ext cx="13843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2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2" name="Google Shape;3232;p132"/>
          <p:cNvSpPr txBox="1"/>
          <p:nvPr/>
        </p:nvSpPr>
        <p:spPr>
          <a:xfrm>
            <a:off x="4046982" y="4754626"/>
            <a:ext cx="9017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sz="8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3" name="Google Shape;3233;p132"/>
          <p:cNvSpPr txBox="1"/>
          <p:nvPr/>
        </p:nvSpPr>
        <p:spPr>
          <a:xfrm>
            <a:off x="3873753" y="4922646"/>
            <a:ext cx="13843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2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4" name="Google Shape;3234;p132"/>
          <p:cNvSpPr txBox="1"/>
          <p:nvPr/>
        </p:nvSpPr>
        <p:spPr>
          <a:xfrm>
            <a:off x="3981958" y="4994275"/>
            <a:ext cx="9017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sz="8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5" name="Google Shape;3235;p132"/>
          <p:cNvSpPr txBox="1"/>
          <p:nvPr/>
        </p:nvSpPr>
        <p:spPr>
          <a:xfrm>
            <a:off x="4102861" y="4856479"/>
            <a:ext cx="24892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baseline="-25000" lang="en-US" sz="1275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6" name="Google Shape;3236;p132"/>
          <p:cNvSpPr txBox="1"/>
          <p:nvPr/>
        </p:nvSpPr>
        <p:spPr>
          <a:xfrm>
            <a:off x="4074667" y="4573651"/>
            <a:ext cx="13843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2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37" name="Google Shape;3237;p132"/>
          <p:cNvSpPr txBox="1"/>
          <p:nvPr/>
        </p:nvSpPr>
        <p:spPr>
          <a:xfrm>
            <a:off x="4178300" y="4645278"/>
            <a:ext cx="9017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endParaRPr sz="8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238" name="Google Shape;3238;p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4467" y="3701796"/>
            <a:ext cx="1452695" cy="197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239" name="Google Shape;3239;p132"/>
          <p:cNvSpPr txBox="1"/>
          <p:nvPr/>
        </p:nvSpPr>
        <p:spPr>
          <a:xfrm>
            <a:off x="6189726" y="4185284"/>
            <a:ext cx="18097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p132"/>
          <p:cNvSpPr txBox="1"/>
          <p:nvPr/>
        </p:nvSpPr>
        <p:spPr>
          <a:xfrm>
            <a:off x="6039865" y="4874132"/>
            <a:ext cx="24574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baseline="-25000" lang="en-US" sz="1275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41" name="Google Shape;3241;p132"/>
          <p:cNvSpPr txBox="1"/>
          <p:nvPr/>
        </p:nvSpPr>
        <p:spPr>
          <a:xfrm>
            <a:off x="6549263" y="4860163"/>
            <a:ext cx="24892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baseline="-25000" lang="en-US" sz="1275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42" name="Google Shape;3242;p132"/>
          <p:cNvSpPr txBox="1"/>
          <p:nvPr/>
        </p:nvSpPr>
        <p:spPr>
          <a:xfrm>
            <a:off x="6271514" y="4789170"/>
            <a:ext cx="24892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baseline="-25000" lang="en-US" sz="1275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43" name="Google Shape;3243;p132"/>
          <p:cNvSpPr txBox="1"/>
          <p:nvPr/>
        </p:nvSpPr>
        <p:spPr>
          <a:xfrm>
            <a:off x="6137402" y="5003038"/>
            <a:ext cx="4660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baseline="-25000" lang="en-US" sz="1275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6 </a:t>
            </a:r>
            <a:r>
              <a:rPr baseline="30000" lang="en-US" sz="18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lang="en-US" sz="8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sz="8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44" name="Google Shape;3244;p132"/>
          <p:cNvSpPr txBox="1"/>
          <p:nvPr/>
        </p:nvSpPr>
        <p:spPr>
          <a:xfrm>
            <a:off x="6400165" y="4648961"/>
            <a:ext cx="3810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r>
              <a:rPr baseline="-25000" lang="en-US" sz="1275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baseline="-25000" lang="en-US" sz="18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baseline="-25000"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45" name="Google Shape;3245;p132"/>
          <p:cNvSpPr txBox="1"/>
          <p:nvPr/>
        </p:nvSpPr>
        <p:spPr>
          <a:xfrm>
            <a:off x="6725793" y="4779390"/>
            <a:ext cx="9017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endParaRPr sz="8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46" name="Google Shape;3246;p13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7" name="Google Shape;3247;p1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242239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8" name="Google Shape;3248;p1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872983"/>
            <a:ext cx="5712714" cy="1059954"/>
          </a:xfrm>
          <a:prstGeom prst="rect">
            <a:avLst/>
          </a:prstGeom>
          <a:noFill/>
          <a:ln>
            <a:noFill/>
          </a:ln>
        </p:spPr>
      </p:pic>
      <p:sp>
        <p:nvSpPr>
          <p:cNvPr id="3249" name="Google Shape;3249;p132"/>
          <p:cNvSpPr txBox="1"/>
          <p:nvPr/>
        </p:nvSpPr>
        <p:spPr>
          <a:xfrm>
            <a:off x="437489" y="431419"/>
            <a:ext cx="2610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Classification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p13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4" name="Shape 3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5" name="Google Shape;3255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6" name="Google Shape;3256;p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7" name="Google Shape;3257;p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8" name="Google Shape;3258;p133"/>
          <p:cNvGrpSpPr/>
          <p:nvPr/>
        </p:nvGrpSpPr>
        <p:grpSpPr>
          <a:xfrm>
            <a:off x="719327" y="1872995"/>
            <a:ext cx="7472300" cy="2161793"/>
            <a:chOff x="719327" y="1872995"/>
            <a:chExt cx="7472300" cy="2161793"/>
          </a:xfrm>
        </p:grpSpPr>
        <p:pic>
          <p:nvPicPr>
            <p:cNvPr id="3259" name="Google Shape;3259;p1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9327" y="1872995"/>
              <a:ext cx="5663946" cy="21617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0" name="Google Shape;3260;p133"/>
            <p:cNvSpPr/>
            <p:nvPr/>
          </p:nvSpPr>
          <p:spPr>
            <a:xfrm>
              <a:off x="1711452" y="2493263"/>
              <a:ext cx="6480175" cy="875030"/>
            </a:xfrm>
            <a:custGeom>
              <a:rect b="b" l="l" r="r" t="t"/>
              <a:pathLst>
                <a:path extrusionOk="0" h="875029" w="6480175">
                  <a:moveTo>
                    <a:pt x="6480048" y="0"/>
                  </a:moveTo>
                  <a:lnTo>
                    <a:pt x="0" y="0"/>
                  </a:lnTo>
                  <a:lnTo>
                    <a:pt x="0" y="874776"/>
                  </a:lnTo>
                  <a:lnTo>
                    <a:pt x="6480048" y="874776"/>
                  </a:lnTo>
                  <a:lnTo>
                    <a:pt x="6480048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61" name="Google Shape;3261;p1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03703" y="2674619"/>
              <a:ext cx="5339334" cy="58292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2" name="Google Shape;3262;p13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3" name="Google Shape;3263;p1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2422398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264" name="Google Shape;3264;p133"/>
          <p:cNvSpPr txBox="1"/>
          <p:nvPr/>
        </p:nvSpPr>
        <p:spPr>
          <a:xfrm>
            <a:off x="437489" y="431419"/>
            <a:ext cx="2610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Classification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5" name="Google Shape;3265;p13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0" name="Google Shape;3270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639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1" name="Google Shape;3271;p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2" name="Google Shape;3272;p1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73" name="Google Shape;3273;p134"/>
          <p:cNvGraphicFramePr/>
          <p:nvPr/>
        </p:nvGraphicFramePr>
        <p:xfrm>
          <a:off x="725423" y="4142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198875"/>
                <a:gridCol w="522600"/>
                <a:gridCol w="479425"/>
                <a:gridCol w="474975"/>
                <a:gridCol w="457200"/>
                <a:gridCol w="5181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25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𝑋</a:t>
                      </a:r>
                      <a:r>
                        <a:rPr baseline="-25000" lang="en-US" sz="1275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 baseline="-25000" sz="1275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8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𝑋</a:t>
                      </a:r>
                      <a:r>
                        <a:rPr baseline="-25000" lang="en-US" sz="1275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 baseline="-25000" sz="1275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71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𝑋</a:t>
                      </a:r>
                      <a:r>
                        <a:rPr baseline="-25000" lang="en-US" sz="1275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endParaRPr baseline="-25000" sz="1275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⋯</a:t>
                      </a:r>
                      <a:endParaRPr sz="12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29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𝑌</a:t>
                      </a:r>
                      <a:endParaRPr sz="12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Obs. #1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Obs. #2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Obs. #3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3048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⋮</a:t>
                      </a:r>
                      <a:endParaRPr sz="12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25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4" name="Google Shape;3274;p134"/>
          <p:cNvSpPr/>
          <p:nvPr/>
        </p:nvSpPr>
        <p:spPr>
          <a:xfrm>
            <a:off x="725423" y="4149090"/>
            <a:ext cx="1199515" cy="274320"/>
          </a:xfrm>
          <a:custGeom>
            <a:rect b="b" l="l" r="r" t="t"/>
            <a:pathLst>
              <a:path extrusionOk="0" h="274320" w="1199514">
                <a:moveTo>
                  <a:pt x="0" y="0"/>
                </a:moveTo>
                <a:lnTo>
                  <a:pt x="1199388" y="27432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5" name="Google Shape;3275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5947" y="4565396"/>
            <a:ext cx="108330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6" name="Google Shape;3276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580" y="4565396"/>
            <a:ext cx="108331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7" name="Google Shape;3277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4227" y="4565396"/>
            <a:ext cx="108331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8" name="Google Shape;3278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9683" y="4565396"/>
            <a:ext cx="108330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9" name="Google Shape;3279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6982" y="4565396"/>
            <a:ext cx="108330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0" name="Google Shape;3280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580" y="4839715"/>
            <a:ext cx="108331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1" name="Google Shape;3281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5947" y="483971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2" name="Google Shape;3282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4227" y="4839715"/>
            <a:ext cx="108331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3" name="Google Shape;3283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6982" y="483971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4" name="Google Shape;3284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9683" y="483971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5" name="Google Shape;3285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5947" y="511403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6" name="Google Shape;3286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580" y="5114035"/>
            <a:ext cx="108331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7" name="Google Shape;3287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4227" y="5114035"/>
            <a:ext cx="108331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8" name="Google Shape;3288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9683" y="511403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9" name="Google Shape;3289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6982" y="5114035"/>
            <a:ext cx="108330" cy="191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90" name="Google Shape;3290;p134"/>
          <p:cNvGraphicFramePr/>
          <p:nvPr/>
        </p:nvGraphicFramePr>
        <p:xfrm>
          <a:off x="5527421" y="4142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198875"/>
                <a:gridCol w="521975"/>
                <a:gridCol w="478800"/>
                <a:gridCol w="474350"/>
                <a:gridCol w="457200"/>
                <a:gridCol w="5181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6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𝑊</a:t>
                      </a:r>
                      <a:r>
                        <a:rPr baseline="-25000" lang="en-US" sz="1275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 baseline="-25000" sz="1275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𝑊</a:t>
                      </a:r>
                      <a:r>
                        <a:rPr baseline="-25000" lang="en-US" sz="1275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 baseline="-25000" sz="1275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𝑊</a:t>
                      </a:r>
                      <a:r>
                        <a:rPr baseline="-25000" lang="en-US" sz="1275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endParaRPr baseline="-25000" sz="1275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54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⋯</a:t>
                      </a:r>
                      <a:endParaRPr sz="12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302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83DAF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𝑌</a:t>
                      </a:r>
                      <a:endParaRPr sz="12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190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Doc. #1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Doc. #2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Doc. #3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2920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⋮</a:t>
                      </a:r>
                      <a:endParaRPr sz="12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255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91" name="Google Shape;3291;p134"/>
          <p:cNvSpPr/>
          <p:nvPr/>
        </p:nvSpPr>
        <p:spPr>
          <a:xfrm>
            <a:off x="5527421" y="4149090"/>
            <a:ext cx="1199515" cy="274320"/>
          </a:xfrm>
          <a:custGeom>
            <a:rect b="b" l="l" r="r" t="t"/>
            <a:pathLst>
              <a:path extrusionOk="0" h="274320" w="1199515">
                <a:moveTo>
                  <a:pt x="0" y="0"/>
                </a:moveTo>
                <a:lnTo>
                  <a:pt x="1199387" y="27432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2" name="Google Shape;3292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7943" y="4565396"/>
            <a:ext cx="108330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3" name="Google Shape;3293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8578" y="4565396"/>
            <a:ext cx="108330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4" name="Google Shape;3294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6225" y="4565396"/>
            <a:ext cx="108457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5" name="Google Shape;3295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1806" y="4565396"/>
            <a:ext cx="108331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6" name="Google Shape;3296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48979" y="4565396"/>
            <a:ext cx="108330" cy="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7" name="Google Shape;3297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7943" y="483971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8" name="Google Shape;3298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8578" y="483971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9" name="Google Shape;3299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6225" y="4839715"/>
            <a:ext cx="108457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0" name="Google Shape;3300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1806" y="4839715"/>
            <a:ext cx="108331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1" name="Google Shape;3301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48979" y="483971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2" name="Google Shape;3302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7943" y="511403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3" name="Google Shape;3303;p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8578" y="5114035"/>
            <a:ext cx="108330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4" name="Google Shape;3304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6225" y="5114035"/>
            <a:ext cx="108457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5" name="Google Shape;3305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1806" y="5114035"/>
            <a:ext cx="108331" cy="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6" name="Google Shape;3306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48979" y="5114035"/>
            <a:ext cx="108330" cy="19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7" name="Google Shape;3307;p134"/>
          <p:cNvGrpSpPr/>
          <p:nvPr/>
        </p:nvGrpSpPr>
        <p:grpSpPr>
          <a:xfrm>
            <a:off x="4472940" y="4669535"/>
            <a:ext cx="958596" cy="330707"/>
            <a:chOff x="4472940" y="4669535"/>
            <a:chExt cx="958596" cy="330707"/>
          </a:xfrm>
        </p:grpSpPr>
        <p:pic>
          <p:nvPicPr>
            <p:cNvPr id="3308" name="Google Shape;3308;p1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68240" y="4669535"/>
              <a:ext cx="463296" cy="330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9" name="Google Shape;3309;p1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72940" y="4669535"/>
              <a:ext cx="463296" cy="3307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10" name="Google Shape;3310;p1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0248" y="1440154"/>
            <a:ext cx="2887217" cy="305587"/>
          </a:xfrm>
          <a:prstGeom prst="rect">
            <a:avLst/>
          </a:prstGeom>
          <a:noFill/>
          <a:ln>
            <a:noFill/>
          </a:ln>
        </p:spPr>
      </p:pic>
      <p:sp>
        <p:nvSpPr>
          <p:cNvPr id="3311" name="Google Shape;3311;p134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2" name="Google Shape;3312;p1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9327" y="1937004"/>
            <a:ext cx="2503170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3" name="Google Shape;3313;p1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4923" y="2356091"/>
            <a:ext cx="8455914" cy="1204734"/>
          </a:xfrm>
          <a:prstGeom prst="rect">
            <a:avLst/>
          </a:prstGeom>
          <a:noFill/>
          <a:ln>
            <a:noFill/>
          </a:ln>
        </p:spPr>
      </p:pic>
      <p:sp>
        <p:nvSpPr>
          <p:cNvPr id="3314" name="Google Shape;3314;p134"/>
          <p:cNvSpPr txBox="1"/>
          <p:nvPr/>
        </p:nvSpPr>
        <p:spPr>
          <a:xfrm>
            <a:off x="437489" y="431419"/>
            <a:ext cx="2610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Classification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5" name="Google Shape;3315;p13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9" name="Shape 3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0" name="Google Shape;3320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482" y="6524434"/>
            <a:ext cx="110459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1" name="Google Shape;3321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2" name="Google Shape;3322;p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3" name="Google Shape;3323;p1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2977133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3324" name="Google Shape;3324;p135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5" name="Google Shape;3325;p135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3326" name="Google Shape;3326;p135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13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135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29" name="Google Shape;3329;p1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0" name="Google Shape;3330;p1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31" name="Google Shape;3331;p135"/>
          <p:cNvSpPr txBox="1"/>
          <p:nvPr/>
        </p:nvSpPr>
        <p:spPr>
          <a:xfrm>
            <a:off x="437489" y="431419"/>
            <a:ext cx="2610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3.3. Classification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2" name="Google Shape;3332;p13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7" name="Google Shape;3337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3338" name="Google Shape;3338;p136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9" name="Google Shape;3339;p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0" name="Google Shape;3340;p1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1" name="Google Shape;3341;p1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2" name="Google Shape;3342;p1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603" y="3224771"/>
            <a:ext cx="2958846" cy="40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3" name="Google Shape;3343;p1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4" name="Google Shape;3344;p1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3583" y="3973067"/>
            <a:ext cx="1378458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3345" name="Google Shape;3345;p136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6" name="Google Shape;3346;p1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3583" y="4402835"/>
            <a:ext cx="1846326" cy="223265"/>
          </a:xfrm>
          <a:prstGeom prst="rect">
            <a:avLst/>
          </a:prstGeom>
          <a:noFill/>
          <a:ln>
            <a:noFill/>
          </a:ln>
        </p:spPr>
      </p:pic>
      <p:sp>
        <p:nvSpPr>
          <p:cNvPr id="3347" name="Google Shape;3347;p136"/>
          <p:cNvSpPr/>
          <p:nvPr/>
        </p:nvSpPr>
        <p:spPr>
          <a:xfrm>
            <a:off x="1051560" y="4352544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8" name="Google Shape;3348;p1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3583" y="4832603"/>
            <a:ext cx="1904238" cy="223266"/>
          </a:xfrm>
          <a:prstGeom prst="rect">
            <a:avLst/>
          </a:prstGeom>
          <a:noFill/>
          <a:ln>
            <a:noFill/>
          </a:ln>
        </p:spPr>
      </p:pic>
      <p:sp>
        <p:nvSpPr>
          <p:cNvPr id="3349" name="Google Shape;3349;p136"/>
          <p:cNvSpPr/>
          <p:nvPr/>
        </p:nvSpPr>
        <p:spPr>
          <a:xfrm>
            <a:off x="1051560" y="4782311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3"/>
                </a:lnTo>
                <a:lnTo>
                  <a:pt x="35052" y="252983"/>
                </a:lnTo>
                <a:lnTo>
                  <a:pt x="35052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0" name="Google Shape;3350;p1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5108" y="5274564"/>
            <a:ext cx="1683257" cy="206502"/>
          </a:xfrm>
          <a:prstGeom prst="rect">
            <a:avLst/>
          </a:prstGeom>
          <a:noFill/>
          <a:ln>
            <a:noFill/>
          </a:ln>
        </p:spPr>
      </p:pic>
      <p:sp>
        <p:nvSpPr>
          <p:cNvPr id="3351" name="Google Shape;3351;p136"/>
          <p:cNvSpPr/>
          <p:nvPr/>
        </p:nvSpPr>
        <p:spPr>
          <a:xfrm>
            <a:off x="1051560" y="5212079"/>
            <a:ext cx="35560" cy="253365"/>
          </a:xfrm>
          <a:custGeom>
            <a:rect b="b" l="l" r="r" t="t"/>
            <a:pathLst>
              <a:path extrusionOk="0" h="253364" w="35559">
                <a:moveTo>
                  <a:pt x="35052" y="0"/>
                </a:moveTo>
                <a:lnTo>
                  <a:pt x="0" y="0"/>
                </a:lnTo>
                <a:lnTo>
                  <a:pt x="0" y="252984"/>
                </a:lnTo>
                <a:lnTo>
                  <a:pt x="35052" y="252984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6" name="Google Shape;3356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278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7" name="Google Shape;3357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8" name="Google Shape;3358;p1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359" name="Google Shape;3359;p137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0" name="Google Shape;3360;p13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1" name="Google Shape;3361;p1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3963" y="1443177"/>
            <a:ext cx="4040886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3362" name="Google Shape;3362;p137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3" name="Google Shape;3363;p1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1" y="1937004"/>
            <a:ext cx="767334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4" name="Google Shape;3364;p1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183" y="2290572"/>
            <a:ext cx="4298442" cy="225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8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9" name="Google Shape;3369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0" name="Google Shape;3370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1" name="Google Shape;3371;p1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372" name="Google Shape;3372;p13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3" name="Google Shape;3373;p1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130046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4" name="Google Shape;3374;p1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72983"/>
            <a:ext cx="2722626" cy="7597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5" name="Google Shape;3375;p138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6" name="Google Shape;3376;p13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0" name="Shape 3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1" name="Google Shape;3381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2" name="Google Shape;3382;p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3" name="Google Shape;3383;p1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384" name="Google Shape;3384;p13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5" name="Google Shape;3385;p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9728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6" name="Google Shape;3386;p1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71472"/>
            <a:ext cx="2635758" cy="1645157"/>
          </a:xfrm>
          <a:prstGeom prst="rect">
            <a:avLst/>
          </a:prstGeom>
          <a:noFill/>
          <a:ln>
            <a:noFill/>
          </a:ln>
        </p:spPr>
      </p:pic>
      <p:sp>
        <p:nvSpPr>
          <p:cNvPr id="3387" name="Google Shape;3387;p139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8" name="Google Shape;3388;p13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3" name="Google Shape;3393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643" y="6524434"/>
            <a:ext cx="10734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4" name="Google Shape;3394;p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5" name="Google Shape;3395;p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396" name="Google Shape;3396;p140"/>
          <p:cNvSpPr txBox="1"/>
          <p:nvPr/>
        </p:nvSpPr>
        <p:spPr>
          <a:xfrm>
            <a:off x="2915411" y="3283153"/>
            <a:ext cx="62674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7" name="Google Shape;3397;p140"/>
          <p:cNvSpPr txBox="1"/>
          <p:nvPr/>
        </p:nvSpPr>
        <p:spPr>
          <a:xfrm>
            <a:off x="5587619" y="3283153"/>
            <a:ext cx="43751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5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⋅</a:t>
            </a:r>
            <a:r>
              <a:rPr baseline="-25000"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8" name="Google Shape;3398;p140"/>
          <p:cNvSpPr txBox="1"/>
          <p:nvPr/>
        </p:nvSpPr>
        <p:spPr>
          <a:xfrm>
            <a:off x="7323455" y="3283153"/>
            <a:ext cx="35814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5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⋅</a:t>
            </a:r>
            <a:r>
              <a:rPr baseline="-25000"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9" name="Google Shape;3399;p140"/>
          <p:cNvSpPr txBox="1"/>
          <p:nvPr/>
        </p:nvSpPr>
        <p:spPr>
          <a:xfrm>
            <a:off x="1180591" y="3431794"/>
            <a:ext cx="20955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0" name="Google Shape;3400;p140"/>
          <p:cNvSpPr txBox="1"/>
          <p:nvPr/>
        </p:nvSpPr>
        <p:spPr>
          <a:xfrm>
            <a:off x="1924939" y="4577588"/>
            <a:ext cx="1530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1" name="Google Shape;3401;p140"/>
          <p:cNvSpPr txBox="1"/>
          <p:nvPr/>
        </p:nvSpPr>
        <p:spPr>
          <a:xfrm>
            <a:off x="4376420" y="4577588"/>
            <a:ext cx="20955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2" name="Google Shape;3402;p140"/>
          <p:cNvSpPr txBox="1"/>
          <p:nvPr/>
        </p:nvSpPr>
        <p:spPr>
          <a:xfrm>
            <a:off x="6486525" y="4586477"/>
            <a:ext cx="1530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3" name="Google Shape;3403;p140"/>
          <p:cNvSpPr txBox="1"/>
          <p:nvPr/>
        </p:nvSpPr>
        <p:spPr>
          <a:xfrm>
            <a:off x="8182102" y="4219778"/>
            <a:ext cx="15303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4" name="Google Shape;3404;p140"/>
          <p:cNvSpPr/>
          <p:nvPr/>
        </p:nvSpPr>
        <p:spPr>
          <a:xfrm>
            <a:off x="4617720" y="4741798"/>
            <a:ext cx="434340" cy="76200"/>
          </a:xfrm>
          <a:custGeom>
            <a:rect b="b" l="l" r="r" t="t"/>
            <a:pathLst>
              <a:path extrusionOk="0" h="76200" w="434339">
                <a:moveTo>
                  <a:pt x="358266" y="0"/>
                </a:moveTo>
                <a:lnTo>
                  <a:pt x="379323" y="31743"/>
                </a:lnTo>
                <a:lnTo>
                  <a:pt x="383539" y="31750"/>
                </a:lnTo>
                <a:lnTo>
                  <a:pt x="383539" y="44450"/>
                </a:lnTo>
                <a:lnTo>
                  <a:pt x="379306" y="44450"/>
                </a:lnTo>
                <a:lnTo>
                  <a:pt x="358139" y="76200"/>
                </a:lnTo>
                <a:lnTo>
                  <a:pt x="421852" y="44450"/>
                </a:lnTo>
                <a:lnTo>
                  <a:pt x="383539" y="44450"/>
                </a:lnTo>
                <a:lnTo>
                  <a:pt x="421866" y="44442"/>
                </a:lnTo>
                <a:lnTo>
                  <a:pt x="434339" y="38226"/>
                </a:lnTo>
                <a:lnTo>
                  <a:pt x="358266" y="0"/>
                </a:lnTo>
                <a:close/>
              </a:path>
              <a:path extrusionOk="0" h="76200" w="434339">
                <a:moveTo>
                  <a:pt x="383539" y="38100"/>
                </a:moveTo>
                <a:lnTo>
                  <a:pt x="379311" y="44442"/>
                </a:lnTo>
                <a:lnTo>
                  <a:pt x="383539" y="44450"/>
                </a:lnTo>
                <a:lnTo>
                  <a:pt x="383539" y="38100"/>
                </a:lnTo>
                <a:close/>
              </a:path>
              <a:path extrusionOk="0" h="76200" w="434339">
                <a:moveTo>
                  <a:pt x="0" y="31114"/>
                </a:moveTo>
                <a:lnTo>
                  <a:pt x="0" y="43814"/>
                </a:lnTo>
                <a:lnTo>
                  <a:pt x="379311" y="44442"/>
                </a:lnTo>
                <a:lnTo>
                  <a:pt x="383539" y="38100"/>
                </a:lnTo>
                <a:lnTo>
                  <a:pt x="379323" y="31743"/>
                </a:lnTo>
                <a:lnTo>
                  <a:pt x="0" y="31114"/>
                </a:lnTo>
                <a:close/>
              </a:path>
              <a:path extrusionOk="0" h="76200" w="434339">
                <a:moveTo>
                  <a:pt x="379323" y="31743"/>
                </a:moveTo>
                <a:lnTo>
                  <a:pt x="383539" y="38100"/>
                </a:lnTo>
                <a:lnTo>
                  <a:pt x="383539" y="31750"/>
                </a:lnTo>
                <a:lnTo>
                  <a:pt x="379323" y="31743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p140"/>
          <p:cNvSpPr/>
          <p:nvPr/>
        </p:nvSpPr>
        <p:spPr>
          <a:xfrm>
            <a:off x="3866388" y="4741290"/>
            <a:ext cx="485140" cy="76200"/>
          </a:xfrm>
          <a:custGeom>
            <a:rect b="b" l="l" r="r" t="t"/>
            <a:pathLst>
              <a:path extrusionOk="0" h="76200" w="485139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6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extrusionOk="0" h="76200" w="485139">
                <a:moveTo>
                  <a:pt x="55029" y="31756"/>
                </a:moveTo>
                <a:lnTo>
                  <a:pt x="50800" y="38099"/>
                </a:lnTo>
                <a:lnTo>
                  <a:pt x="55037" y="44456"/>
                </a:lnTo>
                <a:lnTo>
                  <a:pt x="484886" y="45084"/>
                </a:lnTo>
                <a:lnTo>
                  <a:pt x="484886" y="32384"/>
                </a:lnTo>
                <a:lnTo>
                  <a:pt x="55029" y="31756"/>
                </a:lnTo>
                <a:close/>
              </a:path>
              <a:path extrusionOk="0" h="76200" w="485139">
                <a:moveTo>
                  <a:pt x="50800" y="38099"/>
                </a:moveTo>
                <a:lnTo>
                  <a:pt x="50800" y="44449"/>
                </a:lnTo>
                <a:lnTo>
                  <a:pt x="55037" y="44456"/>
                </a:lnTo>
                <a:lnTo>
                  <a:pt x="50800" y="38099"/>
                </a:lnTo>
                <a:close/>
              </a:path>
              <a:path extrusionOk="0" h="76200" w="485139">
                <a:moveTo>
                  <a:pt x="50800" y="31749"/>
                </a:moveTo>
                <a:lnTo>
                  <a:pt x="50800" y="38099"/>
                </a:lnTo>
                <a:lnTo>
                  <a:pt x="55029" y="31756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6" name="Google Shape;3406;p140"/>
          <p:cNvSpPr/>
          <p:nvPr/>
        </p:nvSpPr>
        <p:spPr>
          <a:xfrm>
            <a:off x="2097023" y="4741798"/>
            <a:ext cx="434340" cy="76200"/>
          </a:xfrm>
          <a:custGeom>
            <a:rect b="b" l="l" r="r" t="t"/>
            <a:pathLst>
              <a:path extrusionOk="0" h="76200" w="434339">
                <a:moveTo>
                  <a:pt x="358267" y="0"/>
                </a:moveTo>
                <a:lnTo>
                  <a:pt x="379323" y="31743"/>
                </a:lnTo>
                <a:lnTo>
                  <a:pt x="383539" y="31750"/>
                </a:lnTo>
                <a:lnTo>
                  <a:pt x="383539" y="44450"/>
                </a:lnTo>
                <a:lnTo>
                  <a:pt x="379306" y="44450"/>
                </a:lnTo>
                <a:lnTo>
                  <a:pt x="358139" y="76200"/>
                </a:lnTo>
                <a:lnTo>
                  <a:pt x="421852" y="44450"/>
                </a:lnTo>
                <a:lnTo>
                  <a:pt x="383539" y="44450"/>
                </a:lnTo>
                <a:lnTo>
                  <a:pt x="421866" y="44442"/>
                </a:lnTo>
                <a:lnTo>
                  <a:pt x="434339" y="38226"/>
                </a:lnTo>
                <a:lnTo>
                  <a:pt x="358267" y="0"/>
                </a:lnTo>
                <a:close/>
              </a:path>
              <a:path extrusionOk="0" h="76200" w="434339">
                <a:moveTo>
                  <a:pt x="383539" y="38100"/>
                </a:moveTo>
                <a:lnTo>
                  <a:pt x="379311" y="44442"/>
                </a:lnTo>
                <a:lnTo>
                  <a:pt x="383539" y="44450"/>
                </a:lnTo>
                <a:lnTo>
                  <a:pt x="383539" y="38100"/>
                </a:lnTo>
                <a:close/>
              </a:path>
              <a:path extrusionOk="0" h="76200" w="434339">
                <a:moveTo>
                  <a:pt x="0" y="31114"/>
                </a:moveTo>
                <a:lnTo>
                  <a:pt x="0" y="43814"/>
                </a:lnTo>
                <a:lnTo>
                  <a:pt x="379311" y="44442"/>
                </a:lnTo>
                <a:lnTo>
                  <a:pt x="383539" y="38100"/>
                </a:lnTo>
                <a:lnTo>
                  <a:pt x="379323" y="31743"/>
                </a:lnTo>
                <a:lnTo>
                  <a:pt x="0" y="31114"/>
                </a:lnTo>
                <a:close/>
              </a:path>
              <a:path extrusionOk="0" h="76200" w="434339">
                <a:moveTo>
                  <a:pt x="379323" y="31743"/>
                </a:moveTo>
                <a:lnTo>
                  <a:pt x="383539" y="38100"/>
                </a:lnTo>
                <a:lnTo>
                  <a:pt x="383539" y="31750"/>
                </a:lnTo>
                <a:lnTo>
                  <a:pt x="379323" y="31743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7" name="Google Shape;3407;p140"/>
          <p:cNvSpPr/>
          <p:nvPr/>
        </p:nvSpPr>
        <p:spPr>
          <a:xfrm>
            <a:off x="1344167" y="4741290"/>
            <a:ext cx="485140" cy="76200"/>
          </a:xfrm>
          <a:custGeom>
            <a:rect b="b" l="l" r="r" t="t"/>
            <a:pathLst>
              <a:path extrusionOk="0" h="76200" w="485139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6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extrusionOk="0" h="76200" w="485139">
                <a:moveTo>
                  <a:pt x="55029" y="31756"/>
                </a:moveTo>
                <a:lnTo>
                  <a:pt x="50800" y="38099"/>
                </a:lnTo>
                <a:lnTo>
                  <a:pt x="55037" y="44456"/>
                </a:lnTo>
                <a:lnTo>
                  <a:pt x="484886" y="45084"/>
                </a:lnTo>
                <a:lnTo>
                  <a:pt x="484886" y="32384"/>
                </a:lnTo>
                <a:lnTo>
                  <a:pt x="55029" y="31756"/>
                </a:lnTo>
                <a:close/>
              </a:path>
              <a:path extrusionOk="0" h="76200" w="485139">
                <a:moveTo>
                  <a:pt x="50800" y="38099"/>
                </a:moveTo>
                <a:lnTo>
                  <a:pt x="50800" y="44449"/>
                </a:lnTo>
                <a:lnTo>
                  <a:pt x="55037" y="44456"/>
                </a:lnTo>
                <a:lnTo>
                  <a:pt x="50800" y="38099"/>
                </a:lnTo>
                <a:close/>
              </a:path>
              <a:path extrusionOk="0" h="76200" w="485139">
                <a:moveTo>
                  <a:pt x="50800" y="31749"/>
                </a:moveTo>
                <a:lnTo>
                  <a:pt x="50800" y="38099"/>
                </a:lnTo>
                <a:lnTo>
                  <a:pt x="55029" y="31756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8" name="Google Shape;3408;p140"/>
          <p:cNvSpPr/>
          <p:nvPr/>
        </p:nvSpPr>
        <p:spPr>
          <a:xfrm>
            <a:off x="6682740" y="4741798"/>
            <a:ext cx="434340" cy="76200"/>
          </a:xfrm>
          <a:custGeom>
            <a:rect b="b" l="l" r="r" t="t"/>
            <a:pathLst>
              <a:path extrusionOk="0" h="76200" w="434340">
                <a:moveTo>
                  <a:pt x="358266" y="0"/>
                </a:moveTo>
                <a:lnTo>
                  <a:pt x="379323" y="31743"/>
                </a:lnTo>
                <a:lnTo>
                  <a:pt x="383539" y="31750"/>
                </a:lnTo>
                <a:lnTo>
                  <a:pt x="383539" y="44450"/>
                </a:lnTo>
                <a:lnTo>
                  <a:pt x="379306" y="44450"/>
                </a:lnTo>
                <a:lnTo>
                  <a:pt x="358139" y="76200"/>
                </a:lnTo>
                <a:lnTo>
                  <a:pt x="421852" y="44450"/>
                </a:lnTo>
                <a:lnTo>
                  <a:pt x="383539" y="44450"/>
                </a:lnTo>
                <a:lnTo>
                  <a:pt x="421866" y="44442"/>
                </a:lnTo>
                <a:lnTo>
                  <a:pt x="434339" y="38226"/>
                </a:lnTo>
                <a:lnTo>
                  <a:pt x="358266" y="0"/>
                </a:lnTo>
                <a:close/>
              </a:path>
              <a:path extrusionOk="0" h="76200" w="434340">
                <a:moveTo>
                  <a:pt x="383539" y="38100"/>
                </a:moveTo>
                <a:lnTo>
                  <a:pt x="379311" y="44442"/>
                </a:lnTo>
                <a:lnTo>
                  <a:pt x="383539" y="44450"/>
                </a:lnTo>
                <a:lnTo>
                  <a:pt x="383539" y="38100"/>
                </a:lnTo>
                <a:close/>
              </a:path>
              <a:path extrusionOk="0" h="76200" w="434340">
                <a:moveTo>
                  <a:pt x="0" y="31114"/>
                </a:moveTo>
                <a:lnTo>
                  <a:pt x="0" y="43814"/>
                </a:lnTo>
                <a:lnTo>
                  <a:pt x="379311" y="44442"/>
                </a:lnTo>
                <a:lnTo>
                  <a:pt x="383539" y="38100"/>
                </a:lnTo>
                <a:lnTo>
                  <a:pt x="379323" y="31743"/>
                </a:lnTo>
                <a:lnTo>
                  <a:pt x="0" y="31114"/>
                </a:lnTo>
                <a:close/>
              </a:path>
              <a:path extrusionOk="0" h="76200" w="434340">
                <a:moveTo>
                  <a:pt x="379323" y="31743"/>
                </a:moveTo>
                <a:lnTo>
                  <a:pt x="383539" y="38100"/>
                </a:lnTo>
                <a:lnTo>
                  <a:pt x="383539" y="31750"/>
                </a:lnTo>
                <a:lnTo>
                  <a:pt x="379323" y="31743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140"/>
          <p:cNvSpPr/>
          <p:nvPr/>
        </p:nvSpPr>
        <p:spPr>
          <a:xfrm>
            <a:off x="5929884" y="4741290"/>
            <a:ext cx="485140" cy="76200"/>
          </a:xfrm>
          <a:custGeom>
            <a:rect b="b" l="l" r="r" t="t"/>
            <a:pathLst>
              <a:path extrusionOk="0" h="76200" w="485139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6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extrusionOk="0" h="76200" w="485139">
                <a:moveTo>
                  <a:pt x="55029" y="31756"/>
                </a:moveTo>
                <a:lnTo>
                  <a:pt x="50800" y="38099"/>
                </a:lnTo>
                <a:lnTo>
                  <a:pt x="55037" y="44456"/>
                </a:lnTo>
                <a:lnTo>
                  <a:pt x="484886" y="45084"/>
                </a:lnTo>
                <a:lnTo>
                  <a:pt x="484886" y="32384"/>
                </a:lnTo>
                <a:lnTo>
                  <a:pt x="55029" y="31756"/>
                </a:lnTo>
                <a:close/>
              </a:path>
              <a:path extrusionOk="0" h="76200" w="485139">
                <a:moveTo>
                  <a:pt x="50800" y="38099"/>
                </a:moveTo>
                <a:lnTo>
                  <a:pt x="50800" y="44449"/>
                </a:lnTo>
                <a:lnTo>
                  <a:pt x="55037" y="44456"/>
                </a:lnTo>
                <a:lnTo>
                  <a:pt x="50800" y="38099"/>
                </a:lnTo>
                <a:close/>
              </a:path>
              <a:path extrusionOk="0" h="76200" w="485139">
                <a:moveTo>
                  <a:pt x="50800" y="31749"/>
                </a:moveTo>
                <a:lnTo>
                  <a:pt x="50800" y="38099"/>
                </a:lnTo>
                <a:lnTo>
                  <a:pt x="55029" y="31756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0" name="Google Shape;3410;p140"/>
          <p:cNvSpPr/>
          <p:nvPr/>
        </p:nvSpPr>
        <p:spPr>
          <a:xfrm>
            <a:off x="8392668" y="4380610"/>
            <a:ext cx="434340" cy="76200"/>
          </a:xfrm>
          <a:custGeom>
            <a:rect b="b" l="l" r="r" t="t"/>
            <a:pathLst>
              <a:path extrusionOk="0" h="76200" w="434340">
                <a:moveTo>
                  <a:pt x="358266" y="0"/>
                </a:moveTo>
                <a:lnTo>
                  <a:pt x="379323" y="31743"/>
                </a:lnTo>
                <a:lnTo>
                  <a:pt x="383539" y="31750"/>
                </a:lnTo>
                <a:lnTo>
                  <a:pt x="383539" y="44450"/>
                </a:lnTo>
                <a:lnTo>
                  <a:pt x="379306" y="44450"/>
                </a:lnTo>
                <a:lnTo>
                  <a:pt x="358139" y="76200"/>
                </a:lnTo>
                <a:lnTo>
                  <a:pt x="421852" y="44450"/>
                </a:lnTo>
                <a:lnTo>
                  <a:pt x="383539" y="44450"/>
                </a:lnTo>
                <a:lnTo>
                  <a:pt x="421866" y="44442"/>
                </a:lnTo>
                <a:lnTo>
                  <a:pt x="434339" y="38226"/>
                </a:lnTo>
                <a:lnTo>
                  <a:pt x="358266" y="0"/>
                </a:lnTo>
                <a:close/>
              </a:path>
              <a:path extrusionOk="0" h="76200" w="434340">
                <a:moveTo>
                  <a:pt x="383539" y="38100"/>
                </a:moveTo>
                <a:lnTo>
                  <a:pt x="379311" y="44442"/>
                </a:lnTo>
                <a:lnTo>
                  <a:pt x="383539" y="44450"/>
                </a:lnTo>
                <a:lnTo>
                  <a:pt x="383539" y="38100"/>
                </a:lnTo>
                <a:close/>
              </a:path>
              <a:path extrusionOk="0" h="76200" w="434340">
                <a:moveTo>
                  <a:pt x="0" y="31114"/>
                </a:moveTo>
                <a:lnTo>
                  <a:pt x="0" y="43814"/>
                </a:lnTo>
                <a:lnTo>
                  <a:pt x="379311" y="44442"/>
                </a:lnTo>
                <a:lnTo>
                  <a:pt x="383539" y="38100"/>
                </a:lnTo>
                <a:lnTo>
                  <a:pt x="379323" y="31743"/>
                </a:lnTo>
                <a:lnTo>
                  <a:pt x="0" y="31114"/>
                </a:lnTo>
                <a:close/>
              </a:path>
              <a:path extrusionOk="0" h="76200" w="434340">
                <a:moveTo>
                  <a:pt x="379323" y="31743"/>
                </a:moveTo>
                <a:lnTo>
                  <a:pt x="383539" y="38100"/>
                </a:lnTo>
                <a:lnTo>
                  <a:pt x="383539" y="31750"/>
                </a:lnTo>
                <a:lnTo>
                  <a:pt x="379323" y="31743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1" name="Google Shape;3411;p140"/>
          <p:cNvSpPr/>
          <p:nvPr/>
        </p:nvSpPr>
        <p:spPr>
          <a:xfrm>
            <a:off x="7641335" y="4380103"/>
            <a:ext cx="485140" cy="76200"/>
          </a:xfrm>
          <a:custGeom>
            <a:rect b="b" l="l" r="r" t="t"/>
            <a:pathLst>
              <a:path extrusionOk="0" h="76200" w="485140">
                <a:moveTo>
                  <a:pt x="76200" y="0"/>
                </a:moveTo>
                <a:lnTo>
                  <a:pt x="0" y="37973"/>
                </a:lnTo>
                <a:lnTo>
                  <a:pt x="76200" y="76200"/>
                </a:lnTo>
                <a:lnTo>
                  <a:pt x="55037" y="44456"/>
                </a:lnTo>
                <a:lnTo>
                  <a:pt x="50800" y="44450"/>
                </a:lnTo>
                <a:lnTo>
                  <a:pt x="50800" y="31750"/>
                </a:lnTo>
                <a:lnTo>
                  <a:pt x="55033" y="31750"/>
                </a:lnTo>
                <a:lnTo>
                  <a:pt x="76200" y="0"/>
                </a:lnTo>
                <a:close/>
              </a:path>
              <a:path extrusionOk="0" h="76200" w="485140">
                <a:moveTo>
                  <a:pt x="55029" y="31756"/>
                </a:moveTo>
                <a:lnTo>
                  <a:pt x="50800" y="38100"/>
                </a:lnTo>
                <a:lnTo>
                  <a:pt x="55037" y="44456"/>
                </a:lnTo>
                <a:lnTo>
                  <a:pt x="484886" y="45085"/>
                </a:lnTo>
                <a:lnTo>
                  <a:pt x="484886" y="32385"/>
                </a:lnTo>
                <a:lnTo>
                  <a:pt x="55029" y="31756"/>
                </a:lnTo>
                <a:close/>
              </a:path>
              <a:path extrusionOk="0" h="76200" w="485140">
                <a:moveTo>
                  <a:pt x="50800" y="38100"/>
                </a:moveTo>
                <a:lnTo>
                  <a:pt x="50800" y="44450"/>
                </a:lnTo>
                <a:lnTo>
                  <a:pt x="55037" y="44456"/>
                </a:lnTo>
                <a:lnTo>
                  <a:pt x="50800" y="38100"/>
                </a:lnTo>
                <a:close/>
              </a:path>
              <a:path extrusionOk="0" h="76200" w="485140">
                <a:moveTo>
                  <a:pt x="50800" y="31750"/>
                </a:moveTo>
                <a:lnTo>
                  <a:pt x="50800" y="38100"/>
                </a:lnTo>
                <a:lnTo>
                  <a:pt x="55029" y="31756"/>
                </a:lnTo>
                <a:lnTo>
                  <a:pt x="50800" y="3175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2" name="Google Shape;3412;p140"/>
          <p:cNvSpPr/>
          <p:nvPr/>
        </p:nvSpPr>
        <p:spPr>
          <a:xfrm>
            <a:off x="1214755" y="3765803"/>
            <a:ext cx="76200" cy="434340"/>
          </a:xfrm>
          <a:custGeom>
            <a:rect b="b" l="l" r="r" t="t"/>
            <a:pathLst>
              <a:path extrusionOk="0" h="434339" w="76200">
                <a:moveTo>
                  <a:pt x="0" y="358140"/>
                </a:moveTo>
                <a:lnTo>
                  <a:pt x="37972" y="434340"/>
                </a:lnTo>
                <a:lnTo>
                  <a:pt x="63500" y="383540"/>
                </a:lnTo>
                <a:lnTo>
                  <a:pt x="31711" y="383540"/>
                </a:lnTo>
                <a:lnTo>
                  <a:pt x="31718" y="379307"/>
                </a:lnTo>
                <a:lnTo>
                  <a:pt x="0" y="358140"/>
                </a:lnTo>
                <a:close/>
              </a:path>
              <a:path extrusionOk="0" h="434339" w="76200">
                <a:moveTo>
                  <a:pt x="31718" y="379307"/>
                </a:moveTo>
                <a:lnTo>
                  <a:pt x="31711" y="383540"/>
                </a:lnTo>
                <a:lnTo>
                  <a:pt x="38061" y="383540"/>
                </a:lnTo>
                <a:lnTo>
                  <a:pt x="31718" y="379307"/>
                </a:lnTo>
                <a:close/>
              </a:path>
              <a:path extrusionOk="0" h="434339" w="76200">
                <a:moveTo>
                  <a:pt x="45046" y="0"/>
                </a:moveTo>
                <a:lnTo>
                  <a:pt x="32346" y="0"/>
                </a:lnTo>
                <a:lnTo>
                  <a:pt x="31753" y="358140"/>
                </a:lnTo>
                <a:lnTo>
                  <a:pt x="31749" y="379327"/>
                </a:lnTo>
                <a:lnTo>
                  <a:pt x="38061" y="383540"/>
                </a:lnTo>
                <a:lnTo>
                  <a:pt x="44418" y="379327"/>
                </a:lnTo>
                <a:lnTo>
                  <a:pt x="45046" y="0"/>
                </a:lnTo>
                <a:close/>
              </a:path>
              <a:path extrusionOk="0" h="434339" w="76200">
                <a:moveTo>
                  <a:pt x="44418" y="379327"/>
                </a:moveTo>
                <a:lnTo>
                  <a:pt x="38061" y="383540"/>
                </a:lnTo>
                <a:lnTo>
                  <a:pt x="44411" y="383540"/>
                </a:lnTo>
                <a:lnTo>
                  <a:pt x="44418" y="379327"/>
                </a:lnTo>
                <a:close/>
              </a:path>
              <a:path extrusionOk="0" h="434339" w="76200">
                <a:moveTo>
                  <a:pt x="76200" y="358267"/>
                </a:moveTo>
                <a:lnTo>
                  <a:pt x="44449" y="379307"/>
                </a:lnTo>
                <a:lnTo>
                  <a:pt x="44411" y="383540"/>
                </a:lnTo>
                <a:lnTo>
                  <a:pt x="63500" y="383540"/>
                </a:lnTo>
                <a:lnTo>
                  <a:pt x="76200" y="358267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3" name="Google Shape;3413;p140"/>
          <p:cNvSpPr/>
          <p:nvPr/>
        </p:nvSpPr>
        <p:spPr>
          <a:xfrm>
            <a:off x="1215237" y="3014472"/>
            <a:ext cx="76835" cy="485140"/>
          </a:xfrm>
          <a:custGeom>
            <a:rect b="b" l="l" r="r" t="t"/>
            <a:pathLst>
              <a:path extrusionOk="0" h="485139" w="76834">
                <a:moveTo>
                  <a:pt x="38138" y="50800"/>
                </a:moveTo>
                <a:lnTo>
                  <a:pt x="31785" y="55030"/>
                </a:lnTo>
                <a:lnTo>
                  <a:pt x="31140" y="484886"/>
                </a:lnTo>
                <a:lnTo>
                  <a:pt x="43840" y="484886"/>
                </a:lnTo>
                <a:lnTo>
                  <a:pt x="44481" y="55030"/>
                </a:lnTo>
                <a:lnTo>
                  <a:pt x="38138" y="50800"/>
                </a:lnTo>
                <a:close/>
              </a:path>
              <a:path extrusionOk="0" h="485139" w="76834">
                <a:moveTo>
                  <a:pt x="38214" y="0"/>
                </a:moveTo>
                <a:lnTo>
                  <a:pt x="0" y="76200"/>
                </a:lnTo>
                <a:lnTo>
                  <a:pt x="31781" y="55033"/>
                </a:lnTo>
                <a:lnTo>
                  <a:pt x="31788" y="50800"/>
                </a:lnTo>
                <a:lnTo>
                  <a:pt x="63555" y="50800"/>
                </a:lnTo>
                <a:lnTo>
                  <a:pt x="38214" y="0"/>
                </a:lnTo>
                <a:close/>
              </a:path>
              <a:path extrusionOk="0" h="485139" w="76834">
                <a:moveTo>
                  <a:pt x="63555" y="50800"/>
                </a:moveTo>
                <a:lnTo>
                  <a:pt x="44488" y="50800"/>
                </a:lnTo>
                <a:lnTo>
                  <a:pt x="44485" y="55033"/>
                </a:lnTo>
                <a:lnTo>
                  <a:pt x="76225" y="76200"/>
                </a:lnTo>
                <a:lnTo>
                  <a:pt x="63555" y="50800"/>
                </a:lnTo>
                <a:close/>
              </a:path>
              <a:path extrusionOk="0" h="485139" w="76834">
                <a:moveTo>
                  <a:pt x="38138" y="50800"/>
                </a:moveTo>
                <a:lnTo>
                  <a:pt x="31788" y="50800"/>
                </a:lnTo>
                <a:lnTo>
                  <a:pt x="31781" y="55033"/>
                </a:lnTo>
                <a:lnTo>
                  <a:pt x="38138" y="50800"/>
                </a:lnTo>
                <a:close/>
              </a:path>
              <a:path extrusionOk="0" h="485139" w="76834">
                <a:moveTo>
                  <a:pt x="44488" y="50800"/>
                </a:moveTo>
                <a:lnTo>
                  <a:pt x="38138" y="50800"/>
                </a:lnTo>
                <a:lnTo>
                  <a:pt x="44481" y="55030"/>
                </a:lnTo>
                <a:lnTo>
                  <a:pt x="44488" y="5080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4" name="Google Shape;3414;p140"/>
          <p:cNvSpPr/>
          <p:nvPr/>
        </p:nvSpPr>
        <p:spPr>
          <a:xfrm>
            <a:off x="3369690" y="3806952"/>
            <a:ext cx="76200" cy="434340"/>
          </a:xfrm>
          <a:custGeom>
            <a:rect b="b" l="l" r="r" t="t"/>
            <a:pathLst>
              <a:path extrusionOk="0" h="434339" w="76200">
                <a:moveTo>
                  <a:pt x="0" y="358140"/>
                </a:moveTo>
                <a:lnTo>
                  <a:pt x="37973" y="434340"/>
                </a:lnTo>
                <a:lnTo>
                  <a:pt x="63500" y="383540"/>
                </a:lnTo>
                <a:lnTo>
                  <a:pt x="31750" y="383540"/>
                </a:lnTo>
                <a:lnTo>
                  <a:pt x="31757" y="379311"/>
                </a:lnTo>
                <a:lnTo>
                  <a:pt x="0" y="358140"/>
                </a:lnTo>
                <a:close/>
              </a:path>
              <a:path extrusionOk="0" h="434339" w="76200">
                <a:moveTo>
                  <a:pt x="31757" y="379311"/>
                </a:moveTo>
                <a:lnTo>
                  <a:pt x="31750" y="383540"/>
                </a:lnTo>
                <a:lnTo>
                  <a:pt x="38100" y="383540"/>
                </a:lnTo>
                <a:lnTo>
                  <a:pt x="31757" y="379311"/>
                </a:lnTo>
                <a:close/>
              </a:path>
              <a:path extrusionOk="0" h="434339" w="76200">
                <a:moveTo>
                  <a:pt x="45085" y="0"/>
                </a:moveTo>
                <a:lnTo>
                  <a:pt x="32385" y="0"/>
                </a:lnTo>
                <a:lnTo>
                  <a:pt x="31792" y="358140"/>
                </a:lnTo>
                <a:lnTo>
                  <a:pt x="31774" y="379323"/>
                </a:lnTo>
                <a:lnTo>
                  <a:pt x="38100" y="383540"/>
                </a:lnTo>
                <a:lnTo>
                  <a:pt x="44456" y="379323"/>
                </a:lnTo>
                <a:lnTo>
                  <a:pt x="45085" y="0"/>
                </a:lnTo>
                <a:close/>
              </a:path>
              <a:path extrusionOk="0" h="434339" w="76200">
                <a:moveTo>
                  <a:pt x="44456" y="379323"/>
                </a:moveTo>
                <a:lnTo>
                  <a:pt x="38100" y="383540"/>
                </a:lnTo>
                <a:lnTo>
                  <a:pt x="44450" y="383540"/>
                </a:lnTo>
                <a:lnTo>
                  <a:pt x="44456" y="379323"/>
                </a:lnTo>
                <a:close/>
              </a:path>
              <a:path extrusionOk="0" h="434339" w="76200">
                <a:moveTo>
                  <a:pt x="76200" y="358267"/>
                </a:moveTo>
                <a:lnTo>
                  <a:pt x="44474" y="379311"/>
                </a:lnTo>
                <a:lnTo>
                  <a:pt x="44450" y="383540"/>
                </a:lnTo>
                <a:lnTo>
                  <a:pt x="63500" y="383540"/>
                </a:lnTo>
                <a:lnTo>
                  <a:pt x="76200" y="358267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5" name="Google Shape;3415;p140"/>
          <p:cNvSpPr/>
          <p:nvPr/>
        </p:nvSpPr>
        <p:spPr>
          <a:xfrm>
            <a:off x="3370198" y="3055620"/>
            <a:ext cx="76200" cy="485140"/>
          </a:xfrm>
          <a:custGeom>
            <a:rect b="b" l="l" r="r" t="t"/>
            <a:pathLst>
              <a:path extrusionOk="0" h="485139" w="76200">
                <a:moveTo>
                  <a:pt x="38100" y="50800"/>
                </a:moveTo>
                <a:lnTo>
                  <a:pt x="31756" y="55029"/>
                </a:lnTo>
                <a:lnTo>
                  <a:pt x="31114" y="484885"/>
                </a:lnTo>
                <a:lnTo>
                  <a:pt x="43814" y="484885"/>
                </a:lnTo>
                <a:lnTo>
                  <a:pt x="44443" y="55029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38226" y="0"/>
                </a:moveTo>
                <a:lnTo>
                  <a:pt x="0" y="76200"/>
                </a:lnTo>
                <a:lnTo>
                  <a:pt x="31743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extrusionOk="0" h="485139" w="76200">
                <a:moveTo>
                  <a:pt x="63542" y="50800"/>
                </a:moveTo>
                <a:lnTo>
                  <a:pt x="44450" y="50800"/>
                </a:lnTo>
                <a:lnTo>
                  <a:pt x="44456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extrusionOk="0" h="485139" w="76200">
                <a:moveTo>
                  <a:pt x="38100" y="50800"/>
                </a:moveTo>
                <a:lnTo>
                  <a:pt x="31750" y="50800"/>
                </a:lnTo>
                <a:lnTo>
                  <a:pt x="31743" y="55037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44450" y="50800"/>
                </a:moveTo>
                <a:lnTo>
                  <a:pt x="38100" y="50800"/>
                </a:lnTo>
                <a:lnTo>
                  <a:pt x="44443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6" name="Google Shape;3416;p140"/>
          <p:cNvSpPr/>
          <p:nvPr/>
        </p:nvSpPr>
        <p:spPr>
          <a:xfrm>
            <a:off x="5850763" y="3860291"/>
            <a:ext cx="76200" cy="434340"/>
          </a:xfrm>
          <a:custGeom>
            <a:rect b="b" l="l" r="r" t="t"/>
            <a:pathLst>
              <a:path extrusionOk="0" h="434339" w="76200">
                <a:moveTo>
                  <a:pt x="0" y="358139"/>
                </a:moveTo>
                <a:lnTo>
                  <a:pt x="37973" y="434339"/>
                </a:lnTo>
                <a:lnTo>
                  <a:pt x="63500" y="383539"/>
                </a:lnTo>
                <a:lnTo>
                  <a:pt x="31750" y="383539"/>
                </a:lnTo>
                <a:lnTo>
                  <a:pt x="31757" y="379311"/>
                </a:lnTo>
                <a:lnTo>
                  <a:pt x="0" y="358139"/>
                </a:lnTo>
                <a:close/>
              </a:path>
              <a:path extrusionOk="0" h="434339" w="76200">
                <a:moveTo>
                  <a:pt x="31757" y="379311"/>
                </a:moveTo>
                <a:lnTo>
                  <a:pt x="31750" y="383539"/>
                </a:lnTo>
                <a:lnTo>
                  <a:pt x="38100" y="383539"/>
                </a:lnTo>
                <a:lnTo>
                  <a:pt x="31757" y="379311"/>
                </a:lnTo>
                <a:close/>
              </a:path>
              <a:path extrusionOk="0" h="434339" w="76200">
                <a:moveTo>
                  <a:pt x="45085" y="0"/>
                </a:moveTo>
                <a:lnTo>
                  <a:pt x="32385" y="0"/>
                </a:lnTo>
                <a:lnTo>
                  <a:pt x="31792" y="358139"/>
                </a:lnTo>
                <a:lnTo>
                  <a:pt x="31774" y="379323"/>
                </a:lnTo>
                <a:lnTo>
                  <a:pt x="38100" y="383539"/>
                </a:lnTo>
                <a:lnTo>
                  <a:pt x="44456" y="379323"/>
                </a:lnTo>
                <a:lnTo>
                  <a:pt x="45085" y="0"/>
                </a:lnTo>
                <a:close/>
              </a:path>
              <a:path extrusionOk="0" h="434339" w="76200">
                <a:moveTo>
                  <a:pt x="44456" y="379323"/>
                </a:moveTo>
                <a:lnTo>
                  <a:pt x="38100" y="383539"/>
                </a:lnTo>
                <a:lnTo>
                  <a:pt x="44450" y="383539"/>
                </a:lnTo>
                <a:lnTo>
                  <a:pt x="44456" y="379323"/>
                </a:lnTo>
                <a:close/>
              </a:path>
              <a:path extrusionOk="0" h="434339" w="76200">
                <a:moveTo>
                  <a:pt x="76200" y="358266"/>
                </a:moveTo>
                <a:lnTo>
                  <a:pt x="44474" y="379311"/>
                </a:lnTo>
                <a:lnTo>
                  <a:pt x="44450" y="383539"/>
                </a:lnTo>
                <a:lnTo>
                  <a:pt x="63500" y="383539"/>
                </a:lnTo>
                <a:lnTo>
                  <a:pt x="76200" y="358266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p140"/>
          <p:cNvSpPr/>
          <p:nvPr/>
        </p:nvSpPr>
        <p:spPr>
          <a:xfrm>
            <a:off x="5851271" y="3107435"/>
            <a:ext cx="76200" cy="485140"/>
          </a:xfrm>
          <a:custGeom>
            <a:rect b="b" l="l" r="r" t="t"/>
            <a:pathLst>
              <a:path extrusionOk="0" h="485139" w="76200">
                <a:moveTo>
                  <a:pt x="38100" y="50800"/>
                </a:moveTo>
                <a:lnTo>
                  <a:pt x="31756" y="55029"/>
                </a:lnTo>
                <a:lnTo>
                  <a:pt x="31114" y="484886"/>
                </a:lnTo>
                <a:lnTo>
                  <a:pt x="43814" y="484886"/>
                </a:lnTo>
                <a:lnTo>
                  <a:pt x="44443" y="55029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38226" y="0"/>
                </a:moveTo>
                <a:lnTo>
                  <a:pt x="0" y="76200"/>
                </a:lnTo>
                <a:lnTo>
                  <a:pt x="31743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extrusionOk="0" h="485139" w="76200">
                <a:moveTo>
                  <a:pt x="63542" y="50800"/>
                </a:moveTo>
                <a:lnTo>
                  <a:pt x="44450" y="50800"/>
                </a:lnTo>
                <a:lnTo>
                  <a:pt x="44456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extrusionOk="0" h="485139" w="76200">
                <a:moveTo>
                  <a:pt x="38100" y="50800"/>
                </a:moveTo>
                <a:lnTo>
                  <a:pt x="31750" y="50800"/>
                </a:lnTo>
                <a:lnTo>
                  <a:pt x="31743" y="55037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44450" y="50800"/>
                </a:moveTo>
                <a:lnTo>
                  <a:pt x="38100" y="50800"/>
                </a:lnTo>
                <a:lnTo>
                  <a:pt x="44443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8" name="Google Shape;3418;p140"/>
          <p:cNvSpPr/>
          <p:nvPr/>
        </p:nvSpPr>
        <p:spPr>
          <a:xfrm>
            <a:off x="7539355" y="3820667"/>
            <a:ext cx="76200" cy="434340"/>
          </a:xfrm>
          <a:custGeom>
            <a:rect b="b" l="l" r="r" t="t"/>
            <a:pathLst>
              <a:path extrusionOk="0" h="434339" w="76200">
                <a:moveTo>
                  <a:pt x="0" y="358139"/>
                </a:moveTo>
                <a:lnTo>
                  <a:pt x="37973" y="434339"/>
                </a:lnTo>
                <a:lnTo>
                  <a:pt x="63500" y="383539"/>
                </a:lnTo>
                <a:lnTo>
                  <a:pt x="31750" y="383539"/>
                </a:lnTo>
                <a:lnTo>
                  <a:pt x="31757" y="379311"/>
                </a:lnTo>
                <a:lnTo>
                  <a:pt x="0" y="358139"/>
                </a:lnTo>
                <a:close/>
              </a:path>
              <a:path extrusionOk="0" h="434339" w="76200">
                <a:moveTo>
                  <a:pt x="31757" y="379311"/>
                </a:moveTo>
                <a:lnTo>
                  <a:pt x="31750" y="383539"/>
                </a:lnTo>
                <a:lnTo>
                  <a:pt x="38100" y="383539"/>
                </a:lnTo>
                <a:lnTo>
                  <a:pt x="31757" y="379311"/>
                </a:lnTo>
                <a:close/>
              </a:path>
              <a:path extrusionOk="0" h="434339" w="76200">
                <a:moveTo>
                  <a:pt x="45085" y="0"/>
                </a:moveTo>
                <a:lnTo>
                  <a:pt x="32385" y="0"/>
                </a:lnTo>
                <a:lnTo>
                  <a:pt x="31792" y="358139"/>
                </a:lnTo>
                <a:lnTo>
                  <a:pt x="31774" y="379323"/>
                </a:lnTo>
                <a:lnTo>
                  <a:pt x="38100" y="383539"/>
                </a:lnTo>
                <a:lnTo>
                  <a:pt x="44456" y="379323"/>
                </a:lnTo>
                <a:lnTo>
                  <a:pt x="45085" y="0"/>
                </a:lnTo>
                <a:close/>
              </a:path>
              <a:path extrusionOk="0" h="434339" w="76200">
                <a:moveTo>
                  <a:pt x="44456" y="379323"/>
                </a:moveTo>
                <a:lnTo>
                  <a:pt x="38100" y="383539"/>
                </a:lnTo>
                <a:lnTo>
                  <a:pt x="44450" y="383539"/>
                </a:lnTo>
                <a:lnTo>
                  <a:pt x="44456" y="379323"/>
                </a:lnTo>
                <a:close/>
              </a:path>
              <a:path extrusionOk="0" h="434339" w="76200">
                <a:moveTo>
                  <a:pt x="76200" y="358266"/>
                </a:moveTo>
                <a:lnTo>
                  <a:pt x="44474" y="379311"/>
                </a:lnTo>
                <a:lnTo>
                  <a:pt x="44450" y="383539"/>
                </a:lnTo>
                <a:lnTo>
                  <a:pt x="63500" y="383539"/>
                </a:lnTo>
                <a:lnTo>
                  <a:pt x="76200" y="358266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140"/>
          <p:cNvSpPr/>
          <p:nvPr/>
        </p:nvSpPr>
        <p:spPr>
          <a:xfrm>
            <a:off x="7539863" y="3067811"/>
            <a:ext cx="76200" cy="485140"/>
          </a:xfrm>
          <a:custGeom>
            <a:rect b="b" l="l" r="r" t="t"/>
            <a:pathLst>
              <a:path extrusionOk="0" h="485139" w="76200">
                <a:moveTo>
                  <a:pt x="38100" y="50800"/>
                </a:moveTo>
                <a:lnTo>
                  <a:pt x="31756" y="55029"/>
                </a:lnTo>
                <a:lnTo>
                  <a:pt x="31114" y="484886"/>
                </a:lnTo>
                <a:lnTo>
                  <a:pt x="43814" y="484886"/>
                </a:lnTo>
                <a:lnTo>
                  <a:pt x="44443" y="55029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38226" y="0"/>
                </a:moveTo>
                <a:lnTo>
                  <a:pt x="0" y="76200"/>
                </a:lnTo>
                <a:lnTo>
                  <a:pt x="31743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extrusionOk="0" h="485139" w="76200">
                <a:moveTo>
                  <a:pt x="63542" y="50800"/>
                </a:moveTo>
                <a:lnTo>
                  <a:pt x="44450" y="50800"/>
                </a:lnTo>
                <a:lnTo>
                  <a:pt x="44456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extrusionOk="0" h="485139" w="76200">
                <a:moveTo>
                  <a:pt x="38100" y="50800"/>
                </a:moveTo>
                <a:lnTo>
                  <a:pt x="31750" y="50800"/>
                </a:lnTo>
                <a:lnTo>
                  <a:pt x="31743" y="55037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44450" y="50800"/>
                </a:moveTo>
                <a:lnTo>
                  <a:pt x="38100" y="50800"/>
                </a:lnTo>
                <a:lnTo>
                  <a:pt x="44443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140"/>
          <p:cNvSpPr txBox="1"/>
          <p:nvPr/>
        </p:nvSpPr>
        <p:spPr>
          <a:xfrm>
            <a:off x="1453133" y="2762250"/>
            <a:ext cx="1080770" cy="1800225"/>
          </a:xfrm>
          <a:prstGeom prst="rect">
            <a:avLst/>
          </a:prstGeom>
          <a:solidFill>
            <a:srgbClr val="BEBEBE"/>
          </a:solidFill>
          <a:ln cap="flat" cmpd="sng" w="19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5440" marR="0" rtl="0" algn="l">
              <a:lnSpc>
                <a:spcPct val="100000"/>
              </a:lnSpc>
              <a:spcBef>
                <a:spcPts val="193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𝑴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21" name="Google Shape;3421;p140"/>
          <p:cNvSpPr txBox="1"/>
          <p:nvPr/>
        </p:nvSpPr>
        <p:spPr>
          <a:xfrm>
            <a:off x="3582161" y="2762250"/>
            <a:ext cx="1800225" cy="1800225"/>
          </a:xfrm>
          <a:prstGeom prst="rect">
            <a:avLst/>
          </a:prstGeom>
          <a:solidFill>
            <a:srgbClr val="183DAF">
              <a:alpha val="19607"/>
            </a:srgbClr>
          </a:solidFill>
          <a:ln cap="flat" cmpd="sng" w="19800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" marR="0" rtl="0" algn="ctr">
              <a:lnSpc>
                <a:spcPct val="100000"/>
              </a:lnSpc>
              <a:spcBef>
                <a:spcPts val="227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𝑼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22" name="Google Shape;3422;p140"/>
          <p:cNvSpPr txBox="1"/>
          <p:nvPr/>
        </p:nvSpPr>
        <p:spPr>
          <a:xfrm>
            <a:off x="6028182" y="2762250"/>
            <a:ext cx="1079500" cy="1800225"/>
          </a:xfrm>
          <a:prstGeom prst="rect">
            <a:avLst/>
          </a:prstGeom>
          <a:solidFill>
            <a:srgbClr val="92D050">
              <a:alpha val="19607"/>
            </a:srgbClr>
          </a:solidFill>
          <a:ln cap="flat" cmpd="sng" w="19800">
            <a:solidFill>
              <a:srgbClr val="00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75565" rtl="0" algn="ctr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Cambria Math"/>
                <a:ea typeface="Cambria Math"/>
                <a:cs typeface="Cambria Math"/>
                <a:sym typeface="Cambria Math"/>
              </a:rPr>
              <a:t>𝜮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23" name="Google Shape;3423;p140"/>
          <p:cNvSpPr txBox="1"/>
          <p:nvPr/>
        </p:nvSpPr>
        <p:spPr>
          <a:xfrm>
            <a:off x="7710678" y="3163061"/>
            <a:ext cx="1080770" cy="1079500"/>
          </a:xfrm>
          <a:prstGeom prst="rect">
            <a:avLst/>
          </a:prstGeom>
          <a:solidFill>
            <a:srgbClr val="FF0000">
              <a:alpha val="19607"/>
            </a:srgbClr>
          </a:solidFill>
          <a:ln cap="flat" cmpd="sng" w="19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3675">
            <a:spAutoFit/>
          </a:bodyPr>
          <a:lstStyle/>
          <a:p>
            <a:pPr indent="0" lvl="0" marL="4025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4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𝑽</a:t>
            </a:r>
            <a:r>
              <a:rPr lang="en-US" sz="20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𝒕</a:t>
            </a:r>
            <a:endParaRPr sz="20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24" name="Google Shape;3424;p14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5" name="Google Shape;3425;p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991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6" name="Google Shape;3426;p1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71472"/>
            <a:ext cx="2637282" cy="168401"/>
          </a:xfrm>
          <a:prstGeom prst="rect">
            <a:avLst/>
          </a:prstGeom>
          <a:noFill/>
          <a:ln>
            <a:noFill/>
          </a:ln>
        </p:spPr>
      </p:pic>
      <p:sp>
        <p:nvSpPr>
          <p:cNvPr id="3427" name="Google Shape;3427;p140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8" name="Google Shape;3428;p14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3" name="Google Shape;3433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5106" y="6524434"/>
            <a:ext cx="7988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4" name="Google Shape;3434;p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5" name="Google Shape;3435;p1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436" name="Google Shape;3436;p141"/>
          <p:cNvSpPr txBox="1"/>
          <p:nvPr/>
        </p:nvSpPr>
        <p:spPr>
          <a:xfrm>
            <a:off x="3528821" y="3594354"/>
            <a:ext cx="4051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𝜮 =</a:t>
            </a:r>
            <a:endParaRPr/>
          </a:p>
        </p:txBody>
      </p:sp>
      <p:sp>
        <p:nvSpPr>
          <p:cNvPr id="3437" name="Google Shape;3437;p141"/>
          <p:cNvSpPr/>
          <p:nvPr/>
        </p:nvSpPr>
        <p:spPr>
          <a:xfrm>
            <a:off x="6051550" y="3280409"/>
            <a:ext cx="66040" cy="977900"/>
          </a:xfrm>
          <a:custGeom>
            <a:rect b="b" l="l" r="r" t="t"/>
            <a:pathLst>
              <a:path extrusionOk="0" h="977900" w="66039">
                <a:moveTo>
                  <a:pt x="65913" y="0"/>
                </a:moveTo>
                <a:lnTo>
                  <a:pt x="0" y="0"/>
                </a:lnTo>
                <a:lnTo>
                  <a:pt x="0" y="12700"/>
                </a:lnTo>
                <a:lnTo>
                  <a:pt x="41275" y="12700"/>
                </a:lnTo>
                <a:lnTo>
                  <a:pt x="41275" y="965200"/>
                </a:lnTo>
                <a:lnTo>
                  <a:pt x="0" y="965200"/>
                </a:lnTo>
                <a:lnTo>
                  <a:pt x="0" y="977900"/>
                </a:lnTo>
                <a:lnTo>
                  <a:pt x="65913" y="977900"/>
                </a:lnTo>
                <a:lnTo>
                  <a:pt x="65913" y="965200"/>
                </a:lnTo>
                <a:lnTo>
                  <a:pt x="65913" y="12700"/>
                </a:lnTo>
                <a:lnTo>
                  <a:pt x="6591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p141"/>
          <p:cNvSpPr/>
          <p:nvPr/>
        </p:nvSpPr>
        <p:spPr>
          <a:xfrm>
            <a:off x="4011549" y="3280409"/>
            <a:ext cx="66040" cy="977900"/>
          </a:xfrm>
          <a:custGeom>
            <a:rect b="b" l="l" r="r" t="t"/>
            <a:pathLst>
              <a:path extrusionOk="0" h="977900" w="66039">
                <a:moveTo>
                  <a:pt x="65786" y="0"/>
                </a:moveTo>
                <a:lnTo>
                  <a:pt x="0" y="0"/>
                </a:lnTo>
                <a:lnTo>
                  <a:pt x="0" y="12700"/>
                </a:lnTo>
                <a:lnTo>
                  <a:pt x="0" y="965200"/>
                </a:lnTo>
                <a:lnTo>
                  <a:pt x="0" y="977900"/>
                </a:lnTo>
                <a:lnTo>
                  <a:pt x="65786" y="977900"/>
                </a:lnTo>
                <a:lnTo>
                  <a:pt x="65786" y="965200"/>
                </a:lnTo>
                <a:lnTo>
                  <a:pt x="24511" y="965200"/>
                </a:lnTo>
                <a:lnTo>
                  <a:pt x="24511" y="12700"/>
                </a:lnTo>
                <a:lnTo>
                  <a:pt x="65786" y="12700"/>
                </a:lnTo>
                <a:lnTo>
                  <a:pt x="6578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9" name="Google Shape;3439;p141"/>
          <p:cNvSpPr txBox="1"/>
          <p:nvPr/>
        </p:nvSpPr>
        <p:spPr>
          <a:xfrm>
            <a:off x="4031996" y="3184397"/>
            <a:ext cx="7645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𝜎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/>
          </a:p>
          <a:p>
            <a:pPr indent="0" lvl="0" marL="958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	𝜎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19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440" name="Google Shape;3440;p141"/>
          <p:cNvSpPr txBox="1"/>
          <p:nvPr/>
        </p:nvSpPr>
        <p:spPr>
          <a:xfrm>
            <a:off x="4969255" y="3217926"/>
            <a:ext cx="221615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</a:t>
            </a:r>
            <a:endParaRPr/>
          </a:p>
          <a:p>
            <a:pPr indent="0" lvl="0" marL="40005" marR="0" rtl="0" algn="l">
              <a:lnSpc>
                <a:spcPct val="118611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⋱</a:t>
            </a:r>
            <a:endParaRPr/>
          </a:p>
          <a:p>
            <a:pPr indent="0" lvl="0" marL="12700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</a:t>
            </a:r>
            <a:endParaRPr/>
          </a:p>
        </p:txBody>
      </p:sp>
      <p:sp>
        <p:nvSpPr>
          <p:cNvPr id="3441" name="Google Shape;3441;p141"/>
          <p:cNvSpPr txBox="1"/>
          <p:nvPr/>
        </p:nvSpPr>
        <p:spPr>
          <a:xfrm>
            <a:off x="5473700" y="3210305"/>
            <a:ext cx="507365" cy="56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	0</a:t>
            </a:r>
            <a:endParaRPr/>
          </a:p>
          <a:p>
            <a:pPr indent="0" lvl="0" marL="12700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	0</a:t>
            </a:r>
            <a:endParaRPr/>
          </a:p>
        </p:txBody>
      </p:sp>
      <p:sp>
        <p:nvSpPr>
          <p:cNvPr id="3442" name="Google Shape;3442;p141"/>
          <p:cNvSpPr txBox="1"/>
          <p:nvPr/>
        </p:nvSpPr>
        <p:spPr>
          <a:xfrm>
            <a:off x="4370323" y="3723894"/>
            <a:ext cx="965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⋮</a:t>
            </a:r>
            <a:endParaRPr/>
          </a:p>
        </p:txBody>
      </p:sp>
      <p:sp>
        <p:nvSpPr>
          <p:cNvPr id="3443" name="Google Shape;3443;p141"/>
          <p:cNvSpPr txBox="1"/>
          <p:nvPr/>
        </p:nvSpPr>
        <p:spPr>
          <a:xfrm>
            <a:off x="5677915" y="3723894"/>
            <a:ext cx="965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⋮</a:t>
            </a:r>
            <a:endParaRPr/>
          </a:p>
        </p:txBody>
      </p:sp>
      <p:sp>
        <p:nvSpPr>
          <p:cNvPr id="3444" name="Google Shape;3444;p141"/>
          <p:cNvSpPr txBox="1"/>
          <p:nvPr/>
        </p:nvSpPr>
        <p:spPr>
          <a:xfrm>
            <a:off x="4164584" y="4002481"/>
            <a:ext cx="5073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	0</a:t>
            </a:r>
            <a:endParaRPr/>
          </a:p>
        </p:txBody>
      </p:sp>
      <p:sp>
        <p:nvSpPr>
          <p:cNvPr id="3445" name="Google Shape;3445;p141"/>
          <p:cNvSpPr txBox="1"/>
          <p:nvPr/>
        </p:nvSpPr>
        <p:spPr>
          <a:xfrm>
            <a:off x="5354828" y="3979621"/>
            <a:ext cx="73088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𝜎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𝑚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/>
          </a:p>
        </p:txBody>
      </p:sp>
      <p:sp>
        <p:nvSpPr>
          <p:cNvPr id="3446" name="Google Shape;3446;p14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7" name="Google Shape;3447;p1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9728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8" name="Google Shape;3448;p1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71459"/>
            <a:ext cx="4667250" cy="762774"/>
          </a:xfrm>
          <a:prstGeom prst="rect">
            <a:avLst/>
          </a:prstGeom>
          <a:noFill/>
          <a:ln>
            <a:noFill/>
          </a:ln>
        </p:spPr>
      </p:pic>
      <p:sp>
        <p:nvSpPr>
          <p:cNvPr id="3449" name="Google Shape;3449;p141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0" name="Google Shape;3450;p14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4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5" name="Google Shape;3455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713" y="6524434"/>
            <a:ext cx="10422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6" name="Google Shape;3456;p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7" name="Google Shape;3457;p1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8" name="Google Shape;3458;p142"/>
          <p:cNvGrpSpPr/>
          <p:nvPr/>
        </p:nvGrpSpPr>
        <p:grpSpPr>
          <a:xfrm>
            <a:off x="2479548" y="2795016"/>
            <a:ext cx="4944110" cy="855344"/>
            <a:chOff x="2479548" y="2795016"/>
            <a:chExt cx="4944110" cy="855344"/>
          </a:xfrm>
        </p:grpSpPr>
        <p:sp>
          <p:nvSpPr>
            <p:cNvPr id="3459" name="Google Shape;3459;p142"/>
            <p:cNvSpPr/>
            <p:nvPr/>
          </p:nvSpPr>
          <p:spPr>
            <a:xfrm>
              <a:off x="2479548" y="2795016"/>
              <a:ext cx="4944110" cy="855344"/>
            </a:xfrm>
            <a:custGeom>
              <a:rect b="b" l="l" r="r" t="t"/>
              <a:pathLst>
                <a:path extrusionOk="0" h="855345" w="4944109">
                  <a:moveTo>
                    <a:pt x="4943856" y="0"/>
                  </a:moveTo>
                  <a:lnTo>
                    <a:pt x="0" y="0"/>
                  </a:lnTo>
                  <a:lnTo>
                    <a:pt x="0" y="854963"/>
                  </a:lnTo>
                  <a:lnTo>
                    <a:pt x="4943856" y="854963"/>
                  </a:lnTo>
                  <a:lnTo>
                    <a:pt x="494385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142"/>
            <p:cNvSpPr/>
            <p:nvPr/>
          </p:nvSpPr>
          <p:spPr>
            <a:xfrm>
              <a:off x="2830576" y="2895599"/>
              <a:ext cx="1354455" cy="678180"/>
            </a:xfrm>
            <a:custGeom>
              <a:rect b="b" l="l" r="r" t="t"/>
              <a:pathLst>
                <a:path extrusionOk="0" h="678179" w="1354454">
                  <a:moveTo>
                    <a:pt x="60706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666750"/>
                  </a:lnTo>
                  <a:lnTo>
                    <a:pt x="0" y="678180"/>
                  </a:lnTo>
                  <a:lnTo>
                    <a:pt x="60706" y="678180"/>
                  </a:lnTo>
                  <a:lnTo>
                    <a:pt x="60706" y="666750"/>
                  </a:lnTo>
                  <a:lnTo>
                    <a:pt x="22987" y="666750"/>
                  </a:lnTo>
                  <a:lnTo>
                    <a:pt x="22987" y="11430"/>
                  </a:lnTo>
                  <a:lnTo>
                    <a:pt x="60706" y="11430"/>
                  </a:lnTo>
                  <a:lnTo>
                    <a:pt x="60706" y="0"/>
                  </a:lnTo>
                  <a:close/>
                </a:path>
                <a:path extrusionOk="0" h="678179" w="1354454">
                  <a:moveTo>
                    <a:pt x="1353947" y="0"/>
                  </a:moveTo>
                  <a:lnTo>
                    <a:pt x="1293241" y="0"/>
                  </a:lnTo>
                  <a:lnTo>
                    <a:pt x="1293241" y="11430"/>
                  </a:lnTo>
                  <a:lnTo>
                    <a:pt x="1330960" y="11430"/>
                  </a:lnTo>
                  <a:lnTo>
                    <a:pt x="1330960" y="666750"/>
                  </a:lnTo>
                  <a:lnTo>
                    <a:pt x="1293241" y="666750"/>
                  </a:lnTo>
                  <a:lnTo>
                    <a:pt x="1293241" y="678180"/>
                  </a:lnTo>
                  <a:lnTo>
                    <a:pt x="1353947" y="678180"/>
                  </a:lnTo>
                  <a:lnTo>
                    <a:pt x="1353947" y="666750"/>
                  </a:lnTo>
                  <a:lnTo>
                    <a:pt x="1353947" y="11430"/>
                  </a:lnTo>
                  <a:lnTo>
                    <a:pt x="13539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1" name="Google Shape;3461;p142"/>
          <p:cNvSpPr txBox="1"/>
          <p:nvPr/>
        </p:nvSpPr>
        <p:spPr>
          <a:xfrm>
            <a:off x="2545333" y="2798826"/>
            <a:ext cx="1603375" cy="85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26084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𝗍	⋯	𝗍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5400" marR="0" rtl="0" algn="l">
              <a:lnSpc>
                <a:spcPct val="79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𝒖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𝟏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	𝒖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𝒎</a:t>
            </a:r>
            <a:endParaRPr baseline="-25000" sz="19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26084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↓	⋯	↓</a:t>
            </a:r>
            <a:endParaRPr/>
          </a:p>
        </p:txBody>
      </p:sp>
      <p:sp>
        <p:nvSpPr>
          <p:cNvPr id="3462" name="Google Shape;3462;p142"/>
          <p:cNvSpPr/>
          <p:nvPr/>
        </p:nvSpPr>
        <p:spPr>
          <a:xfrm>
            <a:off x="5976112" y="2895599"/>
            <a:ext cx="1283970" cy="678180"/>
          </a:xfrm>
          <a:custGeom>
            <a:rect b="b" l="l" r="r" t="t"/>
            <a:pathLst>
              <a:path extrusionOk="0" h="678179" w="1283970">
                <a:moveTo>
                  <a:pt x="60706" y="0"/>
                </a:moveTo>
                <a:lnTo>
                  <a:pt x="0" y="0"/>
                </a:lnTo>
                <a:lnTo>
                  <a:pt x="0" y="11430"/>
                </a:lnTo>
                <a:lnTo>
                  <a:pt x="0" y="666750"/>
                </a:lnTo>
                <a:lnTo>
                  <a:pt x="0" y="678180"/>
                </a:lnTo>
                <a:lnTo>
                  <a:pt x="60706" y="678180"/>
                </a:lnTo>
                <a:lnTo>
                  <a:pt x="60706" y="666750"/>
                </a:lnTo>
                <a:lnTo>
                  <a:pt x="22987" y="666750"/>
                </a:lnTo>
                <a:lnTo>
                  <a:pt x="22987" y="11430"/>
                </a:lnTo>
                <a:lnTo>
                  <a:pt x="60706" y="11430"/>
                </a:lnTo>
                <a:lnTo>
                  <a:pt x="60706" y="0"/>
                </a:lnTo>
                <a:close/>
              </a:path>
              <a:path extrusionOk="0" h="678179" w="1283970">
                <a:moveTo>
                  <a:pt x="1283843" y="0"/>
                </a:moveTo>
                <a:lnTo>
                  <a:pt x="1223137" y="0"/>
                </a:lnTo>
                <a:lnTo>
                  <a:pt x="1223137" y="11430"/>
                </a:lnTo>
                <a:lnTo>
                  <a:pt x="1260856" y="11430"/>
                </a:lnTo>
                <a:lnTo>
                  <a:pt x="1260856" y="666750"/>
                </a:lnTo>
                <a:lnTo>
                  <a:pt x="1223137" y="666750"/>
                </a:lnTo>
                <a:lnTo>
                  <a:pt x="1223137" y="678180"/>
                </a:lnTo>
                <a:lnTo>
                  <a:pt x="1283843" y="678180"/>
                </a:lnTo>
                <a:lnTo>
                  <a:pt x="1283843" y="666750"/>
                </a:lnTo>
                <a:lnTo>
                  <a:pt x="1283843" y="11430"/>
                </a:lnTo>
                <a:lnTo>
                  <a:pt x="128384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3" name="Google Shape;3463;p142"/>
          <p:cNvSpPr txBox="1"/>
          <p:nvPr/>
        </p:nvSpPr>
        <p:spPr>
          <a:xfrm>
            <a:off x="5479288" y="2798826"/>
            <a:ext cx="1744980" cy="85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31825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𝗍	⋯	𝗍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5400" marR="0" rtl="0" algn="l">
              <a:lnSpc>
                <a:spcPct val="79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𝑽 =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𝒗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𝟏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	𝒗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𝒏</a:t>
            </a:r>
            <a:endParaRPr/>
          </a:p>
          <a:p>
            <a:pPr indent="0" lvl="0" marL="63182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↓	⋯	↓</a:t>
            </a:r>
            <a:endParaRPr/>
          </a:p>
        </p:txBody>
      </p:sp>
      <p:pic>
        <p:nvPicPr>
          <p:cNvPr id="3464" name="Google Shape;3464;p1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3909059"/>
            <a:ext cx="4741926" cy="162306"/>
          </a:xfrm>
          <a:prstGeom prst="rect">
            <a:avLst/>
          </a:prstGeom>
          <a:noFill/>
          <a:ln>
            <a:noFill/>
          </a:ln>
        </p:spPr>
      </p:pic>
      <p:sp>
        <p:nvSpPr>
          <p:cNvPr id="3465" name="Google Shape;3465;p142"/>
          <p:cNvSpPr txBox="1"/>
          <p:nvPr/>
        </p:nvSpPr>
        <p:spPr>
          <a:xfrm>
            <a:off x="4210811" y="4226052"/>
            <a:ext cx="1481455" cy="36893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𝑴 </a:t>
            </a:r>
            <a:r>
              <a:rPr lang="en-US" sz="1800">
                <a:solidFill>
                  <a:srgbClr val="ED224A"/>
                </a:solidFill>
                <a:latin typeface="Cambria Math"/>
                <a:ea typeface="Cambria Math"/>
                <a:cs typeface="Cambria Math"/>
                <a:sym typeface="Cambria Math"/>
              </a:rPr>
              <a:t>𝒗</a:t>
            </a:r>
            <a:r>
              <a:rPr baseline="-25000" lang="en-US" sz="1950">
                <a:solidFill>
                  <a:srgbClr val="ED224A"/>
                </a:solidFill>
                <a:latin typeface="Cambria Math"/>
                <a:ea typeface="Cambria Math"/>
                <a:cs typeface="Cambria Math"/>
                <a:sym typeface="Cambria Math"/>
              </a:rPr>
              <a:t>𝒊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𝜎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𝑖 </a:t>
            </a:r>
            <a:r>
              <a:rPr lang="en-US" sz="180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𝒖</a:t>
            </a:r>
            <a:r>
              <a:rPr baseline="-25000" lang="en-US" sz="195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𝒊</a:t>
            </a:r>
            <a:endParaRPr baseline="-25000" sz="19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466" name="Google Shape;3466;p1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4844796"/>
            <a:ext cx="4539234" cy="1623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7" name="Google Shape;3467;p142"/>
          <p:cNvGraphicFramePr/>
          <p:nvPr/>
        </p:nvGraphicFramePr>
        <p:xfrm>
          <a:off x="2476500" y="5120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1358900"/>
                <a:gridCol w="693425"/>
                <a:gridCol w="567700"/>
                <a:gridCol w="2329175"/>
              </a:tblGrid>
              <a:tr h="344150">
                <a:tc>
                  <a:txBody>
                    <a:bodyPr/>
                    <a:lstStyle/>
                    <a:p>
                      <a:pPr indent="0" lvl="0" marL="0" marR="1524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𝒗</a:t>
                      </a:r>
                      <a:r>
                        <a:rPr baseline="-25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𝒊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∙ 𝒗</a:t>
                      </a:r>
                      <a:r>
                        <a:rPr baseline="-25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𝒋</a:t>
                      </a:r>
                      <a:endParaRPr/>
                    </a:p>
                  </a:txBody>
                  <a:tcPr marT="38100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88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𝛿</a:t>
                      </a:r>
                      <a:r>
                        <a:rPr baseline="-25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𝑖𝑗</a:t>
                      </a:r>
                      <a:endParaRPr baseline="-25000" sz="195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38100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2384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⇔</a:t>
                      </a:r>
                      <a:endParaRPr sz="18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38100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58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𝑽𝑽</a:t>
                      </a:r>
                      <a:r>
                        <a:rPr baseline="30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𝒕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𝑽</a:t>
                      </a:r>
                      <a:r>
                        <a:rPr baseline="30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𝒕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𝑽 = 𝑰</a:t>
                      </a:r>
                      <a:endParaRPr/>
                    </a:p>
                  </a:txBody>
                  <a:tcPr marT="38100" marB="0" marR="0" marL="0">
                    <a:solidFill>
                      <a:srgbClr val="F1F1F1"/>
                    </a:solidFill>
                  </a:tcPr>
                </a:tc>
              </a:tr>
              <a:tr h="355375">
                <a:tc>
                  <a:txBody>
                    <a:bodyPr/>
                    <a:lstStyle/>
                    <a:p>
                      <a:pPr indent="0" lvl="0" marL="0" marR="42545" rtl="0" algn="r">
                        <a:lnSpc>
                          <a:spcPct val="108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𝒖</a:t>
                      </a:r>
                      <a:r>
                        <a:rPr baseline="-25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𝒊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∙ 𝒖</a:t>
                      </a:r>
                      <a:r>
                        <a:rPr baseline="-25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𝒋</a:t>
                      </a:r>
                      <a:endParaRPr/>
                    </a:p>
                  </a:txBody>
                  <a:tcPr marT="0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" marR="0" rtl="0" algn="l">
                        <a:lnSpc>
                          <a:spcPct val="108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𝛿</a:t>
                      </a:r>
                      <a:r>
                        <a:rPr baseline="-25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𝑖𝑗</a:t>
                      </a:r>
                      <a:endParaRPr baseline="-25000" sz="195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0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3970" rtl="0" algn="ctr">
                        <a:lnSpc>
                          <a:spcPct val="117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⇔</a:t>
                      </a:r>
                      <a:endParaRPr sz="18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0" marB="0" marR="0" marL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7955" marR="0" rtl="0" algn="l">
                        <a:lnSpc>
                          <a:spcPct val="108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𝑼𝑼</a:t>
                      </a:r>
                      <a:r>
                        <a:rPr baseline="30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𝒕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= 𝑼</a:t>
                      </a:r>
                      <a:r>
                        <a:rPr baseline="30000" lang="en-US" sz="19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𝒕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𝑼 = 𝑰</a:t>
                      </a:r>
                      <a:endParaRPr/>
                    </a:p>
                  </a:txBody>
                  <a:tcPr marT="0" marB="0" marR="0" marL="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3468" name="Google Shape;3468;p14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9" name="Google Shape;3469;p1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1972818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0" name="Google Shape;3470;p1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1871472"/>
            <a:ext cx="2786634" cy="759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71" name="Google Shape;3471;p142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p14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6" name="Shape 3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7" name="Google Shape;3477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579" y="6524434"/>
            <a:ext cx="10588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8" name="Google Shape;3478;p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9" name="Google Shape;3479;p1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480" name="Google Shape;3480;p14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1" name="Google Shape;3481;p1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708" y="1519427"/>
            <a:ext cx="1765554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2" name="Google Shape;3482;p1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72995"/>
            <a:ext cx="4173474" cy="1658874"/>
          </a:xfrm>
          <a:prstGeom prst="rect">
            <a:avLst/>
          </a:prstGeom>
          <a:noFill/>
          <a:ln>
            <a:noFill/>
          </a:ln>
        </p:spPr>
      </p:pic>
      <p:sp>
        <p:nvSpPr>
          <p:cNvPr id="3483" name="Google Shape;3483;p143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14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9" name="Google Shape;3489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3675" y="6524434"/>
            <a:ext cx="10588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0" name="Google Shape;3490;p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1" name="Google Shape;3491;p1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492" name="Google Shape;3492;p144"/>
          <p:cNvSpPr txBox="1"/>
          <p:nvPr/>
        </p:nvSpPr>
        <p:spPr>
          <a:xfrm>
            <a:off x="3427729" y="3024327"/>
            <a:ext cx="6851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≅	</a:t>
            </a:r>
            <a:r>
              <a:rPr baseline="-25000" i="1"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baseline="-25000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3" name="Google Shape;3493;p144"/>
          <p:cNvSpPr txBox="1"/>
          <p:nvPr/>
        </p:nvSpPr>
        <p:spPr>
          <a:xfrm>
            <a:off x="1617091" y="3117342"/>
            <a:ext cx="20955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4" name="Google Shape;3494;p144"/>
          <p:cNvSpPr txBox="1"/>
          <p:nvPr/>
        </p:nvSpPr>
        <p:spPr>
          <a:xfrm>
            <a:off x="2495804" y="4263009"/>
            <a:ext cx="1530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5" name="Google Shape;3495;p144"/>
          <p:cNvSpPr txBox="1"/>
          <p:nvPr/>
        </p:nvSpPr>
        <p:spPr>
          <a:xfrm>
            <a:off x="4517897" y="4271898"/>
            <a:ext cx="12446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6" name="Google Shape;3496;p144"/>
          <p:cNvSpPr txBox="1"/>
          <p:nvPr/>
        </p:nvSpPr>
        <p:spPr>
          <a:xfrm>
            <a:off x="7819135" y="3858005"/>
            <a:ext cx="1530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7" name="Google Shape;3497;p144"/>
          <p:cNvSpPr/>
          <p:nvPr/>
        </p:nvSpPr>
        <p:spPr>
          <a:xfrm>
            <a:off x="4710684" y="4425696"/>
            <a:ext cx="269240" cy="76200"/>
          </a:xfrm>
          <a:custGeom>
            <a:rect b="b" l="l" r="r" t="t"/>
            <a:pathLst>
              <a:path extrusionOk="0" h="76200" w="269239">
                <a:moveTo>
                  <a:pt x="218312" y="38099"/>
                </a:moveTo>
                <a:lnTo>
                  <a:pt x="192912" y="76199"/>
                </a:lnTo>
                <a:lnTo>
                  <a:pt x="256412" y="44449"/>
                </a:lnTo>
                <a:lnTo>
                  <a:pt x="218312" y="44449"/>
                </a:lnTo>
                <a:lnTo>
                  <a:pt x="218312" y="38099"/>
                </a:lnTo>
                <a:close/>
              </a:path>
              <a:path extrusionOk="0" h="76200" w="269239">
                <a:moveTo>
                  <a:pt x="214079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214079" y="44449"/>
                </a:lnTo>
                <a:lnTo>
                  <a:pt x="218312" y="38099"/>
                </a:lnTo>
                <a:lnTo>
                  <a:pt x="214079" y="31749"/>
                </a:lnTo>
                <a:close/>
              </a:path>
              <a:path extrusionOk="0" h="76200" w="269239">
                <a:moveTo>
                  <a:pt x="256412" y="31749"/>
                </a:moveTo>
                <a:lnTo>
                  <a:pt x="218312" y="31749"/>
                </a:lnTo>
                <a:lnTo>
                  <a:pt x="218312" y="44449"/>
                </a:lnTo>
                <a:lnTo>
                  <a:pt x="256412" y="44449"/>
                </a:lnTo>
                <a:lnTo>
                  <a:pt x="269113" y="38099"/>
                </a:lnTo>
                <a:lnTo>
                  <a:pt x="256412" y="31749"/>
                </a:lnTo>
                <a:close/>
              </a:path>
              <a:path extrusionOk="0" h="76200" w="269239">
                <a:moveTo>
                  <a:pt x="192912" y="0"/>
                </a:moveTo>
                <a:lnTo>
                  <a:pt x="218312" y="38099"/>
                </a:lnTo>
                <a:lnTo>
                  <a:pt x="218312" y="31749"/>
                </a:lnTo>
                <a:lnTo>
                  <a:pt x="256412" y="31749"/>
                </a:lnTo>
                <a:lnTo>
                  <a:pt x="192912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8" name="Google Shape;3498;p1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7096" y="4425950"/>
            <a:ext cx="24549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9" name="Google Shape;3499;p144"/>
          <p:cNvSpPr/>
          <p:nvPr/>
        </p:nvSpPr>
        <p:spPr>
          <a:xfrm>
            <a:off x="2667000" y="4426330"/>
            <a:ext cx="434340" cy="76200"/>
          </a:xfrm>
          <a:custGeom>
            <a:rect b="b" l="l" r="r" t="t"/>
            <a:pathLst>
              <a:path extrusionOk="0" h="76200" w="434339">
                <a:moveTo>
                  <a:pt x="358267" y="0"/>
                </a:moveTo>
                <a:lnTo>
                  <a:pt x="379323" y="31743"/>
                </a:lnTo>
                <a:lnTo>
                  <a:pt x="383539" y="31750"/>
                </a:lnTo>
                <a:lnTo>
                  <a:pt x="383539" y="44450"/>
                </a:lnTo>
                <a:lnTo>
                  <a:pt x="379306" y="44450"/>
                </a:lnTo>
                <a:lnTo>
                  <a:pt x="358139" y="76200"/>
                </a:lnTo>
                <a:lnTo>
                  <a:pt x="421852" y="44450"/>
                </a:lnTo>
                <a:lnTo>
                  <a:pt x="383539" y="44450"/>
                </a:lnTo>
                <a:lnTo>
                  <a:pt x="421866" y="44442"/>
                </a:lnTo>
                <a:lnTo>
                  <a:pt x="434339" y="38227"/>
                </a:lnTo>
                <a:lnTo>
                  <a:pt x="358267" y="0"/>
                </a:lnTo>
                <a:close/>
              </a:path>
              <a:path extrusionOk="0" h="76200" w="434339">
                <a:moveTo>
                  <a:pt x="383539" y="38100"/>
                </a:moveTo>
                <a:lnTo>
                  <a:pt x="379311" y="44442"/>
                </a:lnTo>
                <a:lnTo>
                  <a:pt x="383539" y="44450"/>
                </a:lnTo>
                <a:lnTo>
                  <a:pt x="383539" y="38100"/>
                </a:lnTo>
                <a:close/>
              </a:path>
              <a:path extrusionOk="0" h="76200" w="434339">
                <a:moveTo>
                  <a:pt x="0" y="31115"/>
                </a:moveTo>
                <a:lnTo>
                  <a:pt x="0" y="43815"/>
                </a:lnTo>
                <a:lnTo>
                  <a:pt x="379311" y="44442"/>
                </a:lnTo>
                <a:lnTo>
                  <a:pt x="383539" y="38100"/>
                </a:lnTo>
                <a:lnTo>
                  <a:pt x="379323" y="31743"/>
                </a:lnTo>
                <a:lnTo>
                  <a:pt x="0" y="31115"/>
                </a:lnTo>
                <a:close/>
              </a:path>
              <a:path extrusionOk="0" h="76200" w="434339">
                <a:moveTo>
                  <a:pt x="379323" y="31743"/>
                </a:moveTo>
                <a:lnTo>
                  <a:pt x="383539" y="38100"/>
                </a:lnTo>
                <a:lnTo>
                  <a:pt x="383539" y="31750"/>
                </a:lnTo>
                <a:lnTo>
                  <a:pt x="379323" y="31743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144"/>
          <p:cNvSpPr/>
          <p:nvPr/>
        </p:nvSpPr>
        <p:spPr>
          <a:xfrm>
            <a:off x="1915667" y="4425822"/>
            <a:ext cx="485140" cy="76200"/>
          </a:xfrm>
          <a:custGeom>
            <a:rect b="b" l="l" r="r" t="t"/>
            <a:pathLst>
              <a:path extrusionOk="0" h="76200" w="485139">
                <a:moveTo>
                  <a:pt x="76200" y="0"/>
                </a:moveTo>
                <a:lnTo>
                  <a:pt x="0" y="37972"/>
                </a:lnTo>
                <a:lnTo>
                  <a:pt x="76200" y="76200"/>
                </a:lnTo>
                <a:lnTo>
                  <a:pt x="55037" y="44456"/>
                </a:lnTo>
                <a:lnTo>
                  <a:pt x="50800" y="44450"/>
                </a:lnTo>
                <a:lnTo>
                  <a:pt x="50800" y="31750"/>
                </a:lnTo>
                <a:lnTo>
                  <a:pt x="55033" y="31750"/>
                </a:lnTo>
                <a:lnTo>
                  <a:pt x="76200" y="0"/>
                </a:lnTo>
                <a:close/>
              </a:path>
              <a:path extrusionOk="0" h="76200" w="485139">
                <a:moveTo>
                  <a:pt x="55029" y="31756"/>
                </a:moveTo>
                <a:lnTo>
                  <a:pt x="50800" y="38100"/>
                </a:lnTo>
                <a:lnTo>
                  <a:pt x="55037" y="44456"/>
                </a:lnTo>
                <a:lnTo>
                  <a:pt x="484886" y="45084"/>
                </a:lnTo>
                <a:lnTo>
                  <a:pt x="484886" y="32384"/>
                </a:lnTo>
                <a:lnTo>
                  <a:pt x="55029" y="31756"/>
                </a:lnTo>
                <a:close/>
              </a:path>
              <a:path extrusionOk="0" h="76200" w="485139">
                <a:moveTo>
                  <a:pt x="50800" y="38100"/>
                </a:moveTo>
                <a:lnTo>
                  <a:pt x="50800" y="44450"/>
                </a:lnTo>
                <a:lnTo>
                  <a:pt x="55037" y="44456"/>
                </a:lnTo>
                <a:lnTo>
                  <a:pt x="50800" y="38100"/>
                </a:lnTo>
                <a:close/>
              </a:path>
              <a:path extrusionOk="0" h="76200" w="485139">
                <a:moveTo>
                  <a:pt x="50800" y="31750"/>
                </a:moveTo>
                <a:lnTo>
                  <a:pt x="50800" y="38100"/>
                </a:lnTo>
                <a:lnTo>
                  <a:pt x="55029" y="31756"/>
                </a:lnTo>
                <a:lnTo>
                  <a:pt x="50800" y="3175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144"/>
          <p:cNvSpPr/>
          <p:nvPr/>
        </p:nvSpPr>
        <p:spPr>
          <a:xfrm>
            <a:off x="8029956" y="4017898"/>
            <a:ext cx="434340" cy="76200"/>
          </a:xfrm>
          <a:custGeom>
            <a:rect b="b" l="l" r="r" t="t"/>
            <a:pathLst>
              <a:path extrusionOk="0" h="76200" w="434340">
                <a:moveTo>
                  <a:pt x="358267" y="0"/>
                </a:moveTo>
                <a:lnTo>
                  <a:pt x="379323" y="31743"/>
                </a:lnTo>
                <a:lnTo>
                  <a:pt x="383540" y="31750"/>
                </a:lnTo>
                <a:lnTo>
                  <a:pt x="383540" y="44450"/>
                </a:lnTo>
                <a:lnTo>
                  <a:pt x="379306" y="44450"/>
                </a:lnTo>
                <a:lnTo>
                  <a:pt x="358140" y="76200"/>
                </a:lnTo>
                <a:lnTo>
                  <a:pt x="421852" y="44450"/>
                </a:lnTo>
                <a:lnTo>
                  <a:pt x="383540" y="44450"/>
                </a:lnTo>
                <a:lnTo>
                  <a:pt x="421866" y="44442"/>
                </a:lnTo>
                <a:lnTo>
                  <a:pt x="434340" y="38226"/>
                </a:lnTo>
                <a:lnTo>
                  <a:pt x="358267" y="0"/>
                </a:lnTo>
                <a:close/>
              </a:path>
              <a:path extrusionOk="0" h="76200" w="434340">
                <a:moveTo>
                  <a:pt x="383540" y="38100"/>
                </a:moveTo>
                <a:lnTo>
                  <a:pt x="379311" y="44442"/>
                </a:lnTo>
                <a:lnTo>
                  <a:pt x="383540" y="44450"/>
                </a:lnTo>
                <a:lnTo>
                  <a:pt x="383540" y="38100"/>
                </a:lnTo>
                <a:close/>
              </a:path>
              <a:path extrusionOk="0" h="76200" w="434340">
                <a:moveTo>
                  <a:pt x="0" y="31114"/>
                </a:moveTo>
                <a:lnTo>
                  <a:pt x="0" y="43814"/>
                </a:lnTo>
                <a:lnTo>
                  <a:pt x="379311" y="44442"/>
                </a:lnTo>
                <a:lnTo>
                  <a:pt x="383540" y="38100"/>
                </a:lnTo>
                <a:lnTo>
                  <a:pt x="379323" y="31743"/>
                </a:lnTo>
                <a:lnTo>
                  <a:pt x="0" y="31114"/>
                </a:lnTo>
                <a:close/>
              </a:path>
              <a:path extrusionOk="0" h="76200" w="434340">
                <a:moveTo>
                  <a:pt x="379323" y="31743"/>
                </a:moveTo>
                <a:lnTo>
                  <a:pt x="383540" y="38100"/>
                </a:lnTo>
                <a:lnTo>
                  <a:pt x="383540" y="31750"/>
                </a:lnTo>
                <a:lnTo>
                  <a:pt x="379323" y="31743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2" name="Google Shape;3502;p144"/>
          <p:cNvSpPr/>
          <p:nvPr/>
        </p:nvSpPr>
        <p:spPr>
          <a:xfrm>
            <a:off x="7277100" y="4017390"/>
            <a:ext cx="485140" cy="76200"/>
          </a:xfrm>
          <a:custGeom>
            <a:rect b="b" l="l" r="r" t="t"/>
            <a:pathLst>
              <a:path extrusionOk="0" h="76200" w="485140">
                <a:moveTo>
                  <a:pt x="76200" y="0"/>
                </a:moveTo>
                <a:lnTo>
                  <a:pt x="0" y="37972"/>
                </a:lnTo>
                <a:lnTo>
                  <a:pt x="76200" y="76199"/>
                </a:lnTo>
                <a:lnTo>
                  <a:pt x="55037" y="44456"/>
                </a:lnTo>
                <a:lnTo>
                  <a:pt x="50800" y="44449"/>
                </a:lnTo>
                <a:lnTo>
                  <a:pt x="50800" y="31749"/>
                </a:lnTo>
                <a:lnTo>
                  <a:pt x="55033" y="31749"/>
                </a:lnTo>
                <a:lnTo>
                  <a:pt x="76200" y="0"/>
                </a:lnTo>
                <a:close/>
              </a:path>
              <a:path extrusionOk="0" h="76200" w="485140">
                <a:moveTo>
                  <a:pt x="55029" y="31756"/>
                </a:moveTo>
                <a:lnTo>
                  <a:pt x="50800" y="38099"/>
                </a:lnTo>
                <a:lnTo>
                  <a:pt x="55037" y="44456"/>
                </a:lnTo>
                <a:lnTo>
                  <a:pt x="484885" y="45084"/>
                </a:lnTo>
                <a:lnTo>
                  <a:pt x="484885" y="32384"/>
                </a:lnTo>
                <a:lnTo>
                  <a:pt x="55029" y="31756"/>
                </a:lnTo>
                <a:close/>
              </a:path>
              <a:path extrusionOk="0" h="76200" w="485140">
                <a:moveTo>
                  <a:pt x="50800" y="38099"/>
                </a:moveTo>
                <a:lnTo>
                  <a:pt x="50800" y="44449"/>
                </a:lnTo>
                <a:lnTo>
                  <a:pt x="55037" y="44456"/>
                </a:lnTo>
                <a:lnTo>
                  <a:pt x="50800" y="38099"/>
                </a:lnTo>
                <a:close/>
              </a:path>
              <a:path extrusionOk="0" h="76200" w="485140">
                <a:moveTo>
                  <a:pt x="50800" y="31749"/>
                </a:moveTo>
                <a:lnTo>
                  <a:pt x="50800" y="38099"/>
                </a:lnTo>
                <a:lnTo>
                  <a:pt x="55029" y="31756"/>
                </a:lnTo>
                <a:lnTo>
                  <a:pt x="50800" y="31749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3" name="Google Shape;3503;p144"/>
          <p:cNvSpPr/>
          <p:nvPr/>
        </p:nvSpPr>
        <p:spPr>
          <a:xfrm>
            <a:off x="1650619" y="3451859"/>
            <a:ext cx="76200" cy="434340"/>
          </a:xfrm>
          <a:custGeom>
            <a:rect b="b" l="l" r="r" t="t"/>
            <a:pathLst>
              <a:path extrusionOk="0" h="434339" w="76200">
                <a:moveTo>
                  <a:pt x="0" y="358139"/>
                </a:moveTo>
                <a:lnTo>
                  <a:pt x="37973" y="434339"/>
                </a:lnTo>
                <a:lnTo>
                  <a:pt x="63500" y="383539"/>
                </a:lnTo>
                <a:lnTo>
                  <a:pt x="31750" y="383539"/>
                </a:lnTo>
                <a:lnTo>
                  <a:pt x="31757" y="379311"/>
                </a:lnTo>
                <a:lnTo>
                  <a:pt x="0" y="358139"/>
                </a:lnTo>
                <a:close/>
              </a:path>
              <a:path extrusionOk="0" h="434339" w="76200">
                <a:moveTo>
                  <a:pt x="31757" y="379311"/>
                </a:moveTo>
                <a:lnTo>
                  <a:pt x="31750" y="383539"/>
                </a:lnTo>
                <a:lnTo>
                  <a:pt x="38100" y="383539"/>
                </a:lnTo>
                <a:lnTo>
                  <a:pt x="31757" y="379311"/>
                </a:lnTo>
                <a:close/>
              </a:path>
              <a:path extrusionOk="0" h="434339" w="76200">
                <a:moveTo>
                  <a:pt x="45085" y="0"/>
                </a:moveTo>
                <a:lnTo>
                  <a:pt x="32385" y="0"/>
                </a:lnTo>
                <a:lnTo>
                  <a:pt x="31792" y="358139"/>
                </a:lnTo>
                <a:lnTo>
                  <a:pt x="31774" y="379323"/>
                </a:lnTo>
                <a:lnTo>
                  <a:pt x="38100" y="383539"/>
                </a:lnTo>
                <a:lnTo>
                  <a:pt x="44456" y="379323"/>
                </a:lnTo>
                <a:lnTo>
                  <a:pt x="45085" y="0"/>
                </a:lnTo>
                <a:close/>
              </a:path>
              <a:path extrusionOk="0" h="434339" w="76200">
                <a:moveTo>
                  <a:pt x="44456" y="379323"/>
                </a:moveTo>
                <a:lnTo>
                  <a:pt x="38100" y="383539"/>
                </a:lnTo>
                <a:lnTo>
                  <a:pt x="44450" y="383539"/>
                </a:lnTo>
                <a:lnTo>
                  <a:pt x="44456" y="379323"/>
                </a:lnTo>
                <a:close/>
              </a:path>
              <a:path extrusionOk="0" h="434339" w="76200">
                <a:moveTo>
                  <a:pt x="76200" y="358266"/>
                </a:moveTo>
                <a:lnTo>
                  <a:pt x="44474" y="379311"/>
                </a:lnTo>
                <a:lnTo>
                  <a:pt x="44450" y="383539"/>
                </a:lnTo>
                <a:lnTo>
                  <a:pt x="63500" y="383539"/>
                </a:lnTo>
                <a:lnTo>
                  <a:pt x="76200" y="358266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4" name="Google Shape;3504;p144"/>
          <p:cNvSpPr/>
          <p:nvPr/>
        </p:nvSpPr>
        <p:spPr>
          <a:xfrm>
            <a:off x="1651126" y="2699004"/>
            <a:ext cx="76200" cy="485140"/>
          </a:xfrm>
          <a:custGeom>
            <a:rect b="b" l="l" r="r" t="t"/>
            <a:pathLst>
              <a:path extrusionOk="0" h="485139" w="76200">
                <a:moveTo>
                  <a:pt x="38100" y="50800"/>
                </a:moveTo>
                <a:lnTo>
                  <a:pt x="31756" y="55029"/>
                </a:lnTo>
                <a:lnTo>
                  <a:pt x="31115" y="484886"/>
                </a:lnTo>
                <a:lnTo>
                  <a:pt x="43815" y="484886"/>
                </a:lnTo>
                <a:lnTo>
                  <a:pt x="44443" y="55029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38227" y="0"/>
                </a:moveTo>
                <a:lnTo>
                  <a:pt x="0" y="76200"/>
                </a:lnTo>
                <a:lnTo>
                  <a:pt x="31743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7" y="0"/>
                </a:lnTo>
                <a:close/>
              </a:path>
              <a:path extrusionOk="0" h="485139" w="76200">
                <a:moveTo>
                  <a:pt x="63542" y="50800"/>
                </a:moveTo>
                <a:lnTo>
                  <a:pt x="44450" y="50800"/>
                </a:lnTo>
                <a:lnTo>
                  <a:pt x="44456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extrusionOk="0" h="485139" w="76200">
                <a:moveTo>
                  <a:pt x="38100" y="50800"/>
                </a:moveTo>
                <a:lnTo>
                  <a:pt x="31750" y="50800"/>
                </a:lnTo>
                <a:lnTo>
                  <a:pt x="31743" y="55037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44450" y="50800"/>
                </a:moveTo>
                <a:lnTo>
                  <a:pt x="38100" y="50800"/>
                </a:lnTo>
                <a:lnTo>
                  <a:pt x="44443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5" name="Google Shape;3505;p144"/>
          <p:cNvSpPr/>
          <p:nvPr/>
        </p:nvSpPr>
        <p:spPr>
          <a:xfrm>
            <a:off x="3941190" y="3493008"/>
            <a:ext cx="76200" cy="434340"/>
          </a:xfrm>
          <a:custGeom>
            <a:rect b="b" l="l" r="r" t="t"/>
            <a:pathLst>
              <a:path extrusionOk="0" h="434339" w="76200">
                <a:moveTo>
                  <a:pt x="0" y="358139"/>
                </a:moveTo>
                <a:lnTo>
                  <a:pt x="37973" y="434339"/>
                </a:lnTo>
                <a:lnTo>
                  <a:pt x="63500" y="383539"/>
                </a:lnTo>
                <a:lnTo>
                  <a:pt x="31750" y="383539"/>
                </a:lnTo>
                <a:lnTo>
                  <a:pt x="31757" y="379311"/>
                </a:lnTo>
                <a:lnTo>
                  <a:pt x="0" y="358139"/>
                </a:lnTo>
                <a:close/>
              </a:path>
              <a:path extrusionOk="0" h="434339" w="76200">
                <a:moveTo>
                  <a:pt x="31757" y="379311"/>
                </a:moveTo>
                <a:lnTo>
                  <a:pt x="31750" y="383539"/>
                </a:lnTo>
                <a:lnTo>
                  <a:pt x="38100" y="383539"/>
                </a:lnTo>
                <a:lnTo>
                  <a:pt x="31757" y="379311"/>
                </a:lnTo>
                <a:close/>
              </a:path>
              <a:path extrusionOk="0" h="434339" w="76200">
                <a:moveTo>
                  <a:pt x="45085" y="0"/>
                </a:moveTo>
                <a:lnTo>
                  <a:pt x="32385" y="0"/>
                </a:lnTo>
                <a:lnTo>
                  <a:pt x="31792" y="358139"/>
                </a:lnTo>
                <a:lnTo>
                  <a:pt x="31774" y="379323"/>
                </a:lnTo>
                <a:lnTo>
                  <a:pt x="38100" y="383539"/>
                </a:lnTo>
                <a:lnTo>
                  <a:pt x="44456" y="379323"/>
                </a:lnTo>
                <a:lnTo>
                  <a:pt x="45085" y="0"/>
                </a:lnTo>
                <a:close/>
              </a:path>
              <a:path extrusionOk="0" h="434339" w="76200">
                <a:moveTo>
                  <a:pt x="44456" y="379323"/>
                </a:moveTo>
                <a:lnTo>
                  <a:pt x="38100" y="383539"/>
                </a:lnTo>
                <a:lnTo>
                  <a:pt x="44450" y="383539"/>
                </a:lnTo>
                <a:lnTo>
                  <a:pt x="44456" y="379323"/>
                </a:lnTo>
                <a:close/>
              </a:path>
              <a:path extrusionOk="0" h="434339" w="76200">
                <a:moveTo>
                  <a:pt x="76200" y="358266"/>
                </a:moveTo>
                <a:lnTo>
                  <a:pt x="44474" y="379311"/>
                </a:lnTo>
                <a:lnTo>
                  <a:pt x="44450" y="383539"/>
                </a:lnTo>
                <a:lnTo>
                  <a:pt x="63500" y="383539"/>
                </a:lnTo>
                <a:lnTo>
                  <a:pt x="76200" y="358266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6" name="Google Shape;3506;p144"/>
          <p:cNvSpPr/>
          <p:nvPr/>
        </p:nvSpPr>
        <p:spPr>
          <a:xfrm>
            <a:off x="3941698" y="2740151"/>
            <a:ext cx="76200" cy="485140"/>
          </a:xfrm>
          <a:custGeom>
            <a:rect b="b" l="l" r="r" t="t"/>
            <a:pathLst>
              <a:path extrusionOk="0" h="485139" w="76200">
                <a:moveTo>
                  <a:pt x="38100" y="50800"/>
                </a:moveTo>
                <a:lnTo>
                  <a:pt x="31756" y="55029"/>
                </a:lnTo>
                <a:lnTo>
                  <a:pt x="31114" y="484886"/>
                </a:lnTo>
                <a:lnTo>
                  <a:pt x="43814" y="484886"/>
                </a:lnTo>
                <a:lnTo>
                  <a:pt x="44443" y="55029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38226" y="0"/>
                </a:moveTo>
                <a:lnTo>
                  <a:pt x="0" y="76200"/>
                </a:lnTo>
                <a:lnTo>
                  <a:pt x="31743" y="55037"/>
                </a:lnTo>
                <a:lnTo>
                  <a:pt x="31750" y="50800"/>
                </a:lnTo>
                <a:lnTo>
                  <a:pt x="63542" y="50800"/>
                </a:lnTo>
                <a:lnTo>
                  <a:pt x="38226" y="0"/>
                </a:lnTo>
                <a:close/>
              </a:path>
              <a:path extrusionOk="0" h="485139" w="76200">
                <a:moveTo>
                  <a:pt x="63542" y="50800"/>
                </a:moveTo>
                <a:lnTo>
                  <a:pt x="44450" y="50800"/>
                </a:lnTo>
                <a:lnTo>
                  <a:pt x="44456" y="55037"/>
                </a:lnTo>
                <a:lnTo>
                  <a:pt x="76200" y="76200"/>
                </a:lnTo>
                <a:lnTo>
                  <a:pt x="63542" y="50800"/>
                </a:lnTo>
                <a:close/>
              </a:path>
              <a:path extrusionOk="0" h="485139" w="76200">
                <a:moveTo>
                  <a:pt x="38100" y="50800"/>
                </a:moveTo>
                <a:lnTo>
                  <a:pt x="31750" y="50800"/>
                </a:lnTo>
                <a:lnTo>
                  <a:pt x="31743" y="55037"/>
                </a:lnTo>
                <a:lnTo>
                  <a:pt x="38100" y="50800"/>
                </a:lnTo>
                <a:close/>
              </a:path>
              <a:path extrusionOk="0" h="485139" w="76200">
                <a:moveTo>
                  <a:pt x="44450" y="50800"/>
                </a:moveTo>
                <a:lnTo>
                  <a:pt x="38100" y="50800"/>
                </a:lnTo>
                <a:lnTo>
                  <a:pt x="44443" y="55029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7" name="Google Shape;3507;p144"/>
          <p:cNvSpPr txBox="1"/>
          <p:nvPr/>
        </p:nvSpPr>
        <p:spPr>
          <a:xfrm>
            <a:off x="2024633" y="2436114"/>
            <a:ext cx="1079500" cy="1800225"/>
          </a:xfrm>
          <a:prstGeom prst="rect">
            <a:avLst/>
          </a:prstGeom>
          <a:solidFill>
            <a:srgbClr val="BEBEBE"/>
          </a:solidFill>
          <a:ln cap="flat" cmpd="sng" w="19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5440" marR="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𝑀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08" name="Google Shape;3508;p144"/>
          <p:cNvSpPr txBox="1"/>
          <p:nvPr/>
        </p:nvSpPr>
        <p:spPr>
          <a:xfrm>
            <a:off x="4152138" y="2436114"/>
            <a:ext cx="901065" cy="1800225"/>
          </a:xfrm>
          <a:prstGeom prst="rect">
            <a:avLst/>
          </a:prstGeom>
          <a:solidFill>
            <a:srgbClr val="183DAF">
              <a:alpha val="19607"/>
            </a:srgbClr>
          </a:solidFill>
          <a:ln cap="flat" cmpd="sng" w="19800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4485" marR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𝑼′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09" name="Google Shape;3509;p144"/>
          <p:cNvSpPr txBox="1"/>
          <p:nvPr/>
        </p:nvSpPr>
        <p:spPr>
          <a:xfrm>
            <a:off x="5752338" y="2896361"/>
            <a:ext cx="899160" cy="901065"/>
          </a:xfrm>
          <a:prstGeom prst="rect">
            <a:avLst/>
          </a:prstGeom>
          <a:solidFill>
            <a:srgbClr val="92D050">
              <a:alpha val="19607"/>
            </a:srgbClr>
          </a:solidFill>
          <a:ln cap="flat" cmpd="sng" w="19800">
            <a:solidFill>
              <a:srgbClr val="00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625">
            <a:spAutoFit/>
          </a:bodyPr>
          <a:lstStyle/>
          <a:p>
            <a:pPr indent="0" lvl="0" marL="252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F50"/>
                </a:solidFill>
                <a:latin typeface="Cambria Math"/>
                <a:ea typeface="Cambria Math"/>
                <a:cs typeface="Cambria Math"/>
                <a:sym typeface="Cambria Math"/>
              </a:rPr>
              <a:t>𝜮′</a:t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10" name="Google Shape;3510;p144"/>
          <p:cNvSpPr txBox="1"/>
          <p:nvPr/>
        </p:nvSpPr>
        <p:spPr>
          <a:xfrm>
            <a:off x="7299197" y="2894838"/>
            <a:ext cx="1079500" cy="901065"/>
          </a:xfrm>
          <a:prstGeom prst="rect">
            <a:avLst/>
          </a:prstGeom>
          <a:solidFill>
            <a:srgbClr val="FF0000">
              <a:alpha val="19607"/>
            </a:srgbClr>
          </a:solidFill>
          <a:ln cap="flat" cmpd="sng" w="19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7325">
            <a:spAutoFit/>
          </a:bodyPr>
          <a:lstStyle/>
          <a:p>
            <a:pPr indent="0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𝑉′</a:t>
            </a:r>
            <a:r>
              <a:rPr baseline="30000" lang="en-US" sz="30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𝑡</a:t>
            </a:r>
            <a:endParaRPr baseline="30000" sz="30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11" name="Google Shape;3511;p144"/>
          <p:cNvSpPr/>
          <p:nvPr/>
        </p:nvSpPr>
        <p:spPr>
          <a:xfrm>
            <a:off x="7118604" y="3462528"/>
            <a:ext cx="76200" cy="269240"/>
          </a:xfrm>
          <a:custGeom>
            <a:rect b="b" l="l" r="r" t="t"/>
            <a:pathLst>
              <a:path extrusionOk="0" h="269239" w="76200">
                <a:moveTo>
                  <a:pt x="0" y="192913"/>
                </a:moveTo>
                <a:lnTo>
                  <a:pt x="38100" y="269113"/>
                </a:lnTo>
                <a:lnTo>
                  <a:pt x="63500" y="218313"/>
                </a:lnTo>
                <a:lnTo>
                  <a:pt x="31750" y="218313"/>
                </a:lnTo>
                <a:lnTo>
                  <a:pt x="31750" y="214079"/>
                </a:lnTo>
                <a:lnTo>
                  <a:pt x="0" y="192913"/>
                </a:lnTo>
                <a:close/>
              </a:path>
              <a:path extrusionOk="0" h="269239" w="76200">
                <a:moveTo>
                  <a:pt x="31750" y="214079"/>
                </a:moveTo>
                <a:lnTo>
                  <a:pt x="31750" y="218313"/>
                </a:lnTo>
                <a:lnTo>
                  <a:pt x="38100" y="218313"/>
                </a:lnTo>
                <a:lnTo>
                  <a:pt x="31750" y="214079"/>
                </a:lnTo>
                <a:close/>
              </a:path>
              <a:path extrusionOk="0" h="269239" w="76200">
                <a:moveTo>
                  <a:pt x="44450" y="0"/>
                </a:moveTo>
                <a:lnTo>
                  <a:pt x="31750" y="0"/>
                </a:lnTo>
                <a:lnTo>
                  <a:pt x="31750" y="214079"/>
                </a:lnTo>
                <a:lnTo>
                  <a:pt x="38100" y="218313"/>
                </a:lnTo>
                <a:lnTo>
                  <a:pt x="44450" y="214079"/>
                </a:lnTo>
                <a:lnTo>
                  <a:pt x="44450" y="0"/>
                </a:lnTo>
                <a:close/>
              </a:path>
              <a:path extrusionOk="0" h="269239" w="76200">
                <a:moveTo>
                  <a:pt x="44450" y="214079"/>
                </a:moveTo>
                <a:lnTo>
                  <a:pt x="38100" y="218313"/>
                </a:lnTo>
                <a:lnTo>
                  <a:pt x="44450" y="218313"/>
                </a:lnTo>
                <a:lnTo>
                  <a:pt x="44450" y="214079"/>
                </a:lnTo>
                <a:close/>
              </a:path>
              <a:path extrusionOk="0" h="269239" w="76200">
                <a:moveTo>
                  <a:pt x="76200" y="192913"/>
                </a:moveTo>
                <a:lnTo>
                  <a:pt x="44450" y="214079"/>
                </a:lnTo>
                <a:lnTo>
                  <a:pt x="44450" y="218313"/>
                </a:lnTo>
                <a:lnTo>
                  <a:pt x="63500" y="218313"/>
                </a:lnTo>
                <a:lnTo>
                  <a:pt x="76200" y="192913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2" name="Google Shape;3512;p1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9111" y="2950464"/>
            <a:ext cx="76200" cy="245490"/>
          </a:xfrm>
          <a:prstGeom prst="rect">
            <a:avLst/>
          </a:prstGeom>
          <a:noFill/>
          <a:ln>
            <a:noFill/>
          </a:ln>
        </p:spPr>
      </p:pic>
      <p:sp>
        <p:nvSpPr>
          <p:cNvPr id="3513" name="Google Shape;3513;p144"/>
          <p:cNvSpPr txBox="1"/>
          <p:nvPr/>
        </p:nvSpPr>
        <p:spPr>
          <a:xfrm>
            <a:off x="6876922" y="2943555"/>
            <a:ext cx="35306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5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⋅</a:t>
            </a:r>
            <a:r>
              <a:rPr baseline="-25000"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4" name="Google Shape;3514;p144"/>
          <p:cNvSpPr/>
          <p:nvPr/>
        </p:nvSpPr>
        <p:spPr>
          <a:xfrm>
            <a:off x="5542788" y="3468623"/>
            <a:ext cx="76200" cy="269240"/>
          </a:xfrm>
          <a:custGeom>
            <a:rect b="b" l="l" r="r" t="t"/>
            <a:pathLst>
              <a:path extrusionOk="0" h="269239" w="76200">
                <a:moveTo>
                  <a:pt x="0" y="192912"/>
                </a:moveTo>
                <a:lnTo>
                  <a:pt x="38100" y="269113"/>
                </a:lnTo>
                <a:lnTo>
                  <a:pt x="63500" y="218312"/>
                </a:lnTo>
                <a:lnTo>
                  <a:pt x="31750" y="218312"/>
                </a:lnTo>
                <a:lnTo>
                  <a:pt x="31750" y="214079"/>
                </a:lnTo>
                <a:lnTo>
                  <a:pt x="0" y="192912"/>
                </a:lnTo>
                <a:close/>
              </a:path>
              <a:path extrusionOk="0" h="269239" w="76200">
                <a:moveTo>
                  <a:pt x="31750" y="214079"/>
                </a:moveTo>
                <a:lnTo>
                  <a:pt x="31750" y="218312"/>
                </a:lnTo>
                <a:lnTo>
                  <a:pt x="38100" y="218312"/>
                </a:lnTo>
                <a:lnTo>
                  <a:pt x="31750" y="214079"/>
                </a:lnTo>
                <a:close/>
              </a:path>
              <a:path extrusionOk="0" h="269239" w="76200">
                <a:moveTo>
                  <a:pt x="44450" y="0"/>
                </a:moveTo>
                <a:lnTo>
                  <a:pt x="31750" y="0"/>
                </a:lnTo>
                <a:lnTo>
                  <a:pt x="31750" y="214079"/>
                </a:lnTo>
                <a:lnTo>
                  <a:pt x="38100" y="218312"/>
                </a:lnTo>
                <a:lnTo>
                  <a:pt x="44450" y="214079"/>
                </a:lnTo>
                <a:lnTo>
                  <a:pt x="44450" y="0"/>
                </a:lnTo>
                <a:close/>
              </a:path>
              <a:path extrusionOk="0" h="269239" w="76200">
                <a:moveTo>
                  <a:pt x="44450" y="214079"/>
                </a:moveTo>
                <a:lnTo>
                  <a:pt x="38100" y="218312"/>
                </a:lnTo>
                <a:lnTo>
                  <a:pt x="44450" y="218312"/>
                </a:lnTo>
                <a:lnTo>
                  <a:pt x="44450" y="214079"/>
                </a:lnTo>
                <a:close/>
              </a:path>
              <a:path extrusionOk="0" h="269239" w="76200">
                <a:moveTo>
                  <a:pt x="76200" y="192912"/>
                </a:moveTo>
                <a:lnTo>
                  <a:pt x="44450" y="214079"/>
                </a:lnTo>
                <a:lnTo>
                  <a:pt x="44450" y="218312"/>
                </a:lnTo>
                <a:lnTo>
                  <a:pt x="63500" y="218312"/>
                </a:lnTo>
                <a:lnTo>
                  <a:pt x="76200" y="192912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5" name="Google Shape;3515;p1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1771" y="2955035"/>
            <a:ext cx="76200" cy="245490"/>
          </a:xfrm>
          <a:prstGeom prst="rect">
            <a:avLst/>
          </a:prstGeom>
          <a:noFill/>
          <a:ln>
            <a:noFill/>
          </a:ln>
        </p:spPr>
      </p:pic>
      <p:sp>
        <p:nvSpPr>
          <p:cNvPr id="3516" name="Google Shape;3516;p144"/>
          <p:cNvSpPr txBox="1"/>
          <p:nvPr>
            <p:ph type="title"/>
          </p:nvPr>
        </p:nvSpPr>
        <p:spPr>
          <a:xfrm>
            <a:off x="4253356" y="2939618"/>
            <a:ext cx="139928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038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5400">
                <a:latin typeface="Noto Sans Symbols"/>
                <a:ea typeface="Noto Sans Symbols"/>
                <a:cs typeface="Noto Sans Symbols"/>
                <a:sym typeface="Noto Sans Symbols"/>
              </a:rPr>
              <a:t>⋅</a:t>
            </a:r>
            <a:r>
              <a:rPr baseline="-25000" lang="en-US" sz="5400"/>
              <a:t> </a:t>
            </a: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7" name="Google Shape;3517;p144"/>
          <p:cNvSpPr/>
          <p:nvPr/>
        </p:nvSpPr>
        <p:spPr>
          <a:xfrm>
            <a:off x="6323076" y="3942588"/>
            <a:ext cx="269240" cy="76200"/>
          </a:xfrm>
          <a:custGeom>
            <a:rect b="b" l="l" r="r" t="t"/>
            <a:pathLst>
              <a:path extrusionOk="0" h="76200" w="269240">
                <a:moveTo>
                  <a:pt x="218313" y="38100"/>
                </a:moveTo>
                <a:lnTo>
                  <a:pt x="192913" y="76200"/>
                </a:lnTo>
                <a:lnTo>
                  <a:pt x="256413" y="44450"/>
                </a:lnTo>
                <a:lnTo>
                  <a:pt x="218313" y="44450"/>
                </a:lnTo>
                <a:lnTo>
                  <a:pt x="218313" y="38100"/>
                </a:lnTo>
                <a:close/>
              </a:path>
              <a:path extrusionOk="0" h="76200" w="269240">
                <a:moveTo>
                  <a:pt x="21407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14079" y="44450"/>
                </a:lnTo>
                <a:lnTo>
                  <a:pt x="218313" y="38100"/>
                </a:lnTo>
                <a:lnTo>
                  <a:pt x="214079" y="31750"/>
                </a:lnTo>
                <a:close/>
              </a:path>
              <a:path extrusionOk="0" h="76200" w="269240">
                <a:moveTo>
                  <a:pt x="256413" y="31750"/>
                </a:moveTo>
                <a:lnTo>
                  <a:pt x="218313" y="31750"/>
                </a:lnTo>
                <a:lnTo>
                  <a:pt x="218313" y="44450"/>
                </a:lnTo>
                <a:lnTo>
                  <a:pt x="256413" y="44450"/>
                </a:lnTo>
                <a:lnTo>
                  <a:pt x="269113" y="38100"/>
                </a:lnTo>
                <a:lnTo>
                  <a:pt x="256413" y="31750"/>
                </a:lnTo>
                <a:close/>
              </a:path>
              <a:path extrusionOk="0" h="76200" w="269240">
                <a:moveTo>
                  <a:pt x="192913" y="0"/>
                </a:moveTo>
                <a:lnTo>
                  <a:pt x="218313" y="38100"/>
                </a:lnTo>
                <a:lnTo>
                  <a:pt x="218313" y="31750"/>
                </a:lnTo>
                <a:lnTo>
                  <a:pt x="256413" y="31750"/>
                </a:lnTo>
                <a:lnTo>
                  <a:pt x="192913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8" name="Google Shape;3518;p1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09488" y="3942841"/>
            <a:ext cx="24549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9" name="Google Shape;3519;p144"/>
          <p:cNvSpPr txBox="1"/>
          <p:nvPr/>
        </p:nvSpPr>
        <p:spPr>
          <a:xfrm>
            <a:off x="6139053" y="3793363"/>
            <a:ext cx="12446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20" name="Google Shape;3520;p1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9327" y="5049011"/>
            <a:ext cx="2269998" cy="162306"/>
          </a:xfrm>
          <a:prstGeom prst="rect">
            <a:avLst/>
          </a:prstGeom>
          <a:noFill/>
          <a:ln>
            <a:noFill/>
          </a:ln>
        </p:spPr>
      </p:pic>
      <p:sp>
        <p:nvSpPr>
          <p:cNvPr id="3521" name="Google Shape;3521;p14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2" name="Google Shape;3522;p1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1708" y="1519427"/>
            <a:ext cx="1765554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3" name="Google Shape;3523;p1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9327" y="1872995"/>
            <a:ext cx="4156710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3524" name="Google Shape;3524;p144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14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0" name="Google Shape;3530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713" y="6524434"/>
            <a:ext cx="10422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1" name="Google Shape;3531;p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2" name="Google Shape;3532;p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3" name="Google Shape;3533;p1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16757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3534" name="Google Shape;3534;p145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5" name="Google Shape;3535;p145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3536" name="Google Shape;3536;p145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7" name="Google Shape;3537;p14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8" name="Google Shape;3538;p145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39" name="Google Shape;3539;p1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0" name="Google Shape;3540;p1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41" name="Google Shape;3541;p145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14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6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7" name="Google Shape;3547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579" y="6524434"/>
            <a:ext cx="10588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8" name="Google Shape;3548;p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9" name="Google Shape;3549;p1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0" name="Google Shape;3550;p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3963" y="1443177"/>
            <a:ext cx="4092702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3551" name="Google Shape;3551;p146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2" name="Google Shape;3552;p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1" y="1937004"/>
            <a:ext cx="767334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3" name="Google Shape;3553;p1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2290572"/>
            <a:ext cx="3300222" cy="1754885"/>
          </a:xfrm>
          <a:prstGeom prst="rect">
            <a:avLst/>
          </a:prstGeom>
          <a:noFill/>
          <a:ln>
            <a:noFill/>
          </a:ln>
        </p:spPr>
      </p:pic>
      <p:sp>
        <p:nvSpPr>
          <p:cNvPr id="3554" name="Google Shape;3554;p146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5" name="Google Shape;3555;p14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9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0" name="Google Shape;356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8315" y="6524434"/>
            <a:ext cx="10277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1" name="Google Shape;3561;p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2" name="Google Shape;3562;p1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3" name="Google Shape;3563;p1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5061203"/>
            <a:ext cx="4098798" cy="1623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4" name="Google Shape;3564;p147"/>
          <p:cNvSpPr txBox="1"/>
          <p:nvPr/>
        </p:nvSpPr>
        <p:spPr>
          <a:xfrm>
            <a:off x="3534155" y="2002535"/>
            <a:ext cx="858519" cy="429895"/>
          </a:xfrm>
          <a:prstGeom prst="rect">
            <a:avLst/>
          </a:prstGeom>
          <a:solidFill>
            <a:srgbClr val="EDF5FA"/>
          </a:solidFill>
          <a:ln cap="flat" cmpd="sng" w="12175">
            <a:solidFill>
              <a:srgbClr val="183D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1479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#1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5" name="Google Shape;3565;p147"/>
          <p:cNvSpPr txBox="1"/>
          <p:nvPr/>
        </p:nvSpPr>
        <p:spPr>
          <a:xfrm>
            <a:off x="3534155" y="2625851"/>
            <a:ext cx="858519" cy="428625"/>
          </a:xfrm>
          <a:prstGeom prst="rect">
            <a:avLst/>
          </a:prstGeom>
          <a:solidFill>
            <a:srgbClr val="EDF5FA"/>
          </a:solidFill>
          <a:ln cap="flat" cmpd="sng" w="12175">
            <a:solidFill>
              <a:srgbClr val="183D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#2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6" name="Google Shape;3566;p147"/>
          <p:cNvSpPr txBox="1"/>
          <p:nvPr/>
        </p:nvSpPr>
        <p:spPr>
          <a:xfrm>
            <a:off x="3534155" y="3249167"/>
            <a:ext cx="858519" cy="428625"/>
          </a:xfrm>
          <a:prstGeom prst="rect">
            <a:avLst/>
          </a:prstGeom>
          <a:solidFill>
            <a:srgbClr val="EDF5FA"/>
          </a:solidFill>
          <a:ln cap="flat" cmpd="sng" w="12175">
            <a:solidFill>
              <a:srgbClr val="183D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#3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7" name="Google Shape;3567;p147"/>
          <p:cNvSpPr txBox="1"/>
          <p:nvPr/>
        </p:nvSpPr>
        <p:spPr>
          <a:xfrm>
            <a:off x="3540252" y="3872484"/>
            <a:ext cx="856615" cy="428625"/>
          </a:xfrm>
          <a:prstGeom prst="rect">
            <a:avLst/>
          </a:prstGeom>
          <a:solidFill>
            <a:srgbClr val="5B9BD4">
              <a:alpha val="4705"/>
            </a:srgbClr>
          </a:solidFill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3350">
            <a:spAutoFit/>
          </a:bodyPr>
          <a:lstStyle/>
          <a:p>
            <a:pPr indent="0" lvl="0" marL="2698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E7E7E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2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68" name="Google Shape;3568;p147"/>
          <p:cNvSpPr txBox="1"/>
          <p:nvPr/>
        </p:nvSpPr>
        <p:spPr>
          <a:xfrm>
            <a:off x="1995297" y="4494402"/>
            <a:ext cx="13754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Deductive reasoning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9" name="Google Shape;3569;p147"/>
          <p:cNvGrpSpPr/>
          <p:nvPr/>
        </p:nvGrpSpPr>
        <p:grpSpPr>
          <a:xfrm>
            <a:off x="1278636" y="2677667"/>
            <a:ext cx="858519" cy="858519"/>
            <a:chOff x="1278636" y="2677667"/>
            <a:chExt cx="858519" cy="858519"/>
          </a:xfrm>
        </p:grpSpPr>
        <p:sp>
          <p:nvSpPr>
            <p:cNvPr id="3570" name="Google Shape;3570;p147"/>
            <p:cNvSpPr/>
            <p:nvPr/>
          </p:nvSpPr>
          <p:spPr>
            <a:xfrm>
              <a:off x="1278636" y="2677667"/>
              <a:ext cx="858519" cy="858519"/>
            </a:xfrm>
            <a:custGeom>
              <a:rect b="b" l="l" r="r" t="t"/>
              <a:pathLst>
                <a:path extrusionOk="0" h="858520" w="858519">
                  <a:moveTo>
                    <a:pt x="429006" y="0"/>
                  </a:moveTo>
                  <a:lnTo>
                    <a:pt x="382252" y="2516"/>
                  </a:lnTo>
                  <a:lnTo>
                    <a:pt x="336959" y="9892"/>
                  </a:lnTo>
                  <a:lnTo>
                    <a:pt x="293388" y="21866"/>
                  </a:lnTo>
                  <a:lnTo>
                    <a:pt x="251800" y="38176"/>
                  </a:lnTo>
                  <a:lnTo>
                    <a:pt x="212456" y="58561"/>
                  </a:lnTo>
                  <a:lnTo>
                    <a:pt x="175619" y="82759"/>
                  </a:lnTo>
                  <a:lnTo>
                    <a:pt x="141550" y="110509"/>
                  </a:lnTo>
                  <a:lnTo>
                    <a:pt x="110509" y="141550"/>
                  </a:lnTo>
                  <a:lnTo>
                    <a:pt x="82759" y="175619"/>
                  </a:lnTo>
                  <a:lnTo>
                    <a:pt x="58561" y="212456"/>
                  </a:lnTo>
                  <a:lnTo>
                    <a:pt x="38176" y="251800"/>
                  </a:lnTo>
                  <a:lnTo>
                    <a:pt x="21866" y="293388"/>
                  </a:lnTo>
                  <a:lnTo>
                    <a:pt x="9892" y="336959"/>
                  </a:lnTo>
                  <a:lnTo>
                    <a:pt x="2516" y="382252"/>
                  </a:lnTo>
                  <a:lnTo>
                    <a:pt x="0" y="429006"/>
                  </a:lnTo>
                  <a:lnTo>
                    <a:pt x="2516" y="475759"/>
                  </a:lnTo>
                  <a:lnTo>
                    <a:pt x="9892" y="521052"/>
                  </a:lnTo>
                  <a:lnTo>
                    <a:pt x="21866" y="564623"/>
                  </a:lnTo>
                  <a:lnTo>
                    <a:pt x="38176" y="606211"/>
                  </a:lnTo>
                  <a:lnTo>
                    <a:pt x="58561" y="645555"/>
                  </a:lnTo>
                  <a:lnTo>
                    <a:pt x="82759" y="682392"/>
                  </a:lnTo>
                  <a:lnTo>
                    <a:pt x="110509" y="716461"/>
                  </a:lnTo>
                  <a:lnTo>
                    <a:pt x="141550" y="747502"/>
                  </a:lnTo>
                  <a:lnTo>
                    <a:pt x="175619" y="775252"/>
                  </a:lnTo>
                  <a:lnTo>
                    <a:pt x="212456" y="799450"/>
                  </a:lnTo>
                  <a:lnTo>
                    <a:pt x="251800" y="819835"/>
                  </a:lnTo>
                  <a:lnTo>
                    <a:pt x="293388" y="836145"/>
                  </a:lnTo>
                  <a:lnTo>
                    <a:pt x="336959" y="848119"/>
                  </a:lnTo>
                  <a:lnTo>
                    <a:pt x="382252" y="855495"/>
                  </a:lnTo>
                  <a:lnTo>
                    <a:pt x="429006" y="858012"/>
                  </a:lnTo>
                  <a:lnTo>
                    <a:pt x="475759" y="855495"/>
                  </a:lnTo>
                  <a:lnTo>
                    <a:pt x="521052" y="848119"/>
                  </a:lnTo>
                  <a:lnTo>
                    <a:pt x="564623" y="836145"/>
                  </a:lnTo>
                  <a:lnTo>
                    <a:pt x="606211" y="819835"/>
                  </a:lnTo>
                  <a:lnTo>
                    <a:pt x="645555" y="799450"/>
                  </a:lnTo>
                  <a:lnTo>
                    <a:pt x="682392" y="775252"/>
                  </a:lnTo>
                  <a:lnTo>
                    <a:pt x="716461" y="747502"/>
                  </a:lnTo>
                  <a:lnTo>
                    <a:pt x="747502" y="716461"/>
                  </a:lnTo>
                  <a:lnTo>
                    <a:pt x="775252" y="682392"/>
                  </a:lnTo>
                  <a:lnTo>
                    <a:pt x="799450" y="645555"/>
                  </a:lnTo>
                  <a:lnTo>
                    <a:pt x="819835" y="606211"/>
                  </a:lnTo>
                  <a:lnTo>
                    <a:pt x="836145" y="564623"/>
                  </a:lnTo>
                  <a:lnTo>
                    <a:pt x="848119" y="521052"/>
                  </a:lnTo>
                  <a:lnTo>
                    <a:pt x="855495" y="475759"/>
                  </a:lnTo>
                  <a:lnTo>
                    <a:pt x="858012" y="429006"/>
                  </a:lnTo>
                  <a:lnTo>
                    <a:pt x="855495" y="382252"/>
                  </a:lnTo>
                  <a:lnTo>
                    <a:pt x="848119" y="336959"/>
                  </a:lnTo>
                  <a:lnTo>
                    <a:pt x="836145" y="293388"/>
                  </a:lnTo>
                  <a:lnTo>
                    <a:pt x="819835" y="251800"/>
                  </a:lnTo>
                  <a:lnTo>
                    <a:pt x="799450" y="212456"/>
                  </a:lnTo>
                  <a:lnTo>
                    <a:pt x="775252" y="175619"/>
                  </a:lnTo>
                  <a:lnTo>
                    <a:pt x="747502" y="141550"/>
                  </a:lnTo>
                  <a:lnTo>
                    <a:pt x="716461" y="110509"/>
                  </a:lnTo>
                  <a:lnTo>
                    <a:pt x="682392" y="82759"/>
                  </a:lnTo>
                  <a:lnTo>
                    <a:pt x="645555" y="58561"/>
                  </a:lnTo>
                  <a:lnTo>
                    <a:pt x="606211" y="38176"/>
                  </a:lnTo>
                  <a:lnTo>
                    <a:pt x="564623" y="21866"/>
                  </a:lnTo>
                  <a:lnTo>
                    <a:pt x="521052" y="9892"/>
                  </a:lnTo>
                  <a:lnTo>
                    <a:pt x="475759" y="2516"/>
                  </a:lnTo>
                  <a:lnTo>
                    <a:pt x="429006" y="0"/>
                  </a:lnTo>
                  <a:close/>
                </a:path>
              </a:pathLst>
            </a:custGeom>
            <a:solidFill>
              <a:srgbClr val="FF0000">
                <a:alpha val="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p147"/>
            <p:cNvSpPr/>
            <p:nvPr/>
          </p:nvSpPr>
          <p:spPr>
            <a:xfrm>
              <a:off x="1278636" y="2677667"/>
              <a:ext cx="858519" cy="858519"/>
            </a:xfrm>
            <a:custGeom>
              <a:rect b="b" l="l" r="r" t="t"/>
              <a:pathLst>
                <a:path extrusionOk="0" h="858520" w="858519">
                  <a:moveTo>
                    <a:pt x="0" y="429006"/>
                  </a:moveTo>
                  <a:lnTo>
                    <a:pt x="2516" y="382252"/>
                  </a:lnTo>
                  <a:lnTo>
                    <a:pt x="9892" y="336959"/>
                  </a:lnTo>
                  <a:lnTo>
                    <a:pt x="21866" y="293388"/>
                  </a:lnTo>
                  <a:lnTo>
                    <a:pt x="38176" y="251800"/>
                  </a:lnTo>
                  <a:lnTo>
                    <a:pt x="58561" y="212456"/>
                  </a:lnTo>
                  <a:lnTo>
                    <a:pt x="82759" y="175619"/>
                  </a:lnTo>
                  <a:lnTo>
                    <a:pt x="110509" y="141550"/>
                  </a:lnTo>
                  <a:lnTo>
                    <a:pt x="141550" y="110509"/>
                  </a:lnTo>
                  <a:lnTo>
                    <a:pt x="175619" y="82759"/>
                  </a:lnTo>
                  <a:lnTo>
                    <a:pt x="212456" y="58561"/>
                  </a:lnTo>
                  <a:lnTo>
                    <a:pt x="251800" y="38176"/>
                  </a:lnTo>
                  <a:lnTo>
                    <a:pt x="293388" y="21866"/>
                  </a:lnTo>
                  <a:lnTo>
                    <a:pt x="336959" y="9892"/>
                  </a:lnTo>
                  <a:lnTo>
                    <a:pt x="382252" y="2516"/>
                  </a:lnTo>
                  <a:lnTo>
                    <a:pt x="429006" y="0"/>
                  </a:lnTo>
                  <a:lnTo>
                    <a:pt x="475759" y="2516"/>
                  </a:lnTo>
                  <a:lnTo>
                    <a:pt x="521052" y="9892"/>
                  </a:lnTo>
                  <a:lnTo>
                    <a:pt x="564623" y="21866"/>
                  </a:lnTo>
                  <a:lnTo>
                    <a:pt x="606211" y="38176"/>
                  </a:lnTo>
                  <a:lnTo>
                    <a:pt x="645555" y="58561"/>
                  </a:lnTo>
                  <a:lnTo>
                    <a:pt x="682392" y="82759"/>
                  </a:lnTo>
                  <a:lnTo>
                    <a:pt x="716461" y="110509"/>
                  </a:lnTo>
                  <a:lnTo>
                    <a:pt x="747502" y="141550"/>
                  </a:lnTo>
                  <a:lnTo>
                    <a:pt x="775252" y="175619"/>
                  </a:lnTo>
                  <a:lnTo>
                    <a:pt x="799450" y="212456"/>
                  </a:lnTo>
                  <a:lnTo>
                    <a:pt x="819835" y="251800"/>
                  </a:lnTo>
                  <a:lnTo>
                    <a:pt x="836145" y="293388"/>
                  </a:lnTo>
                  <a:lnTo>
                    <a:pt x="848119" y="336959"/>
                  </a:lnTo>
                  <a:lnTo>
                    <a:pt x="855495" y="382252"/>
                  </a:lnTo>
                  <a:lnTo>
                    <a:pt x="858012" y="429006"/>
                  </a:lnTo>
                  <a:lnTo>
                    <a:pt x="855495" y="475759"/>
                  </a:lnTo>
                  <a:lnTo>
                    <a:pt x="848119" y="521052"/>
                  </a:lnTo>
                  <a:lnTo>
                    <a:pt x="836145" y="564623"/>
                  </a:lnTo>
                  <a:lnTo>
                    <a:pt x="819835" y="606211"/>
                  </a:lnTo>
                  <a:lnTo>
                    <a:pt x="799450" y="645555"/>
                  </a:lnTo>
                  <a:lnTo>
                    <a:pt x="775252" y="682392"/>
                  </a:lnTo>
                  <a:lnTo>
                    <a:pt x="747502" y="716461"/>
                  </a:lnTo>
                  <a:lnTo>
                    <a:pt x="716461" y="747502"/>
                  </a:lnTo>
                  <a:lnTo>
                    <a:pt x="682392" y="775252"/>
                  </a:lnTo>
                  <a:lnTo>
                    <a:pt x="645555" y="799450"/>
                  </a:lnTo>
                  <a:lnTo>
                    <a:pt x="606211" y="819835"/>
                  </a:lnTo>
                  <a:lnTo>
                    <a:pt x="564623" y="836145"/>
                  </a:lnTo>
                  <a:lnTo>
                    <a:pt x="521052" y="848119"/>
                  </a:lnTo>
                  <a:lnTo>
                    <a:pt x="475759" y="855495"/>
                  </a:lnTo>
                  <a:lnTo>
                    <a:pt x="429006" y="858012"/>
                  </a:lnTo>
                  <a:lnTo>
                    <a:pt x="382252" y="855495"/>
                  </a:lnTo>
                  <a:lnTo>
                    <a:pt x="336959" y="848119"/>
                  </a:lnTo>
                  <a:lnTo>
                    <a:pt x="293388" y="836145"/>
                  </a:lnTo>
                  <a:lnTo>
                    <a:pt x="251800" y="819835"/>
                  </a:lnTo>
                  <a:lnTo>
                    <a:pt x="212456" y="799450"/>
                  </a:lnTo>
                  <a:lnTo>
                    <a:pt x="175619" y="775252"/>
                  </a:lnTo>
                  <a:lnTo>
                    <a:pt x="141550" y="747502"/>
                  </a:lnTo>
                  <a:lnTo>
                    <a:pt x="110509" y="716461"/>
                  </a:lnTo>
                  <a:lnTo>
                    <a:pt x="82759" y="682392"/>
                  </a:lnTo>
                  <a:lnTo>
                    <a:pt x="58561" y="645555"/>
                  </a:lnTo>
                  <a:lnTo>
                    <a:pt x="38176" y="606211"/>
                  </a:lnTo>
                  <a:lnTo>
                    <a:pt x="21866" y="564623"/>
                  </a:lnTo>
                  <a:lnTo>
                    <a:pt x="9892" y="521052"/>
                  </a:lnTo>
                  <a:lnTo>
                    <a:pt x="2516" y="475759"/>
                  </a:lnTo>
                  <a:lnTo>
                    <a:pt x="0" y="429006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2" name="Google Shape;3572;p147"/>
          <p:cNvSpPr txBox="1"/>
          <p:nvPr/>
        </p:nvSpPr>
        <p:spPr>
          <a:xfrm>
            <a:off x="1563750" y="2991738"/>
            <a:ext cx="28956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3" name="Google Shape;3573;p147"/>
          <p:cNvGrpSpPr/>
          <p:nvPr/>
        </p:nvGrpSpPr>
        <p:grpSpPr>
          <a:xfrm>
            <a:off x="2132964" y="2217419"/>
            <a:ext cx="1418845" cy="1869060"/>
            <a:chOff x="2132964" y="2217419"/>
            <a:chExt cx="1418845" cy="1869060"/>
          </a:xfrm>
        </p:grpSpPr>
        <p:sp>
          <p:nvSpPr>
            <p:cNvPr id="3574" name="Google Shape;3574;p147"/>
            <p:cNvSpPr/>
            <p:nvPr/>
          </p:nvSpPr>
          <p:spPr>
            <a:xfrm>
              <a:off x="2133219" y="2217419"/>
              <a:ext cx="1418590" cy="1264285"/>
            </a:xfrm>
            <a:custGeom>
              <a:rect b="b" l="l" r="r" t="t"/>
              <a:pathLst>
                <a:path extrusionOk="0" h="1264285" w="1418589">
                  <a:moveTo>
                    <a:pt x="1418590" y="621792"/>
                  </a:moveTo>
                  <a:lnTo>
                    <a:pt x="1336675" y="598551"/>
                  </a:lnTo>
                  <a:lnTo>
                    <a:pt x="1342542" y="629742"/>
                  </a:lnTo>
                  <a:lnTo>
                    <a:pt x="34353" y="877468"/>
                  </a:lnTo>
                  <a:lnTo>
                    <a:pt x="1340065" y="46316"/>
                  </a:lnTo>
                  <a:lnTo>
                    <a:pt x="1357122" y="73025"/>
                  </a:lnTo>
                  <a:lnTo>
                    <a:pt x="1383715" y="28702"/>
                  </a:lnTo>
                  <a:lnTo>
                    <a:pt x="1400937" y="0"/>
                  </a:lnTo>
                  <a:lnTo>
                    <a:pt x="1316101" y="8763"/>
                  </a:lnTo>
                  <a:lnTo>
                    <a:pt x="1333182" y="35534"/>
                  </a:lnTo>
                  <a:lnTo>
                    <a:pt x="0" y="884174"/>
                  </a:lnTo>
                  <a:lnTo>
                    <a:pt x="3352" y="889469"/>
                  </a:lnTo>
                  <a:lnTo>
                    <a:pt x="3441" y="889965"/>
                  </a:lnTo>
                  <a:lnTo>
                    <a:pt x="1905" y="896112"/>
                  </a:lnTo>
                  <a:lnTo>
                    <a:pt x="1343126" y="1232992"/>
                  </a:lnTo>
                  <a:lnTo>
                    <a:pt x="1335405" y="1263777"/>
                  </a:lnTo>
                  <a:lnTo>
                    <a:pt x="1418590" y="1245489"/>
                  </a:lnTo>
                  <a:lnTo>
                    <a:pt x="1407668" y="1236091"/>
                  </a:lnTo>
                  <a:lnTo>
                    <a:pt x="1353947" y="1189863"/>
                  </a:lnTo>
                  <a:lnTo>
                    <a:pt x="1346212" y="1220685"/>
                  </a:lnTo>
                  <a:lnTo>
                    <a:pt x="32461" y="890828"/>
                  </a:lnTo>
                  <a:lnTo>
                    <a:pt x="1344891" y="642200"/>
                  </a:lnTo>
                  <a:lnTo>
                    <a:pt x="1350772" y="673354"/>
                  </a:lnTo>
                  <a:lnTo>
                    <a:pt x="1411236" y="627380"/>
                  </a:lnTo>
                  <a:lnTo>
                    <a:pt x="1418590" y="621792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p147"/>
            <p:cNvSpPr/>
            <p:nvPr/>
          </p:nvSpPr>
          <p:spPr>
            <a:xfrm>
              <a:off x="2132964" y="3102229"/>
              <a:ext cx="1406525" cy="984250"/>
            </a:xfrm>
            <a:custGeom>
              <a:rect b="b" l="l" r="r" t="t"/>
              <a:pathLst>
                <a:path extrusionOk="0" h="984250" w="1406525">
                  <a:moveTo>
                    <a:pt x="1340363" y="945618"/>
                  </a:moveTo>
                  <a:lnTo>
                    <a:pt x="1322197" y="971677"/>
                  </a:lnTo>
                  <a:lnTo>
                    <a:pt x="1406525" y="984123"/>
                  </a:lnTo>
                  <a:lnTo>
                    <a:pt x="1389527" y="952881"/>
                  </a:lnTo>
                  <a:lnTo>
                    <a:pt x="1350772" y="952881"/>
                  </a:lnTo>
                  <a:lnTo>
                    <a:pt x="1340363" y="945618"/>
                  </a:lnTo>
                  <a:close/>
                </a:path>
                <a:path extrusionOk="0" h="984250" w="1406525">
                  <a:moveTo>
                    <a:pt x="1347617" y="935214"/>
                  </a:moveTo>
                  <a:lnTo>
                    <a:pt x="1340363" y="945618"/>
                  </a:lnTo>
                  <a:lnTo>
                    <a:pt x="1350772" y="952881"/>
                  </a:lnTo>
                  <a:lnTo>
                    <a:pt x="1358011" y="942467"/>
                  </a:lnTo>
                  <a:lnTo>
                    <a:pt x="1347617" y="935214"/>
                  </a:lnTo>
                  <a:close/>
                </a:path>
                <a:path extrusionOk="0" h="984250" w="1406525">
                  <a:moveTo>
                    <a:pt x="1365758" y="909193"/>
                  </a:moveTo>
                  <a:lnTo>
                    <a:pt x="1347617" y="935214"/>
                  </a:lnTo>
                  <a:lnTo>
                    <a:pt x="1358011" y="942467"/>
                  </a:lnTo>
                  <a:lnTo>
                    <a:pt x="1350772" y="952881"/>
                  </a:lnTo>
                  <a:lnTo>
                    <a:pt x="1389527" y="952881"/>
                  </a:lnTo>
                  <a:lnTo>
                    <a:pt x="1365758" y="909193"/>
                  </a:lnTo>
                  <a:close/>
                </a:path>
                <a:path extrusionOk="0" h="984250" w="1406525">
                  <a:moveTo>
                    <a:pt x="7366" y="0"/>
                  </a:moveTo>
                  <a:lnTo>
                    <a:pt x="0" y="10413"/>
                  </a:lnTo>
                  <a:lnTo>
                    <a:pt x="1340363" y="945618"/>
                  </a:lnTo>
                  <a:lnTo>
                    <a:pt x="1347617" y="935214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A6A6A6">
                <a:alpha val="6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6" name="Google Shape;3576;p147"/>
          <p:cNvSpPr txBox="1"/>
          <p:nvPr/>
        </p:nvSpPr>
        <p:spPr>
          <a:xfrm>
            <a:off x="6083553" y="4494402"/>
            <a:ext cx="134175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Inductive reasoning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7" name="Google Shape;3577;p147"/>
          <p:cNvSpPr txBox="1"/>
          <p:nvPr/>
        </p:nvSpPr>
        <p:spPr>
          <a:xfrm>
            <a:off x="7645907" y="2002535"/>
            <a:ext cx="858519" cy="429895"/>
          </a:xfrm>
          <a:prstGeom prst="rect">
            <a:avLst/>
          </a:prstGeom>
          <a:solidFill>
            <a:srgbClr val="EDF5FA"/>
          </a:solidFill>
          <a:ln cap="flat" cmpd="sng" w="12175">
            <a:solidFill>
              <a:srgbClr val="183D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1479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#1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8" name="Google Shape;3578;p147"/>
          <p:cNvSpPr txBox="1"/>
          <p:nvPr/>
        </p:nvSpPr>
        <p:spPr>
          <a:xfrm>
            <a:off x="7645907" y="2881883"/>
            <a:ext cx="856615" cy="429895"/>
          </a:xfrm>
          <a:prstGeom prst="rect">
            <a:avLst/>
          </a:prstGeom>
          <a:solidFill>
            <a:srgbClr val="EDF5FA"/>
          </a:solidFill>
          <a:ln cap="flat" cmpd="sng" w="12175">
            <a:solidFill>
              <a:srgbClr val="183D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#2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9" name="Google Shape;3579;p147"/>
          <p:cNvSpPr txBox="1"/>
          <p:nvPr/>
        </p:nvSpPr>
        <p:spPr>
          <a:xfrm>
            <a:off x="7645907" y="3717035"/>
            <a:ext cx="856615" cy="428625"/>
          </a:xfrm>
          <a:prstGeom prst="rect">
            <a:avLst/>
          </a:prstGeom>
          <a:solidFill>
            <a:srgbClr val="EDF5FA"/>
          </a:solidFill>
          <a:ln cap="flat" cmpd="sng" w="12175">
            <a:solidFill>
              <a:srgbClr val="183D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#3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0" name="Google Shape;3580;p147"/>
          <p:cNvGrpSpPr/>
          <p:nvPr/>
        </p:nvGrpSpPr>
        <p:grpSpPr>
          <a:xfrm>
            <a:off x="5039867" y="2244851"/>
            <a:ext cx="858519" cy="858519"/>
            <a:chOff x="5039867" y="2244851"/>
            <a:chExt cx="858519" cy="858519"/>
          </a:xfrm>
        </p:grpSpPr>
        <p:sp>
          <p:nvSpPr>
            <p:cNvPr id="3581" name="Google Shape;3581;p147"/>
            <p:cNvSpPr/>
            <p:nvPr/>
          </p:nvSpPr>
          <p:spPr>
            <a:xfrm>
              <a:off x="5039867" y="2244851"/>
              <a:ext cx="858519" cy="858519"/>
            </a:xfrm>
            <a:custGeom>
              <a:rect b="b" l="l" r="r" t="t"/>
              <a:pathLst>
                <a:path extrusionOk="0" h="858519" w="858520">
                  <a:moveTo>
                    <a:pt x="429006" y="0"/>
                  </a:moveTo>
                  <a:lnTo>
                    <a:pt x="382252" y="2516"/>
                  </a:lnTo>
                  <a:lnTo>
                    <a:pt x="336959" y="9892"/>
                  </a:lnTo>
                  <a:lnTo>
                    <a:pt x="293388" y="21866"/>
                  </a:lnTo>
                  <a:lnTo>
                    <a:pt x="251800" y="38176"/>
                  </a:lnTo>
                  <a:lnTo>
                    <a:pt x="212456" y="58561"/>
                  </a:lnTo>
                  <a:lnTo>
                    <a:pt x="175619" y="82759"/>
                  </a:lnTo>
                  <a:lnTo>
                    <a:pt x="141550" y="110509"/>
                  </a:lnTo>
                  <a:lnTo>
                    <a:pt x="110509" y="141550"/>
                  </a:lnTo>
                  <a:lnTo>
                    <a:pt x="82759" y="175619"/>
                  </a:lnTo>
                  <a:lnTo>
                    <a:pt x="58561" y="212456"/>
                  </a:lnTo>
                  <a:lnTo>
                    <a:pt x="38176" y="251800"/>
                  </a:lnTo>
                  <a:lnTo>
                    <a:pt x="21866" y="293388"/>
                  </a:lnTo>
                  <a:lnTo>
                    <a:pt x="9892" y="336959"/>
                  </a:lnTo>
                  <a:lnTo>
                    <a:pt x="2516" y="382252"/>
                  </a:lnTo>
                  <a:lnTo>
                    <a:pt x="0" y="429006"/>
                  </a:lnTo>
                  <a:lnTo>
                    <a:pt x="2516" y="475759"/>
                  </a:lnTo>
                  <a:lnTo>
                    <a:pt x="9892" y="521052"/>
                  </a:lnTo>
                  <a:lnTo>
                    <a:pt x="21866" y="564623"/>
                  </a:lnTo>
                  <a:lnTo>
                    <a:pt x="38176" y="606211"/>
                  </a:lnTo>
                  <a:lnTo>
                    <a:pt x="58561" y="645555"/>
                  </a:lnTo>
                  <a:lnTo>
                    <a:pt x="82759" y="682392"/>
                  </a:lnTo>
                  <a:lnTo>
                    <a:pt x="110509" y="716461"/>
                  </a:lnTo>
                  <a:lnTo>
                    <a:pt x="141550" y="747502"/>
                  </a:lnTo>
                  <a:lnTo>
                    <a:pt x="175619" y="775252"/>
                  </a:lnTo>
                  <a:lnTo>
                    <a:pt x="212456" y="799450"/>
                  </a:lnTo>
                  <a:lnTo>
                    <a:pt x="251800" y="819835"/>
                  </a:lnTo>
                  <a:lnTo>
                    <a:pt x="293388" y="836145"/>
                  </a:lnTo>
                  <a:lnTo>
                    <a:pt x="336959" y="848119"/>
                  </a:lnTo>
                  <a:lnTo>
                    <a:pt x="382252" y="855495"/>
                  </a:lnTo>
                  <a:lnTo>
                    <a:pt x="429006" y="858012"/>
                  </a:lnTo>
                  <a:lnTo>
                    <a:pt x="475759" y="855495"/>
                  </a:lnTo>
                  <a:lnTo>
                    <a:pt x="521052" y="848119"/>
                  </a:lnTo>
                  <a:lnTo>
                    <a:pt x="564623" y="836145"/>
                  </a:lnTo>
                  <a:lnTo>
                    <a:pt x="606211" y="819835"/>
                  </a:lnTo>
                  <a:lnTo>
                    <a:pt x="645555" y="799450"/>
                  </a:lnTo>
                  <a:lnTo>
                    <a:pt x="682392" y="775252"/>
                  </a:lnTo>
                  <a:lnTo>
                    <a:pt x="716461" y="747502"/>
                  </a:lnTo>
                  <a:lnTo>
                    <a:pt x="747502" y="716461"/>
                  </a:lnTo>
                  <a:lnTo>
                    <a:pt x="775252" y="682392"/>
                  </a:lnTo>
                  <a:lnTo>
                    <a:pt x="799450" y="645555"/>
                  </a:lnTo>
                  <a:lnTo>
                    <a:pt x="819835" y="606211"/>
                  </a:lnTo>
                  <a:lnTo>
                    <a:pt x="836145" y="564623"/>
                  </a:lnTo>
                  <a:lnTo>
                    <a:pt x="848119" y="521052"/>
                  </a:lnTo>
                  <a:lnTo>
                    <a:pt x="855495" y="475759"/>
                  </a:lnTo>
                  <a:lnTo>
                    <a:pt x="858012" y="429006"/>
                  </a:lnTo>
                  <a:lnTo>
                    <a:pt x="855495" y="382252"/>
                  </a:lnTo>
                  <a:lnTo>
                    <a:pt x="848119" y="336959"/>
                  </a:lnTo>
                  <a:lnTo>
                    <a:pt x="836145" y="293388"/>
                  </a:lnTo>
                  <a:lnTo>
                    <a:pt x="819835" y="251800"/>
                  </a:lnTo>
                  <a:lnTo>
                    <a:pt x="799450" y="212456"/>
                  </a:lnTo>
                  <a:lnTo>
                    <a:pt x="775252" y="175619"/>
                  </a:lnTo>
                  <a:lnTo>
                    <a:pt x="747502" y="141550"/>
                  </a:lnTo>
                  <a:lnTo>
                    <a:pt x="716461" y="110509"/>
                  </a:lnTo>
                  <a:lnTo>
                    <a:pt x="682392" y="82759"/>
                  </a:lnTo>
                  <a:lnTo>
                    <a:pt x="645555" y="58561"/>
                  </a:lnTo>
                  <a:lnTo>
                    <a:pt x="606211" y="38176"/>
                  </a:lnTo>
                  <a:lnTo>
                    <a:pt x="564623" y="21866"/>
                  </a:lnTo>
                  <a:lnTo>
                    <a:pt x="521052" y="9892"/>
                  </a:lnTo>
                  <a:lnTo>
                    <a:pt x="475759" y="2516"/>
                  </a:lnTo>
                  <a:lnTo>
                    <a:pt x="429006" y="0"/>
                  </a:lnTo>
                  <a:close/>
                </a:path>
              </a:pathLst>
            </a:custGeom>
            <a:solidFill>
              <a:srgbClr val="FF0000">
                <a:alpha val="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p147"/>
            <p:cNvSpPr/>
            <p:nvPr/>
          </p:nvSpPr>
          <p:spPr>
            <a:xfrm>
              <a:off x="5039867" y="2244851"/>
              <a:ext cx="858519" cy="858519"/>
            </a:xfrm>
            <a:custGeom>
              <a:rect b="b" l="l" r="r" t="t"/>
              <a:pathLst>
                <a:path extrusionOk="0" h="858519" w="858520">
                  <a:moveTo>
                    <a:pt x="0" y="429006"/>
                  </a:moveTo>
                  <a:lnTo>
                    <a:pt x="2516" y="382252"/>
                  </a:lnTo>
                  <a:lnTo>
                    <a:pt x="9892" y="336959"/>
                  </a:lnTo>
                  <a:lnTo>
                    <a:pt x="21866" y="293388"/>
                  </a:lnTo>
                  <a:lnTo>
                    <a:pt x="38176" y="251800"/>
                  </a:lnTo>
                  <a:lnTo>
                    <a:pt x="58561" y="212456"/>
                  </a:lnTo>
                  <a:lnTo>
                    <a:pt x="82759" y="175619"/>
                  </a:lnTo>
                  <a:lnTo>
                    <a:pt x="110509" y="141550"/>
                  </a:lnTo>
                  <a:lnTo>
                    <a:pt x="141550" y="110509"/>
                  </a:lnTo>
                  <a:lnTo>
                    <a:pt x="175619" y="82759"/>
                  </a:lnTo>
                  <a:lnTo>
                    <a:pt x="212456" y="58561"/>
                  </a:lnTo>
                  <a:lnTo>
                    <a:pt x="251800" y="38176"/>
                  </a:lnTo>
                  <a:lnTo>
                    <a:pt x="293388" y="21866"/>
                  </a:lnTo>
                  <a:lnTo>
                    <a:pt x="336959" y="9892"/>
                  </a:lnTo>
                  <a:lnTo>
                    <a:pt x="382252" y="2516"/>
                  </a:lnTo>
                  <a:lnTo>
                    <a:pt x="429006" y="0"/>
                  </a:lnTo>
                  <a:lnTo>
                    <a:pt x="475759" y="2516"/>
                  </a:lnTo>
                  <a:lnTo>
                    <a:pt x="521052" y="9892"/>
                  </a:lnTo>
                  <a:lnTo>
                    <a:pt x="564623" y="21866"/>
                  </a:lnTo>
                  <a:lnTo>
                    <a:pt x="606211" y="38176"/>
                  </a:lnTo>
                  <a:lnTo>
                    <a:pt x="645555" y="58561"/>
                  </a:lnTo>
                  <a:lnTo>
                    <a:pt x="682392" y="82759"/>
                  </a:lnTo>
                  <a:lnTo>
                    <a:pt x="716461" y="110509"/>
                  </a:lnTo>
                  <a:lnTo>
                    <a:pt x="747502" y="141550"/>
                  </a:lnTo>
                  <a:lnTo>
                    <a:pt x="775252" y="175619"/>
                  </a:lnTo>
                  <a:lnTo>
                    <a:pt x="799450" y="212456"/>
                  </a:lnTo>
                  <a:lnTo>
                    <a:pt x="819835" y="251800"/>
                  </a:lnTo>
                  <a:lnTo>
                    <a:pt x="836145" y="293388"/>
                  </a:lnTo>
                  <a:lnTo>
                    <a:pt x="848119" y="336959"/>
                  </a:lnTo>
                  <a:lnTo>
                    <a:pt x="855495" y="382252"/>
                  </a:lnTo>
                  <a:lnTo>
                    <a:pt x="858012" y="429006"/>
                  </a:lnTo>
                  <a:lnTo>
                    <a:pt x="855495" y="475759"/>
                  </a:lnTo>
                  <a:lnTo>
                    <a:pt x="848119" y="521052"/>
                  </a:lnTo>
                  <a:lnTo>
                    <a:pt x="836145" y="564623"/>
                  </a:lnTo>
                  <a:lnTo>
                    <a:pt x="819835" y="606211"/>
                  </a:lnTo>
                  <a:lnTo>
                    <a:pt x="799450" y="645555"/>
                  </a:lnTo>
                  <a:lnTo>
                    <a:pt x="775252" y="682392"/>
                  </a:lnTo>
                  <a:lnTo>
                    <a:pt x="747502" y="716461"/>
                  </a:lnTo>
                  <a:lnTo>
                    <a:pt x="716461" y="747502"/>
                  </a:lnTo>
                  <a:lnTo>
                    <a:pt x="682392" y="775252"/>
                  </a:lnTo>
                  <a:lnTo>
                    <a:pt x="645555" y="799450"/>
                  </a:lnTo>
                  <a:lnTo>
                    <a:pt x="606211" y="819835"/>
                  </a:lnTo>
                  <a:lnTo>
                    <a:pt x="564623" y="836145"/>
                  </a:lnTo>
                  <a:lnTo>
                    <a:pt x="521052" y="848119"/>
                  </a:lnTo>
                  <a:lnTo>
                    <a:pt x="475759" y="855495"/>
                  </a:lnTo>
                  <a:lnTo>
                    <a:pt x="429006" y="858012"/>
                  </a:lnTo>
                  <a:lnTo>
                    <a:pt x="382252" y="855495"/>
                  </a:lnTo>
                  <a:lnTo>
                    <a:pt x="336959" y="848119"/>
                  </a:lnTo>
                  <a:lnTo>
                    <a:pt x="293388" y="836145"/>
                  </a:lnTo>
                  <a:lnTo>
                    <a:pt x="251800" y="819835"/>
                  </a:lnTo>
                  <a:lnTo>
                    <a:pt x="212456" y="799450"/>
                  </a:lnTo>
                  <a:lnTo>
                    <a:pt x="175619" y="775252"/>
                  </a:lnTo>
                  <a:lnTo>
                    <a:pt x="141550" y="747502"/>
                  </a:lnTo>
                  <a:lnTo>
                    <a:pt x="110509" y="716461"/>
                  </a:lnTo>
                  <a:lnTo>
                    <a:pt x="82759" y="682392"/>
                  </a:lnTo>
                  <a:lnTo>
                    <a:pt x="58561" y="645555"/>
                  </a:lnTo>
                  <a:lnTo>
                    <a:pt x="38176" y="606211"/>
                  </a:lnTo>
                  <a:lnTo>
                    <a:pt x="21866" y="564623"/>
                  </a:lnTo>
                  <a:lnTo>
                    <a:pt x="9892" y="521052"/>
                  </a:lnTo>
                  <a:lnTo>
                    <a:pt x="2516" y="475759"/>
                  </a:lnTo>
                  <a:lnTo>
                    <a:pt x="0" y="429006"/>
                  </a:lnTo>
                  <a:close/>
                </a:path>
              </a:pathLst>
            </a:custGeom>
            <a:noFill/>
            <a:ln cap="flat" cmpd="sng" w="121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83" name="Google Shape;3583;p147"/>
          <p:cNvSpPr txBox="1"/>
          <p:nvPr/>
        </p:nvSpPr>
        <p:spPr>
          <a:xfrm>
            <a:off x="5316473" y="2458592"/>
            <a:ext cx="30734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720" lvl="0" marL="5841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 #1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4" name="Google Shape;3584;p147"/>
          <p:cNvGrpSpPr/>
          <p:nvPr/>
        </p:nvGrpSpPr>
        <p:grpSpPr>
          <a:xfrm>
            <a:off x="5039867" y="3235451"/>
            <a:ext cx="858519" cy="858519"/>
            <a:chOff x="5039867" y="3235451"/>
            <a:chExt cx="858519" cy="858519"/>
          </a:xfrm>
        </p:grpSpPr>
        <p:sp>
          <p:nvSpPr>
            <p:cNvPr id="3585" name="Google Shape;3585;p147"/>
            <p:cNvSpPr/>
            <p:nvPr/>
          </p:nvSpPr>
          <p:spPr>
            <a:xfrm>
              <a:off x="5039867" y="3235451"/>
              <a:ext cx="858519" cy="858519"/>
            </a:xfrm>
            <a:custGeom>
              <a:rect b="b" l="l" r="r" t="t"/>
              <a:pathLst>
                <a:path extrusionOk="0" h="858520" w="858520">
                  <a:moveTo>
                    <a:pt x="429006" y="0"/>
                  </a:moveTo>
                  <a:lnTo>
                    <a:pt x="382252" y="2516"/>
                  </a:lnTo>
                  <a:lnTo>
                    <a:pt x="336959" y="9892"/>
                  </a:lnTo>
                  <a:lnTo>
                    <a:pt x="293388" y="21866"/>
                  </a:lnTo>
                  <a:lnTo>
                    <a:pt x="251800" y="38176"/>
                  </a:lnTo>
                  <a:lnTo>
                    <a:pt x="212456" y="58561"/>
                  </a:lnTo>
                  <a:lnTo>
                    <a:pt x="175619" y="82759"/>
                  </a:lnTo>
                  <a:lnTo>
                    <a:pt x="141550" y="110509"/>
                  </a:lnTo>
                  <a:lnTo>
                    <a:pt x="110509" y="141550"/>
                  </a:lnTo>
                  <a:lnTo>
                    <a:pt x="82759" y="175619"/>
                  </a:lnTo>
                  <a:lnTo>
                    <a:pt x="58561" y="212456"/>
                  </a:lnTo>
                  <a:lnTo>
                    <a:pt x="38176" y="251800"/>
                  </a:lnTo>
                  <a:lnTo>
                    <a:pt x="21866" y="293388"/>
                  </a:lnTo>
                  <a:lnTo>
                    <a:pt x="9892" y="336959"/>
                  </a:lnTo>
                  <a:lnTo>
                    <a:pt x="2516" y="382252"/>
                  </a:lnTo>
                  <a:lnTo>
                    <a:pt x="0" y="429006"/>
                  </a:lnTo>
                  <a:lnTo>
                    <a:pt x="2516" y="475759"/>
                  </a:lnTo>
                  <a:lnTo>
                    <a:pt x="9892" y="521052"/>
                  </a:lnTo>
                  <a:lnTo>
                    <a:pt x="21866" y="564623"/>
                  </a:lnTo>
                  <a:lnTo>
                    <a:pt x="38176" y="606211"/>
                  </a:lnTo>
                  <a:lnTo>
                    <a:pt x="58561" y="645555"/>
                  </a:lnTo>
                  <a:lnTo>
                    <a:pt x="82759" y="682392"/>
                  </a:lnTo>
                  <a:lnTo>
                    <a:pt x="110509" y="716461"/>
                  </a:lnTo>
                  <a:lnTo>
                    <a:pt x="141550" y="747502"/>
                  </a:lnTo>
                  <a:lnTo>
                    <a:pt x="175619" y="775252"/>
                  </a:lnTo>
                  <a:lnTo>
                    <a:pt x="212456" y="799450"/>
                  </a:lnTo>
                  <a:lnTo>
                    <a:pt x="251800" y="819835"/>
                  </a:lnTo>
                  <a:lnTo>
                    <a:pt x="293388" y="836145"/>
                  </a:lnTo>
                  <a:lnTo>
                    <a:pt x="336959" y="848119"/>
                  </a:lnTo>
                  <a:lnTo>
                    <a:pt x="382252" y="855495"/>
                  </a:lnTo>
                  <a:lnTo>
                    <a:pt x="429006" y="858012"/>
                  </a:lnTo>
                  <a:lnTo>
                    <a:pt x="475759" y="855495"/>
                  </a:lnTo>
                  <a:lnTo>
                    <a:pt x="521052" y="848119"/>
                  </a:lnTo>
                  <a:lnTo>
                    <a:pt x="564623" y="836145"/>
                  </a:lnTo>
                  <a:lnTo>
                    <a:pt x="606211" y="819835"/>
                  </a:lnTo>
                  <a:lnTo>
                    <a:pt x="645555" y="799450"/>
                  </a:lnTo>
                  <a:lnTo>
                    <a:pt x="682392" y="775252"/>
                  </a:lnTo>
                  <a:lnTo>
                    <a:pt x="716461" y="747502"/>
                  </a:lnTo>
                  <a:lnTo>
                    <a:pt x="747502" y="716461"/>
                  </a:lnTo>
                  <a:lnTo>
                    <a:pt x="775252" y="682392"/>
                  </a:lnTo>
                  <a:lnTo>
                    <a:pt x="799450" y="645555"/>
                  </a:lnTo>
                  <a:lnTo>
                    <a:pt x="819835" y="606211"/>
                  </a:lnTo>
                  <a:lnTo>
                    <a:pt x="836145" y="564623"/>
                  </a:lnTo>
                  <a:lnTo>
                    <a:pt x="848119" y="521052"/>
                  </a:lnTo>
                  <a:lnTo>
                    <a:pt x="855495" y="475759"/>
                  </a:lnTo>
                  <a:lnTo>
                    <a:pt x="858012" y="429006"/>
                  </a:lnTo>
                  <a:lnTo>
                    <a:pt x="855495" y="382252"/>
                  </a:lnTo>
                  <a:lnTo>
                    <a:pt x="848119" y="336959"/>
                  </a:lnTo>
                  <a:lnTo>
                    <a:pt x="836145" y="293388"/>
                  </a:lnTo>
                  <a:lnTo>
                    <a:pt x="819835" y="251800"/>
                  </a:lnTo>
                  <a:lnTo>
                    <a:pt x="799450" y="212456"/>
                  </a:lnTo>
                  <a:lnTo>
                    <a:pt x="775252" y="175619"/>
                  </a:lnTo>
                  <a:lnTo>
                    <a:pt x="747502" y="141550"/>
                  </a:lnTo>
                  <a:lnTo>
                    <a:pt x="716461" y="110509"/>
                  </a:lnTo>
                  <a:lnTo>
                    <a:pt x="682392" y="82759"/>
                  </a:lnTo>
                  <a:lnTo>
                    <a:pt x="645555" y="58561"/>
                  </a:lnTo>
                  <a:lnTo>
                    <a:pt x="606211" y="38176"/>
                  </a:lnTo>
                  <a:lnTo>
                    <a:pt x="564623" y="21866"/>
                  </a:lnTo>
                  <a:lnTo>
                    <a:pt x="521052" y="9892"/>
                  </a:lnTo>
                  <a:lnTo>
                    <a:pt x="475759" y="2516"/>
                  </a:lnTo>
                  <a:lnTo>
                    <a:pt x="429006" y="0"/>
                  </a:lnTo>
                  <a:close/>
                </a:path>
              </a:pathLst>
            </a:custGeom>
            <a:solidFill>
              <a:srgbClr val="FF0000">
                <a:alpha val="156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p147"/>
            <p:cNvSpPr/>
            <p:nvPr/>
          </p:nvSpPr>
          <p:spPr>
            <a:xfrm>
              <a:off x="5039867" y="3235451"/>
              <a:ext cx="858519" cy="858519"/>
            </a:xfrm>
            <a:custGeom>
              <a:rect b="b" l="l" r="r" t="t"/>
              <a:pathLst>
                <a:path extrusionOk="0" h="858520" w="858520">
                  <a:moveTo>
                    <a:pt x="0" y="429006"/>
                  </a:moveTo>
                  <a:lnTo>
                    <a:pt x="2516" y="382252"/>
                  </a:lnTo>
                  <a:lnTo>
                    <a:pt x="9892" y="336959"/>
                  </a:lnTo>
                  <a:lnTo>
                    <a:pt x="21866" y="293388"/>
                  </a:lnTo>
                  <a:lnTo>
                    <a:pt x="38176" y="251800"/>
                  </a:lnTo>
                  <a:lnTo>
                    <a:pt x="58561" y="212456"/>
                  </a:lnTo>
                  <a:lnTo>
                    <a:pt x="82759" y="175619"/>
                  </a:lnTo>
                  <a:lnTo>
                    <a:pt x="110509" y="141550"/>
                  </a:lnTo>
                  <a:lnTo>
                    <a:pt x="141550" y="110509"/>
                  </a:lnTo>
                  <a:lnTo>
                    <a:pt x="175619" y="82759"/>
                  </a:lnTo>
                  <a:lnTo>
                    <a:pt x="212456" y="58561"/>
                  </a:lnTo>
                  <a:lnTo>
                    <a:pt x="251800" y="38176"/>
                  </a:lnTo>
                  <a:lnTo>
                    <a:pt x="293388" y="21866"/>
                  </a:lnTo>
                  <a:lnTo>
                    <a:pt x="336959" y="9892"/>
                  </a:lnTo>
                  <a:lnTo>
                    <a:pt x="382252" y="2516"/>
                  </a:lnTo>
                  <a:lnTo>
                    <a:pt x="429006" y="0"/>
                  </a:lnTo>
                  <a:lnTo>
                    <a:pt x="475759" y="2516"/>
                  </a:lnTo>
                  <a:lnTo>
                    <a:pt x="521052" y="9892"/>
                  </a:lnTo>
                  <a:lnTo>
                    <a:pt x="564623" y="21866"/>
                  </a:lnTo>
                  <a:lnTo>
                    <a:pt x="606211" y="38176"/>
                  </a:lnTo>
                  <a:lnTo>
                    <a:pt x="645555" y="58561"/>
                  </a:lnTo>
                  <a:lnTo>
                    <a:pt x="682392" y="82759"/>
                  </a:lnTo>
                  <a:lnTo>
                    <a:pt x="716461" y="110509"/>
                  </a:lnTo>
                  <a:lnTo>
                    <a:pt x="747502" y="141550"/>
                  </a:lnTo>
                  <a:lnTo>
                    <a:pt x="775252" y="175619"/>
                  </a:lnTo>
                  <a:lnTo>
                    <a:pt x="799450" y="212456"/>
                  </a:lnTo>
                  <a:lnTo>
                    <a:pt x="819835" y="251800"/>
                  </a:lnTo>
                  <a:lnTo>
                    <a:pt x="836145" y="293388"/>
                  </a:lnTo>
                  <a:lnTo>
                    <a:pt x="848119" y="336959"/>
                  </a:lnTo>
                  <a:lnTo>
                    <a:pt x="855495" y="382252"/>
                  </a:lnTo>
                  <a:lnTo>
                    <a:pt x="858012" y="429006"/>
                  </a:lnTo>
                  <a:lnTo>
                    <a:pt x="855495" y="475759"/>
                  </a:lnTo>
                  <a:lnTo>
                    <a:pt x="848119" y="521052"/>
                  </a:lnTo>
                  <a:lnTo>
                    <a:pt x="836145" y="564623"/>
                  </a:lnTo>
                  <a:lnTo>
                    <a:pt x="819835" y="606211"/>
                  </a:lnTo>
                  <a:lnTo>
                    <a:pt x="799450" y="645555"/>
                  </a:lnTo>
                  <a:lnTo>
                    <a:pt x="775252" y="682392"/>
                  </a:lnTo>
                  <a:lnTo>
                    <a:pt x="747502" y="716461"/>
                  </a:lnTo>
                  <a:lnTo>
                    <a:pt x="716461" y="747502"/>
                  </a:lnTo>
                  <a:lnTo>
                    <a:pt x="682392" y="775252"/>
                  </a:lnTo>
                  <a:lnTo>
                    <a:pt x="645555" y="799450"/>
                  </a:lnTo>
                  <a:lnTo>
                    <a:pt x="606211" y="819835"/>
                  </a:lnTo>
                  <a:lnTo>
                    <a:pt x="564623" y="836145"/>
                  </a:lnTo>
                  <a:lnTo>
                    <a:pt x="521052" y="848119"/>
                  </a:lnTo>
                  <a:lnTo>
                    <a:pt x="475759" y="855495"/>
                  </a:lnTo>
                  <a:lnTo>
                    <a:pt x="429006" y="858012"/>
                  </a:lnTo>
                  <a:lnTo>
                    <a:pt x="382252" y="855495"/>
                  </a:lnTo>
                  <a:lnTo>
                    <a:pt x="336959" y="848119"/>
                  </a:lnTo>
                  <a:lnTo>
                    <a:pt x="293388" y="836145"/>
                  </a:lnTo>
                  <a:lnTo>
                    <a:pt x="251800" y="819835"/>
                  </a:lnTo>
                  <a:lnTo>
                    <a:pt x="212456" y="799450"/>
                  </a:lnTo>
                  <a:lnTo>
                    <a:pt x="175619" y="775252"/>
                  </a:lnTo>
                  <a:lnTo>
                    <a:pt x="141550" y="747502"/>
                  </a:lnTo>
                  <a:lnTo>
                    <a:pt x="110509" y="716461"/>
                  </a:lnTo>
                  <a:lnTo>
                    <a:pt x="82759" y="682392"/>
                  </a:lnTo>
                  <a:lnTo>
                    <a:pt x="58561" y="645555"/>
                  </a:lnTo>
                  <a:lnTo>
                    <a:pt x="38176" y="606211"/>
                  </a:lnTo>
                  <a:lnTo>
                    <a:pt x="21866" y="564623"/>
                  </a:lnTo>
                  <a:lnTo>
                    <a:pt x="9892" y="521052"/>
                  </a:lnTo>
                  <a:lnTo>
                    <a:pt x="2516" y="475759"/>
                  </a:lnTo>
                  <a:lnTo>
                    <a:pt x="0" y="429006"/>
                  </a:lnTo>
                  <a:close/>
                </a:path>
              </a:pathLst>
            </a:custGeom>
            <a:noFill/>
            <a:ln cap="flat" cmpd="sng" w="12175">
              <a:solidFill>
                <a:srgbClr val="FF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87" name="Google Shape;3587;p147"/>
          <p:cNvSpPr txBox="1"/>
          <p:nvPr/>
        </p:nvSpPr>
        <p:spPr>
          <a:xfrm>
            <a:off x="5217667" y="3548634"/>
            <a:ext cx="50355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Case ??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8" name="Google Shape;3588;p147"/>
          <p:cNvGrpSpPr/>
          <p:nvPr/>
        </p:nvGrpSpPr>
        <p:grpSpPr>
          <a:xfrm>
            <a:off x="5897880" y="2211323"/>
            <a:ext cx="1751330" cy="1726438"/>
            <a:chOff x="5897880" y="2211323"/>
            <a:chExt cx="1751330" cy="1726438"/>
          </a:xfrm>
        </p:grpSpPr>
        <p:sp>
          <p:nvSpPr>
            <p:cNvPr id="3589" name="Google Shape;3589;p147"/>
            <p:cNvSpPr/>
            <p:nvPr/>
          </p:nvSpPr>
          <p:spPr>
            <a:xfrm>
              <a:off x="5897880" y="2211323"/>
              <a:ext cx="1750695" cy="1725295"/>
            </a:xfrm>
            <a:custGeom>
              <a:rect b="b" l="l" r="r" t="t"/>
              <a:pathLst>
                <a:path extrusionOk="0" h="1725295" w="1750695">
                  <a:moveTo>
                    <a:pt x="1750568" y="1714627"/>
                  </a:moveTo>
                  <a:lnTo>
                    <a:pt x="68402" y="503275"/>
                  </a:lnTo>
                  <a:lnTo>
                    <a:pt x="70637" y="494042"/>
                  </a:lnTo>
                  <a:lnTo>
                    <a:pt x="70827" y="493776"/>
                  </a:lnTo>
                  <a:lnTo>
                    <a:pt x="75933" y="486676"/>
                  </a:lnTo>
                  <a:lnTo>
                    <a:pt x="1745361" y="891032"/>
                  </a:lnTo>
                  <a:lnTo>
                    <a:pt x="1748409" y="878713"/>
                  </a:lnTo>
                  <a:lnTo>
                    <a:pt x="83921" y="475564"/>
                  </a:lnTo>
                  <a:lnTo>
                    <a:pt x="84074" y="475361"/>
                  </a:lnTo>
                  <a:lnTo>
                    <a:pt x="82194" y="475068"/>
                  </a:lnTo>
                  <a:lnTo>
                    <a:pt x="78587" y="461162"/>
                  </a:lnTo>
                  <a:lnTo>
                    <a:pt x="82080" y="446773"/>
                  </a:lnTo>
                  <a:lnTo>
                    <a:pt x="1748663" y="12192"/>
                  </a:lnTo>
                  <a:lnTo>
                    <a:pt x="1745488" y="0"/>
                  </a:lnTo>
                  <a:lnTo>
                    <a:pt x="72110" y="436219"/>
                  </a:lnTo>
                  <a:lnTo>
                    <a:pt x="64135" y="405511"/>
                  </a:lnTo>
                  <a:lnTo>
                    <a:pt x="0" y="461645"/>
                  </a:lnTo>
                  <a:lnTo>
                    <a:pt x="279" y="461708"/>
                  </a:lnTo>
                  <a:lnTo>
                    <a:pt x="0" y="461772"/>
                  </a:lnTo>
                  <a:lnTo>
                    <a:pt x="39624" y="537210"/>
                  </a:lnTo>
                  <a:lnTo>
                    <a:pt x="58089" y="511517"/>
                  </a:lnTo>
                  <a:lnTo>
                    <a:pt x="63855" y="515670"/>
                  </a:lnTo>
                  <a:lnTo>
                    <a:pt x="65151" y="516763"/>
                  </a:lnTo>
                  <a:lnTo>
                    <a:pt x="65176" y="516636"/>
                  </a:lnTo>
                  <a:lnTo>
                    <a:pt x="1743202" y="1724914"/>
                  </a:lnTo>
                  <a:lnTo>
                    <a:pt x="1750568" y="1714627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0" name="Google Shape;3590;p147"/>
            <p:cNvSpPr/>
            <p:nvPr/>
          </p:nvSpPr>
          <p:spPr>
            <a:xfrm>
              <a:off x="5897880" y="2212466"/>
              <a:ext cx="1751330" cy="1725295"/>
            </a:xfrm>
            <a:custGeom>
              <a:rect b="b" l="l" r="r" t="t"/>
              <a:pathLst>
                <a:path extrusionOk="0" h="1725295" w="1751329">
                  <a:moveTo>
                    <a:pt x="1751076" y="9906"/>
                  </a:moveTo>
                  <a:lnTo>
                    <a:pt x="1742948" y="0"/>
                  </a:lnTo>
                  <a:lnTo>
                    <a:pt x="60883" y="1392605"/>
                  </a:lnTo>
                  <a:lnTo>
                    <a:pt x="60706" y="1392047"/>
                  </a:lnTo>
                  <a:lnTo>
                    <a:pt x="56273" y="1396415"/>
                  </a:lnTo>
                  <a:lnTo>
                    <a:pt x="54660" y="1397749"/>
                  </a:lnTo>
                  <a:lnTo>
                    <a:pt x="34417" y="1373251"/>
                  </a:lnTo>
                  <a:lnTo>
                    <a:pt x="0" y="1451229"/>
                  </a:lnTo>
                  <a:lnTo>
                    <a:pt x="368" y="1451495"/>
                  </a:lnTo>
                  <a:lnTo>
                    <a:pt x="0" y="1451864"/>
                  </a:lnTo>
                  <a:lnTo>
                    <a:pt x="1143" y="1452041"/>
                  </a:lnTo>
                  <a:lnTo>
                    <a:pt x="69596" y="1500378"/>
                  </a:lnTo>
                  <a:lnTo>
                    <a:pt x="74345" y="1469021"/>
                  </a:lnTo>
                  <a:lnTo>
                    <a:pt x="1745869" y="1724787"/>
                  </a:lnTo>
                  <a:lnTo>
                    <a:pt x="1747901" y="1712214"/>
                  </a:lnTo>
                  <a:lnTo>
                    <a:pt x="81838" y="1457312"/>
                  </a:lnTo>
                  <a:lnTo>
                    <a:pt x="77939" y="1445285"/>
                  </a:lnTo>
                  <a:lnTo>
                    <a:pt x="79870" y="1432648"/>
                  </a:lnTo>
                  <a:lnTo>
                    <a:pt x="82931" y="1431925"/>
                  </a:lnTo>
                  <a:lnTo>
                    <a:pt x="82715" y="1431671"/>
                  </a:lnTo>
                  <a:lnTo>
                    <a:pt x="1748790" y="890397"/>
                  </a:lnTo>
                  <a:lnTo>
                    <a:pt x="1744853" y="878205"/>
                  </a:lnTo>
                  <a:lnTo>
                    <a:pt x="74002" y="1421155"/>
                  </a:lnTo>
                  <a:lnTo>
                    <a:pt x="69481" y="1415669"/>
                  </a:lnTo>
                  <a:lnTo>
                    <a:pt x="67627" y="1413446"/>
                  </a:lnTo>
                  <a:lnTo>
                    <a:pt x="65100" y="1405623"/>
                  </a:lnTo>
                  <a:lnTo>
                    <a:pt x="1751076" y="9906"/>
                  </a:lnTo>
                  <a:close/>
                </a:path>
              </a:pathLst>
            </a:custGeom>
            <a:solidFill>
              <a:srgbClr val="A6A6A6">
                <a:alpha val="6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1" name="Google Shape;3591;p147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2" name="Google Shape;3592;p1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2446782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147"/>
          <p:cNvSpPr txBox="1"/>
          <p:nvPr>
            <p:ph type="title"/>
          </p:nvPr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4" name="Google Shape;3594;p14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9" name="Google Shape;3599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579" y="6524434"/>
            <a:ext cx="10588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0" name="Google Shape;3600;p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1" name="Google Shape;3601;p1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2" name="Google Shape;3602;p1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97501" y="2939795"/>
            <a:ext cx="692686" cy="71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3" name="Google Shape;3603;p1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3737" y="2939795"/>
            <a:ext cx="692686" cy="71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4" name="Google Shape;3604;p1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0030" y="2947416"/>
            <a:ext cx="694153" cy="720852"/>
          </a:xfrm>
          <a:prstGeom prst="rect">
            <a:avLst/>
          </a:prstGeom>
          <a:noFill/>
          <a:ln>
            <a:noFill/>
          </a:ln>
        </p:spPr>
      </p:pic>
      <p:sp>
        <p:nvSpPr>
          <p:cNvPr id="3605" name="Google Shape;3605;p148"/>
          <p:cNvSpPr txBox="1"/>
          <p:nvPr/>
        </p:nvSpPr>
        <p:spPr>
          <a:xfrm>
            <a:off x="2975610" y="3137991"/>
            <a:ext cx="3999865" cy="84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582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	+	+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6FC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⇐</a:t>
            </a:r>
            <a:r>
              <a:rPr lang="en-US" sz="1600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𝑃(𝑥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𝑥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𝑥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𝑥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𝑥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𝑥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; 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𝑛, 𝑝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𝑝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𝑝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𝑝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𝑝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𝑝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606" name="Google Shape;3606;p1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4283964"/>
            <a:ext cx="4461510" cy="162306"/>
          </a:xfrm>
          <a:prstGeom prst="rect">
            <a:avLst/>
          </a:prstGeom>
          <a:noFill/>
          <a:ln>
            <a:noFill/>
          </a:ln>
        </p:spPr>
      </p:pic>
      <p:sp>
        <p:nvSpPr>
          <p:cNvPr id="3607" name="Google Shape;3607;p148"/>
          <p:cNvSpPr txBox="1"/>
          <p:nvPr/>
        </p:nvSpPr>
        <p:spPr>
          <a:xfrm>
            <a:off x="1155903" y="4908550"/>
            <a:ext cx="15024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Multinomial posterior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8" name="Google Shape;3608;p148"/>
          <p:cNvSpPr txBox="1"/>
          <p:nvPr/>
        </p:nvSpPr>
        <p:spPr>
          <a:xfrm>
            <a:off x="7106539" y="4761738"/>
            <a:ext cx="9652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83DAF"/>
                </a:solidFill>
                <a:latin typeface="Arial"/>
                <a:ea typeface="Arial"/>
                <a:cs typeface="Arial"/>
                <a:sym typeface="Arial"/>
              </a:rPr>
              <a:t>Dirichlet prior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9" name="Google Shape;3609;p148"/>
          <p:cNvSpPr/>
          <p:nvPr/>
        </p:nvSpPr>
        <p:spPr>
          <a:xfrm>
            <a:off x="2848355" y="5007864"/>
            <a:ext cx="883285" cy="76200"/>
          </a:xfrm>
          <a:custGeom>
            <a:rect b="b" l="l" r="r" t="t"/>
            <a:pathLst>
              <a:path extrusionOk="0" h="76200" w="883285">
                <a:moveTo>
                  <a:pt x="806957" y="0"/>
                </a:moveTo>
                <a:lnTo>
                  <a:pt x="806957" y="76200"/>
                </a:lnTo>
                <a:lnTo>
                  <a:pt x="870457" y="44450"/>
                </a:lnTo>
                <a:lnTo>
                  <a:pt x="819657" y="44450"/>
                </a:lnTo>
                <a:lnTo>
                  <a:pt x="819657" y="31750"/>
                </a:lnTo>
                <a:lnTo>
                  <a:pt x="870457" y="31750"/>
                </a:lnTo>
                <a:lnTo>
                  <a:pt x="806957" y="0"/>
                </a:lnTo>
                <a:close/>
              </a:path>
              <a:path extrusionOk="0" h="76200" w="883285">
                <a:moveTo>
                  <a:pt x="80695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06957" y="44450"/>
                </a:lnTo>
                <a:lnTo>
                  <a:pt x="806957" y="31750"/>
                </a:lnTo>
                <a:close/>
              </a:path>
              <a:path extrusionOk="0" h="76200" w="883285">
                <a:moveTo>
                  <a:pt x="870457" y="31750"/>
                </a:moveTo>
                <a:lnTo>
                  <a:pt x="819657" y="31750"/>
                </a:lnTo>
                <a:lnTo>
                  <a:pt x="819657" y="44450"/>
                </a:lnTo>
                <a:lnTo>
                  <a:pt x="870457" y="44450"/>
                </a:lnTo>
                <a:lnTo>
                  <a:pt x="883157" y="38100"/>
                </a:lnTo>
                <a:lnTo>
                  <a:pt x="870457" y="31750"/>
                </a:ln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0" name="Google Shape;3610;p148"/>
          <p:cNvSpPr/>
          <p:nvPr/>
        </p:nvSpPr>
        <p:spPr>
          <a:xfrm>
            <a:off x="5995415" y="4834763"/>
            <a:ext cx="1026160" cy="76200"/>
          </a:xfrm>
          <a:custGeom>
            <a:rect b="b" l="l" r="r" t="t"/>
            <a:pathLst>
              <a:path extrusionOk="0" h="76200" w="1026159">
                <a:moveTo>
                  <a:pt x="76454" y="0"/>
                </a:moveTo>
                <a:lnTo>
                  <a:pt x="0" y="37464"/>
                </a:lnTo>
                <a:lnTo>
                  <a:pt x="75946" y="76200"/>
                </a:lnTo>
                <a:lnTo>
                  <a:pt x="76157" y="44419"/>
                </a:lnTo>
                <a:lnTo>
                  <a:pt x="63500" y="44323"/>
                </a:lnTo>
                <a:lnTo>
                  <a:pt x="63500" y="31623"/>
                </a:lnTo>
                <a:lnTo>
                  <a:pt x="76243" y="31623"/>
                </a:lnTo>
                <a:lnTo>
                  <a:pt x="76454" y="0"/>
                </a:lnTo>
                <a:close/>
              </a:path>
              <a:path extrusionOk="0" h="76200" w="1026159">
                <a:moveTo>
                  <a:pt x="76242" y="31720"/>
                </a:moveTo>
                <a:lnTo>
                  <a:pt x="76157" y="44419"/>
                </a:lnTo>
                <a:lnTo>
                  <a:pt x="1026160" y="51688"/>
                </a:lnTo>
                <a:lnTo>
                  <a:pt x="1026160" y="38988"/>
                </a:lnTo>
                <a:lnTo>
                  <a:pt x="76242" y="31720"/>
                </a:lnTo>
                <a:close/>
              </a:path>
              <a:path extrusionOk="0" h="76200" w="1026159">
                <a:moveTo>
                  <a:pt x="63500" y="31623"/>
                </a:moveTo>
                <a:lnTo>
                  <a:pt x="63500" y="44323"/>
                </a:lnTo>
                <a:lnTo>
                  <a:pt x="76157" y="44419"/>
                </a:lnTo>
                <a:lnTo>
                  <a:pt x="76242" y="31720"/>
                </a:lnTo>
                <a:lnTo>
                  <a:pt x="63500" y="31623"/>
                </a:lnTo>
                <a:close/>
              </a:path>
              <a:path extrusionOk="0" h="76200" w="1026159">
                <a:moveTo>
                  <a:pt x="76243" y="31623"/>
                </a:moveTo>
                <a:lnTo>
                  <a:pt x="63500" y="31623"/>
                </a:lnTo>
                <a:lnTo>
                  <a:pt x="76242" y="31720"/>
                </a:lnTo>
                <a:close/>
              </a:path>
            </a:pathLst>
          </a:custGeom>
          <a:solidFill>
            <a:srgbClr val="7E7E7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1" name="Google Shape;3611;p148"/>
          <p:cNvSpPr/>
          <p:nvPr/>
        </p:nvSpPr>
        <p:spPr>
          <a:xfrm>
            <a:off x="4047744" y="4929123"/>
            <a:ext cx="460375" cy="187960"/>
          </a:xfrm>
          <a:custGeom>
            <a:rect b="b" l="l" r="r" t="t"/>
            <a:pathLst>
              <a:path extrusionOk="0" h="187960" w="460375">
                <a:moveTo>
                  <a:pt x="242823" y="1396"/>
                </a:moveTo>
                <a:lnTo>
                  <a:pt x="227583" y="1396"/>
                </a:lnTo>
                <a:lnTo>
                  <a:pt x="227583" y="185546"/>
                </a:lnTo>
                <a:lnTo>
                  <a:pt x="242823" y="185546"/>
                </a:lnTo>
                <a:lnTo>
                  <a:pt x="242823" y="1396"/>
                </a:lnTo>
                <a:close/>
              </a:path>
              <a:path extrusionOk="0" h="187960" w="460375">
                <a:moveTo>
                  <a:pt x="400176" y="0"/>
                </a:moveTo>
                <a:lnTo>
                  <a:pt x="397509" y="7619"/>
                </a:lnTo>
                <a:lnTo>
                  <a:pt x="408368" y="12334"/>
                </a:lnTo>
                <a:lnTo>
                  <a:pt x="417702" y="18859"/>
                </a:lnTo>
                <a:lnTo>
                  <a:pt x="440086" y="62293"/>
                </a:lnTo>
                <a:lnTo>
                  <a:pt x="442848" y="92963"/>
                </a:lnTo>
                <a:lnTo>
                  <a:pt x="442158" y="109464"/>
                </a:lnTo>
                <a:lnTo>
                  <a:pt x="431800" y="149987"/>
                </a:lnTo>
                <a:lnTo>
                  <a:pt x="397763" y="180086"/>
                </a:lnTo>
                <a:lnTo>
                  <a:pt x="400176" y="187706"/>
                </a:lnTo>
                <a:lnTo>
                  <a:pt x="435949" y="166417"/>
                </a:lnTo>
                <a:lnTo>
                  <a:pt x="456104" y="127063"/>
                </a:lnTo>
                <a:lnTo>
                  <a:pt x="459993" y="93852"/>
                </a:lnTo>
                <a:lnTo>
                  <a:pt x="459019" y="76684"/>
                </a:lnTo>
                <a:lnTo>
                  <a:pt x="444500" y="32893"/>
                </a:lnTo>
                <a:lnTo>
                  <a:pt x="413746" y="4907"/>
                </a:lnTo>
                <a:lnTo>
                  <a:pt x="400176" y="0"/>
                </a:lnTo>
                <a:close/>
              </a:path>
              <a:path extrusionOk="0" h="187960" w="460375">
                <a:moveTo>
                  <a:pt x="59943" y="0"/>
                </a:moveTo>
                <a:lnTo>
                  <a:pt x="24064" y="21341"/>
                </a:lnTo>
                <a:lnTo>
                  <a:pt x="3889" y="60801"/>
                </a:lnTo>
                <a:lnTo>
                  <a:pt x="0" y="93852"/>
                </a:lnTo>
                <a:lnTo>
                  <a:pt x="974" y="111113"/>
                </a:lnTo>
                <a:lnTo>
                  <a:pt x="15493" y="154939"/>
                </a:lnTo>
                <a:lnTo>
                  <a:pt x="46247" y="182800"/>
                </a:lnTo>
                <a:lnTo>
                  <a:pt x="59943" y="187706"/>
                </a:lnTo>
                <a:lnTo>
                  <a:pt x="62229" y="180086"/>
                </a:lnTo>
                <a:lnTo>
                  <a:pt x="51538" y="175347"/>
                </a:lnTo>
                <a:lnTo>
                  <a:pt x="42322" y="168751"/>
                </a:lnTo>
                <a:lnTo>
                  <a:pt x="19923" y="124475"/>
                </a:lnTo>
                <a:lnTo>
                  <a:pt x="17144" y="92963"/>
                </a:lnTo>
                <a:lnTo>
                  <a:pt x="17837" y="76914"/>
                </a:lnTo>
                <a:lnTo>
                  <a:pt x="28320" y="37337"/>
                </a:lnTo>
                <a:lnTo>
                  <a:pt x="62610" y="7619"/>
                </a:lnTo>
                <a:lnTo>
                  <a:pt x="5994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2" name="Google Shape;3612;p148"/>
          <p:cNvSpPr txBox="1"/>
          <p:nvPr/>
        </p:nvSpPr>
        <p:spPr>
          <a:xfrm>
            <a:off x="3847338" y="4877561"/>
            <a:ext cx="715010" cy="287020"/>
          </a:xfrm>
          <a:prstGeom prst="rect">
            <a:avLst/>
          </a:prstGeom>
          <a:noFill/>
          <a:ln cap="flat" cmpd="sng" w="19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1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 𝑋 𝑌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13" name="Google Shape;3613;p148"/>
          <p:cNvSpPr txBox="1"/>
          <p:nvPr/>
        </p:nvSpPr>
        <p:spPr>
          <a:xfrm>
            <a:off x="4571238" y="4865623"/>
            <a:ext cx="1771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14" name="Google Shape;3614;p148"/>
          <p:cNvSpPr/>
          <p:nvPr/>
        </p:nvSpPr>
        <p:spPr>
          <a:xfrm>
            <a:off x="4791964" y="5015738"/>
            <a:ext cx="1114425" cy="13970"/>
          </a:xfrm>
          <a:custGeom>
            <a:rect b="b" l="l" r="r" t="t"/>
            <a:pathLst>
              <a:path extrusionOk="0" h="13970" w="1114425">
                <a:moveTo>
                  <a:pt x="1114044" y="0"/>
                </a:moveTo>
                <a:lnTo>
                  <a:pt x="0" y="0"/>
                </a:lnTo>
                <a:lnTo>
                  <a:pt x="0" y="13716"/>
                </a:lnTo>
                <a:lnTo>
                  <a:pt x="1114044" y="13716"/>
                </a:lnTo>
                <a:lnTo>
                  <a:pt x="111404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5" name="Google Shape;3615;p148"/>
          <p:cNvSpPr/>
          <p:nvPr/>
        </p:nvSpPr>
        <p:spPr>
          <a:xfrm>
            <a:off x="4939284" y="4775200"/>
            <a:ext cx="461645" cy="187960"/>
          </a:xfrm>
          <a:custGeom>
            <a:rect b="b" l="l" r="r" t="t"/>
            <a:pathLst>
              <a:path extrusionOk="0" h="187960" w="461645">
                <a:moveTo>
                  <a:pt x="233679" y="1397"/>
                </a:moveTo>
                <a:lnTo>
                  <a:pt x="218439" y="1397"/>
                </a:lnTo>
                <a:lnTo>
                  <a:pt x="218439" y="185547"/>
                </a:lnTo>
                <a:lnTo>
                  <a:pt x="233679" y="185547"/>
                </a:lnTo>
                <a:lnTo>
                  <a:pt x="233679" y="1397"/>
                </a:lnTo>
                <a:close/>
              </a:path>
              <a:path extrusionOk="0" h="187960" w="461645">
                <a:moveTo>
                  <a:pt x="59943" y="0"/>
                </a:moveTo>
                <a:lnTo>
                  <a:pt x="24064" y="21341"/>
                </a:lnTo>
                <a:lnTo>
                  <a:pt x="3889" y="60801"/>
                </a:lnTo>
                <a:lnTo>
                  <a:pt x="0" y="93852"/>
                </a:lnTo>
                <a:lnTo>
                  <a:pt x="974" y="111113"/>
                </a:lnTo>
                <a:lnTo>
                  <a:pt x="15493" y="154939"/>
                </a:lnTo>
                <a:lnTo>
                  <a:pt x="46247" y="182800"/>
                </a:lnTo>
                <a:lnTo>
                  <a:pt x="59943" y="187706"/>
                </a:lnTo>
                <a:lnTo>
                  <a:pt x="62229" y="180086"/>
                </a:lnTo>
                <a:lnTo>
                  <a:pt x="51538" y="175347"/>
                </a:lnTo>
                <a:lnTo>
                  <a:pt x="42322" y="168751"/>
                </a:lnTo>
                <a:lnTo>
                  <a:pt x="19923" y="124475"/>
                </a:lnTo>
                <a:lnTo>
                  <a:pt x="17144" y="92963"/>
                </a:lnTo>
                <a:lnTo>
                  <a:pt x="17837" y="76914"/>
                </a:lnTo>
                <a:lnTo>
                  <a:pt x="28320" y="37337"/>
                </a:lnTo>
                <a:lnTo>
                  <a:pt x="62611" y="7619"/>
                </a:lnTo>
                <a:lnTo>
                  <a:pt x="59943" y="0"/>
                </a:lnTo>
                <a:close/>
              </a:path>
              <a:path extrusionOk="0" h="187960" w="461645">
                <a:moveTo>
                  <a:pt x="401700" y="0"/>
                </a:moveTo>
                <a:lnTo>
                  <a:pt x="399033" y="7619"/>
                </a:lnTo>
                <a:lnTo>
                  <a:pt x="409892" y="12334"/>
                </a:lnTo>
                <a:lnTo>
                  <a:pt x="419226" y="18859"/>
                </a:lnTo>
                <a:lnTo>
                  <a:pt x="441610" y="62293"/>
                </a:lnTo>
                <a:lnTo>
                  <a:pt x="444373" y="92963"/>
                </a:lnTo>
                <a:lnTo>
                  <a:pt x="443682" y="109464"/>
                </a:lnTo>
                <a:lnTo>
                  <a:pt x="433324" y="149987"/>
                </a:lnTo>
                <a:lnTo>
                  <a:pt x="399288" y="180086"/>
                </a:lnTo>
                <a:lnTo>
                  <a:pt x="401700" y="187706"/>
                </a:lnTo>
                <a:lnTo>
                  <a:pt x="437473" y="166417"/>
                </a:lnTo>
                <a:lnTo>
                  <a:pt x="457628" y="127063"/>
                </a:lnTo>
                <a:lnTo>
                  <a:pt x="461517" y="93852"/>
                </a:lnTo>
                <a:lnTo>
                  <a:pt x="460543" y="76684"/>
                </a:lnTo>
                <a:lnTo>
                  <a:pt x="446024" y="32893"/>
                </a:lnTo>
                <a:lnTo>
                  <a:pt x="415270" y="4907"/>
                </a:lnTo>
                <a:lnTo>
                  <a:pt x="4017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6" name="Google Shape;3616;p148"/>
          <p:cNvSpPr txBox="1"/>
          <p:nvPr/>
        </p:nvSpPr>
        <p:spPr>
          <a:xfrm>
            <a:off x="4780026" y="4711700"/>
            <a:ext cx="5619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 𝑌 𝑋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17" name="Google Shape;3617;p148"/>
          <p:cNvSpPr txBox="1"/>
          <p:nvPr/>
        </p:nvSpPr>
        <p:spPr>
          <a:xfrm>
            <a:off x="5386578" y="4699253"/>
            <a:ext cx="501650" cy="323850"/>
          </a:xfrm>
          <a:prstGeom prst="rect">
            <a:avLst/>
          </a:prstGeom>
          <a:noFill/>
          <a:ln cap="flat" cmpd="sng" w="19800">
            <a:solidFill>
              <a:srgbClr val="183D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323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𝑃(𝑋)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18" name="Google Shape;3618;p148"/>
          <p:cNvSpPr txBox="1"/>
          <p:nvPr/>
        </p:nvSpPr>
        <p:spPr>
          <a:xfrm>
            <a:off x="5124450" y="5001259"/>
            <a:ext cx="451484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𝑃(𝑌)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19" name="Google Shape;3619;p148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0" name="Google Shape;3620;p1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771906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1" name="Google Shape;3621;p148"/>
          <p:cNvGrpSpPr/>
          <p:nvPr/>
        </p:nvGrpSpPr>
        <p:grpSpPr>
          <a:xfrm>
            <a:off x="719327" y="1872970"/>
            <a:ext cx="7587233" cy="686206"/>
            <a:chOff x="719327" y="1872970"/>
            <a:chExt cx="7587233" cy="686206"/>
          </a:xfrm>
        </p:grpSpPr>
        <p:pic>
          <p:nvPicPr>
            <p:cNvPr id="3622" name="Google Shape;3622;p14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19327" y="1872970"/>
              <a:ext cx="7587233" cy="457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3" name="Google Shape;3623;p148"/>
            <p:cNvSpPr/>
            <p:nvPr/>
          </p:nvSpPr>
          <p:spPr>
            <a:xfrm>
              <a:off x="890015" y="2336291"/>
              <a:ext cx="289560" cy="222885"/>
            </a:xfrm>
            <a:custGeom>
              <a:rect b="b" l="l" r="r" t="t"/>
              <a:pathLst>
                <a:path extrusionOk="0" h="222885" w="289559">
                  <a:moveTo>
                    <a:pt x="252475" y="0"/>
                  </a:moveTo>
                  <a:lnTo>
                    <a:pt x="37084" y="0"/>
                  </a:lnTo>
                  <a:lnTo>
                    <a:pt x="22647" y="2919"/>
                  </a:lnTo>
                  <a:lnTo>
                    <a:pt x="10860" y="10874"/>
                  </a:lnTo>
                  <a:lnTo>
                    <a:pt x="2913" y="22663"/>
                  </a:lnTo>
                  <a:lnTo>
                    <a:pt x="0" y="37084"/>
                  </a:lnTo>
                  <a:lnTo>
                    <a:pt x="0" y="185420"/>
                  </a:lnTo>
                  <a:lnTo>
                    <a:pt x="2913" y="199840"/>
                  </a:lnTo>
                  <a:lnTo>
                    <a:pt x="10860" y="211629"/>
                  </a:lnTo>
                  <a:lnTo>
                    <a:pt x="22647" y="219584"/>
                  </a:lnTo>
                  <a:lnTo>
                    <a:pt x="37084" y="222504"/>
                  </a:lnTo>
                  <a:lnTo>
                    <a:pt x="252475" y="222504"/>
                  </a:lnTo>
                  <a:lnTo>
                    <a:pt x="266912" y="219584"/>
                  </a:lnTo>
                  <a:lnTo>
                    <a:pt x="278699" y="211629"/>
                  </a:lnTo>
                  <a:lnTo>
                    <a:pt x="286646" y="199840"/>
                  </a:lnTo>
                  <a:lnTo>
                    <a:pt x="289559" y="185420"/>
                  </a:lnTo>
                  <a:lnTo>
                    <a:pt x="289559" y="37084"/>
                  </a:lnTo>
                  <a:lnTo>
                    <a:pt x="286646" y="22663"/>
                  </a:lnTo>
                  <a:lnTo>
                    <a:pt x="278699" y="10874"/>
                  </a:lnTo>
                  <a:lnTo>
                    <a:pt x="266912" y="2919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4" name="Google Shape;3624;p148"/>
          <p:cNvSpPr txBox="1"/>
          <p:nvPr/>
        </p:nvSpPr>
        <p:spPr>
          <a:xfrm>
            <a:off x="963269" y="2342515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5" name="Google Shape;3625;p148"/>
          <p:cNvSpPr txBox="1"/>
          <p:nvPr>
            <p:ph type="title"/>
          </p:nvPr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6" name="Google Shape;3626;p14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0" name="Shape 3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1" name="Google Shape;3631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579" y="6524434"/>
            <a:ext cx="10588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2" name="Google Shape;3632;p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3" name="Google Shape;3633;p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634" name="Google Shape;3634;p14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5" name="Google Shape;3635;p1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7719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6" name="Google Shape;3636;p1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72995"/>
            <a:ext cx="5095494" cy="1806702"/>
          </a:xfrm>
          <a:prstGeom prst="rect">
            <a:avLst/>
          </a:prstGeom>
          <a:noFill/>
          <a:ln>
            <a:noFill/>
          </a:ln>
        </p:spPr>
      </p:pic>
      <p:sp>
        <p:nvSpPr>
          <p:cNvPr id="3637" name="Google Shape;3637;p149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8" name="Google Shape;3638;p14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2" name="Shape 3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3" name="Google Shape;3643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604" y="6524434"/>
            <a:ext cx="11338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4" name="Google Shape;3644;p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5" name="Google Shape;3645;p1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6" name="Google Shape;3646;p1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3703320"/>
            <a:ext cx="3696462" cy="19438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7" name="Google Shape;3647;p150"/>
          <p:cNvGrpSpPr/>
          <p:nvPr/>
        </p:nvGrpSpPr>
        <p:grpSpPr>
          <a:xfrm>
            <a:off x="1018032" y="1930907"/>
            <a:ext cx="7862315" cy="1461770"/>
            <a:chOff x="1018032" y="1930907"/>
            <a:chExt cx="7862315" cy="1461770"/>
          </a:xfrm>
        </p:grpSpPr>
        <p:sp>
          <p:nvSpPr>
            <p:cNvPr id="3648" name="Google Shape;3648;p150"/>
            <p:cNvSpPr/>
            <p:nvPr/>
          </p:nvSpPr>
          <p:spPr>
            <a:xfrm>
              <a:off x="6591300" y="1930907"/>
              <a:ext cx="1734820" cy="1461770"/>
            </a:xfrm>
            <a:custGeom>
              <a:rect b="b" l="l" r="r" t="t"/>
              <a:pathLst>
                <a:path extrusionOk="0" h="1461770" w="1734820">
                  <a:moveTo>
                    <a:pt x="0" y="1461515"/>
                  </a:moveTo>
                  <a:lnTo>
                    <a:pt x="1734311" y="1461515"/>
                  </a:lnTo>
                  <a:lnTo>
                    <a:pt x="1734311" y="0"/>
                  </a:lnTo>
                  <a:lnTo>
                    <a:pt x="0" y="0"/>
                  </a:lnTo>
                  <a:lnTo>
                    <a:pt x="0" y="1461515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150"/>
            <p:cNvSpPr/>
            <p:nvPr/>
          </p:nvSpPr>
          <p:spPr>
            <a:xfrm>
              <a:off x="7744967" y="2596260"/>
              <a:ext cx="854710" cy="76200"/>
            </a:xfrm>
            <a:custGeom>
              <a:rect b="b" l="l" r="r" t="t"/>
              <a:pathLst>
                <a:path extrusionOk="0" h="76200" w="854709">
                  <a:moveTo>
                    <a:pt x="76073" y="0"/>
                  </a:moveTo>
                  <a:lnTo>
                    <a:pt x="0" y="38353"/>
                  </a:lnTo>
                  <a:lnTo>
                    <a:pt x="76326" y="76200"/>
                  </a:lnTo>
                  <a:lnTo>
                    <a:pt x="76221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178" y="31711"/>
                  </a:lnTo>
                  <a:lnTo>
                    <a:pt x="76073" y="0"/>
                  </a:lnTo>
                  <a:close/>
                </a:path>
                <a:path extrusionOk="0" h="76200" w="854709">
                  <a:moveTo>
                    <a:pt x="76178" y="31711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21" y="44411"/>
                  </a:lnTo>
                  <a:lnTo>
                    <a:pt x="76178" y="31711"/>
                  </a:lnTo>
                  <a:close/>
                </a:path>
                <a:path extrusionOk="0" h="76200" w="854709">
                  <a:moveTo>
                    <a:pt x="76221" y="44411"/>
                  </a:moveTo>
                  <a:lnTo>
                    <a:pt x="63500" y="44450"/>
                  </a:lnTo>
                  <a:lnTo>
                    <a:pt x="76221" y="44450"/>
                  </a:lnTo>
                  <a:close/>
                </a:path>
                <a:path extrusionOk="0" h="76200" w="854709">
                  <a:moveTo>
                    <a:pt x="854201" y="29337"/>
                  </a:moveTo>
                  <a:lnTo>
                    <a:pt x="76178" y="31711"/>
                  </a:lnTo>
                  <a:lnTo>
                    <a:pt x="76221" y="44411"/>
                  </a:lnTo>
                  <a:lnTo>
                    <a:pt x="854201" y="42037"/>
                  </a:lnTo>
                  <a:lnTo>
                    <a:pt x="854201" y="29337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150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150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p150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397001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1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3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p150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1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3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1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p150"/>
            <p:cNvSpPr/>
            <p:nvPr/>
          </p:nvSpPr>
          <p:spPr>
            <a:xfrm>
              <a:off x="1699259" y="1930907"/>
              <a:ext cx="4413885" cy="1461770"/>
            </a:xfrm>
            <a:custGeom>
              <a:rect b="b" l="l" r="r" t="t"/>
              <a:pathLst>
                <a:path extrusionOk="0" h="1461770" w="4413885">
                  <a:moveTo>
                    <a:pt x="0" y="1461515"/>
                  </a:moveTo>
                  <a:lnTo>
                    <a:pt x="4413504" y="1461515"/>
                  </a:lnTo>
                  <a:lnTo>
                    <a:pt x="4413504" y="0"/>
                  </a:lnTo>
                  <a:lnTo>
                    <a:pt x="0" y="0"/>
                  </a:lnTo>
                  <a:lnTo>
                    <a:pt x="0" y="1461515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p150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2549652" y="0"/>
                  </a:moveTo>
                  <a:lnTo>
                    <a:pt x="0" y="0"/>
                  </a:lnTo>
                  <a:lnTo>
                    <a:pt x="0" y="1200912"/>
                  </a:lnTo>
                  <a:lnTo>
                    <a:pt x="2549652" y="1200912"/>
                  </a:lnTo>
                  <a:lnTo>
                    <a:pt x="254965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p150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0" y="1200912"/>
                  </a:moveTo>
                  <a:lnTo>
                    <a:pt x="2549652" y="1200912"/>
                  </a:lnTo>
                  <a:lnTo>
                    <a:pt x="2549652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p150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80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p150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80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p150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79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p150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79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p150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397002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2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4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2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p150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2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4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2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p150"/>
            <p:cNvSpPr/>
            <p:nvPr/>
          </p:nvSpPr>
          <p:spPr>
            <a:xfrm>
              <a:off x="2639568" y="2596895"/>
              <a:ext cx="2266315" cy="76200"/>
            </a:xfrm>
            <a:custGeom>
              <a:rect b="b" l="l" r="r" t="t"/>
              <a:pathLst>
                <a:path extrusionOk="0" h="76200" w="2266315">
                  <a:moveTo>
                    <a:pt x="1005205" y="38100"/>
                  </a:moveTo>
                  <a:lnTo>
                    <a:pt x="992505" y="31750"/>
                  </a:lnTo>
                  <a:lnTo>
                    <a:pt x="929005" y="0"/>
                  </a:lnTo>
                  <a:lnTo>
                    <a:pt x="929005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929005" y="44450"/>
                  </a:lnTo>
                  <a:lnTo>
                    <a:pt x="929005" y="76200"/>
                  </a:lnTo>
                  <a:lnTo>
                    <a:pt x="992505" y="44450"/>
                  </a:lnTo>
                  <a:lnTo>
                    <a:pt x="1005205" y="38100"/>
                  </a:lnTo>
                  <a:close/>
                </a:path>
                <a:path extrusionOk="0" h="76200" w="2266315">
                  <a:moveTo>
                    <a:pt x="2265807" y="38100"/>
                  </a:moveTo>
                  <a:lnTo>
                    <a:pt x="2253107" y="31750"/>
                  </a:lnTo>
                  <a:lnTo>
                    <a:pt x="2189607" y="0"/>
                  </a:lnTo>
                  <a:lnTo>
                    <a:pt x="2189607" y="31750"/>
                  </a:lnTo>
                  <a:lnTo>
                    <a:pt x="1798320" y="31750"/>
                  </a:lnTo>
                  <a:lnTo>
                    <a:pt x="1798320" y="44450"/>
                  </a:lnTo>
                  <a:lnTo>
                    <a:pt x="2189607" y="44450"/>
                  </a:lnTo>
                  <a:lnTo>
                    <a:pt x="2189607" y="76200"/>
                  </a:lnTo>
                  <a:lnTo>
                    <a:pt x="2253107" y="44450"/>
                  </a:lnTo>
                  <a:lnTo>
                    <a:pt x="2265807" y="381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p150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150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150"/>
            <p:cNvSpPr/>
            <p:nvPr/>
          </p:nvSpPr>
          <p:spPr>
            <a:xfrm>
              <a:off x="1299972" y="2596133"/>
              <a:ext cx="5651500" cy="77470"/>
            </a:xfrm>
            <a:custGeom>
              <a:rect b="b" l="l" r="r" t="t"/>
              <a:pathLst>
                <a:path extrusionOk="0" h="77469" w="5651500">
                  <a:moveTo>
                    <a:pt x="534885" y="44450"/>
                  </a:moveTo>
                  <a:lnTo>
                    <a:pt x="483362" y="44450"/>
                  </a:lnTo>
                  <a:lnTo>
                    <a:pt x="470687" y="44450"/>
                  </a:lnTo>
                  <a:lnTo>
                    <a:pt x="470535" y="76200"/>
                  </a:lnTo>
                  <a:lnTo>
                    <a:pt x="534885" y="44450"/>
                  </a:lnTo>
                  <a:close/>
                </a:path>
                <a:path extrusionOk="0" h="77469" w="5651500">
                  <a:moveTo>
                    <a:pt x="546989" y="38481"/>
                  </a:moveTo>
                  <a:lnTo>
                    <a:pt x="470916" y="0"/>
                  </a:lnTo>
                  <a:lnTo>
                    <a:pt x="470750" y="31699"/>
                  </a:lnTo>
                  <a:lnTo>
                    <a:pt x="0" y="29464"/>
                  </a:lnTo>
                  <a:lnTo>
                    <a:pt x="0" y="42164"/>
                  </a:lnTo>
                  <a:lnTo>
                    <a:pt x="470687" y="44399"/>
                  </a:lnTo>
                  <a:lnTo>
                    <a:pt x="483362" y="44450"/>
                  </a:lnTo>
                  <a:lnTo>
                    <a:pt x="535000" y="44399"/>
                  </a:lnTo>
                  <a:lnTo>
                    <a:pt x="546989" y="38481"/>
                  </a:lnTo>
                  <a:close/>
                </a:path>
                <a:path extrusionOk="0" h="77469" w="5651500">
                  <a:moveTo>
                    <a:pt x="5651373" y="32512"/>
                  </a:moveTo>
                  <a:lnTo>
                    <a:pt x="4475988" y="32512"/>
                  </a:lnTo>
                  <a:lnTo>
                    <a:pt x="4475988" y="762"/>
                  </a:lnTo>
                  <a:lnTo>
                    <a:pt x="4399788" y="38862"/>
                  </a:lnTo>
                  <a:lnTo>
                    <a:pt x="4475988" y="76962"/>
                  </a:lnTo>
                  <a:lnTo>
                    <a:pt x="4475988" y="45212"/>
                  </a:lnTo>
                  <a:lnTo>
                    <a:pt x="5651373" y="45212"/>
                  </a:lnTo>
                  <a:lnTo>
                    <a:pt x="5651373" y="3251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7" name="Google Shape;3667;p150"/>
          <p:cNvSpPr txBox="1"/>
          <p:nvPr/>
        </p:nvSpPr>
        <p:spPr>
          <a:xfrm>
            <a:off x="8689085" y="2841751"/>
            <a:ext cx="1485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𝛽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68" name="Google Shape;3668;p150"/>
          <p:cNvSpPr txBox="1"/>
          <p:nvPr/>
        </p:nvSpPr>
        <p:spPr>
          <a:xfrm>
            <a:off x="7255764" y="3026410"/>
            <a:ext cx="3028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𝑘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69" name="Google Shape;3669;p150"/>
          <p:cNvSpPr txBox="1"/>
          <p:nvPr/>
        </p:nvSpPr>
        <p:spPr>
          <a:xfrm>
            <a:off x="6702297" y="1969135"/>
            <a:ext cx="2032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0" name="Google Shape;3670;p150"/>
          <p:cNvSpPr txBox="1"/>
          <p:nvPr/>
        </p:nvSpPr>
        <p:spPr>
          <a:xfrm>
            <a:off x="3874261" y="2981960"/>
            <a:ext cx="3962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𝑧</a:t>
            </a:r>
            <a:r>
              <a:rPr lang="en-US" sz="11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1" name="Google Shape;3671;p150"/>
          <p:cNvSpPr txBox="1"/>
          <p:nvPr/>
        </p:nvSpPr>
        <p:spPr>
          <a:xfrm>
            <a:off x="5165852" y="2968574"/>
            <a:ext cx="1758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2" name="Google Shape;3672;p150"/>
          <p:cNvSpPr txBox="1"/>
          <p:nvPr/>
        </p:nvSpPr>
        <p:spPr>
          <a:xfrm>
            <a:off x="5309108" y="3064586"/>
            <a:ext cx="252729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3" name="Google Shape;3673;p150"/>
          <p:cNvSpPr txBox="1"/>
          <p:nvPr/>
        </p:nvSpPr>
        <p:spPr>
          <a:xfrm>
            <a:off x="3494278" y="2013966"/>
            <a:ext cx="21209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𝑁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4" name="Google Shape;3674;p150"/>
          <p:cNvSpPr txBox="1"/>
          <p:nvPr/>
        </p:nvSpPr>
        <p:spPr>
          <a:xfrm>
            <a:off x="2149094" y="3066364"/>
            <a:ext cx="2781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5" name="Google Shape;3675;p150"/>
          <p:cNvSpPr txBox="1"/>
          <p:nvPr/>
        </p:nvSpPr>
        <p:spPr>
          <a:xfrm>
            <a:off x="1825879" y="1954783"/>
            <a:ext cx="2019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𝐷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6" name="Google Shape;3676;p150"/>
          <p:cNvSpPr txBox="1"/>
          <p:nvPr/>
        </p:nvSpPr>
        <p:spPr>
          <a:xfrm>
            <a:off x="1083665" y="2841751"/>
            <a:ext cx="1473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77" name="Google Shape;3677;p150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8" name="Google Shape;3678;p1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77190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679" name="Google Shape;3679;p150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0" name="Google Shape;3680;p15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4" name="Shape 3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5" name="Google Shape;3685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84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6" name="Google Shape;3686;p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7" name="Google Shape;3687;p1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88" name="Google Shape;3688;p151"/>
          <p:cNvGrpSpPr/>
          <p:nvPr/>
        </p:nvGrpSpPr>
        <p:grpSpPr>
          <a:xfrm>
            <a:off x="1018032" y="1930907"/>
            <a:ext cx="7862315" cy="1461770"/>
            <a:chOff x="1018032" y="1930907"/>
            <a:chExt cx="7862315" cy="1461770"/>
          </a:xfrm>
        </p:grpSpPr>
        <p:sp>
          <p:nvSpPr>
            <p:cNvPr id="3689" name="Google Shape;3689;p151"/>
            <p:cNvSpPr/>
            <p:nvPr/>
          </p:nvSpPr>
          <p:spPr>
            <a:xfrm>
              <a:off x="6591300" y="1930907"/>
              <a:ext cx="1734820" cy="1461770"/>
            </a:xfrm>
            <a:custGeom>
              <a:rect b="b" l="l" r="r" t="t"/>
              <a:pathLst>
                <a:path extrusionOk="0" h="1461770" w="1734820">
                  <a:moveTo>
                    <a:pt x="0" y="1461515"/>
                  </a:moveTo>
                  <a:lnTo>
                    <a:pt x="1734311" y="1461515"/>
                  </a:lnTo>
                  <a:lnTo>
                    <a:pt x="1734311" y="0"/>
                  </a:lnTo>
                  <a:lnTo>
                    <a:pt x="0" y="0"/>
                  </a:lnTo>
                  <a:lnTo>
                    <a:pt x="0" y="1461515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p151"/>
            <p:cNvSpPr/>
            <p:nvPr/>
          </p:nvSpPr>
          <p:spPr>
            <a:xfrm>
              <a:off x="7744967" y="2596260"/>
              <a:ext cx="854710" cy="76200"/>
            </a:xfrm>
            <a:custGeom>
              <a:rect b="b" l="l" r="r" t="t"/>
              <a:pathLst>
                <a:path extrusionOk="0" h="76200" w="854709">
                  <a:moveTo>
                    <a:pt x="76073" y="0"/>
                  </a:moveTo>
                  <a:lnTo>
                    <a:pt x="0" y="38353"/>
                  </a:lnTo>
                  <a:lnTo>
                    <a:pt x="76326" y="76200"/>
                  </a:lnTo>
                  <a:lnTo>
                    <a:pt x="76221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178" y="31711"/>
                  </a:lnTo>
                  <a:lnTo>
                    <a:pt x="76073" y="0"/>
                  </a:lnTo>
                  <a:close/>
                </a:path>
                <a:path extrusionOk="0" h="76200" w="854709">
                  <a:moveTo>
                    <a:pt x="76178" y="31711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21" y="44411"/>
                  </a:lnTo>
                  <a:lnTo>
                    <a:pt x="76178" y="31711"/>
                  </a:lnTo>
                  <a:close/>
                </a:path>
                <a:path extrusionOk="0" h="76200" w="854709">
                  <a:moveTo>
                    <a:pt x="76221" y="44411"/>
                  </a:moveTo>
                  <a:lnTo>
                    <a:pt x="63500" y="44450"/>
                  </a:lnTo>
                  <a:lnTo>
                    <a:pt x="76221" y="44450"/>
                  </a:lnTo>
                  <a:close/>
                </a:path>
                <a:path extrusionOk="0" h="76200" w="854709">
                  <a:moveTo>
                    <a:pt x="854201" y="29337"/>
                  </a:moveTo>
                  <a:lnTo>
                    <a:pt x="76178" y="31711"/>
                  </a:lnTo>
                  <a:lnTo>
                    <a:pt x="76221" y="44411"/>
                  </a:lnTo>
                  <a:lnTo>
                    <a:pt x="854201" y="42037"/>
                  </a:lnTo>
                  <a:lnTo>
                    <a:pt x="854201" y="29337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p151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p151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p151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397001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1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3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p151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1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3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1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p151"/>
            <p:cNvSpPr/>
            <p:nvPr/>
          </p:nvSpPr>
          <p:spPr>
            <a:xfrm>
              <a:off x="1699259" y="1930907"/>
              <a:ext cx="4413885" cy="1461770"/>
            </a:xfrm>
            <a:custGeom>
              <a:rect b="b" l="l" r="r" t="t"/>
              <a:pathLst>
                <a:path extrusionOk="0" h="1461770" w="4413885">
                  <a:moveTo>
                    <a:pt x="0" y="1461515"/>
                  </a:moveTo>
                  <a:lnTo>
                    <a:pt x="4413504" y="1461515"/>
                  </a:lnTo>
                  <a:lnTo>
                    <a:pt x="4413504" y="0"/>
                  </a:lnTo>
                  <a:lnTo>
                    <a:pt x="0" y="0"/>
                  </a:lnTo>
                  <a:lnTo>
                    <a:pt x="0" y="1461515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p151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2549652" y="0"/>
                  </a:moveTo>
                  <a:lnTo>
                    <a:pt x="0" y="0"/>
                  </a:lnTo>
                  <a:lnTo>
                    <a:pt x="0" y="1200912"/>
                  </a:lnTo>
                  <a:lnTo>
                    <a:pt x="2549652" y="1200912"/>
                  </a:lnTo>
                  <a:lnTo>
                    <a:pt x="254965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7" name="Google Shape;3697;p151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0" y="1200912"/>
                  </a:moveTo>
                  <a:lnTo>
                    <a:pt x="2549652" y="1200912"/>
                  </a:lnTo>
                  <a:lnTo>
                    <a:pt x="2549652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8" name="Google Shape;3698;p151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80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p151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80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0" name="Google Shape;3700;p151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79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1" name="Google Shape;3701;p151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79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2" name="Google Shape;3702;p151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397002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2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4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2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p151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2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4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2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p151"/>
            <p:cNvSpPr/>
            <p:nvPr/>
          </p:nvSpPr>
          <p:spPr>
            <a:xfrm>
              <a:off x="2639568" y="2596895"/>
              <a:ext cx="2266315" cy="76200"/>
            </a:xfrm>
            <a:custGeom>
              <a:rect b="b" l="l" r="r" t="t"/>
              <a:pathLst>
                <a:path extrusionOk="0" h="76200" w="2266315">
                  <a:moveTo>
                    <a:pt x="1005205" y="38100"/>
                  </a:moveTo>
                  <a:lnTo>
                    <a:pt x="992505" y="31750"/>
                  </a:lnTo>
                  <a:lnTo>
                    <a:pt x="929005" y="0"/>
                  </a:lnTo>
                  <a:lnTo>
                    <a:pt x="929005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929005" y="44450"/>
                  </a:lnTo>
                  <a:lnTo>
                    <a:pt x="929005" y="76200"/>
                  </a:lnTo>
                  <a:lnTo>
                    <a:pt x="992505" y="44450"/>
                  </a:lnTo>
                  <a:lnTo>
                    <a:pt x="1005205" y="38100"/>
                  </a:lnTo>
                  <a:close/>
                </a:path>
                <a:path extrusionOk="0" h="76200" w="2266315">
                  <a:moveTo>
                    <a:pt x="2265807" y="38100"/>
                  </a:moveTo>
                  <a:lnTo>
                    <a:pt x="2253107" y="31750"/>
                  </a:lnTo>
                  <a:lnTo>
                    <a:pt x="2189607" y="0"/>
                  </a:lnTo>
                  <a:lnTo>
                    <a:pt x="2189607" y="31750"/>
                  </a:lnTo>
                  <a:lnTo>
                    <a:pt x="1798320" y="31750"/>
                  </a:lnTo>
                  <a:lnTo>
                    <a:pt x="1798320" y="44450"/>
                  </a:lnTo>
                  <a:lnTo>
                    <a:pt x="2189607" y="44450"/>
                  </a:lnTo>
                  <a:lnTo>
                    <a:pt x="2189607" y="76200"/>
                  </a:lnTo>
                  <a:lnTo>
                    <a:pt x="2253107" y="44450"/>
                  </a:lnTo>
                  <a:lnTo>
                    <a:pt x="2265807" y="381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p151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p151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p151"/>
            <p:cNvSpPr/>
            <p:nvPr/>
          </p:nvSpPr>
          <p:spPr>
            <a:xfrm>
              <a:off x="1299972" y="2596133"/>
              <a:ext cx="5651500" cy="77470"/>
            </a:xfrm>
            <a:custGeom>
              <a:rect b="b" l="l" r="r" t="t"/>
              <a:pathLst>
                <a:path extrusionOk="0" h="77469" w="5651500">
                  <a:moveTo>
                    <a:pt x="534885" y="44450"/>
                  </a:moveTo>
                  <a:lnTo>
                    <a:pt x="483362" y="44450"/>
                  </a:lnTo>
                  <a:lnTo>
                    <a:pt x="470687" y="44450"/>
                  </a:lnTo>
                  <a:lnTo>
                    <a:pt x="470535" y="76200"/>
                  </a:lnTo>
                  <a:lnTo>
                    <a:pt x="534885" y="44450"/>
                  </a:lnTo>
                  <a:close/>
                </a:path>
                <a:path extrusionOk="0" h="77469" w="5651500">
                  <a:moveTo>
                    <a:pt x="546989" y="38481"/>
                  </a:moveTo>
                  <a:lnTo>
                    <a:pt x="470916" y="0"/>
                  </a:lnTo>
                  <a:lnTo>
                    <a:pt x="470750" y="31699"/>
                  </a:lnTo>
                  <a:lnTo>
                    <a:pt x="0" y="29464"/>
                  </a:lnTo>
                  <a:lnTo>
                    <a:pt x="0" y="42164"/>
                  </a:lnTo>
                  <a:lnTo>
                    <a:pt x="470687" y="44399"/>
                  </a:lnTo>
                  <a:lnTo>
                    <a:pt x="483362" y="44450"/>
                  </a:lnTo>
                  <a:lnTo>
                    <a:pt x="535000" y="44399"/>
                  </a:lnTo>
                  <a:lnTo>
                    <a:pt x="546989" y="38481"/>
                  </a:lnTo>
                  <a:close/>
                </a:path>
                <a:path extrusionOk="0" h="77469" w="5651500">
                  <a:moveTo>
                    <a:pt x="5651373" y="32512"/>
                  </a:moveTo>
                  <a:lnTo>
                    <a:pt x="4475988" y="32512"/>
                  </a:lnTo>
                  <a:lnTo>
                    <a:pt x="4475988" y="762"/>
                  </a:lnTo>
                  <a:lnTo>
                    <a:pt x="4399788" y="38862"/>
                  </a:lnTo>
                  <a:lnTo>
                    <a:pt x="4475988" y="76962"/>
                  </a:lnTo>
                  <a:lnTo>
                    <a:pt x="4475988" y="45212"/>
                  </a:lnTo>
                  <a:lnTo>
                    <a:pt x="5651373" y="45212"/>
                  </a:lnTo>
                  <a:lnTo>
                    <a:pt x="5651373" y="3251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8" name="Google Shape;3708;p151"/>
          <p:cNvSpPr txBox="1"/>
          <p:nvPr/>
        </p:nvSpPr>
        <p:spPr>
          <a:xfrm>
            <a:off x="8689085" y="2841751"/>
            <a:ext cx="1485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𝛽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09" name="Google Shape;3709;p151"/>
          <p:cNvSpPr txBox="1"/>
          <p:nvPr/>
        </p:nvSpPr>
        <p:spPr>
          <a:xfrm>
            <a:off x="7255764" y="3026410"/>
            <a:ext cx="3028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72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𝑘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0" name="Google Shape;3710;p151"/>
          <p:cNvSpPr txBox="1"/>
          <p:nvPr/>
        </p:nvSpPr>
        <p:spPr>
          <a:xfrm>
            <a:off x="6702297" y="1969135"/>
            <a:ext cx="2032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1" name="Google Shape;3711;p151"/>
          <p:cNvSpPr txBox="1"/>
          <p:nvPr/>
        </p:nvSpPr>
        <p:spPr>
          <a:xfrm>
            <a:off x="3874261" y="2981960"/>
            <a:ext cx="3962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𝑧</a:t>
            </a:r>
            <a:r>
              <a:rPr lang="en-US" sz="11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2" name="Google Shape;3712;p151"/>
          <p:cNvSpPr txBox="1"/>
          <p:nvPr/>
        </p:nvSpPr>
        <p:spPr>
          <a:xfrm>
            <a:off x="5165852" y="2968574"/>
            <a:ext cx="1758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3" name="Google Shape;3713;p151"/>
          <p:cNvSpPr txBox="1"/>
          <p:nvPr/>
        </p:nvSpPr>
        <p:spPr>
          <a:xfrm>
            <a:off x="5309108" y="3064586"/>
            <a:ext cx="252729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4" name="Google Shape;3714;p151"/>
          <p:cNvSpPr txBox="1"/>
          <p:nvPr/>
        </p:nvSpPr>
        <p:spPr>
          <a:xfrm>
            <a:off x="3494278" y="2013966"/>
            <a:ext cx="21209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𝑁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5" name="Google Shape;3715;p151"/>
          <p:cNvSpPr txBox="1"/>
          <p:nvPr/>
        </p:nvSpPr>
        <p:spPr>
          <a:xfrm>
            <a:off x="2149094" y="3066364"/>
            <a:ext cx="2781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72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𝑑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6" name="Google Shape;3716;p151"/>
          <p:cNvSpPr txBox="1"/>
          <p:nvPr/>
        </p:nvSpPr>
        <p:spPr>
          <a:xfrm>
            <a:off x="1825879" y="1954783"/>
            <a:ext cx="2019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𝐷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17" name="Google Shape;3717;p151"/>
          <p:cNvSpPr txBox="1"/>
          <p:nvPr/>
        </p:nvSpPr>
        <p:spPr>
          <a:xfrm>
            <a:off x="1083665" y="2841751"/>
            <a:ext cx="1473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718" name="Google Shape;3718;p1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3634740"/>
            <a:ext cx="5234178" cy="162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9" name="Google Shape;3719;p151"/>
          <p:cNvGrpSpPr/>
          <p:nvPr/>
        </p:nvGrpSpPr>
        <p:grpSpPr>
          <a:xfrm>
            <a:off x="842772" y="4180331"/>
            <a:ext cx="2198370" cy="1469390"/>
            <a:chOff x="842772" y="4180331"/>
            <a:chExt cx="2198370" cy="1469390"/>
          </a:xfrm>
        </p:grpSpPr>
        <p:sp>
          <p:nvSpPr>
            <p:cNvPr id="3720" name="Google Shape;3720;p151"/>
            <p:cNvSpPr/>
            <p:nvPr/>
          </p:nvSpPr>
          <p:spPr>
            <a:xfrm>
              <a:off x="842772" y="4180331"/>
              <a:ext cx="2198370" cy="1469390"/>
            </a:xfrm>
            <a:custGeom>
              <a:rect b="b" l="l" r="r" t="t"/>
              <a:pathLst>
                <a:path extrusionOk="0" h="1469389" w="2198370">
                  <a:moveTo>
                    <a:pt x="2198116" y="1431036"/>
                  </a:moveTo>
                  <a:lnTo>
                    <a:pt x="2185416" y="1424686"/>
                  </a:lnTo>
                  <a:lnTo>
                    <a:pt x="2121916" y="1392936"/>
                  </a:lnTo>
                  <a:lnTo>
                    <a:pt x="2143074" y="1424686"/>
                  </a:lnTo>
                  <a:lnTo>
                    <a:pt x="44450" y="1424686"/>
                  </a:lnTo>
                  <a:lnTo>
                    <a:pt x="44450" y="55041"/>
                  </a:lnTo>
                  <a:lnTo>
                    <a:pt x="76200" y="76200"/>
                  </a:lnTo>
                  <a:lnTo>
                    <a:pt x="63500" y="508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55041"/>
                  </a:lnTo>
                  <a:lnTo>
                    <a:pt x="31750" y="1440002"/>
                  </a:lnTo>
                  <a:lnTo>
                    <a:pt x="44450" y="1440002"/>
                  </a:lnTo>
                  <a:lnTo>
                    <a:pt x="44450" y="1437386"/>
                  </a:lnTo>
                  <a:lnTo>
                    <a:pt x="2143074" y="1437386"/>
                  </a:lnTo>
                  <a:lnTo>
                    <a:pt x="2121916" y="1469136"/>
                  </a:lnTo>
                  <a:lnTo>
                    <a:pt x="2185416" y="1437386"/>
                  </a:lnTo>
                  <a:lnTo>
                    <a:pt x="2198116" y="14310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p151"/>
            <p:cNvSpPr/>
            <p:nvPr/>
          </p:nvSpPr>
          <p:spPr>
            <a:xfrm>
              <a:off x="1054608" y="4543043"/>
              <a:ext cx="965200" cy="1080770"/>
            </a:xfrm>
            <a:custGeom>
              <a:rect b="b" l="l" r="r" t="t"/>
              <a:pathLst>
                <a:path extrusionOk="0" h="1080770" w="965200">
                  <a:moveTo>
                    <a:pt x="89916" y="653796"/>
                  </a:moveTo>
                  <a:lnTo>
                    <a:pt x="0" y="653796"/>
                  </a:lnTo>
                  <a:lnTo>
                    <a:pt x="0" y="1080516"/>
                  </a:lnTo>
                  <a:lnTo>
                    <a:pt x="89916" y="1080516"/>
                  </a:lnTo>
                  <a:lnTo>
                    <a:pt x="89916" y="653796"/>
                  </a:lnTo>
                  <a:close/>
                </a:path>
                <a:path extrusionOk="0" h="1080770" w="965200">
                  <a:moveTo>
                    <a:pt x="306324" y="359676"/>
                  </a:moveTo>
                  <a:lnTo>
                    <a:pt x="216408" y="359676"/>
                  </a:lnTo>
                  <a:lnTo>
                    <a:pt x="216408" y="1078992"/>
                  </a:lnTo>
                  <a:lnTo>
                    <a:pt x="306324" y="1078992"/>
                  </a:lnTo>
                  <a:lnTo>
                    <a:pt x="306324" y="359676"/>
                  </a:lnTo>
                  <a:close/>
                </a:path>
                <a:path extrusionOk="0" h="1080770" w="965200">
                  <a:moveTo>
                    <a:pt x="527304" y="0"/>
                  </a:moveTo>
                  <a:lnTo>
                    <a:pt x="437388" y="0"/>
                  </a:lnTo>
                  <a:lnTo>
                    <a:pt x="437388" y="1080516"/>
                  </a:lnTo>
                  <a:lnTo>
                    <a:pt x="527304" y="1080516"/>
                  </a:lnTo>
                  <a:lnTo>
                    <a:pt x="527304" y="0"/>
                  </a:lnTo>
                  <a:close/>
                </a:path>
                <a:path extrusionOk="0" h="1080770" w="965200">
                  <a:moveTo>
                    <a:pt x="749808" y="790956"/>
                  </a:moveTo>
                  <a:lnTo>
                    <a:pt x="659892" y="790956"/>
                  </a:lnTo>
                  <a:lnTo>
                    <a:pt x="659892" y="1078992"/>
                  </a:lnTo>
                  <a:lnTo>
                    <a:pt x="749808" y="1078992"/>
                  </a:lnTo>
                  <a:lnTo>
                    <a:pt x="749808" y="790956"/>
                  </a:lnTo>
                  <a:close/>
                </a:path>
                <a:path extrusionOk="0" h="1080770" w="965200">
                  <a:moveTo>
                    <a:pt x="964692" y="647700"/>
                  </a:moveTo>
                  <a:lnTo>
                    <a:pt x="874776" y="647700"/>
                  </a:lnTo>
                  <a:lnTo>
                    <a:pt x="874776" y="1078992"/>
                  </a:lnTo>
                  <a:lnTo>
                    <a:pt x="964692" y="1078992"/>
                  </a:lnTo>
                  <a:lnTo>
                    <a:pt x="964692" y="64770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2" name="Google Shape;3722;p151"/>
          <p:cNvSpPr txBox="1"/>
          <p:nvPr/>
        </p:nvSpPr>
        <p:spPr>
          <a:xfrm>
            <a:off x="1070254" y="5660237"/>
            <a:ext cx="112966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   2	3   4	5	</a:t>
            </a: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23" name="Google Shape;3723;p151"/>
          <p:cNvSpPr txBox="1"/>
          <p:nvPr/>
        </p:nvSpPr>
        <p:spPr>
          <a:xfrm>
            <a:off x="2197354" y="5270119"/>
            <a:ext cx="454659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31750" rtl="0" algn="r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24" name="Google Shape;3724;p151"/>
          <p:cNvSpPr/>
          <p:nvPr/>
        </p:nvSpPr>
        <p:spPr>
          <a:xfrm>
            <a:off x="2738627" y="5515355"/>
            <a:ext cx="91440" cy="108585"/>
          </a:xfrm>
          <a:custGeom>
            <a:rect b="b" l="l" r="r" t="t"/>
            <a:pathLst>
              <a:path extrusionOk="0" h="108585" w="91439">
                <a:moveTo>
                  <a:pt x="91439" y="0"/>
                </a:moveTo>
                <a:lnTo>
                  <a:pt x="0" y="0"/>
                </a:lnTo>
                <a:lnTo>
                  <a:pt x="0" y="108204"/>
                </a:lnTo>
                <a:lnTo>
                  <a:pt x="91439" y="108204"/>
                </a:lnTo>
                <a:lnTo>
                  <a:pt x="91439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5" name="Google Shape;3725;p151"/>
          <p:cNvSpPr txBox="1"/>
          <p:nvPr/>
        </p:nvSpPr>
        <p:spPr>
          <a:xfrm>
            <a:off x="610514" y="4066413"/>
            <a:ext cx="2171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2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26" name="Google Shape;3726;p151"/>
          <p:cNvSpPr txBox="1"/>
          <p:nvPr/>
        </p:nvSpPr>
        <p:spPr>
          <a:xfrm>
            <a:off x="1562227" y="4143197"/>
            <a:ext cx="798195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Document #1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7" name="Google Shape;3727;p151"/>
          <p:cNvSpPr txBox="1"/>
          <p:nvPr/>
        </p:nvSpPr>
        <p:spPr>
          <a:xfrm>
            <a:off x="3117595" y="5512409"/>
            <a:ext cx="3117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8" name="Google Shape;3728;p151"/>
          <p:cNvGrpSpPr/>
          <p:nvPr/>
        </p:nvGrpSpPr>
        <p:grpSpPr>
          <a:xfrm>
            <a:off x="3631692" y="4180331"/>
            <a:ext cx="2198370" cy="1478280"/>
            <a:chOff x="3631692" y="4180331"/>
            <a:chExt cx="2198370" cy="1478280"/>
          </a:xfrm>
        </p:grpSpPr>
        <p:sp>
          <p:nvSpPr>
            <p:cNvPr id="3729" name="Google Shape;3729;p151"/>
            <p:cNvSpPr/>
            <p:nvPr/>
          </p:nvSpPr>
          <p:spPr>
            <a:xfrm>
              <a:off x="3631692" y="4180331"/>
              <a:ext cx="2198370" cy="1478280"/>
            </a:xfrm>
            <a:custGeom>
              <a:rect b="b" l="l" r="r" t="t"/>
              <a:pathLst>
                <a:path extrusionOk="0" h="1478279" w="2198370">
                  <a:moveTo>
                    <a:pt x="2198116" y="1440180"/>
                  </a:moveTo>
                  <a:lnTo>
                    <a:pt x="2185416" y="1433830"/>
                  </a:lnTo>
                  <a:lnTo>
                    <a:pt x="2121916" y="1402080"/>
                  </a:lnTo>
                  <a:lnTo>
                    <a:pt x="2143074" y="1433830"/>
                  </a:lnTo>
                  <a:lnTo>
                    <a:pt x="44450" y="1433830"/>
                  </a:lnTo>
                  <a:lnTo>
                    <a:pt x="44450" y="55041"/>
                  </a:lnTo>
                  <a:lnTo>
                    <a:pt x="76200" y="76200"/>
                  </a:lnTo>
                  <a:lnTo>
                    <a:pt x="63500" y="508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55041"/>
                  </a:lnTo>
                  <a:lnTo>
                    <a:pt x="31750" y="1440002"/>
                  </a:lnTo>
                  <a:lnTo>
                    <a:pt x="38100" y="1440002"/>
                  </a:lnTo>
                  <a:lnTo>
                    <a:pt x="38100" y="1446530"/>
                  </a:lnTo>
                  <a:lnTo>
                    <a:pt x="2143074" y="1446530"/>
                  </a:lnTo>
                  <a:lnTo>
                    <a:pt x="2121916" y="1478280"/>
                  </a:lnTo>
                  <a:lnTo>
                    <a:pt x="2185416" y="1446530"/>
                  </a:lnTo>
                  <a:lnTo>
                    <a:pt x="2198116" y="1440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p151"/>
            <p:cNvSpPr/>
            <p:nvPr/>
          </p:nvSpPr>
          <p:spPr>
            <a:xfrm>
              <a:off x="3843528" y="4721351"/>
              <a:ext cx="965200" cy="899160"/>
            </a:xfrm>
            <a:custGeom>
              <a:rect b="b" l="l" r="r" t="t"/>
              <a:pathLst>
                <a:path extrusionOk="0" h="899160" w="965200">
                  <a:moveTo>
                    <a:pt x="89903" y="755904"/>
                  </a:moveTo>
                  <a:lnTo>
                    <a:pt x="0" y="755904"/>
                  </a:lnTo>
                  <a:lnTo>
                    <a:pt x="0" y="899160"/>
                  </a:lnTo>
                  <a:lnTo>
                    <a:pt x="89903" y="899160"/>
                  </a:lnTo>
                  <a:lnTo>
                    <a:pt x="89903" y="755904"/>
                  </a:lnTo>
                  <a:close/>
                </a:path>
                <a:path extrusionOk="0" h="899160" w="965200">
                  <a:moveTo>
                    <a:pt x="306324" y="537972"/>
                  </a:moveTo>
                  <a:lnTo>
                    <a:pt x="214884" y="537972"/>
                  </a:lnTo>
                  <a:lnTo>
                    <a:pt x="214884" y="897636"/>
                  </a:lnTo>
                  <a:lnTo>
                    <a:pt x="306324" y="897636"/>
                  </a:lnTo>
                  <a:lnTo>
                    <a:pt x="306324" y="537972"/>
                  </a:lnTo>
                  <a:close/>
                </a:path>
                <a:path extrusionOk="0" h="899160" w="965200">
                  <a:moveTo>
                    <a:pt x="527291" y="431292"/>
                  </a:moveTo>
                  <a:lnTo>
                    <a:pt x="437388" y="431292"/>
                  </a:lnTo>
                  <a:lnTo>
                    <a:pt x="437388" y="899160"/>
                  </a:lnTo>
                  <a:lnTo>
                    <a:pt x="527291" y="899160"/>
                  </a:lnTo>
                  <a:lnTo>
                    <a:pt x="527291" y="431292"/>
                  </a:lnTo>
                  <a:close/>
                </a:path>
                <a:path extrusionOk="0" h="899160" w="965200">
                  <a:moveTo>
                    <a:pt x="748284" y="0"/>
                  </a:moveTo>
                  <a:lnTo>
                    <a:pt x="658368" y="0"/>
                  </a:lnTo>
                  <a:lnTo>
                    <a:pt x="658368" y="899160"/>
                  </a:lnTo>
                  <a:lnTo>
                    <a:pt x="748284" y="899160"/>
                  </a:lnTo>
                  <a:lnTo>
                    <a:pt x="748284" y="0"/>
                  </a:lnTo>
                  <a:close/>
                </a:path>
                <a:path extrusionOk="0" h="899160" w="965200">
                  <a:moveTo>
                    <a:pt x="964679" y="251460"/>
                  </a:moveTo>
                  <a:lnTo>
                    <a:pt x="874776" y="251460"/>
                  </a:lnTo>
                  <a:lnTo>
                    <a:pt x="874776" y="899160"/>
                  </a:lnTo>
                  <a:lnTo>
                    <a:pt x="964679" y="899160"/>
                  </a:lnTo>
                  <a:lnTo>
                    <a:pt x="964679" y="25146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1" name="Google Shape;3731;p151"/>
          <p:cNvSpPr txBox="1"/>
          <p:nvPr/>
        </p:nvSpPr>
        <p:spPr>
          <a:xfrm>
            <a:off x="3859148" y="5661761"/>
            <a:ext cx="112966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   2   3   4	5	</a:t>
            </a: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32" name="Google Shape;3732;p151"/>
          <p:cNvSpPr txBox="1"/>
          <p:nvPr/>
        </p:nvSpPr>
        <p:spPr>
          <a:xfrm>
            <a:off x="4986020" y="5270119"/>
            <a:ext cx="454659" cy="56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31750" rtl="0" algn="r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33" name="Google Shape;3733;p151"/>
          <p:cNvSpPr/>
          <p:nvPr/>
        </p:nvSpPr>
        <p:spPr>
          <a:xfrm>
            <a:off x="5527547" y="5330952"/>
            <a:ext cx="90170" cy="288290"/>
          </a:xfrm>
          <a:custGeom>
            <a:rect b="b" l="l" r="r" t="t"/>
            <a:pathLst>
              <a:path extrusionOk="0" h="288289" w="90170">
                <a:moveTo>
                  <a:pt x="89915" y="0"/>
                </a:moveTo>
                <a:lnTo>
                  <a:pt x="0" y="0"/>
                </a:lnTo>
                <a:lnTo>
                  <a:pt x="0" y="288036"/>
                </a:lnTo>
                <a:lnTo>
                  <a:pt x="89915" y="288036"/>
                </a:lnTo>
                <a:lnTo>
                  <a:pt x="8991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4" name="Google Shape;3734;p151"/>
          <p:cNvSpPr txBox="1"/>
          <p:nvPr/>
        </p:nvSpPr>
        <p:spPr>
          <a:xfrm>
            <a:off x="3399409" y="4066413"/>
            <a:ext cx="22034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2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35" name="Google Shape;3735;p151"/>
          <p:cNvSpPr txBox="1"/>
          <p:nvPr/>
        </p:nvSpPr>
        <p:spPr>
          <a:xfrm>
            <a:off x="4351146" y="4088333"/>
            <a:ext cx="798195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Document #2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151"/>
          <p:cNvSpPr txBox="1"/>
          <p:nvPr/>
        </p:nvSpPr>
        <p:spPr>
          <a:xfrm>
            <a:off x="5892546" y="5526735"/>
            <a:ext cx="3117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7" name="Google Shape;3737;p151"/>
          <p:cNvGrpSpPr/>
          <p:nvPr/>
        </p:nvGrpSpPr>
        <p:grpSpPr>
          <a:xfrm>
            <a:off x="6784848" y="4197096"/>
            <a:ext cx="2198370" cy="1478280"/>
            <a:chOff x="6784848" y="4197096"/>
            <a:chExt cx="2198370" cy="1478280"/>
          </a:xfrm>
        </p:grpSpPr>
        <p:sp>
          <p:nvSpPr>
            <p:cNvPr id="3738" name="Google Shape;3738;p151"/>
            <p:cNvSpPr/>
            <p:nvPr/>
          </p:nvSpPr>
          <p:spPr>
            <a:xfrm>
              <a:off x="6784848" y="4197096"/>
              <a:ext cx="2198370" cy="1478280"/>
            </a:xfrm>
            <a:custGeom>
              <a:rect b="b" l="l" r="r" t="t"/>
              <a:pathLst>
                <a:path extrusionOk="0" h="1478279" w="2198370">
                  <a:moveTo>
                    <a:pt x="2198116" y="1440180"/>
                  </a:moveTo>
                  <a:lnTo>
                    <a:pt x="2185416" y="1433830"/>
                  </a:lnTo>
                  <a:lnTo>
                    <a:pt x="2121916" y="1402080"/>
                  </a:lnTo>
                  <a:lnTo>
                    <a:pt x="2143074" y="1433830"/>
                  </a:lnTo>
                  <a:lnTo>
                    <a:pt x="44450" y="1433830"/>
                  </a:lnTo>
                  <a:lnTo>
                    <a:pt x="44450" y="55041"/>
                  </a:lnTo>
                  <a:lnTo>
                    <a:pt x="76200" y="76200"/>
                  </a:lnTo>
                  <a:lnTo>
                    <a:pt x="63500" y="508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55041"/>
                  </a:lnTo>
                  <a:lnTo>
                    <a:pt x="31750" y="1440002"/>
                  </a:lnTo>
                  <a:lnTo>
                    <a:pt x="38100" y="1440002"/>
                  </a:lnTo>
                  <a:lnTo>
                    <a:pt x="38100" y="1446530"/>
                  </a:lnTo>
                  <a:lnTo>
                    <a:pt x="2143074" y="1446530"/>
                  </a:lnTo>
                  <a:lnTo>
                    <a:pt x="2121916" y="1478280"/>
                  </a:lnTo>
                  <a:lnTo>
                    <a:pt x="2185416" y="1446530"/>
                  </a:lnTo>
                  <a:lnTo>
                    <a:pt x="2198116" y="1440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p151"/>
            <p:cNvSpPr/>
            <p:nvPr/>
          </p:nvSpPr>
          <p:spPr>
            <a:xfrm>
              <a:off x="6996684" y="4844796"/>
              <a:ext cx="965200" cy="797560"/>
            </a:xfrm>
            <a:custGeom>
              <a:rect b="b" l="l" r="r" t="t"/>
              <a:pathLst>
                <a:path extrusionOk="0" h="797560" w="965200">
                  <a:moveTo>
                    <a:pt x="89916" y="257556"/>
                  </a:moveTo>
                  <a:lnTo>
                    <a:pt x="0" y="257556"/>
                  </a:lnTo>
                  <a:lnTo>
                    <a:pt x="0" y="797052"/>
                  </a:lnTo>
                  <a:lnTo>
                    <a:pt x="89916" y="797052"/>
                  </a:lnTo>
                  <a:lnTo>
                    <a:pt x="89916" y="257556"/>
                  </a:lnTo>
                  <a:close/>
                </a:path>
                <a:path extrusionOk="0" h="797560" w="965200">
                  <a:moveTo>
                    <a:pt x="306324" y="0"/>
                  </a:moveTo>
                  <a:lnTo>
                    <a:pt x="216408" y="0"/>
                  </a:lnTo>
                  <a:lnTo>
                    <a:pt x="216408" y="792480"/>
                  </a:lnTo>
                  <a:lnTo>
                    <a:pt x="306324" y="792480"/>
                  </a:lnTo>
                  <a:lnTo>
                    <a:pt x="306324" y="0"/>
                  </a:lnTo>
                  <a:close/>
                </a:path>
                <a:path extrusionOk="0" h="797560" w="965200">
                  <a:moveTo>
                    <a:pt x="527304" y="324612"/>
                  </a:moveTo>
                  <a:lnTo>
                    <a:pt x="437388" y="324612"/>
                  </a:lnTo>
                  <a:lnTo>
                    <a:pt x="437388" y="792480"/>
                  </a:lnTo>
                  <a:lnTo>
                    <a:pt x="527304" y="792480"/>
                  </a:lnTo>
                  <a:lnTo>
                    <a:pt x="527304" y="324612"/>
                  </a:lnTo>
                  <a:close/>
                </a:path>
                <a:path extrusionOk="0" h="797560" w="965200">
                  <a:moveTo>
                    <a:pt x="749808" y="71628"/>
                  </a:moveTo>
                  <a:lnTo>
                    <a:pt x="659892" y="71628"/>
                  </a:lnTo>
                  <a:lnTo>
                    <a:pt x="659892" y="792480"/>
                  </a:lnTo>
                  <a:lnTo>
                    <a:pt x="749808" y="792480"/>
                  </a:lnTo>
                  <a:lnTo>
                    <a:pt x="749808" y="71628"/>
                  </a:lnTo>
                  <a:close/>
                </a:path>
                <a:path extrusionOk="0" h="797560" w="965200">
                  <a:moveTo>
                    <a:pt x="964692" y="144780"/>
                  </a:moveTo>
                  <a:lnTo>
                    <a:pt x="874776" y="144780"/>
                  </a:lnTo>
                  <a:lnTo>
                    <a:pt x="874776" y="792480"/>
                  </a:lnTo>
                  <a:lnTo>
                    <a:pt x="964692" y="792480"/>
                  </a:lnTo>
                  <a:lnTo>
                    <a:pt x="964692" y="14478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0" name="Google Shape;3740;p151"/>
          <p:cNvSpPr txBox="1"/>
          <p:nvPr/>
        </p:nvSpPr>
        <p:spPr>
          <a:xfrm>
            <a:off x="7026020" y="5677001"/>
            <a:ext cx="112966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   2	3   4	5	</a:t>
            </a: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41" name="Google Shape;3741;p151"/>
          <p:cNvSpPr txBox="1"/>
          <p:nvPr/>
        </p:nvSpPr>
        <p:spPr>
          <a:xfrm>
            <a:off x="8140445" y="5274640"/>
            <a:ext cx="454659" cy="579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19685" rtl="0" algn="r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42" name="Google Shape;3742;p151"/>
          <p:cNvSpPr/>
          <p:nvPr/>
        </p:nvSpPr>
        <p:spPr>
          <a:xfrm>
            <a:off x="8682228" y="5564123"/>
            <a:ext cx="90170" cy="71755"/>
          </a:xfrm>
          <a:custGeom>
            <a:rect b="b" l="l" r="r" t="t"/>
            <a:pathLst>
              <a:path extrusionOk="0" h="71754" w="90170">
                <a:moveTo>
                  <a:pt x="89916" y="0"/>
                </a:moveTo>
                <a:lnTo>
                  <a:pt x="0" y="0"/>
                </a:lnTo>
                <a:lnTo>
                  <a:pt x="0" y="71628"/>
                </a:lnTo>
                <a:lnTo>
                  <a:pt x="89916" y="71628"/>
                </a:lnTo>
                <a:lnTo>
                  <a:pt x="8991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3" name="Google Shape;3743;p151"/>
          <p:cNvSpPr txBox="1"/>
          <p:nvPr/>
        </p:nvSpPr>
        <p:spPr>
          <a:xfrm>
            <a:off x="6553454" y="4083177"/>
            <a:ext cx="2355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2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𝐷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44" name="Google Shape;3744;p151"/>
          <p:cNvSpPr txBox="1"/>
          <p:nvPr/>
        </p:nvSpPr>
        <p:spPr>
          <a:xfrm>
            <a:off x="7502143" y="4115816"/>
            <a:ext cx="80391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Document #D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5" name="Google Shape;3745;p151"/>
          <p:cNvSpPr txBox="1"/>
          <p:nvPr/>
        </p:nvSpPr>
        <p:spPr>
          <a:xfrm>
            <a:off x="9037446" y="5536793"/>
            <a:ext cx="3117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6" name="Google Shape;3746;p151"/>
          <p:cNvSpPr txBox="1"/>
          <p:nvPr/>
        </p:nvSpPr>
        <p:spPr>
          <a:xfrm>
            <a:off x="5950711" y="4762245"/>
            <a:ext cx="2216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</a:t>
            </a:r>
            <a:endParaRPr/>
          </a:p>
        </p:txBody>
      </p:sp>
      <p:sp>
        <p:nvSpPr>
          <p:cNvPr id="3747" name="Google Shape;3747;p151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8" name="Google Shape;3748;p1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77190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749" name="Google Shape;3749;p151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0" name="Google Shape;3750;p15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4" name="Shape 3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5" name="Google Shape;3755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658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6" name="Google Shape;3756;p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7" name="Google Shape;3757;p1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8" name="Google Shape;3758;p152"/>
          <p:cNvGrpSpPr/>
          <p:nvPr/>
        </p:nvGrpSpPr>
        <p:grpSpPr>
          <a:xfrm>
            <a:off x="1018032" y="1930907"/>
            <a:ext cx="7862315" cy="1461770"/>
            <a:chOff x="1018032" y="1930907"/>
            <a:chExt cx="7862315" cy="1461770"/>
          </a:xfrm>
        </p:grpSpPr>
        <p:sp>
          <p:nvSpPr>
            <p:cNvPr id="3759" name="Google Shape;3759;p152"/>
            <p:cNvSpPr/>
            <p:nvPr/>
          </p:nvSpPr>
          <p:spPr>
            <a:xfrm>
              <a:off x="6591300" y="1930907"/>
              <a:ext cx="1734820" cy="1461770"/>
            </a:xfrm>
            <a:custGeom>
              <a:rect b="b" l="l" r="r" t="t"/>
              <a:pathLst>
                <a:path extrusionOk="0" h="1461770" w="1734820">
                  <a:moveTo>
                    <a:pt x="0" y="1461515"/>
                  </a:moveTo>
                  <a:lnTo>
                    <a:pt x="1734311" y="1461515"/>
                  </a:lnTo>
                  <a:lnTo>
                    <a:pt x="1734311" y="0"/>
                  </a:lnTo>
                  <a:lnTo>
                    <a:pt x="0" y="0"/>
                  </a:lnTo>
                  <a:lnTo>
                    <a:pt x="0" y="1461515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p152"/>
            <p:cNvSpPr/>
            <p:nvPr/>
          </p:nvSpPr>
          <p:spPr>
            <a:xfrm>
              <a:off x="7744967" y="2596260"/>
              <a:ext cx="854710" cy="76200"/>
            </a:xfrm>
            <a:custGeom>
              <a:rect b="b" l="l" r="r" t="t"/>
              <a:pathLst>
                <a:path extrusionOk="0" h="76200" w="854709">
                  <a:moveTo>
                    <a:pt x="76073" y="0"/>
                  </a:moveTo>
                  <a:lnTo>
                    <a:pt x="0" y="38353"/>
                  </a:lnTo>
                  <a:lnTo>
                    <a:pt x="76326" y="76200"/>
                  </a:lnTo>
                  <a:lnTo>
                    <a:pt x="76221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178" y="31711"/>
                  </a:lnTo>
                  <a:lnTo>
                    <a:pt x="76073" y="0"/>
                  </a:lnTo>
                  <a:close/>
                </a:path>
                <a:path extrusionOk="0" h="76200" w="854709">
                  <a:moveTo>
                    <a:pt x="76178" y="31711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21" y="44411"/>
                  </a:lnTo>
                  <a:lnTo>
                    <a:pt x="76178" y="31711"/>
                  </a:lnTo>
                  <a:close/>
                </a:path>
                <a:path extrusionOk="0" h="76200" w="854709">
                  <a:moveTo>
                    <a:pt x="76221" y="44411"/>
                  </a:moveTo>
                  <a:lnTo>
                    <a:pt x="63500" y="44450"/>
                  </a:lnTo>
                  <a:lnTo>
                    <a:pt x="76221" y="44450"/>
                  </a:lnTo>
                  <a:close/>
                </a:path>
                <a:path extrusionOk="0" h="76200" w="854709">
                  <a:moveTo>
                    <a:pt x="854201" y="29337"/>
                  </a:moveTo>
                  <a:lnTo>
                    <a:pt x="76178" y="31711"/>
                  </a:lnTo>
                  <a:lnTo>
                    <a:pt x="76221" y="44411"/>
                  </a:lnTo>
                  <a:lnTo>
                    <a:pt x="854201" y="42037"/>
                  </a:lnTo>
                  <a:lnTo>
                    <a:pt x="854201" y="29337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p152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p152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p152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397001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1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3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p152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1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3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1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p152"/>
            <p:cNvSpPr/>
            <p:nvPr/>
          </p:nvSpPr>
          <p:spPr>
            <a:xfrm>
              <a:off x="1699259" y="1930907"/>
              <a:ext cx="4413885" cy="1461770"/>
            </a:xfrm>
            <a:custGeom>
              <a:rect b="b" l="l" r="r" t="t"/>
              <a:pathLst>
                <a:path extrusionOk="0" h="1461770" w="4413885">
                  <a:moveTo>
                    <a:pt x="0" y="1461515"/>
                  </a:moveTo>
                  <a:lnTo>
                    <a:pt x="4413504" y="1461515"/>
                  </a:lnTo>
                  <a:lnTo>
                    <a:pt x="4413504" y="0"/>
                  </a:lnTo>
                  <a:lnTo>
                    <a:pt x="0" y="0"/>
                  </a:lnTo>
                  <a:lnTo>
                    <a:pt x="0" y="1461515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p152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2549652" y="0"/>
                  </a:moveTo>
                  <a:lnTo>
                    <a:pt x="0" y="0"/>
                  </a:lnTo>
                  <a:lnTo>
                    <a:pt x="0" y="1200912"/>
                  </a:lnTo>
                  <a:lnTo>
                    <a:pt x="2549652" y="1200912"/>
                  </a:lnTo>
                  <a:lnTo>
                    <a:pt x="254965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p152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0" y="1200912"/>
                  </a:moveTo>
                  <a:lnTo>
                    <a:pt x="2549652" y="1200912"/>
                  </a:lnTo>
                  <a:lnTo>
                    <a:pt x="2549652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p152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80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p152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80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p152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79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p152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79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p152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397002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2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4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2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p152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2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4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2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p152"/>
            <p:cNvSpPr/>
            <p:nvPr/>
          </p:nvSpPr>
          <p:spPr>
            <a:xfrm>
              <a:off x="2639568" y="2596895"/>
              <a:ext cx="2266315" cy="76200"/>
            </a:xfrm>
            <a:custGeom>
              <a:rect b="b" l="l" r="r" t="t"/>
              <a:pathLst>
                <a:path extrusionOk="0" h="76200" w="2266315">
                  <a:moveTo>
                    <a:pt x="1005205" y="38100"/>
                  </a:moveTo>
                  <a:lnTo>
                    <a:pt x="992505" y="31750"/>
                  </a:lnTo>
                  <a:lnTo>
                    <a:pt x="929005" y="0"/>
                  </a:lnTo>
                  <a:lnTo>
                    <a:pt x="929005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929005" y="44450"/>
                  </a:lnTo>
                  <a:lnTo>
                    <a:pt x="929005" y="76200"/>
                  </a:lnTo>
                  <a:lnTo>
                    <a:pt x="992505" y="44450"/>
                  </a:lnTo>
                  <a:lnTo>
                    <a:pt x="1005205" y="38100"/>
                  </a:lnTo>
                  <a:close/>
                </a:path>
                <a:path extrusionOk="0" h="76200" w="2266315">
                  <a:moveTo>
                    <a:pt x="2265807" y="38100"/>
                  </a:moveTo>
                  <a:lnTo>
                    <a:pt x="2253107" y="31750"/>
                  </a:lnTo>
                  <a:lnTo>
                    <a:pt x="2189607" y="0"/>
                  </a:lnTo>
                  <a:lnTo>
                    <a:pt x="2189607" y="31750"/>
                  </a:lnTo>
                  <a:lnTo>
                    <a:pt x="1798320" y="31750"/>
                  </a:lnTo>
                  <a:lnTo>
                    <a:pt x="1798320" y="44450"/>
                  </a:lnTo>
                  <a:lnTo>
                    <a:pt x="2189607" y="44450"/>
                  </a:lnTo>
                  <a:lnTo>
                    <a:pt x="2189607" y="76200"/>
                  </a:lnTo>
                  <a:lnTo>
                    <a:pt x="2253107" y="44450"/>
                  </a:lnTo>
                  <a:lnTo>
                    <a:pt x="2265807" y="381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p152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152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152"/>
            <p:cNvSpPr/>
            <p:nvPr/>
          </p:nvSpPr>
          <p:spPr>
            <a:xfrm>
              <a:off x="1299972" y="2596133"/>
              <a:ext cx="5651500" cy="77470"/>
            </a:xfrm>
            <a:custGeom>
              <a:rect b="b" l="l" r="r" t="t"/>
              <a:pathLst>
                <a:path extrusionOk="0" h="77469" w="5651500">
                  <a:moveTo>
                    <a:pt x="534885" y="44450"/>
                  </a:moveTo>
                  <a:lnTo>
                    <a:pt x="483362" y="44450"/>
                  </a:lnTo>
                  <a:lnTo>
                    <a:pt x="470687" y="44450"/>
                  </a:lnTo>
                  <a:lnTo>
                    <a:pt x="470535" y="76200"/>
                  </a:lnTo>
                  <a:lnTo>
                    <a:pt x="534885" y="44450"/>
                  </a:lnTo>
                  <a:close/>
                </a:path>
                <a:path extrusionOk="0" h="77469" w="5651500">
                  <a:moveTo>
                    <a:pt x="546989" y="38481"/>
                  </a:moveTo>
                  <a:lnTo>
                    <a:pt x="470916" y="0"/>
                  </a:lnTo>
                  <a:lnTo>
                    <a:pt x="470750" y="31699"/>
                  </a:lnTo>
                  <a:lnTo>
                    <a:pt x="0" y="29464"/>
                  </a:lnTo>
                  <a:lnTo>
                    <a:pt x="0" y="42164"/>
                  </a:lnTo>
                  <a:lnTo>
                    <a:pt x="470687" y="44399"/>
                  </a:lnTo>
                  <a:lnTo>
                    <a:pt x="483362" y="44450"/>
                  </a:lnTo>
                  <a:lnTo>
                    <a:pt x="535000" y="44399"/>
                  </a:lnTo>
                  <a:lnTo>
                    <a:pt x="546989" y="38481"/>
                  </a:lnTo>
                  <a:close/>
                </a:path>
                <a:path extrusionOk="0" h="77469" w="5651500">
                  <a:moveTo>
                    <a:pt x="5651373" y="32512"/>
                  </a:moveTo>
                  <a:lnTo>
                    <a:pt x="4475988" y="32512"/>
                  </a:lnTo>
                  <a:lnTo>
                    <a:pt x="4475988" y="762"/>
                  </a:lnTo>
                  <a:lnTo>
                    <a:pt x="4399788" y="38862"/>
                  </a:lnTo>
                  <a:lnTo>
                    <a:pt x="4475988" y="76962"/>
                  </a:lnTo>
                  <a:lnTo>
                    <a:pt x="4475988" y="45212"/>
                  </a:lnTo>
                  <a:lnTo>
                    <a:pt x="5651373" y="45212"/>
                  </a:lnTo>
                  <a:lnTo>
                    <a:pt x="5651373" y="3251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8" name="Google Shape;3778;p152"/>
          <p:cNvSpPr txBox="1"/>
          <p:nvPr/>
        </p:nvSpPr>
        <p:spPr>
          <a:xfrm>
            <a:off x="8689085" y="2841751"/>
            <a:ext cx="1485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𝛽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79" name="Google Shape;3779;p152"/>
          <p:cNvSpPr txBox="1"/>
          <p:nvPr/>
        </p:nvSpPr>
        <p:spPr>
          <a:xfrm>
            <a:off x="7255764" y="3026410"/>
            <a:ext cx="3028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72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𝑘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0" name="Google Shape;3780;p152"/>
          <p:cNvSpPr txBox="1"/>
          <p:nvPr/>
        </p:nvSpPr>
        <p:spPr>
          <a:xfrm>
            <a:off x="6702297" y="1969135"/>
            <a:ext cx="2032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1" name="Google Shape;3781;p152"/>
          <p:cNvSpPr txBox="1"/>
          <p:nvPr/>
        </p:nvSpPr>
        <p:spPr>
          <a:xfrm>
            <a:off x="3874261" y="2981960"/>
            <a:ext cx="3962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𝑧</a:t>
            </a:r>
            <a:r>
              <a:rPr lang="en-US" sz="11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2" name="Google Shape;3782;p152"/>
          <p:cNvSpPr txBox="1"/>
          <p:nvPr/>
        </p:nvSpPr>
        <p:spPr>
          <a:xfrm>
            <a:off x="5165852" y="2968574"/>
            <a:ext cx="1758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3" name="Google Shape;3783;p152"/>
          <p:cNvSpPr txBox="1"/>
          <p:nvPr/>
        </p:nvSpPr>
        <p:spPr>
          <a:xfrm>
            <a:off x="5309108" y="3064586"/>
            <a:ext cx="252729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4" name="Google Shape;3784;p152"/>
          <p:cNvSpPr txBox="1"/>
          <p:nvPr/>
        </p:nvSpPr>
        <p:spPr>
          <a:xfrm>
            <a:off x="3494278" y="2013966"/>
            <a:ext cx="21209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𝑁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5" name="Google Shape;3785;p152"/>
          <p:cNvSpPr txBox="1"/>
          <p:nvPr/>
        </p:nvSpPr>
        <p:spPr>
          <a:xfrm>
            <a:off x="2149094" y="3066364"/>
            <a:ext cx="2781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725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𝑑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6" name="Google Shape;3786;p152"/>
          <p:cNvSpPr txBox="1"/>
          <p:nvPr/>
        </p:nvSpPr>
        <p:spPr>
          <a:xfrm>
            <a:off x="1825879" y="1954783"/>
            <a:ext cx="2019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𝐷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87" name="Google Shape;3787;p152"/>
          <p:cNvSpPr txBox="1"/>
          <p:nvPr/>
        </p:nvSpPr>
        <p:spPr>
          <a:xfrm>
            <a:off x="1083665" y="2841751"/>
            <a:ext cx="1473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788" name="Google Shape;3788;p1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3639311"/>
            <a:ext cx="5001006" cy="1668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9" name="Google Shape;3789;p152"/>
          <p:cNvGrpSpPr/>
          <p:nvPr/>
        </p:nvGrpSpPr>
        <p:grpSpPr>
          <a:xfrm>
            <a:off x="3589020" y="4158996"/>
            <a:ext cx="2198370" cy="1478280"/>
            <a:chOff x="3589020" y="4158996"/>
            <a:chExt cx="2198370" cy="1478280"/>
          </a:xfrm>
        </p:grpSpPr>
        <p:sp>
          <p:nvSpPr>
            <p:cNvPr id="3790" name="Google Shape;3790;p152"/>
            <p:cNvSpPr/>
            <p:nvPr/>
          </p:nvSpPr>
          <p:spPr>
            <a:xfrm>
              <a:off x="3589020" y="4158996"/>
              <a:ext cx="2198370" cy="1478280"/>
            </a:xfrm>
            <a:custGeom>
              <a:rect b="b" l="l" r="r" t="t"/>
              <a:pathLst>
                <a:path extrusionOk="0" h="1478279" w="2198370">
                  <a:moveTo>
                    <a:pt x="2198116" y="1440180"/>
                  </a:moveTo>
                  <a:lnTo>
                    <a:pt x="2185416" y="1433830"/>
                  </a:lnTo>
                  <a:lnTo>
                    <a:pt x="2121916" y="1402080"/>
                  </a:lnTo>
                  <a:lnTo>
                    <a:pt x="2143074" y="1433830"/>
                  </a:lnTo>
                  <a:lnTo>
                    <a:pt x="44450" y="1433830"/>
                  </a:lnTo>
                  <a:lnTo>
                    <a:pt x="44450" y="55041"/>
                  </a:lnTo>
                  <a:lnTo>
                    <a:pt x="76200" y="76200"/>
                  </a:lnTo>
                  <a:lnTo>
                    <a:pt x="63500" y="508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55041"/>
                  </a:lnTo>
                  <a:lnTo>
                    <a:pt x="31750" y="1440002"/>
                  </a:lnTo>
                  <a:lnTo>
                    <a:pt x="38100" y="1440002"/>
                  </a:lnTo>
                  <a:lnTo>
                    <a:pt x="38100" y="1446530"/>
                  </a:lnTo>
                  <a:lnTo>
                    <a:pt x="2143074" y="1446530"/>
                  </a:lnTo>
                  <a:lnTo>
                    <a:pt x="2121916" y="1478280"/>
                  </a:lnTo>
                  <a:lnTo>
                    <a:pt x="2185416" y="1446530"/>
                  </a:lnTo>
                  <a:lnTo>
                    <a:pt x="2198116" y="1440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p152"/>
            <p:cNvSpPr/>
            <p:nvPr/>
          </p:nvSpPr>
          <p:spPr>
            <a:xfrm>
              <a:off x="3776472" y="4594860"/>
              <a:ext cx="931544" cy="1009015"/>
            </a:xfrm>
            <a:custGeom>
              <a:rect b="b" l="l" r="r" t="t"/>
              <a:pathLst>
                <a:path extrusionOk="0" h="1009014" w="931545">
                  <a:moveTo>
                    <a:pt x="89916" y="864108"/>
                  </a:moveTo>
                  <a:lnTo>
                    <a:pt x="0" y="864108"/>
                  </a:lnTo>
                  <a:lnTo>
                    <a:pt x="0" y="1008888"/>
                  </a:lnTo>
                  <a:lnTo>
                    <a:pt x="89916" y="1008888"/>
                  </a:lnTo>
                  <a:lnTo>
                    <a:pt x="89916" y="864108"/>
                  </a:lnTo>
                  <a:close/>
                </a:path>
                <a:path extrusionOk="0" h="1009014" w="931545">
                  <a:moveTo>
                    <a:pt x="300228" y="647700"/>
                  </a:moveTo>
                  <a:lnTo>
                    <a:pt x="210312" y="647700"/>
                  </a:lnTo>
                  <a:lnTo>
                    <a:pt x="210312" y="1008888"/>
                  </a:lnTo>
                  <a:lnTo>
                    <a:pt x="300228" y="1008888"/>
                  </a:lnTo>
                  <a:lnTo>
                    <a:pt x="300228" y="647700"/>
                  </a:lnTo>
                  <a:close/>
                </a:path>
                <a:path extrusionOk="0" h="1009014" w="931545">
                  <a:moveTo>
                    <a:pt x="510540" y="720852"/>
                  </a:moveTo>
                  <a:lnTo>
                    <a:pt x="420624" y="720852"/>
                  </a:lnTo>
                  <a:lnTo>
                    <a:pt x="420624" y="1008888"/>
                  </a:lnTo>
                  <a:lnTo>
                    <a:pt x="510540" y="1008888"/>
                  </a:lnTo>
                  <a:lnTo>
                    <a:pt x="510540" y="720852"/>
                  </a:lnTo>
                  <a:close/>
                </a:path>
                <a:path extrusionOk="0" h="1009014" w="931545">
                  <a:moveTo>
                    <a:pt x="720852" y="108204"/>
                  </a:moveTo>
                  <a:lnTo>
                    <a:pt x="630936" y="108204"/>
                  </a:lnTo>
                  <a:lnTo>
                    <a:pt x="630936" y="1008888"/>
                  </a:lnTo>
                  <a:lnTo>
                    <a:pt x="720852" y="1008888"/>
                  </a:lnTo>
                  <a:lnTo>
                    <a:pt x="720852" y="108204"/>
                  </a:lnTo>
                  <a:close/>
                </a:path>
                <a:path extrusionOk="0" h="1009014" w="931545">
                  <a:moveTo>
                    <a:pt x="931164" y="0"/>
                  </a:moveTo>
                  <a:lnTo>
                    <a:pt x="841248" y="0"/>
                  </a:lnTo>
                  <a:lnTo>
                    <a:pt x="841248" y="1008888"/>
                  </a:lnTo>
                  <a:lnTo>
                    <a:pt x="931164" y="1008888"/>
                  </a:lnTo>
                  <a:lnTo>
                    <a:pt x="931164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2" name="Google Shape;3792;p152"/>
          <p:cNvSpPr txBox="1"/>
          <p:nvPr/>
        </p:nvSpPr>
        <p:spPr>
          <a:xfrm>
            <a:off x="3783329" y="5623661"/>
            <a:ext cx="112966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   2   3   4	5	</a:t>
            </a: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93" name="Google Shape;3793;p152"/>
          <p:cNvSpPr txBox="1"/>
          <p:nvPr/>
        </p:nvSpPr>
        <p:spPr>
          <a:xfrm>
            <a:off x="4943983" y="5237733"/>
            <a:ext cx="469900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𝐹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94" name="Google Shape;3794;p152"/>
          <p:cNvSpPr/>
          <p:nvPr/>
        </p:nvSpPr>
        <p:spPr>
          <a:xfrm>
            <a:off x="5486400" y="5298947"/>
            <a:ext cx="90170" cy="288290"/>
          </a:xfrm>
          <a:custGeom>
            <a:rect b="b" l="l" r="r" t="t"/>
            <a:pathLst>
              <a:path extrusionOk="0" h="288289" w="90170">
                <a:moveTo>
                  <a:pt x="89915" y="0"/>
                </a:moveTo>
                <a:lnTo>
                  <a:pt x="0" y="0"/>
                </a:lnTo>
                <a:lnTo>
                  <a:pt x="0" y="288035"/>
                </a:lnTo>
                <a:lnTo>
                  <a:pt x="89915" y="288035"/>
                </a:lnTo>
                <a:lnTo>
                  <a:pt x="8991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5" name="Google Shape;3795;p152"/>
          <p:cNvSpPr txBox="1"/>
          <p:nvPr/>
        </p:nvSpPr>
        <p:spPr>
          <a:xfrm>
            <a:off x="3357371" y="4069842"/>
            <a:ext cx="24447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2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96" name="Google Shape;3796;p152"/>
          <p:cNvSpPr txBox="1"/>
          <p:nvPr/>
        </p:nvSpPr>
        <p:spPr>
          <a:xfrm>
            <a:off x="4444746" y="4246575"/>
            <a:ext cx="52578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Topic #2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7" name="Google Shape;3797;p152"/>
          <p:cNvSpPr txBox="1"/>
          <p:nvPr/>
        </p:nvSpPr>
        <p:spPr>
          <a:xfrm>
            <a:off x="5865114" y="5511800"/>
            <a:ext cx="3308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8" name="Google Shape;3798;p152"/>
          <p:cNvSpPr txBox="1"/>
          <p:nvPr/>
        </p:nvSpPr>
        <p:spPr>
          <a:xfrm>
            <a:off x="5950711" y="4715382"/>
            <a:ext cx="2216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</a:t>
            </a:r>
            <a:endParaRPr/>
          </a:p>
        </p:txBody>
      </p:sp>
      <p:grpSp>
        <p:nvGrpSpPr>
          <p:cNvPr id="3799" name="Google Shape;3799;p152"/>
          <p:cNvGrpSpPr/>
          <p:nvPr/>
        </p:nvGrpSpPr>
        <p:grpSpPr>
          <a:xfrm>
            <a:off x="842772" y="4158996"/>
            <a:ext cx="2198370" cy="1478280"/>
            <a:chOff x="842772" y="4158996"/>
            <a:chExt cx="2198370" cy="1478280"/>
          </a:xfrm>
        </p:grpSpPr>
        <p:sp>
          <p:nvSpPr>
            <p:cNvPr id="3800" name="Google Shape;3800;p152"/>
            <p:cNvSpPr/>
            <p:nvPr/>
          </p:nvSpPr>
          <p:spPr>
            <a:xfrm>
              <a:off x="842772" y="4158996"/>
              <a:ext cx="2198370" cy="1478280"/>
            </a:xfrm>
            <a:custGeom>
              <a:rect b="b" l="l" r="r" t="t"/>
              <a:pathLst>
                <a:path extrusionOk="0" h="1478279" w="2198370">
                  <a:moveTo>
                    <a:pt x="2198116" y="1440180"/>
                  </a:moveTo>
                  <a:lnTo>
                    <a:pt x="2185416" y="1433830"/>
                  </a:lnTo>
                  <a:lnTo>
                    <a:pt x="2121916" y="1402080"/>
                  </a:lnTo>
                  <a:lnTo>
                    <a:pt x="2143074" y="1433830"/>
                  </a:lnTo>
                  <a:lnTo>
                    <a:pt x="44450" y="1433830"/>
                  </a:lnTo>
                  <a:lnTo>
                    <a:pt x="44450" y="55041"/>
                  </a:lnTo>
                  <a:lnTo>
                    <a:pt x="76200" y="76200"/>
                  </a:lnTo>
                  <a:lnTo>
                    <a:pt x="63500" y="508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55041"/>
                  </a:lnTo>
                  <a:lnTo>
                    <a:pt x="31750" y="1440002"/>
                  </a:lnTo>
                  <a:lnTo>
                    <a:pt x="38100" y="1440002"/>
                  </a:lnTo>
                  <a:lnTo>
                    <a:pt x="38100" y="1446530"/>
                  </a:lnTo>
                  <a:lnTo>
                    <a:pt x="2143074" y="1446530"/>
                  </a:lnTo>
                  <a:lnTo>
                    <a:pt x="2121916" y="1478280"/>
                  </a:lnTo>
                  <a:lnTo>
                    <a:pt x="2185416" y="1446530"/>
                  </a:lnTo>
                  <a:lnTo>
                    <a:pt x="2198116" y="1440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p152"/>
            <p:cNvSpPr/>
            <p:nvPr/>
          </p:nvSpPr>
          <p:spPr>
            <a:xfrm>
              <a:off x="1030224" y="4806696"/>
              <a:ext cx="1800225" cy="797560"/>
            </a:xfrm>
            <a:custGeom>
              <a:rect b="b" l="l" r="r" t="t"/>
              <a:pathLst>
                <a:path extrusionOk="0" h="797560" w="1800225">
                  <a:moveTo>
                    <a:pt x="89916" y="256032"/>
                  </a:moveTo>
                  <a:lnTo>
                    <a:pt x="0" y="256032"/>
                  </a:lnTo>
                  <a:lnTo>
                    <a:pt x="0" y="797052"/>
                  </a:lnTo>
                  <a:lnTo>
                    <a:pt x="89916" y="797052"/>
                  </a:lnTo>
                  <a:lnTo>
                    <a:pt x="89916" y="256032"/>
                  </a:lnTo>
                  <a:close/>
                </a:path>
                <a:path extrusionOk="0" h="797560" w="1800225">
                  <a:moveTo>
                    <a:pt x="301752" y="0"/>
                  </a:moveTo>
                  <a:lnTo>
                    <a:pt x="210312" y="0"/>
                  </a:lnTo>
                  <a:lnTo>
                    <a:pt x="210312" y="792480"/>
                  </a:lnTo>
                  <a:lnTo>
                    <a:pt x="301752" y="792480"/>
                  </a:lnTo>
                  <a:lnTo>
                    <a:pt x="301752" y="0"/>
                  </a:lnTo>
                  <a:close/>
                </a:path>
                <a:path extrusionOk="0" h="797560" w="1800225">
                  <a:moveTo>
                    <a:pt x="512064" y="324612"/>
                  </a:moveTo>
                  <a:lnTo>
                    <a:pt x="422148" y="324612"/>
                  </a:lnTo>
                  <a:lnTo>
                    <a:pt x="422148" y="792480"/>
                  </a:lnTo>
                  <a:lnTo>
                    <a:pt x="512064" y="792480"/>
                  </a:lnTo>
                  <a:lnTo>
                    <a:pt x="512064" y="324612"/>
                  </a:lnTo>
                  <a:close/>
                </a:path>
                <a:path extrusionOk="0" h="797560" w="1800225">
                  <a:moveTo>
                    <a:pt x="722376" y="71628"/>
                  </a:moveTo>
                  <a:lnTo>
                    <a:pt x="632447" y="71628"/>
                  </a:lnTo>
                  <a:lnTo>
                    <a:pt x="632447" y="790956"/>
                  </a:lnTo>
                  <a:lnTo>
                    <a:pt x="722376" y="790956"/>
                  </a:lnTo>
                  <a:lnTo>
                    <a:pt x="722376" y="71628"/>
                  </a:lnTo>
                  <a:close/>
                </a:path>
                <a:path extrusionOk="0" h="797560" w="1800225">
                  <a:moveTo>
                    <a:pt x="932688" y="144780"/>
                  </a:moveTo>
                  <a:lnTo>
                    <a:pt x="842772" y="144780"/>
                  </a:lnTo>
                  <a:lnTo>
                    <a:pt x="842772" y="792480"/>
                  </a:lnTo>
                  <a:lnTo>
                    <a:pt x="932688" y="792480"/>
                  </a:lnTo>
                  <a:lnTo>
                    <a:pt x="932688" y="144780"/>
                  </a:lnTo>
                  <a:close/>
                </a:path>
                <a:path extrusionOk="0" h="797560" w="1800225">
                  <a:moveTo>
                    <a:pt x="1799831" y="707136"/>
                  </a:moveTo>
                  <a:lnTo>
                    <a:pt x="1708404" y="707136"/>
                  </a:lnTo>
                  <a:lnTo>
                    <a:pt x="1708404" y="780288"/>
                  </a:lnTo>
                  <a:lnTo>
                    <a:pt x="1799831" y="780288"/>
                  </a:lnTo>
                  <a:lnTo>
                    <a:pt x="1799831" y="707136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2" name="Google Shape;3802;p152"/>
          <p:cNvSpPr txBox="1"/>
          <p:nvPr/>
        </p:nvSpPr>
        <p:spPr>
          <a:xfrm>
            <a:off x="610514" y="4069842"/>
            <a:ext cx="2413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2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03" name="Google Shape;3803;p152"/>
          <p:cNvSpPr txBox="1"/>
          <p:nvPr/>
        </p:nvSpPr>
        <p:spPr>
          <a:xfrm>
            <a:off x="1697863" y="4246575"/>
            <a:ext cx="52578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Topic #1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4" name="Google Shape;3804;p152"/>
          <p:cNvSpPr txBox="1"/>
          <p:nvPr/>
        </p:nvSpPr>
        <p:spPr>
          <a:xfrm>
            <a:off x="3083179" y="5494121"/>
            <a:ext cx="3308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5" name="Google Shape;3805;p152"/>
          <p:cNvGrpSpPr/>
          <p:nvPr/>
        </p:nvGrpSpPr>
        <p:grpSpPr>
          <a:xfrm>
            <a:off x="6748272" y="4163567"/>
            <a:ext cx="2198370" cy="1477010"/>
            <a:chOff x="6748272" y="4163567"/>
            <a:chExt cx="2198370" cy="1477010"/>
          </a:xfrm>
        </p:grpSpPr>
        <p:sp>
          <p:nvSpPr>
            <p:cNvPr id="3806" name="Google Shape;3806;p152"/>
            <p:cNvSpPr/>
            <p:nvPr/>
          </p:nvSpPr>
          <p:spPr>
            <a:xfrm>
              <a:off x="6748272" y="4163567"/>
              <a:ext cx="2198370" cy="1477010"/>
            </a:xfrm>
            <a:custGeom>
              <a:rect b="b" l="l" r="r" t="t"/>
              <a:pathLst>
                <a:path extrusionOk="0" h="1477010" w="2198370">
                  <a:moveTo>
                    <a:pt x="2198116" y="1438656"/>
                  </a:moveTo>
                  <a:lnTo>
                    <a:pt x="2185416" y="1432306"/>
                  </a:lnTo>
                  <a:lnTo>
                    <a:pt x="2121916" y="1400556"/>
                  </a:lnTo>
                  <a:lnTo>
                    <a:pt x="2143074" y="1432306"/>
                  </a:lnTo>
                  <a:lnTo>
                    <a:pt x="44450" y="1432306"/>
                  </a:lnTo>
                  <a:lnTo>
                    <a:pt x="44450" y="55041"/>
                  </a:lnTo>
                  <a:lnTo>
                    <a:pt x="76200" y="76200"/>
                  </a:lnTo>
                  <a:lnTo>
                    <a:pt x="63500" y="508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55041"/>
                  </a:lnTo>
                  <a:lnTo>
                    <a:pt x="31750" y="1440002"/>
                  </a:lnTo>
                  <a:lnTo>
                    <a:pt x="38100" y="1440002"/>
                  </a:lnTo>
                  <a:lnTo>
                    <a:pt x="38100" y="1445006"/>
                  </a:lnTo>
                  <a:lnTo>
                    <a:pt x="2143074" y="1445006"/>
                  </a:lnTo>
                  <a:lnTo>
                    <a:pt x="2121916" y="1476756"/>
                  </a:lnTo>
                  <a:lnTo>
                    <a:pt x="2185416" y="1445006"/>
                  </a:lnTo>
                  <a:lnTo>
                    <a:pt x="2198116" y="14386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p152"/>
            <p:cNvSpPr/>
            <p:nvPr/>
          </p:nvSpPr>
          <p:spPr>
            <a:xfrm>
              <a:off x="6934200" y="4514087"/>
              <a:ext cx="932815" cy="1079500"/>
            </a:xfrm>
            <a:custGeom>
              <a:rect b="b" l="l" r="r" t="t"/>
              <a:pathLst>
                <a:path extrusionOk="0" h="1079500" w="932815">
                  <a:moveTo>
                    <a:pt x="89916" y="653808"/>
                  </a:moveTo>
                  <a:lnTo>
                    <a:pt x="0" y="653808"/>
                  </a:lnTo>
                  <a:lnTo>
                    <a:pt x="0" y="1078992"/>
                  </a:lnTo>
                  <a:lnTo>
                    <a:pt x="89916" y="1078992"/>
                  </a:lnTo>
                  <a:lnTo>
                    <a:pt x="89916" y="653808"/>
                  </a:lnTo>
                  <a:close/>
                </a:path>
                <a:path extrusionOk="0" h="1079500" w="932815">
                  <a:moveTo>
                    <a:pt x="300228" y="358140"/>
                  </a:moveTo>
                  <a:lnTo>
                    <a:pt x="210312" y="358140"/>
                  </a:lnTo>
                  <a:lnTo>
                    <a:pt x="210312" y="1077468"/>
                  </a:lnTo>
                  <a:lnTo>
                    <a:pt x="300228" y="1077468"/>
                  </a:lnTo>
                  <a:lnTo>
                    <a:pt x="300228" y="358140"/>
                  </a:lnTo>
                  <a:close/>
                </a:path>
                <a:path extrusionOk="0" h="1079500" w="932815">
                  <a:moveTo>
                    <a:pt x="510540" y="0"/>
                  </a:moveTo>
                  <a:lnTo>
                    <a:pt x="420624" y="0"/>
                  </a:lnTo>
                  <a:lnTo>
                    <a:pt x="420624" y="1078992"/>
                  </a:lnTo>
                  <a:lnTo>
                    <a:pt x="510540" y="1078992"/>
                  </a:lnTo>
                  <a:lnTo>
                    <a:pt x="510540" y="0"/>
                  </a:lnTo>
                  <a:close/>
                </a:path>
                <a:path extrusionOk="0" h="1079500" w="932815">
                  <a:moveTo>
                    <a:pt x="720852" y="790956"/>
                  </a:moveTo>
                  <a:lnTo>
                    <a:pt x="630936" y="790956"/>
                  </a:lnTo>
                  <a:lnTo>
                    <a:pt x="630936" y="1078992"/>
                  </a:lnTo>
                  <a:lnTo>
                    <a:pt x="720852" y="1078992"/>
                  </a:lnTo>
                  <a:lnTo>
                    <a:pt x="720852" y="790956"/>
                  </a:lnTo>
                  <a:close/>
                </a:path>
                <a:path extrusionOk="0" h="1079500" w="932815">
                  <a:moveTo>
                    <a:pt x="932688" y="646176"/>
                  </a:moveTo>
                  <a:lnTo>
                    <a:pt x="841248" y="646176"/>
                  </a:lnTo>
                  <a:lnTo>
                    <a:pt x="841248" y="1078992"/>
                  </a:lnTo>
                  <a:lnTo>
                    <a:pt x="932688" y="1078992"/>
                  </a:lnTo>
                  <a:lnTo>
                    <a:pt x="932688" y="646176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8" name="Google Shape;3808;p152"/>
          <p:cNvSpPr txBox="1"/>
          <p:nvPr/>
        </p:nvSpPr>
        <p:spPr>
          <a:xfrm>
            <a:off x="6942581" y="5626404"/>
            <a:ext cx="112903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   2	3   4	5	</a:t>
            </a: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09" name="Google Shape;3809;p152"/>
          <p:cNvSpPr txBox="1"/>
          <p:nvPr/>
        </p:nvSpPr>
        <p:spPr>
          <a:xfrm>
            <a:off x="8103234" y="5240273"/>
            <a:ext cx="469900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𝐹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10" name="Google Shape;3810;p152"/>
          <p:cNvSpPr/>
          <p:nvPr/>
        </p:nvSpPr>
        <p:spPr>
          <a:xfrm>
            <a:off x="8644128" y="5484876"/>
            <a:ext cx="90170" cy="108585"/>
          </a:xfrm>
          <a:custGeom>
            <a:rect b="b" l="l" r="r" t="t"/>
            <a:pathLst>
              <a:path extrusionOk="0" h="108585" w="90170">
                <a:moveTo>
                  <a:pt x="89916" y="0"/>
                </a:moveTo>
                <a:lnTo>
                  <a:pt x="0" y="0"/>
                </a:lnTo>
                <a:lnTo>
                  <a:pt x="0" y="108204"/>
                </a:lnTo>
                <a:lnTo>
                  <a:pt x="89916" y="108204"/>
                </a:lnTo>
                <a:lnTo>
                  <a:pt x="8991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152"/>
          <p:cNvSpPr txBox="1"/>
          <p:nvPr/>
        </p:nvSpPr>
        <p:spPr>
          <a:xfrm>
            <a:off x="6516623" y="4069842"/>
            <a:ext cx="2603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2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baseline="-25000" sz="127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12" name="Google Shape;3812;p152"/>
          <p:cNvSpPr txBox="1"/>
          <p:nvPr/>
        </p:nvSpPr>
        <p:spPr>
          <a:xfrm>
            <a:off x="7602473" y="4164838"/>
            <a:ext cx="529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Topic #K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3" name="Google Shape;3813;p152"/>
          <p:cNvSpPr txBox="1"/>
          <p:nvPr/>
        </p:nvSpPr>
        <p:spPr>
          <a:xfrm>
            <a:off x="8998457" y="5518810"/>
            <a:ext cx="33147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4" name="Google Shape;3814;p152"/>
          <p:cNvSpPr txBox="1"/>
          <p:nvPr/>
        </p:nvSpPr>
        <p:spPr>
          <a:xfrm>
            <a:off x="1036421" y="5623661"/>
            <a:ext cx="112966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   2   3   4	5	</a:t>
            </a: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15" name="Google Shape;3815;p152"/>
          <p:cNvSpPr txBox="1"/>
          <p:nvPr/>
        </p:nvSpPr>
        <p:spPr>
          <a:xfrm>
            <a:off x="2197354" y="5237733"/>
            <a:ext cx="469265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⋯ ⋯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𝐹</a:t>
            </a:r>
            <a:endParaRPr sz="1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16" name="Google Shape;3816;p152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7" name="Google Shape;3817;p1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77190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818" name="Google Shape;3818;p152"/>
          <p:cNvSpPr txBox="1"/>
          <p:nvPr>
            <p:ph type="title"/>
          </p:nvPr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9" name="Google Shape;3819;p15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3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4" name="Google Shape;3824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5" name="Google Shape;3825;p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6" name="Google Shape;3826;p1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7" name="Google Shape;3827;p153"/>
          <p:cNvGrpSpPr/>
          <p:nvPr/>
        </p:nvGrpSpPr>
        <p:grpSpPr>
          <a:xfrm>
            <a:off x="1018032" y="1930907"/>
            <a:ext cx="7862315" cy="1460500"/>
            <a:chOff x="1018032" y="1930907"/>
            <a:chExt cx="7862315" cy="1460500"/>
          </a:xfrm>
        </p:grpSpPr>
        <p:sp>
          <p:nvSpPr>
            <p:cNvPr id="3828" name="Google Shape;3828;p153"/>
            <p:cNvSpPr/>
            <p:nvPr/>
          </p:nvSpPr>
          <p:spPr>
            <a:xfrm>
              <a:off x="6591300" y="1930907"/>
              <a:ext cx="1734820" cy="1460500"/>
            </a:xfrm>
            <a:custGeom>
              <a:rect b="b" l="l" r="r" t="t"/>
              <a:pathLst>
                <a:path extrusionOk="0" h="1460500" w="1734820">
                  <a:moveTo>
                    <a:pt x="0" y="1459991"/>
                  </a:moveTo>
                  <a:lnTo>
                    <a:pt x="1734311" y="1459991"/>
                  </a:lnTo>
                  <a:lnTo>
                    <a:pt x="1734311" y="0"/>
                  </a:lnTo>
                  <a:lnTo>
                    <a:pt x="0" y="0"/>
                  </a:lnTo>
                  <a:lnTo>
                    <a:pt x="0" y="1459991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p153"/>
            <p:cNvSpPr/>
            <p:nvPr/>
          </p:nvSpPr>
          <p:spPr>
            <a:xfrm>
              <a:off x="7744967" y="2596260"/>
              <a:ext cx="854710" cy="76200"/>
            </a:xfrm>
            <a:custGeom>
              <a:rect b="b" l="l" r="r" t="t"/>
              <a:pathLst>
                <a:path extrusionOk="0" h="76200" w="854709">
                  <a:moveTo>
                    <a:pt x="76073" y="0"/>
                  </a:moveTo>
                  <a:lnTo>
                    <a:pt x="0" y="38353"/>
                  </a:lnTo>
                  <a:lnTo>
                    <a:pt x="76326" y="76200"/>
                  </a:lnTo>
                  <a:lnTo>
                    <a:pt x="76221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178" y="31711"/>
                  </a:lnTo>
                  <a:lnTo>
                    <a:pt x="76073" y="0"/>
                  </a:lnTo>
                  <a:close/>
                </a:path>
                <a:path extrusionOk="0" h="76200" w="854709">
                  <a:moveTo>
                    <a:pt x="76178" y="31711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21" y="44411"/>
                  </a:lnTo>
                  <a:lnTo>
                    <a:pt x="76178" y="31711"/>
                  </a:lnTo>
                  <a:close/>
                </a:path>
                <a:path extrusionOk="0" h="76200" w="854709">
                  <a:moveTo>
                    <a:pt x="76221" y="44411"/>
                  </a:moveTo>
                  <a:lnTo>
                    <a:pt x="63500" y="44450"/>
                  </a:lnTo>
                  <a:lnTo>
                    <a:pt x="76221" y="44450"/>
                  </a:lnTo>
                  <a:close/>
                </a:path>
                <a:path extrusionOk="0" h="76200" w="854709">
                  <a:moveTo>
                    <a:pt x="854201" y="29337"/>
                  </a:moveTo>
                  <a:lnTo>
                    <a:pt x="76178" y="31711"/>
                  </a:lnTo>
                  <a:lnTo>
                    <a:pt x="76221" y="44411"/>
                  </a:lnTo>
                  <a:lnTo>
                    <a:pt x="854201" y="42037"/>
                  </a:lnTo>
                  <a:lnTo>
                    <a:pt x="854201" y="29337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p153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1" name="Google Shape;3831;p153"/>
            <p:cNvSpPr/>
            <p:nvPr/>
          </p:nvSpPr>
          <p:spPr>
            <a:xfrm>
              <a:off x="8598407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2" name="Google Shape;3832;p153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397001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1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3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3" name="Google Shape;3833;p153"/>
            <p:cNvSpPr/>
            <p:nvPr/>
          </p:nvSpPr>
          <p:spPr>
            <a:xfrm>
              <a:off x="6950964" y="2238755"/>
              <a:ext cx="794385" cy="792480"/>
            </a:xfrm>
            <a:custGeom>
              <a:rect b="b" l="l" r="r" t="t"/>
              <a:pathLst>
                <a:path extrusionOk="0" h="792480" w="794384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1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3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1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4" name="Google Shape;3834;p153"/>
            <p:cNvSpPr/>
            <p:nvPr/>
          </p:nvSpPr>
          <p:spPr>
            <a:xfrm>
              <a:off x="1699259" y="1930907"/>
              <a:ext cx="4413885" cy="1460500"/>
            </a:xfrm>
            <a:custGeom>
              <a:rect b="b" l="l" r="r" t="t"/>
              <a:pathLst>
                <a:path extrusionOk="0" h="1460500" w="4413885">
                  <a:moveTo>
                    <a:pt x="0" y="1459991"/>
                  </a:moveTo>
                  <a:lnTo>
                    <a:pt x="4413504" y="1459991"/>
                  </a:lnTo>
                  <a:lnTo>
                    <a:pt x="4413504" y="0"/>
                  </a:lnTo>
                  <a:lnTo>
                    <a:pt x="0" y="0"/>
                  </a:lnTo>
                  <a:lnTo>
                    <a:pt x="0" y="1459991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5" name="Google Shape;3835;p153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2549652" y="0"/>
                  </a:moveTo>
                  <a:lnTo>
                    <a:pt x="0" y="0"/>
                  </a:lnTo>
                  <a:lnTo>
                    <a:pt x="0" y="1200912"/>
                  </a:lnTo>
                  <a:lnTo>
                    <a:pt x="2549652" y="1200912"/>
                  </a:lnTo>
                  <a:lnTo>
                    <a:pt x="2549652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p153"/>
            <p:cNvSpPr/>
            <p:nvPr/>
          </p:nvSpPr>
          <p:spPr>
            <a:xfrm>
              <a:off x="3436619" y="2066543"/>
              <a:ext cx="2550160" cy="1201420"/>
            </a:xfrm>
            <a:custGeom>
              <a:rect b="b" l="l" r="r" t="t"/>
              <a:pathLst>
                <a:path extrusionOk="0" h="1201420" w="2550160">
                  <a:moveTo>
                    <a:pt x="0" y="1200912"/>
                  </a:moveTo>
                  <a:lnTo>
                    <a:pt x="2549652" y="1200912"/>
                  </a:lnTo>
                  <a:lnTo>
                    <a:pt x="2549652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noFill/>
            <a:ln cap="flat" cmpd="sng" w="1217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7" name="Google Shape;3837;p153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80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p153"/>
            <p:cNvSpPr/>
            <p:nvPr/>
          </p:nvSpPr>
          <p:spPr>
            <a:xfrm>
              <a:off x="1847088" y="2238755"/>
              <a:ext cx="792480" cy="792480"/>
            </a:xfrm>
            <a:custGeom>
              <a:rect b="b" l="l" r="r" t="t"/>
              <a:pathLst>
                <a:path extrusionOk="0" h="792480" w="792480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80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Google Shape;3839;p153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396239" y="0"/>
                  </a:moveTo>
                  <a:lnTo>
                    <a:pt x="350033" y="2666"/>
                  </a:lnTo>
                  <a:lnTo>
                    <a:pt x="305390" y="10465"/>
                  </a:lnTo>
                  <a:lnTo>
                    <a:pt x="262611" y="23102"/>
                  </a:lnTo>
                  <a:lnTo>
                    <a:pt x="221990" y="40277"/>
                  </a:lnTo>
                  <a:lnTo>
                    <a:pt x="183827" y="61693"/>
                  </a:lnTo>
                  <a:lnTo>
                    <a:pt x="148418" y="87054"/>
                  </a:lnTo>
                  <a:lnTo>
                    <a:pt x="116062" y="116062"/>
                  </a:lnTo>
                  <a:lnTo>
                    <a:pt x="87054" y="148418"/>
                  </a:lnTo>
                  <a:lnTo>
                    <a:pt x="61693" y="183827"/>
                  </a:lnTo>
                  <a:lnTo>
                    <a:pt x="40277" y="221990"/>
                  </a:lnTo>
                  <a:lnTo>
                    <a:pt x="23102" y="262611"/>
                  </a:lnTo>
                  <a:lnTo>
                    <a:pt x="10465" y="305390"/>
                  </a:lnTo>
                  <a:lnTo>
                    <a:pt x="2666" y="350033"/>
                  </a:lnTo>
                  <a:lnTo>
                    <a:pt x="0" y="396240"/>
                  </a:lnTo>
                  <a:lnTo>
                    <a:pt x="2666" y="442446"/>
                  </a:lnTo>
                  <a:lnTo>
                    <a:pt x="10465" y="487089"/>
                  </a:lnTo>
                  <a:lnTo>
                    <a:pt x="23102" y="529868"/>
                  </a:lnTo>
                  <a:lnTo>
                    <a:pt x="40277" y="570489"/>
                  </a:lnTo>
                  <a:lnTo>
                    <a:pt x="61693" y="608652"/>
                  </a:lnTo>
                  <a:lnTo>
                    <a:pt x="87054" y="644061"/>
                  </a:lnTo>
                  <a:lnTo>
                    <a:pt x="116062" y="676417"/>
                  </a:lnTo>
                  <a:lnTo>
                    <a:pt x="148418" y="705425"/>
                  </a:lnTo>
                  <a:lnTo>
                    <a:pt x="183827" y="730786"/>
                  </a:lnTo>
                  <a:lnTo>
                    <a:pt x="221990" y="752202"/>
                  </a:lnTo>
                  <a:lnTo>
                    <a:pt x="262611" y="769377"/>
                  </a:lnTo>
                  <a:lnTo>
                    <a:pt x="305390" y="782014"/>
                  </a:lnTo>
                  <a:lnTo>
                    <a:pt x="350033" y="789813"/>
                  </a:lnTo>
                  <a:lnTo>
                    <a:pt x="396239" y="792480"/>
                  </a:lnTo>
                  <a:lnTo>
                    <a:pt x="442446" y="789813"/>
                  </a:lnTo>
                  <a:lnTo>
                    <a:pt x="487089" y="782014"/>
                  </a:lnTo>
                  <a:lnTo>
                    <a:pt x="529868" y="769377"/>
                  </a:lnTo>
                  <a:lnTo>
                    <a:pt x="570489" y="752202"/>
                  </a:lnTo>
                  <a:lnTo>
                    <a:pt x="608652" y="730786"/>
                  </a:lnTo>
                  <a:lnTo>
                    <a:pt x="644061" y="705425"/>
                  </a:lnTo>
                  <a:lnTo>
                    <a:pt x="676417" y="676417"/>
                  </a:lnTo>
                  <a:lnTo>
                    <a:pt x="705425" y="644061"/>
                  </a:lnTo>
                  <a:lnTo>
                    <a:pt x="730786" y="608652"/>
                  </a:lnTo>
                  <a:lnTo>
                    <a:pt x="752202" y="570489"/>
                  </a:lnTo>
                  <a:lnTo>
                    <a:pt x="769377" y="529868"/>
                  </a:lnTo>
                  <a:lnTo>
                    <a:pt x="782014" y="487089"/>
                  </a:lnTo>
                  <a:lnTo>
                    <a:pt x="789813" y="442446"/>
                  </a:lnTo>
                  <a:lnTo>
                    <a:pt x="792479" y="396240"/>
                  </a:lnTo>
                  <a:lnTo>
                    <a:pt x="789813" y="350033"/>
                  </a:lnTo>
                  <a:lnTo>
                    <a:pt x="782014" y="305390"/>
                  </a:lnTo>
                  <a:lnTo>
                    <a:pt x="769377" y="262611"/>
                  </a:lnTo>
                  <a:lnTo>
                    <a:pt x="752202" y="221990"/>
                  </a:lnTo>
                  <a:lnTo>
                    <a:pt x="730786" y="183827"/>
                  </a:lnTo>
                  <a:lnTo>
                    <a:pt x="705425" y="148418"/>
                  </a:lnTo>
                  <a:lnTo>
                    <a:pt x="676417" y="116062"/>
                  </a:lnTo>
                  <a:lnTo>
                    <a:pt x="644061" y="87054"/>
                  </a:lnTo>
                  <a:lnTo>
                    <a:pt x="608652" y="61693"/>
                  </a:lnTo>
                  <a:lnTo>
                    <a:pt x="570489" y="40277"/>
                  </a:lnTo>
                  <a:lnTo>
                    <a:pt x="529868" y="23102"/>
                  </a:lnTo>
                  <a:lnTo>
                    <a:pt x="487089" y="10465"/>
                  </a:lnTo>
                  <a:lnTo>
                    <a:pt x="442446" y="2666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0" name="Google Shape;3840;p153"/>
            <p:cNvSpPr/>
            <p:nvPr/>
          </p:nvSpPr>
          <p:spPr>
            <a:xfrm>
              <a:off x="3645408" y="2238755"/>
              <a:ext cx="792480" cy="792480"/>
            </a:xfrm>
            <a:custGeom>
              <a:rect b="b" l="l" r="r" t="t"/>
              <a:pathLst>
                <a:path extrusionOk="0" h="792480" w="792479">
                  <a:moveTo>
                    <a:pt x="0" y="396240"/>
                  </a:moveTo>
                  <a:lnTo>
                    <a:pt x="2666" y="350033"/>
                  </a:lnTo>
                  <a:lnTo>
                    <a:pt x="10465" y="305390"/>
                  </a:lnTo>
                  <a:lnTo>
                    <a:pt x="23102" y="262611"/>
                  </a:lnTo>
                  <a:lnTo>
                    <a:pt x="40277" y="221990"/>
                  </a:lnTo>
                  <a:lnTo>
                    <a:pt x="61693" y="183827"/>
                  </a:lnTo>
                  <a:lnTo>
                    <a:pt x="87054" y="148418"/>
                  </a:lnTo>
                  <a:lnTo>
                    <a:pt x="116062" y="116062"/>
                  </a:lnTo>
                  <a:lnTo>
                    <a:pt x="148418" y="87054"/>
                  </a:lnTo>
                  <a:lnTo>
                    <a:pt x="183827" y="61693"/>
                  </a:lnTo>
                  <a:lnTo>
                    <a:pt x="221990" y="40277"/>
                  </a:lnTo>
                  <a:lnTo>
                    <a:pt x="262611" y="23102"/>
                  </a:lnTo>
                  <a:lnTo>
                    <a:pt x="305390" y="10465"/>
                  </a:lnTo>
                  <a:lnTo>
                    <a:pt x="350033" y="2666"/>
                  </a:lnTo>
                  <a:lnTo>
                    <a:pt x="396239" y="0"/>
                  </a:lnTo>
                  <a:lnTo>
                    <a:pt x="442446" y="2666"/>
                  </a:lnTo>
                  <a:lnTo>
                    <a:pt x="487089" y="10465"/>
                  </a:lnTo>
                  <a:lnTo>
                    <a:pt x="529868" y="23102"/>
                  </a:lnTo>
                  <a:lnTo>
                    <a:pt x="570489" y="40277"/>
                  </a:lnTo>
                  <a:lnTo>
                    <a:pt x="608652" y="61693"/>
                  </a:lnTo>
                  <a:lnTo>
                    <a:pt x="644061" y="87054"/>
                  </a:lnTo>
                  <a:lnTo>
                    <a:pt x="676417" y="116062"/>
                  </a:lnTo>
                  <a:lnTo>
                    <a:pt x="705425" y="148418"/>
                  </a:lnTo>
                  <a:lnTo>
                    <a:pt x="730786" y="183827"/>
                  </a:lnTo>
                  <a:lnTo>
                    <a:pt x="752202" y="221990"/>
                  </a:lnTo>
                  <a:lnTo>
                    <a:pt x="769377" y="262611"/>
                  </a:lnTo>
                  <a:lnTo>
                    <a:pt x="782014" y="305390"/>
                  </a:lnTo>
                  <a:lnTo>
                    <a:pt x="789813" y="350033"/>
                  </a:lnTo>
                  <a:lnTo>
                    <a:pt x="792479" y="396240"/>
                  </a:lnTo>
                  <a:lnTo>
                    <a:pt x="789813" y="442446"/>
                  </a:lnTo>
                  <a:lnTo>
                    <a:pt x="782014" y="487089"/>
                  </a:lnTo>
                  <a:lnTo>
                    <a:pt x="769377" y="529868"/>
                  </a:lnTo>
                  <a:lnTo>
                    <a:pt x="752202" y="570489"/>
                  </a:lnTo>
                  <a:lnTo>
                    <a:pt x="730786" y="608652"/>
                  </a:lnTo>
                  <a:lnTo>
                    <a:pt x="705425" y="644061"/>
                  </a:lnTo>
                  <a:lnTo>
                    <a:pt x="676417" y="676417"/>
                  </a:lnTo>
                  <a:lnTo>
                    <a:pt x="644061" y="705425"/>
                  </a:lnTo>
                  <a:lnTo>
                    <a:pt x="608652" y="730786"/>
                  </a:lnTo>
                  <a:lnTo>
                    <a:pt x="570489" y="752202"/>
                  </a:lnTo>
                  <a:lnTo>
                    <a:pt x="529868" y="769377"/>
                  </a:lnTo>
                  <a:lnTo>
                    <a:pt x="487089" y="782014"/>
                  </a:lnTo>
                  <a:lnTo>
                    <a:pt x="442446" y="789813"/>
                  </a:lnTo>
                  <a:lnTo>
                    <a:pt x="396239" y="792480"/>
                  </a:lnTo>
                  <a:lnTo>
                    <a:pt x="350033" y="789813"/>
                  </a:lnTo>
                  <a:lnTo>
                    <a:pt x="305390" y="782014"/>
                  </a:lnTo>
                  <a:lnTo>
                    <a:pt x="262611" y="769377"/>
                  </a:lnTo>
                  <a:lnTo>
                    <a:pt x="221990" y="752202"/>
                  </a:lnTo>
                  <a:lnTo>
                    <a:pt x="183827" y="730786"/>
                  </a:lnTo>
                  <a:lnTo>
                    <a:pt x="148418" y="705425"/>
                  </a:lnTo>
                  <a:lnTo>
                    <a:pt x="116062" y="676417"/>
                  </a:lnTo>
                  <a:lnTo>
                    <a:pt x="87054" y="644061"/>
                  </a:lnTo>
                  <a:lnTo>
                    <a:pt x="61693" y="608652"/>
                  </a:lnTo>
                  <a:lnTo>
                    <a:pt x="40277" y="570489"/>
                  </a:lnTo>
                  <a:lnTo>
                    <a:pt x="23102" y="529868"/>
                  </a:lnTo>
                  <a:lnTo>
                    <a:pt x="10465" y="487089"/>
                  </a:lnTo>
                  <a:lnTo>
                    <a:pt x="2666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p153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397002" y="0"/>
                  </a:moveTo>
                  <a:lnTo>
                    <a:pt x="350713" y="2666"/>
                  </a:lnTo>
                  <a:lnTo>
                    <a:pt x="305990" y="10465"/>
                  </a:lnTo>
                  <a:lnTo>
                    <a:pt x="263131" y="23102"/>
                  </a:lnTo>
                  <a:lnTo>
                    <a:pt x="222435" y="40277"/>
                  </a:lnTo>
                  <a:lnTo>
                    <a:pt x="184198" y="61693"/>
                  </a:lnTo>
                  <a:lnTo>
                    <a:pt x="148721" y="87054"/>
                  </a:lnTo>
                  <a:lnTo>
                    <a:pt x="116300" y="116062"/>
                  </a:lnTo>
                  <a:lnTo>
                    <a:pt x="87234" y="148418"/>
                  </a:lnTo>
                  <a:lnTo>
                    <a:pt x="61822" y="183827"/>
                  </a:lnTo>
                  <a:lnTo>
                    <a:pt x="40361" y="221990"/>
                  </a:lnTo>
                  <a:lnTo>
                    <a:pt x="23150" y="262611"/>
                  </a:lnTo>
                  <a:lnTo>
                    <a:pt x="10488" y="305390"/>
                  </a:lnTo>
                  <a:lnTo>
                    <a:pt x="2671" y="350033"/>
                  </a:lnTo>
                  <a:lnTo>
                    <a:pt x="0" y="396240"/>
                  </a:lnTo>
                  <a:lnTo>
                    <a:pt x="2671" y="442446"/>
                  </a:lnTo>
                  <a:lnTo>
                    <a:pt x="10488" y="487089"/>
                  </a:lnTo>
                  <a:lnTo>
                    <a:pt x="23150" y="529868"/>
                  </a:lnTo>
                  <a:lnTo>
                    <a:pt x="40361" y="570489"/>
                  </a:lnTo>
                  <a:lnTo>
                    <a:pt x="61822" y="608652"/>
                  </a:lnTo>
                  <a:lnTo>
                    <a:pt x="87234" y="644061"/>
                  </a:lnTo>
                  <a:lnTo>
                    <a:pt x="116300" y="676417"/>
                  </a:lnTo>
                  <a:lnTo>
                    <a:pt x="148721" y="705425"/>
                  </a:lnTo>
                  <a:lnTo>
                    <a:pt x="184198" y="730786"/>
                  </a:lnTo>
                  <a:lnTo>
                    <a:pt x="222435" y="752202"/>
                  </a:lnTo>
                  <a:lnTo>
                    <a:pt x="263131" y="769377"/>
                  </a:lnTo>
                  <a:lnTo>
                    <a:pt x="305990" y="782014"/>
                  </a:lnTo>
                  <a:lnTo>
                    <a:pt x="350713" y="789813"/>
                  </a:lnTo>
                  <a:lnTo>
                    <a:pt x="397002" y="792480"/>
                  </a:lnTo>
                  <a:lnTo>
                    <a:pt x="443290" y="789813"/>
                  </a:lnTo>
                  <a:lnTo>
                    <a:pt x="488013" y="782014"/>
                  </a:lnTo>
                  <a:lnTo>
                    <a:pt x="530872" y="769377"/>
                  </a:lnTo>
                  <a:lnTo>
                    <a:pt x="571568" y="752202"/>
                  </a:lnTo>
                  <a:lnTo>
                    <a:pt x="609805" y="730786"/>
                  </a:lnTo>
                  <a:lnTo>
                    <a:pt x="645282" y="705425"/>
                  </a:lnTo>
                  <a:lnTo>
                    <a:pt x="677703" y="676417"/>
                  </a:lnTo>
                  <a:lnTo>
                    <a:pt x="706769" y="644061"/>
                  </a:lnTo>
                  <a:lnTo>
                    <a:pt x="732181" y="608652"/>
                  </a:lnTo>
                  <a:lnTo>
                    <a:pt x="753642" y="570489"/>
                  </a:lnTo>
                  <a:lnTo>
                    <a:pt x="770853" y="529868"/>
                  </a:lnTo>
                  <a:lnTo>
                    <a:pt x="783515" y="487089"/>
                  </a:lnTo>
                  <a:lnTo>
                    <a:pt x="791332" y="442446"/>
                  </a:lnTo>
                  <a:lnTo>
                    <a:pt x="794004" y="396240"/>
                  </a:lnTo>
                  <a:lnTo>
                    <a:pt x="791332" y="350033"/>
                  </a:lnTo>
                  <a:lnTo>
                    <a:pt x="783515" y="305390"/>
                  </a:lnTo>
                  <a:lnTo>
                    <a:pt x="770853" y="262611"/>
                  </a:lnTo>
                  <a:lnTo>
                    <a:pt x="753642" y="221990"/>
                  </a:lnTo>
                  <a:lnTo>
                    <a:pt x="732181" y="183827"/>
                  </a:lnTo>
                  <a:lnTo>
                    <a:pt x="706769" y="148418"/>
                  </a:lnTo>
                  <a:lnTo>
                    <a:pt x="677703" y="116062"/>
                  </a:lnTo>
                  <a:lnTo>
                    <a:pt x="645282" y="87054"/>
                  </a:lnTo>
                  <a:lnTo>
                    <a:pt x="609805" y="61693"/>
                  </a:lnTo>
                  <a:lnTo>
                    <a:pt x="571568" y="40277"/>
                  </a:lnTo>
                  <a:lnTo>
                    <a:pt x="530872" y="23102"/>
                  </a:lnTo>
                  <a:lnTo>
                    <a:pt x="488013" y="10465"/>
                  </a:lnTo>
                  <a:lnTo>
                    <a:pt x="443290" y="2666"/>
                  </a:lnTo>
                  <a:lnTo>
                    <a:pt x="397002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p153"/>
            <p:cNvSpPr/>
            <p:nvPr/>
          </p:nvSpPr>
          <p:spPr>
            <a:xfrm>
              <a:off x="4905756" y="2238755"/>
              <a:ext cx="794385" cy="792480"/>
            </a:xfrm>
            <a:custGeom>
              <a:rect b="b" l="l" r="r" t="t"/>
              <a:pathLst>
                <a:path extrusionOk="0" h="792480" w="794385">
                  <a:moveTo>
                    <a:pt x="0" y="396240"/>
                  </a:moveTo>
                  <a:lnTo>
                    <a:pt x="2671" y="350033"/>
                  </a:lnTo>
                  <a:lnTo>
                    <a:pt x="10488" y="305390"/>
                  </a:lnTo>
                  <a:lnTo>
                    <a:pt x="23150" y="262611"/>
                  </a:lnTo>
                  <a:lnTo>
                    <a:pt x="40361" y="221990"/>
                  </a:lnTo>
                  <a:lnTo>
                    <a:pt x="61822" y="183827"/>
                  </a:lnTo>
                  <a:lnTo>
                    <a:pt x="87234" y="148418"/>
                  </a:lnTo>
                  <a:lnTo>
                    <a:pt x="116300" y="116062"/>
                  </a:lnTo>
                  <a:lnTo>
                    <a:pt x="148721" y="87054"/>
                  </a:lnTo>
                  <a:lnTo>
                    <a:pt x="184198" y="61693"/>
                  </a:lnTo>
                  <a:lnTo>
                    <a:pt x="222435" y="40277"/>
                  </a:lnTo>
                  <a:lnTo>
                    <a:pt x="263131" y="23102"/>
                  </a:lnTo>
                  <a:lnTo>
                    <a:pt x="305990" y="10465"/>
                  </a:lnTo>
                  <a:lnTo>
                    <a:pt x="350713" y="2666"/>
                  </a:lnTo>
                  <a:lnTo>
                    <a:pt x="397002" y="0"/>
                  </a:lnTo>
                  <a:lnTo>
                    <a:pt x="443290" y="2666"/>
                  </a:lnTo>
                  <a:lnTo>
                    <a:pt x="488013" y="10465"/>
                  </a:lnTo>
                  <a:lnTo>
                    <a:pt x="530872" y="23102"/>
                  </a:lnTo>
                  <a:lnTo>
                    <a:pt x="571568" y="40277"/>
                  </a:lnTo>
                  <a:lnTo>
                    <a:pt x="609805" y="61693"/>
                  </a:lnTo>
                  <a:lnTo>
                    <a:pt x="645282" y="87054"/>
                  </a:lnTo>
                  <a:lnTo>
                    <a:pt x="677703" y="116062"/>
                  </a:lnTo>
                  <a:lnTo>
                    <a:pt x="706769" y="148418"/>
                  </a:lnTo>
                  <a:lnTo>
                    <a:pt x="732181" y="183827"/>
                  </a:lnTo>
                  <a:lnTo>
                    <a:pt x="753642" y="221990"/>
                  </a:lnTo>
                  <a:lnTo>
                    <a:pt x="770853" y="262611"/>
                  </a:lnTo>
                  <a:lnTo>
                    <a:pt x="783515" y="305390"/>
                  </a:lnTo>
                  <a:lnTo>
                    <a:pt x="791332" y="350033"/>
                  </a:lnTo>
                  <a:lnTo>
                    <a:pt x="794004" y="396240"/>
                  </a:lnTo>
                  <a:lnTo>
                    <a:pt x="791332" y="442446"/>
                  </a:lnTo>
                  <a:lnTo>
                    <a:pt x="783515" y="487089"/>
                  </a:lnTo>
                  <a:lnTo>
                    <a:pt x="770853" y="529868"/>
                  </a:lnTo>
                  <a:lnTo>
                    <a:pt x="753642" y="570489"/>
                  </a:lnTo>
                  <a:lnTo>
                    <a:pt x="732181" y="608652"/>
                  </a:lnTo>
                  <a:lnTo>
                    <a:pt x="706769" y="644061"/>
                  </a:lnTo>
                  <a:lnTo>
                    <a:pt x="677703" y="676417"/>
                  </a:lnTo>
                  <a:lnTo>
                    <a:pt x="645282" y="705425"/>
                  </a:lnTo>
                  <a:lnTo>
                    <a:pt x="609805" y="730786"/>
                  </a:lnTo>
                  <a:lnTo>
                    <a:pt x="571568" y="752202"/>
                  </a:lnTo>
                  <a:lnTo>
                    <a:pt x="530872" y="769377"/>
                  </a:lnTo>
                  <a:lnTo>
                    <a:pt x="488013" y="782014"/>
                  </a:lnTo>
                  <a:lnTo>
                    <a:pt x="443290" y="789813"/>
                  </a:lnTo>
                  <a:lnTo>
                    <a:pt x="397002" y="792480"/>
                  </a:lnTo>
                  <a:lnTo>
                    <a:pt x="350713" y="789813"/>
                  </a:lnTo>
                  <a:lnTo>
                    <a:pt x="305990" y="782014"/>
                  </a:lnTo>
                  <a:lnTo>
                    <a:pt x="263131" y="769377"/>
                  </a:lnTo>
                  <a:lnTo>
                    <a:pt x="222435" y="752202"/>
                  </a:lnTo>
                  <a:lnTo>
                    <a:pt x="184198" y="730786"/>
                  </a:lnTo>
                  <a:lnTo>
                    <a:pt x="148721" y="705425"/>
                  </a:lnTo>
                  <a:lnTo>
                    <a:pt x="116300" y="676417"/>
                  </a:lnTo>
                  <a:lnTo>
                    <a:pt x="87234" y="644061"/>
                  </a:lnTo>
                  <a:lnTo>
                    <a:pt x="61822" y="608652"/>
                  </a:lnTo>
                  <a:lnTo>
                    <a:pt x="40361" y="570489"/>
                  </a:lnTo>
                  <a:lnTo>
                    <a:pt x="23150" y="529868"/>
                  </a:lnTo>
                  <a:lnTo>
                    <a:pt x="10488" y="487089"/>
                  </a:lnTo>
                  <a:lnTo>
                    <a:pt x="2671" y="442446"/>
                  </a:lnTo>
                  <a:lnTo>
                    <a:pt x="0" y="396240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3" name="Google Shape;3843;p153"/>
            <p:cNvSpPr/>
            <p:nvPr/>
          </p:nvSpPr>
          <p:spPr>
            <a:xfrm>
              <a:off x="2639568" y="2596895"/>
              <a:ext cx="2266315" cy="76200"/>
            </a:xfrm>
            <a:custGeom>
              <a:rect b="b" l="l" r="r" t="t"/>
              <a:pathLst>
                <a:path extrusionOk="0" h="76200" w="2266315">
                  <a:moveTo>
                    <a:pt x="1005205" y="38100"/>
                  </a:moveTo>
                  <a:lnTo>
                    <a:pt x="992505" y="31750"/>
                  </a:lnTo>
                  <a:lnTo>
                    <a:pt x="929005" y="0"/>
                  </a:lnTo>
                  <a:lnTo>
                    <a:pt x="929005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929005" y="44450"/>
                  </a:lnTo>
                  <a:lnTo>
                    <a:pt x="929005" y="76200"/>
                  </a:lnTo>
                  <a:lnTo>
                    <a:pt x="992505" y="44450"/>
                  </a:lnTo>
                  <a:lnTo>
                    <a:pt x="1005205" y="38100"/>
                  </a:lnTo>
                  <a:close/>
                </a:path>
                <a:path extrusionOk="0" h="76200" w="2266315">
                  <a:moveTo>
                    <a:pt x="2265807" y="38100"/>
                  </a:moveTo>
                  <a:lnTo>
                    <a:pt x="2253107" y="31750"/>
                  </a:lnTo>
                  <a:lnTo>
                    <a:pt x="2189607" y="0"/>
                  </a:lnTo>
                  <a:lnTo>
                    <a:pt x="2189607" y="31750"/>
                  </a:lnTo>
                  <a:lnTo>
                    <a:pt x="1798320" y="31750"/>
                  </a:lnTo>
                  <a:lnTo>
                    <a:pt x="1798320" y="44450"/>
                  </a:lnTo>
                  <a:lnTo>
                    <a:pt x="2189607" y="44450"/>
                  </a:lnTo>
                  <a:lnTo>
                    <a:pt x="2189607" y="76200"/>
                  </a:lnTo>
                  <a:lnTo>
                    <a:pt x="2253107" y="44450"/>
                  </a:lnTo>
                  <a:lnTo>
                    <a:pt x="2265807" y="381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4" name="Google Shape;3844;p153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140970" y="0"/>
                  </a:move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7187" y="185525"/>
                  </a:lnTo>
                  <a:lnTo>
                    <a:pt x="27200" y="224223"/>
                  </a:lnTo>
                  <a:lnTo>
                    <a:pt x="57716" y="254739"/>
                  </a:lnTo>
                  <a:lnTo>
                    <a:pt x="96414" y="274752"/>
                  </a:lnTo>
                  <a:lnTo>
                    <a:pt x="140970" y="281939"/>
                  </a:lnTo>
                  <a:lnTo>
                    <a:pt x="185525" y="274752"/>
                  </a:lnTo>
                  <a:lnTo>
                    <a:pt x="224223" y="254739"/>
                  </a:lnTo>
                  <a:lnTo>
                    <a:pt x="254739" y="224223"/>
                  </a:lnTo>
                  <a:lnTo>
                    <a:pt x="274752" y="185525"/>
                  </a:lnTo>
                  <a:lnTo>
                    <a:pt x="281940" y="140970"/>
                  </a:lnTo>
                  <a:lnTo>
                    <a:pt x="274752" y="96414"/>
                  </a:lnTo>
                  <a:lnTo>
                    <a:pt x="254739" y="57716"/>
                  </a:lnTo>
                  <a:lnTo>
                    <a:pt x="224223" y="27200"/>
                  </a:lnTo>
                  <a:lnTo>
                    <a:pt x="185525" y="7187"/>
                  </a:lnTo>
                  <a:lnTo>
                    <a:pt x="140970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5" name="Google Shape;3845;p153"/>
            <p:cNvSpPr/>
            <p:nvPr/>
          </p:nvSpPr>
          <p:spPr>
            <a:xfrm>
              <a:off x="1018032" y="2491739"/>
              <a:ext cx="281940" cy="281940"/>
            </a:xfrm>
            <a:custGeom>
              <a:rect b="b" l="l" r="r" t="t"/>
              <a:pathLst>
                <a:path extrusionOk="0" h="281939" w="281940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85525" y="7187"/>
                  </a:lnTo>
                  <a:lnTo>
                    <a:pt x="224223" y="27200"/>
                  </a:lnTo>
                  <a:lnTo>
                    <a:pt x="254739" y="57716"/>
                  </a:lnTo>
                  <a:lnTo>
                    <a:pt x="274752" y="96414"/>
                  </a:lnTo>
                  <a:lnTo>
                    <a:pt x="281940" y="140970"/>
                  </a:lnTo>
                  <a:lnTo>
                    <a:pt x="274752" y="185525"/>
                  </a:lnTo>
                  <a:lnTo>
                    <a:pt x="254739" y="224223"/>
                  </a:lnTo>
                  <a:lnTo>
                    <a:pt x="224223" y="254739"/>
                  </a:lnTo>
                  <a:lnTo>
                    <a:pt x="185525" y="274752"/>
                  </a:lnTo>
                  <a:lnTo>
                    <a:pt x="140970" y="281939"/>
                  </a:lnTo>
                  <a:lnTo>
                    <a:pt x="96414" y="274752"/>
                  </a:lnTo>
                  <a:lnTo>
                    <a:pt x="57716" y="254739"/>
                  </a:lnTo>
                  <a:lnTo>
                    <a:pt x="27200" y="224223"/>
                  </a:lnTo>
                  <a:lnTo>
                    <a:pt x="7187" y="185525"/>
                  </a:lnTo>
                  <a:lnTo>
                    <a:pt x="0" y="140970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6" name="Google Shape;3846;p153"/>
            <p:cNvSpPr/>
            <p:nvPr/>
          </p:nvSpPr>
          <p:spPr>
            <a:xfrm>
              <a:off x="1299972" y="2596133"/>
              <a:ext cx="5651500" cy="77470"/>
            </a:xfrm>
            <a:custGeom>
              <a:rect b="b" l="l" r="r" t="t"/>
              <a:pathLst>
                <a:path extrusionOk="0" h="77469" w="5651500">
                  <a:moveTo>
                    <a:pt x="534885" y="44450"/>
                  </a:moveTo>
                  <a:lnTo>
                    <a:pt x="483362" y="44450"/>
                  </a:lnTo>
                  <a:lnTo>
                    <a:pt x="470687" y="44450"/>
                  </a:lnTo>
                  <a:lnTo>
                    <a:pt x="470535" y="76200"/>
                  </a:lnTo>
                  <a:lnTo>
                    <a:pt x="534885" y="44450"/>
                  </a:lnTo>
                  <a:close/>
                </a:path>
                <a:path extrusionOk="0" h="77469" w="5651500">
                  <a:moveTo>
                    <a:pt x="546989" y="38481"/>
                  </a:moveTo>
                  <a:lnTo>
                    <a:pt x="470916" y="0"/>
                  </a:lnTo>
                  <a:lnTo>
                    <a:pt x="470750" y="31699"/>
                  </a:lnTo>
                  <a:lnTo>
                    <a:pt x="0" y="29464"/>
                  </a:lnTo>
                  <a:lnTo>
                    <a:pt x="0" y="42164"/>
                  </a:lnTo>
                  <a:lnTo>
                    <a:pt x="470687" y="44399"/>
                  </a:lnTo>
                  <a:lnTo>
                    <a:pt x="483362" y="44450"/>
                  </a:lnTo>
                  <a:lnTo>
                    <a:pt x="535000" y="44399"/>
                  </a:lnTo>
                  <a:lnTo>
                    <a:pt x="546989" y="38481"/>
                  </a:lnTo>
                  <a:close/>
                </a:path>
                <a:path extrusionOk="0" h="77469" w="5651500">
                  <a:moveTo>
                    <a:pt x="5651373" y="32512"/>
                  </a:moveTo>
                  <a:lnTo>
                    <a:pt x="4475988" y="32512"/>
                  </a:lnTo>
                  <a:lnTo>
                    <a:pt x="4475988" y="762"/>
                  </a:lnTo>
                  <a:lnTo>
                    <a:pt x="4399788" y="38862"/>
                  </a:lnTo>
                  <a:lnTo>
                    <a:pt x="4475988" y="76962"/>
                  </a:lnTo>
                  <a:lnTo>
                    <a:pt x="4475988" y="45212"/>
                  </a:lnTo>
                  <a:lnTo>
                    <a:pt x="5651373" y="45212"/>
                  </a:lnTo>
                  <a:lnTo>
                    <a:pt x="5651373" y="3251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7" name="Google Shape;3847;p153"/>
          <p:cNvSpPr txBox="1"/>
          <p:nvPr/>
        </p:nvSpPr>
        <p:spPr>
          <a:xfrm>
            <a:off x="8689085" y="2841751"/>
            <a:ext cx="1485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𝛽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48" name="Google Shape;3848;p153"/>
          <p:cNvSpPr txBox="1"/>
          <p:nvPr/>
        </p:nvSpPr>
        <p:spPr>
          <a:xfrm>
            <a:off x="7255764" y="3026155"/>
            <a:ext cx="3028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725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𝑘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49" name="Google Shape;3849;p153"/>
          <p:cNvSpPr txBox="1"/>
          <p:nvPr/>
        </p:nvSpPr>
        <p:spPr>
          <a:xfrm>
            <a:off x="6702297" y="1969135"/>
            <a:ext cx="2032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50" name="Google Shape;3850;p153"/>
          <p:cNvSpPr txBox="1"/>
          <p:nvPr/>
        </p:nvSpPr>
        <p:spPr>
          <a:xfrm>
            <a:off x="3874261" y="2981401"/>
            <a:ext cx="39687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𝑧</a:t>
            </a:r>
            <a:r>
              <a:rPr lang="en-US" sz="11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51" name="Google Shape;3851;p153"/>
          <p:cNvSpPr txBox="1"/>
          <p:nvPr/>
        </p:nvSpPr>
        <p:spPr>
          <a:xfrm>
            <a:off x="5165852" y="2968879"/>
            <a:ext cx="1752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83DAF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52" name="Google Shape;3852;p153"/>
          <p:cNvSpPr txBox="1"/>
          <p:nvPr/>
        </p:nvSpPr>
        <p:spPr>
          <a:xfrm>
            <a:off x="5309108" y="3064891"/>
            <a:ext cx="252729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83DAF"/>
                </a:solidFill>
                <a:latin typeface="Cambria Math"/>
                <a:ea typeface="Cambria Math"/>
                <a:cs typeface="Cambria Math"/>
                <a:sym typeface="Cambria Math"/>
              </a:rPr>
              <a:t>𝑑,𝑛</a:t>
            </a:r>
            <a:endParaRPr sz="11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53" name="Google Shape;3853;p153"/>
          <p:cNvSpPr txBox="1"/>
          <p:nvPr/>
        </p:nvSpPr>
        <p:spPr>
          <a:xfrm>
            <a:off x="3494278" y="2013966"/>
            <a:ext cx="21209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𝑁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54" name="Google Shape;3854;p153"/>
          <p:cNvSpPr txBox="1"/>
          <p:nvPr/>
        </p:nvSpPr>
        <p:spPr>
          <a:xfrm>
            <a:off x="2149094" y="3066668"/>
            <a:ext cx="2774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725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𝑑</a:t>
            </a:r>
            <a:endParaRPr baseline="-25000" sz="1725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55" name="Google Shape;3855;p153"/>
          <p:cNvSpPr txBox="1"/>
          <p:nvPr/>
        </p:nvSpPr>
        <p:spPr>
          <a:xfrm>
            <a:off x="1825879" y="1954225"/>
            <a:ext cx="20193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Cambria Math"/>
                <a:ea typeface="Cambria Math"/>
                <a:cs typeface="Cambria Math"/>
                <a:sym typeface="Cambria Math"/>
              </a:rPr>
              <a:t>𝐷</a:t>
            </a:r>
            <a:endParaRPr sz="2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56" name="Google Shape;3856;p153"/>
          <p:cNvSpPr txBox="1"/>
          <p:nvPr/>
        </p:nvSpPr>
        <p:spPr>
          <a:xfrm>
            <a:off x="1083665" y="2841751"/>
            <a:ext cx="14732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52525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857" name="Google Shape;3857;p1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3701783"/>
            <a:ext cx="5205222" cy="474738"/>
          </a:xfrm>
          <a:prstGeom prst="rect">
            <a:avLst/>
          </a:prstGeom>
          <a:noFill/>
          <a:ln>
            <a:noFill/>
          </a:ln>
        </p:spPr>
      </p:pic>
      <p:sp>
        <p:nvSpPr>
          <p:cNvPr id="3858" name="Google Shape;3858;p153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9" name="Google Shape;3859;p1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519427"/>
            <a:ext cx="771906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3860" name="Google Shape;3860;p153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1" name="Google Shape;3861;p15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5" name="Shape 3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6" name="Google Shape;3866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639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7" name="Google Shape;3867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8" name="Google Shape;3868;p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9" name="Google Shape;3869;p154"/>
          <p:cNvGrpSpPr/>
          <p:nvPr/>
        </p:nvGrpSpPr>
        <p:grpSpPr>
          <a:xfrm>
            <a:off x="3002279" y="3371087"/>
            <a:ext cx="1790700" cy="1755775"/>
            <a:chOff x="3002279" y="3371087"/>
            <a:chExt cx="1790700" cy="1755775"/>
          </a:xfrm>
        </p:grpSpPr>
        <p:sp>
          <p:nvSpPr>
            <p:cNvPr id="3870" name="Google Shape;3870;p154"/>
            <p:cNvSpPr/>
            <p:nvPr/>
          </p:nvSpPr>
          <p:spPr>
            <a:xfrm>
              <a:off x="3002279" y="3371087"/>
              <a:ext cx="1790700" cy="1755775"/>
            </a:xfrm>
            <a:custGeom>
              <a:rect b="b" l="l" r="r" t="t"/>
              <a:pathLst>
                <a:path extrusionOk="0" h="1755775" w="1790700">
                  <a:moveTo>
                    <a:pt x="895349" y="0"/>
                  </a:moveTo>
                  <a:lnTo>
                    <a:pt x="846219" y="1299"/>
                  </a:lnTo>
                  <a:lnTo>
                    <a:pt x="797783" y="5151"/>
                  </a:lnTo>
                  <a:lnTo>
                    <a:pt x="750107" y="11490"/>
                  </a:lnTo>
                  <a:lnTo>
                    <a:pt x="703261" y="20249"/>
                  </a:lnTo>
                  <a:lnTo>
                    <a:pt x="657313" y="31360"/>
                  </a:lnTo>
                  <a:lnTo>
                    <a:pt x="612331" y="44756"/>
                  </a:lnTo>
                  <a:lnTo>
                    <a:pt x="568383" y="60372"/>
                  </a:lnTo>
                  <a:lnTo>
                    <a:pt x="525537" y="78138"/>
                  </a:lnTo>
                  <a:lnTo>
                    <a:pt x="483863" y="97990"/>
                  </a:lnTo>
                  <a:lnTo>
                    <a:pt x="443427" y="119859"/>
                  </a:lnTo>
                  <a:lnTo>
                    <a:pt x="404299" y="143679"/>
                  </a:lnTo>
                  <a:lnTo>
                    <a:pt x="366546" y="169383"/>
                  </a:lnTo>
                  <a:lnTo>
                    <a:pt x="330237" y="196903"/>
                  </a:lnTo>
                  <a:lnTo>
                    <a:pt x="295440" y="226174"/>
                  </a:lnTo>
                  <a:lnTo>
                    <a:pt x="262223" y="257127"/>
                  </a:lnTo>
                  <a:lnTo>
                    <a:pt x="230654" y="289696"/>
                  </a:lnTo>
                  <a:lnTo>
                    <a:pt x="200803" y="323814"/>
                  </a:lnTo>
                  <a:lnTo>
                    <a:pt x="172736" y="359414"/>
                  </a:lnTo>
                  <a:lnTo>
                    <a:pt x="146522" y="396428"/>
                  </a:lnTo>
                  <a:lnTo>
                    <a:pt x="122230" y="434791"/>
                  </a:lnTo>
                  <a:lnTo>
                    <a:pt x="99927" y="474435"/>
                  </a:lnTo>
                  <a:lnTo>
                    <a:pt x="79683" y="515293"/>
                  </a:lnTo>
                  <a:lnTo>
                    <a:pt x="61564" y="557297"/>
                  </a:lnTo>
                  <a:lnTo>
                    <a:pt x="45640" y="600382"/>
                  </a:lnTo>
                  <a:lnTo>
                    <a:pt x="31979" y="644480"/>
                  </a:lnTo>
                  <a:lnTo>
                    <a:pt x="20648" y="689525"/>
                  </a:lnTo>
                  <a:lnTo>
                    <a:pt x="11717" y="735448"/>
                  </a:lnTo>
                  <a:lnTo>
                    <a:pt x="5253" y="782184"/>
                  </a:lnTo>
                  <a:lnTo>
                    <a:pt x="1324" y="829664"/>
                  </a:lnTo>
                  <a:lnTo>
                    <a:pt x="0" y="877824"/>
                  </a:lnTo>
                  <a:lnTo>
                    <a:pt x="1324" y="925983"/>
                  </a:lnTo>
                  <a:lnTo>
                    <a:pt x="5253" y="973463"/>
                  </a:lnTo>
                  <a:lnTo>
                    <a:pt x="11717" y="1020199"/>
                  </a:lnTo>
                  <a:lnTo>
                    <a:pt x="20648" y="1066122"/>
                  </a:lnTo>
                  <a:lnTo>
                    <a:pt x="31979" y="1111167"/>
                  </a:lnTo>
                  <a:lnTo>
                    <a:pt x="45640" y="1155265"/>
                  </a:lnTo>
                  <a:lnTo>
                    <a:pt x="61564" y="1198350"/>
                  </a:lnTo>
                  <a:lnTo>
                    <a:pt x="79683" y="1240354"/>
                  </a:lnTo>
                  <a:lnTo>
                    <a:pt x="99927" y="1281212"/>
                  </a:lnTo>
                  <a:lnTo>
                    <a:pt x="122230" y="1320856"/>
                  </a:lnTo>
                  <a:lnTo>
                    <a:pt x="146522" y="1359219"/>
                  </a:lnTo>
                  <a:lnTo>
                    <a:pt x="172736" y="1396233"/>
                  </a:lnTo>
                  <a:lnTo>
                    <a:pt x="200803" y="1431833"/>
                  </a:lnTo>
                  <a:lnTo>
                    <a:pt x="230654" y="1465951"/>
                  </a:lnTo>
                  <a:lnTo>
                    <a:pt x="262223" y="1498520"/>
                  </a:lnTo>
                  <a:lnTo>
                    <a:pt x="295440" y="1529473"/>
                  </a:lnTo>
                  <a:lnTo>
                    <a:pt x="330237" y="1558744"/>
                  </a:lnTo>
                  <a:lnTo>
                    <a:pt x="366546" y="1586264"/>
                  </a:lnTo>
                  <a:lnTo>
                    <a:pt x="404299" y="1611968"/>
                  </a:lnTo>
                  <a:lnTo>
                    <a:pt x="443427" y="1635788"/>
                  </a:lnTo>
                  <a:lnTo>
                    <a:pt x="483863" y="1657657"/>
                  </a:lnTo>
                  <a:lnTo>
                    <a:pt x="525537" y="1677509"/>
                  </a:lnTo>
                  <a:lnTo>
                    <a:pt x="568383" y="1695275"/>
                  </a:lnTo>
                  <a:lnTo>
                    <a:pt x="612331" y="1710891"/>
                  </a:lnTo>
                  <a:lnTo>
                    <a:pt x="657313" y="1724287"/>
                  </a:lnTo>
                  <a:lnTo>
                    <a:pt x="703261" y="1735398"/>
                  </a:lnTo>
                  <a:lnTo>
                    <a:pt x="750107" y="1744157"/>
                  </a:lnTo>
                  <a:lnTo>
                    <a:pt x="797783" y="1750496"/>
                  </a:lnTo>
                  <a:lnTo>
                    <a:pt x="846219" y="1754348"/>
                  </a:lnTo>
                  <a:lnTo>
                    <a:pt x="895349" y="1755648"/>
                  </a:lnTo>
                  <a:lnTo>
                    <a:pt x="944480" y="1754348"/>
                  </a:lnTo>
                  <a:lnTo>
                    <a:pt x="992916" y="1750496"/>
                  </a:lnTo>
                  <a:lnTo>
                    <a:pt x="1040592" y="1744157"/>
                  </a:lnTo>
                  <a:lnTo>
                    <a:pt x="1087438" y="1735398"/>
                  </a:lnTo>
                  <a:lnTo>
                    <a:pt x="1133386" y="1724287"/>
                  </a:lnTo>
                  <a:lnTo>
                    <a:pt x="1178368" y="1710891"/>
                  </a:lnTo>
                  <a:lnTo>
                    <a:pt x="1222316" y="1695275"/>
                  </a:lnTo>
                  <a:lnTo>
                    <a:pt x="1265162" y="1677509"/>
                  </a:lnTo>
                  <a:lnTo>
                    <a:pt x="1306836" y="1657657"/>
                  </a:lnTo>
                  <a:lnTo>
                    <a:pt x="1347272" y="1635788"/>
                  </a:lnTo>
                  <a:lnTo>
                    <a:pt x="1386400" y="1611968"/>
                  </a:lnTo>
                  <a:lnTo>
                    <a:pt x="1424153" y="1586264"/>
                  </a:lnTo>
                  <a:lnTo>
                    <a:pt x="1460462" y="1558744"/>
                  </a:lnTo>
                  <a:lnTo>
                    <a:pt x="1495259" y="1529473"/>
                  </a:lnTo>
                  <a:lnTo>
                    <a:pt x="1528476" y="1498520"/>
                  </a:lnTo>
                  <a:lnTo>
                    <a:pt x="1560045" y="1465951"/>
                  </a:lnTo>
                  <a:lnTo>
                    <a:pt x="1589896" y="1431833"/>
                  </a:lnTo>
                  <a:lnTo>
                    <a:pt x="1617963" y="1396233"/>
                  </a:lnTo>
                  <a:lnTo>
                    <a:pt x="1644177" y="1359219"/>
                  </a:lnTo>
                  <a:lnTo>
                    <a:pt x="1668469" y="1320856"/>
                  </a:lnTo>
                  <a:lnTo>
                    <a:pt x="1690772" y="1281212"/>
                  </a:lnTo>
                  <a:lnTo>
                    <a:pt x="1711016" y="1240354"/>
                  </a:lnTo>
                  <a:lnTo>
                    <a:pt x="1729135" y="1198350"/>
                  </a:lnTo>
                  <a:lnTo>
                    <a:pt x="1745059" y="1155265"/>
                  </a:lnTo>
                  <a:lnTo>
                    <a:pt x="1758720" y="1111167"/>
                  </a:lnTo>
                  <a:lnTo>
                    <a:pt x="1770051" y="1066122"/>
                  </a:lnTo>
                  <a:lnTo>
                    <a:pt x="1778982" y="1020199"/>
                  </a:lnTo>
                  <a:lnTo>
                    <a:pt x="1785446" y="973463"/>
                  </a:lnTo>
                  <a:lnTo>
                    <a:pt x="1789375" y="925983"/>
                  </a:lnTo>
                  <a:lnTo>
                    <a:pt x="1790699" y="877824"/>
                  </a:lnTo>
                  <a:lnTo>
                    <a:pt x="1789375" y="829664"/>
                  </a:lnTo>
                  <a:lnTo>
                    <a:pt x="1785446" y="782184"/>
                  </a:lnTo>
                  <a:lnTo>
                    <a:pt x="1778982" y="735448"/>
                  </a:lnTo>
                  <a:lnTo>
                    <a:pt x="1770051" y="689525"/>
                  </a:lnTo>
                  <a:lnTo>
                    <a:pt x="1758720" y="644480"/>
                  </a:lnTo>
                  <a:lnTo>
                    <a:pt x="1745059" y="600382"/>
                  </a:lnTo>
                  <a:lnTo>
                    <a:pt x="1729135" y="557297"/>
                  </a:lnTo>
                  <a:lnTo>
                    <a:pt x="1711016" y="515293"/>
                  </a:lnTo>
                  <a:lnTo>
                    <a:pt x="1690772" y="474435"/>
                  </a:lnTo>
                  <a:lnTo>
                    <a:pt x="1668469" y="434791"/>
                  </a:lnTo>
                  <a:lnTo>
                    <a:pt x="1644177" y="396428"/>
                  </a:lnTo>
                  <a:lnTo>
                    <a:pt x="1617963" y="359414"/>
                  </a:lnTo>
                  <a:lnTo>
                    <a:pt x="1589896" y="323814"/>
                  </a:lnTo>
                  <a:lnTo>
                    <a:pt x="1560045" y="289696"/>
                  </a:lnTo>
                  <a:lnTo>
                    <a:pt x="1528476" y="257127"/>
                  </a:lnTo>
                  <a:lnTo>
                    <a:pt x="1495259" y="226174"/>
                  </a:lnTo>
                  <a:lnTo>
                    <a:pt x="1460462" y="196903"/>
                  </a:lnTo>
                  <a:lnTo>
                    <a:pt x="1424153" y="169383"/>
                  </a:lnTo>
                  <a:lnTo>
                    <a:pt x="1386400" y="143679"/>
                  </a:lnTo>
                  <a:lnTo>
                    <a:pt x="1347272" y="119859"/>
                  </a:lnTo>
                  <a:lnTo>
                    <a:pt x="1306836" y="97990"/>
                  </a:lnTo>
                  <a:lnTo>
                    <a:pt x="1265162" y="78138"/>
                  </a:lnTo>
                  <a:lnTo>
                    <a:pt x="1222316" y="60372"/>
                  </a:lnTo>
                  <a:lnTo>
                    <a:pt x="1178368" y="44756"/>
                  </a:lnTo>
                  <a:lnTo>
                    <a:pt x="1133386" y="31360"/>
                  </a:lnTo>
                  <a:lnTo>
                    <a:pt x="1087438" y="20249"/>
                  </a:lnTo>
                  <a:lnTo>
                    <a:pt x="1040592" y="11490"/>
                  </a:lnTo>
                  <a:lnTo>
                    <a:pt x="992916" y="5151"/>
                  </a:lnTo>
                  <a:lnTo>
                    <a:pt x="944480" y="1299"/>
                  </a:lnTo>
                  <a:lnTo>
                    <a:pt x="895349" y="0"/>
                  </a:lnTo>
                  <a:close/>
                </a:path>
              </a:pathLst>
            </a:custGeom>
            <a:solidFill>
              <a:srgbClr val="EDF5FA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1" name="Google Shape;3871;p154"/>
            <p:cNvSpPr/>
            <p:nvPr/>
          </p:nvSpPr>
          <p:spPr>
            <a:xfrm>
              <a:off x="3002279" y="3371087"/>
              <a:ext cx="1790700" cy="1755775"/>
            </a:xfrm>
            <a:custGeom>
              <a:rect b="b" l="l" r="r" t="t"/>
              <a:pathLst>
                <a:path extrusionOk="0" h="1755775" w="1790700">
                  <a:moveTo>
                    <a:pt x="0" y="877824"/>
                  </a:moveTo>
                  <a:lnTo>
                    <a:pt x="1324" y="829664"/>
                  </a:lnTo>
                  <a:lnTo>
                    <a:pt x="5253" y="782184"/>
                  </a:lnTo>
                  <a:lnTo>
                    <a:pt x="11717" y="735448"/>
                  </a:lnTo>
                  <a:lnTo>
                    <a:pt x="20648" y="689525"/>
                  </a:lnTo>
                  <a:lnTo>
                    <a:pt x="31979" y="644480"/>
                  </a:lnTo>
                  <a:lnTo>
                    <a:pt x="45640" y="600382"/>
                  </a:lnTo>
                  <a:lnTo>
                    <a:pt x="61564" y="557297"/>
                  </a:lnTo>
                  <a:lnTo>
                    <a:pt x="79683" y="515293"/>
                  </a:lnTo>
                  <a:lnTo>
                    <a:pt x="99927" y="474435"/>
                  </a:lnTo>
                  <a:lnTo>
                    <a:pt x="122230" y="434791"/>
                  </a:lnTo>
                  <a:lnTo>
                    <a:pt x="146522" y="396428"/>
                  </a:lnTo>
                  <a:lnTo>
                    <a:pt x="172736" y="359414"/>
                  </a:lnTo>
                  <a:lnTo>
                    <a:pt x="200803" y="323814"/>
                  </a:lnTo>
                  <a:lnTo>
                    <a:pt x="230654" y="289696"/>
                  </a:lnTo>
                  <a:lnTo>
                    <a:pt x="262223" y="257127"/>
                  </a:lnTo>
                  <a:lnTo>
                    <a:pt x="295440" y="226174"/>
                  </a:lnTo>
                  <a:lnTo>
                    <a:pt x="330237" y="196903"/>
                  </a:lnTo>
                  <a:lnTo>
                    <a:pt x="366546" y="169383"/>
                  </a:lnTo>
                  <a:lnTo>
                    <a:pt x="404299" y="143679"/>
                  </a:lnTo>
                  <a:lnTo>
                    <a:pt x="443427" y="119859"/>
                  </a:lnTo>
                  <a:lnTo>
                    <a:pt x="483863" y="97990"/>
                  </a:lnTo>
                  <a:lnTo>
                    <a:pt x="525537" y="78138"/>
                  </a:lnTo>
                  <a:lnTo>
                    <a:pt x="568383" y="60372"/>
                  </a:lnTo>
                  <a:lnTo>
                    <a:pt x="612331" y="44756"/>
                  </a:lnTo>
                  <a:lnTo>
                    <a:pt x="657313" y="31360"/>
                  </a:lnTo>
                  <a:lnTo>
                    <a:pt x="703261" y="20249"/>
                  </a:lnTo>
                  <a:lnTo>
                    <a:pt x="750107" y="11490"/>
                  </a:lnTo>
                  <a:lnTo>
                    <a:pt x="797783" y="5151"/>
                  </a:lnTo>
                  <a:lnTo>
                    <a:pt x="846219" y="1299"/>
                  </a:lnTo>
                  <a:lnTo>
                    <a:pt x="895349" y="0"/>
                  </a:lnTo>
                  <a:lnTo>
                    <a:pt x="944480" y="1299"/>
                  </a:lnTo>
                  <a:lnTo>
                    <a:pt x="992916" y="5151"/>
                  </a:lnTo>
                  <a:lnTo>
                    <a:pt x="1040592" y="11490"/>
                  </a:lnTo>
                  <a:lnTo>
                    <a:pt x="1087438" y="20249"/>
                  </a:lnTo>
                  <a:lnTo>
                    <a:pt x="1133386" y="31360"/>
                  </a:lnTo>
                  <a:lnTo>
                    <a:pt x="1178368" y="44756"/>
                  </a:lnTo>
                  <a:lnTo>
                    <a:pt x="1222316" y="60372"/>
                  </a:lnTo>
                  <a:lnTo>
                    <a:pt x="1265162" y="78138"/>
                  </a:lnTo>
                  <a:lnTo>
                    <a:pt x="1306836" y="97990"/>
                  </a:lnTo>
                  <a:lnTo>
                    <a:pt x="1347272" y="119859"/>
                  </a:lnTo>
                  <a:lnTo>
                    <a:pt x="1386400" y="143679"/>
                  </a:lnTo>
                  <a:lnTo>
                    <a:pt x="1424153" y="169383"/>
                  </a:lnTo>
                  <a:lnTo>
                    <a:pt x="1460462" y="196903"/>
                  </a:lnTo>
                  <a:lnTo>
                    <a:pt x="1495259" y="226174"/>
                  </a:lnTo>
                  <a:lnTo>
                    <a:pt x="1528476" y="257127"/>
                  </a:lnTo>
                  <a:lnTo>
                    <a:pt x="1560045" y="289696"/>
                  </a:lnTo>
                  <a:lnTo>
                    <a:pt x="1589896" y="323814"/>
                  </a:lnTo>
                  <a:lnTo>
                    <a:pt x="1617963" y="359414"/>
                  </a:lnTo>
                  <a:lnTo>
                    <a:pt x="1644177" y="396428"/>
                  </a:lnTo>
                  <a:lnTo>
                    <a:pt x="1668469" y="434791"/>
                  </a:lnTo>
                  <a:lnTo>
                    <a:pt x="1690772" y="474435"/>
                  </a:lnTo>
                  <a:lnTo>
                    <a:pt x="1711016" y="515293"/>
                  </a:lnTo>
                  <a:lnTo>
                    <a:pt x="1729135" y="557297"/>
                  </a:lnTo>
                  <a:lnTo>
                    <a:pt x="1745059" y="600382"/>
                  </a:lnTo>
                  <a:lnTo>
                    <a:pt x="1758720" y="644480"/>
                  </a:lnTo>
                  <a:lnTo>
                    <a:pt x="1770051" y="689525"/>
                  </a:lnTo>
                  <a:lnTo>
                    <a:pt x="1778982" y="735448"/>
                  </a:lnTo>
                  <a:lnTo>
                    <a:pt x="1785446" y="782184"/>
                  </a:lnTo>
                  <a:lnTo>
                    <a:pt x="1789375" y="829664"/>
                  </a:lnTo>
                  <a:lnTo>
                    <a:pt x="1790699" y="877824"/>
                  </a:lnTo>
                  <a:lnTo>
                    <a:pt x="1789375" y="925983"/>
                  </a:lnTo>
                  <a:lnTo>
                    <a:pt x="1785446" y="973463"/>
                  </a:lnTo>
                  <a:lnTo>
                    <a:pt x="1778982" y="1020199"/>
                  </a:lnTo>
                  <a:lnTo>
                    <a:pt x="1770051" y="1066122"/>
                  </a:lnTo>
                  <a:lnTo>
                    <a:pt x="1758720" y="1111167"/>
                  </a:lnTo>
                  <a:lnTo>
                    <a:pt x="1745059" y="1155265"/>
                  </a:lnTo>
                  <a:lnTo>
                    <a:pt x="1729135" y="1198350"/>
                  </a:lnTo>
                  <a:lnTo>
                    <a:pt x="1711016" y="1240354"/>
                  </a:lnTo>
                  <a:lnTo>
                    <a:pt x="1690772" y="1281212"/>
                  </a:lnTo>
                  <a:lnTo>
                    <a:pt x="1668469" y="1320856"/>
                  </a:lnTo>
                  <a:lnTo>
                    <a:pt x="1644177" y="1359219"/>
                  </a:lnTo>
                  <a:lnTo>
                    <a:pt x="1617963" y="1396233"/>
                  </a:lnTo>
                  <a:lnTo>
                    <a:pt x="1589896" y="1431833"/>
                  </a:lnTo>
                  <a:lnTo>
                    <a:pt x="1560045" y="1465951"/>
                  </a:lnTo>
                  <a:lnTo>
                    <a:pt x="1528476" y="1498520"/>
                  </a:lnTo>
                  <a:lnTo>
                    <a:pt x="1495259" y="1529473"/>
                  </a:lnTo>
                  <a:lnTo>
                    <a:pt x="1460462" y="1558744"/>
                  </a:lnTo>
                  <a:lnTo>
                    <a:pt x="1424153" y="1586264"/>
                  </a:lnTo>
                  <a:lnTo>
                    <a:pt x="1386400" y="1611968"/>
                  </a:lnTo>
                  <a:lnTo>
                    <a:pt x="1347272" y="1635788"/>
                  </a:lnTo>
                  <a:lnTo>
                    <a:pt x="1306836" y="1657657"/>
                  </a:lnTo>
                  <a:lnTo>
                    <a:pt x="1265162" y="1677509"/>
                  </a:lnTo>
                  <a:lnTo>
                    <a:pt x="1222316" y="1695275"/>
                  </a:lnTo>
                  <a:lnTo>
                    <a:pt x="1178368" y="1710891"/>
                  </a:lnTo>
                  <a:lnTo>
                    <a:pt x="1133386" y="1724287"/>
                  </a:lnTo>
                  <a:lnTo>
                    <a:pt x="1087438" y="1735398"/>
                  </a:lnTo>
                  <a:lnTo>
                    <a:pt x="1040592" y="1744157"/>
                  </a:lnTo>
                  <a:lnTo>
                    <a:pt x="992916" y="1750496"/>
                  </a:lnTo>
                  <a:lnTo>
                    <a:pt x="944480" y="1754348"/>
                  </a:lnTo>
                  <a:lnTo>
                    <a:pt x="895349" y="1755648"/>
                  </a:lnTo>
                  <a:lnTo>
                    <a:pt x="846219" y="1754348"/>
                  </a:lnTo>
                  <a:lnTo>
                    <a:pt x="797783" y="1750496"/>
                  </a:lnTo>
                  <a:lnTo>
                    <a:pt x="750107" y="1744157"/>
                  </a:lnTo>
                  <a:lnTo>
                    <a:pt x="703261" y="1735398"/>
                  </a:lnTo>
                  <a:lnTo>
                    <a:pt x="657313" y="1724287"/>
                  </a:lnTo>
                  <a:lnTo>
                    <a:pt x="612331" y="1710891"/>
                  </a:lnTo>
                  <a:lnTo>
                    <a:pt x="568383" y="1695275"/>
                  </a:lnTo>
                  <a:lnTo>
                    <a:pt x="525537" y="1677509"/>
                  </a:lnTo>
                  <a:lnTo>
                    <a:pt x="483863" y="1657657"/>
                  </a:lnTo>
                  <a:lnTo>
                    <a:pt x="443427" y="1635788"/>
                  </a:lnTo>
                  <a:lnTo>
                    <a:pt x="404299" y="1611968"/>
                  </a:lnTo>
                  <a:lnTo>
                    <a:pt x="366546" y="1586264"/>
                  </a:lnTo>
                  <a:lnTo>
                    <a:pt x="330237" y="1558744"/>
                  </a:lnTo>
                  <a:lnTo>
                    <a:pt x="295440" y="1529473"/>
                  </a:lnTo>
                  <a:lnTo>
                    <a:pt x="262223" y="1498520"/>
                  </a:lnTo>
                  <a:lnTo>
                    <a:pt x="230654" y="1465951"/>
                  </a:lnTo>
                  <a:lnTo>
                    <a:pt x="200803" y="1431833"/>
                  </a:lnTo>
                  <a:lnTo>
                    <a:pt x="172736" y="1396233"/>
                  </a:lnTo>
                  <a:lnTo>
                    <a:pt x="146522" y="1359219"/>
                  </a:lnTo>
                  <a:lnTo>
                    <a:pt x="122230" y="1320856"/>
                  </a:lnTo>
                  <a:lnTo>
                    <a:pt x="99927" y="1281212"/>
                  </a:lnTo>
                  <a:lnTo>
                    <a:pt x="79683" y="1240354"/>
                  </a:lnTo>
                  <a:lnTo>
                    <a:pt x="61564" y="1198350"/>
                  </a:lnTo>
                  <a:lnTo>
                    <a:pt x="45640" y="1155265"/>
                  </a:lnTo>
                  <a:lnTo>
                    <a:pt x="31979" y="1111167"/>
                  </a:lnTo>
                  <a:lnTo>
                    <a:pt x="20648" y="1066122"/>
                  </a:lnTo>
                  <a:lnTo>
                    <a:pt x="11717" y="1020199"/>
                  </a:lnTo>
                  <a:lnTo>
                    <a:pt x="5253" y="973463"/>
                  </a:lnTo>
                  <a:lnTo>
                    <a:pt x="1324" y="925983"/>
                  </a:lnTo>
                  <a:lnTo>
                    <a:pt x="0" y="877824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2" name="Google Shape;3872;p154"/>
          <p:cNvGrpSpPr/>
          <p:nvPr/>
        </p:nvGrpSpPr>
        <p:grpSpPr>
          <a:xfrm>
            <a:off x="5251704" y="3371087"/>
            <a:ext cx="1790700" cy="1755775"/>
            <a:chOff x="5251704" y="3371087"/>
            <a:chExt cx="1790700" cy="1755775"/>
          </a:xfrm>
        </p:grpSpPr>
        <p:sp>
          <p:nvSpPr>
            <p:cNvPr id="3873" name="Google Shape;3873;p154"/>
            <p:cNvSpPr/>
            <p:nvPr/>
          </p:nvSpPr>
          <p:spPr>
            <a:xfrm>
              <a:off x="5251704" y="3371087"/>
              <a:ext cx="1790700" cy="1755775"/>
            </a:xfrm>
            <a:custGeom>
              <a:rect b="b" l="l" r="r" t="t"/>
              <a:pathLst>
                <a:path extrusionOk="0" h="1755775" w="1790700">
                  <a:moveTo>
                    <a:pt x="895350" y="0"/>
                  </a:moveTo>
                  <a:lnTo>
                    <a:pt x="846219" y="1299"/>
                  </a:lnTo>
                  <a:lnTo>
                    <a:pt x="797783" y="5151"/>
                  </a:lnTo>
                  <a:lnTo>
                    <a:pt x="750107" y="11490"/>
                  </a:lnTo>
                  <a:lnTo>
                    <a:pt x="703261" y="20249"/>
                  </a:lnTo>
                  <a:lnTo>
                    <a:pt x="657313" y="31360"/>
                  </a:lnTo>
                  <a:lnTo>
                    <a:pt x="612331" y="44756"/>
                  </a:lnTo>
                  <a:lnTo>
                    <a:pt x="568383" y="60372"/>
                  </a:lnTo>
                  <a:lnTo>
                    <a:pt x="525537" y="78138"/>
                  </a:lnTo>
                  <a:lnTo>
                    <a:pt x="483863" y="97990"/>
                  </a:lnTo>
                  <a:lnTo>
                    <a:pt x="443427" y="119859"/>
                  </a:lnTo>
                  <a:lnTo>
                    <a:pt x="404299" y="143679"/>
                  </a:lnTo>
                  <a:lnTo>
                    <a:pt x="366546" y="169383"/>
                  </a:lnTo>
                  <a:lnTo>
                    <a:pt x="330237" y="196903"/>
                  </a:lnTo>
                  <a:lnTo>
                    <a:pt x="295440" y="226174"/>
                  </a:lnTo>
                  <a:lnTo>
                    <a:pt x="262223" y="257127"/>
                  </a:lnTo>
                  <a:lnTo>
                    <a:pt x="230654" y="289696"/>
                  </a:lnTo>
                  <a:lnTo>
                    <a:pt x="200803" y="323814"/>
                  </a:lnTo>
                  <a:lnTo>
                    <a:pt x="172736" y="359414"/>
                  </a:lnTo>
                  <a:lnTo>
                    <a:pt x="146522" y="396428"/>
                  </a:lnTo>
                  <a:lnTo>
                    <a:pt x="122230" y="434791"/>
                  </a:lnTo>
                  <a:lnTo>
                    <a:pt x="99927" y="474435"/>
                  </a:lnTo>
                  <a:lnTo>
                    <a:pt x="79683" y="515293"/>
                  </a:lnTo>
                  <a:lnTo>
                    <a:pt x="61564" y="557297"/>
                  </a:lnTo>
                  <a:lnTo>
                    <a:pt x="45640" y="600382"/>
                  </a:lnTo>
                  <a:lnTo>
                    <a:pt x="31979" y="644480"/>
                  </a:lnTo>
                  <a:lnTo>
                    <a:pt x="20648" y="689525"/>
                  </a:lnTo>
                  <a:lnTo>
                    <a:pt x="11717" y="735448"/>
                  </a:lnTo>
                  <a:lnTo>
                    <a:pt x="5253" y="782184"/>
                  </a:lnTo>
                  <a:lnTo>
                    <a:pt x="1324" y="829664"/>
                  </a:lnTo>
                  <a:lnTo>
                    <a:pt x="0" y="877824"/>
                  </a:lnTo>
                  <a:lnTo>
                    <a:pt x="1324" y="925983"/>
                  </a:lnTo>
                  <a:lnTo>
                    <a:pt x="5253" y="973463"/>
                  </a:lnTo>
                  <a:lnTo>
                    <a:pt x="11717" y="1020199"/>
                  </a:lnTo>
                  <a:lnTo>
                    <a:pt x="20648" y="1066122"/>
                  </a:lnTo>
                  <a:lnTo>
                    <a:pt x="31979" y="1111167"/>
                  </a:lnTo>
                  <a:lnTo>
                    <a:pt x="45640" y="1155265"/>
                  </a:lnTo>
                  <a:lnTo>
                    <a:pt x="61564" y="1198350"/>
                  </a:lnTo>
                  <a:lnTo>
                    <a:pt x="79683" y="1240354"/>
                  </a:lnTo>
                  <a:lnTo>
                    <a:pt x="99927" y="1281212"/>
                  </a:lnTo>
                  <a:lnTo>
                    <a:pt x="122230" y="1320856"/>
                  </a:lnTo>
                  <a:lnTo>
                    <a:pt x="146522" y="1359219"/>
                  </a:lnTo>
                  <a:lnTo>
                    <a:pt x="172736" y="1396233"/>
                  </a:lnTo>
                  <a:lnTo>
                    <a:pt x="200803" y="1431833"/>
                  </a:lnTo>
                  <a:lnTo>
                    <a:pt x="230654" y="1465951"/>
                  </a:lnTo>
                  <a:lnTo>
                    <a:pt x="262223" y="1498520"/>
                  </a:lnTo>
                  <a:lnTo>
                    <a:pt x="295440" y="1529473"/>
                  </a:lnTo>
                  <a:lnTo>
                    <a:pt x="330237" y="1558744"/>
                  </a:lnTo>
                  <a:lnTo>
                    <a:pt x="366546" y="1586264"/>
                  </a:lnTo>
                  <a:lnTo>
                    <a:pt x="404299" y="1611968"/>
                  </a:lnTo>
                  <a:lnTo>
                    <a:pt x="443427" y="1635788"/>
                  </a:lnTo>
                  <a:lnTo>
                    <a:pt x="483863" y="1657657"/>
                  </a:lnTo>
                  <a:lnTo>
                    <a:pt x="525537" y="1677509"/>
                  </a:lnTo>
                  <a:lnTo>
                    <a:pt x="568383" y="1695275"/>
                  </a:lnTo>
                  <a:lnTo>
                    <a:pt x="612331" y="1710891"/>
                  </a:lnTo>
                  <a:lnTo>
                    <a:pt x="657313" y="1724287"/>
                  </a:lnTo>
                  <a:lnTo>
                    <a:pt x="703261" y="1735398"/>
                  </a:lnTo>
                  <a:lnTo>
                    <a:pt x="750107" y="1744157"/>
                  </a:lnTo>
                  <a:lnTo>
                    <a:pt x="797783" y="1750496"/>
                  </a:lnTo>
                  <a:lnTo>
                    <a:pt x="846219" y="1754348"/>
                  </a:lnTo>
                  <a:lnTo>
                    <a:pt x="895350" y="1755648"/>
                  </a:lnTo>
                  <a:lnTo>
                    <a:pt x="944480" y="1754348"/>
                  </a:lnTo>
                  <a:lnTo>
                    <a:pt x="992916" y="1750496"/>
                  </a:lnTo>
                  <a:lnTo>
                    <a:pt x="1040592" y="1744157"/>
                  </a:lnTo>
                  <a:lnTo>
                    <a:pt x="1087438" y="1735398"/>
                  </a:lnTo>
                  <a:lnTo>
                    <a:pt x="1133386" y="1724287"/>
                  </a:lnTo>
                  <a:lnTo>
                    <a:pt x="1178368" y="1710891"/>
                  </a:lnTo>
                  <a:lnTo>
                    <a:pt x="1222316" y="1695275"/>
                  </a:lnTo>
                  <a:lnTo>
                    <a:pt x="1265162" y="1677509"/>
                  </a:lnTo>
                  <a:lnTo>
                    <a:pt x="1306836" y="1657657"/>
                  </a:lnTo>
                  <a:lnTo>
                    <a:pt x="1347272" y="1635788"/>
                  </a:lnTo>
                  <a:lnTo>
                    <a:pt x="1386400" y="1611968"/>
                  </a:lnTo>
                  <a:lnTo>
                    <a:pt x="1424153" y="1586264"/>
                  </a:lnTo>
                  <a:lnTo>
                    <a:pt x="1460462" y="1558744"/>
                  </a:lnTo>
                  <a:lnTo>
                    <a:pt x="1495259" y="1529473"/>
                  </a:lnTo>
                  <a:lnTo>
                    <a:pt x="1528476" y="1498520"/>
                  </a:lnTo>
                  <a:lnTo>
                    <a:pt x="1560045" y="1465951"/>
                  </a:lnTo>
                  <a:lnTo>
                    <a:pt x="1589896" y="1431833"/>
                  </a:lnTo>
                  <a:lnTo>
                    <a:pt x="1617963" y="1396233"/>
                  </a:lnTo>
                  <a:lnTo>
                    <a:pt x="1644177" y="1359219"/>
                  </a:lnTo>
                  <a:lnTo>
                    <a:pt x="1668469" y="1320856"/>
                  </a:lnTo>
                  <a:lnTo>
                    <a:pt x="1690772" y="1281212"/>
                  </a:lnTo>
                  <a:lnTo>
                    <a:pt x="1711016" y="1240354"/>
                  </a:lnTo>
                  <a:lnTo>
                    <a:pt x="1729135" y="1198350"/>
                  </a:lnTo>
                  <a:lnTo>
                    <a:pt x="1745059" y="1155265"/>
                  </a:lnTo>
                  <a:lnTo>
                    <a:pt x="1758720" y="1111167"/>
                  </a:lnTo>
                  <a:lnTo>
                    <a:pt x="1770051" y="1066122"/>
                  </a:lnTo>
                  <a:lnTo>
                    <a:pt x="1778982" y="1020199"/>
                  </a:lnTo>
                  <a:lnTo>
                    <a:pt x="1785446" y="973463"/>
                  </a:lnTo>
                  <a:lnTo>
                    <a:pt x="1789375" y="925983"/>
                  </a:lnTo>
                  <a:lnTo>
                    <a:pt x="1790700" y="877824"/>
                  </a:lnTo>
                  <a:lnTo>
                    <a:pt x="1789375" y="829664"/>
                  </a:lnTo>
                  <a:lnTo>
                    <a:pt x="1785446" y="782184"/>
                  </a:lnTo>
                  <a:lnTo>
                    <a:pt x="1778982" y="735448"/>
                  </a:lnTo>
                  <a:lnTo>
                    <a:pt x="1770051" y="689525"/>
                  </a:lnTo>
                  <a:lnTo>
                    <a:pt x="1758720" y="644480"/>
                  </a:lnTo>
                  <a:lnTo>
                    <a:pt x="1745059" y="600382"/>
                  </a:lnTo>
                  <a:lnTo>
                    <a:pt x="1729135" y="557297"/>
                  </a:lnTo>
                  <a:lnTo>
                    <a:pt x="1711016" y="515293"/>
                  </a:lnTo>
                  <a:lnTo>
                    <a:pt x="1690772" y="474435"/>
                  </a:lnTo>
                  <a:lnTo>
                    <a:pt x="1668469" y="434791"/>
                  </a:lnTo>
                  <a:lnTo>
                    <a:pt x="1644177" y="396428"/>
                  </a:lnTo>
                  <a:lnTo>
                    <a:pt x="1617963" y="359414"/>
                  </a:lnTo>
                  <a:lnTo>
                    <a:pt x="1589896" y="323814"/>
                  </a:lnTo>
                  <a:lnTo>
                    <a:pt x="1560045" y="289696"/>
                  </a:lnTo>
                  <a:lnTo>
                    <a:pt x="1528476" y="257127"/>
                  </a:lnTo>
                  <a:lnTo>
                    <a:pt x="1495259" y="226174"/>
                  </a:lnTo>
                  <a:lnTo>
                    <a:pt x="1460462" y="196903"/>
                  </a:lnTo>
                  <a:lnTo>
                    <a:pt x="1424153" y="169383"/>
                  </a:lnTo>
                  <a:lnTo>
                    <a:pt x="1386400" y="143679"/>
                  </a:lnTo>
                  <a:lnTo>
                    <a:pt x="1347272" y="119859"/>
                  </a:lnTo>
                  <a:lnTo>
                    <a:pt x="1306836" y="97990"/>
                  </a:lnTo>
                  <a:lnTo>
                    <a:pt x="1265162" y="78138"/>
                  </a:lnTo>
                  <a:lnTo>
                    <a:pt x="1222316" y="60372"/>
                  </a:lnTo>
                  <a:lnTo>
                    <a:pt x="1178368" y="44756"/>
                  </a:lnTo>
                  <a:lnTo>
                    <a:pt x="1133386" y="31360"/>
                  </a:lnTo>
                  <a:lnTo>
                    <a:pt x="1087438" y="20249"/>
                  </a:lnTo>
                  <a:lnTo>
                    <a:pt x="1040592" y="11490"/>
                  </a:lnTo>
                  <a:lnTo>
                    <a:pt x="992916" y="5151"/>
                  </a:lnTo>
                  <a:lnTo>
                    <a:pt x="944480" y="1299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EDF5FA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4" name="Google Shape;3874;p154"/>
            <p:cNvSpPr/>
            <p:nvPr/>
          </p:nvSpPr>
          <p:spPr>
            <a:xfrm>
              <a:off x="5251704" y="3371087"/>
              <a:ext cx="1790700" cy="1755775"/>
            </a:xfrm>
            <a:custGeom>
              <a:rect b="b" l="l" r="r" t="t"/>
              <a:pathLst>
                <a:path extrusionOk="0" h="1755775" w="1790700">
                  <a:moveTo>
                    <a:pt x="0" y="877824"/>
                  </a:moveTo>
                  <a:lnTo>
                    <a:pt x="1324" y="829664"/>
                  </a:lnTo>
                  <a:lnTo>
                    <a:pt x="5253" y="782184"/>
                  </a:lnTo>
                  <a:lnTo>
                    <a:pt x="11717" y="735448"/>
                  </a:lnTo>
                  <a:lnTo>
                    <a:pt x="20648" y="689525"/>
                  </a:lnTo>
                  <a:lnTo>
                    <a:pt x="31979" y="644480"/>
                  </a:lnTo>
                  <a:lnTo>
                    <a:pt x="45640" y="600382"/>
                  </a:lnTo>
                  <a:lnTo>
                    <a:pt x="61564" y="557297"/>
                  </a:lnTo>
                  <a:lnTo>
                    <a:pt x="79683" y="515293"/>
                  </a:lnTo>
                  <a:lnTo>
                    <a:pt x="99927" y="474435"/>
                  </a:lnTo>
                  <a:lnTo>
                    <a:pt x="122230" y="434791"/>
                  </a:lnTo>
                  <a:lnTo>
                    <a:pt x="146522" y="396428"/>
                  </a:lnTo>
                  <a:lnTo>
                    <a:pt x="172736" y="359414"/>
                  </a:lnTo>
                  <a:lnTo>
                    <a:pt x="200803" y="323814"/>
                  </a:lnTo>
                  <a:lnTo>
                    <a:pt x="230654" y="289696"/>
                  </a:lnTo>
                  <a:lnTo>
                    <a:pt x="262223" y="257127"/>
                  </a:lnTo>
                  <a:lnTo>
                    <a:pt x="295440" y="226174"/>
                  </a:lnTo>
                  <a:lnTo>
                    <a:pt x="330237" y="196903"/>
                  </a:lnTo>
                  <a:lnTo>
                    <a:pt x="366546" y="169383"/>
                  </a:lnTo>
                  <a:lnTo>
                    <a:pt x="404299" y="143679"/>
                  </a:lnTo>
                  <a:lnTo>
                    <a:pt x="443427" y="119859"/>
                  </a:lnTo>
                  <a:lnTo>
                    <a:pt x="483863" y="97990"/>
                  </a:lnTo>
                  <a:lnTo>
                    <a:pt x="525537" y="78138"/>
                  </a:lnTo>
                  <a:lnTo>
                    <a:pt x="568383" y="60372"/>
                  </a:lnTo>
                  <a:lnTo>
                    <a:pt x="612331" y="44756"/>
                  </a:lnTo>
                  <a:lnTo>
                    <a:pt x="657313" y="31360"/>
                  </a:lnTo>
                  <a:lnTo>
                    <a:pt x="703261" y="20249"/>
                  </a:lnTo>
                  <a:lnTo>
                    <a:pt x="750107" y="11490"/>
                  </a:lnTo>
                  <a:lnTo>
                    <a:pt x="797783" y="5151"/>
                  </a:lnTo>
                  <a:lnTo>
                    <a:pt x="846219" y="1299"/>
                  </a:lnTo>
                  <a:lnTo>
                    <a:pt x="895350" y="0"/>
                  </a:lnTo>
                  <a:lnTo>
                    <a:pt x="944480" y="1299"/>
                  </a:lnTo>
                  <a:lnTo>
                    <a:pt x="992916" y="5151"/>
                  </a:lnTo>
                  <a:lnTo>
                    <a:pt x="1040592" y="11490"/>
                  </a:lnTo>
                  <a:lnTo>
                    <a:pt x="1087438" y="20249"/>
                  </a:lnTo>
                  <a:lnTo>
                    <a:pt x="1133386" y="31360"/>
                  </a:lnTo>
                  <a:lnTo>
                    <a:pt x="1178368" y="44756"/>
                  </a:lnTo>
                  <a:lnTo>
                    <a:pt x="1222316" y="60372"/>
                  </a:lnTo>
                  <a:lnTo>
                    <a:pt x="1265162" y="78138"/>
                  </a:lnTo>
                  <a:lnTo>
                    <a:pt x="1306836" y="97990"/>
                  </a:lnTo>
                  <a:lnTo>
                    <a:pt x="1347272" y="119859"/>
                  </a:lnTo>
                  <a:lnTo>
                    <a:pt x="1386400" y="143679"/>
                  </a:lnTo>
                  <a:lnTo>
                    <a:pt x="1424153" y="169383"/>
                  </a:lnTo>
                  <a:lnTo>
                    <a:pt x="1460462" y="196903"/>
                  </a:lnTo>
                  <a:lnTo>
                    <a:pt x="1495259" y="226174"/>
                  </a:lnTo>
                  <a:lnTo>
                    <a:pt x="1528476" y="257127"/>
                  </a:lnTo>
                  <a:lnTo>
                    <a:pt x="1560045" y="289696"/>
                  </a:lnTo>
                  <a:lnTo>
                    <a:pt x="1589896" y="323814"/>
                  </a:lnTo>
                  <a:lnTo>
                    <a:pt x="1617963" y="359414"/>
                  </a:lnTo>
                  <a:lnTo>
                    <a:pt x="1644177" y="396428"/>
                  </a:lnTo>
                  <a:lnTo>
                    <a:pt x="1668469" y="434791"/>
                  </a:lnTo>
                  <a:lnTo>
                    <a:pt x="1690772" y="474435"/>
                  </a:lnTo>
                  <a:lnTo>
                    <a:pt x="1711016" y="515293"/>
                  </a:lnTo>
                  <a:lnTo>
                    <a:pt x="1729135" y="557297"/>
                  </a:lnTo>
                  <a:lnTo>
                    <a:pt x="1745059" y="600382"/>
                  </a:lnTo>
                  <a:lnTo>
                    <a:pt x="1758720" y="644480"/>
                  </a:lnTo>
                  <a:lnTo>
                    <a:pt x="1770051" y="689525"/>
                  </a:lnTo>
                  <a:lnTo>
                    <a:pt x="1778982" y="735448"/>
                  </a:lnTo>
                  <a:lnTo>
                    <a:pt x="1785446" y="782184"/>
                  </a:lnTo>
                  <a:lnTo>
                    <a:pt x="1789375" y="829664"/>
                  </a:lnTo>
                  <a:lnTo>
                    <a:pt x="1790700" y="877824"/>
                  </a:lnTo>
                  <a:lnTo>
                    <a:pt x="1789375" y="925983"/>
                  </a:lnTo>
                  <a:lnTo>
                    <a:pt x="1785446" y="973463"/>
                  </a:lnTo>
                  <a:lnTo>
                    <a:pt x="1778982" y="1020199"/>
                  </a:lnTo>
                  <a:lnTo>
                    <a:pt x="1770051" y="1066122"/>
                  </a:lnTo>
                  <a:lnTo>
                    <a:pt x="1758720" y="1111167"/>
                  </a:lnTo>
                  <a:lnTo>
                    <a:pt x="1745059" y="1155265"/>
                  </a:lnTo>
                  <a:lnTo>
                    <a:pt x="1729135" y="1198350"/>
                  </a:lnTo>
                  <a:lnTo>
                    <a:pt x="1711016" y="1240354"/>
                  </a:lnTo>
                  <a:lnTo>
                    <a:pt x="1690772" y="1281212"/>
                  </a:lnTo>
                  <a:lnTo>
                    <a:pt x="1668469" y="1320856"/>
                  </a:lnTo>
                  <a:lnTo>
                    <a:pt x="1644177" y="1359219"/>
                  </a:lnTo>
                  <a:lnTo>
                    <a:pt x="1617963" y="1396233"/>
                  </a:lnTo>
                  <a:lnTo>
                    <a:pt x="1589896" y="1431833"/>
                  </a:lnTo>
                  <a:lnTo>
                    <a:pt x="1560045" y="1465951"/>
                  </a:lnTo>
                  <a:lnTo>
                    <a:pt x="1528476" y="1498520"/>
                  </a:lnTo>
                  <a:lnTo>
                    <a:pt x="1495259" y="1529473"/>
                  </a:lnTo>
                  <a:lnTo>
                    <a:pt x="1460462" y="1558744"/>
                  </a:lnTo>
                  <a:lnTo>
                    <a:pt x="1424153" y="1586264"/>
                  </a:lnTo>
                  <a:lnTo>
                    <a:pt x="1386400" y="1611968"/>
                  </a:lnTo>
                  <a:lnTo>
                    <a:pt x="1347272" y="1635788"/>
                  </a:lnTo>
                  <a:lnTo>
                    <a:pt x="1306836" y="1657657"/>
                  </a:lnTo>
                  <a:lnTo>
                    <a:pt x="1265162" y="1677509"/>
                  </a:lnTo>
                  <a:lnTo>
                    <a:pt x="1222316" y="1695275"/>
                  </a:lnTo>
                  <a:lnTo>
                    <a:pt x="1178368" y="1710891"/>
                  </a:lnTo>
                  <a:lnTo>
                    <a:pt x="1133386" y="1724287"/>
                  </a:lnTo>
                  <a:lnTo>
                    <a:pt x="1087438" y="1735398"/>
                  </a:lnTo>
                  <a:lnTo>
                    <a:pt x="1040592" y="1744157"/>
                  </a:lnTo>
                  <a:lnTo>
                    <a:pt x="992916" y="1750496"/>
                  </a:lnTo>
                  <a:lnTo>
                    <a:pt x="944480" y="1754348"/>
                  </a:lnTo>
                  <a:lnTo>
                    <a:pt x="895350" y="1755648"/>
                  </a:lnTo>
                  <a:lnTo>
                    <a:pt x="846219" y="1754348"/>
                  </a:lnTo>
                  <a:lnTo>
                    <a:pt x="797783" y="1750496"/>
                  </a:lnTo>
                  <a:lnTo>
                    <a:pt x="750107" y="1744157"/>
                  </a:lnTo>
                  <a:lnTo>
                    <a:pt x="703261" y="1735398"/>
                  </a:lnTo>
                  <a:lnTo>
                    <a:pt x="657313" y="1724287"/>
                  </a:lnTo>
                  <a:lnTo>
                    <a:pt x="612331" y="1710891"/>
                  </a:lnTo>
                  <a:lnTo>
                    <a:pt x="568383" y="1695275"/>
                  </a:lnTo>
                  <a:lnTo>
                    <a:pt x="525537" y="1677509"/>
                  </a:lnTo>
                  <a:lnTo>
                    <a:pt x="483863" y="1657657"/>
                  </a:lnTo>
                  <a:lnTo>
                    <a:pt x="443427" y="1635788"/>
                  </a:lnTo>
                  <a:lnTo>
                    <a:pt x="404299" y="1611968"/>
                  </a:lnTo>
                  <a:lnTo>
                    <a:pt x="366546" y="1586264"/>
                  </a:lnTo>
                  <a:lnTo>
                    <a:pt x="330237" y="1558744"/>
                  </a:lnTo>
                  <a:lnTo>
                    <a:pt x="295440" y="1529473"/>
                  </a:lnTo>
                  <a:lnTo>
                    <a:pt x="262223" y="1498520"/>
                  </a:lnTo>
                  <a:lnTo>
                    <a:pt x="230654" y="1465951"/>
                  </a:lnTo>
                  <a:lnTo>
                    <a:pt x="200803" y="1431833"/>
                  </a:lnTo>
                  <a:lnTo>
                    <a:pt x="172736" y="1396233"/>
                  </a:lnTo>
                  <a:lnTo>
                    <a:pt x="146522" y="1359219"/>
                  </a:lnTo>
                  <a:lnTo>
                    <a:pt x="122230" y="1320856"/>
                  </a:lnTo>
                  <a:lnTo>
                    <a:pt x="99927" y="1281212"/>
                  </a:lnTo>
                  <a:lnTo>
                    <a:pt x="79683" y="1240354"/>
                  </a:lnTo>
                  <a:lnTo>
                    <a:pt x="61564" y="1198350"/>
                  </a:lnTo>
                  <a:lnTo>
                    <a:pt x="45640" y="1155265"/>
                  </a:lnTo>
                  <a:lnTo>
                    <a:pt x="31979" y="1111167"/>
                  </a:lnTo>
                  <a:lnTo>
                    <a:pt x="20648" y="1066122"/>
                  </a:lnTo>
                  <a:lnTo>
                    <a:pt x="11717" y="1020199"/>
                  </a:lnTo>
                  <a:lnTo>
                    <a:pt x="5253" y="973463"/>
                  </a:lnTo>
                  <a:lnTo>
                    <a:pt x="1324" y="925983"/>
                  </a:lnTo>
                  <a:lnTo>
                    <a:pt x="0" y="877824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5" name="Google Shape;3875;p154"/>
          <p:cNvGrpSpPr/>
          <p:nvPr/>
        </p:nvGrpSpPr>
        <p:grpSpPr>
          <a:xfrm>
            <a:off x="7548372" y="3371087"/>
            <a:ext cx="1792605" cy="1755775"/>
            <a:chOff x="7548372" y="3371087"/>
            <a:chExt cx="1792605" cy="1755775"/>
          </a:xfrm>
        </p:grpSpPr>
        <p:sp>
          <p:nvSpPr>
            <p:cNvPr id="3876" name="Google Shape;3876;p154"/>
            <p:cNvSpPr/>
            <p:nvPr/>
          </p:nvSpPr>
          <p:spPr>
            <a:xfrm>
              <a:off x="7548372" y="3371087"/>
              <a:ext cx="1792605" cy="1755775"/>
            </a:xfrm>
            <a:custGeom>
              <a:rect b="b" l="l" r="r" t="t"/>
              <a:pathLst>
                <a:path extrusionOk="0" h="1755775" w="1792604">
                  <a:moveTo>
                    <a:pt x="896111" y="0"/>
                  </a:moveTo>
                  <a:lnTo>
                    <a:pt x="846943" y="1299"/>
                  </a:lnTo>
                  <a:lnTo>
                    <a:pt x="798468" y="5151"/>
                  </a:lnTo>
                  <a:lnTo>
                    <a:pt x="750755" y="11490"/>
                  </a:lnTo>
                  <a:lnTo>
                    <a:pt x="703871" y="20249"/>
                  </a:lnTo>
                  <a:lnTo>
                    <a:pt x="657886" y="31360"/>
                  </a:lnTo>
                  <a:lnTo>
                    <a:pt x="612867" y="44756"/>
                  </a:lnTo>
                  <a:lnTo>
                    <a:pt x="568883" y="60372"/>
                  </a:lnTo>
                  <a:lnTo>
                    <a:pt x="526002" y="78138"/>
                  </a:lnTo>
                  <a:lnTo>
                    <a:pt x="484292" y="97990"/>
                  </a:lnTo>
                  <a:lnTo>
                    <a:pt x="443822" y="119859"/>
                  </a:lnTo>
                  <a:lnTo>
                    <a:pt x="404660" y="143679"/>
                  </a:lnTo>
                  <a:lnTo>
                    <a:pt x="366875" y="169383"/>
                  </a:lnTo>
                  <a:lnTo>
                    <a:pt x="330534" y="196903"/>
                  </a:lnTo>
                  <a:lnTo>
                    <a:pt x="295707" y="226174"/>
                  </a:lnTo>
                  <a:lnTo>
                    <a:pt x="262461" y="257127"/>
                  </a:lnTo>
                  <a:lnTo>
                    <a:pt x="230865" y="289696"/>
                  </a:lnTo>
                  <a:lnTo>
                    <a:pt x="200986" y="323814"/>
                  </a:lnTo>
                  <a:lnTo>
                    <a:pt x="172894" y="359414"/>
                  </a:lnTo>
                  <a:lnTo>
                    <a:pt x="146657" y="396428"/>
                  </a:lnTo>
                  <a:lnTo>
                    <a:pt x="122343" y="434791"/>
                  </a:lnTo>
                  <a:lnTo>
                    <a:pt x="100020" y="474435"/>
                  </a:lnTo>
                  <a:lnTo>
                    <a:pt x="79757" y="515293"/>
                  </a:lnTo>
                  <a:lnTo>
                    <a:pt x="61622" y="557297"/>
                  </a:lnTo>
                  <a:lnTo>
                    <a:pt x="45683" y="600382"/>
                  </a:lnTo>
                  <a:lnTo>
                    <a:pt x="32009" y="644480"/>
                  </a:lnTo>
                  <a:lnTo>
                    <a:pt x="20668" y="689525"/>
                  </a:lnTo>
                  <a:lnTo>
                    <a:pt x="11728" y="735448"/>
                  </a:lnTo>
                  <a:lnTo>
                    <a:pt x="5258" y="782184"/>
                  </a:lnTo>
                  <a:lnTo>
                    <a:pt x="1325" y="829664"/>
                  </a:lnTo>
                  <a:lnTo>
                    <a:pt x="0" y="877824"/>
                  </a:lnTo>
                  <a:lnTo>
                    <a:pt x="1325" y="925983"/>
                  </a:lnTo>
                  <a:lnTo>
                    <a:pt x="5258" y="973463"/>
                  </a:lnTo>
                  <a:lnTo>
                    <a:pt x="11728" y="1020199"/>
                  </a:lnTo>
                  <a:lnTo>
                    <a:pt x="20668" y="1066122"/>
                  </a:lnTo>
                  <a:lnTo>
                    <a:pt x="32009" y="1111167"/>
                  </a:lnTo>
                  <a:lnTo>
                    <a:pt x="45683" y="1155265"/>
                  </a:lnTo>
                  <a:lnTo>
                    <a:pt x="61622" y="1198350"/>
                  </a:lnTo>
                  <a:lnTo>
                    <a:pt x="79757" y="1240354"/>
                  </a:lnTo>
                  <a:lnTo>
                    <a:pt x="100020" y="1281212"/>
                  </a:lnTo>
                  <a:lnTo>
                    <a:pt x="122343" y="1320856"/>
                  </a:lnTo>
                  <a:lnTo>
                    <a:pt x="146657" y="1359219"/>
                  </a:lnTo>
                  <a:lnTo>
                    <a:pt x="172894" y="1396233"/>
                  </a:lnTo>
                  <a:lnTo>
                    <a:pt x="200986" y="1431833"/>
                  </a:lnTo>
                  <a:lnTo>
                    <a:pt x="230865" y="1465951"/>
                  </a:lnTo>
                  <a:lnTo>
                    <a:pt x="262461" y="1498520"/>
                  </a:lnTo>
                  <a:lnTo>
                    <a:pt x="295707" y="1529473"/>
                  </a:lnTo>
                  <a:lnTo>
                    <a:pt x="330534" y="1558744"/>
                  </a:lnTo>
                  <a:lnTo>
                    <a:pt x="366875" y="1586264"/>
                  </a:lnTo>
                  <a:lnTo>
                    <a:pt x="404660" y="1611968"/>
                  </a:lnTo>
                  <a:lnTo>
                    <a:pt x="443822" y="1635788"/>
                  </a:lnTo>
                  <a:lnTo>
                    <a:pt x="484292" y="1657657"/>
                  </a:lnTo>
                  <a:lnTo>
                    <a:pt x="526002" y="1677509"/>
                  </a:lnTo>
                  <a:lnTo>
                    <a:pt x="568883" y="1695275"/>
                  </a:lnTo>
                  <a:lnTo>
                    <a:pt x="612867" y="1710891"/>
                  </a:lnTo>
                  <a:lnTo>
                    <a:pt x="657886" y="1724287"/>
                  </a:lnTo>
                  <a:lnTo>
                    <a:pt x="703871" y="1735398"/>
                  </a:lnTo>
                  <a:lnTo>
                    <a:pt x="750755" y="1744157"/>
                  </a:lnTo>
                  <a:lnTo>
                    <a:pt x="798468" y="1750496"/>
                  </a:lnTo>
                  <a:lnTo>
                    <a:pt x="846943" y="1754348"/>
                  </a:lnTo>
                  <a:lnTo>
                    <a:pt x="896111" y="1755648"/>
                  </a:lnTo>
                  <a:lnTo>
                    <a:pt x="945280" y="1754348"/>
                  </a:lnTo>
                  <a:lnTo>
                    <a:pt x="993755" y="1750496"/>
                  </a:lnTo>
                  <a:lnTo>
                    <a:pt x="1041468" y="1744157"/>
                  </a:lnTo>
                  <a:lnTo>
                    <a:pt x="1088352" y="1735398"/>
                  </a:lnTo>
                  <a:lnTo>
                    <a:pt x="1134337" y="1724287"/>
                  </a:lnTo>
                  <a:lnTo>
                    <a:pt x="1179356" y="1710891"/>
                  </a:lnTo>
                  <a:lnTo>
                    <a:pt x="1223340" y="1695275"/>
                  </a:lnTo>
                  <a:lnTo>
                    <a:pt x="1266221" y="1677509"/>
                  </a:lnTo>
                  <a:lnTo>
                    <a:pt x="1307931" y="1657657"/>
                  </a:lnTo>
                  <a:lnTo>
                    <a:pt x="1348401" y="1635788"/>
                  </a:lnTo>
                  <a:lnTo>
                    <a:pt x="1387563" y="1611968"/>
                  </a:lnTo>
                  <a:lnTo>
                    <a:pt x="1425348" y="1586264"/>
                  </a:lnTo>
                  <a:lnTo>
                    <a:pt x="1461689" y="1558744"/>
                  </a:lnTo>
                  <a:lnTo>
                    <a:pt x="1496516" y="1529473"/>
                  </a:lnTo>
                  <a:lnTo>
                    <a:pt x="1529762" y="1498520"/>
                  </a:lnTo>
                  <a:lnTo>
                    <a:pt x="1561358" y="1465951"/>
                  </a:lnTo>
                  <a:lnTo>
                    <a:pt x="1591237" y="1431833"/>
                  </a:lnTo>
                  <a:lnTo>
                    <a:pt x="1619329" y="1396233"/>
                  </a:lnTo>
                  <a:lnTo>
                    <a:pt x="1645566" y="1359219"/>
                  </a:lnTo>
                  <a:lnTo>
                    <a:pt x="1669880" y="1320856"/>
                  </a:lnTo>
                  <a:lnTo>
                    <a:pt x="1692203" y="1281212"/>
                  </a:lnTo>
                  <a:lnTo>
                    <a:pt x="1712466" y="1240354"/>
                  </a:lnTo>
                  <a:lnTo>
                    <a:pt x="1730601" y="1198350"/>
                  </a:lnTo>
                  <a:lnTo>
                    <a:pt x="1746540" y="1155265"/>
                  </a:lnTo>
                  <a:lnTo>
                    <a:pt x="1760214" y="1111167"/>
                  </a:lnTo>
                  <a:lnTo>
                    <a:pt x="1771555" y="1066122"/>
                  </a:lnTo>
                  <a:lnTo>
                    <a:pt x="1780495" y="1020199"/>
                  </a:lnTo>
                  <a:lnTo>
                    <a:pt x="1786965" y="973463"/>
                  </a:lnTo>
                  <a:lnTo>
                    <a:pt x="1790898" y="925983"/>
                  </a:lnTo>
                  <a:lnTo>
                    <a:pt x="1792224" y="877824"/>
                  </a:lnTo>
                  <a:lnTo>
                    <a:pt x="1790898" y="829664"/>
                  </a:lnTo>
                  <a:lnTo>
                    <a:pt x="1786965" y="782184"/>
                  </a:lnTo>
                  <a:lnTo>
                    <a:pt x="1780495" y="735448"/>
                  </a:lnTo>
                  <a:lnTo>
                    <a:pt x="1771555" y="689525"/>
                  </a:lnTo>
                  <a:lnTo>
                    <a:pt x="1760214" y="644480"/>
                  </a:lnTo>
                  <a:lnTo>
                    <a:pt x="1746540" y="600382"/>
                  </a:lnTo>
                  <a:lnTo>
                    <a:pt x="1730601" y="557297"/>
                  </a:lnTo>
                  <a:lnTo>
                    <a:pt x="1712466" y="515293"/>
                  </a:lnTo>
                  <a:lnTo>
                    <a:pt x="1692203" y="474435"/>
                  </a:lnTo>
                  <a:lnTo>
                    <a:pt x="1669880" y="434791"/>
                  </a:lnTo>
                  <a:lnTo>
                    <a:pt x="1645566" y="396428"/>
                  </a:lnTo>
                  <a:lnTo>
                    <a:pt x="1619329" y="359414"/>
                  </a:lnTo>
                  <a:lnTo>
                    <a:pt x="1591237" y="323814"/>
                  </a:lnTo>
                  <a:lnTo>
                    <a:pt x="1561358" y="289696"/>
                  </a:lnTo>
                  <a:lnTo>
                    <a:pt x="1529762" y="257127"/>
                  </a:lnTo>
                  <a:lnTo>
                    <a:pt x="1496516" y="226174"/>
                  </a:lnTo>
                  <a:lnTo>
                    <a:pt x="1461689" y="196903"/>
                  </a:lnTo>
                  <a:lnTo>
                    <a:pt x="1425348" y="169383"/>
                  </a:lnTo>
                  <a:lnTo>
                    <a:pt x="1387563" y="143679"/>
                  </a:lnTo>
                  <a:lnTo>
                    <a:pt x="1348401" y="119859"/>
                  </a:lnTo>
                  <a:lnTo>
                    <a:pt x="1307931" y="97990"/>
                  </a:lnTo>
                  <a:lnTo>
                    <a:pt x="1266221" y="78138"/>
                  </a:lnTo>
                  <a:lnTo>
                    <a:pt x="1223340" y="60372"/>
                  </a:lnTo>
                  <a:lnTo>
                    <a:pt x="1179356" y="44756"/>
                  </a:lnTo>
                  <a:lnTo>
                    <a:pt x="1134337" y="31360"/>
                  </a:lnTo>
                  <a:lnTo>
                    <a:pt x="1088352" y="20249"/>
                  </a:lnTo>
                  <a:lnTo>
                    <a:pt x="1041468" y="11490"/>
                  </a:lnTo>
                  <a:lnTo>
                    <a:pt x="993755" y="5151"/>
                  </a:lnTo>
                  <a:lnTo>
                    <a:pt x="945280" y="1299"/>
                  </a:lnTo>
                  <a:lnTo>
                    <a:pt x="896111" y="0"/>
                  </a:lnTo>
                  <a:close/>
                </a:path>
              </a:pathLst>
            </a:custGeom>
            <a:solidFill>
              <a:srgbClr val="EDF5FA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7" name="Google Shape;3877;p154"/>
            <p:cNvSpPr/>
            <p:nvPr/>
          </p:nvSpPr>
          <p:spPr>
            <a:xfrm>
              <a:off x="7548372" y="3371087"/>
              <a:ext cx="1792605" cy="1755775"/>
            </a:xfrm>
            <a:custGeom>
              <a:rect b="b" l="l" r="r" t="t"/>
              <a:pathLst>
                <a:path extrusionOk="0" h="1755775" w="1792604">
                  <a:moveTo>
                    <a:pt x="0" y="877824"/>
                  </a:moveTo>
                  <a:lnTo>
                    <a:pt x="1325" y="829664"/>
                  </a:lnTo>
                  <a:lnTo>
                    <a:pt x="5258" y="782184"/>
                  </a:lnTo>
                  <a:lnTo>
                    <a:pt x="11728" y="735448"/>
                  </a:lnTo>
                  <a:lnTo>
                    <a:pt x="20668" y="689525"/>
                  </a:lnTo>
                  <a:lnTo>
                    <a:pt x="32009" y="644480"/>
                  </a:lnTo>
                  <a:lnTo>
                    <a:pt x="45683" y="600382"/>
                  </a:lnTo>
                  <a:lnTo>
                    <a:pt x="61622" y="557297"/>
                  </a:lnTo>
                  <a:lnTo>
                    <a:pt x="79757" y="515293"/>
                  </a:lnTo>
                  <a:lnTo>
                    <a:pt x="100020" y="474435"/>
                  </a:lnTo>
                  <a:lnTo>
                    <a:pt x="122343" y="434791"/>
                  </a:lnTo>
                  <a:lnTo>
                    <a:pt x="146657" y="396428"/>
                  </a:lnTo>
                  <a:lnTo>
                    <a:pt x="172894" y="359414"/>
                  </a:lnTo>
                  <a:lnTo>
                    <a:pt x="200986" y="323814"/>
                  </a:lnTo>
                  <a:lnTo>
                    <a:pt x="230865" y="289696"/>
                  </a:lnTo>
                  <a:lnTo>
                    <a:pt x="262461" y="257127"/>
                  </a:lnTo>
                  <a:lnTo>
                    <a:pt x="295707" y="226174"/>
                  </a:lnTo>
                  <a:lnTo>
                    <a:pt x="330534" y="196903"/>
                  </a:lnTo>
                  <a:lnTo>
                    <a:pt x="366875" y="169383"/>
                  </a:lnTo>
                  <a:lnTo>
                    <a:pt x="404660" y="143679"/>
                  </a:lnTo>
                  <a:lnTo>
                    <a:pt x="443822" y="119859"/>
                  </a:lnTo>
                  <a:lnTo>
                    <a:pt x="484292" y="97990"/>
                  </a:lnTo>
                  <a:lnTo>
                    <a:pt x="526002" y="78138"/>
                  </a:lnTo>
                  <a:lnTo>
                    <a:pt x="568883" y="60372"/>
                  </a:lnTo>
                  <a:lnTo>
                    <a:pt x="612867" y="44756"/>
                  </a:lnTo>
                  <a:lnTo>
                    <a:pt x="657886" y="31360"/>
                  </a:lnTo>
                  <a:lnTo>
                    <a:pt x="703871" y="20249"/>
                  </a:lnTo>
                  <a:lnTo>
                    <a:pt x="750755" y="11490"/>
                  </a:lnTo>
                  <a:lnTo>
                    <a:pt x="798468" y="5151"/>
                  </a:lnTo>
                  <a:lnTo>
                    <a:pt x="846943" y="1299"/>
                  </a:lnTo>
                  <a:lnTo>
                    <a:pt x="896111" y="0"/>
                  </a:lnTo>
                  <a:lnTo>
                    <a:pt x="945280" y="1299"/>
                  </a:lnTo>
                  <a:lnTo>
                    <a:pt x="993755" y="5151"/>
                  </a:lnTo>
                  <a:lnTo>
                    <a:pt x="1041468" y="11490"/>
                  </a:lnTo>
                  <a:lnTo>
                    <a:pt x="1088352" y="20249"/>
                  </a:lnTo>
                  <a:lnTo>
                    <a:pt x="1134337" y="31360"/>
                  </a:lnTo>
                  <a:lnTo>
                    <a:pt x="1179356" y="44756"/>
                  </a:lnTo>
                  <a:lnTo>
                    <a:pt x="1223340" y="60372"/>
                  </a:lnTo>
                  <a:lnTo>
                    <a:pt x="1266221" y="78138"/>
                  </a:lnTo>
                  <a:lnTo>
                    <a:pt x="1307931" y="97990"/>
                  </a:lnTo>
                  <a:lnTo>
                    <a:pt x="1348401" y="119859"/>
                  </a:lnTo>
                  <a:lnTo>
                    <a:pt x="1387563" y="143679"/>
                  </a:lnTo>
                  <a:lnTo>
                    <a:pt x="1425348" y="169383"/>
                  </a:lnTo>
                  <a:lnTo>
                    <a:pt x="1461689" y="196903"/>
                  </a:lnTo>
                  <a:lnTo>
                    <a:pt x="1496516" y="226174"/>
                  </a:lnTo>
                  <a:lnTo>
                    <a:pt x="1529762" y="257127"/>
                  </a:lnTo>
                  <a:lnTo>
                    <a:pt x="1561358" y="289696"/>
                  </a:lnTo>
                  <a:lnTo>
                    <a:pt x="1591237" y="323814"/>
                  </a:lnTo>
                  <a:lnTo>
                    <a:pt x="1619329" y="359414"/>
                  </a:lnTo>
                  <a:lnTo>
                    <a:pt x="1645566" y="396428"/>
                  </a:lnTo>
                  <a:lnTo>
                    <a:pt x="1669880" y="434791"/>
                  </a:lnTo>
                  <a:lnTo>
                    <a:pt x="1692203" y="474435"/>
                  </a:lnTo>
                  <a:lnTo>
                    <a:pt x="1712466" y="515293"/>
                  </a:lnTo>
                  <a:lnTo>
                    <a:pt x="1730601" y="557297"/>
                  </a:lnTo>
                  <a:lnTo>
                    <a:pt x="1746540" y="600382"/>
                  </a:lnTo>
                  <a:lnTo>
                    <a:pt x="1760214" y="644480"/>
                  </a:lnTo>
                  <a:lnTo>
                    <a:pt x="1771555" y="689525"/>
                  </a:lnTo>
                  <a:lnTo>
                    <a:pt x="1780495" y="735448"/>
                  </a:lnTo>
                  <a:lnTo>
                    <a:pt x="1786965" y="782184"/>
                  </a:lnTo>
                  <a:lnTo>
                    <a:pt x="1790898" y="829664"/>
                  </a:lnTo>
                  <a:lnTo>
                    <a:pt x="1792224" y="877824"/>
                  </a:lnTo>
                  <a:lnTo>
                    <a:pt x="1790898" y="925983"/>
                  </a:lnTo>
                  <a:lnTo>
                    <a:pt x="1786965" y="973463"/>
                  </a:lnTo>
                  <a:lnTo>
                    <a:pt x="1780495" y="1020199"/>
                  </a:lnTo>
                  <a:lnTo>
                    <a:pt x="1771555" y="1066122"/>
                  </a:lnTo>
                  <a:lnTo>
                    <a:pt x="1760214" y="1111167"/>
                  </a:lnTo>
                  <a:lnTo>
                    <a:pt x="1746540" y="1155265"/>
                  </a:lnTo>
                  <a:lnTo>
                    <a:pt x="1730601" y="1198350"/>
                  </a:lnTo>
                  <a:lnTo>
                    <a:pt x="1712466" y="1240354"/>
                  </a:lnTo>
                  <a:lnTo>
                    <a:pt x="1692203" y="1281212"/>
                  </a:lnTo>
                  <a:lnTo>
                    <a:pt x="1669880" y="1320856"/>
                  </a:lnTo>
                  <a:lnTo>
                    <a:pt x="1645566" y="1359219"/>
                  </a:lnTo>
                  <a:lnTo>
                    <a:pt x="1619329" y="1396233"/>
                  </a:lnTo>
                  <a:lnTo>
                    <a:pt x="1591237" y="1431833"/>
                  </a:lnTo>
                  <a:lnTo>
                    <a:pt x="1561358" y="1465951"/>
                  </a:lnTo>
                  <a:lnTo>
                    <a:pt x="1529762" y="1498520"/>
                  </a:lnTo>
                  <a:lnTo>
                    <a:pt x="1496516" y="1529473"/>
                  </a:lnTo>
                  <a:lnTo>
                    <a:pt x="1461689" y="1558744"/>
                  </a:lnTo>
                  <a:lnTo>
                    <a:pt x="1425348" y="1586264"/>
                  </a:lnTo>
                  <a:lnTo>
                    <a:pt x="1387563" y="1611968"/>
                  </a:lnTo>
                  <a:lnTo>
                    <a:pt x="1348401" y="1635788"/>
                  </a:lnTo>
                  <a:lnTo>
                    <a:pt x="1307931" y="1657657"/>
                  </a:lnTo>
                  <a:lnTo>
                    <a:pt x="1266221" y="1677509"/>
                  </a:lnTo>
                  <a:lnTo>
                    <a:pt x="1223340" y="1695275"/>
                  </a:lnTo>
                  <a:lnTo>
                    <a:pt x="1179356" y="1710891"/>
                  </a:lnTo>
                  <a:lnTo>
                    <a:pt x="1134337" y="1724287"/>
                  </a:lnTo>
                  <a:lnTo>
                    <a:pt x="1088352" y="1735398"/>
                  </a:lnTo>
                  <a:lnTo>
                    <a:pt x="1041468" y="1744157"/>
                  </a:lnTo>
                  <a:lnTo>
                    <a:pt x="993755" y="1750496"/>
                  </a:lnTo>
                  <a:lnTo>
                    <a:pt x="945280" y="1754348"/>
                  </a:lnTo>
                  <a:lnTo>
                    <a:pt x="896111" y="1755648"/>
                  </a:lnTo>
                  <a:lnTo>
                    <a:pt x="846943" y="1754348"/>
                  </a:lnTo>
                  <a:lnTo>
                    <a:pt x="798468" y="1750496"/>
                  </a:lnTo>
                  <a:lnTo>
                    <a:pt x="750755" y="1744157"/>
                  </a:lnTo>
                  <a:lnTo>
                    <a:pt x="703871" y="1735398"/>
                  </a:lnTo>
                  <a:lnTo>
                    <a:pt x="657886" y="1724287"/>
                  </a:lnTo>
                  <a:lnTo>
                    <a:pt x="612867" y="1710891"/>
                  </a:lnTo>
                  <a:lnTo>
                    <a:pt x="568883" y="1695275"/>
                  </a:lnTo>
                  <a:lnTo>
                    <a:pt x="526002" y="1677509"/>
                  </a:lnTo>
                  <a:lnTo>
                    <a:pt x="484292" y="1657657"/>
                  </a:lnTo>
                  <a:lnTo>
                    <a:pt x="443822" y="1635788"/>
                  </a:lnTo>
                  <a:lnTo>
                    <a:pt x="404660" y="1611968"/>
                  </a:lnTo>
                  <a:lnTo>
                    <a:pt x="366875" y="1586264"/>
                  </a:lnTo>
                  <a:lnTo>
                    <a:pt x="330534" y="1558744"/>
                  </a:lnTo>
                  <a:lnTo>
                    <a:pt x="295707" y="1529473"/>
                  </a:lnTo>
                  <a:lnTo>
                    <a:pt x="262461" y="1498520"/>
                  </a:lnTo>
                  <a:lnTo>
                    <a:pt x="230865" y="1465951"/>
                  </a:lnTo>
                  <a:lnTo>
                    <a:pt x="200986" y="1431833"/>
                  </a:lnTo>
                  <a:lnTo>
                    <a:pt x="172894" y="1396233"/>
                  </a:lnTo>
                  <a:lnTo>
                    <a:pt x="146657" y="1359219"/>
                  </a:lnTo>
                  <a:lnTo>
                    <a:pt x="122343" y="1320856"/>
                  </a:lnTo>
                  <a:lnTo>
                    <a:pt x="100020" y="1281212"/>
                  </a:lnTo>
                  <a:lnTo>
                    <a:pt x="79757" y="1240354"/>
                  </a:lnTo>
                  <a:lnTo>
                    <a:pt x="61622" y="1198350"/>
                  </a:lnTo>
                  <a:lnTo>
                    <a:pt x="45683" y="1155265"/>
                  </a:lnTo>
                  <a:lnTo>
                    <a:pt x="32009" y="1111167"/>
                  </a:lnTo>
                  <a:lnTo>
                    <a:pt x="20668" y="1066122"/>
                  </a:lnTo>
                  <a:lnTo>
                    <a:pt x="11728" y="1020199"/>
                  </a:lnTo>
                  <a:lnTo>
                    <a:pt x="5258" y="973463"/>
                  </a:lnTo>
                  <a:lnTo>
                    <a:pt x="1325" y="925983"/>
                  </a:lnTo>
                  <a:lnTo>
                    <a:pt x="0" y="877824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8" name="Google Shape;3878;p154"/>
          <p:cNvGrpSpPr/>
          <p:nvPr/>
        </p:nvGrpSpPr>
        <p:grpSpPr>
          <a:xfrm>
            <a:off x="723900" y="3371087"/>
            <a:ext cx="1790700" cy="1755775"/>
            <a:chOff x="723900" y="3371087"/>
            <a:chExt cx="1790700" cy="1755775"/>
          </a:xfrm>
        </p:grpSpPr>
        <p:sp>
          <p:nvSpPr>
            <p:cNvPr id="3879" name="Google Shape;3879;p154"/>
            <p:cNvSpPr/>
            <p:nvPr/>
          </p:nvSpPr>
          <p:spPr>
            <a:xfrm>
              <a:off x="723900" y="3371087"/>
              <a:ext cx="1790700" cy="1755775"/>
            </a:xfrm>
            <a:custGeom>
              <a:rect b="b" l="l" r="r" t="t"/>
              <a:pathLst>
                <a:path extrusionOk="0" h="1755775" w="1790700">
                  <a:moveTo>
                    <a:pt x="895350" y="0"/>
                  </a:moveTo>
                  <a:lnTo>
                    <a:pt x="846224" y="1299"/>
                  </a:lnTo>
                  <a:lnTo>
                    <a:pt x="797791" y="5151"/>
                  </a:lnTo>
                  <a:lnTo>
                    <a:pt x="750119" y="11490"/>
                  </a:lnTo>
                  <a:lnTo>
                    <a:pt x="703276" y="20249"/>
                  </a:lnTo>
                  <a:lnTo>
                    <a:pt x="657330" y="31360"/>
                  </a:lnTo>
                  <a:lnTo>
                    <a:pt x="612350" y="44756"/>
                  </a:lnTo>
                  <a:lnTo>
                    <a:pt x="568404" y="60372"/>
                  </a:lnTo>
                  <a:lnTo>
                    <a:pt x="525559" y="78138"/>
                  </a:lnTo>
                  <a:lnTo>
                    <a:pt x="483885" y="97990"/>
                  </a:lnTo>
                  <a:lnTo>
                    <a:pt x="443450" y="119859"/>
                  </a:lnTo>
                  <a:lnTo>
                    <a:pt x="404321" y="143679"/>
                  </a:lnTo>
                  <a:lnTo>
                    <a:pt x="366568" y="169383"/>
                  </a:lnTo>
                  <a:lnTo>
                    <a:pt x="330258" y="196903"/>
                  </a:lnTo>
                  <a:lnTo>
                    <a:pt x="295460" y="226174"/>
                  </a:lnTo>
                  <a:lnTo>
                    <a:pt x="262242" y="257127"/>
                  </a:lnTo>
                  <a:lnTo>
                    <a:pt x="230672" y="289696"/>
                  </a:lnTo>
                  <a:lnTo>
                    <a:pt x="200819" y="323814"/>
                  </a:lnTo>
                  <a:lnTo>
                    <a:pt x="172750" y="359414"/>
                  </a:lnTo>
                  <a:lnTo>
                    <a:pt x="146535" y="396428"/>
                  </a:lnTo>
                  <a:lnTo>
                    <a:pt x="122241" y="434791"/>
                  </a:lnTo>
                  <a:lnTo>
                    <a:pt x="99937" y="474435"/>
                  </a:lnTo>
                  <a:lnTo>
                    <a:pt x="79691" y="515293"/>
                  </a:lnTo>
                  <a:lnTo>
                    <a:pt x="61571" y="557297"/>
                  </a:lnTo>
                  <a:lnTo>
                    <a:pt x="45645" y="600382"/>
                  </a:lnTo>
                  <a:lnTo>
                    <a:pt x="31982" y="644480"/>
                  </a:lnTo>
                  <a:lnTo>
                    <a:pt x="20651" y="689525"/>
                  </a:lnTo>
                  <a:lnTo>
                    <a:pt x="11718" y="735448"/>
                  </a:lnTo>
                  <a:lnTo>
                    <a:pt x="5253" y="782184"/>
                  </a:lnTo>
                  <a:lnTo>
                    <a:pt x="1324" y="829664"/>
                  </a:lnTo>
                  <a:lnTo>
                    <a:pt x="0" y="877824"/>
                  </a:lnTo>
                  <a:lnTo>
                    <a:pt x="1324" y="925983"/>
                  </a:lnTo>
                  <a:lnTo>
                    <a:pt x="5253" y="973463"/>
                  </a:lnTo>
                  <a:lnTo>
                    <a:pt x="11718" y="1020199"/>
                  </a:lnTo>
                  <a:lnTo>
                    <a:pt x="20651" y="1066122"/>
                  </a:lnTo>
                  <a:lnTo>
                    <a:pt x="31982" y="1111167"/>
                  </a:lnTo>
                  <a:lnTo>
                    <a:pt x="45645" y="1155265"/>
                  </a:lnTo>
                  <a:lnTo>
                    <a:pt x="61571" y="1198350"/>
                  </a:lnTo>
                  <a:lnTo>
                    <a:pt x="79691" y="1240354"/>
                  </a:lnTo>
                  <a:lnTo>
                    <a:pt x="99937" y="1281212"/>
                  </a:lnTo>
                  <a:lnTo>
                    <a:pt x="122241" y="1320856"/>
                  </a:lnTo>
                  <a:lnTo>
                    <a:pt x="146535" y="1359219"/>
                  </a:lnTo>
                  <a:lnTo>
                    <a:pt x="172750" y="1396233"/>
                  </a:lnTo>
                  <a:lnTo>
                    <a:pt x="200819" y="1431833"/>
                  </a:lnTo>
                  <a:lnTo>
                    <a:pt x="230672" y="1465951"/>
                  </a:lnTo>
                  <a:lnTo>
                    <a:pt x="262242" y="1498520"/>
                  </a:lnTo>
                  <a:lnTo>
                    <a:pt x="295460" y="1529473"/>
                  </a:lnTo>
                  <a:lnTo>
                    <a:pt x="330258" y="1558744"/>
                  </a:lnTo>
                  <a:lnTo>
                    <a:pt x="366568" y="1586264"/>
                  </a:lnTo>
                  <a:lnTo>
                    <a:pt x="404321" y="1611968"/>
                  </a:lnTo>
                  <a:lnTo>
                    <a:pt x="443450" y="1635788"/>
                  </a:lnTo>
                  <a:lnTo>
                    <a:pt x="483885" y="1657657"/>
                  </a:lnTo>
                  <a:lnTo>
                    <a:pt x="525559" y="1677509"/>
                  </a:lnTo>
                  <a:lnTo>
                    <a:pt x="568404" y="1695275"/>
                  </a:lnTo>
                  <a:lnTo>
                    <a:pt x="612350" y="1710891"/>
                  </a:lnTo>
                  <a:lnTo>
                    <a:pt x="657330" y="1724287"/>
                  </a:lnTo>
                  <a:lnTo>
                    <a:pt x="703276" y="1735398"/>
                  </a:lnTo>
                  <a:lnTo>
                    <a:pt x="750119" y="1744157"/>
                  </a:lnTo>
                  <a:lnTo>
                    <a:pt x="797791" y="1750496"/>
                  </a:lnTo>
                  <a:lnTo>
                    <a:pt x="846224" y="1754348"/>
                  </a:lnTo>
                  <a:lnTo>
                    <a:pt x="895350" y="1755648"/>
                  </a:lnTo>
                  <a:lnTo>
                    <a:pt x="944480" y="1754348"/>
                  </a:lnTo>
                  <a:lnTo>
                    <a:pt x="992916" y="1750496"/>
                  </a:lnTo>
                  <a:lnTo>
                    <a:pt x="1040592" y="1744157"/>
                  </a:lnTo>
                  <a:lnTo>
                    <a:pt x="1087438" y="1735398"/>
                  </a:lnTo>
                  <a:lnTo>
                    <a:pt x="1133386" y="1724287"/>
                  </a:lnTo>
                  <a:lnTo>
                    <a:pt x="1178368" y="1710891"/>
                  </a:lnTo>
                  <a:lnTo>
                    <a:pt x="1222316" y="1695275"/>
                  </a:lnTo>
                  <a:lnTo>
                    <a:pt x="1265162" y="1677509"/>
                  </a:lnTo>
                  <a:lnTo>
                    <a:pt x="1306836" y="1657657"/>
                  </a:lnTo>
                  <a:lnTo>
                    <a:pt x="1347272" y="1635788"/>
                  </a:lnTo>
                  <a:lnTo>
                    <a:pt x="1386400" y="1611968"/>
                  </a:lnTo>
                  <a:lnTo>
                    <a:pt x="1424153" y="1586264"/>
                  </a:lnTo>
                  <a:lnTo>
                    <a:pt x="1460462" y="1558744"/>
                  </a:lnTo>
                  <a:lnTo>
                    <a:pt x="1495259" y="1529473"/>
                  </a:lnTo>
                  <a:lnTo>
                    <a:pt x="1528476" y="1498520"/>
                  </a:lnTo>
                  <a:lnTo>
                    <a:pt x="1560045" y="1465951"/>
                  </a:lnTo>
                  <a:lnTo>
                    <a:pt x="1589896" y="1431833"/>
                  </a:lnTo>
                  <a:lnTo>
                    <a:pt x="1617963" y="1396233"/>
                  </a:lnTo>
                  <a:lnTo>
                    <a:pt x="1644177" y="1359219"/>
                  </a:lnTo>
                  <a:lnTo>
                    <a:pt x="1668469" y="1320856"/>
                  </a:lnTo>
                  <a:lnTo>
                    <a:pt x="1690772" y="1281212"/>
                  </a:lnTo>
                  <a:lnTo>
                    <a:pt x="1711016" y="1240354"/>
                  </a:lnTo>
                  <a:lnTo>
                    <a:pt x="1729135" y="1198350"/>
                  </a:lnTo>
                  <a:lnTo>
                    <a:pt x="1745059" y="1155265"/>
                  </a:lnTo>
                  <a:lnTo>
                    <a:pt x="1758720" y="1111167"/>
                  </a:lnTo>
                  <a:lnTo>
                    <a:pt x="1770051" y="1066122"/>
                  </a:lnTo>
                  <a:lnTo>
                    <a:pt x="1778982" y="1020199"/>
                  </a:lnTo>
                  <a:lnTo>
                    <a:pt x="1785446" y="973463"/>
                  </a:lnTo>
                  <a:lnTo>
                    <a:pt x="1789375" y="925983"/>
                  </a:lnTo>
                  <a:lnTo>
                    <a:pt x="1790700" y="877824"/>
                  </a:lnTo>
                  <a:lnTo>
                    <a:pt x="1789375" y="829664"/>
                  </a:lnTo>
                  <a:lnTo>
                    <a:pt x="1785446" y="782184"/>
                  </a:lnTo>
                  <a:lnTo>
                    <a:pt x="1778982" y="735448"/>
                  </a:lnTo>
                  <a:lnTo>
                    <a:pt x="1770051" y="689525"/>
                  </a:lnTo>
                  <a:lnTo>
                    <a:pt x="1758720" y="644480"/>
                  </a:lnTo>
                  <a:lnTo>
                    <a:pt x="1745059" y="600382"/>
                  </a:lnTo>
                  <a:lnTo>
                    <a:pt x="1729135" y="557297"/>
                  </a:lnTo>
                  <a:lnTo>
                    <a:pt x="1711016" y="515293"/>
                  </a:lnTo>
                  <a:lnTo>
                    <a:pt x="1690772" y="474435"/>
                  </a:lnTo>
                  <a:lnTo>
                    <a:pt x="1668469" y="434791"/>
                  </a:lnTo>
                  <a:lnTo>
                    <a:pt x="1644177" y="396428"/>
                  </a:lnTo>
                  <a:lnTo>
                    <a:pt x="1617963" y="359414"/>
                  </a:lnTo>
                  <a:lnTo>
                    <a:pt x="1589896" y="323814"/>
                  </a:lnTo>
                  <a:lnTo>
                    <a:pt x="1560045" y="289696"/>
                  </a:lnTo>
                  <a:lnTo>
                    <a:pt x="1528476" y="257127"/>
                  </a:lnTo>
                  <a:lnTo>
                    <a:pt x="1495259" y="226174"/>
                  </a:lnTo>
                  <a:lnTo>
                    <a:pt x="1460462" y="196903"/>
                  </a:lnTo>
                  <a:lnTo>
                    <a:pt x="1424153" y="169383"/>
                  </a:lnTo>
                  <a:lnTo>
                    <a:pt x="1386400" y="143679"/>
                  </a:lnTo>
                  <a:lnTo>
                    <a:pt x="1347272" y="119859"/>
                  </a:lnTo>
                  <a:lnTo>
                    <a:pt x="1306836" y="97990"/>
                  </a:lnTo>
                  <a:lnTo>
                    <a:pt x="1265162" y="78138"/>
                  </a:lnTo>
                  <a:lnTo>
                    <a:pt x="1222316" y="60372"/>
                  </a:lnTo>
                  <a:lnTo>
                    <a:pt x="1178368" y="44756"/>
                  </a:lnTo>
                  <a:lnTo>
                    <a:pt x="1133386" y="31360"/>
                  </a:lnTo>
                  <a:lnTo>
                    <a:pt x="1087438" y="20249"/>
                  </a:lnTo>
                  <a:lnTo>
                    <a:pt x="1040592" y="11490"/>
                  </a:lnTo>
                  <a:lnTo>
                    <a:pt x="992916" y="5151"/>
                  </a:lnTo>
                  <a:lnTo>
                    <a:pt x="944480" y="1299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EDF5FA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p154"/>
            <p:cNvSpPr/>
            <p:nvPr/>
          </p:nvSpPr>
          <p:spPr>
            <a:xfrm>
              <a:off x="723900" y="3371087"/>
              <a:ext cx="1790700" cy="1755775"/>
            </a:xfrm>
            <a:custGeom>
              <a:rect b="b" l="l" r="r" t="t"/>
              <a:pathLst>
                <a:path extrusionOk="0" h="1755775" w="1790700">
                  <a:moveTo>
                    <a:pt x="0" y="877824"/>
                  </a:moveTo>
                  <a:lnTo>
                    <a:pt x="1324" y="829664"/>
                  </a:lnTo>
                  <a:lnTo>
                    <a:pt x="5253" y="782184"/>
                  </a:lnTo>
                  <a:lnTo>
                    <a:pt x="11718" y="735448"/>
                  </a:lnTo>
                  <a:lnTo>
                    <a:pt x="20651" y="689525"/>
                  </a:lnTo>
                  <a:lnTo>
                    <a:pt x="31982" y="644480"/>
                  </a:lnTo>
                  <a:lnTo>
                    <a:pt x="45645" y="600382"/>
                  </a:lnTo>
                  <a:lnTo>
                    <a:pt x="61571" y="557297"/>
                  </a:lnTo>
                  <a:lnTo>
                    <a:pt x="79691" y="515293"/>
                  </a:lnTo>
                  <a:lnTo>
                    <a:pt x="99937" y="474435"/>
                  </a:lnTo>
                  <a:lnTo>
                    <a:pt x="122241" y="434791"/>
                  </a:lnTo>
                  <a:lnTo>
                    <a:pt x="146535" y="396428"/>
                  </a:lnTo>
                  <a:lnTo>
                    <a:pt x="172750" y="359414"/>
                  </a:lnTo>
                  <a:lnTo>
                    <a:pt x="200819" y="323814"/>
                  </a:lnTo>
                  <a:lnTo>
                    <a:pt x="230672" y="289696"/>
                  </a:lnTo>
                  <a:lnTo>
                    <a:pt x="262242" y="257127"/>
                  </a:lnTo>
                  <a:lnTo>
                    <a:pt x="295460" y="226174"/>
                  </a:lnTo>
                  <a:lnTo>
                    <a:pt x="330258" y="196903"/>
                  </a:lnTo>
                  <a:lnTo>
                    <a:pt x="366568" y="169383"/>
                  </a:lnTo>
                  <a:lnTo>
                    <a:pt x="404321" y="143679"/>
                  </a:lnTo>
                  <a:lnTo>
                    <a:pt x="443450" y="119859"/>
                  </a:lnTo>
                  <a:lnTo>
                    <a:pt x="483885" y="97990"/>
                  </a:lnTo>
                  <a:lnTo>
                    <a:pt x="525559" y="78138"/>
                  </a:lnTo>
                  <a:lnTo>
                    <a:pt x="568404" y="60372"/>
                  </a:lnTo>
                  <a:lnTo>
                    <a:pt x="612350" y="44756"/>
                  </a:lnTo>
                  <a:lnTo>
                    <a:pt x="657330" y="31360"/>
                  </a:lnTo>
                  <a:lnTo>
                    <a:pt x="703276" y="20249"/>
                  </a:lnTo>
                  <a:lnTo>
                    <a:pt x="750119" y="11490"/>
                  </a:lnTo>
                  <a:lnTo>
                    <a:pt x="797791" y="5151"/>
                  </a:lnTo>
                  <a:lnTo>
                    <a:pt x="846224" y="1299"/>
                  </a:lnTo>
                  <a:lnTo>
                    <a:pt x="895350" y="0"/>
                  </a:lnTo>
                  <a:lnTo>
                    <a:pt x="944480" y="1299"/>
                  </a:lnTo>
                  <a:lnTo>
                    <a:pt x="992916" y="5151"/>
                  </a:lnTo>
                  <a:lnTo>
                    <a:pt x="1040592" y="11490"/>
                  </a:lnTo>
                  <a:lnTo>
                    <a:pt x="1087438" y="20249"/>
                  </a:lnTo>
                  <a:lnTo>
                    <a:pt x="1133386" y="31360"/>
                  </a:lnTo>
                  <a:lnTo>
                    <a:pt x="1178368" y="44756"/>
                  </a:lnTo>
                  <a:lnTo>
                    <a:pt x="1222316" y="60372"/>
                  </a:lnTo>
                  <a:lnTo>
                    <a:pt x="1265162" y="78138"/>
                  </a:lnTo>
                  <a:lnTo>
                    <a:pt x="1306836" y="97990"/>
                  </a:lnTo>
                  <a:lnTo>
                    <a:pt x="1347272" y="119859"/>
                  </a:lnTo>
                  <a:lnTo>
                    <a:pt x="1386400" y="143679"/>
                  </a:lnTo>
                  <a:lnTo>
                    <a:pt x="1424153" y="169383"/>
                  </a:lnTo>
                  <a:lnTo>
                    <a:pt x="1460462" y="196903"/>
                  </a:lnTo>
                  <a:lnTo>
                    <a:pt x="1495259" y="226174"/>
                  </a:lnTo>
                  <a:lnTo>
                    <a:pt x="1528476" y="257127"/>
                  </a:lnTo>
                  <a:lnTo>
                    <a:pt x="1560045" y="289696"/>
                  </a:lnTo>
                  <a:lnTo>
                    <a:pt x="1589896" y="323814"/>
                  </a:lnTo>
                  <a:lnTo>
                    <a:pt x="1617963" y="359414"/>
                  </a:lnTo>
                  <a:lnTo>
                    <a:pt x="1644177" y="396428"/>
                  </a:lnTo>
                  <a:lnTo>
                    <a:pt x="1668469" y="434791"/>
                  </a:lnTo>
                  <a:lnTo>
                    <a:pt x="1690772" y="474435"/>
                  </a:lnTo>
                  <a:lnTo>
                    <a:pt x="1711016" y="515293"/>
                  </a:lnTo>
                  <a:lnTo>
                    <a:pt x="1729135" y="557297"/>
                  </a:lnTo>
                  <a:lnTo>
                    <a:pt x="1745059" y="600382"/>
                  </a:lnTo>
                  <a:lnTo>
                    <a:pt x="1758720" y="644480"/>
                  </a:lnTo>
                  <a:lnTo>
                    <a:pt x="1770051" y="689525"/>
                  </a:lnTo>
                  <a:lnTo>
                    <a:pt x="1778982" y="735448"/>
                  </a:lnTo>
                  <a:lnTo>
                    <a:pt x="1785446" y="782184"/>
                  </a:lnTo>
                  <a:lnTo>
                    <a:pt x="1789375" y="829664"/>
                  </a:lnTo>
                  <a:lnTo>
                    <a:pt x="1790700" y="877824"/>
                  </a:lnTo>
                  <a:lnTo>
                    <a:pt x="1789375" y="925983"/>
                  </a:lnTo>
                  <a:lnTo>
                    <a:pt x="1785446" y="973463"/>
                  </a:lnTo>
                  <a:lnTo>
                    <a:pt x="1778982" y="1020199"/>
                  </a:lnTo>
                  <a:lnTo>
                    <a:pt x="1770051" y="1066122"/>
                  </a:lnTo>
                  <a:lnTo>
                    <a:pt x="1758720" y="1111167"/>
                  </a:lnTo>
                  <a:lnTo>
                    <a:pt x="1745059" y="1155265"/>
                  </a:lnTo>
                  <a:lnTo>
                    <a:pt x="1729135" y="1198350"/>
                  </a:lnTo>
                  <a:lnTo>
                    <a:pt x="1711016" y="1240354"/>
                  </a:lnTo>
                  <a:lnTo>
                    <a:pt x="1690772" y="1281212"/>
                  </a:lnTo>
                  <a:lnTo>
                    <a:pt x="1668469" y="1320856"/>
                  </a:lnTo>
                  <a:lnTo>
                    <a:pt x="1644177" y="1359219"/>
                  </a:lnTo>
                  <a:lnTo>
                    <a:pt x="1617963" y="1396233"/>
                  </a:lnTo>
                  <a:lnTo>
                    <a:pt x="1589896" y="1431833"/>
                  </a:lnTo>
                  <a:lnTo>
                    <a:pt x="1560045" y="1465951"/>
                  </a:lnTo>
                  <a:lnTo>
                    <a:pt x="1528476" y="1498520"/>
                  </a:lnTo>
                  <a:lnTo>
                    <a:pt x="1495259" y="1529473"/>
                  </a:lnTo>
                  <a:lnTo>
                    <a:pt x="1460462" y="1558744"/>
                  </a:lnTo>
                  <a:lnTo>
                    <a:pt x="1424153" y="1586264"/>
                  </a:lnTo>
                  <a:lnTo>
                    <a:pt x="1386400" y="1611968"/>
                  </a:lnTo>
                  <a:lnTo>
                    <a:pt x="1347272" y="1635788"/>
                  </a:lnTo>
                  <a:lnTo>
                    <a:pt x="1306836" y="1657657"/>
                  </a:lnTo>
                  <a:lnTo>
                    <a:pt x="1265162" y="1677509"/>
                  </a:lnTo>
                  <a:lnTo>
                    <a:pt x="1222316" y="1695275"/>
                  </a:lnTo>
                  <a:lnTo>
                    <a:pt x="1178368" y="1710891"/>
                  </a:lnTo>
                  <a:lnTo>
                    <a:pt x="1133386" y="1724287"/>
                  </a:lnTo>
                  <a:lnTo>
                    <a:pt x="1087438" y="1735398"/>
                  </a:lnTo>
                  <a:lnTo>
                    <a:pt x="1040592" y="1744157"/>
                  </a:lnTo>
                  <a:lnTo>
                    <a:pt x="992916" y="1750496"/>
                  </a:lnTo>
                  <a:lnTo>
                    <a:pt x="944480" y="1754348"/>
                  </a:lnTo>
                  <a:lnTo>
                    <a:pt x="895350" y="1755648"/>
                  </a:lnTo>
                  <a:lnTo>
                    <a:pt x="846224" y="1754348"/>
                  </a:lnTo>
                  <a:lnTo>
                    <a:pt x="797791" y="1750496"/>
                  </a:lnTo>
                  <a:lnTo>
                    <a:pt x="750119" y="1744157"/>
                  </a:lnTo>
                  <a:lnTo>
                    <a:pt x="703276" y="1735398"/>
                  </a:lnTo>
                  <a:lnTo>
                    <a:pt x="657330" y="1724287"/>
                  </a:lnTo>
                  <a:lnTo>
                    <a:pt x="612350" y="1710891"/>
                  </a:lnTo>
                  <a:lnTo>
                    <a:pt x="568404" y="1695275"/>
                  </a:lnTo>
                  <a:lnTo>
                    <a:pt x="525559" y="1677509"/>
                  </a:lnTo>
                  <a:lnTo>
                    <a:pt x="483885" y="1657657"/>
                  </a:lnTo>
                  <a:lnTo>
                    <a:pt x="443450" y="1635788"/>
                  </a:lnTo>
                  <a:lnTo>
                    <a:pt x="404321" y="1611968"/>
                  </a:lnTo>
                  <a:lnTo>
                    <a:pt x="366568" y="1586264"/>
                  </a:lnTo>
                  <a:lnTo>
                    <a:pt x="330258" y="1558744"/>
                  </a:lnTo>
                  <a:lnTo>
                    <a:pt x="295460" y="1529473"/>
                  </a:lnTo>
                  <a:lnTo>
                    <a:pt x="262242" y="1498520"/>
                  </a:lnTo>
                  <a:lnTo>
                    <a:pt x="230672" y="1465951"/>
                  </a:lnTo>
                  <a:lnTo>
                    <a:pt x="200819" y="1431833"/>
                  </a:lnTo>
                  <a:lnTo>
                    <a:pt x="172750" y="1396233"/>
                  </a:lnTo>
                  <a:lnTo>
                    <a:pt x="146535" y="1359219"/>
                  </a:lnTo>
                  <a:lnTo>
                    <a:pt x="122241" y="1320856"/>
                  </a:lnTo>
                  <a:lnTo>
                    <a:pt x="99937" y="1281212"/>
                  </a:lnTo>
                  <a:lnTo>
                    <a:pt x="79691" y="1240354"/>
                  </a:lnTo>
                  <a:lnTo>
                    <a:pt x="61571" y="1198350"/>
                  </a:lnTo>
                  <a:lnTo>
                    <a:pt x="45645" y="1155265"/>
                  </a:lnTo>
                  <a:lnTo>
                    <a:pt x="31982" y="1111167"/>
                  </a:lnTo>
                  <a:lnTo>
                    <a:pt x="20651" y="1066122"/>
                  </a:lnTo>
                  <a:lnTo>
                    <a:pt x="11718" y="1020199"/>
                  </a:lnTo>
                  <a:lnTo>
                    <a:pt x="5253" y="973463"/>
                  </a:lnTo>
                  <a:lnTo>
                    <a:pt x="1324" y="925983"/>
                  </a:lnTo>
                  <a:lnTo>
                    <a:pt x="0" y="877824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1" name="Google Shape;3881;p154"/>
          <p:cNvSpPr txBox="1"/>
          <p:nvPr/>
        </p:nvSpPr>
        <p:spPr>
          <a:xfrm>
            <a:off x="783640" y="3679037"/>
            <a:ext cx="1654175" cy="1033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per-document topic distribution is  chosen with Dirichlet(</a:t>
            </a: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𝛼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 prior.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 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 = 1, … , 𝐷</a:t>
            </a:r>
            <a:endParaRPr/>
          </a:p>
        </p:txBody>
      </p:sp>
      <p:sp>
        <p:nvSpPr>
          <p:cNvPr id="3882" name="Google Shape;3882;p154"/>
          <p:cNvSpPr txBox="1"/>
          <p:nvPr/>
        </p:nvSpPr>
        <p:spPr>
          <a:xfrm>
            <a:off x="3173602" y="3702636"/>
            <a:ext cx="1452880" cy="1122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875">
            <a:spAutoFit/>
          </a:bodyPr>
          <a:lstStyle/>
          <a:p>
            <a:pPr indent="0" lvl="0" marL="571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per-topic word distribution is</a:t>
            </a:r>
            <a:endParaRPr/>
          </a:p>
          <a:p>
            <a:pPr indent="0" lvl="0" marL="0" marR="11430" rtl="0" algn="ctr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chosen with Dirichlet(</a:t>
            </a: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𝛽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 prior.</a:t>
            </a:r>
            <a:endParaRPr/>
          </a:p>
          <a:p>
            <a:pPr indent="0" lvl="0" marL="0" marR="11430" rtl="0" algn="ctr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𝜑</a:t>
            </a:r>
            <a:r>
              <a:rPr baseline="-25000" lang="en-US" sz="1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𝑘 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𝑘 = 1, … , 𝐾</a:t>
            </a:r>
            <a:endParaRPr/>
          </a:p>
        </p:txBody>
      </p:sp>
      <p:sp>
        <p:nvSpPr>
          <p:cNvPr id="3883" name="Google Shape;3883;p154"/>
          <p:cNvSpPr txBox="1"/>
          <p:nvPr/>
        </p:nvSpPr>
        <p:spPr>
          <a:xfrm>
            <a:off x="5400802" y="3490950"/>
            <a:ext cx="1516380" cy="101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0960" lvl="0" marL="38100" marR="30480" rtl="0" algn="l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topics </a:t>
            </a:r>
            <a:r>
              <a:rPr lang="en-US" sz="11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𝒛</a:t>
            </a:r>
            <a:r>
              <a:rPr baseline="-25000" lang="en-US" sz="12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𝒅,𝒏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are randomly  chosen according to </a:t>
            </a: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r>
              <a:rPr baseline="-25000" lang="en-US" sz="1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𝑑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and the</a:t>
            </a:r>
            <a:endParaRPr/>
          </a:p>
        </p:txBody>
      </p:sp>
      <p:sp>
        <p:nvSpPr>
          <p:cNvPr id="3884" name="Google Shape;3884;p154"/>
          <p:cNvSpPr txBox="1"/>
          <p:nvPr/>
        </p:nvSpPr>
        <p:spPr>
          <a:xfrm>
            <a:off x="5795009" y="4157852"/>
            <a:ext cx="17716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𝒅,𝒏</a:t>
            </a:r>
            <a:endParaRPr sz="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85" name="Google Shape;3885;p154"/>
          <p:cNvSpPr txBox="1"/>
          <p:nvPr/>
        </p:nvSpPr>
        <p:spPr>
          <a:xfrm>
            <a:off x="5385053" y="4572000"/>
            <a:ext cx="1550035" cy="351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words </a:t>
            </a:r>
            <a:r>
              <a:rPr lang="en-US" sz="110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𝒘	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are randomly chosen</a:t>
            </a:r>
            <a:endParaRPr/>
          </a:p>
        </p:txBody>
      </p:sp>
      <p:sp>
        <p:nvSpPr>
          <p:cNvPr id="3886" name="Google Shape;3886;p154"/>
          <p:cNvSpPr txBox="1"/>
          <p:nvPr/>
        </p:nvSpPr>
        <p:spPr>
          <a:xfrm>
            <a:off x="6433565" y="4412360"/>
            <a:ext cx="8763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𝑘</a:t>
            </a:r>
            <a:endParaRPr sz="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87" name="Google Shape;3887;p154"/>
          <p:cNvSpPr txBox="1"/>
          <p:nvPr/>
        </p:nvSpPr>
        <p:spPr>
          <a:xfrm>
            <a:off x="5763005" y="4345000"/>
            <a:ext cx="79121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according to </a:t>
            </a: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𝜑 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88" name="Google Shape;3888;p1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07564" y="4020311"/>
            <a:ext cx="288036" cy="4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9" name="Google Shape;3889;p1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85944" y="4020311"/>
            <a:ext cx="288035" cy="4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0" name="Google Shape;3890;p1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0900" y="4020311"/>
            <a:ext cx="288035" cy="455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1" name="Google Shape;3891;p154"/>
          <p:cNvSpPr txBox="1"/>
          <p:nvPr/>
        </p:nvSpPr>
        <p:spPr>
          <a:xfrm>
            <a:off x="7770241" y="3699103"/>
            <a:ext cx="1388745" cy="1260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37465" marR="30480" rtl="0" algn="ctr">
              <a:lnSpc>
                <a:spcPct val="150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lang="en-US" sz="11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𝑁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words </a:t>
            </a:r>
            <a:r>
              <a:rPr lang="en-US" sz="110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𝒘</a:t>
            </a:r>
            <a:r>
              <a:rPr baseline="-25000" lang="en-US" sz="1200">
                <a:solidFill>
                  <a:srgbClr val="006FC0"/>
                </a:solidFill>
                <a:latin typeface="Cambria Math"/>
                <a:ea typeface="Cambria Math"/>
                <a:cs typeface="Cambria Math"/>
                <a:sym typeface="Cambria Math"/>
              </a:rPr>
              <a:t>𝒅,𝒏 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that have  been generated from the  documents (bag-of-words).</a:t>
            </a:r>
            <a:endParaRPr/>
          </a:p>
        </p:txBody>
      </p:sp>
      <p:sp>
        <p:nvSpPr>
          <p:cNvPr id="3892" name="Google Shape;3892;p154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3" name="Google Shape;3893;p15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519427"/>
            <a:ext cx="1084325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4" name="Google Shape;3894;p1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327" y="1872983"/>
            <a:ext cx="4505706" cy="1058430"/>
          </a:xfrm>
          <a:prstGeom prst="rect">
            <a:avLst/>
          </a:prstGeom>
          <a:noFill/>
          <a:ln>
            <a:noFill/>
          </a:ln>
        </p:spPr>
      </p:pic>
      <p:sp>
        <p:nvSpPr>
          <p:cNvPr id="3895" name="Google Shape;3895;p154"/>
          <p:cNvSpPr txBox="1"/>
          <p:nvPr>
            <p:ph type="title"/>
          </p:nvPr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6" name="Google Shape;3896;p15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0" name="Shape 3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1" name="Google Shape;3901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482" y="6524434"/>
            <a:ext cx="110459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2" name="Google Shape;3902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3" name="Google Shape;3903;p1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904" name="Google Shape;3904;p155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5" name="Google Shape;3905;p1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1519427"/>
            <a:ext cx="1256537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6" name="Google Shape;3906;p1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872995"/>
            <a:ext cx="5090922" cy="2309622"/>
          </a:xfrm>
          <a:prstGeom prst="rect">
            <a:avLst/>
          </a:prstGeom>
          <a:noFill/>
          <a:ln>
            <a:noFill/>
          </a:ln>
        </p:spPr>
      </p:pic>
      <p:sp>
        <p:nvSpPr>
          <p:cNvPr id="3907" name="Google Shape;3907;p155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15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2" name="Shape 3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3" name="Google Shape;3913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4" name="Google Shape;3914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5" name="Google Shape;3915;p1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6" name="Google Shape;3916;p1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10662" cy="3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3917" name="Google Shape;3917;p156"/>
          <p:cNvSpPr/>
          <p:nvPr/>
        </p:nvSpPr>
        <p:spPr>
          <a:xfrm>
            <a:off x="559308" y="4521708"/>
            <a:ext cx="8784590" cy="1499870"/>
          </a:xfrm>
          <a:custGeom>
            <a:rect b="b" l="l" r="r" t="t"/>
            <a:pathLst>
              <a:path extrusionOk="0" h="1499870" w="8784590">
                <a:moveTo>
                  <a:pt x="0" y="1499616"/>
                </a:moveTo>
                <a:lnTo>
                  <a:pt x="8784336" y="1499616"/>
                </a:lnTo>
                <a:lnTo>
                  <a:pt x="8784336" y="0"/>
                </a:lnTo>
                <a:lnTo>
                  <a:pt x="0" y="0"/>
                </a:lnTo>
                <a:lnTo>
                  <a:pt x="0" y="1499616"/>
                </a:lnTo>
                <a:close/>
              </a:path>
            </a:pathLst>
          </a:custGeom>
          <a:solidFill>
            <a:srgbClr val="B4C6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8" name="Google Shape;3918;p156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3919" name="Google Shape;3919;p156"/>
            <p:cNvSpPr/>
            <p:nvPr/>
          </p:nvSpPr>
          <p:spPr>
            <a:xfrm>
              <a:off x="559308" y="2060447"/>
              <a:ext cx="8784590" cy="1885314"/>
            </a:xfrm>
            <a:custGeom>
              <a:rect b="b" l="l" r="r" t="t"/>
              <a:pathLst>
                <a:path extrusionOk="0" h="1885314" w="8784590">
                  <a:moveTo>
                    <a:pt x="0" y="1885188"/>
                  </a:moveTo>
                  <a:lnTo>
                    <a:pt x="8784336" y="1885188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p156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1" name="Google Shape;3921;p156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22" name="Google Shape;3922;p1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3" name="Google Shape;3923;p15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4" name="Google Shape;3924;p156"/>
          <p:cNvSpPr txBox="1"/>
          <p:nvPr/>
        </p:nvSpPr>
        <p:spPr>
          <a:xfrm>
            <a:off x="437489" y="431419"/>
            <a:ext cx="20110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3.4. Topic Modeling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5" name="Google Shape;3925;p15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29" name="Shape 3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0" name="Google Shape;3930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2951" cy="2997319"/>
          </a:xfrm>
          <a:prstGeom prst="rect">
            <a:avLst/>
          </a:prstGeom>
          <a:noFill/>
          <a:ln>
            <a:noFill/>
          </a:ln>
        </p:spPr>
      </p:pic>
      <p:sp>
        <p:nvSpPr>
          <p:cNvPr id="3931" name="Google Shape;3931;p157"/>
          <p:cNvSpPr/>
          <p:nvPr/>
        </p:nvSpPr>
        <p:spPr>
          <a:xfrm>
            <a:off x="449580" y="6425184"/>
            <a:ext cx="9001125" cy="0"/>
          </a:xfrm>
          <a:custGeom>
            <a:rect b="b" l="l" r="r" t="t"/>
            <a:pathLst>
              <a:path extrusionOk="0" h="120000"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2" name="Google Shape;3932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2278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3" name="Google Shape;3933;p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4" name="Google Shape;3934;p1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8176" y="6519671"/>
            <a:ext cx="3970781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5" name="Google Shape;3935;p1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603" y="3224771"/>
            <a:ext cx="7131558" cy="40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6" name="Google Shape;3936;p1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363" y="2807207"/>
            <a:ext cx="700277" cy="195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7" name="Google Shape;3937;p1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2060" y="3985259"/>
            <a:ext cx="3894582" cy="2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38" name="Google Shape;3938;p157"/>
          <p:cNvSpPr/>
          <p:nvPr/>
        </p:nvSpPr>
        <p:spPr>
          <a:xfrm>
            <a:off x="1051560" y="3924300"/>
            <a:ext cx="35560" cy="251460"/>
          </a:xfrm>
          <a:custGeom>
            <a:rect b="b" l="l" r="r" t="t"/>
            <a:pathLst>
              <a:path extrusionOk="0" h="251460" w="35559">
                <a:moveTo>
                  <a:pt x="35052" y="0"/>
                </a:moveTo>
                <a:lnTo>
                  <a:pt x="0" y="0"/>
                </a:lnTo>
                <a:lnTo>
                  <a:pt x="0" y="251460"/>
                </a:lnTo>
                <a:lnTo>
                  <a:pt x="35052" y="251460"/>
                </a:lnTo>
                <a:lnTo>
                  <a:pt x="35052" y="0"/>
                </a:lnTo>
                <a:close/>
              </a:path>
            </a:pathLst>
          </a:custGeom>
          <a:solidFill>
            <a:srgbClr val="1329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2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3" name="Google Shape;3943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4" name="Google Shape;3944;p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5" name="Google Shape;3945;p1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6" name="Google Shape;3946;p1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327" y="5199888"/>
            <a:ext cx="4534662" cy="4092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47" name="Google Shape;3947;p158"/>
          <p:cNvGraphicFramePr/>
          <p:nvPr/>
        </p:nvGraphicFramePr>
        <p:xfrm>
          <a:off x="711200" y="28465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4318000"/>
                <a:gridCol w="4314200"/>
              </a:tblGrid>
              <a:tr h="4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948" name="Google Shape;3948;p158"/>
          <p:cNvGrpSpPr/>
          <p:nvPr/>
        </p:nvGrpSpPr>
        <p:grpSpPr>
          <a:xfrm>
            <a:off x="2276601" y="3011804"/>
            <a:ext cx="1185037" cy="155702"/>
            <a:chOff x="2276601" y="3011804"/>
            <a:chExt cx="1185037" cy="155702"/>
          </a:xfrm>
        </p:grpSpPr>
        <p:pic>
          <p:nvPicPr>
            <p:cNvPr id="3949" name="Google Shape;3949;p15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76601" y="3015106"/>
              <a:ext cx="591825" cy="12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0" name="Google Shape;3950;p15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88487" y="3011804"/>
              <a:ext cx="573151" cy="1557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51" name="Google Shape;3951;p1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27011" y="3011804"/>
            <a:ext cx="719455" cy="1557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2" name="Google Shape;3952;p158"/>
          <p:cNvGrpSpPr/>
          <p:nvPr/>
        </p:nvGrpSpPr>
        <p:grpSpPr>
          <a:xfrm>
            <a:off x="1609725" y="3408298"/>
            <a:ext cx="2519045" cy="353567"/>
            <a:chOff x="1609725" y="3408298"/>
            <a:chExt cx="2519045" cy="353567"/>
          </a:xfrm>
        </p:grpSpPr>
        <p:pic>
          <p:nvPicPr>
            <p:cNvPr id="3953" name="Google Shape;3953;p15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762125" y="3408298"/>
              <a:ext cx="2214245" cy="155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4" name="Google Shape;3954;p15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609725" y="3606418"/>
              <a:ext cx="166624" cy="1257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5" name="Google Shape;3955;p15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828291" y="3606418"/>
              <a:ext cx="511682" cy="1262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6" name="Google Shape;3956;p15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385441" y="3623309"/>
              <a:ext cx="224408" cy="109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7" name="Google Shape;3957;p15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658363" y="3606418"/>
              <a:ext cx="251841" cy="15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8" name="Google Shape;3958;p15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959100" y="3654043"/>
              <a:ext cx="104901" cy="78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9" name="Google Shape;3959;p15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106419" y="3606418"/>
              <a:ext cx="152781" cy="1257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0" name="Google Shape;3960;p15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908298" y="3623309"/>
              <a:ext cx="220472" cy="108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1" name="Google Shape;3961;p15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303904" y="3606418"/>
              <a:ext cx="563753" cy="1554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62" name="Google Shape;3962;p15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038977" y="3507359"/>
            <a:ext cx="2291969" cy="155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3" name="Google Shape;3963;p15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43139" y="4075557"/>
            <a:ext cx="599097" cy="1262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4" name="Google Shape;3964;p158"/>
          <p:cNvGrpSpPr/>
          <p:nvPr/>
        </p:nvGrpSpPr>
        <p:grpSpPr>
          <a:xfrm>
            <a:off x="1690877" y="4075557"/>
            <a:ext cx="558674" cy="155448"/>
            <a:chOff x="1690877" y="4075557"/>
            <a:chExt cx="558674" cy="155448"/>
          </a:xfrm>
        </p:grpSpPr>
        <p:pic>
          <p:nvPicPr>
            <p:cNvPr id="3965" name="Google Shape;3965;p15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690877" y="4122674"/>
              <a:ext cx="344551" cy="108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6" name="Google Shape;3966;p15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079752" y="4075557"/>
              <a:ext cx="169799" cy="1262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67" name="Google Shape;3967;p15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298064" y="4075557"/>
            <a:ext cx="2399157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8" name="Google Shape;3968;p15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00773" y="3976496"/>
            <a:ext cx="970279" cy="12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9" name="Google Shape;3969;p15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952871" y="4174616"/>
            <a:ext cx="2471038" cy="1554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0" name="Google Shape;3970;p158"/>
          <p:cNvGrpSpPr/>
          <p:nvPr/>
        </p:nvGrpSpPr>
        <p:grpSpPr>
          <a:xfrm>
            <a:off x="1721739" y="4544695"/>
            <a:ext cx="2300351" cy="353568"/>
            <a:chOff x="1721739" y="4544695"/>
            <a:chExt cx="2300351" cy="353568"/>
          </a:xfrm>
        </p:grpSpPr>
        <p:pic>
          <p:nvPicPr>
            <p:cNvPr id="3971" name="Google Shape;3971;p158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721739" y="4544695"/>
              <a:ext cx="2300351" cy="155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2" name="Google Shape;3972;p15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792605" y="4742815"/>
              <a:ext cx="2153285" cy="1554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73" name="Google Shape;3973;p15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115430" y="4643754"/>
            <a:ext cx="2145411" cy="155447"/>
          </a:xfrm>
          <a:prstGeom prst="rect">
            <a:avLst/>
          </a:prstGeom>
          <a:noFill/>
          <a:ln>
            <a:noFill/>
          </a:ln>
        </p:spPr>
      </p:pic>
      <p:sp>
        <p:nvSpPr>
          <p:cNvPr id="3974" name="Google Shape;3974;p158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5" name="Google Shape;3975;p15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6" name="Google Shape;3976;p15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73963" y="1443177"/>
            <a:ext cx="5356098" cy="3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3977" name="Google Shape;3977;p158"/>
          <p:cNvSpPr/>
          <p:nvPr/>
        </p:nvSpPr>
        <p:spPr>
          <a:xfrm>
            <a:off x="559308" y="1914144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8" name="Google Shape;3978;p15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19327" y="1937004"/>
            <a:ext cx="2134362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9" name="Google Shape;3979;p15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19327" y="2290572"/>
            <a:ext cx="4888230" cy="409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3" name="Shape 3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4" name="Google Shape;3984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5" name="Google Shape;3985;p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6" name="Google Shape;3986;p1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7" name="Google Shape;3987;p1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844" y="1969007"/>
            <a:ext cx="4598670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8" name="Google Shape;3988;p1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17313" y="2330024"/>
            <a:ext cx="11171" cy="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9" name="Google Shape;3989;p1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30927" y="2329942"/>
            <a:ext cx="112140" cy="125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0" name="Google Shape;3990;p1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85614" y="2554223"/>
            <a:ext cx="148844" cy="126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1" name="Google Shape;3991;p15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30927" y="2554223"/>
            <a:ext cx="113284" cy="1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2" name="Google Shape;3992;p15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2665" y="2778251"/>
            <a:ext cx="117221" cy="12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3" name="Google Shape;3993;p15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30927" y="2778505"/>
            <a:ext cx="108712" cy="125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4" name="Google Shape;3994;p15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58740" y="3002533"/>
            <a:ext cx="269875" cy="15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5" name="Google Shape;3995;p15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30927" y="3002788"/>
            <a:ext cx="74422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6" name="Google Shape;3996;p15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59121" y="3227070"/>
            <a:ext cx="275970" cy="155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7" name="Google Shape;3997;p15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130927" y="3227070"/>
            <a:ext cx="110998" cy="125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8" name="Google Shape;3998;p15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31105" y="3451352"/>
            <a:ext cx="398272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9" name="Google Shape;3999;p15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130927" y="3451352"/>
            <a:ext cx="110362" cy="12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0" name="Google Shape;4000;p15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62227" y="3896867"/>
            <a:ext cx="3665982" cy="162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1" name="Google Shape;4001;p1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13757" y="4250010"/>
            <a:ext cx="11170" cy="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2" name="Google Shape;4002;p15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127371" y="4249928"/>
            <a:ext cx="685291" cy="14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3" name="Google Shape;4003;p15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82058" y="4448047"/>
            <a:ext cx="148716" cy="126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4" name="Google Shape;4004;p15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127371" y="4448047"/>
            <a:ext cx="685291" cy="14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5" name="Google Shape;4005;p15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808982" y="4645914"/>
            <a:ext cx="117220" cy="12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6" name="Google Shape;4006;p15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127371" y="4646167"/>
            <a:ext cx="685291" cy="14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7" name="Google Shape;4007;p15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655058" y="4844034"/>
            <a:ext cx="270001" cy="15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8" name="Google Shape;4008;p15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127371" y="4844288"/>
            <a:ext cx="685291" cy="14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9" name="Google Shape;4009;p15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655565" y="5042408"/>
            <a:ext cx="275844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0" name="Google Shape;4010;p15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127371" y="5042408"/>
            <a:ext cx="685291" cy="14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1" name="Google Shape;4011;p15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527550" y="5240528"/>
            <a:ext cx="398272" cy="155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2" name="Google Shape;4012;p15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127371" y="5240528"/>
            <a:ext cx="683767" cy="145796"/>
          </a:xfrm>
          <a:prstGeom prst="rect">
            <a:avLst/>
          </a:prstGeom>
          <a:noFill/>
          <a:ln>
            <a:noFill/>
          </a:ln>
        </p:spPr>
      </p:pic>
      <p:sp>
        <p:nvSpPr>
          <p:cNvPr id="4013" name="Google Shape;4013;p159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4" name="Google Shape;4014;p15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5" name="Google Shape;4015;p159"/>
          <p:cNvSpPr/>
          <p:nvPr/>
        </p:nvSpPr>
        <p:spPr>
          <a:xfrm>
            <a:off x="559308" y="1496567"/>
            <a:ext cx="36830" cy="180340"/>
          </a:xfrm>
          <a:custGeom>
            <a:rect b="b" l="l" r="r" t="t"/>
            <a:pathLst>
              <a:path extrusionOk="0" h="180339" w="3682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6" name="Google Shape;4016;p15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19327" y="1519427"/>
            <a:ext cx="2134362" cy="176022"/>
          </a:xfrm>
          <a:prstGeom prst="rect">
            <a:avLst/>
          </a:prstGeom>
          <a:noFill/>
          <a:ln>
            <a:noFill/>
          </a:ln>
        </p:spPr>
      </p:pic>
      <p:sp>
        <p:nvSpPr>
          <p:cNvPr id="4017" name="Google Shape;4017;p159"/>
          <p:cNvSpPr/>
          <p:nvPr/>
        </p:nvSpPr>
        <p:spPr>
          <a:xfrm>
            <a:off x="702563" y="1917192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90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8"/>
                </a:lnTo>
                <a:lnTo>
                  <a:pt x="253745" y="224028"/>
                </a:lnTo>
                <a:lnTo>
                  <a:pt x="268281" y="221087"/>
                </a:lnTo>
                <a:lnTo>
                  <a:pt x="280149" y="213074"/>
                </a:lnTo>
                <a:lnTo>
                  <a:pt x="288150" y="201203"/>
                </a:lnTo>
                <a:lnTo>
                  <a:pt x="291083" y="186690"/>
                </a:lnTo>
                <a:lnTo>
                  <a:pt x="291083" y="37337"/>
                </a:lnTo>
                <a:lnTo>
                  <a:pt x="288150" y="22824"/>
                </a:lnTo>
                <a:lnTo>
                  <a:pt x="280149" y="10953"/>
                </a:lnTo>
                <a:lnTo>
                  <a:pt x="268281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8" name="Google Shape;4018;p159"/>
          <p:cNvSpPr txBox="1"/>
          <p:nvPr/>
        </p:nvSpPr>
        <p:spPr>
          <a:xfrm>
            <a:off x="776122" y="1923110"/>
            <a:ext cx="1485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2" name="Shape 4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3" name="Google Shape;4023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604" y="6524434"/>
            <a:ext cx="11338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4" name="Google Shape;4024;p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5" name="Google Shape;4025;p1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026" name="Google Shape;4026;p160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7" name="Google Shape;4027;p1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8" name="Google Shape;4028;p1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4952987"/>
            <a:ext cx="5182362" cy="415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9" name="Google Shape;4029;p160"/>
          <p:cNvGrpSpPr/>
          <p:nvPr/>
        </p:nvGrpSpPr>
        <p:grpSpPr>
          <a:xfrm>
            <a:off x="3114294" y="1835657"/>
            <a:ext cx="3644900" cy="2825750"/>
            <a:chOff x="3114294" y="1835657"/>
            <a:chExt cx="3644900" cy="2825750"/>
          </a:xfrm>
        </p:grpSpPr>
        <p:sp>
          <p:nvSpPr>
            <p:cNvPr id="4030" name="Google Shape;4030;p160"/>
            <p:cNvSpPr/>
            <p:nvPr/>
          </p:nvSpPr>
          <p:spPr>
            <a:xfrm>
              <a:off x="3114294" y="1835657"/>
              <a:ext cx="3644900" cy="2825750"/>
            </a:xfrm>
            <a:custGeom>
              <a:rect b="b" l="l" r="r" t="t"/>
              <a:pathLst>
                <a:path extrusionOk="0" h="2825750" w="3644900">
                  <a:moveTo>
                    <a:pt x="3644900" y="2787396"/>
                  </a:moveTo>
                  <a:lnTo>
                    <a:pt x="3625088" y="2777490"/>
                  </a:lnTo>
                  <a:lnTo>
                    <a:pt x="3568700" y="2749296"/>
                  </a:lnTo>
                  <a:lnTo>
                    <a:pt x="3568700" y="2777490"/>
                  </a:lnTo>
                  <a:lnTo>
                    <a:pt x="48006" y="277749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194" y="76200"/>
                  </a:lnTo>
                  <a:lnTo>
                    <a:pt x="28194" y="2778887"/>
                  </a:lnTo>
                  <a:lnTo>
                    <a:pt x="32004" y="2778887"/>
                  </a:lnTo>
                  <a:lnTo>
                    <a:pt x="32004" y="2797302"/>
                  </a:lnTo>
                  <a:lnTo>
                    <a:pt x="3568700" y="2797302"/>
                  </a:lnTo>
                  <a:lnTo>
                    <a:pt x="3568700" y="2825496"/>
                  </a:lnTo>
                  <a:lnTo>
                    <a:pt x="3625088" y="2797302"/>
                  </a:lnTo>
                  <a:lnTo>
                    <a:pt x="3644900" y="278739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31" name="Google Shape;4031;p16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82895" y="2631947"/>
              <a:ext cx="150876" cy="150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2" name="Google Shape;4032;p16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134100" y="2523743"/>
              <a:ext cx="150875" cy="150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3" name="Google Shape;4033;p16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364736" y="3704843"/>
              <a:ext cx="15240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4" name="Google Shape;4034;p16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77839" y="3598163"/>
              <a:ext cx="150876" cy="150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5" name="Google Shape;4035;p16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050312" y="2249452"/>
              <a:ext cx="322293" cy="119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6" name="Google Shape;4036;p16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768640" y="2327186"/>
              <a:ext cx="387813" cy="87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7" name="Google Shape;4037;p16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293123" y="3465614"/>
              <a:ext cx="224774" cy="87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8" name="Google Shape;4038;p16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548966" y="3333007"/>
              <a:ext cx="209467" cy="169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9" name="Google Shape;4039;p160"/>
            <p:cNvSpPr/>
            <p:nvPr/>
          </p:nvSpPr>
          <p:spPr>
            <a:xfrm>
              <a:off x="4510786" y="2573527"/>
              <a:ext cx="1629410" cy="1217930"/>
            </a:xfrm>
            <a:custGeom>
              <a:rect b="b" l="l" r="r" t="t"/>
              <a:pathLst>
                <a:path extrusionOk="0" h="1217929" w="1629410">
                  <a:moveTo>
                    <a:pt x="1074293" y="1100074"/>
                  </a:moveTo>
                  <a:lnTo>
                    <a:pt x="1062507" y="1097788"/>
                  </a:lnTo>
                  <a:lnTo>
                    <a:pt x="944118" y="1074801"/>
                  </a:lnTo>
                  <a:lnTo>
                    <a:pt x="984300" y="1099134"/>
                  </a:lnTo>
                  <a:lnTo>
                    <a:pt x="0" y="1197991"/>
                  </a:lnTo>
                  <a:lnTo>
                    <a:pt x="2032" y="1217803"/>
                  </a:lnTo>
                  <a:lnTo>
                    <a:pt x="986231" y="1118933"/>
                  </a:lnTo>
                  <a:lnTo>
                    <a:pt x="951738" y="1150620"/>
                  </a:lnTo>
                  <a:lnTo>
                    <a:pt x="1074293" y="1100074"/>
                  </a:lnTo>
                  <a:close/>
                </a:path>
                <a:path extrusionOk="0" h="1217929" w="1629410">
                  <a:moveTo>
                    <a:pt x="1629283" y="25654"/>
                  </a:moveTo>
                  <a:lnTo>
                    <a:pt x="1616405" y="23114"/>
                  </a:lnTo>
                  <a:lnTo>
                    <a:pt x="1499235" y="0"/>
                  </a:lnTo>
                  <a:lnTo>
                    <a:pt x="1539290" y="24396"/>
                  </a:lnTo>
                  <a:lnTo>
                    <a:pt x="516636" y="123571"/>
                  </a:lnTo>
                  <a:lnTo>
                    <a:pt x="518668" y="143383"/>
                  </a:lnTo>
                  <a:lnTo>
                    <a:pt x="1541195" y="44221"/>
                  </a:lnTo>
                  <a:lnTo>
                    <a:pt x="1506601" y="75819"/>
                  </a:lnTo>
                  <a:lnTo>
                    <a:pt x="1629283" y="25654"/>
                  </a:lnTo>
                  <a:close/>
                </a:path>
              </a:pathLst>
            </a:custGeom>
            <a:solidFill>
              <a:srgbClr val="FF0000">
                <a:alpha val="3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0" name="Google Shape;4040;p160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1" name="Google Shape;4041;p16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5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6" name="Google Shape;4046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9084" y="6524434"/>
            <a:ext cx="85905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7" name="Google Shape;4047;p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8" name="Google Shape;4048;p1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049" name="Google Shape;4049;p161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0" name="Google Shape;4050;p1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1" name="Google Shape;4051;p1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4972050" cy="907541"/>
          </a:xfrm>
          <a:prstGeom prst="rect">
            <a:avLst/>
          </a:prstGeom>
          <a:noFill/>
          <a:ln>
            <a:noFill/>
          </a:ln>
        </p:spPr>
      </p:pic>
      <p:sp>
        <p:nvSpPr>
          <p:cNvPr id="4052" name="Google Shape;4052;p161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3" name="Google Shape;4053;p16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7" name="Shape 4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8" name="Google Shape;4058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3134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9" name="Google Shape;4059;p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0" name="Google Shape;4060;p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061" name="Google Shape;4061;p162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2" name="Google Shape;4062;p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3" name="Google Shape;4063;p1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623310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4" name="Google Shape;4064;p1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5123688"/>
            <a:ext cx="3225546" cy="1623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65" name="Google Shape;4065;p162"/>
          <p:cNvGraphicFramePr/>
          <p:nvPr/>
        </p:nvGraphicFramePr>
        <p:xfrm>
          <a:off x="703262" y="21984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3230875"/>
                <a:gridCol w="2541900"/>
                <a:gridCol w="2886700"/>
              </a:tblGrid>
              <a:tr h="37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183D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7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066" name="Google Shape;4066;p1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30248" y="2340610"/>
            <a:ext cx="1175003" cy="1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7" name="Google Shape;4067;p1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98186" y="2337435"/>
            <a:ext cx="811276" cy="12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8" name="Google Shape;4068;p16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38897" y="2337435"/>
            <a:ext cx="962659" cy="12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9" name="Google Shape;4069;p16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7880" y="2712294"/>
            <a:ext cx="11171" cy="125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0" name="Google Shape;4070;p162"/>
          <p:cNvGrpSpPr/>
          <p:nvPr/>
        </p:nvGrpSpPr>
        <p:grpSpPr>
          <a:xfrm>
            <a:off x="1651507" y="2712211"/>
            <a:ext cx="1397761" cy="155448"/>
            <a:chOff x="1651507" y="2712211"/>
            <a:chExt cx="1397761" cy="155448"/>
          </a:xfrm>
        </p:grpSpPr>
        <p:pic>
          <p:nvPicPr>
            <p:cNvPr id="4071" name="Google Shape;4071;p16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651507" y="2735452"/>
              <a:ext cx="153162" cy="102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2" name="Google Shape;4072;p16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847722" y="2712211"/>
              <a:ext cx="1201546" cy="1554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73" name="Google Shape;4073;p16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199507" y="2712294"/>
            <a:ext cx="11171" cy="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4" name="Google Shape;4074;p16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44408" y="2735452"/>
            <a:ext cx="153035" cy="10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5" name="Google Shape;4075;p16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587880" y="3091643"/>
            <a:ext cx="11171" cy="125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6" name="Google Shape;4076;p162"/>
          <p:cNvGrpSpPr/>
          <p:nvPr/>
        </p:nvGrpSpPr>
        <p:grpSpPr>
          <a:xfrm>
            <a:off x="1651507" y="3114929"/>
            <a:ext cx="304037" cy="102997"/>
            <a:chOff x="1651507" y="3114929"/>
            <a:chExt cx="304037" cy="102997"/>
          </a:xfrm>
        </p:grpSpPr>
        <p:pic>
          <p:nvPicPr>
            <p:cNvPr id="4077" name="Google Shape;4077;p16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651507" y="3114929"/>
              <a:ext cx="153162" cy="102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8" name="Google Shape;4078;p16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7722" y="3138805"/>
              <a:ext cx="107822" cy="791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79" name="Google Shape;4079;p16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003170" y="3091688"/>
            <a:ext cx="1046099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0" name="Google Shape;4080;p16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130546" y="3114929"/>
            <a:ext cx="153162" cy="10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1" name="Google Shape;4081;p16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820406" y="3091688"/>
            <a:ext cx="196976" cy="13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2" name="Google Shape;4082;p16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87880" y="3471119"/>
            <a:ext cx="11171" cy="125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3" name="Google Shape;4083;p162"/>
          <p:cNvGrpSpPr/>
          <p:nvPr/>
        </p:nvGrpSpPr>
        <p:grpSpPr>
          <a:xfrm>
            <a:off x="1651507" y="3494278"/>
            <a:ext cx="304037" cy="102997"/>
            <a:chOff x="1651507" y="3494278"/>
            <a:chExt cx="304037" cy="102997"/>
          </a:xfrm>
        </p:grpSpPr>
        <p:pic>
          <p:nvPicPr>
            <p:cNvPr id="4084" name="Google Shape;4084;p16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651507" y="3494278"/>
              <a:ext cx="153162" cy="102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5" name="Google Shape;4085;p16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847722" y="3518154"/>
              <a:ext cx="107822" cy="791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86" name="Google Shape;4086;p16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003170" y="3471036"/>
            <a:ext cx="260477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7" name="Google Shape;4087;p16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312923" y="3488054"/>
            <a:ext cx="736345" cy="13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8" name="Google Shape;4088;p16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149977" y="3518153"/>
            <a:ext cx="107823" cy="7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9" name="Google Shape;4089;p16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675244" y="3471036"/>
            <a:ext cx="484124" cy="155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0" name="Google Shape;4090;p162"/>
          <p:cNvGrpSpPr/>
          <p:nvPr/>
        </p:nvGrpSpPr>
        <p:grpSpPr>
          <a:xfrm>
            <a:off x="1587880" y="3850513"/>
            <a:ext cx="367664" cy="126237"/>
            <a:chOff x="1587880" y="3850513"/>
            <a:chExt cx="367664" cy="126237"/>
          </a:xfrm>
        </p:grpSpPr>
        <p:pic>
          <p:nvPicPr>
            <p:cNvPr id="4091" name="Google Shape;4091;p16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7722" y="3897630"/>
              <a:ext cx="107822" cy="7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2" name="Google Shape;4092;p16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587880" y="3850513"/>
              <a:ext cx="216788" cy="1262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93" name="Google Shape;4093;p16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003170" y="3850513"/>
            <a:ext cx="260477" cy="155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4" name="Google Shape;4094;p162"/>
          <p:cNvGrpSpPr/>
          <p:nvPr/>
        </p:nvGrpSpPr>
        <p:grpSpPr>
          <a:xfrm>
            <a:off x="2312923" y="3867403"/>
            <a:ext cx="736345" cy="138557"/>
            <a:chOff x="2312923" y="3867403"/>
            <a:chExt cx="736345" cy="138557"/>
          </a:xfrm>
        </p:grpSpPr>
        <p:pic>
          <p:nvPicPr>
            <p:cNvPr id="4095" name="Google Shape;4095;p16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312923" y="3897629"/>
              <a:ext cx="280288" cy="108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6" name="Google Shape;4096;p16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2637535" y="3867403"/>
              <a:ext cx="411733" cy="1385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97" name="Google Shape;4097;p162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073777" y="3850513"/>
            <a:ext cx="260476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Google Shape;4098;p162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7688580" y="3897629"/>
            <a:ext cx="463550" cy="10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9" name="Google Shape;4099;p162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587880" y="4229861"/>
            <a:ext cx="367664" cy="126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0" name="Google Shape;4100;p162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2003170" y="4229861"/>
            <a:ext cx="260477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1" name="Google Shape;4101;p162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2312923" y="4276978"/>
            <a:ext cx="280288" cy="10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2" name="Google Shape;4102;p162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066538" y="4276978"/>
            <a:ext cx="280288" cy="10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3" name="Google Shape;4103;p162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2637535" y="4246879"/>
            <a:ext cx="411733" cy="13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4" name="Google Shape;4104;p162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7543800" y="4229861"/>
            <a:ext cx="748919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5" name="Google Shape;4105;p16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2312923" y="4656454"/>
            <a:ext cx="280288" cy="10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6" name="Google Shape;4106;p162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587880" y="4609338"/>
            <a:ext cx="675767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7" name="Google Shape;4107;p162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2637535" y="4626355"/>
            <a:ext cx="411733" cy="13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8" name="Google Shape;4108;p162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997958" y="4626355"/>
            <a:ext cx="411733" cy="13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9" name="Google Shape;4109;p162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7780401" y="4656454"/>
            <a:ext cx="280289" cy="108331"/>
          </a:xfrm>
          <a:prstGeom prst="rect">
            <a:avLst/>
          </a:prstGeom>
          <a:noFill/>
          <a:ln>
            <a:noFill/>
          </a:ln>
        </p:spPr>
      </p:pic>
      <p:sp>
        <p:nvSpPr>
          <p:cNvPr id="4110" name="Google Shape;4110;p162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1" name="Google Shape;4111;p16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5" name="Shape 4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6" name="Google Shape;4116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7" name="Google Shape;4117;p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8" name="Google Shape;4118;p1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9" name="Google Shape;4119;p1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508" y="4396740"/>
            <a:ext cx="249936" cy="307848"/>
          </a:xfrm>
          <a:prstGeom prst="rect">
            <a:avLst/>
          </a:prstGeom>
          <a:noFill/>
          <a:ln>
            <a:noFill/>
          </a:ln>
        </p:spPr>
      </p:pic>
      <p:sp>
        <p:nvSpPr>
          <p:cNvPr id="4120" name="Google Shape;4120;p163"/>
          <p:cNvSpPr txBox="1"/>
          <p:nvPr/>
        </p:nvSpPr>
        <p:spPr>
          <a:xfrm>
            <a:off x="3815588" y="3986910"/>
            <a:ext cx="227203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054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 eat </a:t>
            </a:r>
            <a:r>
              <a:rPr lang="en-US" sz="1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an </a:t>
            </a:r>
            <a:r>
              <a:rPr lang="en-US" sz="1800">
                <a:solidFill>
                  <a:srgbClr val="EC224A"/>
                </a:solidFill>
                <a:latin typeface="Trebuchet MS"/>
                <a:ea typeface="Trebuchet MS"/>
                <a:cs typeface="Trebuchet MS"/>
                <a:sym typeface="Trebuchet MS"/>
              </a:rPr>
              <a:t>apple </a:t>
            </a:r>
            <a:r>
              <a:rPr lang="en-US" sz="1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every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morning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 eat </a:t>
            </a:r>
            <a:r>
              <a:rPr lang="en-US" sz="1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an </a:t>
            </a:r>
            <a:r>
              <a:rPr b="1" baseline="30000" lang="en-US" sz="36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?	</a:t>
            </a:r>
            <a:r>
              <a:rPr b="1" baseline="30000"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AF50"/>
                </a:solidFill>
                <a:latin typeface="Trebuchet MS"/>
                <a:ea typeface="Trebuchet MS"/>
                <a:cs typeface="Trebuchet MS"/>
                <a:sym typeface="Trebuchet MS"/>
              </a:rPr>
              <a:t>every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morning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1" name="Google Shape;4121;p163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2" name="Google Shape;4122;p1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3" name="Google Shape;4123;p1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327" y="1915667"/>
            <a:ext cx="3623310" cy="162305"/>
          </a:xfrm>
          <a:prstGeom prst="rect">
            <a:avLst/>
          </a:prstGeom>
          <a:noFill/>
          <a:ln>
            <a:noFill/>
          </a:ln>
        </p:spPr>
      </p:pic>
      <p:sp>
        <p:nvSpPr>
          <p:cNvPr id="4124" name="Google Shape;4124;p163"/>
          <p:cNvSpPr txBox="1"/>
          <p:nvPr>
            <p:ph type="title"/>
          </p:nvPr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5" name="Google Shape;4125;p16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26" name="Google Shape;4126;p163"/>
          <p:cNvGrpSpPr/>
          <p:nvPr/>
        </p:nvGrpSpPr>
        <p:grpSpPr>
          <a:xfrm>
            <a:off x="1001267" y="2250948"/>
            <a:ext cx="4592574" cy="1111757"/>
            <a:chOff x="1001267" y="2250948"/>
            <a:chExt cx="4592574" cy="1111757"/>
          </a:xfrm>
        </p:grpSpPr>
        <p:pic>
          <p:nvPicPr>
            <p:cNvPr id="4127" name="Google Shape;4127;p16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40891" y="2263140"/>
              <a:ext cx="4552950" cy="1099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28" name="Google Shape;4128;p163"/>
            <p:cNvSpPr/>
            <p:nvPr/>
          </p:nvSpPr>
          <p:spPr>
            <a:xfrm>
              <a:off x="1001267" y="2250948"/>
              <a:ext cx="291465" cy="224154"/>
            </a:xfrm>
            <a:custGeom>
              <a:rect b="b" l="l" r="r" t="t"/>
              <a:pathLst>
                <a:path extrusionOk="0" h="224155" w="291465">
                  <a:moveTo>
                    <a:pt x="253745" y="0"/>
                  </a:moveTo>
                  <a:lnTo>
                    <a:pt x="37337" y="0"/>
                  </a:lnTo>
                  <a:lnTo>
                    <a:pt x="22802" y="2940"/>
                  </a:lnTo>
                  <a:lnTo>
                    <a:pt x="10934" y="10953"/>
                  </a:lnTo>
                  <a:lnTo>
                    <a:pt x="2933" y="22824"/>
                  </a:lnTo>
                  <a:lnTo>
                    <a:pt x="0" y="37337"/>
                  </a:lnTo>
                  <a:lnTo>
                    <a:pt x="0" y="186689"/>
                  </a:lnTo>
                  <a:lnTo>
                    <a:pt x="2933" y="201203"/>
                  </a:lnTo>
                  <a:lnTo>
                    <a:pt x="10934" y="213074"/>
                  </a:lnTo>
                  <a:lnTo>
                    <a:pt x="22802" y="221087"/>
                  </a:lnTo>
                  <a:lnTo>
                    <a:pt x="37337" y="224027"/>
                  </a:lnTo>
                  <a:lnTo>
                    <a:pt x="253745" y="224027"/>
                  </a:lnTo>
                  <a:lnTo>
                    <a:pt x="268259" y="221087"/>
                  </a:lnTo>
                  <a:lnTo>
                    <a:pt x="280130" y="213074"/>
                  </a:lnTo>
                  <a:lnTo>
                    <a:pt x="288143" y="201203"/>
                  </a:lnTo>
                  <a:lnTo>
                    <a:pt x="291084" y="186689"/>
                  </a:lnTo>
                  <a:lnTo>
                    <a:pt x="291084" y="37337"/>
                  </a:lnTo>
                  <a:lnTo>
                    <a:pt x="288143" y="22824"/>
                  </a:lnTo>
                  <a:lnTo>
                    <a:pt x="280130" y="10953"/>
                  </a:lnTo>
                  <a:lnTo>
                    <a:pt x="268259" y="2940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29" name="Google Shape;4129;p163"/>
          <p:cNvSpPr txBox="1"/>
          <p:nvPr/>
        </p:nvSpPr>
        <p:spPr>
          <a:xfrm>
            <a:off x="1074521" y="2258059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4" name="Google Shape;4134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7639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5" name="Google Shape;4135;p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6" name="Google Shape;4136;p1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137" name="Google Shape;4137;p164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8" name="Google Shape;4138;p1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9" name="Google Shape;4139;p1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623310" cy="162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40" name="Google Shape;4140;p164"/>
          <p:cNvGrpSpPr/>
          <p:nvPr/>
        </p:nvGrpSpPr>
        <p:grpSpPr>
          <a:xfrm>
            <a:off x="1036319" y="2122931"/>
            <a:ext cx="5732526" cy="2957321"/>
            <a:chOff x="1036319" y="2122931"/>
            <a:chExt cx="5732526" cy="2957321"/>
          </a:xfrm>
        </p:grpSpPr>
        <p:pic>
          <p:nvPicPr>
            <p:cNvPr id="4141" name="Google Shape;4141;p1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36319" y="2263139"/>
              <a:ext cx="5732526" cy="28171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2" name="Google Shape;4142;p164"/>
            <p:cNvSpPr/>
            <p:nvPr/>
          </p:nvSpPr>
          <p:spPr>
            <a:xfrm>
              <a:off x="6102096" y="2122931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134112" y="0"/>
                  </a:moveTo>
                  <a:lnTo>
                    <a:pt x="0" y="0"/>
                  </a:lnTo>
                  <a:lnTo>
                    <a:pt x="0" y="126491"/>
                  </a:lnTo>
                  <a:lnTo>
                    <a:pt x="134112" y="126491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p164"/>
            <p:cNvSpPr/>
            <p:nvPr/>
          </p:nvSpPr>
          <p:spPr>
            <a:xfrm>
              <a:off x="6102096" y="2122931"/>
              <a:ext cx="134620" cy="2030095"/>
            </a:xfrm>
            <a:custGeom>
              <a:rect b="b" l="l" r="r" t="t"/>
              <a:pathLst>
                <a:path extrusionOk="0" h="2030095" w="134620">
                  <a:moveTo>
                    <a:pt x="0" y="126491"/>
                  </a:moveTo>
                  <a:lnTo>
                    <a:pt x="134112" y="126491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  <a:path extrusionOk="0" h="2030095" w="134620">
                  <a:moveTo>
                    <a:pt x="0" y="277367"/>
                  </a:moveTo>
                  <a:lnTo>
                    <a:pt x="134112" y="277367"/>
                  </a:lnTo>
                  <a:lnTo>
                    <a:pt x="134112" y="152400"/>
                  </a:lnTo>
                  <a:lnTo>
                    <a:pt x="0" y="152400"/>
                  </a:lnTo>
                  <a:lnTo>
                    <a:pt x="0" y="277367"/>
                  </a:lnTo>
                  <a:close/>
                </a:path>
                <a:path extrusionOk="0" h="2030095" w="134620">
                  <a:moveTo>
                    <a:pt x="0" y="429767"/>
                  </a:moveTo>
                  <a:lnTo>
                    <a:pt x="134112" y="429767"/>
                  </a:lnTo>
                  <a:lnTo>
                    <a:pt x="134112" y="303275"/>
                  </a:lnTo>
                  <a:lnTo>
                    <a:pt x="0" y="303275"/>
                  </a:lnTo>
                  <a:lnTo>
                    <a:pt x="0" y="429767"/>
                  </a:lnTo>
                  <a:close/>
                </a:path>
                <a:path extrusionOk="0" h="2030095" w="134620">
                  <a:moveTo>
                    <a:pt x="0" y="580643"/>
                  </a:moveTo>
                  <a:lnTo>
                    <a:pt x="134112" y="580643"/>
                  </a:lnTo>
                  <a:lnTo>
                    <a:pt x="134112" y="455675"/>
                  </a:lnTo>
                  <a:lnTo>
                    <a:pt x="0" y="455675"/>
                  </a:lnTo>
                  <a:lnTo>
                    <a:pt x="0" y="580643"/>
                  </a:lnTo>
                  <a:close/>
                </a:path>
                <a:path extrusionOk="0" h="2030095" w="134620">
                  <a:moveTo>
                    <a:pt x="0" y="1726691"/>
                  </a:moveTo>
                  <a:lnTo>
                    <a:pt x="134112" y="1726691"/>
                  </a:lnTo>
                  <a:lnTo>
                    <a:pt x="134112" y="1601723"/>
                  </a:lnTo>
                  <a:lnTo>
                    <a:pt x="0" y="1601723"/>
                  </a:lnTo>
                  <a:lnTo>
                    <a:pt x="0" y="1726691"/>
                  </a:lnTo>
                  <a:close/>
                </a:path>
                <a:path extrusionOk="0" h="2030095" w="134620">
                  <a:moveTo>
                    <a:pt x="0" y="1879091"/>
                  </a:moveTo>
                  <a:lnTo>
                    <a:pt x="134112" y="1879091"/>
                  </a:lnTo>
                  <a:lnTo>
                    <a:pt x="134112" y="1752599"/>
                  </a:lnTo>
                  <a:lnTo>
                    <a:pt x="0" y="1752599"/>
                  </a:lnTo>
                  <a:lnTo>
                    <a:pt x="0" y="1879091"/>
                  </a:lnTo>
                  <a:close/>
                </a:path>
                <a:path extrusionOk="0" h="2030095" w="134620">
                  <a:moveTo>
                    <a:pt x="0" y="2029967"/>
                  </a:moveTo>
                  <a:lnTo>
                    <a:pt x="134112" y="2029967"/>
                  </a:lnTo>
                  <a:lnTo>
                    <a:pt x="134112" y="1904999"/>
                  </a:lnTo>
                  <a:lnTo>
                    <a:pt x="0" y="1904999"/>
                  </a:lnTo>
                  <a:lnTo>
                    <a:pt x="0" y="2029967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44" name="Google Shape;4144;p1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78040" y="2990088"/>
            <a:ext cx="146303" cy="4404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45" name="Google Shape;4145;p164"/>
          <p:cNvGrpSpPr/>
          <p:nvPr/>
        </p:nvGrpSpPr>
        <p:grpSpPr>
          <a:xfrm>
            <a:off x="8331707" y="2906268"/>
            <a:ext cx="134620" cy="581025"/>
            <a:chOff x="8331707" y="2906268"/>
            <a:chExt cx="134620" cy="581025"/>
          </a:xfrm>
        </p:grpSpPr>
        <p:sp>
          <p:nvSpPr>
            <p:cNvPr id="4146" name="Google Shape;4146;p164"/>
            <p:cNvSpPr/>
            <p:nvPr/>
          </p:nvSpPr>
          <p:spPr>
            <a:xfrm>
              <a:off x="8331707" y="2906268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0" y="126491"/>
                  </a:moveTo>
                  <a:lnTo>
                    <a:pt x="134111" y="126491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164"/>
            <p:cNvSpPr/>
            <p:nvPr/>
          </p:nvSpPr>
          <p:spPr>
            <a:xfrm>
              <a:off x="8331707" y="3058668"/>
              <a:ext cx="134620" cy="125095"/>
            </a:xfrm>
            <a:custGeom>
              <a:rect b="b" l="l" r="r" t="t"/>
              <a:pathLst>
                <a:path extrusionOk="0" h="125094" w="134620">
                  <a:moveTo>
                    <a:pt x="134111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134111" y="124967"/>
                  </a:lnTo>
                  <a:lnTo>
                    <a:pt x="134111" y="0"/>
                  </a:lnTo>
                  <a:close/>
                </a:path>
              </a:pathLst>
            </a:custGeom>
            <a:solidFill>
              <a:srgbClr val="FF000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8" name="Google Shape;4148;p164"/>
            <p:cNvSpPr/>
            <p:nvPr/>
          </p:nvSpPr>
          <p:spPr>
            <a:xfrm>
              <a:off x="8331707" y="3058668"/>
              <a:ext cx="134620" cy="428625"/>
            </a:xfrm>
            <a:custGeom>
              <a:rect b="b" l="l" r="r" t="t"/>
              <a:pathLst>
                <a:path extrusionOk="0" h="428625" w="134620">
                  <a:moveTo>
                    <a:pt x="0" y="124967"/>
                  </a:moveTo>
                  <a:lnTo>
                    <a:pt x="134111" y="124967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4967"/>
                  </a:lnTo>
                  <a:close/>
                </a:path>
                <a:path extrusionOk="0" h="428625" w="134620">
                  <a:moveTo>
                    <a:pt x="0" y="277367"/>
                  </a:moveTo>
                  <a:lnTo>
                    <a:pt x="134111" y="277367"/>
                  </a:lnTo>
                  <a:lnTo>
                    <a:pt x="134111" y="150875"/>
                  </a:lnTo>
                  <a:lnTo>
                    <a:pt x="0" y="150875"/>
                  </a:lnTo>
                  <a:lnTo>
                    <a:pt x="0" y="277367"/>
                  </a:lnTo>
                  <a:close/>
                </a:path>
                <a:path extrusionOk="0" h="428625" w="134620">
                  <a:moveTo>
                    <a:pt x="0" y="428243"/>
                  </a:moveTo>
                  <a:lnTo>
                    <a:pt x="134111" y="428243"/>
                  </a:lnTo>
                  <a:lnTo>
                    <a:pt x="134111" y="303275"/>
                  </a:lnTo>
                  <a:lnTo>
                    <a:pt x="0" y="303275"/>
                  </a:lnTo>
                  <a:lnTo>
                    <a:pt x="0" y="428243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49" name="Google Shape;4149;p164"/>
          <p:cNvSpPr/>
          <p:nvPr/>
        </p:nvSpPr>
        <p:spPr>
          <a:xfrm>
            <a:off x="6317107" y="2421763"/>
            <a:ext cx="727710" cy="727075"/>
          </a:xfrm>
          <a:custGeom>
            <a:rect b="b" l="l" r="r" t="t"/>
            <a:pathLst>
              <a:path extrusionOk="0" h="727075" w="727709">
                <a:moveTo>
                  <a:pt x="684128" y="692133"/>
                </a:moveTo>
                <a:lnTo>
                  <a:pt x="646684" y="699642"/>
                </a:lnTo>
                <a:lnTo>
                  <a:pt x="727583" y="726566"/>
                </a:lnTo>
                <a:lnTo>
                  <a:pt x="717077" y="695198"/>
                </a:lnTo>
                <a:lnTo>
                  <a:pt x="687196" y="695198"/>
                </a:lnTo>
                <a:lnTo>
                  <a:pt x="684128" y="692133"/>
                </a:lnTo>
                <a:close/>
              </a:path>
              <a:path extrusionOk="0" h="727075" w="727709">
                <a:moveTo>
                  <a:pt x="693112" y="683210"/>
                </a:moveTo>
                <a:lnTo>
                  <a:pt x="691641" y="690626"/>
                </a:lnTo>
                <a:lnTo>
                  <a:pt x="684128" y="692133"/>
                </a:lnTo>
                <a:lnTo>
                  <a:pt x="687196" y="695198"/>
                </a:lnTo>
                <a:lnTo>
                  <a:pt x="696087" y="686181"/>
                </a:lnTo>
                <a:lnTo>
                  <a:pt x="693112" y="683210"/>
                </a:lnTo>
                <a:close/>
              </a:path>
              <a:path extrusionOk="0" h="727075" w="727709">
                <a:moveTo>
                  <a:pt x="700532" y="645795"/>
                </a:moveTo>
                <a:lnTo>
                  <a:pt x="693112" y="683210"/>
                </a:lnTo>
                <a:lnTo>
                  <a:pt x="696087" y="686181"/>
                </a:lnTo>
                <a:lnTo>
                  <a:pt x="687196" y="695198"/>
                </a:lnTo>
                <a:lnTo>
                  <a:pt x="717077" y="695198"/>
                </a:lnTo>
                <a:lnTo>
                  <a:pt x="700532" y="645795"/>
                </a:lnTo>
                <a:close/>
              </a:path>
              <a:path extrusionOk="0" h="727075" w="727709">
                <a:moveTo>
                  <a:pt x="8889" y="0"/>
                </a:moveTo>
                <a:lnTo>
                  <a:pt x="0" y="8889"/>
                </a:lnTo>
                <a:lnTo>
                  <a:pt x="684128" y="692133"/>
                </a:lnTo>
                <a:lnTo>
                  <a:pt x="691641" y="690626"/>
                </a:lnTo>
                <a:lnTo>
                  <a:pt x="693112" y="683210"/>
                </a:lnTo>
                <a:lnTo>
                  <a:pt x="88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0" name="Google Shape;4150;p164"/>
          <p:cNvSpPr/>
          <p:nvPr/>
        </p:nvSpPr>
        <p:spPr>
          <a:xfrm>
            <a:off x="6317107" y="3314700"/>
            <a:ext cx="727710" cy="717550"/>
          </a:xfrm>
          <a:custGeom>
            <a:rect b="b" l="l" r="r" t="t"/>
            <a:pathLst>
              <a:path extrusionOk="0" h="717550" w="727709">
                <a:moveTo>
                  <a:pt x="683880" y="34134"/>
                </a:moveTo>
                <a:lnTo>
                  <a:pt x="0" y="708532"/>
                </a:lnTo>
                <a:lnTo>
                  <a:pt x="8889" y="717550"/>
                </a:lnTo>
                <a:lnTo>
                  <a:pt x="692813" y="43109"/>
                </a:lnTo>
                <a:lnTo>
                  <a:pt x="691388" y="35687"/>
                </a:lnTo>
                <a:lnTo>
                  <a:pt x="683880" y="34134"/>
                </a:lnTo>
                <a:close/>
              </a:path>
              <a:path extrusionOk="0" h="717550" w="727709">
                <a:moveTo>
                  <a:pt x="716949" y="31114"/>
                </a:moveTo>
                <a:lnTo>
                  <a:pt x="686942" y="31114"/>
                </a:lnTo>
                <a:lnTo>
                  <a:pt x="695833" y="40132"/>
                </a:lnTo>
                <a:lnTo>
                  <a:pt x="692813" y="43109"/>
                </a:lnTo>
                <a:lnTo>
                  <a:pt x="700023" y="80645"/>
                </a:lnTo>
                <a:lnTo>
                  <a:pt x="716949" y="31114"/>
                </a:lnTo>
                <a:close/>
              </a:path>
              <a:path extrusionOk="0" h="717550" w="727709">
                <a:moveTo>
                  <a:pt x="686942" y="31114"/>
                </a:moveTo>
                <a:lnTo>
                  <a:pt x="683880" y="34134"/>
                </a:lnTo>
                <a:lnTo>
                  <a:pt x="691388" y="35687"/>
                </a:lnTo>
                <a:lnTo>
                  <a:pt x="692813" y="43109"/>
                </a:lnTo>
                <a:lnTo>
                  <a:pt x="695833" y="40132"/>
                </a:lnTo>
                <a:lnTo>
                  <a:pt x="686942" y="31114"/>
                </a:lnTo>
                <a:close/>
              </a:path>
              <a:path extrusionOk="0" h="717550" w="727709">
                <a:moveTo>
                  <a:pt x="727583" y="0"/>
                </a:moveTo>
                <a:lnTo>
                  <a:pt x="646557" y="26415"/>
                </a:lnTo>
                <a:lnTo>
                  <a:pt x="683880" y="34134"/>
                </a:lnTo>
                <a:lnTo>
                  <a:pt x="686942" y="31114"/>
                </a:lnTo>
                <a:lnTo>
                  <a:pt x="716949" y="31114"/>
                </a:lnTo>
                <a:lnTo>
                  <a:pt x="7275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1" name="Google Shape;4151;p164"/>
          <p:cNvSpPr/>
          <p:nvPr/>
        </p:nvSpPr>
        <p:spPr>
          <a:xfrm>
            <a:off x="7431023" y="3177539"/>
            <a:ext cx="631825" cy="76200"/>
          </a:xfrm>
          <a:custGeom>
            <a:rect b="b" l="l" r="r" t="t"/>
            <a:pathLst>
              <a:path extrusionOk="0" h="76200" w="631825">
                <a:moveTo>
                  <a:pt x="580898" y="38100"/>
                </a:moveTo>
                <a:lnTo>
                  <a:pt x="555498" y="76200"/>
                </a:lnTo>
                <a:lnTo>
                  <a:pt x="618998" y="44450"/>
                </a:lnTo>
                <a:lnTo>
                  <a:pt x="580898" y="44450"/>
                </a:lnTo>
                <a:lnTo>
                  <a:pt x="580898" y="38100"/>
                </a:lnTo>
                <a:close/>
              </a:path>
              <a:path extrusionOk="0" h="76200" w="631825">
                <a:moveTo>
                  <a:pt x="57666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76664" y="44450"/>
                </a:lnTo>
                <a:lnTo>
                  <a:pt x="580898" y="38100"/>
                </a:lnTo>
                <a:lnTo>
                  <a:pt x="576664" y="31750"/>
                </a:lnTo>
                <a:close/>
              </a:path>
              <a:path extrusionOk="0" h="76200" w="631825">
                <a:moveTo>
                  <a:pt x="618998" y="31750"/>
                </a:moveTo>
                <a:lnTo>
                  <a:pt x="580898" y="31750"/>
                </a:lnTo>
                <a:lnTo>
                  <a:pt x="580898" y="44450"/>
                </a:lnTo>
                <a:lnTo>
                  <a:pt x="618998" y="44450"/>
                </a:lnTo>
                <a:lnTo>
                  <a:pt x="631698" y="38100"/>
                </a:lnTo>
                <a:lnTo>
                  <a:pt x="618998" y="31750"/>
                </a:lnTo>
                <a:close/>
              </a:path>
              <a:path extrusionOk="0" h="76200" w="631825">
                <a:moveTo>
                  <a:pt x="555498" y="0"/>
                </a:moveTo>
                <a:lnTo>
                  <a:pt x="580898" y="38100"/>
                </a:lnTo>
                <a:lnTo>
                  <a:pt x="580898" y="31750"/>
                </a:lnTo>
                <a:lnTo>
                  <a:pt x="618998" y="31750"/>
                </a:lnTo>
                <a:lnTo>
                  <a:pt x="5554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2" name="Google Shape;4152;p1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99988" y="4480559"/>
            <a:ext cx="348234" cy="15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3" name="Google Shape;4153;p1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60714" y="4479171"/>
            <a:ext cx="454891" cy="12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4" name="Google Shape;4154;p16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79347" y="4482196"/>
            <a:ext cx="447255" cy="1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4155" name="Google Shape;4155;p164"/>
          <p:cNvSpPr/>
          <p:nvPr/>
        </p:nvSpPr>
        <p:spPr>
          <a:xfrm>
            <a:off x="6102096" y="2729483"/>
            <a:ext cx="134620" cy="280670"/>
          </a:xfrm>
          <a:custGeom>
            <a:rect b="b" l="l" r="r" t="t"/>
            <a:pathLst>
              <a:path extrusionOk="0" h="280669" w="134620">
                <a:moveTo>
                  <a:pt x="0" y="126491"/>
                </a:moveTo>
                <a:lnTo>
                  <a:pt x="134112" y="126491"/>
                </a:lnTo>
                <a:lnTo>
                  <a:pt x="134112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  <a:path extrusionOk="0" h="280669" w="134620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6" name="Google Shape;4156;p164"/>
          <p:cNvSpPr/>
          <p:nvPr/>
        </p:nvSpPr>
        <p:spPr>
          <a:xfrm>
            <a:off x="6102096" y="3413759"/>
            <a:ext cx="135890" cy="280670"/>
          </a:xfrm>
          <a:custGeom>
            <a:rect b="b" l="l" r="r" t="t"/>
            <a:pathLst>
              <a:path extrusionOk="0" h="280670" w="135889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  <a:path extrusionOk="0" h="280670" w="135889">
                <a:moveTo>
                  <a:pt x="1524" y="126491"/>
                </a:moveTo>
                <a:lnTo>
                  <a:pt x="135636" y="126491"/>
                </a:lnTo>
                <a:lnTo>
                  <a:pt x="135636" y="0"/>
                </a:lnTo>
                <a:lnTo>
                  <a:pt x="1524" y="0"/>
                </a:lnTo>
                <a:lnTo>
                  <a:pt x="1524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7" name="Google Shape;4157;p164"/>
          <p:cNvGrpSpPr/>
          <p:nvPr/>
        </p:nvGrpSpPr>
        <p:grpSpPr>
          <a:xfrm>
            <a:off x="6102095" y="4181855"/>
            <a:ext cx="134620" cy="125095"/>
            <a:chOff x="6102095" y="4181855"/>
            <a:chExt cx="134620" cy="125095"/>
          </a:xfrm>
        </p:grpSpPr>
        <p:sp>
          <p:nvSpPr>
            <p:cNvPr id="4158" name="Google Shape;4158;p164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134112" y="0"/>
                  </a:moveTo>
                  <a:lnTo>
                    <a:pt x="0" y="0"/>
                  </a:lnTo>
                  <a:lnTo>
                    <a:pt x="0" y="124968"/>
                  </a:lnTo>
                  <a:lnTo>
                    <a:pt x="134112" y="124968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164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0" y="124968"/>
                  </a:moveTo>
                  <a:lnTo>
                    <a:pt x="134112" y="124968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4968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60" name="Google Shape;4160;p16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66916" y="2403348"/>
            <a:ext cx="243077" cy="17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1" name="Google Shape;4161;p16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02355" y="2805735"/>
            <a:ext cx="291786" cy="19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2" name="Google Shape;4162;p16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97423" y="2569464"/>
            <a:ext cx="474725" cy="16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3" name="Google Shape;4163;p16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038344" y="3840479"/>
            <a:ext cx="730758" cy="198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4" name="Google Shape;4164;p16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12123" y="3180588"/>
            <a:ext cx="724662" cy="197358"/>
          </a:xfrm>
          <a:prstGeom prst="rect">
            <a:avLst/>
          </a:prstGeom>
          <a:noFill/>
          <a:ln>
            <a:noFill/>
          </a:ln>
        </p:spPr>
      </p:pic>
      <p:sp>
        <p:nvSpPr>
          <p:cNvPr id="4165" name="Google Shape;4165;p164"/>
          <p:cNvSpPr/>
          <p:nvPr/>
        </p:nvSpPr>
        <p:spPr>
          <a:xfrm>
            <a:off x="8331707" y="2752344"/>
            <a:ext cx="134620" cy="125095"/>
          </a:xfrm>
          <a:custGeom>
            <a:rect b="b" l="l" r="r" t="t"/>
            <a:pathLst>
              <a:path extrusionOk="0" h="125094" w="134620">
                <a:moveTo>
                  <a:pt x="0" y="124967"/>
                </a:moveTo>
                <a:lnTo>
                  <a:pt x="134111" y="124967"/>
                </a:lnTo>
                <a:lnTo>
                  <a:pt x="134111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6" name="Google Shape;4166;p164"/>
          <p:cNvSpPr/>
          <p:nvPr/>
        </p:nvSpPr>
        <p:spPr>
          <a:xfrm>
            <a:off x="8331707" y="3512820"/>
            <a:ext cx="134620" cy="127000"/>
          </a:xfrm>
          <a:custGeom>
            <a:rect b="b" l="l" r="r" t="t"/>
            <a:pathLst>
              <a:path extrusionOk="0" h="127000" w="134620">
                <a:moveTo>
                  <a:pt x="0" y="126491"/>
                </a:moveTo>
                <a:lnTo>
                  <a:pt x="134111" y="126491"/>
                </a:lnTo>
                <a:lnTo>
                  <a:pt x="134111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7" name="Google Shape;4167;p16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173491" y="3607386"/>
            <a:ext cx="142470" cy="13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8" name="Google Shape;4168;p16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31864" y="3424428"/>
            <a:ext cx="241553" cy="17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169" name="Google Shape;4169;p164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0" name="Google Shape;4170;p16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1" name="Google Shape;4171;p164"/>
          <p:cNvSpPr/>
          <p:nvPr/>
        </p:nvSpPr>
        <p:spPr>
          <a:xfrm>
            <a:off x="1001267" y="2250948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59" y="221087"/>
                </a:lnTo>
                <a:lnTo>
                  <a:pt x="280130" y="213074"/>
                </a:lnTo>
                <a:lnTo>
                  <a:pt x="288143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43" y="22824"/>
                </a:lnTo>
                <a:lnTo>
                  <a:pt x="280130" y="10953"/>
                </a:lnTo>
                <a:lnTo>
                  <a:pt x="268259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2" name="Google Shape;4172;p164"/>
          <p:cNvSpPr txBox="1"/>
          <p:nvPr/>
        </p:nvSpPr>
        <p:spPr>
          <a:xfrm>
            <a:off x="1074521" y="2258059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6" name="Shape 4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" name="Google Shape;4177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482" y="6524434"/>
            <a:ext cx="110459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8" name="Google Shape;4178;p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9" name="Google Shape;4179;p1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180" name="Google Shape;4180;p165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1" name="Google Shape;4181;p1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2" name="Google Shape;4182;p1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623310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3" name="Google Shape;4183;p1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6319" y="2263139"/>
            <a:ext cx="2237994" cy="232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4" name="Google Shape;4184;p165"/>
          <p:cNvGrpSpPr/>
          <p:nvPr/>
        </p:nvGrpSpPr>
        <p:grpSpPr>
          <a:xfrm>
            <a:off x="6102095" y="2122931"/>
            <a:ext cx="134620" cy="581025"/>
            <a:chOff x="6102095" y="2122931"/>
            <a:chExt cx="134620" cy="581025"/>
          </a:xfrm>
        </p:grpSpPr>
        <p:sp>
          <p:nvSpPr>
            <p:cNvPr id="4185" name="Google Shape;4185;p165"/>
            <p:cNvSpPr/>
            <p:nvPr/>
          </p:nvSpPr>
          <p:spPr>
            <a:xfrm>
              <a:off x="6102095" y="2122931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134112" y="0"/>
                  </a:moveTo>
                  <a:lnTo>
                    <a:pt x="0" y="0"/>
                  </a:lnTo>
                  <a:lnTo>
                    <a:pt x="0" y="126491"/>
                  </a:lnTo>
                  <a:lnTo>
                    <a:pt x="134112" y="126491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165"/>
            <p:cNvSpPr/>
            <p:nvPr/>
          </p:nvSpPr>
          <p:spPr>
            <a:xfrm>
              <a:off x="6102095" y="2122931"/>
              <a:ext cx="134620" cy="581025"/>
            </a:xfrm>
            <a:custGeom>
              <a:rect b="b" l="l" r="r" t="t"/>
              <a:pathLst>
                <a:path extrusionOk="0" h="581025" w="134620">
                  <a:moveTo>
                    <a:pt x="0" y="126491"/>
                  </a:moveTo>
                  <a:lnTo>
                    <a:pt x="134112" y="126491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  <a:path extrusionOk="0" h="581025" w="134620">
                  <a:moveTo>
                    <a:pt x="0" y="277367"/>
                  </a:moveTo>
                  <a:lnTo>
                    <a:pt x="134112" y="277367"/>
                  </a:lnTo>
                  <a:lnTo>
                    <a:pt x="134112" y="152400"/>
                  </a:lnTo>
                  <a:lnTo>
                    <a:pt x="0" y="152400"/>
                  </a:lnTo>
                  <a:lnTo>
                    <a:pt x="0" y="277367"/>
                  </a:lnTo>
                  <a:close/>
                </a:path>
                <a:path extrusionOk="0" h="581025" w="134620">
                  <a:moveTo>
                    <a:pt x="0" y="429767"/>
                  </a:moveTo>
                  <a:lnTo>
                    <a:pt x="134112" y="429767"/>
                  </a:lnTo>
                  <a:lnTo>
                    <a:pt x="134112" y="303275"/>
                  </a:lnTo>
                  <a:lnTo>
                    <a:pt x="0" y="303275"/>
                  </a:lnTo>
                  <a:lnTo>
                    <a:pt x="0" y="429767"/>
                  </a:lnTo>
                  <a:close/>
                </a:path>
                <a:path extrusionOk="0" h="581025" w="134620">
                  <a:moveTo>
                    <a:pt x="0" y="580643"/>
                  </a:moveTo>
                  <a:lnTo>
                    <a:pt x="134112" y="580643"/>
                  </a:lnTo>
                  <a:lnTo>
                    <a:pt x="134112" y="455675"/>
                  </a:lnTo>
                  <a:lnTo>
                    <a:pt x="0" y="455675"/>
                  </a:lnTo>
                  <a:lnTo>
                    <a:pt x="0" y="580643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7" name="Google Shape;4187;p165"/>
          <p:cNvSpPr/>
          <p:nvPr/>
        </p:nvSpPr>
        <p:spPr>
          <a:xfrm>
            <a:off x="6102096" y="3724655"/>
            <a:ext cx="134620" cy="428625"/>
          </a:xfrm>
          <a:custGeom>
            <a:rect b="b" l="l" r="r" t="t"/>
            <a:pathLst>
              <a:path extrusionOk="0" h="428625" w="134620">
                <a:moveTo>
                  <a:pt x="0" y="124968"/>
                </a:moveTo>
                <a:lnTo>
                  <a:pt x="134112" y="124968"/>
                </a:lnTo>
                <a:lnTo>
                  <a:pt x="134112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  <a:path extrusionOk="0" h="428625" w="134620">
                <a:moveTo>
                  <a:pt x="0" y="277368"/>
                </a:moveTo>
                <a:lnTo>
                  <a:pt x="134112" y="277368"/>
                </a:lnTo>
                <a:lnTo>
                  <a:pt x="134112" y="150876"/>
                </a:lnTo>
                <a:lnTo>
                  <a:pt x="0" y="150876"/>
                </a:lnTo>
                <a:lnTo>
                  <a:pt x="0" y="277368"/>
                </a:lnTo>
                <a:close/>
              </a:path>
              <a:path extrusionOk="0" h="428625" w="134620">
                <a:moveTo>
                  <a:pt x="0" y="428244"/>
                </a:moveTo>
                <a:lnTo>
                  <a:pt x="134112" y="428244"/>
                </a:lnTo>
                <a:lnTo>
                  <a:pt x="134112" y="303276"/>
                </a:lnTo>
                <a:lnTo>
                  <a:pt x="0" y="303276"/>
                </a:lnTo>
                <a:lnTo>
                  <a:pt x="0" y="428244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8" name="Google Shape;4188;p1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78040" y="2990088"/>
            <a:ext cx="146303" cy="4404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9" name="Google Shape;4189;p165"/>
          <p:cNvGrpSpPr/>
          <p:nvPr/>
        </p:nvGrpSpPr>
        <p:grpSpPr>
          <a:xfrm>
            <a:off x="8331707" y="2906268"/>
            <a:ext cx="134620" cy="581025"/>
            <a:chOff x="8331707" y="2906268"/>
            <a:chExt cx="134620" cy="581025"/>
          </a:xfrm>
        </p:grpSpPr>
        <p:sp>
          <p:nvSpPr>
            <p:cNvPr id="4190" name="Google Shape;4190;p165"/>
            <p:cNvSpPr/>
            <p:nvPr/>
          </p:nvSpPr>
          <p:spPr>
            <a:xfrm>
              <a:off x="8331707" y="2906268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0" y="126491"/>
                  </a:moveTo>
                  <a:lnTo>
                    <a:pt x="134111" y="126491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165"/>
            <p:cNvSpPr/>
            <p:nvPr/>
          </p:nvSpPr>
          <p:spPr>
            <a:xfrm>
              <a:off x="8331707" y="3058668"/>
              <a:ext cx="134620" cy="125095"/>
            </a:xfrm>
            <a:custGeom>
              <a:rect b="b" l="l" r="r" t="t"/>
              <a:pathLst>
                <a:path extrusionOk="0" h="125094" w="134620">
                  <a:moveTo>
                    <a:pt x="134111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134111" y="124967"/>
                  </a:lnTo>
                  <a:lnTo>
                    <a:pt x="134111" y="0"/>
                  </a:lnTo>
                  <a:close/>
                </a:path>
              </a:pathLst>
            </a:custGeom>
            <a:solidFill>
              <a:srgbClr val="FF000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165"/>
            <p:cNvSpPr/>
            <p:nvPr/>
          </p:nvSpPr>
          <p:spPr>
            <a:xfrm>
              <a:off x="8331707" y="3058668"/>
              <a:ext cx="134620" cy="428625"/>
            </a:xfrm>
            <a:custGeom>
              <a:rect b="b" l="l" r="r" t="t"/>
              <a:pathLst>
                <a:path extrusionOk="0" h="428625" w="134620">
                  <a:moveTo>
                    <a:pt x="0" y="124967"/>
                  </a:moveTo>
                  <a:lnTo>
                    <a:pt x="134111" y="124967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4967"/>
                  </a:lnTo>
                  <a:close/>
                </a:path>
                <a:path extrusionOk="0" h="428625" w="134620">
                  <a:moveTo>
                    <a:pt x="0" y="277367"/>
                  </a:moveTo>
                  <a:lnTo>
                    <a:pt x="134111" y="277367"/>
                  </a:lnTo>
                  <a:lnTo>
                    <a:pt x="134111" y="150875"/>
                  </a:lnTo>
                  <a:lnTo>
                    <a:pt x="0" y="150875"/>
                  </a:lnTo>
                  <a:lnTo>
                    <a:pt x="0" y="277367"/>
                  </a:lnTo>
                  <a:close/>
                </a:path>
                <a:path extrusionOk="0" h="428625" w="134620">
                  <a:moveTo>
                    <a:pt x="0" y="428243"/>
                  </a:moveTo>
                  <a:lnTo>
                    <a:pt x="134111" y="428243"/>
                  </a:lnTo>
                  <a:lnTo>
                    <a:pt x="134111" y="303275"/>
                  </a:lnTo>
                  <a:lnTo>
                    <a:pt x="0" y="303275"/>
                  </a:lnTo>
                  <a:lnTo>
                    <a:pt x="0" y="428243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3" name="Google Shape;4193;p165"/>
          <p:cNvSpPr/>
          <p:nvPr/>
        </p:nvSpPr>
        <p:spPr>
          <a:xfrm>
            <a:off x="6317107" y="2421763"/>
            <a:ext cx="727710" cy="727075"/>
          </a:xfrm>
          <a:custGeom>
            <a:rect b="b" l="l" r="r" t="t"/>
            <a:pathLst>
              <a:path extrusionOk="0" h="727075" w="727709">
                <a:moveTo>
                  <a:pt x="684128" y="692133"/>
                </a:moveTo>
                <a:lnTo>
                  <a:pt x="646684" y="699642"/>
                </a:lnTo>
                <a:lnTo>
                  <a:pt x="727583" y="726566"/>
                </a:lnTo>
                <a:lnTo>
                  <a:pt x="717077" y="695198"/>
                </a:lnTo>
                <a:lnTo>
                  <a:pt x="687196" y="695198"/>
                </a:lnTo>
                <a:lnTo>
                  <a:pt x="684128" y="692133"/>
                </a:lnTo>
                <a:close/>
              </a:path>
              <a:path extrusionOk="0" h="727075" w="727709">
                <a:moveTo>
                  <a:pt x="693112" y="683210"/>
                </a:moveTo>
                <a:lnTo>
                  <a:pt x="691641" y="690626"/>
                </a:lnTo>
                <a:lnTo>
                  <a:pt x="684128" y="692133"/>
                </a:lnTo>
                <a:lnTo>
                  <a:pt x="687196" y="695198"/>
                </a:lnTo>
                <a:lnTo>
                  <a:pt x="696087" y="686181"/>
                </a:lnTo>
                <a:lnTo>
                  <a:pt x="693112" y="683210"/>
                </a:lnTo>
                <a:close/>
              </a:path>
              <a:path extrusionOk="0" h="727075" w="727709">
                <a:moveTo>
                  <a:pt x="700532" y="645795"/>
                </a:moveTo>
                <a:lnTo>
                  <a:pt x="693112" y="683210"/>
                </a:lnTo>
                <a:lnTo>
                  <a:pt x="696087" y="686181"/>
                </a:lnTo>
                <a:lnTo>
                  <a:pt x="687196" y="695198"/>
                </a:lnTo>
                <a:lnTo>
                  <a:pt x="717077" y="695198"/>
                </a:lnTo>
                <a:lnTo>
                  <a:pt x="700532" y="645795"/>
                </a:lnTo>
                <a:close/>
              </a:path>
              <a:path extrusionOk="0" h="727075" w="727709">
                <a:moveTo>
                  <a:pt x="8889" y="0"/>
                </a:moveTo>
                <a:lnTo>
                  <a:pt x="0" y="8889"/>
                </a:lnTo>
                <a:lnTo>
                  <a:pt x="684128" y="692133"/>
                </a:lnTo>
                <a:lnTo>
                  <a:pt x="691641" y="690626"/>
                </a:lnTo>
                <a:lnTo>
                  <a:pt x="693112" y="683210"/>
                </a:lnTo>
                <a:lnTo>
                  <a:pt x="88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" name="Google Shape;4194;p165"/>
          <p:cNvSpPr/>
          <p:nvPr/>
        </p:nvSpPr>
        <p:spPr>
          <a:xfrm>
            <a:off x="6317107" y="3314700"/>
            <a:ext cx="727710" cy="717550"/>
          </a:xfrm>
          <a:custGeom>
            <a:rect b="b" l="l" r="r" t="t"/>
            <a:pathLst>
              <a:path extrusionOk="0" h="717550" w="727709">
                <a:moveTo>
                  <a:pt x="683880" y="34134"/>
                </a:moveTo>
                <a:lnTo>
                  <a:pt x="0" y="708532"/>
                </a:lnTo>
                <a:lnTo>
                  <a:pt x="8889" y="717550"/>
                </a:lnTo>
                <a:lnTo>
                  <a:pt x="692813" y="43109"/>
                </a:lnTo>
                <a:lnTo>
                  <a:pt x="691388" y="35687"/>
                </a:lnTo>
                <a:lnTo>
                  <a:pt x="683880" y="34134"/>
                </a:lnTo>
                <a:close/>
              </a:path>
              <a:path extrusionOk="0" h="717550" w="727709">
                <a:moveTo>
                  <a:pt x="716949" y="31114"/>
                </a:moveTo>
                <a:lnTo>
                  <a:pt x="686942" y="31114"/>
                </a:lnTo>
                <a:lnTo>
                  <a:pt x="695833" y="40132"/>
                </a:lnTo>
                <a:lnTo>
                  <a:pt x="692813" y="43109"/>
                </a:lnTo>
                <a:lnTo>
                  <a:pt x="700023" y="80645"/>
                </a:lnTo>
                <a:lnTo>
                  <a:pt x="716949" y="31114"/>
                </a:lnTo>
                <a:close/>
              </a:path>
              <a:path extrusionOk="0" h="717550" w="727709">
                <a:moveTo>
                  <a:pt x="686942" y="31114"/>
                </a:moveTo>
                <a:lnTo>
                  <a:pt x="683880" y="34134"/>
                </a:lnTo>
                <a:lnTo>
                  <a:pt x="691388" y="35687"/>
                </a:lnTo>
                <a:lnTo>
                  <a:pt x="692813" y="43109"/>
                </a:lnTo>
                <a:lnTo>
                  <a:pt x="695833" y="40132"/>
                </a:lnTo>
                <a:lnTo>
                  <a:pt x="686942" y="31114"/>
                </a:lnTo>
                <a:close/>
              </a:path>
              <a:path extrusionOk="0" h="717550" w="727709">
                <a:moveTo>
                  <a:pt x="727583" y="0"/>
                </a:moveTo>
                <a:lnTo>
                  <a:pt x="646557" y="26415"/>
                </a:lnTo>
                <a:lnTo>
                  <a:pt x="683880" y="34134"/>
                </a:lnTo>
                <a:lnTo>
                  <a:pt x="686942" y="31114"/>
                </a:lnTo>
                <a:lnTo>
                  <a:pt x="716949" y="31114"/>
                </a:lnTo>
                <a:lnTo>
                  <a:pt x="7275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5" name="Google Shape;4195;p165"/>
          <p:cNvSpPr/>
          <p:nvPr/>
        </p:nvSpPr>
        <p:spPr>
          <a:xfrm>
            <a:off x="7431023" y="3177539"/>
            <a:ext cx="631825" cy="76200"/>
          </a:xfrm>
          <a:custGeom>
            <a:rect b="b" l="l" r="r" t="t"/>
            <a:pathLst>
              <a:path extrusionOk="0" h="76200" w="631825">
                <a:moveTo>
                  <a:pt x="580898" y="38100"/>
                </a:moveTo>
                <a:lnTo>
                  <a:pt x="555498" y="76200"/>
                </a:lnTo>
                <a:lnTo>
                  <a:pt x="618998" y="44450"/>
                </a:lnTo>
                <a:lnTo>
                  <a:pt x="580898" y="44450"/>
                </a:lnTo>
                <a:lnTo>
                  <a:pt x="580898" y="38100"/>
                </a:lnTo>
                <a:close/>
              </a:path>
              <a:path extrusionOk="0" h="76200" w="631825">
                <a:moveTo>
                  <a:pt x="57666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76664" y="44450"/>
                </a:lnTo>
                <a:lnTo>
                  <a:pt x="580898" y="38100"/>
                </a:lnTo>
                <a:lnTo>
                  <a:pt x="576664" y="31750"/>
                </a:lnTo>
                <a:close/>
              </a:path>
              <a:path extrusionOk="0" h="76200" w="631825">
                <a:moveTo>
                  <a:pt x="618998" y="31750"/>
                </a:moveTo>
                <a:lnTo>
                  <a:pt x="580898" y="31750"/>
                </a:lnTo>
                <a:lnTo>
                  <a:pt x="580898" y="44450"/>
                </a:lnTo>
                <a:lnTo>
                  <a:pt x="618998" y="44450"/>
                </a:lnTo>
                <a:lnTo>
                  <a:pt x="631698" y="38100"/>
                </a:lnTo>
                <a:lnTo>
                  <a:pt x="618998" y="31750"/>
                </a:lnTo>
                <a:close/>
              </a:path>
              <a:path extrusionOk="0" h="76200" w="631825">
                <a:moveTo>
                  <a:pt x="555498" y="0"/>
                </a:moveTo>
                <a:lnTo>
                  <a:pt x="580898" y="38100"/>
                </a:lnTo>
                <a:lnTo>
                  <a:pt x="580898" y="31750"/>
                </a:lnTo>
                <a:lnTo>
                  <a:pt x="618998" y="31750"/>
                </a:lnTo>
                <a:lnTo>
                  <a:pt x="5554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6" name="Google Shape;4196;p1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04569" y="4485154"/>
            <a:ext cx="343651" cy="15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7" name="Google Shape;4197;p1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60714" y="4479171"/>
            <a:ext cx="454891" cy="12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8" name="Google Shape;4198;p16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79347" y="4482196"/>
            <a:ext cx="447255" cy="1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4199" name="Google Shape;4199;p165"/>
          <p:cNvSpPr/>
          <p:nvPr/>
        </p:nvSpPr>
        <p:spPr>
          <a:xfrm>
            <a:off x="6102096" y="2729483"/>
            <a:ext cx="134620" cy="280670"/>
          </a:xfrm>
          <a:custGeom>
            <a:rect b="b" l="l" r="r" t="t"/>
            <a:pathLst>
              <a:path extrusionOk="0" h="280669" w="134620">
                <a:moveTo>
                  <a:pt x="0" y="126491"/>
                </a:moveTo>
                <a:lnTo>
                  <a:pt x="134112" y="126491"/>
                </a:lnTo>
                <a:lnTo>
                  <a:pt x="134112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  <a:path extrusionOk="0" h="280669" w="134620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0" name="Google Shape;4200;p165"/>
          <p:cNvSpPr/>
          <p:nvPr/>
        </p:nvSpPr>
        <p:spPr>
          <a:xfrm>
            <a:off x="6102096" y="3413759"/>
            <a:ext cx="135890" cy="280670"/>
          </a:xfrm>
          <a:custGeom>
            <a:rect b="b" l="l" r="r" t="t"/>
            <a:pathLst>
              <a:path extrusionOk="0" h="280670" w="135889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  <a:path extrusionOk="0" h="280670" w="135889">
                <a:moveTo>
                  <a:pt x="1524" y="126491"/>
                </a:moveTo>
                <a:lnTo>
                  <a:pt x="135636" y="126491"/>
                </a:lnTo>
                <a:lnTo>
                  <a:pt x="135636" y="0"/>
                </a:lnTo>
                <a:lnTo>
                  <a:pt x="1524" y="0"/>
                </a:lnTo>
                <a:lnTo>
                  <a:pt x="1524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01" name="Google Shape;4201;p165"/>
          <p:cNvGrpSpPr/>
          <p:nvPr/>
        </p:nvGrpSpPr>
        <p:grpSpPr>
          <a:xfrm>
            <a:off x="6102095" y="4181855"/>
            <a:ext cx="134620" cy="125095"/>
            <a:chOff x="6102095" y="4181855"/>
            <a:chExt cx="134620" cy="125095"/>
          </a:xfrm>
        </p:grpSpPr>
        <p:sp>
          <p:nvSpPr>
            <p:cNvPr id="4202" name="Google Shape;4202;p165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134112" y="0"/>
                  </a:moveTo>
                  <a:lnTo>
                    <a:pt x="0" y="0"/>
                  </a:lnTo>
                  <a:lnTo>
                    <a:pt x="0" y="124968"/>
                  </a:lnTo>
                  <a:lnTo>
                    <a:pt x="134112" y="124968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165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0" y="124968"/>
                  </a:moveTo>
                  <a:lnTo>
                    <a:pt x="134112" y="124968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4968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04" name="Google Shape;4204;p1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66916" y="2403348"/>
            <a:ext cx="243077" cy="17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5" name="Google Shape;4205;p16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02355" y="2805735"/>
            <a:ext cx="291786" cy="19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6" name="Google Shape;4206;p16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02032" y="2574141"/>
            <a:ext cx="470117" cy="16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7" name="Google Shape;4207;p16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038344" y="3840479"/>
            <a:ext cx="730758" cy="198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8" name="Google Shape;4208;p16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12123" y="3180588"/>
            <a:ext cx="724662" cy="197358"/>
          </a:xfrm>
          <a:prstGeom prst="rect">
            <a:avLst/>
          </a:prstGeom>
          <a:noFill/>
          <a:ln>
            <a:noFill/>
          </a:ln>
        </p:spPr>
      </p:pic>
      <p:sp>
        <p:nvSpPr>
          <p:cNvPr id="4209" name="Google Shape;4209;p165"/>
          <p:cNvSpPr/>
          <p:nvPr/>
        </p:nvSpPr>
        <p:spPr>
          <a:xfrm>
            <a:off x="8331707" y="2752344"/>
            <a:ext cx="134620" cy="125095"/>
          </a:xfrm>
          <a:custGeom>
            <a:rect b="b" l="l" r="r" t="t"/>
            <a:pathLst>
              <a:path extrusionOk="0" h="125094" w="134620">
                <a:moveTo>
                  <a:pt x="0" y="124967"/>
                </a:moveTo>
                <a:lnTo>
                  <a:pt x="134111" y="124967"/>
                </a:lnTo>
                <a:lnTo>
                  <a:pt x="134111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0" name="Google Shape;4210;p165"/>
          <p:cNvSpPr/>
          <p:nvPr/>
        </p:nvSpPr>
        <p:spPr>
          <a:xfrm>
            <a:off x="8331707" y="3512820"/>
            <a:ext cx="134620" cy="127000"/>
          </a:xfrm>
          <a:custGeom>
            <a:rect b="b" l="l" r="r" t="t"/>
            <a:pathLst>
              <a:path extrusionOk="0" h="127000" w="134620">
                <a:moveTo>
                  <a:pt x="0" y="126491"/>
                </a:moveTo>
                <a:lnTo>
                  <a:pt x="134111" y="126491"/>
                </a:lnTo>
                <a:lnTo>
                  <a:pt x="134111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1" name="Google Shape;4211;p16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173491" y="3607386"/>
            <a:ext cx="142470" cy="13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2" name="Google Shape;4212;p16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31864" y="3424428"/>
            <a:ext cx="241553" cy="17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213" name="Google Shape;4213;p165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4" name="Google Shape;4214;p16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5" name="Google Shape;4215;p165"/>
          <p:cNvSpPr/>
          <p:nvPr/>
        </p:nvSpPr>
        <p:spPr>
          <a:xfrm>
            <a:off x="1001267" y="2250948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59" y="221087"/>
                </a:lnTo>
                <a:lnTo>
                  <a:pt x="280130" y="213074"/>
                </a:lnTo>
                <a:lnTo>
                  <a:pt x="288143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43" y="22824"/>
                </a:lnTo>
                <a:lnTo>
                  <a:pt x="280130" y="10953"/>
                </a:lnTo>
                <a:lnTo>
                  <a:pt x="268259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6" name="Google Shape;4216;p165"/>
          <p:cNvSpPr txBox="1"/>
          <p:nvPr/>
        </p:nvSpPr>
        <p:spPr>
          <a:xfrm>
            <a:off x="1074521" y="2258059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0" name="Shape 4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1" name="Google Shape;4221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2" name="Google Shape;4222;p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3" name="Google Shape;4223;p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224" name="Google Shape;4224;p166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5" name="Google Shape;4225;p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6" name="Google Shape;4226;p1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623310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7" name="Google Shape;4227;p1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4796" y="2290572"/>
            <a:ext cx="3211829" cy="21953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8" name="Google Shape;4228;p166"/>
          <p:cNvGrpSpPr/>
          <p:nvPr/>
        </p:nvGrpSpPr>
        <p:grpSpPr>
          <a:xfrm>
            <a:off x="6102095" y="2122931"/>
            <a:ext cx="134620" cy="581025"/>
            <a:chOff x="6102095" y="2122931"/>
            <a:chExt cx="134620" cy="581025"/>
          </a:xfrm>
        </p:grpSpPr>
        <p:sp>
          <p:nvSpPr>
            <p:cNvPr id="4229" name="Google Shape;4229;p166"/>
            <p:cNvSpPr/>
            <p:nvPr/>
          </p:nvSpPr>
          <p:spPr>
            <a:xfrm>
              <a:off x="6102095" y="2122931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134112" y="0"/>
                  </a:moveTo>
                  <a:lnTo>
                    <a:pt x="0" y="0"/>
                  </a:lnTo>
                  <a:lnTo>
                    <a:pt x="0" y="126491"/>
                  </a:lnTo>
                  <a:lnTo>
                    <a:pt x="134112" y="126491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0" name="Google Shape;4230;p166"/>
            <p:cNvSpPr/>
            <p:nvPr/>
          </p:nvSpPr>
          <p:spPr>
            <a:xfrm>
              <a:off x="6102095" y="2122931"/>
              <a:ext cx="134620" cy="581025"/>
            </a:xfrm>
            <a:custGeom>
              <a:rect b="b" l="l" r="r" t="t"/>
              <a:pathLst>
                <a:path extrusionOk="0" h="581025" w="134620">
                  <a:moveTo>
                    <a:pt x="0" y="126491"/>
                  </a:moveTo>
                  <a:lnTo>
                    <a:pt x="134112" y="126491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  <a:path extrusionOk="0" h="581025" w="134620">
                  <a:moveTo>
                    <a:pt x="0" y="277367"/>
                  </a:moveTo>
                  <a:lnTo>
                    <a:pt x="134112" y="277367"/>
                  </a:lnTo>
                  <a:lnTo>
                    <a:pt x="134112" y="152400"/>
                  </a:lnTo>
                  <a:lnTo>
                    <a:pt x="0" y="152400"/>
                  </a:lnTo>
                  <a:lnTo>
                    <a:pt x="0" y="277367"/>
                  </a:lnTo>
                  <a:close/>
                </a:path>
                <a:path extrusionOk="0" h="581025" w="134620">
                  <a:moveTo>
                    <a:pt x="0" y="429767"/>
                  </a:moveTo>
                  <a:lnTo>
                    <a:pt x="134112" y="429767"/>
                  </a:lnTo>
                  <a:lnTo>
                    <a:pt x="134112" y="303275"/>
                  </a:lnTo>
                  <a:lnTo>
                    <a:pt x="0" y="303275"/>
                  </a:lnTo>
                  <a:lnTo>
                    <a:pt x="0" y="429767"/>
                  </a:lnTo>
                  <a:close/>
                </a:path>
                <a:path extrusionOk="0" h="581025" w="134620">
                  <a:moveTo>
                    <a:pt x="0" y="580643"/>
                  </a:moveTo>
                  <a:lnTo>
                    <a:pt x="134112" y="580643"/>
                  </a:lnTo>
                  <a:lnTo>
                    <a:pt x="134112" y="455675"/>
                  </a:lnTo>
                  <a:lnTo>
                    <a:pt x="0" y="455675"/>
                  </a:lnTo>
                  <a:lnTo>
                    <a:pt x="0" y="580643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1" name="Google Shape;4231;p166"/>
          <p:cNvSpPr/>
          <p:nvPr/>
        </p:nvSpPr>
        <p:spPr>
          <a:xfrm>
            <a:off x="6102096" y="3724655"/>
            <a:ext cx="134620" cy="428625"/>
          </a:xfrm>
          <a:custGeom>
            <a:rect b="b" l="l" r="r" t="t"/>
            <a:pathLst>
              <a:path extrusionOk="0" h="428625" w="134620">
                <a:moveTo>
                  <a:pt x="0" y="124968"/>
                </a:moveTo>
                <a:lnTo>
                  <a:pt x="134112" y="124968"/>
                </a:lnTo>
                <a:lnTo>
                  <a:pt x="134112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  <a:path extrusionOk="0" h="428625" w="134620">
                <a:moveTo>
                  <a:pt x="0" y="277368"/>
                </a:moveTo>
                <a:lnTo>
                  <a:pt x="134112" y="277368"/>
                </a:lnTo>
                <a:lnTo>
                  <a:pt x="134112" y="150876"/>
                </a:lnTo>
                <a:lnTo>
                  <a:pt x="0" y="150876"/>
                </a:lnTo>
                <a:lnTo>
                  <a:pt x="0" y="277368"/>
                </a:lnTo>
                <a:close/>
              </a:path>
              <a:path extrusionOk="0" h="428625" w="134620">
                <a:moveTo>
                  <a:pt x="0" y="428244"/>
                </a:moveTo>
                <a:lnTo>
                  <a:pt x="134112" y="428244"/>
                </a:lnTo>
                <a:lnTo>
                  <a:pt x="134112" y="303276"/>
                </a:lnTo>
                <a:lnTo>
                  <a:pt x="0" y="303276"/>
                </a:lnTo>
                <a:lnTo>
                  <a:pt x="0" y="428244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2" name="Google Shape;4232;p1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78040" y="2990088"/>
            <a:ext cx="146303" cy="4404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3" name="Google Shape;4233;p166"/>
          <p:cNvGrpSpPr/>
          <p:nvPr/>
        </p:nvGrpSpPr>
        <p:grpSpPr>
          <a:xfrm>
            <a:off x="8331707" y="2906268"/>
            <a:ext cx="134620" cy="581025"/>
            <a:chOff x="8331707" y="2906268"/>
            <a:chExt cx="134620" cy="581025"/>
          </a:xfrm>
        </p:grpSpPr>
        <p:sp>
          <p:nvSpPr>
            <p:cNvPr id="4234" name="Google Shape;4234;p166"/>
            <p:cNvSpPr/>
            <p:nvPr/>
          </p:nvSpPr>
          <p:spPr>
            <a:xfrm>
              <a:off x="8331707" y="2906268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0" y="126491"/>
                  </a:moveTo>
                  <a:lnTo>
                    <a:pt x="134111" y="126491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5" name="Google Shape;4235;p166"/>
            <p:cNvSpPr/>
            <p:nvPr/>
          </p:nvSpPr>
          <p:spPr>
            <a:xfrm>
              <a:off x="8331707" y="3058668"/>
              <a:ext cx="134620" cy="125095"/>
            </a:xfrm>
            <a:custGeom>
              <a:rect b="b" l="l" r="r" t="t"/>
              <a:pathLst>
                <a:path extrusionOk="0" h="125094" w="134620">
                  <a:moveTo>
                    <a:pt x="134111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134111" y="124967"/>
                  </a:lnTo>
                  <a:lnTo>
                    <a:pt x="134111" y="0"/>
                  </a:lnTo>
                  <a:close/>
                </a:path>
              </a:pathLst>
            </a:custGeom>
            <a:solidFill>
              <a:srgbClr val="FF000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Google Shape;4236;p166"/>
            <p:cNvSpPr/>
            <p:nvPr/>
          </p:nvSpPr>
          <p:spPr>
            <a:xfrm>
              <a:off x="8331707" y="3058668"/>
              <a:ext cx="134620" cy="428625"/>
            </a:xfrm>
            <a:custGeom>
              <a:rect b="b" l="l" r="r" t="t"/>
              <a:pathLst>
                <a:path extrusionOk="0" h="428625" w="134620">
                  <a:moveTo>
                    <a:pt x="0" y="124967"/>
                  </a:moveTo>
                  <a:lnTo>
                    <a:pt x="134111" y="124967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4967"/>
                  </a:lnTo>
                  <a:close/>
                </a:path>
                <a:path extrusionOk="0" h="428625" w="134620">
                  <a:moveTo>
                    <a:pt x="0" y="277367"/>
                  </a:moveTo>
                  <a:lnTo>
                    <a:pt x="134111" y="277367"/>
                  </a:lnTo>
                  <a:lnTo>
                    <a:pt x="134111" y="150875"/>
                  </a:lnTo>
                  <a:lnTo>
                    <a:pt x="0" y="150875"/>
                  </a:lnTo>
                  <a:lnTo>
                    <a:pt x="0" y="277367"/>
                  </a:lnTo>
                  <a:close/>
                </a:path>
                <a:path extrusionOk="0" h="428625" w="134620">
                  <a:moveTo>
                    <a:pt x="0" y="428243"/>
                  </a:moveTo>
                  <a:lnTo>
                    <a:pt x="134111" y="428243"/>
                  </a:lnTo>
                  <a:lnTo>
                    <a:pt x="134111" y="303275"/>
                  </a:lnTo>
                  <a:lnTo>
                    <a:pt x="0" y="303275"/>
                  </a:lnTo>
                  <a:lnTo>
                    <a:pt x="0" y="428243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7" name="Google Shape;4237;p166"/>
          <p:cNvSpPr/>
          <p:nvPr/>
        </p:nvSpPr>
        <p:spPr>
          <a:xfrm>
            <a:off x="6317107" y="2421763"/>
            <a:ext cx="727710" cy="727075"/>
          </a:xfrm>
          <a:custGeom>
            <a:rect b="b" l="l" r="r" t="t"/>
            <a:pathLst>
              <a:path extrusionOk="0" h="727075" w="727709">
                <a:moveTo>
                  <a:pt x="684128" y="692133"/>
                </a:moveTo>
                <a:lnTo>
                  <a:pt x="646684" y="699642"/>
                </a:lnTo>
                <a:lnTo>
                  <a:pt x="727583" y="726566"/>
                </a:lnTo>
                <a:lnTo>
                  <a:pt x="717077" y="695198"/>
                </a:lnTo>
                <a:lnTo>
                  <a:pt x="687196" y="695198"/>
                </a:lnTo>
                <a:lnTo>
                  <a:pt x="684128" y="692133"/>
                </a:lnTo>
                <a:close/>
              </a:path>
              <a:path extrusionOk="0" h="727075" w="727709">
                <a:moveTo>
                  <a:pt x="693112" y="683210"/>
                </a:moveTo>
                <a:lnTo>
                  <a:pt x="691641" y="690626"/>
                </a:lnTo>
                <a:lnTo>
                  <a:pt x="684128" y="692133"/>
                </a:lnTo>
                <a:lnTo>
                  <a:pt x="687196" y="695198"/>
                </a:lnTo>
                <a:lnTo>
                  <a:pt x="696087" y="686181"/>
                </a:lnTo>
                <a:lnTo>
                  <a:pt x="693112" y="683210"/>
                </a:lnTo>
                <a:close/>
              </a:path>
              <a:path extrusionOk="0" h="727075" w="727709">
                <a:moveTo>
                  <a:pt x="700532" y="645795"/>
                </a:moveTo>
                <a:lnTo>
                  <a:pt x="693112" y="683210"/>
                </a:lnTo>
                <a:lnTo>
                  <a:pt x="696087" y="686181"/>
                </a:lnTo>
                <a:lnTo>
                  <a:pt x="687196" y="695198"/>
                </a:lnTo>
                <a:lnTo>
                  <a:pt x="717077" y="695198"/>
                </a:lnTo>
                <a:lnTo>
                  <a:pt x="700532" y="645795"/>
                </a:lnTo>
                <a:close/>
              </a:path>
              <a:path extrusionOk="0" h="727075" w="727709">
                <a:moveTo>
                  <a:pt x="8889" y="0"/>
                </a:moveTo>
                <a:lnTo>
                  <a:pt x="0" y="8889"/>
                </a:lnTo>
                <a:lnTo>
                  <a:pt x="684128" y="692133"/>
                </a:lnTo>
                <a:lnTo>
                  <a:pt x="691641" y="690626"/>
                </a:lnTo>
                <a:lnTo>
                  <a:pt x="693112" y="683210"/>
                </a:lnTo>
                <a:lnTo>
                  <a:pt x="88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8" name="Google Shape;4238;p166"/>
          <p:cNvSpPr/>
          <p:nvPr/>
        </p:nvSpPr>
        <p:spPr>
          <a:xfrm>
            <a:off x="6317107" y="3314700"/>
            <a:ext cx="727710" cy="717550"/>
          </a:xfrm>
          <a:custGeom>
            <a:rect b="b" l="l" r="r" t="t"/>
            <a:pathLst>
              <a:path extrusionOk="0" h="717550" w="727709">
                <a:moveTo>
                  <a:pt x="683880" y="34134"/>
                </a:moveTo>
                <a:lnTo>
                  <a:pt x="0" y="708532"/>
                </a:lnTo>
                <a:lnTo>
                  <a:pt x="8889" y="717550"/>
                </a:lnTo>
                <a:lnTo>
                  <a:pt x="692813" y="43109"/>
                </a:lnTo>
                <a:lnTo>
                  <a:pt x="691388" y="35687"/>
                </a:lnTo>
                <a:lnTo>
                  <a:pt x="683880" y="34134"/>
                </a:lnTo>
                <a:close/>
              </a:path>
              <a:path extrusionOk="0" h="717550" w="727709">
                <a:moveTo>
                  <a:pt x="716949" y="31114"/>
                </a:moveTo>
                <a:lnTo>
                  <a:pt x="686942" y="31114"/>
                </a:lnTo>
                <a:lnTo>
                  <a:pt x="695833" y="40132"/>
                </a:lnTo>
                <a:lnTo>
                  <a:pt x="692813" y="43109"/>
                </a:lnTo>
                <a:lnTo>
                  <a:pt x="700023" y="80645"/>
                </a:lnTo>
                <a:lnTo>
                  <a:pt x="716949" y="31114"/>
                </a:lnTo>
                <a:close/>
              </a:path>
              <a:path extrusionOk="0" h="717550" w="727709">
                <a:moveTo>
                  <a:pt x="686942" y="31114"/>
                </a:moveTo>
                <a:lnTo>
                  <a:pt x="683880" y="34134"/>
                </a:lnTo>
                <a:lnTo>
                  <a:pt x="691388" y="35687"/>
                </a:lnTo>
                <a:lnTo>
                  <a:pt x="692813" y="43109"/>
                </a:lnTo>
                <a:lnTo>
                  <a:pt x="695833" y="40132"/>
                </a:lnTo>
                <a:lnTo>
                  <a:pt x="686942" y="31114"/>
                </a:lnTo>
                <a:close/>
              </a:path>
              <a:path extrusionOk="0" h="717550" w="727709">
                <a:moveTo>
                  <a:pt x="727583" y="0"/>
                </a:moveTo>
                <a:lnTo>
                  <a:pt x="646557" y="26415"/>
                </a:lnTo>
                <a:lnTo>
                  <a:pt x="683880" y="34134"/>
                </a:lnTo>
                <a:lnTo>
                  <a:pt x="686942" y="31114"/>
                </a:lnTo>
                <a:lnTo>
                  <a:pt x="716949" y="31114"/>
                </a:lnTo>
                <a:lnTo>
                  <a:pt x="7275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9" name="Google Shape;4239;p166"/>
          <p:cNvSpPr/>
          <p:nvPr/>
        </p:nvSpPr>
        <p:spPr>
          <a:xfrm>
            <a:off x="7431023" y="3177539"/>
            <a:ext cx="631825" cy="76200"/>
          </a:xfrm>
          <a:custGeom>
            <a:rect b="b" l="l" r="r" t="t"/>
            <a:pathLst>
              <a:path extrusionOk="0" h="76200" w="631825">
                <a:moveTo>
                  <a:pt x="580898" y="38100"/>
                </a:moveTo>
                <a:lnTo>
                  <a:pt x="555498" y="76200"/>
                </a:lnTo>
                <a:lnTo>
                  <a:pt x="618998" y="44450"/>
                </a:lnTo>
                <a:lnTo>
                  <a:pt x="580898" y="44450"/>
                </a:lnTo>
                <a:lnTo>
                  <a:pt x="580898" y="38100"/>
                </a:lnTo>
                <a:close/>
              </a:path>
              <a:path extrusionOk="0" h="76200" w="631825">
                <a:moveTo>
                  <a:pt x="57666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76664" y="44450"/>
                </a:lnTo>
                <a:lnTo>
                  <a:pt x="580898" y="38100"/>
                </a:lnTo>
                <a:lnTo>
                  <a:pt x="576664" y="31750"/>
                </a:lnTo>
                <a:close/>
              </a:path>
              <a:path extrusionOk="0" h="76200" w="631825">
                <a:moveTo>
                  <a:pt x="618998" y="31750"/>
                </a:moveTo>
                <a:lnTo>
                  <a:pt x="580898" y="31750"/>
                </a:lnTo>
                <a:lnTo>
                  <a:pt x="580898" y="44450"/>
                </a:lnTo>
                <a:lnTo>
                  <a:pt x="618998" y="44450"/>
                </a:lnTo>
                <a:lnTo>
                  <a:pt x="631698" y="38100"/>
                </a:lnTo>
                <a:lnTo>
                  <a:pt x="618998" y="31750"/>
                </a:lnTo>
                <a:close/>
              </a:path>
              <a:path extrusionOk="0" h="76200" w="631825">
                <a:moveTo>
                  <a:pt x="555498" y="0"/>
                </a:moveTo>
                <a:lnTo>
                  <a:pt x="580898" y="38100"/>
                </a:lnTo>
                <a:lnTo>
                  <a:pt x="580898" y="31750"/>
                </a:lnTo>
                <a:lnTo>
                  <a:pt x="618998" y="31750"/>
                </a:lnTo>
                <a:lnTo>
                  <a:pt x="5554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0" name="Google Shape;4240;p16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04569" y="4485154"/>
            <a:ext cx="343651" cy="15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1" name="Google Shape;4241;p16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60714" y="4479171"/>
            <a:ext cx="454891" cy="12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2" name="Google Shape;4242;p16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79347" y="4482196"/>
            <a:ext cx="447255" cy="1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4243" name="Google Shape;4243;p166"/>
          <p:cNvSpPr/>
          <p:nvPr/>
        </p:nvSpPr>
        <p:spPr>
          <a:xfrm>
            <a:off x="6102096" y="2729483"/>
            <a:ext cx="134620" cy="280670"/>
          </a:xfrm>
          <a:custGeom>
            <a:rect b="b" l="l" r="r" t="t"/>
            <a:pathLst>
              <a:path extrusionOk="0" h="280669" w="134620">
                <a:moveTo>
                  <a:pt x="0" y="126491"/>
                </a:moveTo>
                <a:lnTo>
                  <a:pt x="134112" y="126491"/>
                </a:lnTo>
                <a:lnTo>
                  <a:pt x="134112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  <a:path extrusionOk="0" h="280669" w="134620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4" name="Google Shape;4244;p166"/>
          <p:cNvSpPr/>
          <p:nvPr/>
        </p:nvSpPr>
        <p:spPr>
          <a:xfrm>
            <a:off x="6102096" y="3413759"/>
            <a:ext cx="135890" cy="280670"/>
          </a:xfrm>
          <a:custGeom>
            <a:rect b="b" l="l" r="r" t="t"/>
            <a:pathLst>
              <a:path extrusionOk="0" h="280670" w="135889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  <a:path extrusionOk="0" h="280670" w="135889">
                <a:moveTo>
                  <a:pt x="1524" y="126491"/>
                </a:moveTo>
                <a:lnTo>
                  <a:pt x="135636" y="126491"/>
                </a:lnTo>
                <a:lnTo>
                  <a:pt x="135636" y="0"/>
                </a:lnTo>
                <a:lnTo>
                  <a:pt x="1524" y="0"/>
                </a:lnTo>
                <a:lnTo>
                  <a:pt x="1524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45" name="Google Shape;4245;p166"/>
          <p:cNvGrpSpPr/>
          <p:nvPr/>
        </p:nvGrpSpPr>
        <p:grpSpPr>
          <a:xfrm>
            <a:off x="6102095" y="4181855"/>
            <a:ext cx="134620" cy="125095"/>
            <a:chOff x="6102095" y="4181855"/>
            <a:chExt cx="134620" cy="125095"/>
          </a:xfrm>
        </p:grpSpPr>
        <p:sp>
          <p:nvSpPr>
            <p:cNvPr id="4246" name="Google Shape;4246;p166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134112" y="0"/>
                  </a:moveTo>
                  <a:lnTo>
                    <a:pt x="0" y="0"/>
                  </a:lnTo>
                  <a:lnTo>
                    <a:pt x="0" y="124968"/>
                  </a:lnTo>
                  <a:lnTo>
                    <a:pt x="134112" y="124968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7" name="Google Shape;4247;p166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0" y="124968"/>
                  </a:moveTo>
                  <a:lnTo>
                    <a:pt x="134112" y="124968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4968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48" name="Google Shape;4248;p16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66916" y="2403348"/>
            <a:ext cx="243077" cy="17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9" name="Google Shape;4249;p16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02355" y="2805735"/>
            <a:ext cx="291786" cy="19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0" name="Google Shape;4250;p16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02032" y="2574141"/>
            <a:ext cx="470117" cy="16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1" name="Google Shape;4251;p16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038344" y="3840479"/>
            <a:ext cx="730758" cy="198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2" name="Google Shape;4252;p16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12123" y="3180588"/>
            <a:ext cx="724662" cy="197358"/>
          </a:xfrm>
          <a:prstGeom prst="rect">
            <a:avLst/>
          </a:prstGeom>
          <a:noFill/>
          <a:ln>
            <a:noFill/>
          </a:ln>
        </p:spPr>
      </p:pic>
      <p:sp>
        <p:nvSpPr>
          <p:cNvPr id="4253" name="Google Shape;4253;p166"/>
          <p:cNvSpPr/>
          <p:nvPr/>
        </p:nvSpPr>
        <p:spPr>
          <a:xfrm>
            <a:off x="8331707" y="2752344"/>
            <a:ext cx="134620" cy="125095"/>
          </a:xfrm>
          <a:custGeom>
            <a:rect b="b" l="l" r="r" t="t"/>
            <a:pathLst>
              <a:path extrusionOk="0" h="125094" w="134620">
                <a:moveTo>
                  <a:pt x="0" y="124967"/>
                </a:moveTo>
                <a:lnTo>
                  <a:pt x="134111" y="124967"/>
                </a:lnTo>
                <a:lnTo>
                  <a:pt x="134111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4" name="Google Shape;4254;p166"/>
          <p:cNvSpPr/>
          <p:nvPr/>
        </p:nvSpPr>
        <p:spPr>
          <a:xfrm>
            <a:off x="8331707" y="3512820"/>
            <a:ext cx="134620" cy="127000"/>
          </a:xfrm>
          <a:custGeom>
            <a:rect b="b" l="l" r="r" t="t"/>
            <a:pathLst>
              <a:path extrusionOk="0" h="127000" w="134620">
                <a:moveTo>
                  <a:pt x="0" y="126491"/>
                </a:moveTo>
                <a:lnTo>
                  <a:pt x="134111" y="126491"/>
                </a:lnTo>
                <a:lnTo>
                  <a:pt x="134111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5" name="Google Shape;4255;p16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173491" y="3607386"/>
            <a:ext cx="142470" cy="13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6" name="Google Shape;4256;p16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31864" y="3424428"/>
            <a:ext cx="241553" cy="17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257" name="Google Shape;4257;p166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8" name="Google Shape;4258;p16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9" name="Google Shape;4259;p166"/>
          <p:cNvSpPr/>
          <p:nvPr/>
        </p:nvSpPr>
        <p:spPr>
          <a:xfrm>
            <a:off x="1001267" y="224790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59" y="221087"/>
                </a:lnTo>
                <a:lnTo>
                  <a:pt x="280130" y="213074"/>
                </a:lnTo>
                <a:lnTo>
                  <a:pt x="288143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43" y="22824"/>
                </a:lnTo>
                <a:lnTo>
                  <a:pt x="280130" y="10953"/>
                </a:lnTo>
                <a:lnTo>
                  <a:pt x="268259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0" name="Google Shape;4260;p166"/>
          <p:cNvSpPr txBox="1"/>
          <p:nvPr/>
        </p:nvSpPr>
        <p:spPr>
          <a:xfrm>
            <a:off x="1074521" y="2254758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4" name="Shape 4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5" name="Google Shape;4265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278" y="6524434"/>
            <a:ext cx="108806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6" name="Google Shape;4266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7" name="Google Shape;4267;p1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268" name="Google Shape;4268;p167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9" name="Google Shape;4269;p1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0" name="Google Shape;4270;p1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623310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1" name="Google Shape;4271;p1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4796" y="2278379"/>
            <a:ext cx="2533650" cy="20215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2" name="Google Shape;4272;p167"/>
          <p:cNvGrpSpPr/>
          <p:nvPr/>
        </p:nvGrpSpPr>
        <p:grpSpPr>
          <a:xfrm>
            <a:off x="6102095" y="2122931"/>
            <a:ext cx="134620" cy="581025"/>
            <a:chOff x="6102095" y="2122931"/>
            <a:chExt cx="134620" cy="581025"/>
          </a:xfrm>
        </p:grpSpPr>
        <p:sp>
          <p:nvSpPr>
            <p:cNvPr id="4273" name="Google Shape;4273;p167"/>
            <p:cNvSpPr/>
            <p:nvPr/>
          </p:nvSpPr>
          <p:spPr>
            <a:xfrm>
              <a:off x="6102095" y="2122931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134112" y="0"/>
                  </a:moveTo>
                  <a:lnTo>
                    <a:pt x="0" y="0"/>
                  </a:lnTo>
                  <a:lnTo>
                    <a:pt x="0" y="126491"/>
                  </a:lnTo>
                  <a:lnTo>
                    <a:pt x="134112" y="126491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4" name="Google Shape;4274;p167"/>
            <p:cNvSpPr/>
            <p:nvPr/>
          </p:nvSpPr>
          <p:spPr>
            <a:xfrm>
              <a:off x="6102095" y="2122931"/>
              <a:ext cx="134620" cy="581025"/>
            </a:xfrm>
            <a:custGeom>
              <a:rect b="b" l="l" r="r" t="t"/>
              <a:pathLst>
                <a:path extrusionOk="0" h="581025" w="134620">
                  <a:moveTo>
                    <a:pt x="0" y="126491"/>
                  </a:moveTo>
                  <a:lnTo>
                    <a:pt x="134112" y="126491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  <a:path extrusionOk="0" h="581025" w="134620">
                  <a:moveTo>
                    <a:pt x="0" y="277367"/>
                  </a:moveTo>
                  <a:lnTo>
                    <a:pt x="134112" y="277367"/>
                  </a:lnTo>
                  <a:lnTo>
                    <a:pt x="134112" y="152400"/>
                  </a:lnTo>
                  <a:lnTo>
                    <a:pt x="0" y="152400"/>
                  </a:lnTo>
                  <a:lnTo>
                    <a:pt x="0" y="277367"/>
                  </a:lnTo>
                  <a:close/>
                </a:path>
                <a:path extrusionOk="0" h="581025" w="134620">
                  <a:moveTo>
                    <a:pt x="0" y="429767"/>
                  </a:moveTo>
                  <a:lnTo>
                    <a:pt x="134112" y="429767"/>
                  </a:lnTo>
                  <a:lnTo>
                    <a:pt x="134112" y="303275"/>
                  </a:lnTo>
                  <a:lnTo>
                    <a:pt x="0" y="303275"/>
                  </a:lnTo>
                  <a:lnTo>
                    <a:pt x="0" y="429767"/>
                  </a:lnTo>
                  <a:close/>
                </a:path>
                <a:path extrusionOk="0" h="581025" w="134620">
                  <a:moveTo>
                    <a:pt x="0" y="580643"/>
                  </a:moveTo>
                  <a:lnTo>
                    <a:pt x="134112" y="580643"/>
                  </a:lnTo>
                  <a:lnTo>
                    <a:pt x="134112" y="455675"/>
                  </a:lnTo>
                  <a:lnTo>
                    <a:pt x="0" y="455675"/>
                  </a:lnTo>
                  <a:lnTo>
                    <a:pt x="0" y="580643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75" name="Google Shape;4275;p167"/>
          <p:cNvSpPr/>
          <p:nvPr/>
        </p:nvSpPr>
        <p:spPr>
          <a:xfrm>
            <a:off x="6102096" y="3724655"/>
            <a:ext cx="134620" cy="428625"/>
          </a:xfrm>
          <a:custGeom>
            <a:rect b="b" l="l" r="r" t="t"/>
            <a:pathLst>
              <a:path extrusionOk="0" h="428625" w="134620">
                <a:moveTo>
                  <a:pt x="0" y="124968"/>
                </a:moveTo>
                <a:lnTo>
                  <a:pt x="134112" y="124968"/>
                </a:lnTo>
                <a:lnTo>
                  <a:pt x="134112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  <a:path extrusionOk="0" h="428625" w="134620">
                <a:moveTo>
                  <a:pt x="0" y="277368"/>
                </a:moveTo>
                <a:lnTo>
                  <a:pt x="134112" y="277368"/>
                </a:lnTo>
                <a:lnTo>
                  <a:pt x="134112" y="150876"/>
                </a:lnTo>
                <a:lnTo>
                  <a:pt x="0" y="150876"/>
                </a:lnTo>
                <a:lnTo>
                  <a:pt x="0" y="277368"/>
                </a:lnTo>
                <a:close/>
              </a:path>
              <a:path extrusionOk="0" h="428625" w="134620">
                <a:moveTo>
                  <a:pt x="0" y="428244"/>
                </a:moveTo>
                <a:lnTo>
                  <a:pt x="134112" y="428244"/>
                </a:lnTo>
                <a:lnTo>
                  <a:pt x="134112" y="303276"/>
                </a:lnTo>
                <a:lnTo>
                  <a:pt x="0" y="303276"/>
                </a:lnTo>
                <a:lnTo>
                  <a:pt x="0" y="428244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6" name="Google Shape;4276;p16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78040" y="2990088"/>
            <a:ext cx="146303" cy="4404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7" name="Google Shape;4277;p167"/>
          <p:cNvGrpSpPr/>
          <p:nvPr/>
        </p:nvGrpSpPr>
        <p:grpSpPr>
          <a:xfrm>
            <a:off x="8331707" y="2906268"/>
            <a:ext cx="134620" cy="581025"/>
            <a:chOff x="8331707" y="2906268"/>
            <a:chExt cx="134620" cy="581025"/>
          </a:xfrm>
        </p:grpSpPr>
        <p:sp>
          <p:nvSpPr>
            <p:cNvPr id="4278" name="Google Shape;4278;p167"/>
            <p:cNvSpPr/>
            <p:nvPr/>
          </p:nvSpPr>
          <p:spPr>
            <a:xfrm>
              <a:off x="8331707" y="2906268"/>
              <a:ext cx="134620" cy="127000"/>
            </a:xfrm>
            <a:custGeom>
              <a:rect b="b" l="l" r="r" t="t"/>
              <a:pathLst>
                <a:path extrusionOk="0" h="127000" w="134620">
                  <a:moveTo>
                    <a:pt x="0" y="126491"/>
                  </a:moveTo>
                  <a:lnTo>
                    <a:pt x="134111" y="126491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6491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9" name="Google Shape;4279;p167"/>
            <p:cNvSpPr/>
            <p:nvPr/>
          </p:nvSpPr>
          <p:spPr>
            <a:xfrm>
              <a:off x="8331707" y="3058668"/>
              <a:ext cx="134620" cy="125095"/>
            </a:xfrm>
            <a:custGeom>
              <a:rect b="b" l="l" r="r" t="t"/>
              <a:pathLst>
                <a:path extrusionOk="0" h="125094" w="134620">
                  <a:moveTo>
                    <a:pt x="134111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134111" y="124967"/>
                  </a:lnTo>
                  <a:lnTo>
                    <a:pt x="134111" y="0"/>
                  </a:lnTo>
                  <a:close/>
                </a:path>
              </a:pathLst>
            </a:custGeom>
            <a:solidFill>
              <a:srgbClr val="FF000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0" name="Google Shape;4280;p167"/>
            <p:cNvSpPr/>
            <p:nvPr/>
          </p:nvSpPr>
          <p:spPr>
            <a:xfrm>
              <a:off x="8331707" y="3058668"/>
              <a:ext cx="134620" cy="428625"/>
            </a:xfrm>
            <a:custGeom>
              <a:rect b="b" l="l" r="r" t="t"/>
              <a:pathLst>
                <a:path extrusionOk="0" h="428625" w="134620">
                  <a:moveTo>
                    <a:pt x="0" y="124967"/>
                  </a:moveTo>
                  <a:lnTo>
                    <a:pt x="134111" y="124967"/>
                  </a:lnTo>
                  <a:lnTo>
                    <a:pt x="134111" y="0"/>
                  </a:lnTo>
                  <a:lnTo>
                    <a:pt x="0" y="0"/>
                  </a:lnTo>
                  <a:lnTo>
                    <a:pt x="0" y="124967"/>
                  </a:lnTo>
                  <a:close/>
                </a:path>
                <a:path extrusionOk="0" h="428625" w="134620">
                  <a:moveTo>
                    <a:pt x="0" y="277367"/>
                  </a:moveTo>
                  <a:lnTo>
                    <a:pt x="134111" y="277367"/>
                  </a:lnTo>
                  <a:lnTo>
                    <a:pt x="134111" y="150875"/>
                  </a:lnTo>
                  <a:lnTo>
                    <a:pt x="0" y="150875"/>
                  </a:lnTo>
                  <a:lnTo>
                    <a:pt x="0" y="277367"/>
                  </a:lnTo>
                  <a:close/>
                </a:path>
                <a:path extrusionOk="0" h="428625" w="134620">
                  <a:moveTo>
                    <a:pt x="0" y="428243"/>
                  </a:moveTo>
                  <a:lnTo>
                    <a:pt x="134111" y="428243"/>
                  </a:lnTo>
                  <a:lnTo>
                    <a:pt x="134111" y="303275"/>
                  </a:lnTo>
                  <a:lnTo>
                    <a:pt x="0" y="303275"/>
                  </a:lnTo>
                  <a:lnTo>
                    <a:pt x="0" y="428243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1" name="Google Shape;4281;p167"/>
          <p:cNvSpPr/>
          <p:nvPr/>
        </p:nvSpPr>
        <p:spPr>
          <a:xfrm>
            <a:off x="6317107" y="2421763"/>
            <a:ext cx="727710" cy="727075"/>
          </a:xfrm>
          <a:custGeom>
            <a:rect b="b" l="l" r="r" t="t"/>
            <a:pathLst>
              <a:path extrusionOk="0" h="727075" w="727709">
                <a:moveTo>
                  <a:pt x="684128" y="692133"/>
                </a:moveTo>
                <a:lnTo>
                  <a:pt x="646684" y="699642"/>
                </a:lnTo>
                <a:lnTo>
                  <a:pt x="727583" y="726566"/>
                </a:lnTo>
                <a:lnTo>
                  <a:pt x="717077" y="695198"/>
                </a:lnTo>
                <a:lnTo>
                  <a:pt x="687196" y="695198"/>
                </a:lnTo>
                <a:lnTo>
                  <a:pt x="684128" y="692133"/>
                </a:lnTo>
                <a:close/>
              </a:path>
              <a:path extrusionOk="0" h="727075" w="727709">
                <a:moveTo>
                  <a:pt x="693112" y="683210"/>
                </a:moveTo>
                <a:lnTo>
                  <a:pt x="691641" y="690626"/>
                </a:lnTo>
                <a:lnTo>
                  <a:pt x="684128" y="692133"/>
                </a:lnTo>
                <a:lnTo>
                  <a:pt x="687196" y="695198"/>
                </a:lnTo>
                <a:lnTo>
                  <a:pt x="696087" y="686181"/>
                </a:lnTo>
                <a:lnTo>
                  <a:pt x="693112" y="683210"/>
                </a:lnTo>
                <a:close/>
              </a:path>
              <a:path extrusionOk="0" h="727075" w="727709">
                <a:moveTo>
                  <a:pt x="700532" y="645795"/>
                </a:moveTo>
                <a:lnTo>
                  <a:pt x="693112" y="683210"/>
                </a:lnTo>
                <a:lnTo>
                  <a:pt x="696087" y="686181"/>
                </a:lnTo>
                <a:lnTo>
                  <a:pt x="687196" y="695198"/>
                </a:lnTo>
                <a:lnTo>
                  <a:pt x="717077" y="695198"/>
                </a:lnTo>
                <a:lnTo>
                  <a:pt x="700532" y="645795"/>
                </a:lnTo>
                <a:close/>
              </a:path>
              <a:path extrusionOk="0" h="727075" w="727709">
                <a:moveTo>
                  <a:pt x="8889" y="0"/>
                </a:moveTo>
                <a:lnTo>
                  <a:pt x="0" y="8889"/>
                </a:lnTo>
                <a:lnTo>
                  <a:pt x="684128" y="692133"/>
                </a:lnTo>
                <a:lnTo>
                  <a:pt x="691641" y="690626"/>
                </a:lnTo>
                <a:lnTo>
                  <a:pt x="693112" y="683210"/>
                </a:lnTo>
                <a:lnTo>
                  <a:pt x="88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2" name="Google Shape;4282;p167"/>
          <p:cNvSpPr/>
          <p:nvPr/>
        </p:nvSpPr>
        <p:spPr>
          <a:xfrm>
            <a:off x="6317107" y="3314700"/>
            <a:ext cx="727710" cy="717550"/>
          </a:xfrm>
          <a:custGeom>
            <a:rect b="b" l="l" r="r" t="t"/>
            <a:pathLst>
              <a:path extrusionOk="0" h="717550" w="727709">
                <a:moveTo>
                  <a:pt x="683880" y="34134"/>
                </a:moveTo>
                <a:lnTo>
                  <a:pt x="0" y="708532"/>
                </a:lnTo>
                <a:lnTo>
                  <a:pt x="8889" y="717550"/>
                </a:lnTo>
                <a:lnTo>
                  <a:pt x="692813" y="43109"/>
                </a:lnTo>
                <a:lnTo>
                  <a:pt x="691388" y="35687"/>
                </a:lnTo>
                <a:lnTo>
                  <a:pt x="683880" y="34134"/>
                </a:lnTo>
                <a:close/>
              </a:path>
              <a:path extrusionOk="0" h="717550" w="727709">
                <a:moveTo>
                  <a:pt x="716949" y="31114"/>
                </a:moveTo>
                <a:lnTo>
                  <a:pt x="686942" y="31114"/>
                </a:lnTo>
                <a:lnTo>
                  <a:pt x="695833" y="40132"/>
                </a:lnTo>
                <a:lnTo>
                  <a:pt x="692813" y="43109"/>
                </a:lnTo>
                <a:lnTo>
                  <a:pt x="700023" y="80645"/>
                </a:lnTo>
                <a:lnTo>
                  <a:pt x="716949" y="31114"/>
                </a:lnTo>
                <a:close/>
              </a:path>
              <a:path extrusionOk="0" h="717550" w="727709">
                <a:moveTo>
                  <a:pt x="686942" y="31114"/>
                </a:moveTo>
                <a:lnTo>
                  <a:pt x="683880" y="34134"/>
                </a:lnTo>
                <a:lnTo>
                  <a:pt x="691388" y="35687"/>
                </a:lnTo>
                <a:lnTo>
                  <a:pt x="692813" y="43109"/>
                </a:lnTo>
                <a:lnTo>
                  <a:pt x="695833" y="40132"/>
                </a:lnTo>
                <a:lnTo>
                  <a:pt x="686942" y="31114"/>
                </a:lnTo>
                <a:close/>
              </a:path>
              <a:path extrusionOk="0" h="717550" w="727709">
                <a:moveTo>
                  <a:pt x="727583" y="0"/>
                </a:moveTo>
                <a:lnTo>
                  <a:pt x="646557" y="26415"/>
                </a:lnTo>
                <a:lnTo>
                  <a:pt x="683880" y="34134"/>
                </a:lnTo>
                <a:lnTo>
                  <a:pt x="686942" y="31114"/>
                </a:lnTo>
                <a:lnTo>
                  <a:pt x="716949" y="31114"/>
                </a:lnTo>
                <a:lnTo>
                  <a:pt x="7275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3" name="Google Shape;4283;p167"/>
          <p:cNvSpPr/>
          <p:nvPr/>
        </p:nvSpPr>
        <p:spPr>
          <a:xfrm>
            <a:off x="7431023" y="3177539"/>
            <a:ext cx="631825" cy="76200"/>
          </a:xfrm>
          <a:custGeom>
            <a:rect b="b" l="l" r="r" t="t"/>
            <a:pathLst>
              <a:path extrusionOk="0" h="76200" w="631825">
                <a:moveTo>
                  <a:pt x="580898" y="38100"/>
                </a:moveTo>
                <a:lnTo>
                  <a:pt x="555498" y="76200"/>
                </a:lnTo>
                <a:lnTo>
                  <a:pt x="618998" y="44450"/>
                </a:lnTo>
                <a:lnTo>
                  <a:pt x="580898" y="44450"/>
                </a:lnTo>
                <a:lnTo>
                  <a:pt x="580898" y="38100"/>
                </a:lnTo>
                <a:close/>
              </a:path>
              <a:path extrusionOk="0" h="76200" w="631825">
                <a:moveTo>
                  <a:pt x="57666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76664" y="44450"/>
                </a:lnTo>
                <a:lnTo>
                  <a:pt x="580898" y="38100"/>
                </a:lnTo>
                <a:lnTo>
                  <a:pt x="576664" y="31750"/>
                </a:lnTo>
                <a:close/>
              </a:path>
              <a:path extrusionOk="0" h="76200" w="631825">
                <a:moveTo>
                  <a:pt x="618998" y="31750"/>
                </a:moveTo>
                <a:lnTo>
                  <a:pt x="580898" y="31750"/>
                </a:lnTo>
                <a:lnTo>
                  <a:pt x="580898" y="44450"/>
                </a:lnTo>
                <a:lnTo>
                  <a:pt x="618998" y="44450"/>
                </a:lnTo>
                <a:lnTo>
                  <a:pt x="631698" y="38100"/>
                </a:lnTo>
                <a:lnTo>
                  <a:pt x="618998" y="31750"/>
                </a:lnTo>
                <a:close/>
              </a:path>
              <a:path extrusionOk="0" h="76200" w="631825">
                <a:moveTo>
                  <a:pt x="555498" y="0"/>
                </a:moveTo>
                <a:lnTo>
                  <a:pt x="580898" y="38100"/>
                </a:lnTo>
                <a:lnTo>
                  <a:pt x="580898" y="31750"/>
                </a:lnTo>
                <a:lnTo>
                  <a:pt x="618998" y="31750"/>
                </a:lnTo>
                <a:lnTo>
                  <a:pt x="5554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4" name="Google Shape;4284;p16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04569" y="4485154"/>
            <a:ext cx="343651" cy="15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5" name="Google Shape;4285;p16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60714" y="4479171"/>
            <a:ext cx="454891" cy="12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6" name="Google Shape;4286;p16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79347" y="4482196"/>
            <a:ext cx="447255" cy="1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4287" name="Google Shape;4287;p167"/>
          <p:cNvSpPr/>
          <p:nvPr/>
        </p:nvSpPr>
        <p:spPr>
          <a:xfrm>
            <a:off x="6102096" y="2729483"/>
            <a:ext cx="134620" cy="280670"/>
          </a:xfrm>
          <a:custGeom>
            <a:rect b="b" l="l" r="r" t="t"/>
            <a:pathLst>
              <a:path extrusionOk="0" h="280669" w="134620">
                <a:moveTo>
                  <a:pt x="0" y="126491"/>
                </a:moveTo>
                <a:lnTo>
                  <a:pt x="134112" y="126491"/>
                </a:lnTo>
                <a:lnTo>
                  <a:pt x="134112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  <a:path extrusionOk="0" h="280669" w="134620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8" name="Google Shape;4288;p167"/>
          <p:cNvSpPr/>
          <p:nvPr/>
        </p:nvSpPr>
        <p:spPr>
          <a:xfrm>
            <a:off x="6102096" y="3413759"/>
            <a:ext cx="135890" cy="280670"/>
          </a:xfrm>
          <a:custGeom>
            <a:rect b="b" l="l" r="r" t="t"/>
            <a:pathLst>
              <a:path extrusionOk="0" h="280670" w="135889">
                <a:moveTo>
                  <a:pt x="0" y="280415"/>
                </a:moveTo>
                <a:lnTo>
                  <a:pt x="134112" y="280415"/>
                </a:lnTo>
                <a:lnTo>
                  <a:pt x="134112" y="155448"/>
                </a:lnTo>
                <a:lnTo>
                  <a:pt x="0" y="155448"/>
                </a:lnTo>
                <a:lnTo>
                  <a:pt x="0" y="280415"/>
                </a:lnTo>
                <a:close/>
              </a:path>
              <a:path extrusionOk="0" h="280670" w="135889">
                <a:moveTo>
                  <a:pt x="1524" y="126491"/>
                </a:moveTo>
                <a:lnTo>
                  <a:pt x="135636" y="126491"/>
                </a:lnTo>
                <a:lnTo>
                  <a:pt x="135636" y="0"/>
                </a:lnTo>
                <a:lnTo>
                  <a:pt x="1524" y="0"/>
                </a:lnTo>
                <a:lnTo>
                  <a:pt x="1524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89" name="Google Shape;4289;p167"/>
          <p:cNvGrpSpPr/>
          <p:nvPr/>
        </p:nvGrpSpPr>
        <p:grpSpPr>
          <a:xfrm>
            <a:off x="6102095" y="4181855"/>
            <a:ext cx="134620" cy="125095"/>
            <a:chOff x="6102095" y="4181855"/>
            <a:chExt cx="134620" cy="125095"/>
          </a:xfrm>
        </p:grpSpPr>
        <p:sp>
          <p:nvSpPr>
            <p:cNvPr id="4290" name="Google Shape;4290;p167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134112" y="0"/>
                  </a:moveTo>
                  <a:lnTo>
                    <a:pt x="0" y="0"/>
                  </a:lnTo>
                  <a:lnTo>
                    <a:pt x="0" y="124968"/>
                  </a:lnTo>
                  <a:lnTo>
                    <a:pt x="134112" y="124968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00AF50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1" name="Google Shape;4291;p167"/>
            <p:cNvSpPr/>
            <p:nvPr/>
          </p:nvSpPr>
          <p:spPr>
            <a:xfrm>
              <a:off x="6102095" y="4181855"/>
              <a:ext cx="134620" cy="125095"/>
            </a:xfrm>
            <a:custGeom>
              <a:rect b="b" l="l" r="r" t="t"/>
              <a:pathLst>
                <a:path extrusionOk="0" h="125095" w="134620">
                  <a:moveTo>
                    <a:pt x="0" y="124968"/>
                  </a:moveTo>
                  <a:lnTo>
                    <a:pt x="134112" y="124968"/>
                  </a:lnTo>
                  <a:lnTo>
                    <a:pt x="134112" y="0"/>
                  </a:lnTo>
                  <a:lnTo>
                    <a:pt x="0" y="0"/>
                  </a:lnTo>
                  <a:lnTo>
                    <a:pt x="0" y="124968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92" name="Google Shape;4292;p16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66916" y="2403348"/>
            <a:ext cx="243077" cy="17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3" name="Google Shape;4293;p16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02355" y="2805735"/>
            <a:ext cx="291786" cy="19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4" name="Google Shape;4294;p16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02032" y="2574141"/>
            <a:ext cx="470117" cy="16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5" name="Google Shape;4295;p16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038344" y="3840479"/>
            <a:ext cx="730758" cy="198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6" name="Google Shape;4296;p16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12123" y="3180588"/>
            <a:ext cx="724662" cy="197358"/>
          </a:xfrm>
          <a:prstGeom prst="rect">
            <a:avLst/>
          </a:prstGeom>
          <a:noFill/>
          <a:ln>
            <a:noFill/>
          </a:ln>
        </p:spPr>
      </p:pic>
      <p:sp>
        <p:nvSpPr>
          <p:cNvPr id="4297" name="Google Shape;4297;p167"/>
          <p:cNvSpPr/>
          <p:nvPr/>
        </p:nvSpPr>
        <p:spPr>
          <a:xfrm>
            <a:off x="8331707" y="2752344"/>
            <a:ext cx="134620" cy="125095"/>
          </a:xfrm>
          <a:custGeom>
            <a:rect b="b" l="l" r="r" t="t"/>
            <a:pathLst>
              <a:path extrusionOk="0" h="125094" w="134620">
                <a:moveTo>
                  <a:pt x="0" y="124967"/>
                </a:moveTo>
                <a:lnTo>
                  <a:pt x="134111" y="124967"/>
                </a:lnTo>
                <a:lnTo>
                  <a:pt x="134111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8" name="Google Shape;4298;p167"/>
          <p:cNvSpPr/>
          <p:nvPr/>
        </p:nvSpPr>
        <p:spPr>
          <a:xfrm>
            <a:off x="8331707" y="3512820"/>
            <a:ext cx="134620" cy="127000"/>
          </a:xfrm>
          <a:custGeom>
            <a:rect b="b" l="l" r="r" t="t"/>
            <a:pathLst>
              <a:path extrusionOk="0" h="127000" w="134620">
                <a:moveTo>
                  <a:pt x="0" y="126491"/>
                </a:moveTo>
                <a:lnTo>
                  <a:pt x="134111" y="126491"/>
                </a:lnTo>
                <a:lnTo>
                  <a:pt x="134111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noFill/>
          <a:ln cap="flat" cmpd="sng" w="12175">
            <a:solidFill>
              <a:srgbClr val="417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9" name="Google Shape;4299;p16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173491" y="3607386"/>
            <a:ext cx="142470" cy="13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0" name="Google Shape;4300;p16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31864" y="3424428"/>
            <a:ext cx="241553" cy="17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301" name="Google Shape;4301;p167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2" name="Google Shape;4302;p16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3" name="Google Shape;4303;p167"/>
          <p:cNvSpPr/>
          <p:nvPr/>
        </p:nvSpPr>
        <p:spPr>
          <a:xfrm>
            <a:off x="1001267" y="2247900"/>
            <a:ext cx="291465" cy="224154"/>
          </a:xfrm>
          <a:custGeom>
            <a:rect b="b" l="l" r="r" t="t"/>
            <a:pathLst>
              <a:path extrusionOk="0" h="224155" w="291465">
                <a:moveTo>
                  <a:pt x="253745" y="0"/>
                </a:moveTo>
                <a:lnTo>
                  <a:pt x="37337" y="0"/>
                </a:lnTo>
                <a:lnTo>
                  <a:pt x="22802" y="2940"/>
                </a:lnTo>
                <a:lnTo>
                  <a:pt x="10934" y="10953"/>
                </a:lnTo>
                <a:lnTo>
                  <a:pt x="2933" y="22824"/>
                </a:lnTo>
                <a:lnTo>
                  <a:pt x="0" y="37337"/>
                </a:lnTo>
                <a:lnTo>
                  <a:pt x="0" y="186689"/>
                </a:lnTo>
                <a:lnTo>
                  <a:pt x="2933" y="201203"/>
                </a:lnTo>
                <a:lnTo>
                  <a:pt x="10934" y="213074"/>
                </a:lnTo>
                <a:lnTo>
                  <a:pt x="22802" y="221087"/>
                </a:lnTo>
                <a:lnTo>
                  <a:pt x="37337" y="224027"/>
                </a:lnTo>
                <a:lnTo>
                  <a:pt x="253745" y="224027"/>
                </a:lnTo>
                <a:lnTo>
                  <a:pt x="268259" y="221087"/>
                </a:lnTo>
                <a:lnTo>
                  <a:pt x="280130" y="213074"/>
                </a:lnTo>
                <a:lnTo>
                  <a:pt x="288143" y="201203"/>
                </a:lnTo>
                <a:lnTo>
                  <a:pt x="291084" y="186689"/>
                </a:lnTo>
                <a:lnTo>
                  <a:pt x="291084" y="37337"/>
                </a:lnTo>
                <a:lnTo>
                  <a:pt x="288143" y="22824"/>
                </a:lnTo>
                <a:lnTo>
                  <a:pt x="280130" y="10953"/>
                </a:lnTo>
                <a:lnTo>
                  <a:pt x="268259" y="2940"/>
                </a:lnTo>
                <a:lnTo>
                  <a:pt x="253745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4" name="Google Shape;4304;p167"/>
          <p:cNvSpPr txBox="1"/>
          <p:nvPr/>
        </p:nvSpPr>
        <p:spPr>
          <a:xfrm>
            <a:off x="1074521" y="2254758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8" name="Shape 4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9" name="Google Shape;430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0" name="Google Shape;4310;p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1" name="Google Shape;4311;p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312" name="Google Shape;4312;p168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3" name="Google Shape;4313;p1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4" name="Google Shape;4314;p1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623310" cy="162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5" name="Google Shape;4315;p168"/>
          <p:cNvGrpSpPr/>
          <p:nvPr/>
        </p:nvGrpSpPr>
        <p:grpSpPr>
          <a:xfrm>
            <a:off x="1001267" y="2199132"/>
            <a:ext cx="5159502" cy="2772918"/>
            <a:chOff x="1001267" y="2199132"/>
            <a:chExt cx="5159502" cy="2772918"/>
          </a:xfrm>
        </p:grpSpPr>
        <p:pic>
          <p:nvPicPr>
            <p:cNvPr id="4316" name="Google Shape;4316;p16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34795" y="2241804"/>
              <a:ext cx="5125974" cy="2730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7" name="Google Shape;4317;p168"/>
            <p:cNvSpPr/>
            <p:nvPr/>
          </p:nvSpPr>
          <p:spPr>
            <a:xfrm>
              <a:off x="1001267" y="2199132"/>
              <a:ext cx="291465" cy="224154"/>
            </a:xfrm>
            <a:custGeom>
              <a:rect b="b" l="l" r="r" t="t"/>
              <a:pathLst>
                <a:path extrusionOk="0" h="224155" w="291465">
                  <a:moveTo>
                    <a:pt x="253745" y="0"/>
                  </a:moveTo>
                  <a:lnTo>
                    <a:pt x="37337" y="0"/>
                  </a:lnTo>
                  <a:lnTo>
                    <a:pt x="22802" y="2940"/>
                  </a:lnTo>
                  <a:lnTo>
                    <a:pt x="10934" y="10953"/>
                  </a:lnTo>
                  <a:lnTo>
                    <a:pt x="2933" y="22824"/>
                  </a:lnTo>
                  <a:lnTo>
                    <a:pt x="0" y="37337"/>
                  </a:lnTo>
                  <a:lnTo>
                    <a:pt x="0" y="186689"/>
                  </a:lnTo>
                  <a:lnTo>
                    <a:pt x="2933" y="201203"/>
                  </a:lnTo>
                  <a:lnTo>
                    <a:pt x="10934" y="213074"/>
                  </a:lnTo>
                  <a:lnTo>
                    <a:pt x="22802" y="221087"/>
                  </a:lnTo>
                  <a:lnTo>
                    <a:pt x="37337" y="224027"/>
                  </a:lnTo>
                  <a:lnTo>
                    <a:pt x="253745" y="224027"/>
                  </a:lnTo>
                  <a:lnTo>
                    <a:pt x="268259" y="221087"/>
                  </a:lnTo>
                  <a:lnTo>
                    <a:pt x="280130" y="213074"/>
                  </a:lnTo>
                  <a:lnTo>
                    <a:pt x="288143" y="201203"/>
                  </a:lnTo>
                  <a:lnTo>
                    <a:pt x="291084" y="186689"/>
                  </a:lnTo>
                  <a:lnTo>
                    <a:pt x="291084" y="37337"/>
                  </a:lnTo>
                  <a:lnTo>
                    <a:pt x="288143" y="22824"/>
                  </a:lnTo>
                  <a:lnTo>
                    <a:pt x="280130" y="10953"/>
                  </a:lnTo>
                  <a:lnTo>
                    <a:pt x="268259" y="2940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8" name="Google Shape;4318;p168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9" name="Google Shape;4319;p16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0" name="Google Shape;4320;p168"/>
          <p:cNvSpPr txBox="1"/>
          <p:nvPr/>
        </p:nvSpPr>
        <p:spPr>
          <a:xfrm>
            <a:off x="1074521" y="2205609"/>
            <a:ext cx="14859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4" name="Shape 4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5" name="Google Shape;4325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543" y="6524434"/>
            <a:ext cx="11192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6" name="Google Shape;4326;p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7" name="Google Shape;4327;p1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328" name="Google Shape;4328;p169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9" name="Google Shape;4329;p1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1" y="1519427"/>
            <a:ext cx="1610106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0" name="Google Shape;4330;p1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766566" cy="16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1" name="Google Shape;4331;p1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1539" y="3913632"/>
            <a:ext cx="4632198" cy="4594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2" name="Google Shape;4332;p169"/>
          <p:cNvGrpSpPr/>
          <p:nvPr/>
        </p:nvGrpSpPr>
        <p:grpSpPr>
          <a:xfrm>
            <a:off x="3931920" y="2453627"/>
            <a:ext cx="2038350" cy="1049286"/>
            <a:chOff x="3931920" y="2453627"/>
            <a:chExt cx="2038350" cy="1049286"/>
          </a:xfrm>
        </p:grpSpPr>
        <p:pic>
          <p:nvPicPr>
            <p:cNvPr id="4333" name="Google Shape;4333;p16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931920" y="2453627"/>
              <a:ext cx="2038350" cy="1049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4" name="Google Shape;4334;p16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826508" y="2827020"/>
              <a:ext cx="249936" cy="3078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5" name="Google Shape;4335;p16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090416" y="3203448"/>
              <a:ext cx="116586" cy="217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6" name="Google Shape;4336;p16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55692" y="3203448"/>
              <a:ext cx="115062" cy="2171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37" name="Google Shape;4337;p169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8" name="Google Shape;4338;p16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2" name="Shape 4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3" name="Google Shape;4343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219" y="6524434"/>
            <a:ext cx="10277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4" name="Google Shape;4344;p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5" name="Google Shape;4345;p1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346" name="Google Shape;4346;p170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7" name="Google Shape;4347;p1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1519427"/>
            <a:ext cx="2321814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8" name="Google Shape;4348;p1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2218182" cy="409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9" name="Google Shape;4349;p170"/>
          <p:cNvGrpSpPr/>
          <p:nvPr/>
        </p:nvGrpSpPr>
        <p:grpSpPr>
          <a:xfrm>
            <a:off x="1328927" y="3163823"/>
            <a:ext cx="1300480" cy="721360"/>
            <a:chOff x="1328927" y="3163823"/>
            <a:chExt cx="1300480" cy="721360"/>
          </a:xfrm>
        </p:grpSpPr>
        <p:sp>
          <p:nvSpPr>
            <p:cNvPr id="4350" name="Google Shape;4350;p170"/>
            <p:cNvSpPr/>
            <p:nvPr/>
          </p:nvSpPr>
          <p:spPr>
            <a:xfrm>
              <a:off x="1328927" y="3163823"/>
              <a:ext cx="1300480" cy="721360"/>
            </a:xfrm>
            <a:custGeom>
              <a:rect b="b" l="l" r="r" t="t"/>
              <a:pathLst>
                <a:path extrusionOk="0" h="721360" w="1300480">
                  <a:moveTo>
                    <a:pt x="1262253" y="0"/>
                  </a:moveTo>
                  <a:lnTo>
                    <a:pt x="37718" y="0"/>
                  </a:lnTo>
                  <a:lnTo>
                    <a:pt x="23038" y="2964"/>
                  </a:lnTo>
                  <a:lnTo>
                    <a:pt x="11048" y="11049"/>
                  </a:lnTo>
                  <a:lnTo>
                    <a:pt x="2964" y="23038"/>
                  </a:lnTo>
                  <a:lnTo>
                    <a:pt x="0" y="37718"/>
                  </a:lnTo>
                  <a:lnTo>
                    <a:pt x="0" y="683132"/>
                  </a:lnTo>
                  <a:lnTo>
                    <a:pt x="2964" y="697813"/>
                  </a:lnTo>
                  <a:lnTo>
                    <a:pt x="11049" y="709802"/>
                  </a:lnTo>
                  <a:lnTo>
                    <a:pt x="23038" y="717887"/>
                  </a:lnTo>
                  <a:lnTo>
                    <a:pt x="37718" y="720851"/>
                  </a:lnTo>
                  <a:lnTo>
                    <a:pt x="1262253" y="720851"/>
                  </a:lnTo>
                  <a:lnTo>
                    <a:pt x="1276933" y="717887"/>
                  </a:lnTo>
                  <a:lnTo>
                    <a:pt x="1288923" y="709802"/>
                  </a:lnTo>
                  <a:lnTo>
                    <a:pt x="1297007" y="697813"/>
                  </a:lnTo>
                  <a:lnTo>
                    <a:pt x="1299972" y="683132"/>
                  </a:lnTo>
                  <a:lnTo>
                    <a:pt x="1299972" y="37718"/>
                  </a:lnTo>
                  <a:lnTo>
                    <a:pt x="1297007" y="23038"/>
                  </a:lnTo>
                  <a:lnTo>
                    <a:pt x="1288923" y="11048"/>
                  </a:lnTo>
                  <a:lnTo>
                    <a:pt x="1276933" y="2964"/>
                  </a:lnTo>
                  <a:lnTo>
                    <a:pt x="1262253" y="0"/>
                  </a:lnTo>
                  <a:close/>
                </a:path>
              </a:pathLst>
            </a:custGeom>
            <a:solidFill>
              <a:srgbClr val="CFE1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1" name="Google Shape;4351;p170"/>
            <p:cNvSpPr/>
            <p:nvPr/>
          </p:nvSpPr>
          <p:spPr>
            <a:xfrm>
              <a:off x="1328927" y="3163823"/>
              <a:ext cx="1300480" cy="721360"/>
            </a:xfrm>
            <a:custGeom>
              <a:rect b="b" l="l" r="r" t="t"/>
              <a:pathLst>
                <a:path extrusionOk="0" h="721360" w="1300480">
                  <a:moveTo>
                    <a:pt x="0" y="37718"/>
                  </a:moveTo>
                  <a:lnTo>
                    <a:pt x="2964" y="23038"/>
                  </a:lnTo>
                  <a:lnTo>
                    <a:pt x="11048" y="11049"/>
                  </a:lnTo>
                  <a:lnTo>
                    <a:pt x="23038" y="2964"/>
                  </a:lnTo>
                  <a:lnTo>
                    <a:pt x="37718" y="0"/>
                  </a:lnTo>
                  <a:lnTo>
                    <a:pt x="1262253" y="0"/>
                  </a:lnTo>
                  <a:lnTo>
                    <a:pt x="1276933" y="2964"/>
                  </a:lnTo>
                  <a:lnTo>
                    <a:pt x="1288923" y="11048"/>
                  </a:lnTo>
                  <a:lnTo>
                    <a:pt x="1297007" y="23038"/>
                  </a:lnTo>
                  <a:lnTo>
                    <a:pt x="1299972" y="37718"/>
                  </a:lnTo>
                  <a:lnTo>
                    <a:pt x="1299972" y="683132"/>
                  </a:lnTo>
                  <a:lnTo>
                    <a:pt x="1297007" y="697813"/>
                  </a:lnTo>
                  <a:lnTo>
                    <a:pt x="1288923" y="709802"/>
                  </a:lnTo>
                  <a:lnTo>
                    <a:pt x="1276933" y="717887"/>
                  </a:lnTo>
                  <a:lnTo>
                    <a:pt x="1262253" y="720851"/>
                  </a:lnTo>
                  <a:lnTo>
                    <a:pt x="37718" y="720851"/>
                  </a:lnTo>
                  <a:lnTo>
                    <a:pt x="23038" y="717887"/>
                  </a:lnTo>
                  <a:lnTo>
                    <a:pt x="11049" y="709802"/>
                  </a:lnTo>
                  <a:lnTo>
                    <a:pt x="2964" y="697813"/>
                  </a:lnTo>
                  <a:lnTo>
                    <a:pt x="0" y="683132"/>
                  </a:lnTo>
                  <a:lnTo>
                    <a:pt x="0" y="37718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52" name="Google Shape;4352;p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3980" y="4355528"/>
            <a:ext cx="255295" cy="229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3" name="Google Shape;4353;p170"/>
          <p:cNvSpPr/>
          <p:nvPr/>
        </p:nvSpPr>
        <p:spPr>
          <a:xfrm>
            <a:off x="1468374" y="3885438"/>
            <a:ext cx="76200" cy="360045"/>
          </a:xfrm>
          <a:custGeom>
            <a:rect b="b" l="l" r="r" t="t"/>
            <a:pathLst>
              <a:path extrusionOk="0" h="360045" w="76200">
                <a:moveTo>
                  <a:pt x="48006" y="63500"/>
                </a:moveTo>
                <a:lnTo>
                  <a:pt x="28193" y="63500"/>
                </a:lnTo>
                <a:lnTo>
                  <a:pt x="28193" y="360044"/>
                </a:lnTo>
                <a:lnTo>
                  <a:pt x="48006" y="360044"/>
                </a:lnTo>
                <a:lnTo>
                  <a:pt x="48006" y="63500"/>
                </a:lnTo>
                <a:close/>
              </a:path>
              <a:path extrusionOk="0" h="360045" w="76200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360045" w="76200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4" name="Google Shape;4354;p170"/>
          <p:cNvSpPr/>
          <p:nvPr/>
        </p:nvSpPr>
        <p:spPr>
          <a:xfrm>
            <a:off x="2629661" y="3275838"/>
            <a:ext cx="288290" cy="76200"/>
          </a:xfrm>
          <a:custGeom>
            <a:rect b="b" l="l" r="r" t="t"/>
            <a:pathLst>
              <a:path extrusionOk="0" h="76200" w="288289">
                <a:moveTo>
                  <a:pt x="211836" y="0"/>
                </a:moveTo>
                <a:lnTo>
                  <a:pt x="211836" y="76200"/>
                </a:lnTo>
                <a:lnTo>
                  <a:pt x="268223" y="48006"/>
                </a:lnTo>
                <a:lnTo>
                  <a:pt x="224536" y="48006"/>
                </a:lnTo>
                <a:lnTo>
                  <a:pt x="224536" y="28194"/>
                </a:lnTo>
                <a:lnTo>
                  <a:pt x="268224" y="28194"/>
                </a:lnTo>
                <a:lnTo>
                  <a:pt x="211836" y="0"/>
                </a:lnTo>
                <a:close/>
              </a:path>
              <a:path extrusionOk="0" h="76200" w="288289">
                <a:moveTo>
                  <a:pt x="211836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211836" y="48006"/>
                </a:lnTo>
                <a:lnTo>
                  <a:pt x="211836" y="28194"/>
                </a:lnTo>
                <a:close/>
              </a:path>
              <a:path extrusionOk="0" h="76200" w="288289">
                <a:moveTo>
                  <a:pt x="268224" y="28194"/>
                </a:moveTo>
                <a:lnTo>
                  <a:pt x="224536" y="28194"/>
                </a:lnTo>
                <a:lnTo>
                  <a:pt x="224536" y="48006"/>
                </a:lnTo>
                <a:lnTo>
                  <a:pt x="268223" y="48006"/>
                </a:lnTo>
                <a:lnTo>
                  <a:pt x="288036" y="38100"/>
                </a:lnTo>
                <a:lnTo>
                  <a:pt x="268224" y="28194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5" name="Google Shape;4355;p170"/>
          <p:cNvGrpSpPr/>
          <p:nvPr/>
        </p:nvGrpSpPr>
        <p:grpSpPr>
          <a:xfrm>
            <a:off x="2629661" y="3163823"/>
            <a:ext cx="1606042" cy="721360"/>
            <a:chOff x="2629661" y="3163823"/>
            <a:chExt cx="1606042" cy="721360"/>
          </a:xfrm>
        </p:grpSpPr>
        <p:sp>
          <p:nvSpPr>
            <p:cNvPr id="4356" name="Google Shape;4356;p170"/>
            <p:cNvSpPr/>
            <p:nvPr/>
          </p:nvSpPr>
          <p:spPr>
            <a:xfrm>
              <a:off x="2629661" y="3697985"/>
              <a:ext cx="288290" cy="76200"/>
            </a:xfrm>
            <a:custGeom>
              <a:rect b="b" l="l" r="r" t="t"/>
              <a:pathLst>
                <a:path extrusionOk="0" h="76200" w="288289">
                  <a:moveTo>
                    <a:pt x="211836" y="0"/>
                  </a:moveTo>
                  <a:lnTo>
                    <a:pt x="211836" y="76200"/>
                  </a:lnTo>
                  <a:lnTo>
                    <a:pt x="268224" y="48006"/>
                  </a:lnTo>
                  <a:lnTo>
                    <a:pt x="224536" y="48006"/>
                  </a:lnTo>
                  <a:lnTo>
                    <a:pt x="224536" y="28193"/>
                  </a:lnTo>
                  <a:lnTo>
                    <a:pt x="268224" y="28193"/>
                  </a:lnTo>
                  <a:lnTo>
                    <a:pt x="211836" y="0"/>
                  </a:lnTo>
                  <a:close/>
                </a:path>
                <a:path extrusionOk="0" h="76200" w="288289">
                  <a:moveTo>
                    <a:pt x="211836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211836" y="48006"/>
                  </a:lnTo>
                  <a:lnTo>
                    <a:pt x="211836" y="28193"/>
                  </a:lnTo>
                  <a:close/>
                </a:path>
                <a:path extrusionOk="0" h="76200" w="288289">
                  <a:moveTo>
                    <a:pt x="268224" y="28193"/>
                  </a:moveTo>
                  <a:lnTo>
                    <a:pt x="224536" y="28193"/>
                  </a:lnTo>
                  <a:lnTo>
                    <a:pt x="224536" y="48006"/>
                  </a:lnTo>
                  <a:lnTo>
                    <a:pt x="268224" y="48006"/>
                  </a:lnTo>
                  <a:lnTo>
                    <a:pt x="288036" y="38100"/>
                  </a:lnTo>
                  <a:lnTo>
                    <a:pt x="268224" y="28193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170"/>
            <p:cNvSpPr/>
            <p:nvPr/>
          </p:nvSpPr>
          <p:spPr>
            <a:xfrm>
              <a:off x="2935223" y="3163823"/>
              <a:ext cx="1300480" cy="721360"/>
            </a:xfrm>
            <a:custGeom>
              <a:rect b="b" l="l" r="r" t="t"/>
              <a:pathLst>
                <a:path extrusionOk="0" h="721360" w="1300479">
                  <a:moveTo>
                    <a:pt x="1262252" y="0"/>
                  </a:moveTo>
                  <a:lnTo>
                    <a:pt x="37718" y="0"/>
                  </a:lnTo>
                  <a:lnTo>
                    <a:pt x="23038" y="2964"/>
                  </a:lnTo>
                  <a:lnTo>
                    <a:pt x="11049" y="11049"/>
                  </a:lnTo>
                  <a:lnTo>
                    <a:pt x="2964" y="23038"/>
                  </a:lnTo>
                  <a:lnTo>
                    <a:pt x="0" y="37718"/>
                  </a:lnTo>
                  <a:lnTo>
                    <a:pt x="0" y="683132"/>
                  </a:lnTo>
                  <a:lnTo>
                    <a:pt x="2964" y="697813"/>
                  </a:lnTo>
                  <a:lnTo>
                    <a:pt x="11049" y="709802"/>
                  </a:lnTo>
                  <a:lnTo>
                    <a:pt x="23038" y="717887"/>
                  </a:lnTo>
                  <a:lnTo>
                    <a:pt x="37718" y="720851"/>
                  </a:lnTo>
                  <a:lnTo>
                    <a:pt x="1262252" y="720851"/>
                  </a:lnTo>
                  <a:lnTo>
                    <a:pt x="1276933" y="717887"/>
                  </a:lnTo>
                  <a:lnTo>
                    <a:pt x="1288923" y="709802"/>
                  </a:lnTo>
                  <a:lnTo>
                    <a:pt x="1297007" y="697813"/>
                  </a:lnTo>
                  <a:lnTo>
                    <a:pt x="1299972" y="683132"/>
                  </a:lnTo>
                  <a:lnTo>
                    <a:pt x="1299972" y="37718"/>
                  </a:lnTo>
                  <a:lnTo>
                    <a:pt x="1297007" y="23038"/>
                  </a:lnTo>
                  <a:lnTo>
                    <a:pt x="1288923" y="11048"/>
                  </a:lnTo>
                  <a:lnTo>
                    <a:pt x="1276933" y="2964"/>
                  </a:lnTo>
                  <a:lnTo>
                    <a:pt x="1262252" y="0"/>
                  </a:lnTo>
                  <a:close/>
                </a:path>
              </a:pathLst>
            </a:custGeom>
            <a:solidFill>
              <a:srgbClr val="CFE1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8" name="Google Shape;4358;p170"/>
            <p:cNvSpPr/>
            <p:nvPr/>
          </p:nvSpPr>
          <p:spPr>
            <a:xfrm>
              <a:off x="2935223" y="3163823"/>
              <a:ext cx="1300480" cy="721360"/>
            </a:xfrm>
            <a:custGeom>
              <a:rect b="b" l="l" r="r" t="t"/>
              <a:pathLst>
                <a:path extrusionOk="0" h="721360" w="1300479">
                  <a:moveTo>
                    <a:pt x="0" y="37718"/>
                  </a:moveTo>
                  <a:lnTo>
                    <a:pt x="2964" y="23038"/>
                  </a:lnTo>
                  <a:lnTo>
                    <a:pt x="11049" y="11049"/>
                  </a:lnTo>
                  <a:lnTo>
                    <a:pt x="23038" y="2964"/>
                  </a:lnTo>
                  <a:lnTo>
                    <a:pt x="37718" y="0"/>
                  </a:lnTo>
                  <a:lnTo>
                    <a:pt x="1262252" y="0"/>
                  </a:lnTo>
                  <a:lnTo>
                    <a:pt x="1276933" y="2964"/>
                  </a:lnTo>
                  <a:lnTo>
                    <a:pt x="1288923" y="11048"/>
                  </a:lnTo>
                  <a:lnTo>
                    <a:pt x="1297007" y="23038"/>
                  </a:lnTo>
                  <a:lnTo>
                    <a:pt x="1299972" y="37718"/>
                  </a:lnTo>
                  <a:lnTo>
                    <a:pt x="1299972" y="683132"/>
                  </a:lnTo>
                  <a:lnTo>
                    <a:pt x="1297007" y="697813"/>
                  </a:lnTo>
                  <a:lnTo>
                    <a:pt x="1288923" y="709802"/>
                  </a:lnTo>
                  <a:lnTo>
                    <a:pt x="1276933" y="717887"/>
                  </a:lnTo>
                  <a:lnTo>
                    <a:pt x="1262252" y="720851"/>
                  </a:lnTo>
                  <a:lnTo>
                    <a:pt x="37718" y="720851"/>
                  </a:lnTo>
                  <a:lnTo>
                    <a:pt x="23038" y="717887"/>
                  </a:lnTo>
                  <a:lnTo>
                    <a:pt x="11049" y="709802"/>
                  </a:lnTo>
                  <a:lnTo>
                    <a:pt x="2964" y="697813"/>
                  </a:lnTo>
                  <a:lnTo>
                    <a:pt x="0" y="683132"/>
                  </a:lnTo>
                  <a:lnTo>
                    <a:pt x="0" y="37718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59" name="Google Shape;4359;p1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3323" y="4355566"/>
            <a:ext cx="249212" cy="227863"/>
          </a:xfrm>
          <a:prstGeom prst="rect">
            <a:avLst/>
          </a:prstGeom>
          <a:noFill/>
          <a:ln>
            <a:noFill/>
          </a:ln>
        </p:spPr>
      </p:pic>
      <p:sp>
        <p:nvSpPr>
          <p:cNvPr id="4360" name="Google Shape;4360;p170"/>
          <p:cNvSpPr/>
          <p:nvPr/>
        </p:nvSpPr>
        <p:spPr>
          <a:xfrm>
            <a:off x="3074670" y="3885438"/>
            <a:ext cx="76200" cy="360045"/>
          </a:xfrm>
          <a:custGeom>
            <a:rect b="b" l="l" r="r" t="t"/>
            <a:pathLst>
              <a:path extrusionOk="0" h="360045" w="76200">
                <a:moveTo>
                  <a:pt x="48006" y="63500"/>
                </a:moveTo>
                <a:lnTo>
                  <a:pt x="28193" y="63500"/>
                </a:lnTo>
                <a:lnTo>
                  <a:pt x="28193" y="360044"/>
                </a:lnTo>
                <a:lnTo>
                  <a:pt x="48006" y="360044"/>
                </a:lnTo>
                <a:lnTo>
                  <a:pt x="48006" y="63500"/>
                </a:lnTo>
                <a:close/>
              </a:path>
              <a:path extrusionOk="0" h="360045" w="76200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360045" w="76200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1" name="Google Shape;4361;p170"/>
          <p:cNvSpPr/>
          <p:nvPr/>
        </p:nvSpPr>
        <p:spPr>
          <a:xfrm>
            <a:off x="4235958" y="3275838"/>
            <a:ext cx="288290" cy="76200"/>
          </a:xfrm>
          <a:custGeom>
            <a:rect b="b" l="l" r="r" t="t"/>
            <a:pathLst>
              <a:path extrusionOk="0" h="76200" w="288289">
                <a:moveTo>
                  <a:pt x="211836" y="0"/>
                </a:moveTo>
                <a:lnTo>
                  <a:pt x="211836" y="76200"/>
                </a:lnTo>
                <a:lnTo>
                  <a:pt x="268223" y="48006"/>
                </a:lnTo>
                <a:lnTo>
                  <a:pt x="224536" y="48006"/>
                </a:lnTo>
                <a:lnTo>
                  <a:pt x="224536" y="28194"/>
                </a:lnTo>
                <a:lnTo>
                  <a:pt x="268224" y="28194"/>
                </a:lnTo>
                <a:lnTo>
                  <a:pt x="211836" y="0"/>
                </a:lnTo>
                <a:close/>
              </a:path>
              <a:path extrusionOk="0" h="76200" w="288289">
                <a:moveTo>
                  <a:pt x="211836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211836" y="48006"/>
                </a:lnTo>
                <a:lnTo>
                  <a:pt x="211836" y="28194"/>
                </a:lnTo>
                <a:close/>
              </a:path>
              <a:path extrusionOk="0" h="76200" w="288289">
                <a:moveTo>
                  <a:pt x="268224" y="28194"/>
                </a:moveTo>
                <a:lnTo>
                  <a:pt x="224536" y="28194"/>
                </a:lnTo>
                <a:lnTo>
                  <a:pt x="224536" y="48006"/>
                </a:lnTo>
                <a:lnTo>
                  <a:pt x="268223" y="48006"/>
                </a:lnTo>
                <a:lnTo>
                  <a:pt x="288036" y="38100"/>
                </a:lnTo>
                <a:lnTo>
                  <a:pt x="268224" y="28194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2" name="Google Shape;4362;p170"/>
          <p:cNvGrpSpPr/>
          <p:nvPr/>
        </p:nvGrpSpPr>
        <p:grpSpPr>
          <a:xfrm>
            <a:off x="4235958" y="3163823"/>
            <a:ext cx="1606042" cy="721360"/>
            <a:chOff x="4235958" y="3163823"/>
            <a:chExt cx="1606042" cy="721360"/>
          </a:xfrm>
        </p:grpSpPr>
        <p:sp>
          <p:nvSpPr>
            <p:cNvPr id="4363" name="Google Shape;4363;p170"/>
            <p:cNvSpPr/>
            <p:nvPr/>
          </p:nvSpPr>
          <p:spPr>
            <a:xfrm>
              <a:off x="4235958" y="3697985"/>
              <a:ext cx="288290" cy="76200"/>
            </a:xfrm>
            <a:custGeom>
              <a:rect b="b" l="l" r="r" t="t"/>
              <a:pathLst>
                <a:path extrusionOk="0" h="76200" w="288289">
                  <a:moveTo>
                    <a:pt x="211836" y="0"/>
                  </a:moveTo>
                  <a:lnTo>
                    <a:pt x="211836" y="76200"/>
                  </a:lnTo>
                  <a:lnTo>
                    <a:pt x="268224" y="48006"/>
                  </a:lnTo>
                  <a:lnTo>
                    <a:pt x="224536" y="48006"/>
                  </a:lnTo>
                  <a:lnTo>
                    <a:pt x="224536" y="28193"/>
                  </a:lnTo>
                  <a:lnTo>
                    <a:pt x="268224" y="28193"/>
                  </a:lnTo>
                  <a:lnTo>
                    <a:pt x="211836" y="0"/>
                  </a:lnTo>
                  <a:close/>
                </a:path>
                <a:path extrusionOk="0" h="76200" w="288289">
                  <a:moveTo>
                    <a:pt x="211836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211836" y="48006"/>
                  </a:lnTo>
                  <a:lnTo>
                    <a:pt x="211836" y="28193"/>
                  </a:lnTo>
                  <a:close/>
                </a:path>
                <a:path extrusionOk="0" h="76200" w="288289">
                  <a:moveTo>
                    <a:pt x="268224" y="28193"/>
                  </a:moveTo>
                  <a:lnTo>
                    <a:pt x="224536" y="28193"/>
                  </a:lnTo>
                  <a:lnTo>
                    <a:pt x="224536" y="48006"/>
                  </a:lnTo>
                  <a:lnTo>
                    <a:pt x="268224" y="48006"/>
                  </a:lnTo>
                  <a:lnTo>
                    <a:pt x="288036" y="38100"/>
                  </a:lnTo>
                  <a:lnTo>
                    <a:pt x="268224" y="28193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170"/>
            <p:cNvSpPr/>
            <p:nvPr/>
          </p:nvSpPr>
          <p:spPr>
            <a:xfrm>
              <a:off x="4541520" y="3163823"/>
              <a:ext cx="1300480" cy="721360"/>
            </a:xfrm>
            <a:custGeom>
              <a:rect b="b" l="l" r="r" t="t"/>
              <a:pathLst>
                <a:path extrusionOk="0" h="721360" w="1300479">
                  <a:moveTo>
                    <a:pt x="1262252" y="0"/>
                  </a:moveTo>
                  <a:lnTo>
                    <a:pt x="37718" y="0"/>
                  </a:lnTo>
                  <a:lnTo>
                    <a:pt x="23038" y="2964"/>
                  </a:lnTo>
                  <a:lnTo>
                    <a:pt x="11048" y="11049"/>
                  </a:lnTo>
                  <a:lnTo>
                    <a:pt x="2964" y="23038"/>
                  </a:lnTo>
                  <a:lnTo>
                    <a:pt x="0" y="37718"/>
                  </a:lnTo>
                  <a:lnTo>
                    <a:pt x="0" y="683132"/>
                  </a:lnTo>
                  <a:lnTo>
                    <a:pt x="2964" y="697813"/>
                  </a:lnTo>
                  <a:lnTo>
                    <a:pt x="11049" y="709802"/>
                  </a:lnTo>
                  <a:lnTo>
                    <a:pt x="23038" y="717887"/>
                  </a:lnTo>
                  <a:lnTo>
                    <a:pt x="37718" y="720851"/>
                  </a:lnTo>
                  <a:lnTo>
                    <a:pt x="1262252" y="720851"/>
                  </a:lnTo>
                  <a:lnTo>
                    <a:pt x="1276933" y="717887"/>
                  </a:lnTo>
                  <a:lnTo>
                    <a:pt x="1288923" y="709802"/>
                  </a:lnTo>
                  <a:lnTo>
                    <a:pt x="1297007" y="697813"/>
                  </a:lnTo>
                  <a:lnTo>
                    <a:pt x="1299971" y="683132"/>
                  </a:lnTo>
                  <a:lnTo>
                    <a:pt x="1299971" y="37718"/>
                  </a:lnTo>
                  <a:lnTo>
                    <a:pt x="1297007" y="23038"/>
                  </a:lnTo>
                  <a:lnTo>
                    <a:pt x="1288922" y="11048"/>
                  </a:lnTo>
                  <a:lnTo>
                    <a:pt x="1276933" y="2964"/>
                  </a:lnTo>
                  <a:lnTo>
                    <a:pt x="1262252" y="0"/>
                  </a:lnTo>
                  <a:close/>
                </a:path>
              </a:pathLst>
            </a:custGeom>
            <a:solidFill>
              <a:srgbClr val="CFE1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170"/>
            <p:cNvSpPr/>
            <p:nvPr/>
          </p:nvSpPr>
          <p:spPr>
            <a:xfrm>
              <a:off x="4541520" y="3163823"/>
              <a:ext cx="1300480" cy="721360"/>
            </a:xfrm>
            <a:custGeom>
              <a:rect b="b" l="l" r="r" t="t"/>
              <a:pathLst>
                <a:path extrusionOk="0" h="721360" w="1300479">
                  <a:moveTo>
                    <a:pt x="0" y="37718"/>
                  </a:moveTo>
                  <a:lnTo>
                    <a:pt x="2964" y="23038"/>
                  </a:lnTo>
                  <a:lnTo>
                    <a:pt x="11048" y="11049"/>
                  </a:lnTo>
                  <a:lnTo>
                    <a:pt x="23038" y="2964"/>
                  </a:lnTo>
                  <a:lnTo>
                    <a:pt x="37718" y="0"/>
                  </a:lnTo>
                  <a:lnTo>
                    <a:pt x="1262252" y="0"/>
                  </a:lnTo>
                  <a:lnTo>
                    <a:pt x="1276933" y="2964"/>
                  </a:lnTo>
                  <a:lnTo>
                    <a:pt x="1288922" y="11048"/>
                  </a:lnTo>
                  <a:lnTo>
                    <a:pt x="1297007" y="23038"/>
                  </a:lnTo>
                  <a:lnTo>
                    <a:pt x="1299971" y="37718"/>
                  </a:lnTo>
                  <a:lnTo>
                    <a:pt x="1299971" y="683132"/>
                  </a:lnTo>
                  <a:lnTo>
                    <a:pt x="1297007" y="697813"/>
                  </a:lnTo>
                  <a:lnTo>
                    <a:pt x="1288923" y="709802"/>
                  </a:lnTo>
                  <a:lnTo>
                    <a:pt x="1276933" y="717887"/>
                  </a:lnTo>
                  <a:lnTo>
                    <a:pt x="1262252" y="720851"/>
                  </a:lnTo>
                  <a:lnTo>
                    <a:pt x="37718" y="720851"/>
                  </a:lnTo>
                  <a:lnTo>
                    <a:pt x="23038" y="717887"/>
                  </a:lnTo>
                  <a:lnTo>
                    <a:pt x="11049" y="709802"/>
                  </a:lnTo>
                  <a:lnTo>
                    <a:pt x="2964" y="697813"/>
                  </a:lnTo>
                  <a:lnTo>
                    <a:pt x="0" y="683132"/>
                  </a:lnTo>
                  <a:lnTo>
                    <a:pt x="0" y="37718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66" name="Google Shape;4366;p1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76571" y="4355566"/>
            <a:ext cx="252234" cy="227863"/>
          </a:xfrm>
          <a:prstGeom prst="rect">
            <a:avLst/>
          </a:prstGeom>
          <a:noFill/>
          <a:ln>
            <a:noFill/>
          </a:ln>
        </p:spPr>
      </p:pic>
      <p:sp>
        <p:nvSpPr>
          <p:cNvPr id="4367" name="Google Shape;4367;p170"/>
          <p:cNvSpPr/>
          <p:nvPr/>
        </p:nvSpPr>
        <p:spPr>
          <a:xfrm>
            <a:off x="4680965" y="3885438"/>
            <a:ext cx="76200" cy="360045"/>
          </a:xfrm>
          <a:custGeom>
            <a:rect b="b" l="l" r="r" t="t"/>
            <a:pathLst>
              <a:path extrusionOk="0" h="360045" w="76200">
                <a:moveTo>
                  <a:pt x="48006" y="63500"/>
                </a:moveTo>
                <a:lnTo>
                  <a:pt x="28194" y="63500"/>
                </a:lnTo>
                <a:lnTo>
                  <a:pt x="28194" y="360044"/>
                </a:lnTo>
                <a:lnTo>
                  <a:pt x="48006" y="360044"/>
                </a:lnTo>
                <a:lnTo>
                  <a:pt x="48006" y="63500"/>
                </a:lnTo>
                <a:close/>
              </a:path>
              <a:path extrusionOk="0" h="360045" w="76200">
                <a:moveTo>
                  <a:pt x="38100" y="0"/>
                </a:moveTo>
                <a:lnTo>
                  <a:pt x="0" y="76200"/>
                </a:lnTo>
                <a:lnTo>
                  <a:pt x="28194" y="76200"/>
                </a:lnTo>
                <a:lnTo>
                  <a:pt x="2819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360045" w="76200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8" name="Google Shape;4368;p170"/>
          <p:cNvSpPr/>
          <p:nvPr/>
        </p:nvSpPr>
        <p:spPr>
          <a:xfrm>
            <a:off x="5842253" y="3275838"/>
            <a:ext cx="288290" cy="76200"/>
          </a:xfrm>
          <a:custGeom>
            <a:rect b="b" l="l" r="r" t="t"/>
            <a:pathLst>
              <a:path extrusionOk="0" h="76200" w="288289">
                <a:moveTo>
                  <a:pt x="211836" y="0"/>
                </a:moveTo>
                <a:lnTo>
                  <a:pt x="211836" y="76200"/>
                </a:lnTo>
                <a:lnTo>
                  <a:pt x="268223" y="48006"/>
                </a:lnTo>
                <a:lnTo>
                  <a:pt x="224536" y="48006"/>
                </a:lnTo>
                <a:lnTo>
                  <a:pt x="224536" y="28194"/>
                </a:lnTo>
                <a:lnTo>
                  <a:pt x="268224" y="28194"/>
                </a:lnTo>
                <a:lnTo>
                  <a:pt x="211836" y="0"/>
                </a:lnTo>
                <a:close/>
              </a:path>
              <a:path extrusionOk="0" h="76200" w="288289">
                <a:moveTo>
                  <a:pt x="211836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211836" y="48006"/>
                </a:lnTo>
                <a:lnTo>
                  <a:pt x="211836" y="28194"/>
                </a:lnTo>
                <a:close/>
              </a:path>
              <a:path extrusionOk="0" h="76200" w="288289">
                <a:moveTo>
                  <a:pt x="268224" y="28194"/>
                </a:moveTo>
                <a:lnTo>
                  <a:pt x="224536" y="28194"/>
                </a:lnTo>
                <a:lnTo>
                  <a:pt x="224536" y="48006"/>
                </a:lnTo>
                <a:lnTo>
                  <a:pt x="268223" y="48006"/>
                </a:lnTo>
                <a:lnTo>
                  <a:pt x="288036" y="38100"/>
                </a:lnTo>
                <a:lnTo>
                  <a:pt x="268224" y="28194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9" name="Google Shape;4369;p170"/>
          <p:cNvSpPr/>
          <p:nvPr/>
        </p:nvSpPr>
        <p:spPr>
          <a:xfrm>
            <a:off x="5842253" y="3697985"/>
            <a:ext cx="288290" cy="76200"/>
          </a:xfrm>
          <a:custGeom>
            <a:rect b="b" l="l" r="r" t="t"/>
            <a:pathLst>
              <a:path extrusionOk="0" h="76200" w="288289">
                <a:moveTo>
                  <a:pt x="211836" y="0"/>
                </a:moveTo>
                <a:lnTo>
                  <a:pt x="211836" y="76200"/>
                </a:lnTo>
                <a:lnTo>
                  <a:pt x="268224" y="48006"/>
                </a:lnTo>
                <a:lnTo>
                  <a:pt x="224536" y="48006"/>
                </a:lnTo>
                <a:lnTo>
                  <a:pt x="224536" y="28193"/>
                </a:lnTo>
                <a:lnTo>
                  <a:pt x="268224" y="28193"/>
                </a:lnTo>
                <a:lnTo>
                  <a:pt x="211836" y="0"/>
                </a:lnTo>
                <a:close/>
              </a:path>
              <a:path extrusionOk="0" h="76200" w="288289">
                <a:moveTo>
                  <a:pt x="211836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211836" y="48006"/>
                </a:lnTo>
                <a:lnTo>
                  <a:pt x="211836" y="28193"/>
                </a:lnTo>
                <a:close/>
              </a:path>
              <a:path extrusionOk="0" h="76200" w="288289">
                <a:moveTo>
                  <a:pt x="268224" y="28193"/>
                </a:moveTo>
                <a:lnTo>
                  <a:pt x="224536" y="28193"/>
                </a:lnTo>
                <a:lnTo>
                  <a:pt x="224536" y="48006"/>
                </a:lnTo>
                <a:lnTo>
                  <a:pt x="268224" y="48006"/>
                </a:lnTo>
                <a:lnTo>
                  <a:pt x="288036" y="38100"/>
                </a:lnTo>
                <a:lnTo>
                  <a:pt x="268224" y="28193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70" name="Google Shape;4370;p170"/>
          <p:cNvGrpSpPr/>
          <p:nvPr/>
        </p:nvGrpSpPr>
        <p:grpSpPr>
          <a:xfrm>
            <a:off x="7162800" y="3166872"/>
            <a:ext cx="1300480" cy="719455"/>
            <a:chOff x="7162800" y="3166872"/>
            <a:chExt cx="1300480" cy="719455"/>
          </a:xfrm>
        </p:grpSpPr>
        <p:sp>
          <p:nvSpPr>
            <p:cNvPr id="4371" name="Google Shape;4371;p170"/>
            <p:cNvSpPr/>
            <p:nvPr/>
          </p:nvSpPr>
          <p:spPr>
            <a:xfrm>
              <a:off x="7162800" y="3166872"/>
              <a:ext cx="1300480" cy="719455"/>
            </a:xfrm>
            <a:custGeom>
              <a:rect b="b" l="l" r="r" t="t"/>
              <a:pathLst>
                <a:path extrusionOk="0" h="719454" w="1300479">
                  <a:moveTo>
                    <a:pt x="1262379" y="0"/>
                  </a:moveTo>
                  <a:lnTo>
                    <a:pt x="37592" y="0"/>
                  </a:lnTo>
                  <a:lnTo>
                    <a:pt x="22931" y="2944"/>
                  </a:lnTo>
                  <a:lnTo>
                    <a:pt x="10985" y="10985"/>
                  </a:lnTo>
                  <a:lnTo>
                    <a:pt x="2944" y="22931"/>
                  </a:lnTo>
                  <a:lnTo>
                    <a:pt x="0" y="37591"/>
                  </a:lnTo>
                  <a:lnTo>
                    <a:pt x="0" y="681735"/>
                  </a:lnTo>
                  <a:lnTo>
                    <a:pt x="2944" y="696396"/>
                  </a:lnTo>
                  <a:lnTo>
                    <a:pt x="10985" y="708342"/>
                  </a:lnTo>
                  <a:lnTo>
                    <a:pt x="22931" y="716383"/>
                  </a:lnTo>
                  <a:lnTo>
                    <a:pt x="37592" y="719327"/>
                  </a:lnTo>
                  <a:lnTo>
                    <a:pt x="1262379" y="719327"/>
                  </a:lnTo>
                  <a:lnTo>
                    <a:pt x="1277040" y="716383"/>
                  </a:lnTo>
                  <a:lnTo>
                    <a:pt x="1288986" y="708342"/>
                  </a:lnTo>
                  <a:lnTo>
                    <a:pt x="1297027" y="696396"/>
                  </a:lnTo>
                  <a:lnTo>
                    <a:pt x="1299972" y="681735"/>
                  </a:lnTo>
                  <a:lnTo>
                    <a:pt x="1299972" y="37591"/>
                  </a:lnTo>
                  <a:lnTo>
                    <a:pt x="1297027" y="22931"/>
                  </a:lnTo>
                  <a:lnTo>
                    <a:pt x="1288986" y="10985"/>
                  </a:lnTo>
                  <a:lnTo>
                    <a:pt x="1277040" y="2944"/>
                  </a:lnTo>
                  <a:lnTo>
                    <a:pt x="1262379" y="0"/>
                  </a:lnTo>
                  <a:close/>
                </a:path>
              </a:pathLst>
            </a:custGeom>
            <a:solidFill>
              <a:srgbClr val="CFE1F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2" name="Google Shape;4372;p170"/>
            <p:cNvSpPr/>
            <p:nvPr/>
          </p:nvSpPr>
          <p:spPr>
            <a:xfrm>
              <a:off x="7162800" y="3166872"/>
              <a:ext cx="1300480" cy="719455"/>
            </a:xfrm>
            <a:custGeom>
              <a:rect b="b" l="l" r="r" t="t"/>
              <a:pathLst>
                <a:path extrusionOk="0" h="719454" w="1300479">
                  <a:moveTo>
                    <a:pt x="0" y="37591"/>
                  </a:moveTo>
                  <a:lnTo>
                    <a:pt x="2944" y="22931"/>
                  </a:lnTo>
                  <a:lnTo>
                    <a:pt x="10985" y="10985"/>
                  </a:lnTo>
                  <a:lnTo>
                    <a:pt x="22931" y="2944"/>
                  </a:lnTo>
                  <a:lnTo>
                    <a:pt x="37592" y="0"/>
                  </a:lnTo>
                  <a:lnTo>
                    <a:pt x="1262379" y="0"/>
                  </a:lnTo>
                  <a:lnTo>
                    <a:pt x="1277040" y="2944"/>
                  </a:lnTo>
                  <a:lnTo>
                    <a:pt x="1288986" y="10985"/>
                  </a:lnTo>
                  <a:lnTo>
                    <a:pt x="1297027" y="22931"/>
                  </a:lnTo>
                  <a:lnTo>
                    <a:pt x="1299972" y="37591"/>
                  </a:lnTo>
                  <a:lnTo>
                    <a:pt x="1299972" y="681735"/>
                  </a:lnTo>
                  <a:lnTo>
                    <a:pt x="1297027" y="696396"/>
                  </a:lnTo>
                  <a:lnTo>
                    <a:pt x="1288986" y="708342"/>
                  </a:lnTo>
                  <a:lnTo>
                    <a:pt x="1277040" y="716383"/>
                  </a:lnTo>
                  <a:lnTo>
                    <a:pt x="1262379" y="719327"/>
                  </a:lnTo>
                  <a:lnTo>
                    <a:pt x="37592" y="719327"/>
                  </a:lnTo>
                  <a:lnTo>
                    <a:pt x="22931" y="716383"/>
                  </a:lnTo>
                  <a:lnTo>
                    <a:pt x="10985" y="708342"/>
                  </a:lnTo>
                  <a:lnTo>
                    <a:pt x="2944" y="696396"/>
                  </a:lnTo>
                  <a:lnTo>
                    <a:pt x="0" y="681735"/>
                  </a:lnTo>
                  <a:lnTo>
                    <a:pt x="0" y="37591"/>
                  </a:lnTo>
                  <a:close/>
                </a:path>
              </a:pathLst>
            </a:custGeom>
            <a:noFill/>
            <a:ln cap="flat" cmpd="sng" w="9525">
              <a:solidFill>
                <a:srgbClr val="183D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73" name="Google Shape;4373;p1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99376" y="4357090"/>
            <a:ext cx="255295" cy="227863"/>
          </a:xfrm>
          <a:prstGeom prst="rect">
            <a:avLst/>
          </a:prstGeom>
          <a:noFill/>
          <a:ln>
            <a:noFill/>
          </a:ln>
        </p:spPr>
      </p:pic>
      <p:sp>
        <p:nvSpPr>
          <p:cNvPr id="4374" name="Google Shape;4374;p170"/>
          <p:cNvSpPr/>
          <p:nvPr/>
        </p:nvSpPr>
        <p:spPr>
          <a:xfrm>
            <a:off x="7302245" y="3886961"/>
            <a:ext cx="76200" cy="360045"/>
          </a:xfrm>
          <a:custGeom>
            <a:rect b="b" l="l" r="r" t="t"/>
            <a:pathLst>
              <a:path extrusionOk="0" h="360045" w="76200">
                <a:moveTo>
                  <a:pt x="48005" y="63500"/>
                </a:moveTo>
                <a:lnTo>
                  <a:pt x="28194" y="63500"/>
                </a:lnTo>
                <a:lnTo>
                  <a:pt x="28194" y="360044"/>
                </a:lnTo>
                <a:lnTo>
                  <a:pt x="48005" y="360044"/>
                </a:lnTo>
                <a:lnTo>
                  <a:pt x="48005" y="63500"/>
                </a:lnTo>
                <a:close/>
              </a:path>
              <a:path extrusionOk="0" h="360045" w="76200">
                <a:moveTo>
                  <a:pt x="38100" y="0"/>
                </a:moveTo>
                <a:lnTo>
                  <a:pt x="0" y="76200"/>
                </a:lnTo>
                <a:lnTo>
                  <a:pt x="28194" y="76200"/>
                </a:lnTo>
                <a:lnTo>
                  <a:pt x="2819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360045" w="76200">
                <a:moveTo>
                  <a:pt x="69850" y="63500"/>
                </a:moveTo>
                <a:lnTo>
                  <a:pt x="48005" y="63500"/>
                </a:lnTo>
                <a:lnTo>
                  <a:pt x="4800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5" name="Google Shape;4375;p170"/>
          <p:cNvSpPr/>
          <p:nvPr/>
        </p:nvSpPr>
        <p:spPr>
          <a:xfrm>
            <a:off x="8207502" y="2797301"/>
            <a:ext cx="76200" cy="360045"/>
          </a:xfrm>
          <a:custGeom>
            <a:rect b="b" l="l" r="r" t="t"/>
            <a:pathLst>
              <a:path extrusionOk="0" h="360044" w="76200">
                <a:moveTo>
                  <a:pt x="48005" y="63500"/>
                </a:moveTo>
                <a:lnTo>
                  <a:pt x="28194" y="63500"/>
                </a:lnTo>
                <a:lnTo>
                  <a:pt x="28194" y="360045"/>
                </a:lnTo>
                <a:lnTo>
                  <a:pt x="48005" y="360045"/>
                </a:lnTo>
                <a:lnTo>
                  <a:pt x="48005" y="63500"/>
                </a:lnTo>
                <a:close/>
              </a:path>
              <a:path extrusionOk="0" h="360044" w="76200">
                <a:moveTo>
                  <a:pt x="38100" y="0"/>
                </a:moveTo>
                <a:lnTo>
                  <a:pt x="0" y="76200"/>
                </a:lnTo>
                <a:lnTo>
                  <a:pt x="28194" y="76200"/>
                </a:lnTo>
                <a:lnTo>
                  <a:pt x="2819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360044" w="76200">
                <a:moveTo>
                  <a:pt x="69850" y="63500"/>
                </a:moveTo>
                <a:lnTo>
                  <a:pt x="48005" y="63500"/>
                </a:lnTo>
                <a:lnTo>
                  <a:pt x="4800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6" name="Google Shape;4376;p17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77907" y="2449168"/>
            <a:ext cx="140847" cy="172873"/>
          </a:xfrm>
          <a:prstGeom prst="rect">
            <a:avLst/>
          </a:prstGeom>
          <a:noFill/>
          <a:ln>
            <a:noFill/>
          </a:ln>
        </p:spPr>
      </p:pic>
      <p:sp>
        <p:nvSpPr>
          <p:cNvPr id="4377" name="Google Shape;4377;p170"/>
          <p:cNvSpPr/>
          <p:nvPr/>
        </p:nvSpPr>
        <p:spPr>
          <a:xfrm>
            <a:off x="6860285" y="3275838"/>
            <a:ext cx="288290" cy="76200"/>
          </a:xfrm>
          <a:custGeom>
            <a:rect b="b" l="l" r="r" t="t"/>
            <a:pathLst>
              <a:path extrusionOk="0" h="76200" w="288290">
                <a:moveTo>
                  <a:pt x="211836" y="0"/>
                </a:moveTo>
                <a:lnTo>
                  <a:pt x="211836" y="76200"/>
                </a:lnTo>
                <a:lnTo>
                  <a:pt x="268224" y="48006"/>
                </a:lnTo>
                <a:lnTo>
                  <a:pt x="224536" y="48006"/>
                </a:lnTo>
                <a:lnTo>
                  <a:pt x="224536" y="28194"/>
                </a:lnTo>
                <a:lnTo>
                  <a:pt x="268224" y="28194"/>
                </a:lnTo>
                <a:lnTo>
                  <a:pt x="211836" y="0"/>
                </a:lnTo>
                <a:close/>
              </a:path>
              <a:path extrusionOk="0" h="76200" w="288290">
                <a:moveTo>
                  <a:pt x="211836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211836" y="48006"/>
                </a:lnTo>
                <a:lnTo>
                  <a:pt x="211836" y="28194"/>
                </a:lnTo>
                <a:close/>
              </a:path>
              <a:path extrusionOk="0" h="76200" w="288290">
                <a:moveTo>
                  <a:pt x="268224" y="28194"/>
                </a:moveTo>
                <a:lnTo>
                  <a:pt x="224536" y="28194"/>
                </a:lnTo>
                <a:lnTo>
                  <a:pt x="224536" y="48006"/>
                </a:lnTo>
                <a:lnTo>
                  <a:pt x="268224" y="48006"/>
                </a:lnTo>
                <a:lnTo>
                  <a:pt x="288036" y="38100"/>
                </a:lnTo>
                <a:lnTo>
                  <a:pt x="268224" y="28194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8" name="Google Shape;4378;p170"/>
          <p:cNvSpPr/>
          <p:nvPr/>
        </p:nvSpPr>
        <p:spPr>
          <a:xfrm>
            <a:off x="6860285" y="3697985"/>
            <a:ext cx="288290" cy="76200"/>
          </a:xfrm>
          <a:custGeom>
            <a:rect b="b" l="l" r="r" t="t"/>
            <a:pathLst>
              <a:path extrusionOk="0" h="76200" w="288290">
                <a:moveTo>
                  <a:pt x="211836" y="0"/>
                </a:moveTo>
                <a:lnTo>
                  <a:pt x="211836" y="76200"/>
                </a:lnTo>
                <a:lnTo>
                  <a:pt x="268224" y="48006"/>
                </a:lnTo>
                <a:lnTo>
                  <a:pt x="224536" y="48006"/>
                </a:lnTo>
                <a:lnTo>
                  <a:pt x="224536" y="28193"/>
                </a:lnTo>
                <a:lnTo>
                  <a:pt x="268224" y="28193"/>
                </a:lnTo>
                <a:lnTo>
                  <a:pt x="211836" y="0"/>
                </a:lnTo>
                <a:close/>
              </a:path>
              <a:path extrusionOk="0" h="76200" w="288290">
                <a:moveTo>
                  <a:pt x="211836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211836" y="48006"/>
                </a:lnTo>
                <a:lnTo>
                  <a:pt x="211836" y="28193"/>
                </a:lnTo>
                <a:close/>
              </a:path>
              <a:path extrusionOk="0" h="76200" w="288290">
                <a:moveTo>
                  <a:pt x="268224" y="28193"/>
                </a:moveTo>
                <a:lnTo>
                  <a:pt x="224536" y="28193"/>
                </a:lnTo>
                <a:lnTo>
                  <a:pt x="224536" y="48006"/>
                </a:lnTo>
                <a:lnTo>
                  <a:pt x="268224" y="48006"/>
                </a:lnTo>
                <a:lnTo>
                  <a:pt x="288036" y="38100"/>
                </a:lnTo>
                <a:lnTo>
                  <a:pt x="268224" y="28193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9" name="Google Shape;4379;p17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06320" y="3530128"/>
            <a:ext cx="398517" cy="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4380" name="Google Shape;4380;p170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1" name="Google Shape;4381;p17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5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6" name="Google Shape;4386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9686" y="6524434"/>
            <a:ext cx="75303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7" name="Google Shape;4387;p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8" name="Google Shape;4388;p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389" name="Google Shape;4389;p171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0" name="Google Shape;4390;p1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1519427"/>
            <a:ext cx="3246882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1" name="Google Shape;4391;p1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4053840"/>
            <a:ext cx="4930902" cy="165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92" name="Google Shape;4392;p171"/>
          <p:cNvGrpSpPr/>
          <p:nvPr/>
        </p:nvGrpSpPr>
        <p:grpSpPr>
          <a:xfrm>
            <a:off x="711708" y="1833372"/>
            <a:ext cx="8632190" cy="745490"/>
            <a:chOff x="711708" y="1833372"/>
            <a:chExt cx="8632190" cy="745490"/>
          </a:xfrm>
        </p:grpSpPr>
        <p:sp>
          <p:nvSpPr>
            <p:cNvPr id="4393" name="Google Shape;4393;p171"/>
            <p:cNvSpPr/>
            <p:nvPr/>
          </p:nvSpPr>
          <p:spPr>
            <a:xfrm>
              <a:off x="711708" y="1833372"/>
              <a:ext cx="8632190" cy="745490"/>
            </a:xfrm>
            <a:custGeom>
              <a:rect b="b" l="l" r="r" t="t"/>
              <a:pathLst>
                <a:path extrusionOk="0" h="745489" w="8632190">
                  <a:moveTo>
                    <a:pt x="8631936" y="0"/>
                  </a:moveTo>
                  <a:lnTo>
                    <a:pt x="0" y="0"/>
                  </a:lnTo>
                  <a:lnTo>
                    <a:pt x="0" y="745236"/>
                  </a:lnTo>
                  <a:lnTo>
                    <a:pt x="8631936" y="745236"/>
                  </a:lnTo>
                  <a:lnTo>
                    <a:pt x="8631936" y="0"/>
                  </a:lnTo>
                  <a:close/>
                </a:path>
              </a:pathLst>
            </a:custGeom>
            <a:solidFill>
              <a:srgbClr val="EBEE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171"/>
            <p:cNvSpPr/>
            <p:nvPr/>
          </p:nvSpPr>
          <p:spPr>
            <a:xfrm>
              <a:off x="711708" y="1833372"/>
              <a:ext cx="8632190" cy="745490"/>
            </a:xfrm>
            <a:custGeom>
              <a:rect b="b" l="l" r="r" t="t"/>
              <a:pathLst>
                <a:path extrusionOk="0" h="745489" w="8632190">
                  <a:moveTo>
                    <a:pt x="0" y="745236"/>
                  </a:moveTo>
                  <a:lnTo>
                    <a:pt x="8631936" y="745236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745236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95" name="Google Shape;4395;p17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91540" y="1938515"/>
              <a:ext cx="5764530" cy="5570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6" name="Google Shape;4396;p171"/>
          <p:cNvGrpSpPr/>
          <p:nvPr/>
        </p:nvGrpSpPr>
        <p:grpSpPr>
          <a:xfrm>
            <a:off x="711708" y="2702051"/>
            <a:ext cx="8632190" cy="1146175"/>
            <a:chOff x="711708" y="2702051"/>
            <a:chExt cx="8632190" cy="1146175"/>
          </a:xfrm>
        </p:grpSpPr>
        <p:sp>
          <p:nvSpPr>
            <p:cNvPr id="4397" name="Google Shape;4397;p171"/>
            <p:cNvSpPr/>
            <p:nvPr/>
          </p:nvSpPr>
          <p:spPr>
            <a:xfrm>
              <a:off x="711708" y="2702051"/>
              <a:ext cx="8632190" cy="1146175"/>
            </a:xfrm>
            <a:custGeom>
              <a:rect b="b" l="l" r="r" t="t"/>
              <a:pathLst>
                <a:path extrusionOk="0" h="1146175" w="8632190">
                  <a:moveTo>
                    <a:pt x="8631936" y="0"/>
                  </a:moveTo>
                  <a:lnTo>
                    <a:pt x="0" y="0"/>
                  </a:lnTo>
                  <a:lnTo>
                    <a:pt x="0" y="1146048"/>
                  </a:lnTo>
                  <a:lnTo>
                    <a:pt x="8631936" y="1146048"/>
                  </a:lnTo>
                  <a:lnTo>
                    <a:pt x="8631936" y="0"/>
                  </a:lnTo>
                  <a:close/>
                </a:path>
              </a:pathLst>
            </a:custGeom>
            <a:solidFill>
              <a:srgbClr val="EBEE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171"/>
            <p:cNvSpPr/>
            <p:nvPr/>
          </p:nvSpPr>
          <p:spPr>
            <a:xfrm>
              <a:off x="711708" y="2702051"/>
              <a:ext cx="8632190" cy="1146175"/>
            </a:xfrm>
            <a:custGeom>
              <a:rect b="b" l="l" r="r" t="t"/>
              <a:pathLst>
                <a:path extrusionOk="0" h="1146175" w="8632190">
                  <a:moveTo>
                    <a:pt x="0" y="1146048"/>
                  </a:moveTo>
                  <a:lnTo>
                    <a:pt x="8631936" y="1146048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1146048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99" name="Google Shape;4399;p17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91540" y="2807207"/>
              <a:ext cx="5845302" cy="9578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00" name="Google Shape;4400;p171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1" name="Google Shape;4401;p17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5" name="Shape 4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6" name="Google Shape;4406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0769" y="6524434"/>
            <a:ext cx="9964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7" name="Google Shape;4407;p1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8" name="Google Shape;4408;p1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409" name="Google Shape;4409;p172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0" name="Google Shape;4410;p1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1519427"/>
            <a:ext cx="2687573" cy="176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1" name="Google Shape;4411;p1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327" y="1915667"/>
            <a:ext cx="3565398" cy="4091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12" name="Google Shape;4412;p172"/>
          <p:cNvGraphicFramePr/>
          <p:nvPr/>
        </p:nvGraphicFramePr>
        <p:xfrm>
          <a:off x="8688196" y="32844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{D017384F-932D-4448-93E4-0AFD93820D35}</a:tableStyleId>
              </a:tblPr>
              <a:tblGrid>
                <a:gridCol w="400675"/>
              </a:tblGrid>
              <a:tr h="2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EBE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413" name="Google Shape;4413;p1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76918" y="3356228"/>
            <a:ext cx="27558" cy="6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4" name="Google Shape;4414;p1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76918" y="3558540"/>
            <a:ext cx="27558" cy="6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5" name="Google Shape;4415;p1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2595" y="3760723"/>
            <a:ext cx="118109" cy="6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6" name="Google Shape;4416;p1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31198" y="3963034"/>
            <a:ext cx="120396" cy="6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7" name="Google Shape;4417;p17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31071" y="4165219"/>
            <a:ext cx="121538" cy="6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8" name="Google Shape;4418;p1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76918" y="4367403"/>
            <a:ext cx="27558" cy="6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9" name="Google Shape;4419;p1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76918" y="4569714"/>
            <a:ext cx="27558" cy="6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0" name="Google Shape;4420;p1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76918" y="4771897"/>
            <a:ext cx="27558" cy="6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1" name="Google Shape;4421;p1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76918" y="4974209"/>
            <a:ext cx="27558" cy="6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2" name="Google Shape;4422;p1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76918" y="5176392"/>
            <a:ext cx="27558" cy="6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3" name="Google Shape;4423;p17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76536" y="3014572"/>
            <a:ext cx="398517" cy="17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4" name="Google Shape;4424;p17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635017" y="3011482"/>
            <a:ext cx="515840" cy="17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5" name="Google Shape;4425;p17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20851" y="3668255"/>
            <a:ext cx="1293114" cy="91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6" name="Google Shape;4426;p17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351532" y="4174235"/>
            <a:ext cx="307848" cy="248412"/>
          </a:xfrm>
          <a:prstGeom prst="rect">
            <a:avLst/>
          </a:prstGeom>
          <a:noFill/>
          <a:ln>
            <a:noFill/>
          </a:ln>
        </p:spPr>
      </p:pic>
      <p:sp>
        <p:nvSpPr>
          <p:cNvPr id="4427" name="Google Shape;4427;p172"/>
          <p:cNvSpPr/>
          <p:nvPr/>
        </p:nvSpPr>
        <p:spPr>
          <a:xfrm>
            <a:off x="2971800" y="3287267"/>
            <a:ext cx="2388235" cy="2022475"/>
          </a:xfrm>
          <a:custGeom>
            <a:rect b="b" l="l" r="r" t="t"/>
            <a:pathLst>
              <a:path extrusionOk="0" h="2022475" w="2388235">
                <a:moveTo>
                  <a:pt x="2388107" y="0"/>
                </a:moveTo>
                <a:lnTo>
                  <a:pt x="0" y="0"/>
                </a:lnTo>
                <a:lnTo>
                  <a:pt x="0" y="2022348"/>
                </a:lnTo>
                <a:lnTo>
                  <a:pt x="2388107" y="2022348"/>
                </a:lnTo>
                <a:lnTo>
                  <a:pt x="2388107" y="0"/>
                </a:lnTo>
                <a:close/>
              </a:path>
            </a:pathLst>
          </a:custGeom>
          <a:solidFill>
            <a:srgbClr val="FF0000">
              <a:alpha val="470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8" name="Google Shape;4428;p17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564635" y="3017520"/>
            <a:ext cx="1203198" cy="1272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9" name="Google Shape;4429;p172"/>
          <p:cNvGrpSpPr/>
          <p:nvPr/>
        </p:nvGrpSpPr>
        <p:grpSpPr>
          <a:xfrm>
            <a:off x="3172205" y="3377945"/>
            <a:ext cx="429895" cy="1844039"/>
            <a:chOff x="3172205" y="3377945"/>
            <a:chExt cx="429895" cy="1844039"/>
          </a:xfrm>
        </p:grpSpPr>
        <p:sp>
          <p:nvSpPr>
            <p:cNvPr id="4430" name="Google Shape;4430;p172"/>
            <p:cNvSpPr/>
            <p:nvPr/>
          </p:nvSpPr>
          <p:spPr>
            <a:xfrm>
              <a:off x="3172205" y="3377945"/>
              <a:ext cx="429895" cy="1844039"/>
            </a:xfrm>
            <a:custGeom>
              <a:rect b="b" l="l" r="r" t="t"/>
              <a:pathLst>
                <a:path extrusionOk="0" h="1844039" w="429895">
                  <a:moveTo>
                    <a:pt x="429768" y="0"/>
                  </a:moveTo>
                  <a:lnTo>
                    <a:pt x="0" y="0"/>
                  </a:lnTo>
                  <a:lnTo>
                    <a:pt x="0" y="1844039"/>
                  </a:lnTo>
                  <a:lnTo>
                    <a:pt x="429768" y="1844039"/>
                  </a:lnTo>
                  <a:lnTo>
                    <a:pt x="429768" y="0"/>
                  </a:lnTo>
                  <a:close/>
                </a:path>
              </a:pathLst>
            </a:custGeom>
            <a:solidFill>
              <a:srgbClr val="FFD1D1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172"/>
            <p:cNvSpPr/>
            <p:nvPr/>
          </p:nvSpPr>
          <p:spPr>
            <a:xfrm>
              <a:off x="3172205" y="3377945"/>
              <a:ext cx="429895" cy="1844039"/>
            </a:xfrm>
            <a:custGeom>
              <a:rect b="b" l="l" r="r" t="t"/>
              <a:pathLst>
                <a:path extrusionOk="0" h="1844039" w="429895">
                  <a:moveTo>
                    <a:pt x="0" y="1844039"/>
                  </a:moveTo>
                  <a:lnTo>
                    <a:pt x="429768" y="1844039"/>
                  </a:lnTo>
                  <a:lnTo>
                    <a:pt x="429768" y="0"/>
                  </a:lnTo>
                  <a:lnTo>
                    <a:pt x="0" y="0"/>
                  </a:lnTo>
                  <a:lnTo>
                    <a:pt x="0" y="1844039"/>
                  </a:lnTo>
                  <a:close/>
                </a:path>
              </a:pathLst>
            </a:custGeom>
            <a:noFill/>
            <a:ln cap="flat" cmpd="sng" w="198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2" name="Google Shape;4432;p172"/>
          <p:cNvSpPr txBox="1"/>
          <p:nvPr/>
        </p:nvSpPr>
        <p:spPr>
          <a:xfrm rot="5400000">
            <a:off x="3265168" y="3214875"/>
            <a:ext cx="2022475" cy="2167260"/>
          </a:xfrm>
          <a:prstGeom prst="rect">
            <a:avLst/>
          </a:prstGeom>
          <a:noFill/>
          <a:ln cap="flat" cmpd="sng" w="121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Conv1D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33" name="Google Shape;4433;p172"/>
          <p:cNvSpPr txBox="1"/>
          <p:nvPr/>
        </p:nvSpPr>
        <p:spPr>
          <a:xfrm rot="5400000">
            <a:off x="3245307" y="4084522"/>
            <a:ext cx="1844039" cy="430887"/>
          </a:xfrm>
          <a:prstGeom prst="rect">
            <a:avLst/>
          </a:prstGeom>
          <a:solidFill>
            <a:srgbClr val="006FC0">
              <a:alpha val="29803"/>
            </a:srgbClr>
          </a:solidFill>
          <a:ln cap="flat" cmpd="sng" w="19800">
            <a:solidFill>
              <a:srgbClr val="006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519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MaxPooling1D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34" name="Google Shape;4434;p172"/>
          <p:cNvSpPr txBox="1"/>
          <p:nvPr/>
        </p:nvSpPr>
        <p:spPr>
          <a:xfrm rot="5400000">
            <a:off x="4133317" y="4192244"/>
            <a:ext cx="1844039" cy="215444"/>
          </a:xfrm>
          <a:prstGeom prst="rect">
            <a:avLst/>
          </a:prstGeom>
          <a:solidFill>
            <a:srgbClr val="006FC0">
              <a:alpha val="29803"/>
            </a:srgbClr>
          </a:solidFill>
          <a:ln cap="flat" cmpd="sng" w="19800">
            <a:solidFill>
              <a:srgbClr val="006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LSTM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435" name="Google Shape;4435;p17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633215" y="4174235"/>
            <a:ext cx="307848" cy="24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6" name="Google Shape;4436;p17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369308" y="4174235"/>
            <a:ext cx="307847" cy="24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7" name="Google Shape;4437;p17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626608" y="4174235"/>
            <a:ext cx="307847" cy="2484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8" name="Google Shape;4438;p172"/>
          <p:cNvGrpSpPr/>
          <p:nvPr/>
        </p:nvGrpSpPr>
        <p:grpSpPr>
          <a:xfrm>
            <a:off x="6208776" y="3287267"/>
            <a:ext cx="1783080" cy="2022475"/>
            <a:chOff x="6208776" y="3287267"/>
            <a:chExt cx="1783080" cy="2022475"/>
          </a:xfrm>
        </p:grpSpPr>
        <p:sp>
          <p:nvSpPr>
            <p:cNvPr id="4439" name="Google Shape;4439;p172"/>
            <p:cNvSpPr/>
            <p:nvPr/>
          </p:nvSpPr>
          <p:spPr>
            <a:xfrm>
              <a:off x="6208776" y="3287267"/>
              <a:ext cx="1783080" cy="2022475"/>
            </a:xfrm>
            <a:custGeom>
              <a:rect b="b" l="l" r="r" t="t"/>
              <a:pathLst>
                <a:path extrusionOk="0" h="2022475" w="1783079">
                  <a:moveTo>
                    <a:pt x="1783079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1783079" y="2022348"/>
                  </a:lnTo>
                  <a:lnTo>
                    <a:pt x="1783079" y="0"/>
                  </a:lnTo>
                  <a:close/>
                </a:path>
              </a:pathLst>
            </a:custGeom>
            <a:solidFill>
              <a:srgbClr val="006FC0">
                <a:alpha val="470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0" name="Google Shape;4440;p172"/>
            <p:cNvSpPr/>
            <p:nvPr/>
          </p:nvSpPr>
          <p:spPr>
            <a:xfrm>
              <a:off x="6208776" y="3287267"/>
              <a:ext cx="1783080" cy="2022475"/>
            </a:xfrm>
            <a:custGeom>
              <a:rect b="b" l="l" r="r" t="t"/>
              <a:pathLst>
                <a:path extrusionOk="0" h="2022475" w="1783079">
                  <a:moveTo>
                    <a:pt x="0" y="2022348"/>
                  </a:moveTo>
                  <a:lnTo>
                    <a:pt x="1783079" y="2022348"/>
                  </a:lnTo>
                  <a:lnTo>
                    <a:pt x="1783079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noFill/>
            <a:ln cap="flat" cmpd="sng" w="12175">
              <a:solidFill>
                <a:srgbClr val="183DA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41" name="Google Shape;4441;p17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635495" y="3012948"/>
            <a:ext cx="880109" cy="131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2" name="Google Shape;4442;p172"/>
          <p:cNvSpPr txBox="1"/>
          <p:nvPr/>
        </p:nvSpPr>
        <p:spPr>
          <a:xfrm rot="5400000">
            <a:off x="5713323" y="4192244"/>
            <a:ext cx="1844039" cy="215444"/>
          </a:xfrm>
          <a:prstGeom prst="rect">
            <a:avLst/>
          </a:prstGeom>
          <a:solidFill>
            <a:srgbClr val="00AF50">
              <a:alpha val="29803"/>
            </a:srgbClr>
          </a:solidFill>
          <a:ln cap="flat" cmpd="sng" w="19800">
            <a:solidFill>
              <a:srgbClr val="00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Dropout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3" name="Google Shape;4443;p172"/>
          <p:cNvSpPr txBox="1"/>
          <p:nvPr/>
        </p:nvSpPr>
        <p:spPr>
          <a:xfrm rot="5400000">
            <a:off x="6752030" y="4084522"/>
            <a:ext cx="1844039" cy="430887"/>
          </a:xfrm>
          <a:prstGeom prst="rect">
            <a:avLst/>
          </a:prstGeom>
          <a:solidFill>
            <a:srgbClr val="FFC000">
              <a:alpha val="29803"/>
            </a:srgbClr>
          </a:solidFill>
          <a:ln cap="flat" cmpd="sng" w="198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4432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Fully Connected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444" name="Google Shape;4444;p17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978395" y="4174235"/>
            <a:ext cx="307848" cy="24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5" name="Google Shape;4445;p17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176259" y="4174235"/>
            <a:ext cx="307848" cy="248412"/>
          </a:xfrm>
          <a:prstGeom prst="rect">
            <a:avLst/>
          </a:prstGeom>
          <a:noFill/>
          <a:ln>
            <a:noFill/>
          </a:ln>
        </p:spPr>
      </p:pic>
      <p:sp>
        <p:nvSpPr>
          <p:cNvPr id="4446" name="Google Shape;4446;p172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7" name="Google Shape;4447;p17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1" name="Shape 4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2" name="Google Shape;4452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153" y="6524434"/>
            <a:ext cx="10131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3" name="Google Shape;4453;p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4" name="Google Shape;4454;p1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455" name="Google Shape;4455;p173"/>
          <p:cNvSpPr/>
          <p:nvPr/>
        </p:nvSpPr>
        <p:spPr>
          <a:xfrm>
            <a:off x="559308" y="1496567"/>
            <a:ext cx="35560" cy="180340"/>
          </a:xfrm>
          <a:custGeom>
            <a:rect b="b" l="l" r="r" t="t"/>
            <a:pathLst>
              <a:path extrusionOk="0" h="180339" w="3555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6" name="Google Shape;4456;p1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1519427"/>
            <a:ext cx="3612641" cy="17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7" name="Google Shape;4457;p173"/>
          <p:cNvGrpSpPr/>
          <p:nvPr/>
        </p:nvGrpSpPr>
        <p:grpSpPr>
          <a:xfrm>
            <a:off x="711708" y="1833372"/>
            <a:ext cx="8632190" cy="745490"/>
            <a:chOff x="711708" y="1833372"/>
            <a:chExt cx="8632190" cy="745490"/>
          </a:xfrm>
        </p:grpSpPr>
        <p:sp>
          <p:nvSpPr>
            <p:cNvPr id="4458" name="Google Shape;4458;p173"/>
            <p:cNvSpPr/>
            <p:nvPr/>
          </p:nvSpPr>
          <p:spPr>
            <a:xfrm>
              <a:off x="711708" y="1833372"/>
              <a:ext cx="8632190" cy="745490"/>
            </a:xfrm>
            <a:custGeom>
              <a:rect b="b" l="l" r="r" t="t"/>
              <a:pathLst>
                <a:path extrusionOk="0" h="745489" w="8632190">
                  <a:moveTo>
                    <a:pt x="8631936" y="0"/>
                  </a:moveTo>
                  <a:lnTo>
                    <a:pt x="0" y="0"/>
                  </a:lnTo>
                  <a:lnTo>
                    <a:pt x="0" y="745236"/>
                  </a:lnTo>
                  <a:lnTo>
                    <a:pt x="8631936" y="745236"/>
                  </a:lnTo>
                  <a:lnTo>
                    <a:pt x="8631936" y="0"/>
                  </a:lnTo>
                  <a:close/>
                </a:path>
              </a:pathLst>
            </a:custGeom>
            <a:solidFill>
              <a:srgbClr val="EBEE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9" name="Google Shape;4459;p173"/>
            <p:cNvSpPr/>
            <p:nvPr/>
          </p:nvSpPr>
          <p:spPr>
            <a:xfrm>
              <a:off x="711708" y="1833372"/>
              <a:ext cx="8632190" cy="745490"/>
            </a:xfrm>
            <a:custGeom>
              <a:rect b="b" l="l" r="r" t="t"/>
              <a:pathLst>
                <a:path extrusionOk="0" h="745489" w="8632190">
                  <a:moveTo>
                    <a:pt x="0" y="745236"/>
                  </a:moveTo>
                  <a:lnTo>
                    <a:pt x="8631936" y="745236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745236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60" name="Google Shape;4460;p17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1540" y="1938515"/>
              <a:ext cx="6400038" cy="5570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1" name="Google Shape;4461;p173"/>
          <p:cNvGrpSpPr/>
          <p:nvPr/>
        </p:nvGrpSpPr>
        <p:grpSpPr>
          <a:xfrm>
            <a:off x="711708" y="2712720"/>
            <a:ext cx="8632190" cy="1746885"/>
            <a:chOff x="711708" y="2712720"/>
            <a:chExt cx="8632190" cy="1746885"/>
          </a:xfrm>
        </p:grpSpPr>
        <p:sp>
          <p:nvSpPr>
            <p:cNvPr id="4462" name="Google Shape;4462;p173"/>
            <p:cNvSpPr/>
            <p:nvPr/>
          </p:nvSpPr>
          <p:spPr>
            <a:xfrm>
              <a:off x="711708" y="2712720"/>
              <a:ext cx="8632190" cy="1746885"/>
            </a:xfrm>
            <a:custGeom>
              <a:rect b="b" l="l" r="r" t="t"/>
              <a:pathLst>
                <a:path extrusionOk="0" h="1746885" w="8632190">
                  <a:moveTo>
                    <a:pt x="8631936" y="0"/>
                  </a:moveTo>
                  <a:lnTo>
                    <a:pt x="0" y="0"/>
                  </a:lnTo>
                  <a:lnTo>
                    <a:pt x="0" y="1746503"/>
                  </a:lnTo>
                  <a:lnTo>
                    <a:pt x="8631936" y="1746503"/>
                  </a:lnTo>
                  <a:lnTo>
                    <a:pt x="8631936" y="0"/>
                  </a:lnTo>
                  <a:close/>
                </a:path>
              </a:pathLst>
            </a:custGeom>
            <a:solidFill>
              <a:srgbClr val="EBEE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3" name="Google Shape;4463;p173"/>
            <p:cNvSpPr/>
            <p:nvPr/>
          </p:nvSpPr>
          <p:spPr>
            <a:xfrm>
              <a:off x="711708" y="2712720"/>
              <a:ext cx="8632190" cy="1746885"/>
            </a:xfrm>
            <a:custGeom>
              <a:rect b="b" l="l" r="r" t="t"/>
              <a:pathLst>
                <a:path extrusionOk="0" h="1746885" w="8632190">
                  <a:moveTo>
                    <a:pt x="0" y="1746503"/>
                  </a:moveTo>
                  <a:lnTo>
                    <a:pt x="8631936" y="1746503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1746503"/>
                  </a:lnTo>
                  <a:close/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64" name="Google Shape;4464;p17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91540" y="2817876"/>
              <a:ext cx="5930646" cy="15521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5" name="Google Shape;4465;p173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6" name="Google Shape;4466;p17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0" name="Shape 4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1" name="Google Shape;4471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8248" y="6524434"/>
            <a:ext cx="10131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2" name="Google Shape;4472;p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3" name="Google Shape;4473;p1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474" name="Google Shape;4474;p174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5" name="Google Shape;4475;p17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6" name="Google Shape;4476;p1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22854" cy="302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77" name="Google Shape;4477;p174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478" name="Google Shape;4478;p174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extrusionOk="0" h="3961129" w="8784590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9" name="Google Shape;4479;p174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174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81" name="Google Shape;4481;p17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2" name="Google Shape;4482;p17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6" name="Shape 4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7" name="Google Shape;4487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293" y="6524434"/>
            <a:ext cx="99648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8" name="Google Shape;4488;p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9" name="Google Shape;4489;p1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490" name="Google Shape;4490;p175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1" name="Google Shape;4491;p17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2" name="Google Shape;4492;p1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13710" cy="302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3" name="Google Shape;4493;p175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494" name="Google Shape;4494;p17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extrusionOk="0" h="3961129" w="8784590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5" name="Google Shape;4495;p175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6" name="Google Shape;4496;p175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97" name="Google Shape;4497;p1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98" name="Google Shape;4498;p17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2" name="Shape 4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3" name="Google Shape;4503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153" y="6524434"/>
            <a:ext cx="10131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4" name="Google Shape;4504;p1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5" name="Google Shape;4505;p1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506" name="Google Shape;4506;p176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7" name="Google Shape;4507;p17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8" name="Google Shape;4508;p1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21329" cy="302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9" name="Google Shape;4509;p176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510" name="Google Shape;4510;p176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extrusionOk="0" h="3961129" w="8784590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1" name="Google Shape;4511;p176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2" name="Google Shape;4512;p176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13" name="Google Shape;4513;p17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4" name="Google Shape;4514;p17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8" name="Shape 4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9" name="Google Shape;4519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2891" y="6524434"/>
            <a:ext cx="98194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0" name="Google Shape;4520;p1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151" y="6527292"/>
            <a:ext cx="1794510" cy="14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1" name="Google Shape;4521;p1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6519671"/>
            <a:ext cx="3970782" cy="11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522" name="Google Shape;4522;p177"/>
          <p:cNvSpPr txBox="1"/>
          <p:nvPr/>
        </p:nvSpPr>
        <p:spPr>
          <a:xfrm>
            <a:off x="437489" y="431419"/>
            <a:ext cx="44602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4.1. Natural Language Processing with 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3" name="Google Shape;4523;p17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UNIT 04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4" name="Google Shape;4524;p1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3" y="1591043"/>
            <a:ext cx="3019805" cy="302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5" name="Google Shape;4525;p177"/>
          <p:cNvGrpSpPr/>
          <p:nvPr/>
        </p:nvGrpSpPr>
        <p:grpSpPr>
          <a:xfrm>
            <a:off x="559308" y="2060447"/>
            <a:ext cx="8796655" cy="3961129"/>
            <a:chOff x="559308" y="2060447"/>
            <a:chExt cx="8796655" cy="3961129"/>
          </a:xfrm>
        </p:grpSpPr>
        <p:sp>
          <p:nvSpPr>
            <p:cNvPr id="4526" name="Google Shape;4526;p177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extrusionOk="0" h="3961129" w="8784590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p177"/>
            <p:cNvSpPr/>
            <p:nvPr/>
          </p:nvSpPr>
          <p:spPr>
            <a:xfrm>
              <a:off x="559308" y="2060447"/>
              <a:ext cx="8784590" cy="3961129"/>
            </a:xfrm>
            <a:custGeom>
              <a:rect b="b" l="l" r="r" t="t"/>
              <a:pathLst>
                <a:path extrusionOk="0" h="3961129" w="8784590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noFill/>
            <a:ln cap="flat" cmpd="sng" w="12175">
              <a:solidFill>
                <a:srgbClr val="BEB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8" name="Google Shape;4528;p177"/>
            <p:cNvSpPr/>
            <p:nvPr/>
          </p:nvSpPr>
          <p:spPr>
            <a:xfrm>
              <a:off x="559308" y="3945635"/>
              <a:ext cx="8796655" cy="576580"/>
            </a:xfrm>
            <a:custGeom>
              <a:rect b="b" l="l" r="r" t="t"/>
              <a:pathLst>
                <a:path extrusionOk="0" h="576579" w="8796655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29" name="Google Shape;4529;p17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1591" y="4197070"/>
              <a:ext cx="426034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0" name="Google Shape;4530;p17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0832" y="2647187"/>
              <a:ext cx="1161288" cy="11750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34" name="Shape 4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5" name="Google Shape;4535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1440" y="6374891"/>
            <a:ext cx="4848606" cy="1455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6" name="Google Shape;4536;p178"/>
          <p:cNvGrpSpPr/>
          <p:nvPr/>
        </p:nvGrpSpPr>
        <p:grpSpPr>
          <a:xfrm>
            <a:off x="0" y="1523"/>
            <a:ext cx="9902951" cy="6856472"/>
            <a:chOff x="0" y="1523"/>
            <a:chExt cx="9902951" cy="6856472"/>
          </a:xfrm>
        </p:grpSpPr>
        <p:pic>
          <p:nvPicPr>
            <p:cNvPr id="4537" name="Google Shape;4537;p1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38843" y="6374891"/>
              <a:ext cx="305561" cy="113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8" name="Google Shape;4538;p1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1523"/>
              <a:ext cx="9902951" cy="68564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39" name="Google Shape;4539;p178"/>
          <p:cNvSpPr/>
          <p:nvPr/>
        </p:nvSpPr>
        <p:spPr>
          <a:xfrm>
            <a:off x="0" y="0"/>
            <a:ext cx="9903460" cy="6858000"/>
          </a:xfrm>
          <a:custGeom>
            <a:rect b="b" l="l" r="r" t="t"/>
            <a:pathLst>
              <a:path extrusionOk="0" h="6858000" w="9903460">
                <a:moveTo>
                  <a:pt x="9902952" y="0"/>
                </a:moveTo>
                <a:lnTo>
                  <a:pt x="0" y="0"/>
                </a:lnTo>
                <a:lnTo>
                  <a:pt x="0" y="6858000"/>
                </a:lnTo>
                <a:lnTo>
                  <a:pt x="9902952" y="6858000"/>
                </a:lnTo>
                <a:lnTo>
                  <a:pt x="9902952" y="0"/>
                </a:lnTo>
                <a:close/>
              </a:path>
            </a:pathLst>
          </a:custGeom>
          <a:solidFill>
            <a:srgbClr val="000000">
              <a:alpha val="7450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0" name="Google Shape;4540;p178"/>
          <p:cNvSpPr/>
          <p:nvPr/>
        </p:nvSpPr>
        <p:spPr>
          <a:xfrm>
            <a:off x="657605" y="2327910"/>
            <a:ext cx="0" cy="1976120"/>
          </a:xfrm>
          <a:custGeom>
            <a:rect b="b" l="l" r="r" t="t"/>
            <a:pathLst>
              <a:path extrusionOk="0" h="1976120" w="120000">
                <a:moveTo>
                  <a:pt x="0" y="0"/>
                </a:moveTo>
                <a:lnTo>
                  <a:pt x="0" y="1975992"/>
                </a:lnTo>
              </a:path>
            </a:pathLst>
          </a:cu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1" name="Google Shape;4541;p1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839" y="2628900"/>
            <a:ext cx="3137154" cy="1375410"/>
          </a:xfrm>
          <a:prstGeom prst="rect">
            <a:avLst/>
          </a:prstGeom>
          <a:noFill/>
          <a:ln>
            <a:noFill/>
          </a:ln>
        </p:spPr>
      </p:pic>
      <p:sp>
        <p:nvSpPr>
          <p:cNvPr id="4542" name="Google Shape;4542;p178"/>
          <p:cNvSpPr/>
          <p:nvPr/>
        </p:nvSpPr>
        <p:spPr>
          <a:xfrm>
            <a:off x="569976" y="6208776"/>
            <a:ext cx="8774430" cy="0"/>
          </a:xfrm>
          <a:custGeom>
            <a:rect b="b" l="l" r="r" t="t"/>
            <a:pathLst>
              <a:path extrusionOk="0" h="120000" w="8774430">
                <a:moveTo>
                  <a:pt x="0" y="0"/>
                </a:moveTo>
                <a:lnTo>
                  <a:pt x="8774303" y="0"/>
                </a:lnTo>
              </a:path>
            </a:pathLst>
          </a:custGeom>
          <a:noFill/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3" name="Google Shape;4543;p1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119" y="6391655"/>
            <a:ext cx="2111502" cy="165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47" name="Shape 4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8" name="Google Shape;4548;p179"/>
          <p:cNvSpPr/>
          <p:nvPr/>
        </p:nvSpPr>
        <p:spPr>
          <a:xfrm>
            <a:off x="0" y="0"/>
            <a:ext cx="9900285" cy="6858000"/>
          </a:xfrm>
          <a:custGeom>
            <a:rect b="b" l="l" r="r" t="t"/>
            <a:pathLst>
              <a:path extrusionOk="0" h="6858000" w="9900285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41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9" name="Google Shape;4549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3" y="5692140"/>
            <a:ext cx="7820406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0" name="Google Shape;4550;p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2464" y="3023616"/>
            <a:ext cx="2474976" cy="810768"/>
          </a:xfrm>
          <a:prstGeom prst="rect">
            <a:avLst/>
          </a:prstGeom>
          <a:noFill/>
          <a:ln>
            <a:noFill/>
          </a:ln>
        </p:spPr>
      </p:pic>
      <p:sp>
        <p:nvSpPr>
          <p:cNvPr id="4551" name="Google Shape;4551;p179"/>
          <p:cNvSpPr/>
          <p:nvPr/>
        </p:nvSpPr>
        <p:spPr>
          <a:xfrm>
            <a:off x="449580" y="449580"/>
            <a:ext cx="1290955" cy="198120"/>
          </a:xfrm>
          <a:custGeom>
            <a:rect b="b" l="l" r="r" t="t"/>
            <a:pathLst>
              <a:path extrusionOk="0" h="198120" w="1290955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extrusionOk="0" h="198120" w="1290955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extrusionOk="0" h="198120" w="1290955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extrusionOk="0" h="198120" w="1290955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extrusionOk="0" h="198120" w="1290955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extrusionOk="0" h="198120" w="1290955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extrusionOk="0" h="198120" w="1290955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extrusionOk="0" h="198120" w="1290955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extrusionOk="0" h="198120" w="1290955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extrusionOk="0" h="198120" w="1290955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extrusionOk="0" h="198120" w="1290955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extrusionOk="0" h="198120" w="1290955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extrusionOk="0" h="198120" w="1290955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extrusionOk="0" h="198120" w="1290955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extrusionOk="0" h="198120" w="1290955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extrusionOk="0" h="198120" w="1290955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extrusionOk="0" h="198120" w="1290955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extrusionOk="0" h="198120" w="1290955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extrusionOk="0" h="198120" w="1290955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extrusionOk="0" h="198120" w="1290955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2023-08-11T06:31:38Z</dcterms:created>
  <dc:creator>sena.kim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2023-08-11T00:00:00Z</vt:filetime>
  </property>
</Properties>
</file>