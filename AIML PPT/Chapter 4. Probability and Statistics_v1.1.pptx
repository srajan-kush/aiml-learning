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</p:sldIdLst>
  <p:sldSz cy="6858000" cx="9906000"/>
  <p:notesSz cx="9906000" cy="6858000"/>
  <p:embeddedFontLst>
    <p:embeddedFont>
      <p:font typeface="Noto Sans Symbols"/>
      <p:regular r:id="rId202"/>
      <p:bold r:id="rId203"/>
    </p:embeddedFont>
    <p:embeddedFont>
      <p:font typeface="Arial Black"/>
      <p:regular r:id="rId2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05" roundtripDataSignature="AMtx7mhaN0wZKF2LMSn0OAv+nKYtIfEy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B56259-AA10-4C71-BC1D-53083881A770}">
  <a:tblStyle styleId="{5CB56259-AA10-4C71-BC1D-53083881A7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190" Type="http://schemas.openxmlformats.org/officeDocument/2006/relationships/slide" Target="slides/slide18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194" Type="http://schemas.openxmlformats.org/officeDocument/2006/relationships/slide" Target="slides/slide188.xml"/><Relationship Id="rId43" Type="http://schemas.openxmlformats.org/officeDocument/2006/relationships/slide" Target="slides/slide37.xml"/><Relationship Id="rId193" Type="http://schemas.openxmlformats.org/officeDocument/2006/relationships/slide" Target="slides/slide187.xml"/><Relationship Id="rId46" Type="http://schemas.openxmlformats.org/officeDocument/2006/relationships/slide" Target="slides/slide40.xml"/><Relationship Id="rId192" Type="http://schemas.openxmlformats.org/officeDocument/2006/relationships/slide" Target="slides/slide186.xml"/><Relationship Id="rId45" Type="http://schemas.openxmlformats.org/officeDocument/2006/relationships/slide" Target="slides/slide39.xml"/><Relationship Id="rId191" Type="http://schemas.openxmlformats.org/officeDocument/2006/relationships/slide" Target="slides/slide185.xml"/><Relationship Id="rId48" Type="http://schemas.openxmlformats.org/officeDocument/2006/relationships/slide" Target="slides/slide42.xml"/><Relationship Id="rId187" Type="http://schemas.openxmlformats.org/officeDocument/2006/relationships/slide" Target="slides/slide181.xml"/><Relationship Id="rId47" Type="http://schemas.openxmlformats.org/officeDocument/2006/relationships/slide" Target="slides/slide41.xml"/><Relationship Id="rId186" Type="http://schemas.openxmlformats.org/officeDocument/2006/relationships/slide" Target="slides/slide180.xml"/><Relationship Id="rId185" Type="http://schemas.openxmlformats.org/officeDocument/2006/relationships/slide" Target="slides/slide179.xml"/><Relationship Id="rId49" Type="http://schemas.openxmlformats.org/officeDocument/2006/relationships/slide" Target="slides/slide43.xml"/><Relationship Id="rId184" Type="http://schemas.openxmlformats.org/officeDocument/2006/relationships/slide" Target="slides/slide178.xml"/><Relationship Id="rId189" Type="http://schemas.openxmlformats.org/officeDocument/2006/relationships/slide" Target="slides/slide183.xml"/><Relationship Id="rId188" Type="http://schemas.openxmlformats.org/officeDocument/2006/relationships/slide" Target="slides/slide18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183" Type="http://schemas.openxmlformats.org/officeDocument/2006/relationships/slide" Target="slides/slide177.xml"/><Relationship Id="rId32" Type="http://schemas.openxmlformats.org/officeDocument/2006/relationships/slide" Target="slides/slide26.xml"/><Relationship Id="rId182" Type="http://schemas.openxmlformats.org/officeDocument/2006/relationships/slide" Target="slides/slide176.xml"/><Relationship Id="rId35" Type="http://schemas.openxmlformats.org/officeDocument/2006/relationships/slide" Target="slides/slide29.xml"/><Relationship Id="rId181" Type="http://schemas.openxmlformats.org/officeDocument/2006/relationships/slide" Target="slides/slide175.xml"/><Relationship Id="rId34" Type="http://schemas.openxmlformats.org/officeDocument/2006/relationships/slide" Target="slides/slide28.xml"/><Relationship Id="rId180" Type="http://schemas.openxmlformats.org/officeDocument/2006/relationships/slide" Target="slides/slide174.xml"/><Relationship Id="rId37" Type="http://schemas.openxmlformats.org/officeDocument/2006/relationships/slide" Target="slides/slide31.xml"/><Relationship Id="rId176" Type="http://schemas.openxmlformats.org/officeDocument/2006/relationships/slide" Target="slides/slide170.xml"/><Relationship Id="rId36" Type="http://schemas.openxmlformats.org/officeDocument/2006/relationships/slide" Target="slides/slide30.xml"/><Relationship Id="rId175" Type="http://schemas.openxmlformats.org/officeDocument/2006/relationships/slide" Target="slides/slide169.xml"/><Relationship Id="rId39" Type="http://schemas.openxmlformats.org/officeDocument/2006/relationships/slide" Target="slides/slide33.xml"/><Relationship Id="rId174" Type="http://schemas.openxmlformats.org/officeDocument/2006/relationships/slide" Target="slides/slide168.xml"/><Relationship Id="rId38" Type="http://schemas.openxmlformats.org/officeDocument/2006/relationships/slide" Target="slides/slide32.xml"/><Relationship Id="rId173" Type="http://schemas.openxmlformats.org/officeDocument/2006/relationships/slide" Target="slides/slide167.xml"/><Relationship Id="rId179" Type="http://schemas.openxmlformats.org/officeDocument/2006/relationships/slide" Target="slides/slide173.xml"/><Relationship Id="rId178" Type="http://schemas.openxmlformats.org/officeDocument/2006/relationships/slide" Target="slides/slide172.xml"/><Relationship Id="rId177" Type="http://schemas.openxmlformats.org/officeDocument/2006/relationships/slide" Target="slides/slide17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98" Type="http://schemas.openxmlformats.org/officeDocument/2006/relationships/slide" Target="slides/slide192.xml"/><Relationship Id="rId14" Type="http://schemas.openxmlformats.org/officeDocument/2006/relationships/slide" Target="slides/slide8.xml"/><Relationship Id="rId197" Type="http://schemas.openxmlformats.org/officeDocument/2006/relationships/slide" Target="slides/slide191.xml"/><Relationship Id="rId17" Type="http://schemas.openxmlformats.org/officeDocument/2006/relationships/slide" Target="slides/slide11.xml"/><Relationship Id="rId196" Type="http://schemas.openxmlformats.org/officeDocument/2006/relationships/slide" Target="slides/slide190.xml"/><Relationship Id="rId16" Type="http://schemas.openxmlformats.org/officeDocument/2006/relationships/slide" Target="slides/slide10.xml"/><Relationship Id="rId195" Type="http://schemas.openxmlformats.org/officeDocument/2006/relationships/slide" Target="slides/slide189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99" Type="http://schemas.openxmlformats.org/officeDocument/2006/relationships/slide" Target="slides/slide193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slide" Target="slides/slide166.xml"/><Relationship Id="rId65" Type="http://schemas.openxmlformats.org/officeDocument/2006/relationships/slide" Target="slides/slide59.xml"/><Relationship Id="rId171" Type="http://schemas.openxmlformats.org/officeDocument/2006/relationships/slide" Target="slides/slide165.xml"/><Relationship Id="rId68" Type="http://schemas.openxmlformats.org/officeDocument/2006/relationships/slide" Target="slides/slide62.xml"/><Relationship Id="rId170" Type="http://schemas.openxmlformats.org/officeDocument/2006/relationships/slide" Target="slides/slide164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164" Type="http://schemas.openxmlformats.org/officeDocument/2006/relationships/slide" Target="slides/slide158.xml"/><Relationship Id="rId163" Type="http://schemas.openxmlformats.org/officeDocument/2006/relationships/slide" Target="slides/slide157.xml"/><Relationship Id="rId162" Type="http://schemas.openxmlformats.org/officeDocument/2006/relationships/slide" Target="slides/slide156.xml"/><Relationship Id="rId169" Type="http://schemas.openxmlformats.org/officeDocument/2006/relationships/slide" Target="slides/slide163.xml"/><Relationship Id="rId168" Type="http://schemas.openxmlformats.org/officeDocument/2006/relationships/slide" Target="slides/slide162.xml"/><Relationship Id="rId167" Type="http://schemas.openxmlformats.org/officeDocument/2006/relationships/slide" Target="slides/slide161.xml"/><Relationship Id="rId166" Type="http://schemas.openxmlformats.org/officeDocument/2006/relationships/slide" Target="slides/slide160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slide" Target="slides/slide155.xml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121" Type="http://schemas.openxmlformats.org/officeDocument/2006/relationships/slide" Target="slides/slide115.xml"/><Relationship Id="rId120" Type="http://schemas.openxmlformats.org/officeDocument/2006/relationships/slide" Target="slides/slide114.xml"/><Relationship Id="rId125" Type="http://schemas.openxmlformats.org/officeDocument/2006/relationships/slide" Target="slides/slide119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99" Type="http://schemas.openxmlformats.org/officeDocument/2006/relationships/slide" Target="slides/slide93.xml"/><Relationship Id="rId98" Type="http://schemas.openxmlformats.org/officeDocument/2006/relationships/slide" Target="slides/slide92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10" Type="http://schemas.openxmlformats.org/officeDocument/2006/relationships/slide" Target="slides/slide104.xml"/><Relationship Id="rId114" Type="http://schemas.openxmlformats.org/officeDocument/2006/relationships/slide" Target="slides/slide108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205" Type="http://customschemas.google.com/relationships/presentationmetadata" Target="metadata"/><Relationship Id="rId204" Type="http://schemas.openxmlformats.org/officeDocument/2006/relationships/font" Target="fonts/ArialBlack-regular.fntdata"/><Relationship Id="rId203" Type="http://schemas.openxmlformats.org/officeDocument/2006/relationships/font" Target="fonts/NotoSansSymbols-bold.fntdata"/><Relationship Id="rId202" Type="http://schemas.openxmlformats.org/officeDocument/2006/relationships/font" Target="fonts/NotoSansSymbols-regular.fntdata"/><Relationship Id="rId201" Type="http://schemas.openxmlformats.org/officeDocument/2006/relationships/slide" Target="slides/slide195.xml"/><Relationship Id="rId200" Type="http://schemas.openxmlformats.org/officeDocument/2006/relationships/slide" Target="slides/slide19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4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4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4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4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4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5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5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5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5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5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5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5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5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5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5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5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5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5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5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5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5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5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5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6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6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6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6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6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6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6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6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6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6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6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6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6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6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6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6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6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6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6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6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7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7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7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7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7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7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7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7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7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7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7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7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7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7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7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7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7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7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7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7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8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8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8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8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8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8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8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8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8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8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8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8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8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8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8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8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8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8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9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9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9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9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9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9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9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9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p9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9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9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9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9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9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9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9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9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9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9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9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10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10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10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10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p10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10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10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10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0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10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p10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10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5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10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p10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7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Google Shape;2408;p10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10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5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p10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10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7" name="Shape 2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Google Shape;2478;p10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10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p11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11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11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11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11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11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3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p11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11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5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p11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11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5" name="Shape 2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" name="Google Shape;2626;p11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11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11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11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p11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11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p11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9" name="Google Shape;2729;p11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p11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11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12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12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7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Google Shape;2788;p12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9" name="Google Shape;2789;p12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1" name="Shape 2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p12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3" name="Google Shape;2803;p12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0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p12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2" name="Google Shape;2832;p12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12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9" name="Google Shape;2849;p12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p12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12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12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p12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4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p12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6" name="Google Shape;2886;p12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12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5" name="Google Shape;2975;p12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0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p12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12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6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p13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8" name="Google Shape;3048;p13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2" name="Google Shape;3162;p13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3" name="Google Shape;3163;p13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5" name="Shape 3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Google Shape;3196;p13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7" name="Google Shape;3197;p13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6" name="Shape 3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7" name="Google Shape;3207;p13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8" name="Google Shape;3208;p13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7" name="Shape 3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8" name="Google Shape;3218;p13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9" name="Google Shape;3219;p13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13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6" name="Google Shape;3246;p13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7" name="Shape 3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8" name="Google Shape;3268;p13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9" name="Google Shape;3269;p13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5" name="Shape 3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6" name="Google Shape;3296;p13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7" name="Google Shape;3297;p13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4" name="Shape 3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5" name="Google Shape;3395;p13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6" name="Google Shape;3396;p13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6" name="Shape 3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7" name="Google Shape;3407;p13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8" name="Google Shape;3408;p13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1" name="Shape 3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2" name="Google Shape;3422;p14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3" name="Google Shape;3423;p14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3" name="Shape 3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4" name="Google Shape;3434;p14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5" name="Google Shape;3435;p14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9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p14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1" name="Google Shape;3451;p14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8" name="Shape 3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9" name="Google Shape;3469;p14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0" name="Google Shape;3470;p14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2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p14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4" name="Google Shape;3494;p14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4" name="Shape 3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Google Shape;3505;p14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6" name="Google Shape;3506;p14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5" name="Shape 3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6" name="Google Shape;3546;p14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7" name="Google Shape;3547;p14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5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14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7" name="Google Shape;3597;p14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6" name="Shape 3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7" name="Google Shape;3617;p14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8" name="Google Shape;3618;p14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1" name="Shape 3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2" name="Google Shape;3642;p14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3" name="Google Shape;3643;p14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8" name="Shape 3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9" name="Google Shape;3669;p15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0" name="Google Shape;3670;p15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2" name="Shape 3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3" name="Google Shape;3703;p15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4" name="Google Shape;3704;p15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7" name="Shape 3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8" name="Google Shape;3718;p15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9" name="Google Shape;3719;p15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2" name="Shape 3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3" name="Google Shape;3733;p15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4" name="Google Shape;3734;p15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5" name="Shape 3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6" name="Google Shape;3746;p15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7" name="Google Shape;3747;p15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6" name="Shape 3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7" name="Google Shape;3787;p15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8" name="Google Shape;3788;p15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3" name="Shape 3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4" name="Google Shape;3804;p15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5" name="Google Shape;3805;p15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0" name="Shape 3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Google Shape;3821;p15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2" name="Google Shape;3822;p15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2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p15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4" name="Google Shape;3834;p15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3" name="Shape 3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4" name="Google Shape;3844;p15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5" name="Google Shape;3845;p15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9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6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1" name="Google Shape;3871;p16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6" name="Shape 3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7" name="Google Shape;3887;p16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8" name="Google Shape;3888;p16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8" name="Shape 3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9" name="Google Shape;3899;p16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0" name="Google Shape;3900;p16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5" name="Shape 3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6" name="Google Shape;3916;p16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7" name="Google Shape;3917;p16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7" name="Shape 3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8" name="Google Shape;3938;p16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9" name="Google Shape;3939;p16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8" name="Shape 3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9" name="Google Shape;3949;p16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0" name="Google Shape;3950;p16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9" name="Shape 3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0" name="Google Shape;3960;p16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1" name="Google Shape;3961;p16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0" name="Shape 3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1" name="Google Shape;3971;p16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2" name="Google Shape;3972;p16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2" name="Shape 4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" name="Google Shape;4003;p16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4" name="Google Shape;4004;p16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4" name="Shape 4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5" name="Google Shape;4035;p16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6" name="Google Shape;4036;p16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0" name="Shape 4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1" name="Google Shape;4091;p17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2" name="Google Shape;4092;p17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2" name="Shape 4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Google Shape;4103;p17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4" name="Google Shape;4104;p17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3" name="Shape 4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4" name="Google Shape;4134;p17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5" name="Google Shape;4135;p17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9" name="Shape 4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0" name="Google Shape;4160;p17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1" name="Google Shape;4161;p17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5" name="Shape 4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Google Shape;4186;p17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7" name="Google Shape;4187;p17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4" name="Shape 4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5" name="Google Shape;4215;p17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6" name="Google Shape;4216;p17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2" name="Shape 4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Google Shape;4253;p17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4" name="Google Shape;4254;p17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7" name="Shape 4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8" name="Google Shape;4278;p17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9" name="Google Shape;4279;p17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2" name="Shape 4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3" name="Google Shape;4323;p17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4" name="Google Shape;4324;p17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3" name="Shape 4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4" name="Google Shape;4334;p17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5" name="Google Shape;4335;p17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0" name="Shape 4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1" name="Google Shape;4351;p18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2" name="Google Shape;4352;p18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2" name="Shape 4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3" name="Google Shape;4363;p18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4" name="Google Shape;4364;p18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9" name="Shape 4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0" name="Google Shape;4380;p18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1" name="Google Shape;4381;p18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4" name="Shape 4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5" name="Google Shape;4395;p18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6" name="Google Shape;4396;p18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2" name="Shape 4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" name="Google Shape;4413;p18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4" name="Google Shape;4414;p18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9" name="Shape 4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0" name="Google Shape;4430;p18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1" name="Google Shape;4431;p18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6" name="Shape 4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7" name="Google Shape;4447;p18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8" name="Google Shape;4448;p18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0" name="Shape 4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1" name="Google Shape;4471;p18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2" name="Google Shape;4472;p18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8" name="Shape 4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9" name="Google Shape;4489;p18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0" name="Google Shape;4490;p18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5" name="Shape 4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" name="Google Shape;4506;p18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7" name="Google Shape;4507;p18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3" name="Shape 4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4" name="Google Shape;4544;p19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5" name="Google Shape;4545;p19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1" name="Shape 4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2" name="Google Shape;4562;p19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3" name="Google Shape;4563;p19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5" name="Shape 4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6" name="Google Shape;4606;p19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7" name="Google Shape;4607;p19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2" name="Shape 4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3" name="Google Shape;4623;p19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4" name="Google Shape;4624;p19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9" name="Shape 4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0" name="Google Shape;4640;p19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1" name="Google Shape;4641;p19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9" name="Shape 4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" name="Google Shape;4650;p19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1" name="Google Shape;4651;p19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10" Type="http://schemas.openxmlformats.org/officeDocument/2006/relationships/image" Target="../media/image19.png"/><Relationship Id="rId9" Type="http://schemas.openxmlformats.org/officeDocument/2006/relationships/image" Target="../media/image5.png"/><Relationship Id="rId5" Type="http://schemas.openxmlformats.org/officeDocument/2006/relationships/image" Target="../media/image57.png"/><Relationship Id="rId6" Type="http://schemas.openxmlformats.org/officeDocument/2006/relationships/image" Target="../media/image2.png"/><Relationship Id="rId7" Type="http://schemas.openxmlformats.org/officeDocument/2006/relationships/image" Target="../media/image18.png"/><Relationship Id="rId8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7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7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7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8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198"/>
          <p:cNvSpPr/>
          <p:nvPr/>
        </p:nvSpPr>
        <p:spPr>
          <a:xfrm>
            <a:off x="9406212" y="6524434"/>
            <a:ext cx="37253" cy="9048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" name="Google Shape;20;p19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" name="Google Shape;21;p19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198"/>
          <p:cNvSpPr/>
          <p:nvPr/>
        </p:nvSpPr>
        <p:spPr>
          <a:xfrm>
            <a:off x="712469" y="1619250"/>
            <a:ext cx="8629015" cy="1097280"/>
          </a:xfrm>
          <a:custGeom>
            <a:rect b="b" l="l" r="r" t="t"/>
            <a:pathLst>
              <a:path extrusionOk="0" h="1097280" w="8629015">
                <a:moveTo>
                  <a:pt x="0" y="1097279"/>
                </a:moveTo>
                <a:lnTo>
                  <a:pt x="8628888" y="1097279"/>
                </a:lnTo>
                <a:lnTo>
                  <a:pt x="8628888" y="0"/>
                </a:lnTo>
                <a:lnTo>
                  <a:pt x="0" y="0"/>
                </a:lnTo>
                <a:lnTo>
                  <a:pt x="0" y="1097279"/>
                </a:lnTo>
                <a:close/>
              </a:path>
            </a:pathLst>
          </a:custGeom>
          <a:noFill/>
          <a:ln cap="flat" cmpd="sng" w="19800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198"/>
          <p:cNvSpPr/>
          <p:nvPr/>
        </p:nvSpPr>
        <p:spPr>
          <a:xfrm>
            <a:off x="867148" y="1796796"/>
            <a:ext cx="4016509" cy="75971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" name="Google Shape;24;p198"/>
          <p:cNvSpPr/>
          <p:nvPr/>
        </p:nvSpPr>
        <p:spPr>
          <a:xfrm>
            <a:off x="714755" y="1335024"/>
            <a:ext cx="1448562" cy="18059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" name="Google Shape;25;p198"/>
          <p:cNvSpPr/>
          <p:nvPr/>
        </p:nvSpPr>
        <p:spPr>
          <a:xfrm>
            <a:off x="441959" y="1287780"/>
            <a:ext cx="214884" cy="23466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p198"/>
          <p:cNvSpPr/>
          <p:nvPr/>
        </p:nvSpPr>
        <p:spPr>
          <a:xfrm>
            <a:off x="441959" y="1287780"/>
            <a:ext cx="215265" cy="234950"/>
          </a:xfrm>
          <a:custGeom>
            <a:rect b="b" l="l" r="r" t="t"/>
            <a:pathLst>
              <a:path extrusionOk="0" h="234950" w="215265">
                <a:moveTo>
                  <a:pt x="0" y="82550"/>
                </a:moveTo>
                <a:lnTo>
                  <a:pt x="23990" y="40512"/>
                </a:lnTo>
                <a:lnTo>
                  <a:pt x="83451" y="5715"/>
                </a:lnTo>
                <a:lnTo>
                  <a:pt x="107442" y="0"/>
                </a:lnTo>
                <a:lnTo>
                  <a:pt x="120224" y="1428"/>
                </a:lnTo>
                <a:lnTo>
                  <a:pt x="190893" y="40512"/>
                </a:lnTo>
                <a:lnTo>
                  <a:pt x="214884" y="82550"/>
                </a:lnTo>
                <a:lnTo>
                  <a:pt x="214884" y="152146"/>
                </a:lnTo>
                <a:lnTo>
                  <a:pt x="190893" y="194183"/>
                </a:lnTo>
                <a:lnTo>
                  <a:pt x="131432" y="228854"/>
                </a:lnTo>
                <a:lnTo>
                  <a:pt x="107442" y="234664"/>
                </a:lnTo>
                <a:lnTo>
                  <a:pt x="94659" y="233211"/>
                </a:lnTo>
                <a:lnTo>
                  <a:pt x="23990" y="194183"/>
                </a:lnTo>
                <a:lnTo>
                  <a:pt x="0" y="152146"/>
                </a:lnTo>
                <a:lnTo>
                  <a:pt x="0" y="82550"/>
                </a:lnTo>
                <a:close/>
              </a:path>
            </a:pathLst>
          </a:cu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" name="Google Shape;27;p198"/>
          <p:cNvSpPr/>
          <p:nvPr/>
        </p:nvSpPr>
        <p:spPr>
          <a:xfrm>
            <a:off x="723900" y="3026664"/>
            <a:ext cx="1340358" cy="18059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" name="Google Shape;28;p198"/>
          <p:cNvSpPr/>
          <p:nvPr/>
        </p:nvSpPr>
        <p:spPr>
          <a:xfrm>
            <a:off x="449580" y="2980944"/>
            <a:ext cx="216408" cy="23317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" name="Google Shape;29;p198"/>
          <p:cNvSpPr/>
          <p:nvPr/>
        </p:nvSpPr>
        <p:spPr>
          <a:xfrm>
            <a:off x="449580" y="2980944"/>
            <a:ext cx="216535" cy="233679"/>
          </a:xfrm>
          <a:custGeom>
            <a:rect b="b" l="l" r="r" t="t"/>
            <a:pathLst>
              <a:path extrusionOk="0" h="233680" w="216534">
                <a:moveTo>
                  <a:pt x="0" y="82042"/>
                </a:moveTo>
                <a:lnTo>
                  <a:pt x="24168" y="40259"/>
                </a:lnTo>
                <a:lnTo>
                  <a:pt x="84048" y="5715"/>
                </a:lnTo>
                <a:lnTo>
                  <a:pt x="108204" y="0"/>
                </a:lnTo>
                <a:lnTo>
                  <a:pt x="121074" y="1428"/>
                </a:lnTo>
                <a:lnTo>
                  <a:pt x="192239" y="40259"/>
                </a:lnTo>
                <a:lnTo>
                  <a:pt x="216408" y="82042"/>
                </a:lnTo>
                <a:lnTo>
                  <a:pt x="216408" y="151130"/>
                </a:lnTo>
                <a:lnTo>
                  <a:pt x="192239" y="192913"/>
                </a:lnTo>
                <a:lnTo>
                  <a:pt x="132359" y="227457"/>
                </a:lnTo>
                <a:lnTo>
                  <a:pt x="108204" y="233172"/>
                </a:lnTo>
                <a:lnTo>
                  <a:pt x="95333" y="231743"/>
                </a:lnTo>
                <a:lnTo>
                  <a:pt x="24168" y="192913"/>
                </a:lnTo>
                <a:lnTo>
                  <a:pt x="0" y="151130"/>
                </a:lnTo>
                <a:lnTo>
                  <a:pt x="0" y="82042"/>
                </a:lnTo>
                <a:close/>
              </a:path>
            </a:pathLst>
          </a:cu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198"/>
          <p:cNvSpPr/>
          <p:nvPr/>
        </p:nvSpPr>
        <p:spPr>
          <a:xfrm>
            <a:off x="712470" y="3286506"/>
            <a:ext cx="8629015" cy="1397635"/>
          </a:xfrm>
          <a:custGeom>
            <a:rect b="b" l="l" r="r" t="t"/>
            <a:pathLst>
              <a:path extrusionOk="0" h="1397635" w="8629015">
                <a:moveTo>
                  <a:pt x="0" y="1397508"/>
                </a:moveTo>
                <a:lnTo>
                  <a:pt x="8628888" y="1397508"/>
                </a:lnTo>
                <a:lnTo>
                  <a:pt x="8628888" y="0"/>
                </a:lnTo>
                <a:lnTo>
                  <a:pt x="0" y="0"/>
                </a:lnTo>
                <a:lnTo>
                  <a:pt x="0" y="1397508"/>
                </a:lnTo>
                <a:close/>
              </a:path>
            </a:pathLst>
          </a:custGeom>
          <a:noFill/>
          <a:ln cap="flat" cmpd="sng" w="19800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" name="Google Shape;31;p198"/>
          <p:cNvSpPr/>
          <p:nvPr/>
        </p:nvSpPr>
        <p:spPr>
          <a:xfrm>
            <a:off x="862584" y="3462515"/>
            <a:ext cx="2161793" cy="1059954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" name="Google Shape;32;p198"/>
          <p:cNvSpPr txBox="1"/>
          <p:nvPr>
            <p:ph type="title"/>
          </p:nvPr>
        </p:nvSpPr>
        <p:spPr>
          <a:xfrm>
            <a:off x="437489" y="431419"/>
            <a:ext cx="90310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8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8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8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9"/>
          <p:cNvSpPr txBox="1"/>
          <p:nvPr>
            <p:ph type="title"/>
          </p:nvPr>
        </p:nvSpPr>
        <p:spPr>
          <a:xfrm>
            <a:off x="437489" y="431419"/>
            <a:ext cx="90310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9"/>
          <p:cNvSpPr txBox="1"/>
          <p:nvPr>
            <p:ph idx="1" type="body"/>
          </p:nvPr>
        </p:nvSpPr>
        <p:spPr>
          <a:xfrm>
            <a:off x="2807207" y="1773935"/>
            <a:ext cx="4291584" cy="2383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9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9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9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0"/>
          <p:cNvSpPr txBox="1"/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0"/>
          <p:cNvSpPr txBox="1"/>
          <p:nvPr>
            <p:ph idx="1" type="subTitle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0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0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0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1"/>
          <p:cNvSpPr txBox="1"/>
          <p:nvPr>
            <p:ph type="title"/>
          </p:nvPr>
        </p:nvSpPr>
        <p:spPr>
          <a:xfrm>
            <a:off x="437489" y="431419"/>
            <a:ext cx="90310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1"/>
          <p:cNvSpPr txBox="1"/>
          <p:nvPr>
            <p:ph idx="1" type="body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1"/>
          <p:cNvSpPr txBox="1"/>
          <p:nvPr>
            <p:ph idx="2" type="body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1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1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1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6"/>
          <p:cNvSpPr/>
          <p:nvPr/>
        </p:nvSpPr>
        <p:spPr>
          <a:xfrm>
            <a:off x="0" y="0"/>
            <a:ext cx="9902951" cy="1425355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96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" name="Google Shape;8;p196"/>
          <p:cNvSpPr txBox="1"/>
          <p:nvPr>
            <p:ph type="title"/>
          </p:nvPr>
        </p:nvSpPr>
        <p:spPr>
          <a:xfrm>
            <a:off x="437489" y="431419"/>
            <a:ext cx="90310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96"/>
          <p:cNvSpPr txBox="1"/>
          <p:nvPr>
            <p:ph idx="1" type="body"/>
          </p:nvPr>
        </p:nvSpPr>
        <p:spPr>
          <a:xfrm>
            <a:off x="2807207" y="1773935"/>
            <a:ext cx="4291584" cy="2383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6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96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96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jpg"/><Relationship Id="rId4" Type="http://schemas.openxmlformats.org/officeDocument/2006/relationships/image" Target="../media/image20.png"/><Relationship Id="rId9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10" Type="http://schemas.openxmlformats.org/officeDocument/2006/relationships/image" Target="../media/image36.png"/><Relationship Id="rId9" Type="http://schemas.openxmlformats.org/officeDocument/2006/relationships/image" Target="../media/image33.png"/><Relationship Id="rId5" Type="http://schemas.openxmlformats.org/officeDocument/2006/relationships/image" Target="../media/image28.png"/><Relationship Id="rId6" Type="http://schemas.openxmlformats.org/officeDocument/2006/relationships/image" Target="../media/image16.png"/><Relationship Id="rId7" Type="http://schemas.openxmlformats.org/officeDocument/2006/relationships/image" Target="../media/image41.png"/><Relationship Id="rId8" Type="http://schemas.openxmlformats.org/officeDocument/2006/relationships/image" Target="../media/image2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3.png"/><Relationship Id="rId9" Type="http://schemas.openxmlformats.org/officeDocument/2006/relationships/image" Target="../media/image55.png"/><Relationship Id="rId5" Type="http://schemas.openxmlformats.org/officeDocument/2006/relationships/image" Target="../media/image24.png"/><Relationship Id="rId6" Type="http://schemas.openxmlformats.org/officeDocument/2006/relationships/image" Target="../media/image37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3.png"/><Relationship Id="rId10" Type="http://schemas.openxmlformats.org/officeDocument/2006/relationships/image" Target="../media/image39.png"/><Relationship Id="rId9" Type="http://schemas.openxmlformats.org/officeDocument/2006/relationships/image" Target="../media/image40.png"/><Relationship Id="rId5" Type="http://schemas.openxmlformats.org/officeDocument/2006/relationships/image" Target="../media/image28.png"/><Relationship Id="rId6" Type="http://schemas.openxmlformats.org/officeDocument/2006/relationships/image" Target="../media/image45.png"/><Relationship Id="rId7" Type="http://schemas.openxmlformats.org/officeDocument/2006/relationships/image" Target="../media/image34.png"/><Relationship Id="rId8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image" Target="../media/image43.png"/><Relationship Id="rId13" Type="http://schemas.openxmlformats.org/officeDocument/2006/relationships/image" Target="../media/image69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3.png"/><Relationship Id="rId9" Type="http://schemas.openxmlformats.org/officeDocument/2006/relationships/image" Target="../media/image42.png"/><Relationship Id="rId5" Type="http://schemas.openxmlformats.org/officeDocument/2006/relationships/image" Target="../media/image28.png"/><Relationship Id="rId6" Type="http://schemas.openxmlformats.org/officeDocument/2006/relationships/image" Target="../media/image47.png"/><Relationship Id="rId7" Type="http://schemas.openxmlformats.org/officeDocument/2006/relationships/image" Target="../media/image44.png"/><Relationship Id="rId8" Type="http://schemas.openxmlformats.org/officeDocument/2006/relationships/image" Target="../media/image59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58.png"/><Relationship Id="rId5" Type="http://schemas.openxmlformats.org/officeDocument/2006/relationships/image" Target="../media/image28.png"/><Relationship Id="rId6" Type="http://schemas.openxmlformats.org/officeDocument/2006/relationships/image" Target="../media/image71.png"/><Relationship Id="rId7" Type="http://schemas.openxmlformats.org/officeDocument/2006/relationships/image" Target="../media/image65.png"/><Relationship Id="rId8" Type="http://schemas.openxmlformats.org/officeDocument/2006/relationships/image" Target="../media/image61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3.png"/><Relationship Id="rId4" Type="http://schemas.openxmlformats.org/officeDocument/2006/relationships/image" Target="../media/image3.png"/><Relationship Id="rId9" Type="http://schemas.openxmlformats.org/officeDocument/2006/relationships/image" Target="../media/image72.png"/><Relationship Id="rId5" Type="http://schemas.openxmlformats.org/officeDocument/2006/relationships/image" Target="../media/image24.png"/><Relationship Id="rId6" Type="http://schemas.openxmlformats.org/officeDocument/2006/relationships/image" Target="../media/image68.png"/><Relationship Id="rId7" Type="http://schemas.openxmlformats.org/officeDocument/2006/relationships/image" Target="../media/image66.png"/><Relationship Id="rId8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8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74.png"/><Relationship Id="rId7" Type="http://schemas.openxmlformats.org/officeDocument/2006/relationships/image" Target="../media/image79.png"/><Relationship Id="rId8" Type="http://schemas.openxmlformats.org/officeDocument/2006/relationships/image" Target="../media/image6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0.png"/><Relationship Id="rId4" Type="http://schemas.openxmlformats.org/officeDocument/2006/relationships/image" Target="../media/image3.png"/><Relationship Id="rId9" Type="http://schemas.openxmlformats.org/officeDocument/2006/relationships/image" Target="../media/image85.png"/><Relationship Id="rId5" Type="http://schemas.openxmlformats.org/officeDocument/2006/relationships/image" Target="../media/image28.png"/><Relationship Id="rId6" Type="http://schemas.openxmlformats.org/officeDocument/2006/relationships/image" Target="../media/image82.png"/><Relationship Id="rId7" Type="http://schemas.openxmlformats.org/officeDocument/2006/relationships/image" Target="../media/image77.png"/><Relationship Id="rId8" Type="http://schemas.openxmlformats.org/officeDocument/2006/relationships/image" Target="../media/image8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5.png"/><Relationship Id="rId4" Type="http://schemas.openxmlformats.org/officeDocument/2006/relationships/image" Target="../media/image3.png"/><Relationship Id="rId9" Type="http://schemas.openxmlformats.org/officeDocument/2006/relationships/image" Target="../media/image77.png"/><Relationship Id="rId5" Type="http://schemas.openxmlformats.org/officeDocument/2006/relationships/image" Target="../media/image28.png"/><Relationship Id="rId6" Type="http://schemas.openxmlformats.org/officeDocument/2006/relationships/image" Target="../media/image82.png"/><Relationship Id="rId7" Type="http://schemas.openxmlformats.org/officeDocument/2006/relationships/image" Target="../media/image124.png"/><Relationship Id="rId8" Type="http://schemas.openxmlformats.org/officeDocument/2006/relationships/image" Target="../media/image7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8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88.png"/><Relationship Id="rId7" Type="http://schemas.openxmlformats.org/officeDocument/2006/relationships/image" Target="../media/image83.png"/><Relationship Id="rId8" Type="http://schemas.openxmlformats.org/officeDocument/2006/relationships/image" Target="../media/image9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6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88.png"/><Relationship Id="rId7" Type="http://schemas.openxmlformats.org/officeDocument/2006/relationships/image" Target="../media/image98.png"/><Relationship Id="rId8" Type="http://schemas.openxmlformats.org/officeDocument/2006/relationships/image" Target="../media/image9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0.png"/><Relationship Id="rId4" Type="http://schemas.openxmlformats.org/officeDocument/2006/relationships/image" Target="../media/image3.png"/><Relationship Id="rId9" Type="http://schemas.openxmlformats.org/officeDocument/2006/relationships/image" Target="../media/image104.png"/><Relationship Id="rId5" Type="http://schemas.openxmlformats.org/officeDocument/2006/relationships/image" Target="../media/image24.png"/><Relationship Id="rId6" Type="http://schemas.openxmlformats.org/officeDocument/2006/relationships/image" Target="../media/image96.png"/><Relationship Id="rId7" Type="http://schemas.openxmlformats.org/officeDocument/2006/relationships/image" Target="../media/image94.png"/><Relationship Id="rId8" Type="http://schemas.openxmlformats.org/officeDocument/2006/relationships/image" Target="../media/image9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jpg"/><Relationship Id="rId4" Type="http://schemas.openxmlformats.org/officeDocument/2006/relationships/image" Target="../media/image101.png"/><Relationship Id="rId9" Type="http://schemas.openxmlformats.org/officeDocument/2006/relationships/image" Target="../media/image105.png"/><Relationship Id="rId5" Type="http://schemas.openxmlformats.org/officeDocument/2006/relationships/image" Target="../media/image3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Relationship Id="rId8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8.png"/><Relationship Id="rId4" Type="http://schemas.openxmlformats.org/officeDocument/2006/relationships/image" Target="../media/image3.png"/><Relationship Id="rId9" Type="http://schemas.openxmlformats.org/officeDocument/2006/relationships/image" Target="../media/image117.png"/><Relationship Id="rId5" Type="http://schemas.openxmlformats.org/officeDocument/2006/relationships/image" Target="../media/image24.png"/><Relationship Id="rId6" Type="http://schemas.openxmlformats.org/officeDocument/2006/relationships/image" Target="../media/image107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8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22.png"/><Relationship Id="rId7" Type="http://schemas.openxmlformats.org/officeDocument/2006/relationships/image" Target="../media/image1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3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19.png"/><Relationship Id="rId7" Type="http://schemas.openxmlformats.org/officeDocument/2006/relationships/image" Target="../media/image1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4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20.png"/><Relationship Id="rId7" Type="http://schemas.openxmlformats.org/officeDocument/2006/relationships/image" Target="../media/image1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5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50.png"/><Relationship Id="rId7" Type="http://schemas.openxmlformats.org/officeDocument/2006/relationships/image" Target="../media/image1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6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29.png"/><Relationship Id="rId7" Type="http://schemas.openxmlformats.org/officeDocument/2006/relationships/image" Target="../media/image1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4.png"/><Relationship Id="rId4" Type="http://schemas.openxmlformats.org/officeDocument/2006/relationships/image" Target="../media/image3.png"/><Relationship Id="rId9" Type="http://schemas.openxmlformats.org/officeDocument/2006/relationships/image" Target="../media/image130.png"/><Relationship Id="rId5" Type="http://schemas.openxmlformats.org/officeDocument/2006/relationships/image" Target="../media/image28.png"/><Relationship Id="rId6" Type="http://schemas.openxmlformats.org/officeDocument/2006/relationships/image" Target="../media/image137.png"/><Relationship Id="rId7" Type="http://schemas.openxmlformats.org/officeDocument/2006/relationships/image" Target="../media/image132.png"/><Relationship Id="rId8" Type="http://schemas.openxmlformats.org/officeDocument/2006/relationships/image" Target="../media/image1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5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30.png"/><Relationship Id="rId7" Type="http://schemas.openxmlformats.org/officeDocument/2006/relationships/image" Target="../media/image143.png"/><Relationship Id="rId8" Type="http://schemas.openxmlformats.org/officeDocument/2006/relationships/image" Target="../media/image14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3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30.png"/><Relationship Id="rId7" Type="http://schemas.openxmlformats.org/officeDocument/2006/relationships/image" Target="../media/image142.png"/><Relationship Id="rId8" Type="http://schemas.openxmlformats.org/officeDocument/2006/relationships/image" Target="../media/image1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8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57.png"/><Relationship Id="rId7" Type="http://schemas.openxmlformats.org/officeDocument/2006/relationships/image" Target="../media/image1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57.png"/><Relationship Id="rId7" Type="http://schemas.openxmlformats.org/officeDocument/2006/relationships/image" Target="../media/image16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5.png"/><Relationship Id="rId4" Type="http://schemas.openxmlformats.org/officeDocument/2006/relationships/image" Target="../media/image3.png"/><Relationship Id="rId9" Type="http://schemas.openxmlformats.org/officeDocument/2006/relationships/image" Target="../media/image158.png"/><Relationship Id="rId5" Type="http://schemas.openxmlformats.org/officeDocument/2006/relationships/image" Target="../media/image24.png"/><Relationship Id="rId6" Type="http://schemas.openxmlformats.org/officeDocument/2006/relationships/image" Target="../media/image144.png"/><Relationship Id="rId7" Type="http://schemas.openxmlformats.org/officeDocument/2006/relationships/image" Target="../media/image145.png"/><Relationship Id="rId8" Type="http://schemas.openxmlformats.org/officeDocument/2006/relationships/image" Target="../media/image15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3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61.png"/><Relationship Id="rId7" Type="http://schemas.openxmlformats.org/officeDocument/2006/relationships/image" Target="../media/image171.png"/><Relationship Id="rId8" Type="http://schemas.openxmlformats.org/officeDocument/2006/relationships/image" Target="../media/image16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9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6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6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0.png"/><Relationship Id="rId4" Type="http://schemas.openxmlformats.org/officeDocument/2006/relationships/image" Target="../media/image3.png"/><Relationship Id="rId9" Type="http://schemas.openxmlformats.org/officeDocument/2006/relationships/image" Target="../media/image187.png"/><Relationship Id="rId5" Type="http://schemas.openxmlformats.org/officeDocument/2006/relationships/image" Target="../media/image28.png"/><Relationship Id="rId6" Type="http://schemas.openxmlformats.org/officeDocument/2006/relationships/image" Target="../media/image167.png"/><Relationship Id="rId7" Type="http://schemas.openxmlformats.org/officeDocument/2006/relationships/image" Target="../media/image176.png"/><Relationship Id="rId8" Type="http://schemas.openxmlformats.org/officeDocument/2006/relationships/image" Target="../media/image17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3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73.png"/><Relationship Id="rId7" Type="http://schemas.openxmlformats.org/officeDocument/2006/relationships/image" Target="../media/image181.png"/><Relationship Id="rId8" Type="http://schemas.openxmlformats.org/officeDocument/2006/relationships/image" Target="../media/image16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6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77.png"/><Relationship Id="rId7" Type="http://schemas.openxmlformats.org/officeDocument/2006/relationships/image" Target="../media/image18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8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84.png"/><Relationship Id="rId7" Type="http://schemas.openxmlformats.org/officeDocument/2006/relationships/image" Target="../media/image17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0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89.png"/><Relationship Id="rId7" Type="http://schemas.openxmlformats.org/officeDocument/2006/relationships/image" Target="../media/image19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5.png"/><Relationship Id="rId4" Type="http://schemas.openxmlformats.org/officeDocument/2006/relationships/image" Target="../media/image3.png"/><Relationship Id="rId9" Type="http://schemas.openxmlformats.org/officeDocument/2006/relationships/image" Target="../media/image202.png"/><Relationship Id="rId5" Type="http://schemas.openxmlformats.org/officeDocument/2006/relationships/image" Target="../media/image28.png"/><Relationship Id="rId6" Type="http://schemas.openxmlformats.org/officeDocument/2006/relationships/image" Target="../media/image184.png"/><Relationship Id="rId7" Type="http://schemas.openxmlformats.org/officeDocument/2006/relationships/image" Target="../media/image205.png"/><Relationship Id="rId8" Type="http://schemas.openxmlformats.org/officeDocument/2006/relationships/image" Target="../media/image19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jpg"/><Relationship Id="rId4" Type="http://schemas.openxmlformats.org/officeDocument/2006/relationships/image" Target="../media/image246.png"/><Relationship Id="rId9" Type="http://schemas.openxmlformats.org/officeDocument/2006/relationships/image" Target="../media/image198.png"/><Relationship Id="rId5" Type="http://schemas.openxmlformats.org/officeDocument/2006/relationships/image" Target="../media/image3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31.png"/></Relationships>
</file>

<file path=ppt/slides/_rels/slide4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4.png"/><Relationship Id="rId10" Type="http://schemas.openxmlformats.org/officeDocument/2006/relationships/image" Target="../media/image203.png"/><Relationship Id="rId13" Type="http://schemas.openxmlformats.org/officeDocument/2006/relationships/image" Target="../media/image217.png"/><Relationship Id="rId12" Type="http://schemas.openxmlformats.org/officeDocument/2006/relationships/image" Target="../media/image2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95.png"/><Relationship Id="rId4" Type="http://schemas.openxmlformats.org/officeDocument/2006/relationships/image" Target="../media/image3.png"/><Relationship Id="rId9" Type="http://schemas.openxmlformats.org/officeDocument/2006/relationships/image" Target="../media/image199.png"/><Relationship Id="rId15" Type="http://schemas.openxmlformats.org/officeDocument/2006/relationships/image" Target="../media/image207.png"/><Relationship Id="rId14" Type="http://schemas.openxmlformats.org/officeDocument/2006/relationships/image" Target="../media/image209.png"/><Relationship Id="rId5" Type="http://schemas.openxmlformats.org/officeDocument/2006/relationships/image" Target="../media/image28.png"/><Relationship Id="rId6" Type="http://schemas.openxmlformats.org/officeDocument/2006/relationships/image" Target="../media/image192.png"/><Relationship Id="rId7" Type="http://schemas.openxmlformats.org/officeDocument/2006/relationships/image" Target="../media/image206.png"/><Relationship Id="rId8" Type="http://schemas.openxmlformats.org/officeDocument/2006/relationships/image" Target="../media/image201.png"/></Relationships>
</file>

<file path=ppt/slides/_rels/slide41.xml.rels><?xml version="1.0" encoding="UTF-8" standalone="yes"?><Relationships xmlns="http://schemas.openxmlformats.org/package/2006/relationships"><Relationship Id="rId10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0.png"/><Relationship Id="rId4" Type="http://schemas.openxmlformats.org/officeDocument/2006/relationships/image" Target="../media/image3.png"/><Relationship Id="rId9" Type="http://schemas.openxmlformats.org/officeDocument/2006/relationships/image" Target="../media/image219.png"/><Relationship Id="rId5" Type="http://schemas.openxmlformats.org/officeDocument/2006/relationships/image" Target="../media/image28.png"/><Relationship Id="rId6" Type="http://schemas.openxmlformats.org/officeDocument/2006/relationships/image" Target="../media/image220.png"/><Relationship Id="rId7" Type="http://schemas.openxmlformats.org/officeDocument/2006/relationships/image" Target="../media/image208.png"/><Relationship Id="rId8" Type="http://schemas.openxmlformats.org/officeDocument/2006/relationships/image" Target="../media/image25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31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223.png"/><Relationship Id="rId7" Type="http://schemas.openxmlformats.org/officeDocument/2006/relationships/image" Target="../media/image211.png"/></Relationships>
</file>

<file path=ppt/slides/_rels/slide4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1.png"/><Relationship Id="rId10" Type="http://schemas.openxmlformats.org/officeDocument/2006/relationships/image" Target="../media/image221.png"/><Relationship Id="rId12" Type="http://schemas.openxmlformats.org/officeDocument/2006/relationships/image" Target="../media/image2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6.png"/><Relationship Id="rId4" Type="http://schemas.openxmlformats.org/officeDocument/2006/relationships/image" Target="../media/image3.png"/><Relationship Id="rId9" Type="http://schemas.openxmlformats.org/officeDocument/2006/relationships/image" Target="../media/image213.png"/><Relationship Id="rId5" Type="http://schemas.openxmlformats.org/officeDocument/2006/relationships/image" Target="../media/image28.png"/><Relationship Id="rId6" Type="http://schemas.openxmlformats.org/officeDocument/2006/relationships/image" Target="../media/image212.png"/><Relationship Id="rId7" Type="http://schemas.openxmlformats.org/officeDocument/2006/relationships/image" Target="../media/image215.png"/><Relationship Id="rId8" Type="http://schemas.openxmlformats.org/officeDocument/2006/relationships/image" Target="../media/image2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5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248.png"/><Relationship Id="rId7" Type="http://schemas.openxmlformats.org/officeDocument/2006/relationships/image" Target="../media/image234.png"/></Relationships>
</file>

<file path=ppt/slides/_rels/slide4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2.png"/><Relationship Id="rId10" Type="http://schemas.openxmlformats.org/officeDocument/2006/relationships/image" Target="../media/image2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30.png"/><Relationship Id="rId4" Type="http://schemas.openxmlformats.org/officeDocument/2006/relationships/image" Target="../media/image3.png"/><Relationship Id="rId9" Type="http://schemas.openxmlformats.org/officeDocument/2006/relationships/image" Target="../media/image243.png"/><Relationship Id="rId5" Type="http://schemas.openxmlformats.org/officeDocument/2006/relationships/image" Target="../media/image28.png"/><Relationship Id="rId6" Type="http://schemas.openxmlformats.org/officeDocument/2006/relationships/image" Target="../media/image262.png"/><Relationship Id="rId7" Type="http://schemas.openxmlformats.org/officeDocument/2006/relationships/image" Target="../media/image233.png"/><Relationship Id="rId8" Type="http://schemas.openxmlformats.org/officeDocument/2006/relationships/image" Target="../media/image23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8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236.png"/><Relationship Id="rId7" Type="http://schemas.openxmlformats.org/officeDocument/2006/relationships/image" Target="../media/image243.png"/><Relationship Id="rId8" Type="http://schemas.openxmlformats.org/officeDocument/2006/relationships/image" Target="../media/image252.png"/></Relationships>
</file>

<file path=ppt/slides/_rels/slide4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5.png"/><Relationship Id="rId10" Type="http://schemas.openxmlformats.org/officeDocument/2006/relationships/image" Target="../media/image25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49.png"/><Relationship Id="rId4" Type="http://schemas.openxmlformats.org/officeDocument/2006/relationships/image" Target="../media/image3.png"/><Relationship Id="rId9" Type="http://schemas.openxmlformats.org/officeDocument/2006/relationships/image" Target="../media/image259.png"/><Relationship Id="rId5" Type="http://schemas.openxmlformats.org/officeDocument/2006/relationships/image" Target="../media/image24.png"/><Relationship Id="rId6" Type="http://schemas.openxmlformats.org/officeDocument/2006/relationships/image" Target="../media/image237.png"/><Relationship Id="rId7" Type="http://schemas.openxmlformats.org/officeDocument/2006/relationships/image" Target="../media/image232.png"/><Relationship Id="rId8" Type="http://schemas.openxmlformats.org/officeDocument/2006/relationships/image" Target="../media/image26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56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254.png"/><Relationship Id="rId7" Type="http://schemas.openxmlformats.org/officeDocument/2006/relationships/image" Target="../media/image269.png"/><Relationship Id="rId8" Type="http://schemas.openxmlformats.org/officeDocument/2006/relationships/image" Target="../media/image27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3.jpg"/><Relationship Id="rId4" Type="http://schemas.openxmlformats.org/officeDocument/2006/relationships/image" Target="../media/image263.png"/><Relationship Id="rId9" Type="http://schemas.openxmlformats.org/officeDocument/2006/relationships/image" Target="../media/image260.png"/><Relationship Id="rId5" Type="http://schemas.openxmlformats.org/officeDocument/2006/relationships/image" Target="../media/image3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3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66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261.png"/><Relationship Id="rId7" Type="http://schemas.openxmlformats.org/officeDocument/2006/relationships/image" Target="../media/image268.png"/><Relationship Id="rId8" Type="http://schemas.openxmlformats.org/officeDocument/2006/relationships/image" Target="../media/image270.png"/></Relationships>
</file>

<file path=ppt/slides/_rels/slide5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0.png"/><Relationship Id="rId10" Type="http://schemas.openxmlformats.org/officeDocument/2006/relationships/image" Target="../media/image27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72.png"/><Relationship Id="rId4" Type="http://schemas.openxmlformats.org/officeDocument/2006/relationships/image" Target="../media/image3.png"/><Relationship Id="rId9" Type="http://schemas.openxmlformats.org/officeDocument/2006/relationships/image" Target="../media/image288.png"/><Relationship Id="rId5" Type="http://schemas.openxmlformats.org/officeDocument/2006/relationships/image" Target="../media/image24.png"/><Relationship Id="rId6" Type="http://schemas.openxmlformats.org/officeDocument/2006/relationships/image" Target="../media/image298.png"/><Relationship Id="rId7" Type="http://schemas.openxmlformats.org/officeDocument/2006/relationships/image" Target="../media/image267.png"/><Relationship Id="rId8" Type="http://schemas.openxmlformats.org/officeDocument/2006/relationships/image" Target="../media/image292.png"/></Relationships>
</file>

<file path=ppt/slides/_rels/slide5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0.png"/><Relationship Id="rId10" Type="http://schemas.openxmlformats.org/officeDocument/2006/relationships/image" Target="../media/image3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78.png"/><Relationship Id="rId4" Type="http://schemas.openxmlformats.org/officeDocument/2006/relationships/image" Target="../media/image3.png"/><Relationship Id="rId9" Type="http://schemas.openxmlformats.org/officeDocument/2006/relationships/image" Target="../media/image276.png"/><Relationship Id="rId5" Type="http://schemas.openxmlformats.org/officeDocument/2006/relationships/image" Target="../media/image24.png"/><Relationship Id="rId6" Type="http://schemas.openxmlformats.org/officeDocument/2006/relationships/image" Target="../media/image286.png"/><Relationship Id="rId7" Type="http://schemas.openxmlformats.org/officeDocument/2006/relationships/image" Target="../media/image283.png"/><Relationship Id="rId8" Type="http://schemas.openxmlformats.org/officeDocument/2006/relationships/image" Target="../media/image27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97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277.png"/><Relationship Id="rId7" Type="http://schemas.openxmlformats.org/officeDocument/2006/relationships/image" Target="../media/image27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85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284.png"/><Relationship Id="rId7" Type="http://schemas.openxmlformats.org/officeDocument/2006/relationships/image" Target="../media/image27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89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300.png"/><Relationship Id="rId7" Type="http://schemas.openxmlformats.org/officeDocument/2006/relationships/image" Target="../media/image270.png"/></Relationships>
</file>

<file path=ppt/slides/_rels/slide5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2.png"/><Relationship Id="rId10" Type="http://schemas.openxmlformats.org/officeDocument/2006/relationships/image" Target="../media/image299.png"/><Relationship Id="rId13" Type="http://schemas.openxmlformats.org/officeDocument/2006/relationships/image" Target="../media/image313.png"/><Relationship Id="rId12" Type="http://schemas.openxmlformats.org/officeDocument/2006/relationships/image" Target="../media/image2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87.png"/><Relationship Id="rId4" Type="http://schemas.openxmlformats.org/officeDocument/2006/relationships/image" Target="../media/image3.png"/><Relationship Id="rId9" Type="http://schemas.openxmlformats.org/officeDocument/2006/relationships/image" Target="../media/image294.png"/><Relationship Id="rId15" Type="http://schemas.openxmlformats.org/officeDocument/2006/relationships/image" Target="../media/image308.png"/><Relationship Id="rId14" Type="http://schemas.openxmlformats.org/officeDocument/2006/relationships/image" Target="../media/image311.png"/><Relationship Id="rId17" Type="http://schemas.openxmlformats.org/officeDocument/2006/relationships/image" Target="../media/image310.png"/><Relationship Id="rId16" Type="http://schemas.openxmlformats.org/officeDocument/2006/relationships/image" Target="../media/image293.png"/><Relationship Id="rId5" Type="http://schemas.openxmlformats.org/officeDocument/2006/relationships/image" Target="../media/image28.png"/><Relationship Id="rId6" Type="http://schemas.openxmlformats.org/officeDocument/2006/relationships/image" Target="../media/image290.png"/><Relationship Id="rId18" Type="http://schemas.openxmlformats.org/officeDocument/2006/relationships/image" Target="../media/image270.png"/><Relationship Id="rId7" Type="http://schemas.openxmlformats.org/officeDocument/2006/relationships/image" Target="../media/image281.png"/><Relationship Id="rId8" Type="http://schemas.openxmlformats.org/officeDocument/2006/relationships/image" Target="../media/image301.png"/></Relationships>
</file>

<file path=ppt/slides/_rels/slide57.xml.rels><?xml version="1.0" encoding="UTF-8" standalone="yes"?><Relationships xmlns="http://schemas.openxmlformats.org/package/2006/relationships"><Relationship Id="rId20" Type="http://schemas.openxmlformats.org/officeDocument/2006/relationships/image" Target="../media/image310.png"/><Relationship Id="rId11" Type="http://schemas.openxmlformats.org/officeDocument/2006/relationships/image" Target="../media/image302.png"/><Relationship Id="rId10" Type="http://schemas.openxmlformats.org/officeDocument/2006/relationships/image" Target="../media/image299.png"/><Relationship Id="rId21" Type="http://schemas.openxmlformats.org/officeDocument/2006/relationships/image" Target="../media/image270.png"/><Relationship Id="rId13" Type="http://schemas.openxmlformats.org/officeDocument/2006/relationships/image" Target="../media/image313.png"/><Relationship Id="rId12" Type="http://schemas.openxmlformats.org/officeDocument/2006/relationships/image" Target="../media/image2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29.png"/><Relationship Id="rId4" Type="http://schemas.openxmlformats.org/officeDocument/2006/relationships/image" Target="../media/image3.png"/><Relationship Id="rId9" Type="http://schemas.openxmlformats.org/officeDocument/2006/relationships/image" Target="../media/image294.png"/><Relationship Id="rId15" Type="http://schemas.openxmlformats.org/officeDocument/2006/relationships/image" Target="../media/image293.png"/><Relationship Id="rId14" Type="http://schemas.openxmlformats.org/officeDocument/2006/relationships/image" Target="../media/image311.png"/><Relationship Id="rId17" Type="http://schemas.openxmlformats.org/officeDocument/2006/relationships/image" Target="../media/image320.png"/><Relationship Id="rId16" Type="http://schemas.openxmlformats.org/officeDocument/2006/relationships/image" Target="../media/image334.png"/><Relationship Id="rId5" Type="http://schemas.openxmlformats.org/officeDocument/2006/relationships/image" Target="../media/image24.png"/><Relationship Id="rId19" Type="http://schemas.openxmlformats.org/officeDocument/2006/relationships/image" Target="../media/image324.png"/><Relationship Id="rId6" Type="http://schemas.openxmlformats.org/officeDocument/2006/relationships/image" Target="../media/image290.png"/><Relationship Id="rId18" Type="http://schemas.openxmlformats.org/officeDocument/2006/relationships/image" Target="../media/image308.png"/><Relationship Id="rId7" Type="http://schemas.openxmlformats.org/officeDocument/2006/relationships/image" Target="../media/image281.png"/><Relationship Id="rId8" Type="http://schemas.openxmlformats.org/officeDocument/2006/relationships/image" Target="../media/image301.png"/></Relationships>
</file>

<file path=ppt/slides/_rels/slide58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0.png"/><Relationship Id="rId11" Type="http://schemas.openxmlformats.org/officeDocument/2006/relationships/image" Target="../media/image302.png"/><Relationship Id="rId22" Type="http://schemas.openxmlformats.org/officeDocument/2006/relationships/image" Target="../media/image270.png"/><Relationship Id="rId10" Type="http://schemas.openxmlformats.org/officeDocument/2006/relationships/image" Target="../media/image299.png"/><Relationship Id="rId21" Type="http://schemas.openxmlformats.org/officeDocument/2006/relationships/image" Target="../media/image335.png"/><Relationship Id="rId13" Type="http://schemas.openxmlformats.org/officeDocument/2006/relationships/image" Target="../media/image313.png"/><Relationship Id="rId12" Type="http://schemas.openxmlformats.org/officeDocument/2006/relationships/image" Target="../media/image2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49.png"/><Relationship Id="rId4" Type="http://schemas.openxmlformats.org/officeDocument/2006/relationships/image" Target="../media/image3.png"/><Relationship Id="rId9" Type="http://schemas.openxmlformats.org/officeDocument/2006/relationships/image" Target="../media/image294.png"/><Relationship Id="rId15" Type="http://schemas.openxmlformats.org/officeDocument/2006/relationships/image" Target="../media/image330.png"/><Relationship Id="rId14" Type="http://schemas.openxmlformats.org/officeDocument/2006/relationships/image" Target="../media/image311.png"/><Relationship Id="rId17" Type="http://schemas.openxmlformats.org/officeDocument/2006/relationships/image" Target="../media/image310.png"/><Relationship Id="rId16" Type="http://schemas.openxmlformats.org/officeDocument/2006/relationships/image" Target="../media/image308.png"/><Relationship Id="rId5" Type="http://schemas.openxmlformats.org/officeDocument/2006/relationships/image" Target="../media/image28.png"/><Relationship Id="rId19" Type="http://schemas.openxmlformats.org/officeDocument/2006/relationships/image" Target="../media/image334.png"/><Relationship Id="rId6" Type="http://schemas.openxmlformats.org/officeDocument/2006/relationships/image" Target="../media/image290.png"/><Relationship Id="rId18" Type="http://schemas.openxmlformats.org/officeDocument/2006/relationships/image" Target="../media/image293.png"/><Relationship Id="rId7" Type="http://schemas.openxmlformats.org/officeDocument/2006/relationships/image" Target="../media/image281.png"/><Relationship Id="rId8" Type="http://schemas.openxmlformats.org/officeDocument/2006/relationships/image" Target="../media/image30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36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333.png"/><Relationship Id="rId7" Type="http://schemas.openxmlformats.org/officeDocument/2006/relationships/image" Target="../media/image270.png"/><Relationship Id="rId8" Type="http://schemas.openxmlformats.org/officeDocument/2006/relationships/image" Target="../media/image33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3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341.png"/><Relationship Id="rId7" Type="http://schemas.openxmlformats.org/officeDocument/2006/relationships/image" Target="../media/image270.png"/><Relationship Id="rId8" Type="http://schemas.openxmlformats.org/officeDocument/2006/relationships/image" Target="../media/image33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4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340.png"/><Relationship Id="rId7" Type="http://schemas.openxmlformats.org/officeDocument/2006/relationships/image" Target="../media/image270.png"/><Relationship Id="rId8" Type="http://schemas.openxmlformats.org/officeDocument/2006/relationships/image" Target="../media/image346.png"/></Relationships>
</file>

<file path=ppt/slides/_rels/slide6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63.png"/><Relationship Id="rId4" Type="http://schemas.openxmlformats.org/officeDocument/2006/relationships/image" Target="../media/image3.png"/><Relationship Id="rId9" Type="http://schemas.openxmlformats.org/officeDocument/2006/relationships/image" Target="../media/image345.png"/><Relationship Id="rId5" Type="http://schemas.openxmlformats.org/officeDocument/2006/relationships/image" Target="../media/image24.png"/><Relationship Id="rId6" Type="http://schemas.openxmlformats.org/officeDocument/2006/relationships/image" Target="../media/image357.png"/><Relationship Id="rId7" Type="http://schemas.openxmlformats.org/officeDocument/2006/relationships/image" Target="../media/image353.png"/><Relationship Id="rId8" Type="http://schemas.openxmlformats.org/officeDocument/2006/relationships/image" Target="../media/image35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68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358.png"/><Relationship Id="rId7" Type="http://schemas.openxmlformats.org/officeDocument/2006/relationships/image" Target="../media/image344.png"/></Relationships>
</file>

<file path=ppt/slides/_rels/slide6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5.png"/><Relationship Id="rId10" Type="http://schemas.openxmlformats.org/officeDocument/2006/relationships/image" Target="../media/image366.png"/><Relationship Id="rId13" Type="http://schemas.openxmlformats.org/officeDocument/2006/relationships/image" Target="../media/image362.png"/><Relationship Id="rId12" Type="http://schemas.openxmlformats.org/officeDocument/2006/relationships/image" Target="../media/image3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52.png"/><Relationship Id="rId4" Type="http://schemas.openxmlformats.org/officeDocument/2006/relationships/image" Target="../media/image3.png"/><Relationship Id="rId9" Type="http://schemas.openxmlformats.org/officeDocument/2006/relationships/image" Target="../media/image359.png"/><Relationship Id="rId15" Type="http://schemas.openxmlformats.org/officeDocument/2006/relationships/image" Target="../media/image369.png"/><Relationship Id="rId14" Type="http://schemas.openxmlformats.org/officeDocument/2006/relationships/image" Target="../media/image372.png"/><Relationship Id="rId17" Type="http://schemas.openxmlformats.org/officeDocument/2006/relationships/image" Target="../media/image335.png"/><Relationship Id="rId16" Type="http://schemas.openxmlformats.org/officeDocument/2006/relationships/image" Target="../media/image334.png"/><Relationship Id="rId5" Type="http://schemas.openxmlformats.org/officeDocument/2006/relationships/image" Target="../media/image24.png"/><Relationship Id="rId19" Type="http://schemas.openxmlformats.org/officeDocument/2006/relationships/image" Target="../media/image344.png"/><Relationship Id="rId6" Type="http://schemas.openxmlformats.org/officeDocument/2006/relationships/image" Target="../media/image374.png"/><Relationship Id="rId18" Type="http://schemas.openxmlformats.org/officeDocument/2006/relationships/image" Target="../media/image308.png"/><Relationship Id="rId7" Type="http://schemas.openxmlformats.org/officeDocument/2006/relationships/image" Target="../media/image361.png"/><Relationship Id="rId8" Type="http://schemas.openxmlformats.org/officeDocument/2006/relationships/image" Target="../media/image370.png"/></Relationships>
</file>

<file path=ppt/slides/_rels/slide65.xml.rels><?xml version="1.0" encoding="UTF-8" standalone="yes"?><Relationships xmlns="http://schemas.openxmlformats.org/package/2006/relationships"><Relationship Id="rId20" Type="http://schemas.openxmlformats.org/officeDocument/2006/relationships/image" Target="../media/image401.png"/><Relationship Id="rId11" Type="http://schemas.openxmlformats.org/officeDocument/2006/relationships/image" Target="../media/image365.png"/><Relationship Id="rId10" Type="http://schemas.openxmlformats.org/officeDocument/2006/relationships/image" Target="../media/image366.png"/><Relationship Id="rId21" Type="http://schemas.openxmlformats.org/officeDocument/2006/relationships/image" Target="../media/image344.png"/><Relationship Id="rId13" Type="http://schemas.openxmlformats.org/officeDocument/2006/relationships/image" Target="../media/image362.png"/><Relationship Id="rId12" Type="http://schemas.openxmlformats.org/officeDocument/2006/relationships/image" Target="../media/image3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86.png"/><Relationship Id="rId4" Type="http://schemas.openxmlformats.org/officeDocument/2006/relationships/image" Target="../media/image3.png"/><Relationship Id="rId9" Type="http://schemas.openxmlformats.org/officeDocument/2006/relationships/image" Target="../media/image359.png"/><Relationship Id="rId15" Type="http://schemas.openxmlformats.org/officeDocument/2006/relationships/image" Target="../media/image369.png"/><Relationship Id="rId14" Type="http://schemas.openxmlformats.org/officeDocument/2006/relationships/image" Target="../media/image372.png"/><Relationship Id="rId17" Type="http://schemas.openxmlformats.org/officeDocument/2006/relationships/image" Target="../media/image382.png"/><Relationship Id="rId16" Type="http://schemas.openxmlformats.org/officeDocument/2006/relationships/image" Target="../media/image293.png"/><Relationship Id="rId5" Type="http://schemas.openxmlformats.org/officeDocument/2006/relationships/image" Target="../media/image28.png"/><Relationship Id="rId19" Type="http://schemas.openxmlformats.org/officeDocument/2006/relationships/image" Target="../media/image335.png"/><Relationship Id="rId6" Type="http://schemas.openxmlformats.org/officeDocument/2006/relationships/image" Target="../media/image374.png"/><Relationship Id="rId18" Type="http://schemas.openxmlformats.org/officeDocument/2006/relationships/image" Target="../media/image334.png"/><Relationship Id="rId7" Type="http://schemas.openxmlformats.org/officeDocument/2006/relationships/image" Target="../media/image361.png"/><Relationship Id="rId8" Type="http://schemas.openxmlformats.org/officeDocument/2006/relationships/image" Target="../media/image370.png"/></Relationships>
</file>

<file path=ppt/slides/_rels/slide66.xml.rels><?xml version="1.0" encoding="UTF-8" standalone="yes"?><Relationships xmlns="http://schemas.openxmlformats.org/package/2006/relationships"><Relationship Id="rId20" Type="http://schemas.openxmlformats.org/officeDocument/2006/relationships/image" Target="../media/image393.png"/><Relationship Id="rId11" Type="http://schemas.openxmlformats.org/officeDocument/2006/relationships/image" Target="../media/image365.png"/><Relationship Id="rId22" Type="http://schemas.openxmlformats.org/officeDocument/2006/relationships/image" Target="../media/image293.png"/><Relationship Id="rId10" Type="http://schemas.openxmlformats.org/officeDocument/2006/relationships/image" Target="../media/image366.png"/><Relationship Id="rId21" Type="http://schemas.openxmlformats.org/officeDocument/2006/relationships/image" Target="../media/image390.png"/><Relationship Id="rId13" Type="http://schemas.openxmlformats.org/officeDocument/2006/relationships/image" Target="../media/image362.png"/><Relationship Id="rId24" Type="http://schemas.openxmlformats.org/officeDocument/2006/relationships/image" Target="../media/image344.png"/><Relationship Id="rId12" Type="http://schemas.openxmlformats.org/officeDocument/2006/relationships/image" Target="../media/image354.png"/><Relationship Id="rId23" Type="http://schemas.openxmlformats.org/officeDocument/2006/relationships/image" Target="../media/image39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80.png"/><Relationship Id="rId4" Type="http://schemas.openxmlformats.org/officeDocument/2006/relationships/image" Target="../media/image3.png"/><Relationship Id="rId9" Type="http://schemas.openxmlformats.org/officeDocument/2006/relationships/image" Target="../media/image359.png"/><Relationship Id="rId15" Type="http://schemas.openxmlformats.org/officeDocument/2006/relationships/image" Target="../media/image369.png"/><Relationship Id="rId14" Type="http://schemas.openxmlformats.org/officeDocument/2006/relationships/image" Target="../media/image372.png"/><Relationship Id="rId17" Type="http://schemas.openxmlformats.org/officeDocument/2006/relationships/image" Target="../media/image401.png"/><Relationship Id="rId16" Type="http://schemas.openxmlformats.org/officeDocument/2006/relationships/image" Target="../media/image320.png"/><Relationship Id="rId5" Type="http://schemas.openxmlformats.org/officeDocument/2006/relationships/image" Target="../media/image28.png"/><Relationship Id="rId19" Type="http://schemas.openxmlformats.org/officeDocument/2006/relationships/image" Target="../media/image398.png"/><Relationship Id="rId6" Type="http://schemas.openxmlformats.org/officeDocument/2006/relationships/image" Target="../media/image374.png"/><Relationship Id="rId18" Type="http://schemas.openxmlformats.org/officeDocument/2006/relationships/image" Target="../media/image382.png"/><Relationship Id="rId7" Type="http://schemas.openxmlformats.org/officeDocument/2006/relationships/image" Target="../media/image361.png"/><Relationship Id="rId8" Type="http://schemas.openxmlformats.org/officeDocument/2006/relationships/image" Target="../media/image37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99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406.png"/><Relationship Id="rId7" Type="http://schemas.openxmlformats.org/officeDocument/2006/relationships/image" Target="../media/image397.png"/><Relationship Id="rId8" Type="http://schemas.openxmlformats.org/officeDocument/2006/relationships/image" Target="../media/image34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04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403.png"/><Relationship Id="rId7" Type="http://schemas.openxmlformats.org/officeDocument/2006/relationships/image" Target="../media/image34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08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437.png"/><Relationship Id="rId7" Type="http://schemas.openxmlformats.org/officeDocument/2006/relationships/image" Target="../media/image434.png"/><Relationship Id="rId8" Type="http://schemas.openxmlformats.org/officeDocument/2006/relationships/image" Target="../media/image41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3.jpg"/><Relationship Id="rId4" Type="http://schemas.openxmlformats.org/officeDocument/2006/relationships/image" Target="../media/image412.png"/><Relationship Id="rId9" Type="http://schemas.openxmlformats.org/officeDocument/2006/relationships/image" Target="../media/image420.png"/><Relationship Id="rId5" Type="http://schemas.openxmlformats.org/officeDocument/2006/relationships/image" Target="../media/image3.png"/><Relationship Id="rId6" Type="http://schemas.openxmlformats.org/officeDocument/2006/relationships/image" Target="../media/image24.png"/><Relationship Id="rId7" Type="http://schemas.openxmlformats.org/officeDocument/2006/relationships/image" Target="../media/image400.png"/><Relationship Id="rId8" Type="http://schemas.openxmlformats.org/officeDocument/2006/relationships/image" Target="../media/image41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07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428.png"/><Relationship Id="rId7" Type="http://schemas.openxmlformats.org/officeDocument/2006/relationships/image" Target="../media/image415.png"/><Relationship Id="rId8" Type="http://schemas.openxmlformats.org/officeDocument/2006/relationships/image" Target="../media/image417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18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414.png"/><Relationship Id="rId7" Type="http://schemas.openxmlformats.org/officeDocument/2006/relationships/image" Target="../media/image423.png"/><Relationship Id="rId8" Type="http://schemas.openxmlformats.org/officeDocument/2006/relationships/image" Target="../media/image41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43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421.png"/><Relationship Id="rId7" Type="http://schemas.openxmlformats.org/officeDocument/2006/relationships/image" Target="../media/image413.png"/></Relationships>
</file>

<file path=ppt/slides/_rels/slide7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9.png"/><Relationship Id="rId10" Type="http://schemas.openxmlformats.org/officeDocument/2006/relationships/image" Target="../media/image430.png"/><Relationship Id="rId12" Type="http://schemas.openxmlformats.org/officeDocument/2006/relationships/image" Target="../media/image4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22.png"/><Relationship Id="rId4" Type="http://schemas.openxmlformats.org/officeDocument/2006/relationships/image" Target="../media/image3.png"/><Relationship Id="rId9" Type="http://schemas.openxmlformats.org/officeDocument/2006/relationships/image" Target="../media/image429.png"/><Relationship Id="rId5" Type="http://schemas.openxmlformats.org/officeDocument/2006/relationships/image" Target="../media/image24.png"/><Relationship Id="rId6" Type="http://schemas.openxmlformats.org/officeDocument/2006/relationships/image" Target="../media/image427.png"/><Relationship Id="rId7" Type="http://schemas.openxmlformats.org/officeDocument/2006/relationships/image" Target="../media/image426.png"/><Relationship Id="rId8" Type="http://schemas.openxmlformats.org/officeDocument/2006/relationships/image" Target="../media/image45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36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442.png"/><Relationship Id="rId7" Type="http://schemas.openxmlformats.org/officeDocument/2006/relationships/image" Target="../media/image413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24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441.png"/><Relationship Id="rId7" Type="http://schemas.openxmlformats.org/officeDocument/2006/relationships/image" Target="../media/image41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48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432.png"/><Relationship Id="rId7" Type="http://schemas.openxmlformats.org/officeDocument/2006/relationships/image" Target="../media/image444.png"/></Relationships>
</file>

<file path=ppt/slides/_rels/slide78.xml.rels><?xml version="1.0" encoding="UTF-8" standalone="yes"?><Relationships xmlns="http://schemas.openxmlformats.org/package/2006/relationships"><Relationship Id="rId20" Type="http://schemas.openxmlformats.org/officeDocument/2006/relationships/image" Target="../media/image453.png"/><Relationship Id="rId11" Type="http://schemas.openxmlformats.org/officeDocument/2006/relationships/image" Target="../media/image484.png"/><Relationship Id="rId10" Type="http://schemas.openxmlformats.org/officeDocument/2006/relationships/image" Target="../media/image457.png"/><Relationship Id="rId21" Type="http://schemas.openxmlformats.org/officeDocument/2006/relationships/image" Target="../media/image444.png"/><Relationship Id="rId13" Type="http://schemas.openxmlformats.org/officeDocument/2006/relationships/image" Target="../media/image458.png"/><Relationship Id="rId12" Type="http://schemas.openxmlformats.org/officeDocument/2006/relationships/image" Target="../media/image4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49.png"/><Relationship Id="rId4" Type="http://schemas.openxmlformats.org/officeDocument/2006/relationships/image" Target="../media/image3.png"/><Relationship Id="rId9" Type="http://schemas.openxmlformats.org/officeDocument/2006/relationships/image" Target="../media/image429.png"/><Relationship Id="rId15" Type="http://schemas.openxmlformats.org/officeDocument/2006/relationships/image" Target="../media/image451.png"/><Relationship Id="rId14" Type="http://schemas.openxmlformats.org/officeDocument/2006/relationships/image" Target="../media/image374.png"/><Relationship Id="rId17" Type="http://schemas.openxmlformats.org/officeDocument/2006/relationships/image" Target="../media/image462.png"/><Relationship Id="rId16" Type="http://schemas.openxmlformats.org/officeDocument/2006/relationships/image" Target="../media/image361.png"/><Relationship Id="rId5" Type="http://schemas.openxmlformats.org/officeDocument/2006/relationships/image" Target="../media/image24.png"/><Relationship Id="rId19" Type="http://schemas.openxmlformats.org/officeDocument/2006/relationships/image" Target="../media/image477.png"/><Relationship Id="rId6" Type="http://schemas.openxmlformats.org/officeDocument/2006/relationships/image" Target="../media/image447.png"/><Relationship Id="rId18" Type="http://schemas.openxmlformats.org/officeDocument/2006/relationships/image" Target="../media/image452.png"/><Relationship Id="rId7" Type="http://schemas.openxmlformats.org/officeDocument/2006/relationships/image" Target="../media/image461.png"/><Relationship Id="rId8" Type="http://schemas.openxmlformats.org/officeDocument/2006/relationships/image" Target="../media/image446.png"/></Relationships>
</file>

<file path=ppt/slides/_rels/slide79.xml.rels><?xml version="1.0" encoding="UTF-8" standalone="yes"?><Relationships xmlns="http://schemas.openxmlformats.org/package/2006/relationships"><Relationship Id="rId20" Type="http://schemas.openxmlformats.org/officeDocument/2006/relationships/image" Target="../media/image477.png"/><Relationship Id="rId11" Type="http://schemas.openxmlformats.org/officeDocument/2006/relationships/image" Target="../media/image457.png"/><Relationship Id="rId10" Type="http://schemas.openxmlformats.org/officeDocument/2006/relationships/image" Target="../media/image429.png"/><Relationship Id="rId21" Type="http://schemas.openxmlformats.org/officeDocument/2006/relationships/image" Target="../media/image444.png"/><Relationship Id="rId13" Type="http://schemas.openxmlformats.org/officeDocument/2006/relationships/image" Target="../media/image454.png"/><Relationship Id="rId12" Type="http://schemas.openxmlformats.org/officeDocument/2006/relationships/image" Target="../media/image4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65.png"/><Relationship Id="rId4" Type="http://schemas.openxmlformats.org/officeDocument/2006/relationships/image" Target="../media/image3.png"/><Relationship Id="rId9" Type="http://schemas.openxmlformats.org/officeDocument/2006/relationships/image" Target="../media/image471.png"/><Relationship Id="rId15" Type="http://schemas.openxmlformats.org/officeDocument/2006/relationships/image" Target="../media/image374.png"/><Relationship Id="rId14" Type="http://schemas.openxmlformats.org/officeDocument/2006/relationships/image" Target="../media/image458.png"/><Relationship Id="rId17" Type="http://schemas.openxmlformats.org/officeDocument/2006/relationships/image" Target="../media/image361.png"/><Relationship Id="rId16" Type="http://schemas.openxmlformats.org/officeDocument/2006/relationships/image" Target="../media/image451.png"/><Relationship Id="rId5" Type="http://schemas.openxmlformats.org/officeDocument/2006/relationships/image" Target="../media/image28.png"/><Relationship Id="rId19" Type="http://schemas.openxmlformats.org/officeDocument/2006/relationships/image" Target="../media/image452.png"/><Relationship Id="rId6" Type="http://schemas.openxmlformats.org/officeDocument/2006/relationships/image" Target="../media/image485.png"/><Relationship Id="rId18" Type="http://schemas.openxmlformats.org/officeDocument/2006/relationships/image" Target="../media/image462.png"/><Relationship Id="rId7" Type="http://schemas.openxmlformats.org/officeDocument/2006/relationships/image" Target="../media/image464.png"/><Relationship Id="rId8" Type="http://schemas.openxmlformats.org/officeDocument/2006/relationships/image" Target="../media/image480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472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491.png"/><Relationship Id="rId7" Type="http://schemas.openxmlformats.org/officeDocument/2006/relationships/image" Target="../media/image48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475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481.png"/><Relationship Id="rId7" Type="http://schemas.openxmlformats.org/officeDocument/2006/relationships/image" Target="../media/image470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474.png"/><Relationship Id="rId4" Type="http://schemas.openxmlformats.org/officeDocument/2006/relationships/image" Target="../media/image3.png"/><Relationship Id="rId9" Type="http://schemas.openxmlformats.org/officeDocument/2006/relationships/image" Target="../media/image487.png"/><Relationship Id="rId5" Type="http://schemas.openxmlformats.org/officeDocument/2006/relationships/image" Target="../media/image24.png"/><Relationship Id="rId6" Type="http://schemas.openxmlformats.org/officeDocument/2006/relationships/image" Target="../media/image479.png"/><Relationship Id="rId7" Type="http://schemas.openxmlformats.org/officeDocument/2006/relationships/image" Target="../media/image492.png"/><Relationship Id="rId8" Type="http://schemas.openxmlformats.org/officeDocument/2006/relationships/image" Target="../media/image354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468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510.png"/><Relationship Id="rId7" Type="http://schemas.openxmlformats.org/officeDocument/2006/relationships/image" Target="../media/image488.png"/><Relationship Id="rId8" Type="http://schemas.openxmlformats.org/officeDocument/2006/relationships/image" Target="../media/image496.png"/></Relationships>
</file>

<file path=ppt/slides/_rels/slide8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04.png"/><Relationship Id="rId11" Type="http://schemas.openxmlformats.org/officeDocument/2006/relationships/image" Target="../media/image497.png"/><Relationship Id="rId22" Type="http://schemas.openxmlformats.org/officeDocument/2006/relationships/image" Target="../media/image487.png"/><Relationship Id="rId10" Type="http://schemas.openxmlformats.org/officeDocument/2006/relationships/image" Target="../media/image495.png"/><Relationship Id="rId21" Type="http://schemas.openxmlformats.org/officeDocument/2006/relationships/image" Target="../media/image519.png"/><Relationship Id="rId13" Type="http://schemas.openxmlformats.org/officeDocument/2006/relationships/image" Target="../media/image499.png"/><Relationship Id="rId12" Type="http://schemas.openxmlformats.org/officeDocument/2006/relationships/image" Target="../media/image49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90.png"/><Relationship Id="rId4" Type="http://schemas.openxmlformats.org/officeDocument/2006/relationships/image" Target="../media/image3.png"/><Relationship Id="rId9" Type="http://schemas.openxmlformats.org/officeDocument/2006/relationships/image" Target="../media/image500.png"/><Relationship Id="rId15" Type="http://schemas.openxmlformats.org/officeDocument/2006/relationships/image" Target="../media/image511.png"/><Relationship Id="rId14" Type="http://schemas.openxmlformats.org/officeDocument/2006/relationships/image" Target="../media/image498.png"/><Relationship Id="rId17" Type="http://schemas.openxmlformats.org/officeDocument/2006/relationships/image" Target="../media/image528.png"/><Relationship Id="rId16" Type="http://schemas.openxmlformats.org/officeDocument/2006/relationships/image" Target="../media/image509.png"/><Relationship Id="rId5" Type="http://schemas.openxmlformats.org/officeDocument/2006/relationships/image" Target="../media/image24.png"/><Relationship Id="rId19" Type="http://schemas.openxmlformats.org/officeDocument/2006/relationships/image" Target="../media/image508.png"/><Relationship Id="rId6" Type="http://schemas.openxmlformats.org/officeDocument/2006/relationships/image" Target="../media/image486.png"/><Relationship Id="rId18" Type="http://schemas.openxmlformats.org/officeDocument/2006/relationships/image" Target="../media/image506.png"/><Relationship Id="rId7" Type="http://schemas.openxmlformats.org/officeDocument/2006/relationships/image" Target="../media/image501.png"/><Relationship Id="rId8" Type="http://schemas.openxmlformats.org/officeDocument/2006/relationships/image" Target="../media/image482.png"/></Relationships>
</file>

<file path=ppt/slides/_rels/slide85.xml.rels><?xml version="1.0" encoding="UTF-8" standalone="yes"?><Relationships xmlns="http://schemas.openxmlformats.org/package/2006/relationships"><Relationship Id="rId20" Type="http://schemas.openxmlformats.org/officeDocument/2006/relationships/image" Target="../media/image504.png"/><Relationship Id="rId11" Type="http://schemas.openxmlformats.org/officeDocument/2006/relationships/image" Target="../media/image497.png"/><Relationship Id="rId22" Type="http://schemas.openxmlformats.org/officeDocument/2006/relationships/image" Target="../media/image487.png"/><Relationship Id="rId10" Type="http://schemas.openxmlformats.org/officeDocument/2006/relationships/image" Target="../media/image495.png"/><Relationship Id="rId21" Type="http://schemas.openxmlformats.org/officeDocument/2006/relationships/image" Target="../media/image519.png"/><Relationship Id="rId13" Type="http://schemas.openxmlformats.org/officeDocument/2006/relationships/image" Target="../media/image499.png"/><Relationship Id="rId12" Type="http://schemas.openxmlformats.org/officeDocument/2006/relationships/image" Target="../media/image51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507.png"/><Relationship Id="rId4" Type="http://schemas.openxmlformats.org/officeDocument/2006/relationships/image" Target="../media/image3.png"/><Relationship Id="rId9" Type="http://schemas.openxmlformats.org/officeDocument/2006/relationships/image" Target="../media/image524.png"/><Relationship Id="rId15" Type="http://schemas.openxmlformats.org/officeDocument/2006/relationships/image" Target="../media/image535.png"/><Relationship Id="rId14" Type="http://schemas.openxmlformats.org/officeDocument/2006/relationships/image" Target="../media/image515.png"/><Relationship Id="rId17" Type="http://schemas.openxmlformats.org/officeDocument/2006/relationships/image" Target="../media/image521.png"/><Relationship Id="rId16" Type="http://schemas.openxmlformats.org/officeDocument/2006/relationships/image" Target="../media/image525.png"/><Relationship Id="rId5" Type="http://schemas.openxmlformats.org/officeDocument/2006/relationships/image" Target="../media/image28.png"/><Relationship Id="rId19" Type="http://schemas.openxmlformats.org/officeDocument/2006/relationships/image" Target="../media/image530.png"/><Relationship Id="rId6" Type="http://schemas.openxmlformats.org/officeDocument/2006/relationships/image" Target="../media/image486.png"/><Relationship Id="rId18" Type="http://schemas.openxmlformats.org/officeDocument/2006/relationships/image" Target="../media/image506.png"/><Relationship Id="rId7" Type="http://schemas.openxmlformats.org/officeDocument/2006/relationships/image" Target="../media/image531.png"/><Relationship Id="rId8" Type="http://schemas.openxmlformats.org/officeDocument/2006/relationships/image" Target="../media/image51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26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527.png"/><Relationship Id="rId7" Type="http://schemas.openxmlformats.org/officeDocument/2006/relationships/image" Target="../media/image533.png"/></Relationships>
</file>

<file path=ppt/slides/_rels/slide8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9.png"/><Relationship Id="rId10" Type="http://schemas.openxmlformats.org/officeDocument/2006/relationships/image" Target="../media/image545.png"/><Relationship Id="rId13" Type="http://schemas.openxmlformats.org/officeDocument/2006/relationships/image" Target="../media/image554.png"/><Relationship Id="rId12" Type="http://schemas.openxmlformats.org/officeDocument/2006/relationships/image" Target="../media/image5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529.png"/><Relationship Id="rId4" Type="http://schemas.openxmlformats.org/officeDocument/2006/relationships/image" Target="../media/image3.png"/><Relationship Id="rId9" Type="http://schemas.openxmlformats.org/officeDocument/2006/relationships/image" Target="../media/image536.png"/><Relationship Id="rId15" Type="http://schemas.openxmlformats.org/officeDocument/2006/relationships/image" Target="../media/image544.png"/><Relationship Id="rId14" Type="http://schemas.openxmlformats.org/officeDocument/2006/relationships/image" Target="../media/image552.png"/><Relationship Id="rId17" Type="http://schemas.openxmlformats.org/officeDocument/2006/relationships/image" Target="../media/image550.png"/><Relationship Id="rId16" Type="http://schemas.openxmlformats.org/officeDocument/2006/relationships/image" Target="../media/image543.png"/><Relationship Id="rId5" Type="http://schemas.openxmlformats.org/officeDocument/2006/relationships/image" Target="../media/image28.png"/><Relationship Id="rId19" Type="http://schemas.openxmlformats.org/officeDocument/2006/relationships/image" Target="../media/image533.png"/><Relationship Id="rId6" Type="http://schemas.openxmlformats.org/officeDocument/2006/relationships/image" Target="../media/image541.png"/><Relationship Id="rId18" Type="http://schemas.openxmlformats.org/officeDocument/2006/relationships/image" Target="../media/image540.png"/><Relationship Id="rId7" Type="http://schemas.openxmlformats.org/officeDocument/2006/relationships/image" Target="../media/image451.png"/><Relationship Id="rId8" Type="http://schemas.openxmlformats.org/officeDocument/2006/relationships/image" Target="../media/image53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58.png"/><Relationship Id="rId4" Type="http://schemas.openxmlformats.org/officeDocument/2006/relationships/image" Target="../media/image3.png"/><Relationship Id="rId9" Type="http://schemas.openxmlformats.org/officeDocument/2006/relationships/image" Target="../media/image538.png"/><Relationship Id="rId5" Type="http://schemas.openxmlformats.org/officeDocument/2006/relationships/image" Target="../media/image28.png"/><Relationship Id="rId6" Type="http://schemas.openxmlformats.org/officeDocument/2006/relationships/image" Target="../media/image542.png"/><Relationship Id="rId7" Type="http://schemas.openxmlformats.org/officeDocument/2006/relationships/image" Target="../media/image548.png"/><Relationship Id="rId8" Type="http://schemas.openxmlformats.org/officeDocument/2006/relationships/image" Target="../media/image546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37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571.png"/><Relationship Id="rId7" Type="http://schemas.openxmlformats.org/officeDocument/2006/relationships/image" Target="../media/image553.png"/><Relationship Id="rId8" Type="http://schemas.openxmlformats.org/officeDocument/2006/relationships/image" Target="../media/image557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556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572.png"/><Relationship Id="rId7" Type="http://schemas.openxmlformats.org/officeDocument/2006/relationships/image" Target="../media/image553.png"/></Relationships>
</file>

<file path=ppt/slides/_rels/slide91.xml.rels><?xml version="1.0" encoding="UTF-8" standalone="yes"?><Relationships xmlns="http://schemas.openxmlformats.org/package/2006/relationships"><Relationship Id="rId20" Type="http://schemas.openxmlformats.org/officeDocument/2006/relationships/image" Target="../media/image573.png"/><Relationship Id="rId11" Type="http://schemas.openxmlformats.org/officeDocument/2006/relationships/image" Target="../media/image562.png"/><Relationship Id="rId22" Type="http://schemas.openxmlformats.org/officeDocument/2006/relationships/image" Target="../media/image543.png"/><Relationship Id="rId10" Type="http://schemas.openxmlformats.org/officeDocument/2006/relationships/image" Target="../media/image429.png"/><Relationship Id="rId21" Type="http://schemas.openxmlformats.org/officeDocument/2006/relationships/image" Target="../media/image563.png"/><Relationship Id="rId13" Type="http://schemas.openxmlformats.org/officeDocument/2006/relationships/image" Target="../media/image451.png"/><Relationship Id="rId24" Type="http://schemas.openxmlformats.org/officeDocument/2006/relationships/image" Target="../media/image553.png"/><Relationship Id="rId12" Type="http://schemas.openxmlformats.org/officeDocument/2006/relationships/image" Target="../media/image484.png"/><Relationship Id="rId23" Type="http://schemas.openxmlformats.org/officeDocument/2006/relationships/image" Target="../media/image57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551.png"/><Relationship Id="rId4" Type="http://schemas.openxmlformats.org/officeDocument/2006/relationships/image" Target="../media/image3.png"/><Relationship Id="rId9" Type="http://schemas.openxmlformats.org/officeDocument/2006/relationships/image" Target="../media/image583.png"/><Relationship Id="rId15" Type="http://schemas.openxmlformats.org/officeDocument/2006/relationships/image" Target="../media/image462.png"/><Relationship Id="rId14" Type="http://schemas.openxmlformats.org/officeDocument/2006/relationships/image" Target="../media/image561.png"/><Relationship Id="rId17" Type="http://schemas.openxmlformats.org/officeDocument/2006/relationships/image" Target="../media/image567.png"/><Relationship Id="rId16" Type="http://schemas.openxmlformats.org/officeDocument/2006/relationships/image" Target="../media/image374.png"/><Relationship Id="rId5" Type="http://schemas.openxmlformats.org/officeDocument/2006/relationships/image" Target="../media/image28.png"/><Relationship Id="rId19" Type="http://schemas.openxmlformats.org/officeDocument/2006/relationships/image" Target="../media/image574.png"/><Relationship Id="rId6" Type="http://schemas.openxmlformats.org/officeDocument/2006/relationships/image" Target="../media/image568.png"/><Relationship Id="rId18" Type="http://schemas.openxmlformats.org/officeDocument/2006/relationships/image" Target="../media/image591.png"/><Relationship Id="rId7" Type="http://schemas.openxmlformats.org/officeDocument/2006/relationships/image" Target="../media/image569.png"/><Relationship Id="rId8" Type="http://schemas.openxmlformats.org/officeDocument/2006/relationships/image" Target="../media/image560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575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565.png"/><Relationship Id="rId7" Type="http://schemas.openxmlformats.org/officeDocument/2006/relationships/image" Target="../media/image570.png"/><Relationship Id="rId8" Type="http://schemas.openxmlformats.org/officeDocument/2006/relationships/image" Target="../media/image581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593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602.png"/><Relationship Id="rId7" Type="http://schemas.openxmlformats.org/officeDocument/2006/relationships/image" Target="../media/image570.png"/></Relationships>
</file>

<file path=ppt/slides/_rels/slide9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70.png"/><Relationship Id="rId11" Type="http://schemas.openxmlformats.org/officeDocument/2006/relationships/image" Target="../media/image585.png"/><Relationship Id="rId10" Type="http://schemas.openxmlformats.org/officeDocument/2006/relationships/image" Target="../media/image594.png"/><Relationship Id="rId13" Type="http://schemas.openxmlformats.org/officeDocument/2006/relationships/image" Target="../media/image374.png"/><Relationship Id="rId12" Type="http://schemas.openxmlformats.org/officeDocument/2006/relationships/image" Target="../media/image58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578.png"/><Relationship Id="rId4" Type="http://schemas.openxmlformats.org/officeDocument/2006/relationships/image" Target="../media/image3.png"/><Relationship Id="rId9" Type="http://schemas.openxmlformats.org/officeDocument/2006/relationships/image" Target="../media/image580.png"/><Relationship Id="rId15" Type="http://schemas.openxmlformats.org/officeDocument/2006/relationships/image" Target="../media/image462.png"/><Relationship Id="rId14" Type="http://schemas.openxmlformats.org/officeDocument/2006/relationships/image" Target="../media/image479.png"/><Relationship Id="rId17" Type="http://schemas.openxmlformats.org/officeDocument/2006/relationships/image" Target="../media/image590.png"/><Relationship Id="rId16" Type="http://schemas.openxmlformats.org/officeDocument/2006/relationships/image" Target="../media/image370.png"/><Relationship Id="rId5" Type="http://schemas.openxmlformats.org/officeDocument/2006/relationships/image" Target="../media/image28.png"/><Relationship Id="rId19" Type="http://schemas.openxmlformats.org/officeDocument/2006/relationships/image" Target="../media/image561.png"/><Relationship Id="rId6" Type="http://schemas.openxmlformats.org/officeDocument/2006/relationships/image" Target="../media/image584.png"/><Relationship Id="rId18" Type="http://schemas.openxmlformats.org/officeDocument/2006/relationships/image" Target="../media/image439.png"/><Relationship Id="rId7" Type="http://schemas.openxmlformats.org/officeDocument/2006/relationships/image" Target="../media/image582.png"/><Relationship Id="rId8" Type="http://schemas.openxmlformats.org/officeDocument/2006/relationships/image" Target="../media/image586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601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595.png"/><Relationship Id="rId7" Type="http://schemas.openxmlformats.org/officeDocument/2006/relationships/image" Target="../media/image597.png"/><Relationship Id="rId8" Type="http://schemas.openxmlformats.org/officeDocument/2006/relationships/image" Target="../media/image416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23.jpg"/><Relationship Id="rId4" Type="http://schemas.openxmlformats.org/officeDocument/2006/relationships/image" Target="../media/image611.png"/><Relationship Id="rId9" Type="http://schemas.openxmlformats.org/officeDocument/2006/relationships/image" Target="../media/image600.png"/><Relationship Id="rId5" Type="http://schemas.openxmlformats.org/officeDocument/2006/relationships/image" Target="../media/image3.png"/><Relationship Id="rId6" Type="http://schemas.openxmlformats.org/officeDocument/2006/relationships/image" Target="../media/image28.png"/><Relationship Id="rId7" Type="http://schemas.openxmlformats.org/officeDocument/2006/relationships/image" Target="../media/image400.png"/><Relationship Id="rId8" Type="http://schemas.openxmlformats.org/officeDocument/2006/relationships/image" Target="../media/image411.png"/></Relationships>
</file>

<file path=ppt/slides/_rels/slide9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0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628.png"/><Relationship Id="rId4" Type="http://schemas.openxmlformats.org/officeDocument/2006/relationships/image" Target="../media/image3.png"/><Relationship Id="rId9" Type="http://schemas.openxmlformats.org/officeDocument/2006/relationships/image" Target="../media/image607.png"/><Relationship Id="rId5" Type="http://schemas.openxmlformats.org/officeDocument/2006/relationships/image" Target="../media/image28.png"/><Relationship Id="rId6" Type="http://schemas.openxmlformats.org/officeDocument/2006/relationships/image" Target="../media/image598.png"/><Relationship Id="rId7" Type="http://schemas.openxmlformats.org/officeDocument/2006/relationships/image" Target="../media/image629.png"/><Relationship Id="rId8" Type="http://schemas.openxmlformats.org/officeDocument/2006/relationships/image" Target="../media/image596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606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608.png"/><Relationship Id="rId7" Type="http://schemas.openxmlformats.org/officeDocument/2006/relationships/image" Target="../media/image614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610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603.png"/><Relationship Id="rId7" Type="http://schemas.openxmlformats.org/officeDocument/2006/relationships/image" Target="../media/image613.png"/><Relationship Id="rId8" Type="http://schemas.openxmlformats.org/officeDocument/2006/relationships/image" Target="../media/image605.png"/></Relationships>
</file>

<file path=ppt/slides/_rels/slide100.xml.rels><?xml version="1.0" encoding="UTF-8" standalone="yes"?><Relationships xmlns="http://schemas.openxmlformats.org/package/2006/relationships"><Relationship Id="rId20" Type="http://schemas.openxmlformats.org/officeDocument/2006/relationships/image" Target="../media/image642.png"/><Relationship Id="rId11" Type="http://schemas.openxmlformats.org/officeDocument/2006/relationships/image" Target="../media/image618.png"/><Relationship Id="rId22" Type="http://schemas.openxmlformats.org/officeDocument/2006/relationships/image" Target="../media/image613.png"/><Relationship Id="rId10" Type="http://schemas.openxmlformats.org/officeDocument/2006/relationships/image" Target="../media/image616.png"/><Relationship Id="rId21" Type="http://schemas.openxmlformats.org/officeDocument/2006/relationships/image" Target="../media/image683.png"/><Relationship Id="rId13" Type="http://schemas.openxmlformats.org/officeDocument/2006/relationships/image" Target="../media/image612.png"/><Relationship Id="rId12" Type="http://schemas.openxmlformats.org/officeDocument/2006/relationships/image" Target="../media/image6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617.png"/><Relationship Id="rId4" Type="http://schemas.openxmlformats.org/officeDocument/2006/relationships/image" Target="../media/image3.png"/><Relationship Id="rId9" Type="http://schemas.openxmlformats.org/officeDocument/2006/relationships/image" Target="../media/image620.png"/><Relationship Id="rId15" Type="http://schemas.openxmlformats.org/officeDocument/2006/relationships/image" Target="../media/image652.png"/><Relationship Id="rId14" Type="http://schemas.openxmlformats.org/officeDocument/2006/relationships/image" Target="../media/image626.png"/><Relationship Id="rId17" Type="http://schemas.openxmlformats.org/officeDocument/2006/relationships/image" Target="../media/image643.png"/><Relationship Id="rId16" Type="http://schemas.openxmlformats.org/officeDocument/2006/relationships/image" Target="../media/image624.png"/><Relationship Id="rId5" Type="http://schemas.openxmlformats.org/officeDocument/2006/relationships/image" Target="../media/image28.png"/><Relationship Id="rId19" Type="http://schemas.openxmlformats.org/officeDocument/2006/relationships/image" Target="../media/image651.png"/><Relationship Id="rId6" Type="http://schemas.openxmlformats.org/officeDocument/2006/relationships/image" Target="../media/image609.png"/><Relationship Id="rId18" Type="http://schemas.openxmlformats.org/officeDocument/2006/relationships/image" Target="../media/image641.png"/><Relationship Id="rId7" Type="http://schemas.openxmlformats.org/officeDocument/2006/relationships/image" Target="../media/image615.png"/><Relationship Id="rId8" Type="http://schemas.openxmlformats.org/officeDocument/2006/relationships/image" Target="../media/image622.png"/></Relationships>
</file>

<file path=ppt/slides/_rels/slide10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18.png"/><Relationship Id="rId10" Type="http://schemas.openxmlformats.org/officeDocument/2006/relationships/image" Target="../media/image683.png"/><Relationship Id="rId13" Type="http://schemas.openxmlformats.org/officeDocument/2006/relationships/image" Target="../media/image661.png"/><Relationship Id="rId12" Type="http://schemas.openxmlformats.org/officeDocument/2006/relationships/image" Target="../media/image6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657.png"/><Relationship Id="rId4" Type="http://schemas.openxmlformats.org/officeDocument/2006/relationships/image" Target="../media/image3.png"/><Relationship Id="rId9" Type="http://schemas.openxmlformats.org/officeDocument/2006/relationships/image" Target="../media/image626.png"/><Relationship Id="rId15" Type="http://schemas.openxmlformats.org/officeDocument/2006/relationships/image" Target="../media/image674.png"/><Relationship Id="rId14" Type="http://schemas.openxmlformats.org/officeDocument/2006/relationships/image" Target="../media/image612.png"/><Relationship Id="rId17" Type="http://schemas.openxmlformats.org/officeDocument/2006/relationships/image" Target="../media/image670.png"/><Relationship Id="rId16" Type="http://schemas.openxmlformats.org/officeDocument/2006/relationships/image" Target="../media/image620.png"/><Relationship Id="rId5" Type="http://schemas.openxmlformats.org/officeDocument/2006/relationships/image" Target="../media/image24.png"/><Relationship Id="rId6" Type="http://schemas.openxmlformats.org/officeDocument/2006/relationships/image" Target="../media/image615.png"/><Relationship Id="rId18" Type="http://schemas.openxmlformats.org/officeDocument/2006/relationships/image" Target="../media/image613.png"/><Relationship Id="rId7" Type="http://schemas.openxmlformats.org/officeDocument/2006/relationships/image" Target="../media/image622.png"/><Relationship Id="rId8" Type="http://schemas.openxmlformats.org/officeDocument/2006/relationships/image" Target="../media/image616.png"/></Relationships>
</file>

<file path=ppt/slides/_rels/slide102.xml.rels><?xml version="1.0" encoding="UTF-8" standalone="yes"?><Relationships xmlns="http://schemas.openxmlformats.org/package/2006/relationships"><Relationship Id="rId20" Type="http://schemas.openxmlformats.org/officeDocument/2006/relationships/image" Target="../media/image674.png"/><Relationship Id="rId11" Type="http://schemas.openxmlformats.org/officeDocument/2006/relationships/image" Target="../media/image616.png"/><Relationship Id="rId10" Type="http://schemas.openxmlformats.org/officeDocument/2006/relationships/image" Target="../media/image678.png"/><Relationship Id="rId21" Type="http://schemas.openxmlformats.org/officeDocument/2006/relationships/image" Target="../media/image613.png"/><Relationship Id="rId13" Type="http://schemas.openxmlformats.org/officeDocument/2006/relationships/image" Target="../media/image612.png"/><Relationship Id="rId12" Type="http://schemas.openxmlformats.org/officeDocument/2006/relationships/image" Target="../media/image6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675.png"/><Relationship Id="rId4" Type="http://schemas.openxmlformats.org/officeDocument/2006/relationships/image" Target="../media/image3.png"/><Relationship Id="rId9" Type="http://schemas.openxmlformats.org/officeDocument/2006/relationships/image" Target="../media/image661.png"/><Relationship Id="rId15" Type="http://schemas.openxmlformats.org/officeDocument/2006/relationships/image" Target="../media/image683.png"/><Relationship Id="rId14" Type="http://schemas.openxmlformats.org/officeDocument/2006/relationships/image" Target="../media/image618.png"/><Relationship Id="rId17" Type="http://schemas.openxmlformats.org/officeDocument/2006/relationships/image" Target="../media/image623.png"/><Relationship Id="rId16" Type="http://schemas.openxmlformats.org/officeDocument/2006/relationships/image" Target="../media/image686.png"/><Relationship Id="rId5" Type="http://schemas.openxmlformats.org/officeDocument/2006/relationships/image" Target="../media/image28.png"/><Relationship Id="rId19" Type="http://schemas.openxmlformats.org/officeDocument/2006/relationships/image" Target="../media/image651.png"/><Relationship Id="rId6" Type="http://schemas.openxmlformats.org/officeDocument/2006/relationships/image" Target="../media/image615.png"/><Relationship Id="rId18" Type="http://schemas.openxmlformats.org/officeDocument/2006/relationships/image" Target="../media/image620.png"/><Relationship Id="rId7" Type="http://schemas.openxmlformats.org/officeDocument/2006/relationships/image" Target="../media/image622.png"/><Relationship Id="rId8" Type="http://schemas.openxmlformats.org/officeDocument/2006/relationships/image" Target="../media/image692.png"/></Relationships>
</file>

<file path=ppt/slides/_rels/slide103.xml.rels><?xml version="1.0" encoding="UTF-8" standalone="yes"?><Relationships xmlns="http://schemas.openxmlformats.org/package/2006/relationships"><Relationship Id="rId20" Type="http://schemas.openxmlformats.org/officeDocument/2006/relationships/image" Target="../media/image751.png"/><Relationship Id="rId22" Type="http://schemas.openxmlformats.org/officeDocument/2006/relationships/image" Target="../media/image690.png"/><Relationship Id="rId21" Type="http://schemas.openxmlformats.org/officeDocument/2006/relationships/image" Target="../media/image688.png"/><Relationship Id="rId24" Type="http://schemas.openxmlformats.org/officeDocument/2006/relationships/image" Target="../media/image705.png"/><Relationship Id="rId23" Type="http://schemas.openxmlformats.org/officeDocument/2006/relationships/image" Target="../media/image70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685.png"/><Relationship Id="rId4" Type="http://schemas.openxmlformats.org/officeDocument/2006/relationships/image" Target="../media/image3.png"/><Relationship Id="rId9" Type="http://schemas.openxmlformats.org/officeDocument/2006/relationships/image" Target="../media/image661.png"/><Relationship Id="rId26" Type="http://schemas.openxmlformats.org/officeDocument/2006/relationships/image" Target="../media/image613.png"/><Relationship Id="rId25" Type="http://schemas.openxmlformats.org/officeDocument/2006/relationships/image" Target="../media/image696.png"/><Relationship Id="rId5" Type="http://schemas.openxmlformats.org/officeDocument/2006/relationships/image" Target="../media/image24.png"/><Relationship Id="rId6" Type="http://schemas.openxmlformats.org/officeDocument/2006/relationships/image" Target="../media/image615.png"/><Relationship Id="rId7" Type="http://schemas.openxmlformats.org/officeDocument/2006/relationships/image" Target="../media/image622.png"/><Relationship Id="rId8" Type="http://schemas.openxmlformats.org/officeDocument/2006/relationships/image" Target="../media/image666.png"/><Relationship Id="rId11" Type="http://schemas.openxmlformats.org/officeDocument/2006/relationships/image" Target="../media/image693.png"/><Relationship Id="rId10" Type="http://schemas.openxmlformats.org/officeDocument/2006/relationships/image" Target="../media/image616.png"/><Relationship Id="rId13" Type="http://schemas.openxmlformats.org/officeDocument/2006/relationships/image" Target="../media/image674.png"/><Relationship Id="rId12" Type="http://schemas.openxmlformats.org/officeDocument/2006/relationships/image" Target="../media/image626.png"/><Relationship Id="rId15" Type="http://schemas.openxmlformats.org/officeDocument/2006/relationships/image" Target="../media/image699.png"/><Relationship Id="rId14" Type="http://schemas.openxmlformats.org/officeDocument/2006/relationships/image" Target="../media/image624.png"/><Relationship Id="rId17" Type="http://schemas.openxmlformats.org/officeDocument/2006/relationships/image" Target="../media/image694.png"/><Relationship Id="rId16" Type="http://schemas.openxmlformats.org/officeDocument/2006/relationships/image" Target="../media/image691.png"/><Relationship Id="rId19" Type="http://schemas.openxmlformats.org/officeDocument/2006/relationships/image" Target="../media/image695.png"/><Relationship Id="rId18" Type="http://schemas.openxmlformats.org/officeDocument/2006/relationships/image" Target="../media/image700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741.png"/><Relationship Id="rId4" Type="http://schemas.openxmlformats.org/officeDocument/2006/relationships/image" Target="../media/image3.png"/><Relationship Id="rId9" Type="http://schemas.openxmlformats.org/officeDocument/2006/relationships/image" Target="../media/image661.png"/><Relationship Id="rId5" Type="http://schemas.openxmlformats.org/officeDocument/2006/relationships/image" Target="../media/image28.png"/><Relationship Id="rId6" Type="http://schemas.openxmlformats.org/officeDocument/2006/relationships/image" Target="../media/image615.png"/><Relationship Id="rId7" Type="http://schemas.openxmlformats.org/officeDocument/2006/relationships/image" Target="../media/image622.png"/><Relationship Id="rId8" Type="http://schemas.openxmlformats.org/officeDocument/2006/relationships/image" Target="../media/image703.png"/><Relationship Id="rId11" Type="http://schemas.openxmlformats.org/officeDocument/2006/relationships/image" Target="../media/image626.png"/><Relationship Id="rId10" Type="http://schemas.openxmlformats.org/officeDocument/2006/relationships/image" Target="../media/image616.png"/><Relationship Id="rId13" Type="http://schemas.openxmlformats.org/officeDocument/2006/relationships/image" Target="../media/image686.png"/><Relationship Id="rId12" Type="http://schemas.openxmlformats.org/officeDocument/2006/relationships/image" Target="../media/image683.png"/><Relationship Id="rId15" Type="http://schemas.openxmlformats.org/officeDocument/2006/relationships/image" Target="../media/image674.png"/><Relationship Id="rId14" Type="http://schemas.openxmlformats.org/officeDocument/2006/relationships/image" Target="../media/image624.png"/><Relationship Id="rId17" Type="http://schemas.openxmlformats.org/officeDocument/2006/relationships/image" Target="../media/image613.png"/><Relationship Id="rId16" Type="http://schemas.openxmlformats.org/officeDocument/2006/relationships/image" Target="../media/image729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717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720.png"/><Relationship Id="rId7" Type="http://schemas.openxmlformats.org/officeDocument/2006/relationships/image" Target="../media/image714.png"/><Relationship Id="rId8" Type="http://schemas.openxmlformats.org/officeDocument/2006/relationships/image" Target="../media/image722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759.png"/><Relationship Id="rId4" Type="http://schemas.openxmlformats.org/officeDocument/2006/relationships/image" Target="../media/image3.png"/><Relationship Id="rId9" Type="http://schemas.openxmlformats.org/officeDocument/2006/relationships/image" Target="../media/image727.png"/><Relationship Id="rId5" Type="http://schemas.openxmlformats.org/officeDocument/2006/relationships/image" Target="../media/image28.png"/><Relationship Id="rId6" Type="http://schemas.openxmlformats.org/officeDocument/2006/relationships/image" Target="../media/image724.png"/><Relationship Id="rId7" Type="http://schemas.openxmlformats.org/officeDocument/2006/relationships/image" Target="../media/image722.png"/><Relationship Id="rId8" Type="http://schemas.openxmlformats.org/officeDocument/2006/relationships/image" Target="../media/image718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735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723.png"/><Relationship Id="rId7" Type="http://schemas.openxmlformats.org/officeDocument/2006/relationships/image" Target="../media/image722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719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725.png"/><Relationship Id="rId7" Type="http://schemas.openxmlformats.org/officeDocument/2006/relationships/image" Target="../media/image739.png"/><Relationship Id="rId8" Type="http://schemas.openxmlformats.org/officeDocument/2006/relationships/image" Target="../media/image722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738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725.png"/><Relationship Id="rId7" Type="http://schemas.openxmlformats.org/officeDocument/2006/relationships/image" Target="../media/image728.png"/><Relationship Id="rId8" Type="http://schemas.openxmlformats.org/officeDocument/2006/relationships/image" Target="../media/image722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23.jpg"/><Relationship Id="rId4" Type="http://schemas.openxmlformats.org/officeDocument/2006/relationships/image" Target="../media/image748.png"/><Relationship Id="rId9" Type="http://schemas.openxmlformats.org/officeDocument/2006/relationships/image" Target="../media/image755.png"/><Relationship Id="rId5" Type="http://schemas.openxmlformats.org/officeDocument/2006/relationships/image" Target="../media/image3.png"/><Relationship Id="rId6" Type="http://schemas.openxmlformats.org/officeDocument/2006/relationships/image" Target="../media/image28.png"/><Relationship Id="rId7" Type="http://schemas.openxmlformats.org/officeDocument/2006/relationships/image" Target="../media/image749.png"/><Relationship Id="rId8" Type="http://schemas.openxmlformats.org/officeDocument/2006/relationships/image" Target="../media/image765.png"/></Relationships>
</file>

<file path=ppt/slides/_rels/slide1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772.png"/><Relationship Id="rId22" Type="http://schemas.openxmlformats.org/officeDocument/2006/relationships/image" Target="../media/image229.png"/><Relationship Id="rId21" Type="http://schemas.openxmlformats.org/officeDocument/2006/relationships/image" Target="../media/image2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734.png"/><Relationship Id="rId4" Type="http://schemas.openxmlformats.org/officeDocument/2006/relationships/image" Target="../media/image3.png"/><Relationship Id="rId9" Type="http://schemas.openxmlformats.org/officeDocument/2006/relationships/image" Target="../media/image753.png"/><Relationship Id="rId5" Type="http://schemas.openxmlformats.org/officeDocument/2006/relationships/image" Target="../media/image24.png"/><Relationship Id="rId6" Type="http://schemas.openxmlformats.org/officeDocument/2006/relationships/image" Target="../media/image733.png"/><Relationship Id="rId7" Type="http://schemas.openxmlformats.org/officeDocument/2006/relationships/image" Target="../media/image743.png"/><Relationship Id="rId8" Type="http://schemas.openxmlformats.org/officeDocument/2006/relationships/image" Target="../media/image761.png"/><Relationship Id="rId11" Type="http://schemas.openxmlformats.org/officeDocument/2006/relationships/image" Target="../media/image674.png"/><Relationship Id="rId10" Type="http://schemas.openxmlformats.org/officeDocument/2006/relationships/image" Target="../media/image618.png"/><Relationship Id="rId13" Type="http://schemas.openxmlformats.org/officeDocument/2006/relationships/image" Target="../media/image612.png"/><Relationship Id="rId12" Type="http://schemas.openxmlformats.org/officeDocument/2006/relationships/image" Target="../media/image652.png"/><Relationship Id="rId15" Type="http://schemas.openxmlformats.org/officeDocument/2006/relationships/image" Target="../media/image616.png"/><Relationship Id="rId14" Type="http://schemas.openxmlformats.org/officeDocument/2006/relationships/image" Target="../media/image626.png"/><Relationship Id="rId17" Type="http://schemas.openxmlformats.org/officeDocument/2006/relationships/image" Target="../media/image641.png"/><Relationship Id="rId16" Type="http://schemas.openxmlformats.org/officeDocument/2006/relationships/image" Target="../media/image620.png"/><Relationship Id="rId19" Type="http://schemas.openxmlformats.org/officeDocument/2006/relationships/image" Target="../media/image781.png"/><Relationship Id="rId18" Type="http://schemas.openxmlformats.org/officeDocument/2006/relationships/image" Target="../media/image767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784.png"/><Relationship Id="rId4" Type="http://schemas.openxmlformats.org/officeDocument/2006/relationships/image" Target="../media/image3.png"/><Relationship Id="rId9" Type="http://schemas.openxmlformats.org/officeDocument/2006/relationships/image" Target="../media/image777.png"/><Relationship Id="rId5" Type="http://schemas.openxmlformats.org/officeDocument/2006/relationships/image" Target="../media/image28.png"/><Relationship Id="rId6" Type="http://schemas.openxmlformats.org/officeDocument/2006/relationships/image" Target="../media/image773.png"/><Relationship Id="rId7" Type="http://schemas.openxmlformats.org/officeDocument/2006/relationships/image" Target="../media/image766.png"/><Relationship Id="rId8" Type="http://schemas.openxmlformats.org/officeDocument/2006/relationships/image" Target="../media/image782.png"/><Relationship Id="rId11" Type="http://schemas.openxmlformats.org/officeDocument/2006/relationships/image" Target="../media/image776.png"/><Relationship Id="rId10" Type="http://schemas.openxmlformats.org/officeDocument/2006/relationships/image" Target="../media/image768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763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762.png"/><Relationship Id="rId7" Type="http://schemas.openxmlformats.org/officeDocument/2006/relationships/image" Target="../media/image797.png"/><Relationship Id="rId8" Type="http://schemas.openxmlformats.org/officeDocument/2006/relationships/image" Target="../media/image798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774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778.png"/><Relationship Id="rId7" Type="http://schemas.openxmlformats.org/officeDocument/2006/relationships/image" Target="../media/image798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793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780.png"/><Relationship Id="rId7" Type="http://schemas.openxmlformats.org/officeDocument/2006/relationships/image" Target="../media/image798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785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780.png"/><Relationship Id="rId7" Type="http://schemas.openxmlformats.org/officeDocument/2006/relationships/image" Target="../media/image798.png"/></Relationships>
</file>

<file path=ppt/slides/_rels/slide117.xml.rels><?xml version="1.0" encoding="UTF-8" standalone="yes"?><Relationships xmlns="http://schemas.openxmlformats.org/package/2006/relationships"><Relationship Id="rId20" Type="http://schemas.openxmlformats.org/officeDocument/2006/relationships/image" Target="../media/image787.png"/><Relationship Id="rId21" Type="http://schemas.openxmlformats.org/officeDocument/2006/relationships/image" Target="../media/image8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792.png"/><Relationship Id="rId4" Type="http://schemas.openxmlformats.org/officeDocument/2006/relationships/image" Target="../media/image3.png"/><Relationship Id="rId9" Type="http://schemas.openxmlformats.org/officeDocument/2006/relationships/image" Target="../media/image786.png"/><Relationship Id="rId5" Type="http://schemas.openxmlformats.org/officeDocument/2006/relationships/image" Target="../media/image28.png"/><Relationship Id="rId6" Type="http://schemas.openxmlformats.org/officeDocument/2006/relationships/image" Target="../media/image798.png"/><Relationship Id="rId7" Type="http://schemas.openxmlformats.org/officeDocument/2006/relationships/image" Target="../media/image775.png"/><Relationship Id="rId8" Type="http://schemas.openxmlformats.org/officeDocument/2006/relationships/image" Target="../media/image783.png"/><Relationship Id="rId11" Type="http://schemas.openxmlformats.org/officeDocument/2006/relationships/image" Target="../media/image802.png"/><Relationship Id="rId10" Type="http://schemas.openxmlformats.org/officeDocument/2006/relationships/image" Target="../media/image796.png"/><Relationship Id="rId13" Type="http://schemas.openxmlformats.org/officeDocument/2006/relationships/image" Target="../media/image290.png"/><Relationship Id="rId12" Type="http://schemas.openxmlformats.org/officeDocument/2006/relationships/image" Target="../media/image791.png"/><Relationship Id="rId15" Type="http://schemas.openxmlformats.org/officeDocument/2006/relationships/image" Target="../media/image789.png"/><Relationship Id="rId14" Type="http://schemas.openxmlformats.org/officeDocument/2006/relationships/image" Target="../media/image313.png"/><Relationship Id="rId17" Type="http://schemas.openxmlformats.org/officeDocument/2006/relationships/image" Target="../media/image810.png"/><Relationship Id="rId16" Type="http://schemas.openxmlformats.org/officeDocument/2006/relationships/image" Target="../media/image788.png"/><Relationship Id="rId19" Type="http://schemas.openxmlformats.org/officeDocument/2006/relationships/image" Target="../media/image809.png"/><Relationship Id="rId18" Type="http://schemas.openxmlformats.org/officeDocument/2006/relationships/image" Target="../media/image795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804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823.png"/><Relationship Id="rId7" Type="http://schemas.openxmlformats.org/officeDocument/2006/relationships/image" Target="../media/image798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808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811.png"/><Relationship Id="rId7" Type="http://schemas.openxmlformats.org/officeDocument/2006/relationships/image" Target="../media/image825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82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846.png"/><Relationship Id="rId7" Type="http://schemas.openxmlformats.org/officeDocument/2006/relationships/image" Target="../media/image835.png"/><Relationship Id="rId8" Type="http://schemas.openxmlformats.org/officeDocument/2006/relationships/image" Target="../media/image825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830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841.png"/><Relationship Id="rId7" Type="http://schemas.openxmlformats.org/officeDocument/2006/relationships/image" Target="../media/image825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821.png"/><Relationship Id="rId4" Type="http://schemas.openxmlformats.org/officeDocument/2006/relationships/image" Target="../media/image3.png"/><Relationship Id="rId9" Type="http://schemas.openxmlformats.org/officeDocument/2006/relationships/image" Target="../media/image674.png"/><Relationship Id="rId5" Type="http://schemas.openxmlformats.org/officeDocument/2006/relationships/image" Target="../media/image28.png"/><Relationship Id="rId6" Type="http://schemas.openxmlformats.org/officeDocument/2006/relationships/image" Target="../media/image851.png"/><Relationship Id="rId7" Type="http://schemas.openxmlformats.org/officeDocument/2006/relationships/image" Target="../media/image831.png"/><Relationship Id="rId8" Type="http://schemas.openxmlformats.org/officeDocument/2006/relationships/image" Target="../media/image693.png"/><Relationship Id="rId10" Type="http://schemas.openxmlformats.org/officeDocument/2006/relationships/image" Target="../media/image616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829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828.png"/><Relationship Id="rId7" Type="http://schemas.openxmlformats.org/officeDocument/2006/relationships/image" Target="../media/image833.png"/><Relationship Id="rId8" Type="http://schemas.openxmlformats.org/officeDocument/2006/relationships/image" Target="../media/image416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23.jpg"/><Relationship Id="rId4" Type="http://schemas.openxmlformats.org/officeDocument/2006/relationships/image" Target="../media/image840.png"/><Relationship Id="rId9" Type="http://schemas.openxmlformats.org/officeDocument/2006/relationships/image" Target="../media/image834.png"/><Relationship Id="rId5" Type="http://schemas.openxmlformats.org/officeDocument/2006/relationships/image" Target="../media/image3.png"/><Relationship Id="rId6" Type="http://schemas.openxmlformats.org/officeDocument/2006/relationships/image" Target="../media/image28.png"/><Relationship Id="rId7" Type="http://schemas.openxmlformats.org/officeDocument/2006/relationships/image" Target="../media/image749.png"/><Relationship Id="rId8" Type="http://schemas.openxmlformats.org/officeDocument/2006/relationships/image" Target="../media/image765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838.png"/><Relationship Id="rId4" Type="http://schemas.openxmlformats.org/officeDocument/2006/relationships/image" Target="../media/image3.png"/><Relationship Id="rId9" Type="http://schemas.openxmlformats.org/officeDocument/2006/relationships/image" Target="../media/image836.png"/><Relationship Id="rId5" Type="http://schemas.openxmlformats.org/officeDocument/2006/relationships/image" Target="../media/image28.png"/><Relationship Id="rId6" Type="http://schemas.openxmlformats.org/officeDocument/2006/relationships/image" Target="../media/image843.png"/><Relationship Id="rId7" Type="http://schemas.openxmlformats.org/officeDocument/2006/relationships/image" Target="../media/image832.png"/><Relationship Id="rId8" Type="http://schemas.openxmlformats.org/officeDocument/2006/relationships/image" Target="../media/image881.png"/><Relationship Id="rId10" Type="http://schemas.openxmlformats.org/officeDocument/2006/relationships/image" Target="../media/image839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837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849.png"/><Relationship Id="rId7" Type="http://schemas.openxmlformats.org/officeDocument/2006/relationships/image" Target="../media/image868.png"/></Relationships>
</file>

<file path=ppt/slides/_rels/slide127.xml.rels><?xml version="1.0" encoding="UTF-8" standalone="yes"?><Relationships xmlns="http://schemas.openxmlformats.org/package/2006/relationships"><Relationship Id="rId40" Type="http://schemas.openxmlformats.org/officeDocument/2006/relationships/image" Target="../media/image956.png"/><Relationship Id="rId42" Type="http://schemas.openxmlformats.org/officeDocument/2006/relationships/image" Target="../media/image883.png"/><Relationship Id="rId41" Type="http://schemas.openxmlformats.org/officeDocument/2006/relationships/image" Target="../media/image889.png"/><Relationship Id="rId44" Type="http://schemas.openxmlformats.org/officeDocument/2006/relationships/image" Target="../media/image875.png"/><Relationship Id="rId43" Type="http://schemas.openxmlformats.org/officeDocument/2006/relationships/image" Target="../media/image910.png"/><Relationship Id="rId46" Type="http://schemas.openxmlformats.org/officeDocument/2006/relationships/image" Target="../media/image901.png"/><Relationship Id="rId45" Type="http://schemas.openxmlformats.org/officeDocument/2006/relationships/image" Target="../media/image88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863.png"/><Relationship Id="rId4" Type="http://schemas.openxmlformats.org/officeDocument/2006/relationships/image" Target="../media/image3.png"/><Relationship Id="rId9" Type="http://schemas.openxmlformats.org/officeDocument/2006/relationships/image" Target="../media/image845.png"/><Relationship Id="rId48" Type="http://schemas.openxmlformats.org/officeDocument/2006/relationships/image" Target="../media/image888.png"/><Relationship Id="rId47" Type="http://schemas.openxmlformats.org/officeDocument/2006/relationships/image" Target="../media/image909.png"/><Relationship Id="rId49" Type="http://schemas.openxmlformats.org/officeDocument/2006/relationships/image" Target="../media/image894.png"/><Relationship Id="rId5" Type="http://schemas.openxmlformats.org/officeDocument/2006/relationships/image" Target="../media/image28.png"/><Relationship Id="rId6" Type="http://schemas.openxmlformats.org/officeDocument/2006/relationships/image" Target="../media/image842.png"/><Relationship Id="rId7" Type="http://schemas.openxmlformats.org/officeDocument/2006/relationships/image" Target="../media/image847.png"/><Relationship Id="rId8" Type="http://schemas.openxmlformats.org/officeDocument/2006/relationships/image" Target="../media/image848.png"/><Relationship Id="rId73" Type="http://schemas.openxmlformats.org/officeDocument/2006/relationships/image" Target="../media/image839.png"/><Relationship Id="rId72" Type="http://schemas.openxmlformats.org/officeDocument/2006/relationships/image" Target="../media/image927.png"/><Relationship Id="rId31" Type="http://schemas.openxmlformats.org/officeDocument/2006/relationships/image" Target="../media/image879.png"/><Relationship Id="rId30" Type="http://schemas.openxmlformats.org/officeDocument/2006/relationships/image" Target="../media/image877.png"/><Relationship Id="rId33" Type="http://schemas.openxmlformats.org/officeDocument/2006/relationships/image" Target="../media/image887.png"/><Relationship Id="rId32" Type="http://schemas.openxmlformats.org/officeDocument/2006/relationships/image" Target="../media/image869.png"/><Relationship Id="rId35" Type="http://schemas.openxmlformats.org/officeDocument/2006/relationships/image" Target="../media/image900.png"/><Relationship Id="rId34" Type="http://schemas.openxmlformats.org/officeDocument/2006/relationships/image" Target="../media/image882.png"/><Relationship Id="rId71" Type="http://schemas.openxmlformats.org/officeDocument/2006/relationships/image" Target="../media/image916.png"/><Relationship Id="rId70" Type="http://schemas.openxmlformats.org/officeDocument/2006/relationships/image" Target="../media/image931.png"/><Relationship Id="rId37" Type="http://schemas.openxmlformats.org/officeDocument/2006/relationships/image" Target="../media/image884.png"/><Relationship Id="rId36" Type="http://schemas.openxmlformats.org/officeDocument/2006/relationships/image" Target="../media/image876.png"/><Relationship Id="rId39" Type="http://schemas.openxmlformats.org/officeDocument/2006/relationships/image" Target="../media/image873.png"/><Relationship Id="rId38" Type="http://schemas.openxmlformats.org/officeDocument/2006/relationships/image" Target="../media/image878.png"/><Relationship Id="rId62" Type="http://schemas.openxmlformats.org/officeDocument/2006/relationships/image" Target="../media/image911.png"/><Relationship Id="rId61" Type="http://schemas.openxmlformats.org/officeDocument/2006/relationships/image" Target="../media/image892.png"/><Relationship Id="rId20" Type="http://schemas.openxmlformats.org/officeDocument/2006/relationships/image" Target="../media/image855.png"/><Relationship Id="rId64" Type="http://schemas.openxmlformats.org/officeDocument/2006/relationships/image" Target="../media/image907.png"/><Relationship Id="rId63" Type="http://schemas.openxmlformats.org/officeDocument/2006/relationships/image" Target="../media/image893.png"/><Relationship Id="rId22" Type="http://schemas.openxmlformats.org/officeDocument/2006/relationships/image" Target="../media/image865.png"/><Relationship Id="rId66" Type="http://schemas.openxmlformats.org/officeDocument/2006/relationships/image" Target="../media/image908.png"/><Relationship Id="rId21" Type="http://schemas.openxmlformats.org/officeDocument/2006/relationships/image" Target="../media/image854.png"/><Relationship Id="rId65" Type="http://schemas.openxmlformats.org/officeDocument/2006/relationships/image" Target="../media/image912.png"/><Relationship Id="rId24" Type="http://schemas.openxmlformats.org/officeDocument/2006/relationships/image" Target="../media/image864.png"/><Relationship Id="rId68" Type="http://schemas.openxmlformats.org/officeDocument/2006/relationships/image" Target="../media/image917.png"/><Relationship Id="rId23" Type="http://schemas.openxmlformats.org/officeDocument/2006/relationships/image" Target="../media/image857.png"/><Relationship Id="rId67" Type="http://schemas.openxmlformats.org/officeDocument/2006/relationships/image" Target="../media/image906.png"/><Relationship Id="rId60" Type="http://schemas.openxmlformats.org/officeDocument/2006/relationships/image" Target="../media/image904.png"/><Relationship Id="rId26" Type="http://schemas.openxmlformats.org/officeDocument/2006/relationships/image" Target="../media/image874.png"/><Relationship Id="rId25" Type="http://schemas.openxmlformats.org/officeDocument/2006/relationships/image" Target="../media/image867.png"/><Relationship Id="rId69" Type="http://schemas.openxmlformats.org/officeDocument/2006/relationships/image" Target="../media/image914.png"/><Relationship Id="rId28" Type="http://schemas.openxmlformats.org/officeDocument/2006/relationships/image" Target="../media/image870.png"/><Relationship Id="rId27" Type="http://schemas.openxmlformats.org/officeDocument/2006/relationships/image" Target="../media/image871.png"/><Relationship Id="rId29" Type="http://schemas.openxmlformats.org/officeDocument/2006/relationships/image" Target="../media/image872.png"/><Relationship Id="rId51" Type="http://schemas.openxmlformats.org/officeDocument/2006/relationships/image" Target="../media/image915.png"/><Relationship Id="rId50" Type="http://schemas.openxmlformats.org/officeDocument/2006/relationships/image" Target="../media/image896.png"/><Relationship Id="rId53" Type="http://schemas.openxmlformats.org/officeDocument/2006/relationships/image" Target="../media/image895.png"/><Relationship Id="rId52" Type="http://schemas.openxmlformats.org/officeDocument/2006/relationships/image" Target="../media/image891.png"/><Relationship Id="rId11" Type="http://schemas.openxmlformats.org/officeDocument/2006/relationships/image" Target="../media/image844.png"/><Relationship Id="rId55" Type="http://schemas.openxmlformats.org/officeDocument/2006/relationships/image" Target="../media/image897.png"/><Relationship Id="rId10" Type="http://schemas.openxmlformats.org/officeDocument/2006/relationships/image" Target="../media/image885.png"/><Relationship Id="rId54" Type="http://schemas.openxmlformats.org/officeDocument/2006/relationships/image" Target="../media/image902.png"/><Relationship Id="rId13" Type="http://schemas.openxmlformats.org/officeDocument/2006/relationships/image" Target="../media/image850.png"/><Relationship Id="rId57" Type="http://schemas.openxmlformats.org/officeDocument/2006/relationships/image" Target="../media/image905.png"/><Relationship Id="rId12" Type="http://schemas.openxmlformats.org/officeDocument/2006/relationships/image" Target="../media/image853.png"/><Relationship Id="rId56" Type="http://schemas.openxmlformats.org/officeDocument/2006/relationships/image" Target="../media/image899.png"/><Relationship Id="rId15" Type="http://schemas.openxmlformats.org/officeDocument/2006/relationships/image" Target="../media/image858.png"/><Relationship Id="rId59" Type="http://schemas.openxmlformats.org/officeDocument/2006/relationships/image" Target="../media/image913.png"/><Relationship Id="rId14" Type="http://schemas.openxmlformats.org/officeDocument/2006/relationships/image" Target="../media/image861.png"/><Relationship Id="rId58" Type="http://schemas.openxmlformats.org/officeDocument/2006/relationships/image" Target="../media/image898.png"/><Relationship Id="rId17" Type="http://schemas.openxmlformats.org/officeDocument/2006/relationships/image" Target="../media/image859.png"/><Relationship Id="rId16" Type="http://schemas.openxmlformats.org/officeDocument/2006/relationships/image" Target="../media/image856.png"/><Relationship Id="rId19" Type="http://schemas.openxmlformats.org/officeDocument/2006/relationships/image" Target="../media/image866.png"/><Relationship Id="rId18" Type="http://schemas.openxmlformats.org/officeDocument/2006/relationships/image" Target="../media/image852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923.png"/><Relationship Id="rId4" Type="http://schemas.openxmlformats.org/officeDocument/2006/relationships/image" Target="../media/image3.png"/><Relationship Id="rId9" Type="http://schemas.openxmlformats.org/officeDocument/2006/relationships/image" Target="../media/image928.png"/><Relationship Id="rId5" Type="http://schemas.openxmlformats.org/officeDocument/2006/relationships/image" Target="../media/image28.png"/><Relationship Id="rId6" Type="http://schemas.openxmlformats.org/officeDocument/2006/relationships/image" Target="../media/image918.png"/><Relationship Id="rId7" Type="http://schemas.openxmlformats.org/officeDocument/2006/relationships/image" Target="../media/image919.png"/><Relationship Id="rId8" Type="http://schemas.openxmlformats.org/officeDocument/2006/relationships/image" Target="../media/image921.png"/><Relationship Id="rId20" Type="http://schemas.openxmlformats.org/officeDocument/2006/relationships/image" Target="../media/image922.png"/><Relationship Id="rId22" Type="http://schemas.openxmlformats.org/officeDocument/2006/relationships/image" Target="../media/image948.png"/><Relationship Id="rId21" Type="http://schemas.openxmlformats.org/officeDocument/2006/relationships/image" Target="../media/image937.png"/><Relationship Id="rId24" Type="http://schemas.openxmlformats.org/officeDocument/2006/relationships/image" Target="../media/image964.png"/><Relationship Id="rId23" Type="http://schemas.openxmlformats.org/officeDocument/2006/relationships/image" Target="../media/image958.png"/><Relationship Id="rId26" Type="http://schemas.openxmlformats.org/officeDocument/2006/relationships/image" Target="../media/image940.png"/><Relationship Id="rId25" Type="http://schemas.openxmlformats.org/officeDocument/2006/relationships/image" Target="../media/image939.png"/><Relationship Id="rId28" Type="http://schemas.openxmlformats.org/officeDocument/2006/relationships/image" Target="../media/image944.png"/><Relationship Id="rId27" Type="http://schemas.openxmlformats.org/officeDocument/2006/relationships/image" Target="../media/image936.png"/><Relationship Id="rId11" Type="http://schemas.openxmlformats.org/officeDocument/2006/relationships/image" Target="../media/image924.png"/><Relationship Id="rId10" Type="http://schemas.openxmlformats.org/officeDocument/2006/relationships/image" Target="../media/image920.png"/><Relationship Id="rId13" Type="http://schemas.openxmlformats.org/officeDocument/2006/relationships/image" Target="../media/image925.png"/><Relationship Id="rId12" Type="http://schemas.openxmlformats.org/officeDocument/2006/relationships/image" Target="../media/image930.png"/><Relationship Id="rId15" Type="http://schemas.openxmlformats.org/officeDocument/2006/relationships/image" Target="../media/image926.png"/><Relationship Id="rId14" Type="http://schemas.openxmlformats.org/officeDocument/2006/relationships/image" Target="../media/image941.png"/><Relationship Id="rId17" Type="http://schemas.openxmlformats.org/officeDocument/2006/relationships/image" Target="../media/image933.png"/><Relationship Id="rId16" Type="http://schemas.openxmlformats.org/officeDocument/2006/relationships/image" Target="../media/image935.png"/><Relationship Id="rId19" Type="http://schemas.openxmlformats.org/officeDocument/2006/relationships/image" Target="../media/image942.png"/><Relationship Id="rId18" Type="http://schemas.openxmlformats.org/officeDocument/2006/relationships/image" Target="../media/image929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946.png"/><Relationship Id="rId4" Type="http://schemas.openxmlformats.org/officeDocument/2006/relationships/image" Target="../media/image3.png"/><Relationship Id="rId9" Type="http://schemas.openxmlformats.org/officeDocument/2006/relationships/image" Target="../media/image934.png"/><Relationship Id="rId5" Type="http://schemas.openxmlformats.org/officeDocument/2006/relationships/image" Target="../media/image28.png"/><Relationship Id="rId6" Type="http://schemas.openxmlformats.org/officeDocument/2006/relationships/image" Target="../media/image947.png"/><Relationship Id="rId7" Type="http://schemas.openxmlformats.org/officeDocument/2006/relationships/image" Target="../media/image848.png"/><Relationship Id="rId8" Type="http://schemas.openxmlformats.org/officeDocument/2006/relationships/image" Target="../media/image938.png"/><Relationship Id="rId20" Type="http://schemas.openxmlformats.org/officeDocument/2006/relationships/image" Target="../media/image952.png"/><Relationship Id="rId22" Type="http://schemas.openxmlformats.org/officeDocument/2006/relationships/image" Target="../media/image973.png"/><Relationship Id="rId21" Type="http://schemas.openxmlformats.org/officeDocument/2006/relationships/image" Target="../media/image968.png"/><Relationship Id="rId24" Type="http://schemas.openxmlformats.org/officeDocument/2006/relationships/image" Target="../media/image954.png"/><Relationship Id="rId23" Type="http://schemas.openxmlformats.org/officeDocument/2006/relationships/image" Target="../media/image966.png"/><Relationship Id="rId26" Type="http://schemas.openxmlformats.org/officeDocument/2006/relationships/image" Target="../media/image944.png"/><Relationship Id="rId25" Type="http://schemas.openxmlformats.org/officeDocument/2006/relationships/image" Target="../media/image967.png"/><Relationship Id="rId11" Type="http://schemas.openxmlformats.org/officeDocument/2006/relationships/image" Target="../media/image976.png"/><Relationship Id="rId10" Type="http://schemas.openxmlformats.org/officeDocument/2006/relationships/image" Target="../media/image953.png"/><Relationship Id="rId13" Type="http://schemas.openxmlformats.org/officeDocument/2006/relationships/image" Target="../media/image950.png"/><Relationship Id="rId12" Type="http://schemas.openxmlformats.org/officeDocument/2006/relationships/image" Target="../media/image945.png"/><Relationship Id="rId15" Type="http://schemas.openxmlformats.org/officeDocument/2006/relationships/image" Target="../media/image960.png"/><Relationship Id="rId14" Type="http://schemas.openxmlformats.org/officeDocument/2006/relationships/image" Target="../media/image957.png"/><Relationship Id="rId17" Type="http://schemas.openxmlformats.org/officeDocument/2006/relationships/image" Target="../media/image951.png"/><Relationship Id="rId16" Type="http://schemas.openxmlformats.org/officeDocument/2006/relationships/image" Target="../media/image943.png"/><Relationship Id="rId19" Type="http://schemas.openxmlformats.org/officeDocument/2006/relationships/image" Target="../media/image961.png"/><Relationship Id="rId18" Type="http://schemas.openxmlformats.org/officeDocument/2006/relationships/image" Target="../media/image963.png"/></Relationships>
</file>

<file path=ppt/slides/_rels/slide130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48.png"/><Relationship Id="rId41" Type="http://schemas.openxmlformats.org/officeDocument/2006/relationships/image" Target="../media/image9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965.png"/><Relationship Id="rId4" Type="http://schemas.openxmlformats.org/officeDocument/2006/relationships/image" Target="../media/image3.png"/><Relationship Id="rId9" Type="http://schemas.openxmlformats.org/officeDocument/2006/relationships/image" Target="../media/image971.png"/><Relationship Id="rId5" Type="http://schemas.openxmlformats.org/officeDocument/2006/relationships/image" Target="../media/image28.png"/><Relationship Id="rId6" Type="http://schemas.openxmlformats.org/officeDocument/2006/relationships/image" Target="../media/image979.png"/><Relationship Id="rId7" Type="http://schemas.openxmlformats.org/officeDocument/2006/relationships/image" Target="../media/image983.png"/><Relationship Id="rId8" Type="http://schemas.openxmlformats.org/officeDocument/2006/relationships/image" Target="../media/image972.png"/><Relationship Id="rId31" Type="http://schemas.openxmlformats.org/officeDocument/2006/relationships/image" Target="../media/image994.png"/><Relationship Id="rId30" Type="http://schemas.openxmlformats.org/officeDocument/2006/relationships/image" Target="../media/image997.png"/><Relationship Id="rId33" Type="http://schemas.openxmlformats.org/officeDocument/2006/relationships/image" Target="../media/image1003.png"/><Relationship Id="rId32" Type="http://schemas.openxmlformats.org/officeDocument/2006/relationships/image" Target="../media/image1005.png"/><Relationship Id="rId35" Type="http://schemas.openxmlformats.org/officeDocument/2006/relationships/image" Target="../media/image1017.png"/><Relationship Id="rId34" Type="http://schemas.openxmlformats.org/officeDocument/2006/relationships/image" Target="../media/image1024.png"/><Relationship Id="rId37" Type="http://schemas.openxmlformats.org/officeDocument/2006/relationships/image" Target="../media/image1030.png"/><Relationship Id="rId36" Type="http://schemas.openxmlformats.org/officeDocument/2006/relationships/image" Target="../media/image1016.png"/><Relationship Id="rId39" Type="http://schemas.openxmlformats.org/officeDocument/2006/relationships/image" Target="../media/image1014.png"/><Relationship Id="rId38" Type="http://schemas.openxmlformats.org/officeDocument/2006/relationships/image" Target="../media/image1008.png"/><Relationship Id="rId20" Type="http://schemas.openxmlformats.org/officeDocument/2006/relationships/image" Target="../media/image990.png"/><Relationship Id="rId22" Type="http://schemas.openxmlformats.org/officeDocument/2006/relationships/image" Target="../media/image989.png"/><Relationship Id="rId21" Type="http://schemas.openxmlformats.org/officeDocument/2006/relationships/image" Target="../media/image988.png"/><Relationship Id="rId24" Type="http://schemas.openxmlformats.org/officeDocument/2006/relationships/image" Target="../media/image999.png"/><Relationship Id="rId23" Type="http://schemas.openxmlformats.org/officeDocument/2006/relationships/image" Target="../media/image1002.png"/><Relationship Id="rId26" Type="http://schemas.openxmlformats.org/officeDocument/2006/relationships/image" Target="../media/image995.png"/><Relationship Id="rId25" Type="http://schemas.openxmlformats.org/officeDocument/2006/relationships/image" Target="../media/image1011.png"/><Relationship Id="rId28" Type="http://schemas.openxmlformats.org/officeDocument/2006/relationships/image" Target="../media/image996.png"/><Relationship Id="rId27" Type="http://schemas.openxmlformats.org/officeDocument/2006/relationships/image" Target="../media/image1001.png"/><Relationship Id="rId29" Type="http://schemas.openxmlformats.org/officeDocument/2006/relationships/image" Target="../media/image1000.png"/><Relationship Id="rId11" Type="http://schemas.openxmlformats.org/officeDocument/2006/relationships/image" Target="../media/image984.png"/><Relationship Id="rId10" Type="http://schemas.openxmlformats.org/officeDocument/2006/relationships/image" Target="../media/image974.png"/><Relationship Id="rId13" Type="http://schemas.openxmlformats.org/officeDocument/2006/relationships/image" Target="../media/image970.png"/><Relationship Id="rId12" Type="http://schemas.openxmlformats.org/officeDocument/2006/relationships/image" Target="../media/image978.png"/><Relationship Id="rId15" Type="http://schemas.openxmlformats.org/officeDocument/2006/relationships/image" Target="../media/image993.png"/><Relationship Id="rId14" Type="http://schemas.openxmlformats.org/officeDocument/2006/relationships/image" Target="../media/image962.png"/><Relationship Id="rId17" Type="http://schemas.openxmlformats.org/officeDocument/2006/relationships/image" Target="../media/image1006.png"/><Relationship Id="rId16" Type="http://schemas.openxmlformats.org/officeDocument/2006/relationships/image" Target="../media/image969.png"/><Relationship Id="rId19" Type="http://schemas.openxmlformats.org/officeDocument/2006/relationships/image" Target="../media/image975.png"/><Relationship Id="rId18" Type="http://schemas.openxmlformats.org/officeDocument/2006/relationships/image" Target="../media/image982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027.png"/><Relationship Id="rId4" Type="http://schemas.openxmlformats.org/officeDocument/2006/relationships/image" Target="../media/image3.png"/><Relationship Id="rId9" Type="http://schemas.openxmlformats.org/officeDocument/2006/relationships/image" Target="../media/image1026.png"/><Relationship Id="rId5" Type="http://schemas.openxmlformats.org/officeDocument/2006/relationships/image" Target="../media/image28.png"/><Relationship Id="rId6" Type="http://schemas.openxmlformats.org/officeDocument/2006/relationships/image" Target="../media/image1021.png"/><Relationship Id="rId7" Type="http://schemas.openxmlformats.org/officeDocument/2006/relationships/image" Target="../media/image944.png"/><Relationship Id="rId8" Type="http://schemas.openxmlformats.org/officeDocument/2006/relationships/image" Target="../media/image1025.png"/><Relationship Id="rId11" Type="http://schemas.openxmlformats.org/officeDocument/2006/relationships/image" Target="../media/image1020.png"/><Relationship Id="rId10" Type="http://schemas.openxmlformats.org/officeDocument/2006/relationships/image" Target="../media/image1049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022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028.png"/><Relationship Id="rId7" Type="http://schemas.openxmlformats.org/officeDocument/2006/relationships/image" Target="../media/image1036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029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031.png"/><Relationship Id="rId7" Type="http://schemas.openxmlformats.org/officeDocument/2006/relationships/image" Target="../media/image1032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034.png"/><Relationship Id="rId4" Type="http://schemas.openxmlformats.org/officeDocument/2006/relationships/image" Target="../media/image3.png"/><Relationship Id="rId9" Type="http://schemas.openxmlformats.org/officeDocument/2006/relationships/image" Target="../media/image1041.png"/><Relationship Id="rId5" Type="http://schemas.openxmlformats.org/officeDocument/2006/relationships/image" Target="../media/image24.png"/><Relationship Id="rId6" Type="http://schemas.openxmlformats.org/officeDocument/2006/relationships/image" Target="../media/image1038.png"/><Relationship Id="rId7" Type="http://schemas.openxmlformats.org/officeDocument/2006/relationships/image" Target="../media/image1051.png"/><Relationship Id="rId8" Type="http://schemas.openxmlformats.org/officeDocument/2006/relationships/image" Target="../media/image1045.png"/><Relationship Id="rId10" Type="http://schemas.openxmlformats.org/officeDocument/2006/relationships/image" Target="../media/image1039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040.png"/><Relationship Id="rId4" Type="http://schemas.openxmlformats.org/officeDocument/2006/relationships/image" Target="../media/image3.png"/><Relationship Id="rId9" Type="http://schemas.openxmlformats.org/officeDocument/2006/relationships/image" Target="../media/image1052.png"/><Relationship Id="rId5" Type="http://schemas.openxmlformats.org/officeDocument/2006/relationships/image" Target="../media/image28.png"/><Relationship Id="rId6" Type="http://schemas.openxmlformats.org/officeDocument/2006/relationships/image" Target="../media/image1046.png"/><Relationship Id="rId7" Type="http://schemas.openxmlformats.org/officeDocument/2006/relationships/image" Target="../media/image1042.png"/><Relationship Id="rId8" Type="http://schemas.openxmlformats.org/officeDocument/2006/relationships/image" Target="../media/image1047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055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043.png"/><Relationship Id="rId7" Type="http://schemas.openxmlformats.org/officeDocument/2006/relationships/image" Target="../media/image1056.png"/><Relationship Id="rId8" Type="http://schemas.openxmlformats.org/officeDocument/2006/relationships/image" Target="../media/image1044.png"/></Relationships>
</file>

<file path=ppt/slides/_rels/slide137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90.png"/><Relationship Id="rId84" Type="http://schemas.openxmlformats.org/officeDocument/2006/relationships/image" Target="../media/image1152.png"/><Relationship Id="rId83" Type="http://schemas.openxmlformats.org/officeDocument/2006/relationships/image" Target="../media/image1136.png"/><Relationship Id="rId42" Type="http://schemas.openxmlformats.org/officeDocument/2006/relationships/image" Target="../media/image1085.png"/><Relationship Id="rId86" Type="http://schemas.openxmlformats.org/officeDocument/2006/relationships/image" Target="../media/image1138.png"/><Relationship Id="rId41" Type="http://schemas.openxmlformats.org/officeDocument/2006/relationships/image" Target="../media/image1089.png"/><Relationship Id="rId85" Type="http://schemas.openxmlformats.org/officeDocument/2006/relationships/image" Target="../media/image1133.png"/><Relationship Id="rId44" Type="http://schemas.openxmlformats.org/officeDocument/2006/relationships/image" Target="../media/image1109.png"/><Relationship Id="rId43" Type="http://schemas.openxmlformats.org/officeDocument/2006/relationships/image" Target="../media/image1115.png"/><Relationship Id="rId46" Type="http://schemas.openxmlformats.org/officeDocument/2006/relationships/image" Target="../media/image1092.png"/><Relationship Id="rId45" Type="http://schemas.openxmlformats.org/officeDocument/2006/relationships/image" Target="../media/image1095.png"/><Relationship Id="rId80" Type="http://schemas.openxmlformats.org/officeDocument/2006/relationships/image" Target="../media/image1126.png"/><Relationship Id="rId82" Type="http://schemas.openxmlformats.org/officeDocument/2006/relationships/image" Target="../media/image1130.png"/><Relationship Id="rId81" Type="http://schemas.openxmlformats.org/officeDocument/2006/relationships/image" Target="../media/image11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1057.png"/><Relationship Id="rId4" Type="http://schemas.openxmlformats.org/officeDocument/2006/relationships/image" Target="../media/image3.png"/><Relationship Id="rId9" Type="http://schemas.openxmlformats.org/officeDocument/2006/relationships/image" Target="../media/image1059.png"/><Relationship Id="rId48" Type="http://schemas.openxmlformats.org/officeDocument/2006/relationships/image" Target="../media/image1104.png"/><Relationship Id="rId47" Type="http://schemas.openxmlformats.org/officeDocument/2006/relationships/image" Target="../media/image1096.png"/><Relationship Id="rId49" Type="http://schemas.openxmlformats.org/officeDocument/2006/relationships/image" Target="../media/image1098.png"/><Relationship Id="rId5" Type="http://schemas.openxmlformats.org/officeDocument/2006/relationships/image" Target="../media/image28.png"/><Relationship Id="rId6" Type="http://schemas.openxmlformats.org/officeDocument/2006/relationships/image" Target="../media/image1054.png"/><Relationship Id="rId7" Type="http://schemas.openxmlformats.org/officeDocument/2006/relationships/image" Target="../media/image1050.png"/><Relationship Id="rId8" Type="http://schemas.openxmlformats.org/officeDocument/2006/relationships/image" Target="../media/image1062.png"/><Relationship Id="rId73" Type="http://schemas.openxmlformats.org/officeDocument/2006/relationships/image" Target="../media/image1125.png"/><Relationship Id="rId72" Type="http://schemas.openxmlformats.org/officeDocument/2006/relationships/image" Target="../media/image1128.png"/><Relationship Id="rId31" Type="http://schemas.openxmlformats.org/officeDocument/2006/relationships/image" Target="../media/image1086.png"/><Relationship Id="rId75" Type="http://schemas.openxmlformats.org/officeDocument/2006/relationships/image" Target="../media/image1131.png"/><Relationship Id="rId30" Type="http://schemas.openxmlformats.org/officeDocument/2006/relationships/image" Target="../media/image1076.png"/><Relationship Id="rId74" Type="http://schemas.openxmlformats.org/officeDocument/2006/relationships/image" Target="../media/image1121.png"/><Relationship Id="rId33" Type="http://schemas.openxmlformats.org/officeDocument/2006/relationships/image" Target="../media/image1091.png"/><Relationship Id="rId77" Type="http://schemas.openxmlformats.org/officeDocument/2006/relationships/image" Target="../media/image1141.png"/><Relationship Id="rId32" Type="http://schemas.openxmlformats.org/officeDocument/2006/relationships/image" Target="../media/image1075.png"/><Relationship Id="rId76" Type="http://schemas.openxmlformats.org/officeDocument/2006/relationships/image" Target="../media/image1132.png"/><Relationship Id="rId35" Type="http://schemas.openxmlformats.org/officeDocument/2006/relationships/image" Target="../media/image1079.png"/><Relationship Id="rId79" Type="http://schemas.openxmlformats.org/officeDocument/2006/relationships/image" Target="../media/image1134.png"/><Relationship Id="rId34" Type="http://schemas.openxmlformats.org/officeDocument/2006/relationships/image" Target="../media/image1093.png"/><Relationship Id="rId78" Type="http://schemas.openxmlformats.org/officeDocument/2006/relationships/image" Target="../media/image1129.png"/><Relationship Id="rId71" Type="http://schemas.openxmlformats.org/officeDocument/2006/relationships/image" Target="../media/image1123.png"/><Relationship Id="rId70" Type="http://schemas.openxmlformats.org/officeDocument/2006/relationships/image" Target="../media/image1118.png"/><Relationship Id="rId37" Type="http://schemas.openxmlformats.org/officeDocument/2006/relationships/image" Target="../media/image1082.png"/><Relationship Id="rId36" Type="http://schemas.openxmlformats.org/officeDocument/2006/relationships/image" Target="../media/image1108.png"/><Relationship Id="rId39" Type="http://schemas.openxmlformats.org/officeDocument/2006/relationships/image" Target="../media/image1094.png"/><Relationship Id="rId38" Type="http://schemas.openxmlformats.org/officeDocument/2006/relationships/image" Target="../media/image1081.png"/><Relationship Id="rId62" Type="http://schemas.openxmlformats.org/officeDocument/2006/relationships/image" Target="../media/image1119.png"/><Relationship Id="rId61" Type="http://schemas.openxmlformats.org/officeDocument/2006/relationships/image" Target="../media/image1106.png"/><Relationship Id="rId20" Type="http://schemas.openxmlformats.org/officeDocument/2006/relationships/image" Target="../media/image1067.png"/><Relationship Id="rId64" Type="http://schemas.openxmlformats.org/officeDocument/2006/relationships/image" Target="../media/image1111.png"/><Relationship Id="rId63" Type="http://schemas.openxmlformats.org/officeDocument/2006/relationships/image" Target="../media/image1107.png"/><Relationship Id="rId22" Type="http://schemas.openxmlformats.org/officeDocument/2006/relationships/image" Target="../media/image1071.png"/><Relationship Id="rId66" Type="http://schemas.openxmlformats.org/officeDocument/2006/relationships/image" Target="../media/image1112.png"/><Relationship Id="rId21" Type="http://schemas.openxmlformats.org/officeDocument/2006/relationships/image" Target="../media/image1068.png"/><Relationship Id="rId65" Type="http://schemas.openxmlformats.org/officeDocument/2006/relationships/image" Target="../media/image1114.png"/><Relationship Id="rId24" Type="http://schemas.openxmlformats.org/officeDocument/2006/relationships/image" Target="../media/image1065.png"/><Relationship Id="rId68" Type="http://schemas.openxmlformats.org/officeDocument/2006/relationships/image" Target="../media/image1127.png"/><Relationship Id="rId23" Type="http://schemas.openxmlformats.org/officeDocument/2006/relationships/image" Target="../media/image1083.png"/><Relationship Id="rId67" Type="http://schemas.openxmlformats.org/officeDocument/2006/relationships/image" Target="../media/image1116.png"/><Relationship Id="rId60" Type="http://schemas.openxmlformats.org/officeDocument/2006/relationships/image" Target="../media/image1113.png"/><Relationship Id="rId26" Type="http://schemas.openxmlformats.org/officeDocument/2006/relationships/image" Target="../media/image1072.png"/><Relationship Id="rId25" Type="http://schemas.openxmlformats.org/officeDocument/2006/relationships/image" Target="../media/image1070.png"/><Relationship Id="rId69" Type="http://schemas.openxmlformats.org/officeDocument/2006/relationships/image" Target="../media/image1117.png"/><Relationship Id="rId28" Type="http://schemas.openxmlformats.org/officeDocument/2006/relationships/image" Target="../media/image1080.png"/><Relationship Id="rId27" Type="http://schemas.openxmlformats.org/officeDocument/2006/relationships/image" Target="../media/image1078.png"/><Relationship Id="rId29" Type="http://schemas.openxmlformats.org/officeDocument/2006/relationships/image" Target="../media/image1084.png"/><Relationship Id="rId51" Type="http://schemas.openxmlformats.org/officeDocument/2006/relationships/image" Target="../media/image1139.png"/><Relationship Id="rId50" Type="http://schemas.openxmlformats.org/officeDocument/2006/relationships/image" Target="../media/image1099.png"/><Relationship Id="rId53" Type="http://schemas.openxmlformats.org/officeDocument/2006/relationships/image" Target="../media/image1103.png"/><Relationship Id="rId52" Type="http://schemas.openxmlformats.org/officeDocument/2006/relationships/image" Target="../media/image1124.png"/><Relationship Id="rId11" Type="http://schemas.openxmlformats.org/officeDocument/2006/relationships/image" Target="../media/image1064.png"/><Relationship Id="rId55" Type="http://schemas.openxmlformats.org/officeDocument/2006/relationships/image" Target="../media/image1105.png"/><Relationship Id="rId10" Type="http://schemas.openxmlformats.org/officeDocument/2006/relationships/image" Target="../media/image1053.png"/><Relationship Id="rId54" Type="http://schemas.openxmlformats.org/officeDocument/2006/relationships/image" Target="../media/image1088.png"/><Relationship Id="rId13" Type="http://schemas.openxmlformats.org/officeDocument/2006/relationships/image" Target="../media/image1060.png"/><Relationship Id="rId57" Type="http://schemas.openxmlformats.org/officeDocument/2006/relationships/image" Target="../media/image1110.png"/><Relationship Id="rId12" Type="http://schemas.openxmlformats.org/officeDocument/2006/relationships/image" Target="../media/image1061.png"/><Relationship Id="rId56" Type="http://schemas.openxmlformats.org/officeDocument/2006/relationships/image" Target="../media/image1097.png"/><Relationship Id="rId15" Type="http://schemas.openxmlformats.org/officeDocument/2006/relationships/image" Target="../media/image1058.png"/><Relationship Id="rId59" Type="http://schemas.openxmlformats.org/officeDocument/2006/relationships/image" Target="../media/image1100.png"/><Relationship Id="rId14" Type="http://schemas.openxmlformats.org/officeDocument/2006/relationships/image" Target="../media/image1073.png"/><Relationship Id="rId58" Type="http://schemas.openxmlformats.org/officeDocument/2006/relationships/image" Target="../media/image1101.png"/><Relationship Id="rId17" Type="http://schemas.openxmlformats.org/officeDocument/2006/relationships/image" Target="../media/image1077.png"/><Relationship Id="rId16" Type="http://schemas.openxmlformats.org/officeDocument/2006/relationships/image" Target="../media/image1069.png"/><Relationship Id="rId19" Type="http://schemas.openxmlformats.org/officeDocument/2006/relationships/image" Target="../media/image1066.png"/><Relationship Id="rId18" Type="http://schemas.openxmlformats.org/officeDocument/2006/relationships/image" Target="../media/image1063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23.jpg"/><Relationship Id="rId4" Type="http://schemas.openxmlformats.org/officeDocument/2006/relationships/image" Target="../media/image1137.png"/><Relationship Id="rId9" Type="http://schemas.openxmlformats.org/officeDocument/2006/relationships/image" Target="../media/image1145.png"/><Relationship Id="rId5" Type="http://schemas.openxmlformats.org/officeDocument/2006/relationships/image" Target="../media/image3.png"/><Relationship Id="rId6" Type="http://schemas.openxmlformats.org/officeDocument/2006/relationships/image" Target="../media/image28.png"/><Relationship Id="rId7" Type="http://schemas.openxmlformats.org/officeDocument/2006/relationships/image" Target="../media/image749.png"/><Relationship Id="rId8" Type="http://schemas.openxmlformats.org/officeDocument/2006/relationships/image" Target="../media/image765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1140.png"/><Relationship Id="rId4" Type="http://schemas.openxmlformats.org/officeDocument/2006/relationships/image" Target="../media/image3.png"/><Relationship Id="rId9" Type="http://schemas.openxmlformats.org/officeDocument/2006/relationships/image" Target="../media/image1147.png"/><Relationship Id="rId5" Type="http://schemas.openxmlformats.org/officeDocument/2006/relationships/image" Target="../media/image28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35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14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156.png"/><Relationship Id="rId7" Type="http://schemas.openxmlformats.org/officeDocument/2006/relationships/image" Target="../media/image1149.png"/><Relationship Id="rId8" Type="http://schemas.openxmlformats.org/officeDocument/2006/relationships/image" Target="../media/image1162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159.png"/><Relationship Id="rId4" Type="http://schemas.openxmlformats.org/officeDocument/2006/relationships/image" Target="../media/image3.png"/><Relationship Id="rId9" Type="http://schemas.openxmlformats.org/officeDocument/2006/relationships/image" Target="../media/image1161.png"/><Relationship Id="rId5" Type="http://schemas.openxmlformats.org/officeDocument/2006/relationships/image" Target="../media/image28.png"/><Relationship Id="rId6" Type="http://schemas.openxmlformats.org/officeDocument/2006/relationships/image" Target="../media/image1155.png"/><Relationship Id="rId7" Type="http://schemas.openxmlformats.org/officeDocument/2006/relationships/image" Target="../media/image1154.png"/><Relationship Id="rId8" Type="http://schemas.openxmlformats.org/officeDocument/2006/relationships/image" Target="../media/image1158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163.png"/><Relationship Id="rId4" Type="http://schemas.openxmlformats.org/officeDocument/2006/relationships/image" Target="../media/image3.png"/><Relationship Id="rId9" Type="http://schemas.openxmlformats.org/officeDocument/2006/relationships/image" Target="../media/image1165.png"/><Relationship Id="rId5" Type="http://schemas.openxmlformats.org/officeDocument/2006/relationships/image" Target="../media/image24.png"/><Relationship Id="rId6" Type="http://schemas.openxmlformats.org/officeDocument/2006/relationships/image" Target="../media/image1150.png"/><Relationship Id="rId7" Type="http://schemas.openxmlformats.org/officeDocument/2006/relationships/image" Target="../media/image1166.png"/><Relationship Id="rId8" Type="http://schemas.openxmlformats.org/officeDocument/2006/relationships/image" Target="../media/image1148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160.png"/><Relationship Id="rId4" Type="http://schemas.openxmlformats.org/officeDocument/2006/relationships/image" Target="../media/image3.png"/><Relationship Id="rId9" Type="http://schemas.openxmlformats.org/officeDocument/2006/relationships/image" Target="../media/image1191.png"/><Relationship Id="rId5" Type="http://schemas.openxmlformats.org/officeDocument/2006/relationships/image" Target="../media/image28.png"/><Relationship Id="rId6" Type="http://schemas.openxmlformats.org/officeDocument/2006/relationships/image" Target="../media/image1175.png"/><Relationship Id="rId7" Type="http://schemas.openxmlformats.org/officeDocument/2006/relationships/image" Target="../media/image1157.png"/><Relationship Id="rId8" Type="http://schemas.openxmlformats.org/officeDocument/2006/relationships/image" Target="../media/image1164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169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167.png"/><Relationship Id="rId7" Type="http://schemas.openxmlformats.org/officeDocument/2006/relationships/image" Target="../media/image1189.png"/><Relationship Id="rId8" Type="http://schemas.openxmlformats.org/officeDocument/2006/relationships/image" Target="../media/image1177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1171.png"/><Relationship Id="rId4" Type="http://schemas.openxmlformats.org/officeDocument/2006/relationships/image" Target="../media/image3.png"/><Relationship Id="rId9" Type="http://schemas.openxmlformats.org/officeDocument/2006/relationships/image" Target="../media/image1186.png"/><Relationship Id="rId5" Type="http://schemas.openxmlformats.org/officeDocument/2006/relationships/image" Target="../media/image28.png"/><Relationship Id="rId6" Type="http://schemas.openxmlformats.org/officeDocument/2006/relationships/image" Target="../media/image1188.png"/><Relationship Id="rId7" Type="http://schemas.openxmlformats.org/officeDocument/2006/relationships/image" Target="../media/image1174.png"/><Relationship Id="rId8" Type="http://schemas.openxmlformats.org/officeDocument/2006/relationships/image" Target="../media/image1184.png"/><Relationship Id="rId11" Type="http://schemas.openxmlformats.org/officeDocument/2006/relationships/image" Target="../media/image1172.png"/><Relationship Id="rId10" Type="http://schemas.openxmlformats.org/officeDocument/2006/relationships/image" Target="../media/image1170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182.png"/><Relationship Id="rId4" Type="http://schemas.openxmlformats.org/officeDocument/2006/relationships/image" Target="../media/image3.png"/><Relationship Id="rId9" Type="http://schemas.openxmlformats.org/officeDocument/2006/relationships/image" Target="../media/image1184.png"/><Relationship Id="rId5" Type="http://schemas.openxmlformats.org/officeDocument/2006/relationships/image" Target="../media/image24.png"/><Relationship Id="rId6" Type="http://schemas.openxmlformats.org/officeDocument/2006/relationships/image" Target="../media/image1188.png"/><Relationship Id="rId7" Type="http://schemas.openxmlformats.org/officeDocument/2006/relationships/image" Target="../media/image1172.png"/><Relationship Id="rId8" Type="http://schemas.openxmlformats.org/officeDocument/2006/relationships/image" Target="../media/image1180.png"/><Relationship Id="rId11" Type="http://schemas.openxmlformats.org/officeDocument/2006/relationships/image" Target="../media/image1194.png"/><Relationship Id="rId10" Type="http://schemas.openxmlformats.org/officeDocument/2006/relationships/image" Target="../media/image1174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208.png"/><Relationship Id="rId4" Type="http://schemas.openxmlformats.org/officeDocument/2006/relationships/image" Target="../media/image3.png"/><Relationship Id="rId9" Type="http://schemas.openxmlformats.org/officeDocument/2006/relationships/image" Target="../media/image1190.png"/><Relationship Id="rId5" Type="http://schemas.openxmlformats.org/officeDocument/2006/relationships/image" Target="../media/image28.png"/><Relationship Id="rId6" Type="http://schemas.openxmlformats.org/officeDocument/2006/relationships/image" Target="../media/image1212.png"/><Relationship Id="rId7" Type="http://schemas.openxmlformats.org/officeDocument/2006/relationships/image" Target="../media/image1213.png"/><Relationship Id="rId8" Type="http://schemas.openxmlformats.org/officeDocument/2006/relationships/image" Target="../media/image1193.png"/><Relationship Id="rId10" Type="http://schemas.openxmlformats.org/officeDocument/2006/relationships/image" Target="../media/image1172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207.png"/><Relationship Id="rId4" Type="http://schemas.openxmlformats.org/officeDocument/2006/relationships/image" Target="../media/image3.png"/><Relationship Id="rId9" Type="http://schemas.openxmlformats.org/officeDocument/2006/relationships/image" Target="../media/image1198.png"/><Relationship Id="rId5" Type="http://schemas.openxmlformats.org/officeDocument/2006/relationships/image" Target="../media/image28.png"/><Relationship Id="rId6" Type="http://schemas.openxmlformats.org/officeDocument/2006/relationships/image" Target="../media/image1215.png"/><Relationship Id="rId7" Type="http://schemas.openxmlformats.org/officeDocument/2006/relationships/image" Target="../media/image1196.png"/><Relationship Id="rId8" Type="http://schemas.openxmlformats.org/officeDocument/2006/relationships/image" Target="../media/image1192.png"/><Relationship Id="rId11" Type="http://schemas.openxmlformats.org/officeDocument/2006/relationships/image" Target="../media/image1203.png"/><Relationship Id="rId10" Type="http://schemas.openxmlformats.org/officeDocument/2006/relationships/image" Target="../media/image1202.png"/><Relationship Id="rId13" Type="http://schemas.openxmlformats.org/officeDocument/2006/relationships/image" Target="../media/image1217.png"/><Relationship Id="rId12" Type="http://schemas.openxmlformats.org/officeDocument/2006/relationships/image" Target="../media/image1200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206.png"/><Relationship Id="rId4" Type="http://schemas.openxmlformats.org/officeDocument/2006/relationships/image" Target="../media/image3.png"/><Relationship Id="rId9" Type="http://schemas.openxmlformats.org/officeDocument/2006/relationships/image" Target="../media/image1199.png"/><Relationship Id="rId5" Type="http://schemas.openxmlformats.org/officeDocument/2006/relationships/image" Target="../media/image24.png"/><Relationship Id="rId6" Type="http://schemas.openxmlformats.org/officeDocument/2006/relationships/image" Target="../media/image1215.png"/><Relationship Id="rId7" Type="http://schemas.openxmlformats.org/officeDocument/2006/relationships/image" Target="../media/image1225.png"/><Relationship Id="rId8" Type="http://schemas.openxmlformats.org/officeDocument/2006/relationships/image" Target="../media/image1210.png"/><Relationship Id="rId11" Type="http://schemas.openxmlformats.org/officeDocument/2006/relationships/image" Target="../media/image1218.png"/><Relationship Id="rId10" Type="http://schemas.openxmlformats.org/officeDocument/2006/relationships/image" Target="../media/image1224.png"/><Relationship Id="rId13" Type="http://schemas.openxmlformats.org/officeDocument/2006/relationships/image" Target="../media/image1192.png"/><Relationship Id="rId12" Type="http://schemas.openxmlformats.org/officeDocument/2006/relationships/image" Target="../media/image1196.png"/><Relationship Id="rId14" Type="http://schemas.openxmlformats.org/officeDocument/2006/relationships/image" Target="../media/image1205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232.png"/><Relationship Id="rId4" Type="http://schemas.openxmlformats.org/officeDocument/2006/relationships/image" Target="../media/image3.png"/><Relationship Id="rId9" Type="http://schemas.openxmlformats.org/officeDocument/2006/relationships/image" Target="../media/image1228.png"/><Relationship Id="rId5" Type="http://schemas.openxmlformats.org/officeDocument/2006/relationships/image" Target="../media/image28.png"/><Relationship Id="rId6" Type="http://schemas.openxmlformats.org/officeDocument/2006/relationships/image" Target="../media/image1259.png"/><Relationship Id="rId7" Type="http://schemas.openxmlformats.org/officeDocument/2006/relationships/image" Target="../media/image1229.png"/><Relationship Id="rId8" Type="http://schemas.openxmlformats.org/officeDocument/2006/relationships/image" Target="../media/image1222.png"/><Relationship Id="rId11" Type="http://schemas.openxmlformats.org/officeDocument/2006/relationships/image" Target="../media/image1190.png"/><Relationship Id="rId10" Type="http://schemas.openxmlformats.org/officeDocument/2006/relationships/image" Target="../media/image1230.png"/><Relationship Id="rId12" Type="http://schemas.openxmlformats.org/officeDocument/2006/relationships/image" Target="../media/image1172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1226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233.png"/><Relationship Id="rId7" Type="http://schemas.openxmlformats.org/officeDocument/2006/relationships/image" Target="../media/image1235.png"/><Relationship Id="rId8" Type="http://schemas.openxmlformats.org/officeDocument/2006/relationships/image" Target="../media/image1172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1238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172.png"/><Relationship Id="rId7" Type="http://schemas.openxmlformats.org/officeDocument/2006/relationships/image" Target="../media/image1234.png"/><Relationship Id="rId8" Type="http://schemas.openxmlformats.org/officeDocument/2006/relationships/image" Target="../media/image1253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231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172.png"/><Relationship Id="rId7" Type="http://schemas.openxmlformats.org/officeDocument/2006/relationships/image" Target="../media/image1240.pn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236.png"/><Relationship Id="rId4" Type="http://schemas.openxmlformats.org/officeDocument/2006/relationships/image" Target="../media/image3.png"/><Relationship Id="rId9" Type="http://schemas.openxmlformats.org/officeDocument/2006/relationships/image" Target="../media/image1257.png"/><Relationship Id="rId5" Type="http://schemas.openxmlformats.org/officeDocument/2006/relationships/image" Target="../media/image28.png"/><Relationship Id="rId6" Type="http://schemas.openxmlformats.org/officeDocument/2006/relationships/image" Target="../media/image1251.png"/><Relationship Id="rId7" Type="http://schemas.openxmlformats.org/officeDocument/2006/relationships/image" Target="../media/image1239.png"/><Relationship Id="rId8" Type="http://schemas.openxmlformats.org/officeDocument/2006/relationships/image" Target="../media/image1244.png"/><Relationship Id="rId10" Type="http://schemas.openxmlformats.org/officeDocument/2006/relationships/image" Target="../media/image1245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26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242.png"/><Relationship Id="rId7" Type="http://schemas.openxmlformats.org/officeDocument/2006/relationships/image" Target="../media/image1246.png"/><Relationship Id="rId8" Type="http://schemas.openxmlformats.org/officeDocument/2006/relationships/image" Target="../media/image416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255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243.png"/><Relationship Id="rId7" Type="http://schemas.openxmlformats.org/officeDocument/2006/relationships/image" Target="../media/image1247.png"/><Relationship Id="rId8" Type="http://schemas.openxmlformats.org/officeDocument/2006/relationships/image" Target="../media/image416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1254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256.png"/><Relationship Id="rId7" Type="http://schemas.openxmlformats.org/officeDocument/2006/relationships/image" Target="../media/image1252.png"/><Relationship Id="rId8" Type="http://schemas.openxmlformats.org/officeDocument/2006/relationships/image" Target="../media/image1248.pn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264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250.png"/><Relationship Id="rId7" Type="http://schemas.openxmlformats.org/officeDocument/2006/relationships/image" Target="../media/image1248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1263.png"/><Relationship Id="rId4" Type="http://schemas.openxmlformats.org/officeDocument/2006/relationships/image" Target="../media/image3.png"/><Relationship Id="rId9" Type="http://schemas.openxmlformats.org/officeDocument/2006/relationships/image" Target="../media/image1248.png"/><Relationship Id="rId5" Type="http://schemas.openxmlformats.org/officeDocument/2006/relationships/image" Target="../media/image28.png"/><Relationship Id="rId6" Type="http://schemas.openxmlformats.org/officeDocument/2006/relationships/image" Target="../media/image1259.png"/><Relationship Id="rId7" Type="http://schemas.openxmlformats.org/officeDocument/2006/relationships/image" Target="../media/image1249.png"/><Relationship Id="rId8" Type="http://schemas.openxmlformats.org/officeDocument/2006/relationships/image" Target="../media/image1260.pn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265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270.png"/><Relationship Id="rId7" Type="http://schemas.openxmlformats.org/officeDocument/2006/relationships/image" Target="../media/image1266.png"/><Relationship Id="rId8" Type="http://schemas.openxmlformats.org/officeDocument/2006/relationships/image" Target="../media/image416.pn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23.jpg"/><Relationship Id="rId4" Type="http://schemas.openxmlformats.org/officeDocument/2006/relationships/image" Target="../media/image1283.png"/><Relationship Id="rId9" Type="http://schemas.openxmlformats.org/officeDocument/2006/relationships/image" Target="../media/image1268.png"/><Relationship Id="rId5" Type="http://schemas.openxmlformats.org/officeDocument/2006/relationships/image" Target="../media/image3.png"/><Relationship Id="rId6" Type="http://schemas.openxmlformats.org/officeDocument/2006/relationships/image" Target="../media/image28.png"/><Relationship Id="rId7" Type="http://schemas.openxmlformats.org/officeDocument/2006/relationships/image" Target="../media/image1269.png"/><Relationship Id="rId8" Type="http://schemas.openxmlformats.org/officeDocument/2006/relationships/image" Target="../media/image1273.pn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272.png"/><Relationship Id="rId4" Type="http://schemas.openxmlformats.org/officeDocument/2006/relationships/image" Target="../media/image3.png"/><Relationship Id="rId9" Type="http://schemas.openxmlformats.org/officeDocument/2006/relationships/image" Target="../media/image1276.png"/><Relationship Id="rId5" Type="http://schemas.openxmlformats.org/officeDocument/2006/relationships/image" Target="../media/image28.png"/><Relationship Id="rId6" Type="http://schemas.openxmlformats.org/officeDocument/2006/relationships/image" Target="../media/image1271.png"/><Relationship Id="rId7" Type="http://schemas.openxmlformats.org/officeDocument/2006/relationships/image" Target="../media/image1267.png"/><Relationship Id="rId8" Type="http://schemas.openxmlformats.org/officeDocument/2006/relationships/image" Target="../media/image1274.png"/><Relationship Id="rId10" Type="http://schemas.openxmlformats.org/officeDocument/2006/relationships/image" Target="../media/image1277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287.png"/><Relationship Id="rId4" Type="http://schemas.openxmlformats.org/officeDocument/2006/relationships/image" Target="../media/image3.png"/><Relationship Id="rId9" Type="http://schemas.openxmlformats.org/officeDocument/2006/relationships/image" Target="../media/image1286.png"/><Relationship Id="rId5" Type="http://schemas.openxmlformats.org/officeDocument/2006/relationships/image" Target="../media/image28.png"/><Relationship Id="rId6" Type="http://schemas.openxmlformats.org/officeDocument/2006/relationships/image" Target="../media/image1282.png"/><Relationship Id="rId7" Type="http://schemas.openxmlformats.org/officeDocument/2006/relationships/image" Target="../media/image1306.png"/><Relationship Id="rId8" Type="http://schemas.openxmlformats.org/officeDocument/2006/relationships/image" Target="../media/image1296.png"/><Relationship Id="rId11" Type="http://schemas.openxmlformats.org/officeDocument/2006/relationships/image" Target="../media/image1281.png"/><Relationship Id="rId10" Type="http://schemas.openxmlformats.org/officeDocument/2006/relationships/image" Target="../media/image1288.png"/><Relationship Id="rId13" Type="http://schemas.openxmlformats.org/officeDocument/2006/relationships/image" Target="../media/image1308.png"/><Relationship Id="rId12" Type="http://schemas.openxmlformats.org/officeDocument/2006/relationships/image" Target="../media/image1279.png"/><Relationship Id="rId15" Type="http://schemas.openxmlformats.org/officeDocument/2006/relationships/image" Target="../media/image1277.png"/><Relationship Id="rId14" Type="http://schemas.openxmlformats.org/officeDocument/2006/relationships/image" Target="../media/image1284.pn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289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300.png"/><Relationship Id="rId7" Type="http://schemas.openxmlformats.org/officeDocument/2006/relationships/image" Target="../media/image1277.pn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1291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292.png"/><Relationship Id="rId7" Type="http://schemas.openxmlformats.org/officeDocument/2006/relationships/image" Target="../media/image1277.pn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302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295.png"/><Relationship Id="rId7" Type="http://schemas.openxmlformats.org/officeDocument/2006/relationships/image" Target="../media/image1277.png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293.png"/><Relationship Id="rId4" Type="http://schemas.openxmlformats.org/officeDocument/2006/relationships/image" Target="../media/image3.png"/><Relationship Id="rId9" Type="http://schemas.openxmlformats.org/officeDocument/2006/relationships/image" Target="../media/image1322.png"/><Relationship Id="rId5" Type="http://schemas.openxmlformats.org/officeDocument/2006/relationships/image" Target="../media/image28.png"/><Relationship Id="rId6" Type="http://schemas.openxmlformats.org/officeDocument/2006/relationships/image" Target="../media/image1298.png"/><Relationship Id="rId7" Type="http://schemas.openxmlformats.org/officeDocument/2006/relationships/image" Target="../media/image1304.png"/><Relationship Id="rId8" Type="http://schemas.openxmlformats.org/officeDocument/2006/relationships/image" Target="../media/image1297.png"/><Relationship Id="rId11" Type="http://schemas.openxmlformats.org/officeDocument/2006/relationships/image" Target="../media/image1325.png"/><Relationship Id="rId10" Type="http://schemas.openxmlformats.org/officeDocument/2006/relationships/image" Target="../media/image1312.png"/><Relationship Id="rId13" Type="http://schemas.openxmlformats.org/officeDocument/2006/relationships/image" Target="../media/image1301.png"/><Relationship Id="rId12" Type="http://schemas.openxmlformats.org/officeDocument/2006/relationships/image" Target="../media/image1316.png"/><Relationship Id="rId15" Type="http://schemas.openxmlformats.org/officeDocument/2006/relationships/image" Target="../media/image1277.png"/><Relationship Id="rId14" Type="http://schemas.openxmlformats.org/officeDocument/2006/relationships/image" Target="../media/image1299.pn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311.png"/><Relationship Id="rId4" Type="http://schemas.openxmlformats.org/officeDocument/2006/relationships/image" Target="../media/image3.png"/><Relationship Id="rId9" Type="http://schemas.openxmlformats.org/officeDocument/2006/relationships/image" Target="../media/image1297.png"/><Relationship Id="rId5" Type="http://schemas.openxmlformats.org/officeDocument/2006/relationships/image" Target="../media/image28.png"/><Relationship Id="rId6" Type="http://schemas.openxmlformats.org/officeDocument/2006/relationships/image" Target="../media/image1305.png"/><Relationship Id="rId7" Type="http://schemas.openxmlformats.org/officeDocument/2006/relationships/image" Target="../media/image1277.png"/><Relationship Id="rId8" Type="http://schemas.openxmlformats.org/officeDocument/2006/relationships/image" Target="../media/image1314.png"/><Relationship Id="rId11" Type="http://schemas.openxmlformats.org/officeDocument/2006/relationships/image" Target="../media/image1312.png"/><Relationship Id="rId10" Type="http://schemas.openxmlformats.org/officeDocument/2006/relationships/image" Target="../media/image1309.png"/><Relationship Id="rId13" Type="http://schemas.openxmlformats.org/officeDocument/2006/relationships/image" Target="../media/image1316.png"/><Relationship Id="rId12" Type="http://schemas.openxmlformats.org/officeDocument/2006/relationships/image" Target="../media/image1325.png"/><Relationship Id="rId15" Type="http://schemas.openxmlformats.org/officeDocument/2006/relationships/image" Target="../media/image1299.png"/><Relationship Id="rId14" Type="http://schemas.openxmlformats.org/officeDocument/2006/relationships/image" Target="../media/image1301.png"/></Relationships>
</file>

<file path=ppt/slides/_rels/slide169.xml.rels><?xml version="1.0" encoding="UTF-8" standalone="yes"?><Relationships xmlns="http://schemas.openxmlformats.org/package/2006/relationships"><Relationship Id="rId40" Type="http://schemas.openxmlformats.org/officeDocument/2006/relationships/image" Target="../media/image1366.png"/><Relationship Id="rId42" Type="http://schemas.openxmlformats.org/officeDocument/2006/relationships/image" Target="../media/image1359.png"/><Relationship Id="rId41" Type="http://schemas.openxmlformats.org/officeDocument/2006/relationships/image" Target="../media/image1350.png"/><Relationship Id="rId44" Type="http://schemas.openxmlformats.org/officeDocument/2006/relationships/image" Target="../media/image1385.png"/><Relationship Id="rId43" Type="http://schemas.openxmlformats.org/officeDocument/2006/relationships/image" Target="../media/image1361.png"/><Relationship Id="rId45" Type="http://schemas.openxmlformats.org/officeDocument/2006/relationships/image" Target="../media/image127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303.png"/><Relationship Id="rId4" Type="http://schemas.openxmlformats.org/officeDocument/2006/relationships/image" Target="../media/image3.png"/><Relationship Id="rId9" Type="http://schemas.openxmlformats.org/officeDocument/2006/relationships/image" Target="../media/image1334.png"/><Relationship Id="rId5" Type="http://schemas.openxmlformats.org/officeDocument/2006/relationships/image" Target="../media/image24.png"/><Relationship Id="rId6" Type="http://schemas.openxmlformats.org/officeDocument/2006/relationships/image" Target="../media/image1315.png"/><Relationship Id="rId7" Type="http://schemas.openxmlformats.org/officeDocument/2006/relationships/image" Target="../media/image1324.png"/><Relationship Id="rId8" Type="http://schemas.openxmlformats.org/officeDocument/2006/relationships/image" Target="../media/image1330.png"/><Relationship Id="rId31" Type="http://schemas.openxmlformats.org/officeDocument/2006/relationships/image" Target="../media/image1347.png"/><Relationship Id="rId30" Type="http://schemas.openxmlformats.org/officeDocument/2006/relationships/image" Target="../media/image1345.png"/><Relationship Id="rId33" Type="http://schemas.openxmlformats.org/officeDocument/2006/relationships/image" Target="../media/image1351.png"/><Relationship Id="rId32" Type="http://schemas.openxmlformats.org/officeDocument/2006/relationships/image" Target="../media/image1339.png"/><Relationship Id="rId35" Type="http://schemas.openxmlformats.org/officeDocument/2006/relationships/image" Target="../media/image1344.png"/><Relationship Id="rId34" Type="http://schemas.openxmlformats.org/officeDocument/2006/relationships/image" Target="../media/image1352.png"/><Relationship Id="rId37" Type="http://schemas.openxmlformats.org/officeDocument/2006/relationships/image" Target="../media/image1354.png"/><Relationship Id="rId36" Type="http://schemas.openxmlformats.org/officeDocument/2006/relationships/image" Target="../media/image1368.png"/><Relationship Id="rId39" Type="http://schemas.openxmlformats.org/officeDocument/2006/relationships/image" Target="../media/image1365.png"/><Relationship Id="rId38" Type="http://schemas.openxmlformats.org/officeDocument/2006/relationships/image" Target="../media/image1357.png"/><Relationship Id="rId20" Type="http://schemas.openxmlformats.org/officeDocument/2006/relationships/image" Target="../media/image1340.png"/><Relationship Id="rId22" Type="http://schemas.openxmlformats.org/officeDocument/2006/relationships/image" Target="../media/image1342.png"/><Relationship Id="rId21" Type="http://schemas.openxmlformats.org/officeDocument/2006/relationships/image" Target="../media/image1329.png"/><Relationship Id="rId24" Type="http://schemas.openxmlformats.org/officeDocument/2006/relationships/image" Target="../media/image1346.png"/><Relationship Id="rId23" Type="http://schemas.openxmlformats.org/officeDocument/2006/relationships/image" Target="../media/image1333.png"/><Relationship Id="rId26" Type="http://schemas.openxmlformats.org/officeDocument/2006/relationships/image" Target="../media/image1348.png"/><Relationship Id="rId25" Type="http://schemas.openxmlformats.org/officeDocument/2006/relationships/image" Target="../media/image1338.png"/><Relationship Id="rId28" Type="http://schemas.openxmlformats.org/officeDocument/2006/relationships/image" Target="../media/image1349.png"/><Relationship Id="rId27" Type="http://schemas.openxmlformats.org/officeDocument/2006/relationships/image" Target="../media/image1341.png"/><Relationship Id="rId29" Type="http://schemas.openxmlformats.org/officeDocument/2006/relationships/image" Target="../media/image1343.png"/><Relationship Id="rId11" Type="http://schemas.openxmlformats.org/officeDocument/2006/relationships/image" Target="../media/image1328.png"/><Relationship Id="rId10" Type="http://schemas.openxmlformats.org/officeDocument/2006/relationships/image" Target="../media/image1327.png"/><Relationship Id="rId13" Type="http://schemas.openxmlformats.org/officeDocument/2006/relationships/image" Target="../media/image1320.png"/><Relationship Id="rId12" Type="http://schemas.openxmlformats.org/officeDocument/2006/relationships/image" Target="../media/image1321.png"/><Relationship Id="rId15" Type="http://schemas.openxmlformats.org/officeDocument/2006/relationships/image" Target="../media/image1317.png"/><Relationship Id="rId14" Type="http://schemas.openxmlformats.org/officeDocument/2006/relationships/image" Target="../media/image1336.png"/><Relationship Id="rId17" Type="http://schemas.openxmlformats.org/officeDocument/2006/relationships/image" Target="../media/image1331.png"/><Relationship Id="rId16" Type="http://schemas.openxmlformats.org/officeDocument/2006/relationships/image" Target="../media/image1335.png"/><Relationship Id="rId19" Type="http://schemas.openxmlformats.org/officeDocument/2006/relationships/image" Target="../media/image1337.png"/><Relationship Id="rId18" Type="http://schemas.openxmlformats.org/officeDocument/2006/relationships/image" Target="../media/image1326.png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23.jpg"/><Relationship Id="rId4" Type="http://schemas.openxmlformats.org/officeDocument/2006/relationships/image" Target="../media/image1363.png"/><Relationship Id="rId9" Type="http://schemas.openxmlformats.org/officeDocument/2006/relationships/image" Target="../media/image1364.png"/><Relationship Id="rId5" Type="http://schemas.openxmlformats.org/officeDocument/2006/relationships/image" Target="../media/image3.png"/><Relationship Id="rId6" Type="http://schemas.openxmlformats.org/officeDocument/2006/relationships/image" Target="../media/image28.png"/><Relationship Id="rId7" Type="http://schemas.openxmlformats.org/officeDocument/2006/relationships/image" Target="../media/image1269.png"/><Relationship Id="rId8" Type="http://schemas.openxmlformats.org/officeDocument/2006/relationships/image" Target="../media/image1273.png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371.png"/><Relationship Id="rId4" Type="http://schemas.openxmlformats.org/officeDocument/2006/relationships/image" Target="../media/image3.png"/><Relationship Id="rId9" Type="http://schemas.openxmlformats.org/officeDocument/2006/relationships/image" Target="../media/image1375.png"/><Relationship Id="rId5" Type="http://schemas.openxmlformats.org/officeDocument/2006/relationships/image" Target="../media/image24.png"/><Relationship Id="rId6" Type="http://schemas.openxmlformats.org/officeDocument/2006/relationships/image" Target="../media/image1374.png"/><Relationship Id="rId7" Type="http://schemas.openxmlformats.org/officeDocument/2006/relationships/image" Target="../media/image1387.png"/><Relationship Id="rId8" Type="http://schemas.openxmlformats.org/officeDocument/2006/relationships/image" Target="../media/image1380.png"/><Relationship Id="rId11" Type="http://schemas.openxmlformats.org/officeDocument/2006/relationships/image" Target="../media/image1377.png"/><Relationship Id="rId10" Type="http://schemas.openxmlformats.org/officeDocument/2006/relationships/image" Target="../media/image1373.png"/><Relationship Id="rId13" Type="http://schemas.openxmlformats.org/officeDocument/2006/relationships/image" Target="../media/image1369.png"/><Relationship Id="rId12" Type="http://schemas.openxmlformats.org/officeDocument/2006/relationships/image" Target="../media/image1370.png"/><Relationship Id="rId14" Type="http://schemas.openxmlformats.org/officeDocument/2006/relationships/image" Target="../media/image1372.pn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379.png"/><Relationship Id="rId4" Type="http://schemas.openxmlformats.org/officeDocument/2006/relationships/image" Target="../media/image3.png"/><Relationship Id="rId9" Type="http://schemas.openxmlformats.org/officeDocument/2006/relationships/image" Target="../media/image1383.png"/><Relationship Id="rId5" Type="http://schemas.openxmlformats.org/officeDocument/2006/relationships/image" Target="../media/image28.png"/><Relationship Id="rId6" Type="http://schemas.openxmlformats.org/officeDocument/2006/relationships/image" Target="../media/image1367.png"/><Relationship Id="rId7" Type="http://schemas.openxmlformats.org/officeDocument/2006/relationships/image" Target="../media/image1215.png"/><Relationship Id="rId8" Type="http://schemas.openxmlformats.org/officeDocument/2006/relationships/image" Target="../media/image1382.png"/><Relationship Id="rId11" Type="http://schemas.openxmlformats.org/officeDocument/2006/relationships/image" Target="../media/image1388.png"/><Relationship Id="rId10" Type="http://schemas.openxmlformats.org/officeDocument/2006/relationships/image" Target="../media/image1390.png"/><Relationship Id="rId13" Type="http://schemas.openxmlformats.org/officeDocument/2006/relationships/image" Target="../media/image1397.png"/><Relationship Id="rId12" Type="http://schemas.openxmlformats.org/officeDocument/2006/relationships/image" Target="../media/image1369.png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1398.png"/><Relationship Id="rId4" Type="http://schemas.openxmlformats.org/officeDocument/2006/relationships/image" Target="../media/image3.png"/><Relationship Id="rId9" Type="http://schemas.openxmlformats.org/officeDocument/2006/relationships/image" Target="../media/image1391.png"/><Relationship Id="rId5" Type="http://schemas.openxmlformats.org/officeDocument/2006/relationships/image" Target="../media/image28.png"/><Relationship Id="rId6" Type="http://schemas.openxmlformats.org/officeDocument/2006/relationships/image" Target="../media/image1378.png"/><Relationship Id="rId7" Type="http://schemas.openxmlformats.org/officeDocument/2006/relationships/image" Target="../media/image1394.png"/><Relationship Id="rId8" Type="http://schemas.openxmlformats.org/officeDocument/2006/relationships/image" Target="../media/image1382.png"/><Relationship Id="rId11" Type="http://schemas.openxmlformats.org/officeDocument/2006/relationships/image" Target="../media/image1389.png"/><Relationship Id="rId10" Type="http://schemas.openxmlformats.org/officeDocument/2006/relationships/image" Target="../media/image1388.png"/><Relationship Id="rId13" Type="http://schemas.openxmlformats.org/officeDocument/2006/relationships/image" Target="../media/image1396.png"/><Relationship Id="rId12" Type="http://schemas.openxmlformats.org/officeDocument/2006/relationships/image" Target="../media/image1369.png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1399.png"/><Relationship Id="rId4" Type="http://schemas.openxmlformats.org/officeDocument/2006/relationships/image" Target="../media/image3.png"/><Relationship Id="rId9" Type="http://schemas.openxmlformats.org/officeDocument/2006/relationships/image" Target="../media/image1388.png"/><Relationship Id="rId5" Type="http://schemas.openxmlformats.org/officeDocument/2006/relationships/image" Target="../media/image28.png"/><Relationship Id="rId6" Type="http://schemas.openxmlformats.org/officeDocument/2006/relationships/image" Target="../media/image1402.png"/><Relationship Id="rId7" Type="http://schemas.openxmlformats.org/officeDocument/2006/relationships/image" Target="../media/image1394.png"/><Relationship Id="rId8" Type="http://schemas.openxmlformats.org/officeDocument/2006/relationships/image" Target="../media/image1382.png"/><Relationship Id="rId11" Type="http://schemas.openxmlformats.org/officeDocument/2006/relationships/image" Target="../media/image1403.png"/><Relationship Id="rId10" Type="http://schemas.openxmlformats.org/officeDocument/2006/relationships/image" Target="../media/image1391.png"/><Relationship Id="rId13" Type="http://schemas.openxmlformats.org/officeDocument/2006/relationships/image" Target="../media/image1407.png"/><Relationship Id="rId12" Type="http://schemas.openxmlformats.org/officeDocument/2006/relationships/image" Target="../media/image1383.png"/><Relationship Id="rId15" Type="http://schemas.openxmlformats.org/officeDocument/2006/relationships/image" Target="../media/image1404.png"/><Relationship Id="rId14" Type="http://schemas.openxmlformats.org/officeDocument/2006/relationships/image" Target="../media/image1369.png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1411.png"/><Relationship Id="rId4" Type="http://schemas.openxmlformats.org/officeDocument/2006/relationships/image" Target="../media/image3.png"/><Relationship Id="rId9" Type="http://schemas.openxmlformats.org/officeDocument/2006/relationships/image" Target="../media/image1375.png"/><Relationship Id="rId5" Type="http://schemas.openxmlformats.org/officeDocument/2006/relationships/image" Target="../media/image24.png"/><Relationship Id="rId6" Type="http://schemas.openxmlformats.org/officeDocument/2006/relationships/image" Target="../media/image1415.png"/><Relationship Id="rId7" Type="http://schemas.openxmlformats.org/officeDocument/2006/relationships/image" Target="../media/image1418.png"/><Relationship Id="rId8" Type="http://schemas.openxmlformats.org/officeDocument/2006/relationships/image" Target="../media/image1406.png"/><Relationship Id="rId11" Type="http://schemas.openxmlformats.org/officeDocument/2006/relationships/image" Target="../media/image1409.png"/><Relationship Id="rId10" Type="http://schemas.openxmlformats.org/officeDocument/2006/relationships/image" Target="../media/image1410.png"/><Relationship Id="rId13" Type="http://schemas.openxmlformats.org/officeDocument/2006/relationships/image" Target="../media/image1412.png"/><Relationship Id="rId12" Type="http://schemas.openxmlformats.org/officeDocument/2006/relationships/image" Target="../media/image1417.png"/><Relationship Id="rId14" Type="http://schemas.openxmlformats.org/officeDocument/2006/relationships/image" Target="../media/image1416.png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1426.png"/><Relationship Id="rId4" Type="http://schemas.openxmlformats.org/officeDocument/2006/relationships/image" Target="../media/image3.png"/><Relationship Id="rId9" Type="http://schemas.openxmlformats.org/officeDocument/2006/relationships/image" Target="../media/image1429.png"/><Relationship Id="rId5" Type="http://schemas.openxmlformats.org/officeDocument/2006/relationships/image" Target="../media/image24.png"/><Relationship Id="rId6" Type="http://schemas.openxmlformats.org/officeDocument/2006/relationships/image" Target="../media/image1413.png"/><Relationship Id="rId7" Type="http://schemas.openxmlformats.org/officeDocument/2006/relationships/image" Target="../media/image1423.png"/><Relationship Id="rId8" Type="http://schemas.openxmlformats.org/officeDocument/2006/relationships/image" Target="../media/image1414.png"/><Relationship Id="rId11" Type="http://schemas.openxmlformats.org/officeDocument/2006/relationships/image" Target="../media/image1430.png"/><Relationship Id="rId10" Type="http://schemas.openxmlformats.org/officeDocument/2006/relationships/image" Target="../media/image1408.png"/><Relationship Id="rId13" Type="http://schemas.openxmlformats.org/officeDocument/2006/relationships/image" Target="../media/image1416.png"/><Relationship Id="rId12" Type="http://schemas.openxmlformats.org/officeDocument/2006/relationships/image" Target="../media/image1436.png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1446.png"/><Relationship Id="rId4" Type="http://schemas.openxmlformats.org/officeDocument/2006/relationships/image" Target="../media/image3.png"/><Relationship Id="rId9" Type="http://schemas.openxmlformats.org/officeDocument/2006/relationships/image" Target="../media/image1418.png"/><Relationship Id="rId5" Type="http://schemas.openxmlformats.org/officeDocument/2006/relationships/image" Target="../media/image28.png"/><Relationship Id="rId6" Type="http://schemas.openxmlformats.org/officeDocument/2006/relationships/image" Target="../media/image1433.png"/><Relationship Id="rId7" Type="http://schemas.openxmlformats.org/officeDocument/2006/relationships/image" Target="../media/image1406.png"/><Relationship Id="rId8" Type="http://schemas.openxmlformats.org/officeDocument/2006/relationships/image" Target="../media/image1425.png"/><Relationship Id="rId11" Type="http://schemas.openxmlformats.org/officeDocument/2006/relationships/image" Target="../media/image1427.png"/><Relationship Id="rId10" Type="http://schemas.openxmlformats.org/officeDocument/2006/relationships/image" Target="../media/image1409.png"/><Relationship Id="rId13" Type="http://schemas.openxmlformats.org/officeDocument/2006/relationships/image" Target="../media/image1431.png"/><Relationship Id="rId12" Type="http://schemas.openxmlformats.org/officeDocument/2006/relationships/image" Target="../media/image1412.png"/><Relationship Id="rId14" Type="http://schemas.openxmlformats.org/officeDocument/2006/relationships/image" Target="../media/image1439.png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1440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434.png"/><Relationship Id="rId7" Type="http://schemas.openxmlformats.org/officeDocument/2006/relationships/image" Target="../media/image1445.png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1485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460.png"/><Relationship Id="rId7" Type="http://schemas.openxmlformats.org/officeDocument/2006/relationships/image" Target="../media/image1435.png"/><Relationship Id="rId8" Type="http://schemas.openxmlformats.org/officeDocument/2006/relationships/image" Target="../media/image416.png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1454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437.png"/><Relationship Id="rId7" Type="http://schemas.openxmlformats.org/officeDocument/2006/relationships/image" Target="../media/image1467.png"/><Relationship Id="rId8" Type="http://schemas.openxmlformats.org/officeDocument/2006/relationships/image" Target="../media/image1447.png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1448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438.png"/><Relationship Id="rId7" Type="http://schemas.openxmlformats.org/officeDocument/2006/relationships/image" Target="../media/image1441.png"/><Relationship Id="rId8" Type="http://schemas.openxmlformats.org/officeDocument/2006/relationships/image" Target="../media/image1464.png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1442.png"/><Relationship Id="rId4" Type="http://schemas.openxmlformats.org/officeDocument/2006/relationships/image" Target="../media/image3.png"/><Relationship Id="rId9" Type="http://schemas.openxmlformats.org/officeDocument/2006/relationships/image" Target="../media/image1451.png"/><Relationship Id="rId5" Type="http://schemas.openxmlformats.org/officeDocument/2006/relationships/image" Target="../media/image28.png"/><Relationship Id="rId6" Type="http://schemas.openxmlformats.org/officeDocument/2006/relationships/image" Target="../media/image1455.png"/><Relationship Id="rId7" Type="http://schemas.openxmlformats.org/officeDocument/2006/relationships/image" Target="../media/image1449.png"/><Relationship Id="rId8" Type="http://schemas.openxmlformats.org/officeDocument/2006/relationships/image" Target="../media/image1443.png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1450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438.png"/><Relationship Id="rId7" Type="http://schemas.openxmlformats.org/officeDocument/2006/relationships/image" Target="../media/image1451.png"/><Relationship Id="rId8" Type="http://schemas.openxmlformats.org/officeDocument/2006/relationships/image" Target="../media/image1452.png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1475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465.png"/><Relationship Id="rId7" Type="http://schemas.openxmlformats.org/officeDocument/2006/relationships/image" Target="../media/image1484.png"/><Relationship Id="rId8" Type="http://schemas.openxmlformats.org/officeDocument/2006/relationships/image" Target="../media/image416.png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1469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462.png"/><Relationship Id="rId7" Type="http://schemas.openxmlformats.org/officeDocument/2006/relationships/image" Target="../media/image1461.png"/><Relationship Id="rId8" Type="http://schemas.openxmlformats.org/officeDocument/2006/relationships/image" Target="../media/image416.png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1478.png"/><Relationship Id="rId4" Type="http://schemas.openxmlformats.org/officeDocument/2006/relationships/image" Target="../media/image3.png"/><Relationship Id="rId9" Type="http://schemas.openxmlformats.org/officeDocument/2006/relationships/image" Target="../media/image1417.png"/><Relationship Id="rId5" Type="http://schemas.openxmlformats.org/officeDocument/2006/relationships/image" Target="../media/image28.png"/><Relationship Id="rId6" Type="http://schemas.openxmlformats.org/officeDocument/2006/relationships/image" Target="../media/image1463.png"/><Relationship Id="rId7" Type="http://schemas.openxmlformats.org/officeDocument/2006/relationships/image" Target="../media/image1387.png"/><Relationship Id="rId8" Type="http://schemas.openxmlformats.org/officeDocument/2006/relationships/image" Target="../media/image1380.png"/><Relationship Id="rId11" Type="http://schemas.openxmlformats.org/officeDocument/2006/relationships/image" Target="../media/image1406.png"/><Relationship Id="rId10" Type="http://schemas.openxmlformats.org/officeDocument/2006/relationships/image" Target="../media/image1373.png"/><Relationship Id="rId12" Type="http://schemas.openxmlformats.org/officeDocument/2006/relationships/image" Target="../media/image1369.png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1470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476.png"/><Relationship Id="rId7" Type="http://schemas.openxmlformats.org/officeDocument/2006/relationships/image" Target="../media/image1473.png"/><Relationship Id="rId8" Type="http://schemas.openxmlformats.org/officeDocument/2006/relationships/image" Target="../media/image1474.png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483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479.png"/><Relationship Id="rId7" Type="http://schemas.openxmlformats.org/officeDocument/2006/relationships/image" Target="../media/image1482.png"/><Relationship Id="rId8" Type="http://schemas.openxmlformats.org/officeDocument/2006/relationships/image" Target="../media/image416.png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486.png"/><Relationship Id="rId4" Type="http://schemas.openxmlformats.org/officeDocument/2006/relationships/image" Target="../media/image3.png"/><Relationship Id="rId9" Type="http://schemas.openxmlformats.org/officeDocument/2006/relationships/image" Target="../media/image1375.png"/><Relationship Id="rId5" Type="http://schemas.openxmlformats.org/officeDocument/2006/relationships/image" Target="../media/image28.png"/><Relationship Id="rId6" Type="http://schemas.openxmlformats.org/officeDocument/2006/relationships/image" Target="../media/image1415.png"/><Relationship Id="rId7" Type="http://schemas.openxmlformats.org/officeDocument/2006/relationships/image" Target="../media/image1418.png"/><Relationship Id="rId8" Type="http://schemas.openxmlformats.org/officeDocument/2006/relationships/image" Target="../media/image1492.png"/><Relationship Id="rId11" Type="http://schemas.openxmlformats.org/officeDocument/2006/relationships/image" Target="../media/image1409.png"/><Relationship Id="rId10" Type="http://schemas.openxmlformats.org/officeDocument/2006/relationships/image" Target="../media/image1425.png"/><Relationship Id="rId13" Type="http://schemas.openxmlformats.org/officeDocument/2006/relationships/image" Target="../media/image1412.png"/><Relationship Id="rId12" Type="http://schemas.openxmlformats.org/officeDocument/2006/relationships/image" Target="../media/image1417.png"/><Relationship Id="rId14" Type="http://schemas.openxmlformats.org/officeDocument/2006/relationships/image" Target="../media/image1512.pn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481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495.png"/><Relationship Id="rId7" Type="http://schemas.openxmlformats.org/officeDocument/2006/relationships/image" Target="../media/image1512.png"/><Relationship Id="rId8" Type="http://schemas.openxmlformats.org/officeDocument/2006/relationships/image" Target="../media/image1488.png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1498.png"/><Relationship Id="rId4" Type="http://schemas.openxmlformats.org/officeDocument/2006/relationships/image" Target="../media/image3.png"/><Relationship Id="rId9" Type="http://schemas.openxmlformats.org/officeDocument/2006/relationships/image" Target="../media/image1487.png"/><Relationship Id="rId5" Type="http://schemas.openxmlformats.org/officeDocument/2006/relationships/image" Target="../media/image24.png"/><Relationship Id="rId6" Type="http://schemas.openxmlformats.org/officeDocument/2006/relationships/image" Target="../media/image1491.png"/><Relationship Id="rId7" Type="http://schemas.openxmlformats.org/officeDocument/2006/relationships/image" Target="../media/image1480.png"/><Relationship Id="rId8" Type="http://schemas.openxmlformats.org/officeDocument/2006/relationships/image" Target="../media/image1525.png"/><Relationship Id="rId31" Type="http://schemas.openxmlformats.org/officeDocument/2006/relationships/image" Target="../media/image1521.png"/><Relationship Id="rId30" Type="http://schemas.openxmlformats.org/officeDocument/2006/relationships/image" Target="../media/image1513.png"/><Relationship Id="rId33" Type="http://schemas.openxmlformats.org/officeDocument/2006/relationships/image" Target="../media/image1515.png"/><Relationship Id="rId32" Type="http://schemas.openxmlformats.org/officeDocument/2006/relationships/image" Target="../media/image1505.png"/><Relationship Id="rId20" Type="http://schemas.openxmlformats.org/officeDocument/2006/relationships/image" Target="../media/image1499.png"/><Relationship Id="rId22" Type="http://schemas.openxmlformats.org/officeDocument/2006/relationships/image" Target="../media/image1503.png"/><Relationship Id="rId21" Type="http://schemas.openxmlformats.org/officeDocument/2006/relationships/image" Target="../media/image1501.png"/><Relationship Id="rId24" Type="http://schemas.openxmlformats.org/officeDocument/2006/relationships/image" Target="../media/image1507.png"/><Relationship Id="rId23" Type="http://schemas.openxmlformats.org/officeDocument/2006/relationships/image" Target="../media/image1502.png"/><Relationship Id="rId26" Type="http://schemas.openxmlformats.org/officeDocument/2006/relationships/image" Target="../media/image1504.png"/><Relationship Id="rId25" Type="http://schemas.openxmlformats.org/officeDocument/2006/relationships/image" Target="../media/image1511.png"/><Relationship Id="rId28" Type="http://schemas.openxmlformats.org/officeDocument/2006/relationships/image" Target="../media/image1517.png"/><Relationship Id="rId27" Type="http://schemas.openxmlformats.org/officeDocument/2006/relationships/image" Target="../media/image1509.png"/><Relationship Id="rId29" Type="http://schemas.openxmlformats.org/officeDocument/2006/relationships/image" Target="../media/image1514.png"/><Relationship Id="rId11" Type="http://schemas.openxmlformats.org/officeDocument/2006/relationships/image" Target="../media/image1489.png"/><Relationship Id="rId10" Type="http://schemas.openxmlformats.org/officeDocument/2006/relationships/image" Target="../media/image1500.png"/><Relationship Id="rId13" Type="http://schemas.openxmlformats.org/officeDocument/2006/relationships/image" Target="../media/image1497.png"/><Relationship Id="rId12" Type="http://schemas.openxmlformats.org/officeDocument/2006/relationships/image" Target="../media/image1490.png"/><Relationship Id="rId15" Type="http://schemas.openxmlformats.org/officeDocument/2006/relationships/image" Target="../media/image1496.png"/><Relationship Id="rId14" Type="http://schemas.openxmlformats.org/officeDocument/2006/relationships/image" Target="../media/image1506.png"/><Relationship Id="rId17" Type="http://schemas.openxmlformats.org/officeDocument/2006/relationships/image" Target="../media/image1493.png"/><Relationship Id="rId16" Type="http://schemas.openxmlformats.org/officeDocument/2006/relationships/image" Target="../media/image499.png"/><Relationship Id="rId19" Type="http://schemas.openxmlformats.org/officeDocument/2006/relationships/image" Target="../media/image1524.png"/><Relationship Id="rId18" Type="http://schemas.openxmlformats.org/officeDocument/2006/relationships/image" Target="../media/image1494.png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1519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1518.png"/><Relationship Id="rId7" Type="http://schemas.openxmlformats.org/officeDocument/2006/relationships/image" Target="../media/image1523.png"/><Relationship Id="rId8" Type="http://schemas.openxmlformats.org/officeDocument/2006/relationships/image" Target="../media/image416.png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1530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532.png"/><Relationship Id="rId7" Type="http://schemas.openxmlformats.org/officeDocument/2006/relationships/image" Target="../media/image1520.png"/><Relationship Id="rId8" Type="http://schemas.openxmlformats.org/officeDocument/2006/relationships/image" Target="../media/image416.png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527.jpg"/><Relationship Id="rId4" Type="http://schemas.openxmlformats.org/officeDocument/2006/relationships/image" Target="../media/image1522.png"/><Relationship Id="rId5" Type="http://schemas.openxmlformats.org/officeDocument/2006/relationships/image" Target="../media/image1528.png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1527.jpg"/><Relationship Id="rId4" Type="http://schemas.openxmlformats.org/officeDocument/2006/relationships/image" Target="../media/image1529.png"/><Relationship Id="rId5" Type="http://schemas.openxmlformats.org/officeDocument/2006/relationships/image" Target="../media/image15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"/>
          <p:cNvGrpSpPr/>
          <p:nvPr/>
        </p:nvGrpSpPr>
        <p:grpSpPr>
          <a:xfrm>
            <a:off x="0" y="0"/>
            <a:ext cx="9902952" cy="6858000"/>
            <a:chOff x="0" y="0"/>
            <a:chExt cx="9902952" cy="6858000"/>
          </a:xfrm>
        </p:grpSpPr>
        <p:sp>
          <p:nvSpPr>
            <p:cNvPr id="60" name="Google Shape;60;p1"/>
            <p:cNvSpPr/>
            <p:nvPr/>
          </p:nvSpPr>
          <p:spPr>
            <a:xfrm>
              <a:off x="0" y="0"/>
              <a:ext cx="9902952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449580" y="449580"/>
              <a:ext cx="1282065" cy="198120"/>
            </a:xfrm>
            <a:custGeom>
              <a:rect b="b" l="l" r="r" t="t"/>
              <a:pathLst>
                <a:path extrusionOk="0" h="198120" w="1282064">
                  <a:moveTo>
                    <a:pt x="48818" y="130556"/>
                  </a:moveTo>
                  <a:lnTo>
                    <a:pt x="0" y="130556"/>
                  </a:lnTo>
                  <a:lnTo>
                    <a:pt x="44" y="144982"/>
                  </a:lnTo>
                  <a:lnTo>
                    <a:pt x="5587" y="170366"/>
                  </a:lnTo>
                  <a:lnTo>
                    <a:pt x="20439" y="186785"/>
                  </a:lnTo>
                  <a:lnTo>
                    <a:pt x="41689" y="195536"/>
                  </a:lnTo>
                  <a:lnTo>
                    <a:pt x="66471" y="198120"/>
                  </a:lnTo>
                  <a:lnTo>
                    <a:pt x="89894" y="195871"/>
                  </a:lnTo>
                  <a:lnTo>
                    <a:pt x="109624" y="188610"/>
                  </a:lnTo>
                  <a:lnTo>
                    <a:pt x="123952" y="175563"/>
                  </a:lnTo>
                  <a:lnTo>
                    <a:pt x="127895" y="164846"/>
                  </a:lnTo>
                  <a:lnTo>
                    <a:pt x="55879" y="164846"/>
                  </a:lnTo>
                  <a:lnTo>
                    <a:pt x="49403" y="158369"/>
                  </a:lnTo>
                  <a:lnTo>
                    <a:pt x="49286" y="144780"/>
                  </a:lnTo>
                  <a:lnTo>
                    <a:pt x="48818" y="130556"/>
                  </a:lnTo>
                  <a:close/>
                </a:path>
                <a:path extrusionOk="0" h="198120" w="1282064">
                  <a:moveTo>
                    <a:pt x="65874" y="0"/>
                  </a:moveTo>
                  <a:lnTo>
                    <a:pt x="23748" y="9429"/>
                  </a:lnTo>
                  <a:lnTo>
                    <a:pt x="2349" y="41529"/>
                  </a:lnTo>
                  <a:lnTo>
                    <a:pt x="584" y="49784"/>
                  </a:lnTo>
                  <a:lnTo>
                    <a:pt x="584" y="56896"/>
                  </a:lnTo>
                  <a:lnTo>
                    <a:pt x="2349" y="66421"/>
                  </a:lnTo>
                  <a:lnTo>
                    <a:pt x="17379" y="90144"/>
                  </a:lnTo>
                  <a:lnTo>
                    <a:pt x="43159" y="107711"/>
                  </a:lnTo>
                  <a:lnTo>
                    <a:pt x="69270" y="122731"/>
                  </a:lnTo>
                  <a:lnTo>
                    <a:pt x="85293" y="138811"/>
                  </a:lnTo>
                  <a:lnTo>
                    <a:pt x="87058" y="143002"/>
                  </a:lnTo>
                  <a:lnTo>
                    <a:pt x="86461" y="148844"/>
                  </a:lnTo>
                  <a:lnTo>
                    <a:pt x="85293" y="152400"/>
                  </a:lnTo>
                  <a:lnTo>
                    <a:pt x="84112" y="158369"/>
                  </a:lnTo>
                  <a:lnTo>
                    <a:pt x="79997" y="164846"/>
                  </a:lnTo>
                  <a:lnTo>
                    <a:pt x="127895" y="164846"/>
                  </a:lnTo>
                  <a:lnTo>
                    <a:pt x="131165" y="155956"/>
                  </a:lnTo>
                  <a:lnTo>
                    <a:pt x="132240" y="144982"/>
                  </a:lnTo>
                  <a:lnTo>
                    <a:pt x="132270" y="136175"/>
                  </a:lnTo>
                  <a:lnTo>
                    <a:pt x="131747" y="129702"/>
                  </a:lnTo>
                  <a:lnTo>
                    <a:pt x="131165" y="125730"/>
                  </a:lnTo>
                  <a:lnTo>
                    <a:pt x="115818" y="101016"/>
                  </a:lnTo>
                  <a:lnTo>
                    <a:pt x="89111" y="83185"/>
                  </a:lnTo>
                  <a:lnTo>
                    <a:pt x="62844" y="68687"/>
                  </a:lnTo>
                  <a:lnTo>
                    <a:pt x="48818" y="53975"/>
                  </a:lnTo>
                  <a:lnTo>
                    <a:pt x="47637" y="49784"/>
                  </a:lnTo>
                  <a:lnTo>
                    <a:pt x="48128" y="46862"/>
                  </a:lnTo>
                  <a:lnTo>
                    <a:pt x="48234" y="43942"/>
                  </a:lnTo>
                  <a:lnTo>
                    <a:pt x="49403" y="37973"/>
                  </a:lnTo>
                  <a:lnTo>
                    <a:pt x="53530" y="31496"/>
                  </a:lnTo>
                  <a:lnTo>
                    <a:pt x="124381" y="31496"/>
                  </a:lnTo>
                  <a:lnTo>
                    <a:pt x="122128" y="22502"/>
                  </a:lnTo>
                  <a:lnTo>
                    <a:pt x="106759" y="8286"/>
                  </a:lnTo>
                  <a:lnTo>
                    <a:pt x="86537" y="1643"/>
                  </a:lnTo>
                  <a:lnTo>
                    <a:pt x="65874" y="0"/>
                  </a:lnTo>
                  <a:close/>
                </a:path>
                <a:path extrusionOk="0" h="198120" w="1282064">
                  <a:moveTo>
                    <a:pt x="124381" y="31496"/>
                  </a:moveTo>
                  <a:lnTo>
                    <a:pt x="75882" y="31496"/>
                  </a:lnTo>
                  <a:lnTo>
                    <a:pt x="82346" y="38608"/>
                  </a:lnTo>
                  <a:lnTo>
                    <a:pt x="82346" y="59944"/>
                  </a:lnTo>
                  <a:lnTo>
                    <a:pt x="128231" y="59944"/>
                  </a:lnTo>
                  <a:lnTo>
                    <a:pt x="128231" y="46862"/>
                  </a:lnTo>
                  <a:lnTo>
                    <a:pt x="124381" y="31496"/>
                  </a:lnTo>
                  <a:close/>
                </a:path>
                <a:path extrusionOk="0" h="198120" w="1282064">
                  <a:moveTo>
                    <a:pt x="645248" y="129921"/>
                  </a:moveTo>
                  <a:lnTo>
                    <a:pt x="596430" y="129921"/>
                  </a:lnTo>
                  <a:lnTo>
                    <a:pt x="596516" y="144545"/>
                  </a:lnTo>
                  <a:lnTo>
                    <a:pt x="601926" y="169652"/>
                  </a:lnTo>
                  <a:lnTo>
                    <a:pt x="616575" y="185896"/>
                  </a:lnTo>
                  <a:lnTo>
                    <a:pt x="637620" y="194472"/>
                  </a:lnTo>
                  <a:lnTo>
                    <a:pt x="662305" y="196977"/>
                  </a:lnTo>
                  <a:lnTo>
                    <a:pt x="685643" y="194738"/>
                  </a:lnTo>
                  <a:lnTo>
                    <a:pt x="705177" y="187547"/>
                  </a:lnTo>
                  <a:lnTo>
                    <a:pt x="719304" y="174688"/>
                  </a:lnTo>
                  <a:lnTo>
                    <a:pt x="723136" y="164337"/>
                  </a:lnTo>
                  <a:lnTo>
                    <a:pt x="651725" y="164337"/>
                  </a:lnTo>
                  <a:lnTo>
                    <a:pt x="645248" y="157734"/>
                  </a:lnTo>
                  <a:lnTo>
                    <a:pt x="645248" y="129921"/>
                  </a:lnTo>
                  <a:close/>
                </a:path>
                <a:path extrusionOk="0" h="198120" w="1282064">
                  <a:moveTo>
                    <a:pt x="661720" y="1143"/>
                  </a:moveTo>
                  <a:lnTo>
                    <a:pt x="619813" y="10271"/>
                  </a:lnTo>
                  <a:lnTo>
                    <a:pt x="598195" y="42164"/>
                  </a:lnTo>
                  <a:lnTo>
                    <a:pt x="597027" y="49784"/>
                  </a:lnTo>
                  <a:lnTo>
                    <a:pt x="597027" y="57531"/>
                  </a:lnTo>
                  <a:lnTo>
                    <a:pt x="598779" y="66421"/>
                  </a:lnTo>
                  <a:lnTo>
                    <a:pt x="613708" y="90044"/>
                  </a:lnTo>
                  <a:lnTo>
                    <a:pt x="639222" y="107394"/>
                  </a:lnTo>
                  <a:lnTo>
                    <a:pt x="664955" y="122195"/>
                  </a:lnTo>
                  <a:lnTo>
                    <a:pt x="680542" y="138175"/>
                  </a:lnTo>
                  <a:lnTo>
                    <a:pt x="682307" y="143002"/>
                  </a:lnTo>
                  <a:lnTo>
                    <a:pt x="681723" y="148336"/>
                  </a:lnTo>
                  <a:lnTo>
                    <a:pt x="681139" y="151892"/>
                  </a:lnTo>
                  <a:lnTo>
                    <a:pt x="679373" y="158369"/>
                  </a:lnTo>
                  <a:lnTo>
                    <a:pt x="675246" y="164337"/>
                  </a:lnTo>
                  <a:lnTo>
                    <a:pt x="723136" y="164337"/>
                  </a:lnTo>
                  <a:lnTo>
                    <a:pt x="726427" y="155448"/>
                  </a:lnTo>
                  <a:lnTo>
                    <a:pt x="727244" y="144545"/>
                  </a:lnTo>
                  <a:lnTo>
                    <a:pt x="727233" y="135858"/>
                  </a:lnTo>
                  <a:lnTo>
                    <a:pt x="710667" y="101070"/>
                  </a:lnTo>
                  <a:lnTo>
                    <a:pt x="658505" y="68768"/>
                  </a:lnTo>
                  <a:lnTo>
                    <a:pt x="644664" y="53975"/>
                  </a:lnTo>
                  <a:lnTo>
                    <a:pt x="643483" y="50419"/>
                  </a:lnTo>
                  <a:lnTo>
                    <a:pt x="644080" y="46862"/>
                  </a:lnTo>
                  <a:lnTo>
                    <a:pt x="644664" y="44450"/>
                  </a:lnTo>
                  <a:lnTo>
                    <a:pt x="645845" y="38608"/>
                  </a:lnTo>
                  <a:lnTo>
                    <a:pt x="649376" y="32004"/>
                  </a:lnTo>
                  <a:lnTo>
                    <a:pt x="719077" y="32004"/>
                  </a:lnTo>
                  <a:lnTo>
                    <a:pt x="716977" y="23485"/>
                  </a:lnTo>
                  <a:lnTo>
                    <a:pt x="702014" y="9413"/>
                  </a:lnTo>
                  <a:lnTo>
                    <a:pt x="682198" y="2795"/>
                  </a:lnTo>
                  <a:lnTo>
                    <a:pt x="661720" y="1143"/>
                  </a:lnTo>
                  <a:close/>
                </a:path>
                <a:path extrusionOk="0" h="198120" w="1282064">
                  <a:moveTo>
                    <a:pt x="719077" y="32004"/>
                  </a:moveTo>
                  <a:lnTo>
                    <a:pt x="671728" y="32004"/>
                  </a:lnTo>
                  <a:lnTo>
                    <a:pt x="677608" y="39116"/>
                  </a:lnTo>
                  <a:lnTo>
                    <a:pt x="677608" y="60452"/>
                  </a:lnTo>
                  <a:lnTo>
                    <a:pt x="722896" y="60452"/>
                  </a:lnTo>
                  <a:lnTo>
                    <a:pt x="722896" y="47498"/>
                  </a:lnTo>
                  <a:lnTo>
                    <a:pt x="719077" y="32004"/>
                  </a:lnTo>
                  <a:close/>
                </a:path>
                <a:path extrusionOk="0" h="198120" w="1282064">
                  <a:moveTo>
                    <a:pt x="1017524" y="5969"/>
                  </a:moveTo>
                  <a:lnTo>
                    <a:pt x="949325" y="5969"/>
                  </a:lnTo>
                  <a:lnTo>
                    <a:pt x="949325" y="189230"/>
                  </a:lnTo>
                  <a:lnTo>
                    <a:pt x="994663" y="189230"/>
                  </a:lnTo>
                  <a:lnTo>
                    <a:pt x="991743" y="35560"/>
                  </a:lnTo>
                  <a:lnTo>
                    <a:pt x="1026083" y="35560"/>
                  </a:lnTo>
                  <a:lnTo>
                    <a:pt x="1017524" y="5969"/>
                  </a:lnTo>
                  <a:close/>
                </a:path>
                <a:path extrusionOk="0" h="198120" w="1282064">
                  <a:moveTo>
                    <a:pt x="1026083" y="35560"/>
                  </a:moveTo>
                  <a:lnTo>
                    <a:pt x="991743" y="35560"/>
                  </a:lnTo>
                  <a:lnTo>
                    <a:pt x="1038225" y="189230"/>
                  </a:lnTo>
                  <a:lnTo>
                    <a:pt x="1103503" y="189230"/>
                  </a:lnTo>
                  <a:lnTo>
                    <a:pt x="1103503" y="154812"/>
                  </a:lnTo>
                  <a:lnTo>
                    <a:pt x="1060577" y="154812"/>
                  </a:lnTo>
                  <a:lnTo>
                    <a:pt x="1026083" y="35560"/>
                  </a:lnTo>
                  <a:close/>
                </a:path>
                <a:path extrusionOk="0" h="198120" w="1282064">
                  <a:moveTo>
                    <a:pt x="1103503" y="5969"/>
                  </a:moveTo>
                  <a:lnTo>
                    <a:pt x="1058164" y="5969"/>
                  </a:lnTo>
                  <a:lnTo>
                    <a:pt x="1060577" y="154812"/>
                  </a:lnTo>
                  <a:lnTo>
                    <a:pt x="1103503" y="154812"/>
                  </a:lnTo>
                  <a:lnTo>
                    <a:pt x="1103503" y="5969"/>
                  </a:lnTo>
                  <a:close/>
                </a:path>
                <a:path extrusionOk="0" h="198120" w="1282064">
                  <a:moveTo>
                    <a:pt x="277634" y="5969"/>
                  </a:moveTo>
                  <a:lnTo>
                    <a:pt x="195872" y="5969"/>
                  </a:lnTo>
                  <a:lnTo>
                    <a:pt x="162344" y="191008"/>
                  </a:lnTo>
                  <a:lnTo>
                    <a:pt x="211747" y="191008"/>
                  </a:lnTo>
                  <a:lnTo>
                    <a:pt x="237045" y="19558"/>
                  </a:lnTo>
                  <a:lnTo>
                    <a:pt x="280096" y="19558"/>
                  </a:lnTo>
                  <a:lnTo>
                    <a:pt x="277634" y="5969"/>
                  </a:lnTo>
                  <a:close/>
                </a:path>
                <a:path extrusionOk="0" h="198120" w="1282064">
                  <a:moveTo>
                    <a:pt x="280096" y="19558"/>
                  </a:moveTo>
                  <a:lnTo>
                    <a:pt x="237045" y="19558"/>
                  </a:lnTo>
                  <a:lnTo>
                    <a:pt x="262331" y="191008"/>
                  </a:lnTo>
                  <a:lnTo>
                    <a:pt x="311162" y="191008"/>
                  </a:lnTo>
                  <a:lnTo>
                    <a:pt x="280096" y="19558"/>
                  </a:lnTo>
                  <a:close/>
                </a:path>
                <a:path extrusionOk="0" h="198120" w="1282064">
                  <a:moveTo>
                    <a:pt x="426440" y="5969"/>
                  </a:moveTo>
                  <a:lnTo>
                    <a:pt x="351739" y="5969"/>
                  </a:lnTo>
                  <a:lnTo>
                    <a:pt x="348208" y="191008"/>
                  </a:lnTo>
                  <a:lnTo>
                    <a:pt x="393509" y="191008"/>
                  </a:lnTo>
                  <a:lnTo>
                    <a:pt x="394677" y="19558"/>
                  </a:lnTo>
                  <a:lnTo>
                    <a:pt x="428651" y="19558"/>
                  </a:lnTo>
                  <a:lnTo>
                    <a:pt x="426440" y="5969"/>
                  </a:lnTo>
                  <a:close/>
                </a:path>
                <a:path extrusionOk="0" h="198120" w="1282064">
                  <a:moveTo>
                    <a:pt x="428651" y="19558"/>
                  </a:moveTo>
                  <a:lnTo>
                    <a:pt x="394677" y="19558"/>
                  </a:lnTo>
                  <a:lnTo>
                    <a:pt x="426440" y="191008"/>
                  </a:lnTo>
                  <a:lnTo>
                    <a:pt x="472909" y="191008"/>
                  </a:lnTo>
                  <a:lnTo>
                    <a:pt x="480391" y="150622"/>
                  </a:lnTo>
                  <a:lnTo>
                    <a:pt x="449973" y="150622"/>
                  </a:lnTo>
                  <a:lnTo>
                    <a:pt x="428651" y="19558"/>
                  </a:lnTo>
                  <a:close/>
                </a:path>
                <a:path extrusionOk="0" h="198120" w="1282064">
                  <a:moveTo>
                    <a:pt x="547913" y="19558"/>
                  </a:moveTo>
                  <a:lnTo>
                    <a:pt x="504672" y="19558"/>
                  </a:lnTo>
                  <a:lnTo>
                    <a:pt x="505853" y="191008"/>
                  </a:lnTo>
                  <a:lnTo>
                    <a:pt x="551726" y="191008"/>
                  </a:lnTo>
                  <a:lnTo>
                    <a:pt x="547913" y="19558"/>
                  </a:lnTo>
                  <a:close/>
                </a:path>
                <a:path extrusionOk="0" h="198120" w="1282064">
                  <a:moveTo>
                    <a:pt x="547611" y="5969"/>
                  </a:moveTo>
                  <a:lnTo>
                    <a:pt x="472909" y="5969"/>
                  </a:lnTo>
                  <a:lnTo>
                    <a:pt x="449973" y="150622"/>
                  </a:lnTo>
                  <a:lnTo>
                    <a:pt x="480391" y="150622"/>
                  </a:lnTo>
                  <a:lnTo>
                    <a:pt x="504672" y="19558"/>
                  </a:lnTo>
                  <a:lnTo>
                    <a:pt x="547913" y="19558"/>
                  </a:lnTo>
                  <a:lnTo>
                    <a:pt x="547611" y="5969"/>
                  </a:lnTo>
                  <a:close/>
                </a:path>
                <a:path extrusionOk="0" h="198120" w="1282064">
                  <a:moveTo>
                    <a:pt x="816419" y="5969"/>
                  </a:moveTo>
                  <a:lnTo>
                    <a:pt x="769950" y="5969"/>
                  </a:lnTo>
                  <a:lnTo>
                    <a:pt x="769950" y="148844"/>
                  </a:lnTo>
                  <a:lnTo>
                    <a:pt x="770534" y="150622"/>
                  </a:lnTo>
                  <a:lnTo>
                    <a:pt x="776987" y="172285"/>
                  </a:lnTo>
                  <a:lnTo>
                    <a:pt x="790822" y="186388"/>
                  </a:lnTo>
                  <a:lnTo>
                    <a:pt x="810382" y="194038"/>
                  </a:lnTo>
                  <a:lnTo>
                    <a:pt x="834008" y="196342"/>
                  </a:lnTo>
                  <a:lnTo>
                    <a:pt x="858031" y="194038"/>
                  </a:lnTo>
                  <a:lnTo>
                    <a:pt x="877792" y="186388"/>
                  </a:lnTo>
                  <a:lnTo>
                    <a:pt x="891694" y="172285"/>
                  </a:lnTo>
                  <a:lnTo>
                    <a:pt x="894438" y="163068"/>
                  </a:lnTo>
                  <a:lnTo>
                    <a:pt x="821689" y="163068"/>
                  </a:lnTo>
                  <a:lnTo>
                    <a:pt x="817600" y="154178"/>
                  </a:lnTo>
                  <a:lnTo>
                    <a:pt x="817003" y="150114"/>
                  </a:lnTo>
                  <a:lnTo>
                    <a:pt x="816419" y="147700"/>
                  </a:lnTo>
                  <a:lnTo>
                    <a:pt x="816419" y="5969"/>
                  </a:lnTo>
                  <a:close/>
                </a:path>
                <a:path extrusionOk="0" h="198120" w="1282064">
                  <a:moveTo>
                    <a:pt x="898779" y="5969"/>
                  </a:moveTo>
                  <a:lnTo>
                    <a:pt x="852297" y="5969"/>
                  </a:lnTo>
                  <a:lnTo>
                    <a:pt x="852297" y="147700"/>
                  </a:lnTo>
                  <a:lnTo>
                    <a:pt x="851662" y="150114"/>
                  </a:lnTo>
                  <a:lnTo>
                    <a:pt x="851154" y="154178"/>
                  </a:lnTo>
                  <a:lnTo>
                    <a:pt x="846963" y="163068"/>
                  </a:lnTo>
                  <a:lnTo>
                    <a:pt x="894438" y="163068"/>
                  </a:lnTo>
                  <a:lnTo>
                    <a:pt x="898144" y="150622"/>
                  </a:lnTo>
                  <a:lnTo>
                    <a:pt x="898779" y="148844"/>
                  </a:lnTo>
                  <a:lnTo>
                    <a:pt x="898779" y="5969"/>
                  </a:lnTo>
                  <a:close/>
                </a:path>
                <a:path extrusionOk="0" h="198120" w="1282064">
                  <a:moveTo>
                    <a:pt x="1216406" y="1143"/>
                  </a:moveTo>
                  <a:lnTo>
                    <a:pt x="1173718" y="11096"/>
                  </a:lnTo>
                  <a:lnTo>
                    <a:pt x="1152270" y="46862"/>
                  </a:lnTo>
                  <a:lnTo>
                    <a:pt x="1151636" y="49784"/>
                  </a:lnTo>
                  <a:lnTo>
                    <a:pt x="1151636" y="143002"/>
                  </a:lnTo>
                  <a:lnTo>
                    <a:pt x="1173289" y="184419"/>
                  </a:lnTo>
                  <a:lnTo>
                    <a:pt x="1216406" y="194564"/>
                  </a:lnTo>
                  <a:lnTo>
                    <a:pt x="1239972" y="192188"/>
                  </a:lnTo>
                  <a:lnTo>
                    <a:pt x="1259967" y="184419"/>
                  </a:lnTo>
                  <a:lnTo>
                    <a:pt x="1274341" y="170293"/>
                  </a:lnTo>
                  <a:lnTo>
                    <a:pt x="1277157" y="161290"/>
                  </a:lnTo>
                  <a:lnTo>
                    <a:pt x="1202817" y="161290"/>
                  </a:lnTo>
                  <a:lnTo>
                    <a:pt x="1198752" y="153035"/>
                  </a:lnTo>
                  <a:lnTo>
                    <a:pt x="1197609" y="147700"/>
                  </a:lnTo>
                  <a:lnTo>
                    <a:pt x="1197609" y="145923"/>
                  </a:lnTo>
                  <a:lnTo>
                    <a:pt x="1196975" y="143002"/>
                  </a:lnTo>
                  <a:lnTo>
                    <a:pt x="1197085" y="52832"/>
                  </a:lnTo>
                  <a:lnTo>
                    <a:pt x="1197609" y="50419"/>
                  </a:lnTo>
                  <a:lnTo>
                    <a:pt x="1198214" y="46862"/>
                  </a:lnTo>
                  <a:lnTo>
                    <a:pt x="1198752" y="43307"/>
                  </a:lnTo>
                  <a:lnTo>
                    <a:pt x="1202817" y="34417"/>
                  </a:lnTo>
                  <a:lnTo>
                    <a:pt x="1277121" y="34417"/>
                  </a:lnTo>
                  <a:lnTo>
                    <a:pt x="1274127" y="24931"/>
                  </a:lnTo>
                  <a:lnTo>
                    <a:pt x="1259776" y="10858"/>
                  </a:lnTo>
                  <a:lnTo>
                    <a:pt x="1239901" y="3357"/>
                  </a:lnTo>
                  <a:lnTo>
                    <a:pt x="1216406" y="1143"/>
                  </a:lnTo>
                  <a:close/>
                </a:path>
                <a:path extrusionOk="0" h="198120" w="1282064">
                  <a:moveTo>
                    <a:pt x="1281683" y="87249"/>
                  </a:moveTo>
                  <a:lnTo>
                    <a:pt x="1217040" y="87249"/>
                  </a:lnTo>
                  <a:lnTo>
                    <a:pt x="1217040" y="113919"/>
                  </a:lnTo>
                  <a:lnTo>
                    <a:pt x="1235837" y="113919"/>
                  </a:lnTo>
                  <a:lnTo>
                    <a:pt x="1235837" y="145923"/>
                  </a:lnTo>
                  <a:lnTo>
                    <a:pt x="1235202" y="147700"/>
                  </a:lnTo>
                  <a:lnTo>
                    <a:pt x="1234567" y="153035"/>
                  </a:lnTo>
                  <a:lnTo>
                    <a:pt x="1229868" y="161290"/>
                  </a:lnTo>
                  <a:lnTo>
                    <a:pt x="1277157" y="161290"/>
                  </a:lnTo>
                  <a:lnTo>
                    <a:pt x="1281049" y="148844"/>
                  </a:lnTo>
                  <a:lnTo>
                    <a:pt x="1281683" y="143002"/>
                  </a:lnTo>
                  <a:lnTo>
                    <a:pt x="1281683" y="87249"/>
                  </a:lnTo>
                  <a:close/>
                </a:path>
                <a:path extrusionOk="0" h="198120" w="1282064">
                  <a:moveTo>
                    <a:pt x="1277121" y="34417"/>
                  </a:moveTo>
                  <a:lnTo>
                    <a:pt x="1230502" y="34417"/>
                  </a:lnTo>
                  <a:lnTo>
                    <a:pt x="1234058" y="43942"/>
                  </a:lnTo>
                  <a:lnTo>
                    <a:pt x="1234567" y="47498"/>
                  </a:lnTo>
                  <a:lnTo>
                    <a:pt x="1235202" y="50419"/>
                  </a:lnTo>
                  <a:lnTo>
                    <a:pt x="1235202" y="65278"/>
                  </a:lnTo>
                  <a:lnTo>
                    <a:pt x="1281049" y="65278"/>
                  </a:lnTo>
                  <a:lnTo>
                    <a:pt x="1281049" y="58674"/>
                  </a:lnTo>
                  <a:lnTo>
                    <a:pt x="1281683" y="52832"/>
                  </a:lnTo>
                  <a:lnTo>
                    <a:pt x="1281049" y="46862"/>
                  </a:lnTo>
                  <a:lnTo>
                    <a:pt x="1277121" y="34417"/>
                  </a:lnTo>
                  <a:close/>
                </a:path>
              </a:pathLst>
            </a:custGeom>
            <a:solidFill>
              <a:srgbClr val="0923A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4265676" y="6141720"/>
              <a:ext cx="1371600" cy="44958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29995" y="1865376"/>
              <a:ext cx="2815590" cy="204292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989075" y="4386046"/>
              <a:ext cx="3729990" cy="30558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723900" y="4319015"/>
              <a:ext cx="55244" cy="361315"/>
            </a:xfrm>
            <a:custGeom>
              <a:rect b="b" l="l" r="r" t="t"/>
              <a:pathLst>
                <a:path extrusionOk="0" h="361314" w="55245">
                  <a:moveTo>
                    <a:pt x="54864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54864" y="36118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1328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" name="Google Shape;71;p2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" name="Google Shape;72;p2"/>
          <p:cNvSpPr/>
          <p:nvPr/>
        </p:nvSpPr>
        <p:spPr>
          <a:xfrm>
            <a:off x="9406212" y="6524434"/>
            <a:ext cx="37253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" name="Google Shape;73;p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" name="Google Shape;74;p2"/>
          <p:cNvSpPr/>
          <p:nvPr/>
        </p:nvSpPr>
        <p:spPr>
          <a:xfrm>
            <a:off x="1027175" y="2686786"/>
            <a:ext cx="4883658" cy="45036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" name="Google Shape;75;p2"/>
          <p:cNvSpPr/>
          <p:nvPr/>
        </p:nvSpPr>
        <p:spPr>
          <a:xfrm>
            <a:off x="998219" y="2125967"/>
            <a:ext cx="1128521" cy="25223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" name="Google Shape;76;p2"/>
          <p:cNvSpPr/>
          <p:nvPr/>
        </p:nvSpPr>
        <p:spPr>
          <a:xfrm>
            <a:off x="719327" y="2095500"/>
            <a:ext cx="60960" cy="1080770"/>
          </a:xfrm>
          <a:custGeom>
            <a:rect b="b" l="l" r="r" t="t"/>
            <a:pathLst>
              <a:path extrusionOk="0" h="1080770" w="60959">
                <a:moveTo>
                  <a:pt x="60959" y="0"/>
                </a:moveTo>
                <a:lnTo>
                  <a:pt x="0" y="0"/>
                </a:lnTo>
                <a:lnTo>
                  <a:pt x="0" y="1080515"/>
                </a:lnTo>
                <a:lnTo>
                  <a:pt x="60959" y="1080515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" name="Google Shape;77;p2"/>
          <p:cNvSpPr/>
          <p:nvPr/>
        </p:nvSpPr>
        <p:spPr>
          <a:xfrm>
            <a:off x="989075" y="3675888"/>
            <a:ext cx="3271266" cy="26746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" name="Google Shape;78;p2"/>
          <p:cNvSpPr/>
          <p:nvPr/>
        </p:nvSpPr>
        <p:spPr>
          <a:xfrm>
            <a:off x="719327" y="3619500"/>
            <a:ext cx="60960" cy="321945"/>
          </a:xfrm>
          <a:custGeom>
            <a:rect b="b" l="l" r="r" t="t"/>
            <a:pathLst>
              <a:path extrusionOk="0" h="321945" w="60959">
                <a:moveTo>
                  <a:pt x="60959" y="0"/>
                </a:moveTo>
                <a:lnTo>
                  <a:pt x="0" y="0"/>
                </a:lnTo>
                <a:lnTo>
                  <a:pt x="0" y="321563"/>
                </a:lnTo>
                <a:lnTo>
                  <a:pt x="60959" y="321563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437184" y="430784"/>
            <a:ext cx="270383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E8E"/>
                </a:solidFill>
              </a:rPr>
              <a:t>Chapter Description</a:t>
            </a:r>
            <a:endParaRPr sz="2400"/>
          </a:p>
        </p:txBody>
      </p:sp>
      <p:sp>
        <p:nvSpPr>
          <p:cNvPr id="84" name="Google Shape;84;p3"/>
          <p:cNvSpPr/>
          <p:nvPr/>
        </p:nvSpPr>
        <p:spPr>
          <a:xfrm>
            <a:off x="3616452" y="630936"/>
            <a:ext cx="5833110" cy="0"/>
          </a:xfrm>
          <a:custGeom>
            <a:rect b="b" l="l" r="r" t="t"/>
            <a:pathLst>
              <a:path extrusionOk="0" h="120000" w="5833109">
                <a:moveTo>
                  <a:pt x="0" y="0"/>
                </a:moveTo>
                <a:lnTo>
                  <a:pt x="5832602" y="0"/>
                </a:lnTo>
              </a:path>
            </a:pathLst>
          </a:custGeom>
          <a:noFill/>
          <a:ln cap="flat" cmpd="sng" w="12175">
            <a:solidFill>
              <a:srgbClr val="132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" name="Google Shape;90;p4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" name="Google Shape;91;p4"/>
          <p:cNvSpPr/>
          <p:nvPr/>
        </p:nvSpPr>
        <p:spPr>
          <a:xfrm>
            <a:off x="9407728" y="6524434"/>
            <a:ext cx="41833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" name="Google Shape;92;p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" name="Google Shape;93;p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" name="Google Shape;94;p4"/>
          <p:cNvSpPr/>
          <p:nvPr/>
        </p:nvSpPr>
        <p:spPr>
          <a:xfrm>
            <a:off x="1019555" y="3220199"/>
            <a:ext cx="5141214" cy="4076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" name="Google Shape;95;p4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" name="Google Shape;96;p4"/>
          <p:cNvSpPr/>
          <p:nvPr/>
        </p:nvSpPr>
        <p:spPr>
          <a:xfrm>
            <a:off x="1050036" y="3960876"/>
            <a:ext cx="2757678" cy="144094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9406604" y="6524434"/>
            <a:ext cx="35337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" name="Google Shape;102;p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" name="Google Shape;103;p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" name="Google Shape;104;p5"/>
          <p:cNvSpPr txBox="1"/>
          <p:nvPr/>
        </p:nvSpPr>
        <p:spPr>
          <a:xfrm>
            <a:off x="437489" y="431419"/>
            <a:ext cx="227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73963" y="1443202"/>
            <a:ext cx="4106417" cy="3010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" name="Google Shape;107;p5"/>
          <p:cNvSpPr/>
          <p:nvPr/>
        </p:nvSpPr>
        <p:spPr>
          <a:xfrm>
            <a:off x="679704" y="2310383"/>
            <a:ext cx="4251198" cy="75971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" name="Google Shape;108;p5"/>
          <p:cNvSpPr/>
          <p:nvPr/>
        </p:nvSpPr>
        <p:spPr>
          <a:xfrm>
            <a:off x="5215846" y="3499589"/>
            <a:ext cx="1862536" cy="216243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" name="Google Shape;109;p5"/>
          <p:cNvSpPr/>
          <p:nvPr/>
        </p:nvSpPr>
        <p:spPr>
          <a:xfrm>
            <a:off x="3061542" y="3529042"/>
            <a:ext cx="1330383" cy="206194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5"/>
          <p:cNvSpPr/>
          <p:nvPr/>
        </p:nvSpPr>
        <p:spPr>
          <a:xfrm>
            <a:off x="554736" y="1923288"/>
            <a:ext cx="1233677" cy="18973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9406212" y="6524434"/>
            <a:ext cx="37253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" name="Google Shape;116;p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7" name="Google Shape;117;p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" name="Google Shape;118;p6"/>
          <p:cNvSpPr txBox="1"/>
          <p:nvPr/>
        </p:nvSpPr>
        <p:spPr>
          <a:xfrm>
            <a:off x="437489" y="431419"/>
            <a:ext cx="227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47344" y="3273552"/>
            <a:ext cx="289560" cy="224154"/>
          </a:xfrm>
          <a:custGeom>
            <a:rect b="b" l="l" r="r" t="t"/>
            <a:pathLst>
              <a:path extrusionOk="0" h="224154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" name="Google Shape;121;p6"/>
          <p:cNvSpPr/>
          <p:nvPr/>
        </p:nvSpPr>
        <p:spPr>
          <a:xfrm>
            <a:off x="1228344" y="3316223"/>
            <a:ext cx="2125218" cy="16992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6"/>
          <p:cNvSpPr/>
          <p:nvPr/>
        </p:nvSpPr>
        <p:spPr>
          <a:xfrm>
            <a:off x="847344" y="3643884"/>
            <a:ext cx="289560" cy="222885"/>
          </a:xfrm>
          <a:custGeom>
            <a:rect b="b" l="l" r="r" t="t"/>
            <a:pathLst>
              <a:path extrusionOk="0" h="222885" w="289559">
                <a:moveTo>
                  <a:pt x="252475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20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4"/>
                </a:lnTo>
                <a:lnTo>
                  <a:pt x="252475" y="222504"/>
                </a:lnTo>
                <a:lnTo>
                  <a:pt x="266912" y="219584"/>
                </a:lnTo>
                <a:lnTo>
                  <a:pt x="278699" y="211629"/>
                </a:lnTo>
                <a:lnTo>
                  <a:pt x="286646" y="199840"/>
                </a:lnTo>
                <a:lnTo>
                  <a:pt x="289559" y="185420"/>
                </a:lnTo>
                <a:lnTo>
                  <a:pt x="289559" y="37084"/>
                </a:lnTo>
                <a:lnTo>
                  <a:pt x="286646" y="22663"/>
                </a:lnTo>
                <a:lnTo>
                  <a:pt x="278699" y="10874"/>
                </a:lnTo>
                <a:lnTo>
                  <a:pt x="266912" y="2919"/>
                </a:lnTo>
                <a:lnTo>
                  <a:pt x="25247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" name="Google Shape;123;p6"/>
          <p:cNvSpPr txBox="1"/>
          <p:nvPr/>
        </p:nvSpPr>
        <p:spPr>
          <a:xfrm>
            <a:off x="913891" y="3274262"/>
            <a:ext cx="157480" cy="593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228344" y="3686555"/>
            <a:ext cx="3056382" cy="16840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" name="Google Shape;125;p6"/>
          <p:cNvSpPr txBox="1"/>
          <p:nvPr/>
        </p:nvSpPr>
        <p:spPr>
          <a:xfrm>
            <a:off x="3799332" y="2468879"/>
            <a:ext cx="2304415" cy="47244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59050">
            <a:spAutoFit/>
          </a:bodyPr>
          <a:lstStyle/>
          <a:p>
            <a:pPr indent="0" lvl="0" marL="2444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𝑆 = {𝑒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, 𝑒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, 𝑒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, …, 𝑒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𝑁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54736" y="1449324"/>
            <a:ext cx="892301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" name="Google Shape;127;p6"/>
          <p:cNvSpPr/>
          <p:nvPr/>
        </p:nvSpPr>
        <p:spPr>
          <a:xfrm>
            <a:off x="679704" y="1804403"/>
            <a:ext cx="4981194" cy="46102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9413832" y="6524434"/>
            <a:ext cx="37253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" name="Google Shape;133;p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4" name="Google Shape;134;p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5" name="Google Shape;135;p7"/>
          <p:cNvSpPr txBox="1"/>
          <p:nvPr/>
        </p:nvSpPr>
        <p:spPr>
          <a:xfrm>
            <a:off x="437489" y="431419"/>
            <a:ext cx="227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50391" y="1772411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8" name="Google Shape;138;p7"/>
          <p:cNvSpPr/>
          <p:nvPr/>
        </p:nvSpPr>
        <p:spPr>
          <a:xfrm>
            <a:off x="1240536" y="1815083"/>
            <a:ext cx="1648206" cy="13487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9" name="Google Shape;139;p7"/>
          <p:cNvSpPr/>
          <p:nvPr/>
        </p:nvSpPr>
        <p:spPr>
          <a:xfrm>
            <a:off x="850391" y="2135123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0" name="Google Shape;140;p7"/>
          <p:cNvSpPr/>
          <p:nvPr/>
        </p:nvSpPr>
        <p:spPr>
          <a:xfrm>
            <a:off x="1248155" y="2177795"/>
            <a:ext cx="1613154" cy="16687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1" name="Google Shape;141;p7"/>
          <p:cNvSpPr/>
          <p:nvPr/>
        </p:nvSpPr>
        <p:spPr>
          <a:xfrm>
            <a:off x="850391" y="2497835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2" name="Google Shape;142;p7"/>
          <p:cNvSpPr/>
          <p:nvPr/>
        </p:nvSpPr>
        <p:spPr>
          <a:xfrm>
            <a:off x="1246632" y="2540507"/>
            <a:ext cx="4554474" cy="16992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3" name="Google Shape;143;p7"/>
          <p:cNvSpPr/>
          <p:nvPr/>
        </p:nvSpPr>
        <p:spPr>
          <a:xfrm>
            <a:off x="850391" y="2860548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4" name="Google Shape;144;p7"/>
          <p:cNvSpPr txBox="1"/>
          <p:nvPr/>
        </p:nvSpPr>
        <p:spPr>
          <a:xfrm>
            <a:off x="917854" y="1772792"/>
            <a:ext cx="157480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just">
              <a:lnSpc>
                <a:spcPct val="18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  Ex  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248155" y="2903220"/>
            <a:ext cx="2305049" cy="16992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" name="Google Shape;146;p7"/>
          <p:cNvSpPr/>
          <p:nvPr/>
        </p:nvSpPr>
        <p:spPr>
          <a:xfrm>
            <a:off x="554736" y="1449324"/>
            <a:ext cx="2420874" cy="18973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9406212" y="6524434"/>
            <a:ext cx="37253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" name="Google Shape;152;p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3" name="Google Shape;153;p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8"/>
          <p:cNvSpPr txBox="1"/>
          <p:nvPr/>
        </p:nvSpPr>
        <p:spPr>
          <a:xfrm>
            <a:off x="437489" y="431419"/>
            <a:ext cx="227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78180" y="1804416"/>
            <a:ext cx="2236470" cy="16992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7" name="Google Shape;157;p8"/>
          <p:cNvSpPr/>
          <p:nvPr/>
        </p:nvSpPr>
        <p:spPr>
          <a:xfrm>
            <a:off x="847344" y="2122932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8" name="Google Shape;158;p8"/>
          <p:cNvSpPr/>
          <p:nvPr/>
        </p:nvSpPr>
        <p:spPr>
          <a:xfrm>
            <a:off x="1229867" y="2167127"/>
            <a:ext cx="3094482" cy="16840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9" name="Google Shape;159;p8"/>
          <p:cNvSpPr/>
          <p:nvPr/>
        </p:nvSpPr>
        <p:spPr>
          <a:xfrm>
            <a:off x="847344" y="2485644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" name="Google Shape;160;p8"/>
          <p:cNvSpPr/>
          <p:nvPr/>
        </p:nvSpPr>
        <p:spPr>
          <a:xfrm>
            <a:off x="1229867" y="2529839"/>
            <a:ext cx="3324605" cy="16840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1" name="Google Shape;161;p8"/>
          <p:cNvSpPr/>
          <p:nvPr/>
        </p:nvSpPr>
        <p:spPr>
          <a:xfrm>
            <a:off x="847344" y="2848355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8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3746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90"/>
                </a:lnTo>
                <a:lnTo>
                  <a:pt x="291084" y="37338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2" name="Google Shape;162;p8"/>
          <p:cNvSpPr/>
          <p:nvPr/>
        </p:nvSpPr>
        <p:spPr>
          <a:xfrm>
            <a:off x="1229867" y="2891027"/>
            <a:ext cx="2012442" cy="16992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3" name="Google Shape;163;p8"/>
          <p:cNvSpPr/>
          <p:nvPr/>
        </p:nvSpPr>
        <p:spPr>
          <a:xfrm>
            <a:off x="847344" y="3211067"/>
            <a:ext cx="291465" cy="224154"/>
          </a:xfrm>
          <a:custGeom>
            <a:rect b="b" l="l" r="r" t="t"/>
            <a:pathLst>
              <a:path extrusionOk="0" h="224154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3746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90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4" name="Google Shape;164;p8"/>
          <p:cNvSpPr/>
          <p:nvPr/>
        </p:nvSpPr>
        <p:spPr>
          <a:xfrm>
            <a:off x="1229867" y="3253740"/>
            <a:ext cx="2064258" cy="16992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5" name="Google Shape;165;p8"/>
          <p:cNvSpPr/>
          <p:nvPr/>
        </p:nvSpPr>
        <p:spPr>
          <a:xfrm>
            <a:off x="847344" y="3573779"/>
            <a:ext cx="291465" cy="224154"/>
          </a:xfrm>
          <a:custGeom>
            <a:rect b="b" l="l" r="r" t="t"/>
            <a:pathLst>
              <a:path extrusionOk="0" h="224154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8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3746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90"/>
                </a:lnTo>
                <a:lnTo>
                  <a:pt x="291084" y="37338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6" name="Google Shape;166;p8"/>
          <p:cNvSpPr/>
          <p:nvPr/>
        </p:nvSpPr>
        <p:spPr>
          <a:xfrm>
            <a:off x="1229867" y="3616452"/>
            <a:ext cx="3947922" cy="162306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7" name="Google Shape;167;p8"/>
          <p:cNvSpPr/>
          <p:nvPr/>
        </p:nvSpPr>
        <p:spPr>
          <a:xfrm>
            <a:off x="847344" y="3936491"/>
            <a:ext cx="291465" cy="224154"/>
          </a:xfrm>
          <a:custGeom>
            <a:rect b="b" l="l" r="r" t="t"/>
            <a:pathLst>
              <a:path extrusionOk="0" h="224154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8" name="Google Shape;168;p8"/>
          <p:cNvSpPr txBox="1"/>
          <p:nvPr/>
        </p:nvSpPr>
        <p:spPr>
          <a:xfrm>
            <a:off x="915111" y="2123948"/>
            <a:ext cx="157480" cy="2037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just">
              <a:lnSpc>
                <a:spcPct val="18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  Ex  Ex  Ex  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229867" y="3979164"/>
            <a:ext cx="5031485" cy="169925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0" name="Google Shape;170;p8"/>
          <p:cNvSpPr/>
          <p:nvPr/>
        </p:nvSpPr>
        <p:spPr>
          <a:xfrm>
            <a:off x="554736" y="1449324"/>
            <a:ext cx="1384553" cy="18973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9406212" y="6524434"/>
            <a:ext cx="37253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" name="Google Shape;176;p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7" name="Google Shape;177;p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8" name="Google Shape;178;p9"/>
          <p:cNvSpPr txBox="1"/>
          <p:nvPr/>
        </p:nvSpPr>
        <p:spPr>
          <a:xfrm>
            <a:off x="437489" y="431419"/>
            <a:ext cx="227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50391" y="1775460"/>
            <a:ext cx="291465" cy="222885"/>
          </a:xfrm>
          <a:custGeom>
            <a:rect b="b" l="l" r="r" t="t"/>
            <a:pathLst>
              <a:path extrusionOk="0" h="222885" w="291465">
                <a:moveTo>
                  <a:pt x="254000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19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4000" y="222503"/>
                </a:lnTo>
                <a:lnTo>
                  <a:pt x="268436" y="219584"/>
                </a:lnTo>
                <a:lnTo>
                  <a:pt x="280223" y="211629"/>
                </a:lnTo>
                <a:lnTo>
                  <a:pt x="288170" y="199840"/>
                </a:lnTo>
                <a:lnTo>
                  <a:pt x="291084" y="185419"/>
                </a:lnTo>
                <a:lnTo>
                  <a:pt x="291084" y="37084"/>
                </a:lnTo>
                <a:lnTo>
                  <a:pt x="288170" y="22663"/>
                </a:lnTo>
                <a:lnTo>
                  <a:pt x="280223" y="10874"/>
                </a:lnTo>
                <a:lnTo>
                  <a:pt x="268436" y="2919"/>
                </a:lnTo>
                <a:lnTo>
                  <a:pt x="254000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9"/>
          <p:cNvSpPr/>
          <p:nvPr/>
        </p:nvSpPr>
        <p:spPr>
          <a:xfrm>
            <a:off x="1226819" y="1818132"/>
            <a:ext cx="3915917" cy="1668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2" name="Google Shape;182;p9"/>
          <p:cNvSpPr/>
          <p:nvPr/>
        </p:nvSpPr>
        <p:spPr>
          <a:xfrm>
            <a:off x="850391" y="2136648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3" name="Google Shape;183;p9"/>
          <p:cNvSpPr/>
          <p:nvPr/>
        </p:nvSpPr>
        <p:spPr>
          <a:xfrm>
            <a:off x="1232916" y="2180844"/>
            <a:ext cx="4019550" cy="16840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4" name="Google Shape;184;p9"/>
          <p:cNvSpPr/>
          <p:nvPr/>
        </p:nvSpPr>
        <p:spPr>
          <a:xfrm>
            <a:off x="850391" y="2499360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5" name="Google Shape;185;p9"/>
          <p:cNvSpPr/>
          <p:nvPr/>
        </p:nvSpPr>
        <p:spPr>
          <a:xfrm>
            <a:off x="1232916" y="2543555"/>
            <a:ext cx="4174998" cy="16840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6" name="Google Shape;186;p9"/>
          <p:cNvSpPr/>
          <p:nvPr/>
        </p:nvSpPr>
        <p:spPr>
          <a:xfrm>
            <a:off x="850391" y="2862072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7" name="Google Shape;187;p9"/>
          <p:cNvSpPr txBox="1"/>
          <p:nvPr/>
        </p:nvSpPr>
        <p:spPr>
          <a:xfrm>
            <a:off x="917854" y="1775205"/>
            <a:ext cx="157480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just">
              <a:lnSpc>
                <a:spcPct val="18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  Ex  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232916" y="2906267"/>
            <a:ext cx="5766054" cy="16230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9" name="Google Shape;189;p9"/>
          <p:cNvSpPr/>
          <p:nvPr/>
        </p:nvSpPr>
        <p:spPr>
          <a:xfrm>
            <a:off x="554736" y="1449324"/>
            <a:ext cx="2055114" cy="18973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9382016" y="6524434"/>
            <a:ext cx="62973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5" name="Google Shape;195;p1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6" name="Google Shape;196;p1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7" name="Google Shape;197;p10"/>
          <p:cNvSpPr txBox="1"/>
          <p:nvPr/>
        </p:nvSpPr>
        <p:spPr>
          <a:xfrm>
            <a:off x="437489" y="431419"/>
            <a:ext cx="227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79704" y="1805939"/>
            <a:ext cx="3451098" cy="17297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0" name="Google Shape;200;p10"/>
          <p:cNvSpPr/>
          <p:nvPr/>
        </p:nvSpPr>
        <p:spPr>
          <a:xfrm>
            <a:off x="850391" y="2122932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1" name="Google Shape;201;p10"/>
          <p:cNvSpPr/>
          <p:nvPr/>
        </p:nvSpPr>
        <p:spPr>
          <a:xfrm>
            <a:off x="1232916" y="2167127"/>
            <a:ext cx="3027426" cy="16535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2" name="Google Shape;202;p10"/>
          <p:cNvSpPr/>
          <p:nvPr/>
        </p:nvSpPr>
        <p:spPr>
          <a:xfrm>
            <a:off x="850391" y="2485644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3" name="Google Shape;203;p10"/>
          <p:cNvSpPr/>
          <p:nvPr/>
        </p:nvSpPr>
        <p:spPr>
          <a:xfrm>
            <a:off x="1232916" y="2529839"/>
            <a:ext cx="3656838" cy="16535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4" name="Google Shape;204;p10"/>
          <p:cNvSpPr/>
          <p:nvPr/>
        </p:nvSpPr>
        <p:spPr>
          <a:xfrm>
            <a:off x="850391" y="2848355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8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8"/>
                </a:lnTo>
                <a:lnTo>
                  <a:pt x="253746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90"/>
                </a:lnTo>
                <a:lnTo>
                  <a:pt x="291084" y="37338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5" name="Google Shape;205;p10"/>
          <p:cNvSpPr txBox="1"/>
          <p:nvPr/>
        </p:nvSpPr>
        <p:spPr>
          <a:xfrm>
            <a:off x="917854" y="2123948"/>
            <a:ext cx="157480" cy="94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8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  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232916" y="2891027"/>
            <a:ext cx="4324350" cy="16840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7" name="Google Shape;207;p10"/>
          <p:cNvSpPr/>
          <p:nvPr/>
        </p:nvSpPr>
        <p:spPr>
          <a:xfrm>
            <a:off x="554736" y="1449324"/>
            <a:ext cx="4330446" cy="18973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/>
          <p:nvPr/>
        </p:nvSpPr>
        <p:spPr>
          <a:xfrm>
            <a:off x="9409652" y="6524434"/>
            <a:ext cx="35337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3" name="Google Shape;213;p1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4" name="Google Shape;214;p1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5" name="Google Shape;215;p11"/>
          <p:cNvSpPr txBox="1"/>
          <p:nvPr/>
        </p:nvSpPr>
        <p:spPr>
          <a:xfrm>
            <a:off x="437489" y="431419"/>
            <a:ext cx="227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73963" y="1440154"/>
            <a:ext cx="3181350" cy="30558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18" name="Google Shape;218;p11"/>
          <p:cNvGrpSpPr/>
          <p:nvPr/>
        </p:nvGrpSpPr>
        <p:grpSpPr>
          <a:xfrm>
            <a:off x="4369308" y="3101339"/>
            <a:ext cx="1271270" cy="655320"/>
            <a:chOff x="4369308" y="3101339"/>
            <a:chExt cx="1271270" cy="655320"/>
          </a:xfrm>
        </p:grpSpPr>
        <p:sp>
          <p:nvSpPr>
            <p:cNvPr id="219" name="Google Shape;219;p11"/>
            <p:cNvSpPr/>
            <p:nvPr/>
          </p:nvSpPr>
          <p:spPr>
            <a:xfrm>
              <a:off x="4369308" y="3101339"/>
              <a:ext cx="1271270" cy="655320"/>
            </a:xfrm>
            <a:custGeom>
              <a:rect b="b" l="l" r="r" t="t"/>
              <a:pathLst>
                <a:path extrusionOk="0" h="655320" w="1271270">
                  <a:moveTo>
                    <a:pt x="1271015" y="0"/>
                  </a:moveTo>
                  <a:lnTo>
                    <a:pt x="0" y="0"/>
                  </a:lnTo>
                  <a:lnTo>
                    <a:pt x="0" y="655320"/>
                  </a:lnTo>
                  <a:lnTo>
                    <a:pt x="1271015" y="655320"/>
                  </a:lnTo>
                  <a:lnTo>
                    <a:pt x="127101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4689729" y="3318636"/>
              <a:ext cx="776605" cy="187960"/>
            </a:xfrm>
            <a:custGeom>
              <a:rect b="b" l="l" r="r" t="t"/>
              <a:pathLst>
                <a:path extrusionOk="0" h="187960" w="776604">
                  <a:moveTo>
                    <a:pt x="62484" y="7620"/>
                  </a:moveTo>
                  <a:lnTo>
                    <a:pt x="59817" y="0"/>
                  </a:lnTo>
                  <a:lnTo>
                    <a:pt x="46240" y="4914"/>
                  </a:lnTo>
                  <a:lnTo>
                    <a:pt x="34315" y="12026"/>
                  </a:lnTo>
                  <a:lnTo>
                    <a:pt x="8674" y="46215"/>
                  </a:lnTo>
                  <a:lnTo>
                    <a:pt x="0" y="93853"/>
                  </a:lnTo>
                  <a:lnTo>
                    <a:pt x="952" y="111099"/>
                  </a:lnTo>
                  <a:lnTo>
                    <a:pt x="15367" y="154940"/>
                  </a:lnTo>
                  <a:lnTo>
                    <a:pt x="46164" y="182803"/>
                  </a:lnTo>
                  <a:lnTo>
                    <a:pt x="59817" y="187706"/>
                  </a:lnTo>
                  <a:lnTo>
                    <a:pt x="62230" y="180086"/>
                  </a:lnTo>
                  <a:lnTo>
                    <a:pt x="51523" y="175348"/>
                  </a:lnTo>
                  <a:lnTo>
                    <a:pt x="42303" y="168757"/>
                  </a:lnTo>
                  <a:lnTo>
                    <a:pt x="19900" y="124460"/>
                  </a:lnTo>
                  <a:lnTo>
                    <a:pt x="17145" y="92837"/>
                  </a:lnTo>
                  <a:lnTo>
                    <a:pt x="17830" y="76873"/>
                  </a:lnTo>
                  <a:lnTo>
                    <a:pt x="28194" y="37338"/>
                  </a:lnTo>
                  <a:lnTo>
                    <a:pt x="51689" y="12344"/>
                  </a:lnTo>
                  <a:lnTo>
                    <a:pt x="62484" y="7620"/>
                  </a:lnTo>
                  <a:close/>
                </a:path>
                <a:path extrusionOk="0" h="187960" w="776604">
                  <a:moveTo>
                    <a:pt x="261874" y="93853"/>
                  </a:moveTo>
                  <a:lnTo>
                    <a:pt x="253136" y="46215"/>
                  </a:lnTo>
                  <a:lnTo>
                    <a:pt x="227482" y="12026"/>
                  </a:lnTo>
                  <a:lnTo>
                    <a:pt x="201930" y="0"/>
                  </a:lnTo>
                  <a:lnTo>
                    <a:pt x="199263" y="7620"/>
                  </a:lnTo>
                  <a:lnTo>
                    <a:pt x="210121" y="12344"/>
                  </a:lnTo>
                  <a:lnTo>
                    <a:pt x="219468" y="18859"/>
                  </a:lnTo>
                  <a:lnTo>
                    <a:pt x="241960" y="62280"/>
                  </a:lnTo>
                  <a:lnTo>
                    <a:pt x="244729" y="92837"/>
                  </a:lnTo>
                  <a:lnTo>
                    <a:pt x="244030" y="109410"/>
                  </a:lnTo>
                  <a:lnTo>
                    <a:pt x="233553" y="149987"/>
                  </a:lnTo>
                  <a:lnTo>
                    <a:pt x="199517" y="180086"/>
                  </a:lnTo>
                  <a:lnTo>
                    <a:pt x="201930" y="187706"/>
                  </a:lnTo>
                  <a:lnTo>
                    <a:pt x="237807" y="166420"/>
                  </a:lnTo>
                  <a:lnTo>
                    <a:pt x="257975" y="127025"/>
                  </a:lnTo>
                  <a:lnTo>
                    <a:pt x="260896" y="111099"/>
                  </a:lnTo>
                  <a:lnTo>
                    <a:pt x="261874" y="93853"/>
                  </a:lnTo>
                  <a:close/>
                </a:path>
                <a:path extrusionOk="0" h="187960" w="776604">
                  <a:moveTo>
                    <a:pt x="776224" y="86614"/>
                  </a:moveTo>
                  <a:lnTo>
                    <a:pt x="546100" y="86614"/>
                  </a:lnTo>
                  <a:lnTo>
                    <a:pt x="546100" y="100330"/>
                  </a:lnTo>
                  <a:lnTo>
                    <a:pt x="776224" y="100330"/>
                  </a:lnTo>
                  <a:lnTo>
                    <a:pt x="776224" y="8661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1" name="Google Shape;221;p11"/>
          <p:cNvSpPr txBox="1"/>
          <p:nvPr/>
        </p:nvSpPr>
        <p:spPr>
          <a:xfrm>
            <a:off x="4369308" y="3101339"/>
            <a:ext cx="127127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866775" marR="0" rtl="0" algn="l">
              <a:lnSpc>
                <a:spcPct val="90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𝑁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𝐴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  <a:p>
            <a:pPr indent="0" lvl="0" marL="172085" marR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	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904875" marR="0" rtl="0" algn="l">
              <a:lnSpc>
                <a:spcPct val="9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𝑁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54736" y="1923288"/>
            <a:ext cx="218770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3" name="Google Shape;223;p11"/>
          <p:cNvSpPr/>
          <p:nvPr/>
        </p:nvSpPr>
        <p:spPr>
          <a:xfrm>
            <a:off x="679704" y="2308860"/>
            <a:ext cx="4684014" cy="46405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/>
          <p:nvPr/>
        </p:nvSpPr>
        <p:spPr>
          <a:xfrm>
            <a:off x="9381798" y="6524434"/>
            <a:ext cx="60143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9" name="Google Shape;229;p1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0" name="Google Shape;230;p1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1" name="Google Shape;231;p12"/>
          <p:cNvSpPr txBox="1"/>
          <p:nvPr/>
        </p:nvSpPr>
        <p:spPr>
          <a:xfrm>
            <a:off x="437489" y="431419"/>
            <a:ext cx="227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679704" y="1804416"/>
            <a:ext cx="3611117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4" name="Google Shape;234;p12"/>
          <p:cNvSpPr/>
          <p:nvPr/>
        </p:nvSpPr>
        <p:spPr>
          <a:xfrm>
            <a:off x="554736" y="1449324"/>
            <a:ext cx="1914906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5" name="Google Shape;235;p12"/>
          <p:cNvSpPr/>
          <p:nvPr/>
        </p:nvSpPr>
        <p:spPr>
          <a:xfrm>
            <a:off x="847344" y="2122932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6" name="Google Shape;236;p12"/>
          <p:cNvSpPr txBox="1"/>
          <p:nvPr/>
        </p:nvSpPr>
        <p:spPr>
          <a:xfrm>
            <a:off x="913891" y="2123948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1222247" y="2168651"/>
            <a:ext cx="2626614" cy="16230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38" name="Google Shape;238;p12"/>
          <p:cNvGrpSpPr/>
          <p:nvPr/>
        </p:nvGrpSpPr>
        <p:grpSpPr>
          <a:xfrm>
            <a:off x="1223772" y="2528316"/>
            <a:ext cx="1704339" cy="662940"/>
            <a:chOff x="1223772" y="2528316"/>
            <a:chExt cx="1704339" cy="662940"/>
          </a:xfrm>
        </p:grpSpPr>
        <p:sp>
          <p:nvSpPr>
            <p:cNvPr id="239" name="Google Shape;239;p12"/>
            <p:cNvSpPr/>
            <p:nvPr/>
          </p:nvSpPr>
          <p:spPr>
            <a:xfrm>
              <a:off x="1223772" y="2528316"/>
              <a:ext cx="1704339" cy="662940"/>
            </a:xfrm>
            <a:custGeom>
              <a:rect b="b" l="l" r="r" t="t"/>
              <a:pathLst>
                <a:path extrusionOk="0" h="662939" w="1704339">
                  <a:moveTo>
                    <a:pt x="1703831" y="0"/>
                  </a:moveTo>
                  <a:lnTo>
                    <a:pt x="0" y="0"/>
                  </a:lnTo>
                  <a:lnTo>
                    <a:pt x="0" y="662939"/>
                  </a:lnTo>
                  <a:lnTo>
                    <a:pt x="1703831" y="662939"/>
                  </a:lnTo>
                  <a:lnTo>
                    <a:pt x="1703831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1792732" y="2839973"/>
              <a:ext cx="960119" cy="13970"/>
            </a:xfrm>
            <a:custGeom>
              <a:rect b="b" l="l" r="r" t="t"/>
              <a:pathLst>
                <a:path extrusionOk="0" h="13969" w="960119">
                  <a:moveTo>
                    <a:pt x="580644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580644" y="13716"/>
                  </a:lnTo>
                  <a:lnTo>
                    <a:pt x="580644" y="0"/>
                  </a:lnTo>
                  <a:close/>
                </a:path>
                <a:path extrusionOk="0" h="13969" w="960119">
                  <a:moveTo>
                    <a:pt x="960120" y="0"/>
                  </a:moveTo>
                  <a:lnTo>
                    <a:pt x="847344" y="0"/>
                  </a:lnTo>
                  <a:lnTo>
                    <a:pt x="847344" y="13716"/>
                  </a:lnTo>
                  <a:lnTo>
                    <a:pt x="960120" y="13716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1" name="Google Shape;241;p12"/>
          <p:cNvSpPr txBox="1"/>
          <p:nvPr/>
        </p:nvSpPr>
        <p:spPr>
          <a:xfrm>
            <a:off x="1223772" y="2528316"/>
            <a:ext cx="1704339" cy="662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50">
            <a:spAutoFit/>
          </a:bodyPr>
          <a:lstStyle/>
          <a:p>
            <a:pPr indent="0" lvl="0" marL="568960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36 − 6	5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73990" marR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=	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746125" marR="0" rtl="0" algn="l">
              <a:lnSpc>
                <a:spcPct val="9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36	6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847344" y="3489959"/>
            <a:ext cx="289560" cy="224154"/>
          </a:xfrm>
          <a:custGeom>
            <a:rect b="b" l="l" r="r" t="t"/>
            <a:pathLst>
              <a:path extrusionOk="0" h="224154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3" name="Google Shape;243;p12"/>
          <p:cNvSpPr txBox="1"/>
          <p:nvPr/>
        </p:nvSpPr>
        <p:spPr>
          <a:xfrm>
            <a:off x="913891" y="3490417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1222247" y="3534143"/>
            <a:ext cx="5125974" cy="46559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5" name="Google Shape;245;p12"/>
          <p:cNvSpPr/>
          <p:nvPr/>
        </p:nvSpPr>
        <p:spPr>
          <a:xfrm>
            <a:off x="1223772" y="4200144"/>
            <a:ext cx="1344295" cy="658495"/>
          </a:xfrm>
          <a:custGeom>
            <a:rect b="b" l="l" r="r" t="t"/>
            <a:pathLst>
              <a:path extrusionOk="0" h="658495" w="1344295">
                <a:moveTo>
                  <a:pt x="1344167" y="0"/>
                </a:moveTo>
                <a:lnTo>
                  <a:pt x="0" y="0"/>
                </a:lnTo>
                <a:lnTo>
                  <a:pt x="0" y="658367"/>
                </a:lnTo>
                <a:lnTo>
                  <a:pt x="1344167" y="658367"/>
                </a:lnTo>
                <a:lnTo>
                  <a:pt x="1344167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6" name="Google Shape;246;p12"/>
          <p:cNvSpPr txBox="1"/>
          <p:nvPr/>
        </p:nvSpPr>
        <p:spPr>
          <a:xfrm>
            <a:off x="1396619" y="4355338"/>
            <a:ext cx="35052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1791208" y="4505832"/>
            <a:ext cx="603885" cy="13970"/>
          </a:xfrm>
          <a:custGeom>
            <a:rect b="b" l="l" r="r" t="t"/>
            <a:pathLst>
              <a:path extrusionOk="0" h="13970" w="603885">
                <a:moveTo>
                  <a:pt x="225539" y="0"/>
                </a:moveTo>
                <a:lnTo>
                  <a:pt x="0" y="0"/>
                </a:lnTo>
                <a:lnTo>
                  <a:pt x="0" y="13716"/>
                </a:lnTo>
                <a:lnTo>
                  <a:pt x="225539" y="13716"/>
                </a:lnTo>
                <a:lnTo>
                  <a:pt x="225539" y="0"/>
                </a:lnTo>
                <a:close/>
              </a:path>
              <a:path extrusionOk="0" h="13970" w="603885">
                <a:moveTo>
                  <a:pt x="603504" y="0"/>
                </a:moveTo>
                <a:lnTo>
                  <a:pt x="490728" y="0"/>
                </a:lnTo>
                <a:lnTo>
                  <a:pt x="490728" y="13716"/>
                </a:lnTo>
                <a:lnTo>
                  <a:pt x="603504" y="13716"/>
                </a:lnTo>
                <a:lnTo>
                  <a:pt x="603504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8" name="Google Shape;248;p12"/>
          <p:cNvSpPr txBox="1"/>
          <p:nvPr/>
        </p:nvSpPr>
        <p:spPr>
          <a:xfrm>
            <a:off x="2073529" y="4355338"/>
            <a:ext cx="16446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1847976" y="4201414"/>
            <a:ext cx="55943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6	1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1791589" y="4490973"/>
            <a:ext cx="6159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36	6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/>
          <p:nvPr/>
        </p:nvSpPr>
        <p:spPr>
          <a:xfrm>
            <a:off x="9381907" y="6524434"/>
            <a:ext cx="6155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6" name="Google Shape;256;p1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7" name="Google Shape;257;p1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8" name="Google Shape;258;p13"/>
          <p:cNvSpPr txBox="1"/>
          <p:nvPr/>
        </p:nvSpPr>
        <p:spPr>
          <a:xfrm>
            <a:off x="437489" y="431419"/>
            <a:ext cx="227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679704" y="1804416"/>
            <a:ext cx="3611117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61" name="Google Shape;261;p13"/>
          <p:cNvGrpSpPr/>
          <p:nvPr/>
        </p:nvGrpSpPr>
        <p:grpSpPr>
          <a:xfrm>
            <a:off x="1222247" y="2168651"/>
            <a:ext cx="3732403" cy="1358138"/>
            <a:chOff x="1222247" y="2168651"/>
            <a:chExt cx="3732403" cy="1358138"/>
          </a:xfrm>
        </p:grpSpPr>
        <p:sp>
          <p:nvSpPr>
            <p:cNvPr id="262" name="Google Shape;262;p13"/>
            <p:cNvSpPr/>
            <p:nvPr/>
          </p:nvSpPr>
          <p:spPr>
            <a:xfrm>
              <a:off x="4806695" y="2781299"/>
              <a:ext cx="147955" cy="745490"/>
            </a:xfrm>
            <a:custGeom>
              <a:rect b="b" l="l" r="r" t="t"/>
              <a:pathLst>
                <a:path extrusionOk="0" h="745489" w="147954">
                  <a:moveTo>
                    <a:pt x="0" y="0"/>
                  </a:moveTo>
                  <a:lnTo>
                    <a:pt x="28747" y="3677"/>
                  </a:lnTo>
                  <a:lnTo>
                    <a:pt x="52244" y="13700"/>
                  </a:lnTo>
                  <a:lnTo>
                    <a:pt x="68097" y="28557"/>
                  </a:lnTo>
                  <a:lnTo>
                    <a:pt x="73913" y="46736"/>
                  </a:lnTo>
                  <a:lnTo>
                    <a:pt x="73913" y="325882"/>
                  </a:lnTo>
                  <a:lnTo>
                    <a:pt x="79730" y="344060"/>
                  </a:lnTo>
                  <a:lnTo>
                    <a:pt x="95583" y="358917"/>
                  </a:lnTo>
                  <a:lnTo>
                    <a:pt x="119080" y="368940"/>
                  </a:lnTo>
                  <a:lnTo>
                    <a:pt x="147827" y="372617"/>
                  </a:lnTo>
                  <a:lnTo>
                    <a:pt x="119080" y="376295"/>
                  </a:lnTo>
                  <a:lnTo>
                    <a:pt x="95583" y="386318"/>
                  </a:lnTo>
                  <a:lnTo>
                    <a:pt x="79730" y="401175"/>
                  </a:lnTo>
                  <a:lnTo>
                    <a:pt x="73913" y="419353"/>
                  </a:lnTo>
                  <a:lnTo>
                    <a:pt x="73913" y="698500"/>
                  </a:lnTo>
                  <a:lnTo>
                    <a:pt x="68097" y="716678"/>
                  </a:lnTo>
                  <a:lnTo>
                    <a:pt x="52244" y="731535"/>
                  </a:lnTo>
                  <a:lnTo>
                    <a:pt x="28747" y="741558"/>
                  </a:lnTo>
                  <a:lnTo>
                    <a:pt x="0" y="745236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1222247" y="2168651"/>
              <a:ext cx="3629405" cy="134340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4" name="Google Shape;264;p13"/>
          <p:cNvSpPr/>
          <p:nvPr/>
        </p:nvSpPr>
        <p:spPr>
          <a:xfrm>
            <a:off x="5141983" y="3092222"/>
            <a:ext cx="503675" cy="12875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5" name="Google Shape;265;p13"/>
          <p:cNvSpPr/>
          <p:nvPr/>
        </p:nvSpPr>
        <p:spPr>
          <a:xfrm>
            <a:off x="554736" y="1449324"/>
            <a:ext cx="1914906" cy="18973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6" name="Google Shape;266;p13"/>
          <p:cNvSpPr/>
          <p:nvPr/>
        </p:nvSpPr>
        <p:spPr>
          <a:xfrm>
            <a:off x="847344" y="2122932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7" name="Google Shape;267;p13"/>
          <p:cNvSpPr txBox="1"/>
          <p:nvPr/>
        </p:nvSpPr>
        <p:spPr>
          <a:xfrm>
            <a:off x="913891" y="2123948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1223772" y="3788664"/>
            <a:ext cx="1344295" cy="658495"/>
          </a:xfrm>
          <a:custGeom>
            <a:rect b="b" l="l" r="r" t="t"/>
            <a:pathLst>
              <a:path extrusionOk="0" h="658495" w="1344295">
                <a:moveTo>
                  <a:pt x="1344167" y="0"/>
                </a:moveTo>
                <a:lnTo>
                  <a:pt x="0" y="0"/>
                </a:lnTo>
                <a:lnTo>
                  <a:pt x="0" y="658368"/>
                </a:lnTo>
                <a:lnTo>
                  <a:pt x="1344167" y="658368"/>
                </a:lnTo>
                <a:lnTo>
                  <a:pt x="1344167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9" name="Google Shape;269;p13"/>
          <p:cNvSpPr txBox="1"/>
          <p:nvPr/>
        </p:nvSpPr>
        <p:spPr>
          <a:xfrm>
            <a:off x="1396619" y="3943603"/>
            <a:ext cx="35052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1791208" y="4093971"/>
            <a:ext cx="603885" cy="13970"/>
          </a:xfrm>
          <a:custGeom>
            <a:rect b="b" l="l" r="r" t="t"/>
            <a:pathLst>
              <a:path extrusionOk="0" h="13970" w="603885">
                <a:moveTo>
                  <a:pt x="225539" y="0"/>
                </a:moveTo>
                <a:lnTo>
                  <a:pt x="0" y="0"/>
                </a:lnTo>
                <a:lnTo>
                  <a:pt x="0" y="13716"/>
                </a:lnTo>
                <a:lnTo>
                  <a:pt x="225539" y="13716"/>
                </a:lnTo>
                <a:lnTo>
                  <a:pt x="225539" y="0"/>
                </a:lnTo>
                <a:close/>
              </a:path>
              <a:path extrusionOk="0" h="13970" w="603885">
                <a:moveTo>
                  <a:pt x="603504" y="0"/>
                </a:moveTo>
                <a:lnTo>
                  <a:pt x="490728" y="0"/>
                </a:lnTo>
                <a:lnTo>
                  <a:pt x="490728" y="13716"/>
                </a:lnTo>
                <a:lnTo>
                  <a:pt x="603504" y="13716"/>
                </a:lnTo>
                <a:lnTo>
                  <a:pt x="603504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1" name="Google Shape;271;p13"/>
          <p:cNvSpPr txBox="1"/>
          <p:nvPr/>
        </p:nvSpPr>
        <p:spPr>
          <a:xfrm>
            <a:off x="2073529" y="3943603"/>
            <a:ext cx="16446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1791589" y="3789679"/>
            <a:ext cx="6159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27	3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1791589" y="4079240"/>
            <a:ext cx="6159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36	4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/>
          <p:nvPr/>
        </p:nvSpPr>
        <p:spPr>
          <a:xfrm>
            <a:off x="9388002" y="6524434"/>
            <a:ext cx="6155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9" name="Google Shape;279;p1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0" name="Google Shape;280;p1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1" name="Google Shape;281;p14"/>
          <p:cNvSpPr txBox="1"/>
          <p:nvPr/>
        </p:nvSpPr>
        <p:spPr>
          <a:xfrm>
            <a:off x="437489" y="431419"/>
            <a:ext cx="227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54736" y="1449324"/>
            <a:ext cx="2658618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4" name="Google Shape;284;p14"/>
          <p:cNvSpPr/>
          <p:nvPr/>
        </p:nvSpPr>
        <p:spPr>
          <a:xfrm>
            <a:off x="679704" y="1804403"/>
            <a:ext cx="3551682" cy="76125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" name="Google Shape;285;p14"/>
          <p:cNvSpPr/>
          <p:nvPr/>
        </p:nvSpPr>
        <p:spPr>
          <a:xfrm>
            <a:off x="679704" y="3706367"/>
            <a:ext cx="2260854" cy="16230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6" name="Google Shape;286;p14"/>
          <p:cNvSpPr/>
          <p:nvPr/>
        </p:nvSpPr>
        <p:spPr>
          <a:xfrm>
            <a:off x="4108703" y="2746248"/>
            <a:ext cx="1685925" cy="654050"/>
          </a:xfrm>
          <a:custGeom>
            <a:rect b="b" l="l" r="r" t="t"/>
            <a:pathLst>
              <a:path extrusionOk="0" h="654050" w="1685925">
                <a:moveTo>
                  <a:pt x="1685544" y="0"/>
                </a:moveTo>
                <a:lnTo>
                  <a:pt x="0" y="0"/>
                </a:lnTo>
                <a:lnTo>
                  <a:pt x="0" y="653796"/>
                </a:lnTo>
                <a:lnTo>
                  <a:pt x="1685544" y="653796"/>
                </a:lnTo>
                <a:lnTo>
                  <a:pt x="1685544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7" name="Google Shape;287;p14"/>
          <p:cNvSpPr txBox="1"/>
          <p:nvPr/>
        </p:nvSpPr>
        <p:spPr>
          <a:xfrm>
            <a:off x="4284217" y="2899029"/>
            <a:ext cx="103378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𝑃(𝐴) = lim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5388736" y="3049777"/>
            <a:ext cx="230504" cy="13970"/>
          </a:xfrm>
          <a:custGeom>
            <a:rect b="b" l="l" r="r" t="t"/>
            <a:pathLst>
              <a:path extrusionOk="0" h="13969" w="230504">
                <a:moveTo>
                  <a:pt x="230124" y="0"/>
                </a:moveTo>
                <a:lnTo>
                  <a:pt x="0" y="0"/>
                </a:lnTo>
                <a:lnTo>
                  <a:pt x="0" y="13715"/>
                </a:lnTo>
                <a:lnTo>
                  <a:pt x="230124" y="13715"/>
                </a:lnTo>
                <a:lnTo>
                  <a:pt x="230124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9" name="Google Shape;289;p14"/>
          <p:cNvSpPr txBox="1"/>
          <p:nvPr/>
        </p:nvSpPr>
        <p:spPr>
          <a:xfrm>
            <a:off x="5364098" y="2745104"/>
            <a:ext cx="28194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𝑁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𝐴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4"/>
          <p:cNvSpPr txBox="1"/>
          <p:nvPr/>
        </p:nvSpPr>
        <p:spPr>
          <a:xfrm>
            <a:off x="4978019" y="3034664"/>
            <a:ext cx="61087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𝑁→∞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𝑁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>
            <a:off x="4315967" y="4146803"/>
            <a:ext cx="1271270" cy="655320"/>
            <a:chOff x="4315967" y="4146803"/>
            <a:chExt cx="1271270" cy="655320"/>
          </a:xfrm>
        </p:grpSpPr>
        <p:sp>
          <p:nvSpPr>
            <p:cNvPr id="292" name="Google Shape;292;p14"/>
            <p:cNvSpPr/>
            <p:nvPr/>
          </p:nvSpPr>
          <p:spPr>
            <a:xfrm>
              <a:off x="4315967" y="4146803"/>
              <a:ext cx="1271270" cy="655320"/>
            </a:xfrm>
            <a:custGeom>
              <a:rect b="b" l="l" r="r" t="t"/>
              <a:pathLst>
                <a:path extrusionOk="0" h="655320" w="1271270">
                  <a:moveTo>
                    <a:pt x="1271015" y="0"/>
                  </a:moveTo>
                  <a:lnTo>
                    <a:pt x="0" y="0"/>
                  </a:lnTo>
                  <a:lnTo>
                    <a:pt x="0" y="655320"/>
                  </a:lnTo>
                  <a:lnTo>
                    <a:pt x="1271015" y="655320"/>
                  </a:lnTo>
                  <a:lnTo>
                    <a:pt x="127101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4636643" y="4364354"/>
              <a:ext cx="776605" cy="187960"/>
            </a:xfrm>
            <a:custGeom>
              <a:rect b="b" l="l" r="r" t="t"/>
              <a:pathLst>
                <a:path extrusionOk="0" h="187960" w="776604">
                  <a:moveTo>
                    <a:pt x="62484" y="7620"/>
                  </a:moveTo>
                  <a:lnTo>
                    <a:pt x="59817" y="0"/>
                  </a:lnTo>
                  <a:lnTo>
                    <a:pt x="46240" y="4914"/>
                  </a:lnTo>
                  <a:lnTo>
                    <a:pt x="34315" y="12026"/>
                  </a:lnTo>
                  <a:lnTo>
                    <a:pt x="8724" y="46151"/>
                  </a:lnTo>
                  <a:lnTo>
                    <a:pt x="0" y="93853"/>
                  </a:lnTo>
                  <a:lnTo>
                    <a:pt x="952" y="111099"/>
                  </a:lnTo>
                  <a:lnTo>
                    <a:pt x="15367" y="154813"/>
                  </a:lnTo>
                  <a:lnTo>
                    <a:pt x="46189" y="182803"/>
                  </a:lnTo>
                  <a:lnTo>
                    <a:pt x="59817" y="187706"/>
                  </a:lnTo>
                  <a:lnTo>
                    <a:pt x="62230" y="180086"/>
                  </a:lnTo>
                  <a:lnTo>
                    <a:pt x="51523" y="175348"/>
                  </a:lnTo>
                  <a:lnTo>
                    <a:pt x="42303" y="168757"/>
                  </a:lnTo>
                  <a:lnTo>
                    <a:pt x="19900" y="124472"/>
                  </a:lnTo>
                  <a:lnTo>
                    <a:pt x="17145" y="92837"/>
                  </a:lnTo>
                  <a:lnTo>
                    <a:pt x="17830" y="76873"/>
                  </a:lnTo>
                  <a:lnTo>
                    <a:pt x="28194" y="37338"/>
                  </a:lnTo>
                  <a:lnTo>
                    <a:pt x="51689" y="12344"/>
                  </a:lnTo>
                  <a:lnTo>
                    <a:pt x="62484" y="7620"/>
                  </a:lnTo>
                  <a:close/>
                </a:path>
                <a:path extrusionOk="0" h="187960" w="776604">
                  <a:moveTo>
                    <a:pt x="261874" y="93853"/>
                  </a:moveTo>
                  <a:lnTo>
                    <a:pt x="253136" y="46151"/>
                  </a:lnTo>
                  <a:lnTo>
                    <a:pt x="227482" y="12026"/>
                  </a:lnTo>
                  <a:lnTo>
                    <a:pt x="201930" y="0"/>
                  </a:lnTo>
                  <a:lnTo>
                    <a:pt x="199263" y="7620"/>
                  </a:lnTo>
                  <a:lnTo>
                    <a:pt x="210121" y="12344"/>
                  </a:lnTo>
                  <a:lnTo>
                    <a:pt x="219468" y="18859"/>
                  </a:lnTo>
                  <a:lnTo>
                    <a:pt x="241960" y="62280"/>
                  </a:lnTo>
                  <a:lnTo>
                    <a:pt x="244729" y="92837"/>
                  </a:lnTo>
                  <a:lnTo>
                    <a:pt x="244030" y="109423"/>
                  </a:lnTo>
                  <a:lnTo>
                    <a:pt x="233553" y="149987"/>
                  </a:lnTo>
                  <a:lnTo>
                    <a:pt x="199644" y="180086"/>
                  </a:lnTo>
                  <a:lnTo>
                    <a:pt x="201930" y="187706"/>
                  </a:lnTo>
                  <a:lnTo>
                    <a:pt x="237820" y="166370"/>
                  </a:lnTo>
                  <a:lnTo>
                    <a:pt x="257975" y="127000"/>
                  </a:lnTo>
                  <a:lnTo>
                    <a:pt x="260896" y="111099"/>
                  </a:lnTo>
                  <a:lnTo>
                    <a:pt x="261874" y="93853"/>
                  </a:lnTo>
                  <a:close/>
                </a:path>
                <a:path extrusionOk="0" h="187960" w="776604">
                  <a:moveTo>
                    <a:pt x="776224" y="86614"/>
                  </a:moveTo>
                  <a:lnTo>
                    <a:pt x="546100" y="86614"/>
                  </a:lnTo>
                  <a:lnTo>
                    <a:pt x="546100" y="100330"/>
                  </a:lnTo>
                  <a:lnTo>
                    <a:pt x="776224" y="100330"/>
                  </a:lnTo>
                  <a:lnTo>
                    <a:pt x="776224" y="8661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4" name="Google Shape;294;p14"/>
          <p:cNvSpPr txBox="1"/>
          <p:nvPr/>
        </p:nvSpPr>
        <p:spPr>
          <a:xfrm>
            <a:off x="4315967" y="4146803"/>
            <a:ext cx="127127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867410" marR="0" rtl="0" algn="l">
              <a:lnSpc>
                <a:spcPct val="90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𝑁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𝐴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  <a:p>
            <a:pPr indent="0" lvl="0" marL="172085" marR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	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905510" marR="0" rtl="0" algn="l">
              <a:lnSpc>
                <a:spcPct val="9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𝑁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/>
          <p:nvPr/>
        </p:nvSpPr>
        <p:spPr>
          <a:xfrm>
            <a:off x="9381798" y="6524434"/>
            <a:ext cx="60143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" name="Google Shape;300;p1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1" name="Google Shape;301;p1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2" name="Google Shape;302;p15"/>
          <p:cNvSpPr txBox="1"/>
          <p:nvPr/>
        </p:nvSpPr>
        <p:spPr>
          <a:xfrm>
            <a:off x="437489" y="431419"/>
            <a:ext cx="227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554736" y="1449324"/>
            <a:ext cx="2658618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5" name="Google Shape;305;p15"/>
          <p:cNvSpPr/>
          <p:nvPr/>
        </p:nvSpPr>
        <p:spPr>
          <a:xfrm>
            <a:off x="847344" y="1772411"/>
            <a:ext cx="289560" cy="222885"/>
          </a:xfrm>
          <a:custGeom>
            <a:rect b="b" l="l" r="r" t="t"/>
            <a:pathLst>
              <a:path extrusionOk="0" h="222885" w="289559">
                <a:moveTo>
                  <a:pt x="252475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20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2475" y="222503"/>
                </a:lnTo>
                <a:lnTo>
                  <a:pt x="266912" y="219584"/>
                </a:lnTo>
                <a:lnTo>
                  <a:pt x="278699" y="211629"/>
                </a:lnTo>
                <a:lnTo>
                  <a:pt x="286646" y="199840"/>
                </a:lnTo>
                <a:lnTo>
                  <a:pt x="289559" y="185420"/>
                </a:lnTo>
                <a:lnTo>
                  <a:pt x="289559" y="37084"/>
                </a:lnTo>
                <a:lnTo>
                  <a:pt x="286646" y="22663"/>
                </a:lnTo>
                <a:lnTo>
                  <a:pt x="278699" y="10874"/>
                </a:lnTo>
                <a:lnTo>
                  <a:pt x="266912" y="2919"/>
                </a:lnTo>
                <a:lnTo>
                  <a:pt x="25247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6" name="Google Shape;306;p15"/>
          <p:cNvSpPr txBox="1"/>
          <p:nvPr/>
        </p:nvSpPr>
        <p:spPr>
          <a:xfrm>
            <a:off x="913891" y="1772538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1239011" y="1816582"/>
            <a:ext cx="3929634" cy="45951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8" name="Google Shape;308;p15"/>
          <p:cNvSpPr/>
          <p:nvPr/>
        </p:nvSpPr>
        <p:spPr>
          <a:xfrm>
            <a:off x="847344" y="3486911"/>
            <a:ext cx="289560" cy="222885"/>
          </a:xfrm>
          <a:custGeom>
            <a:rect b="b" l="l" r="r" t="t"/>
            <a:pathLst>
              <a:path extrusionOk="0" h="222885" w="289559">
                <a:moveTo>
                  <a:pt x="252475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19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4"/>
                </a:lnTo>
                <a:lnTo>
                  <a:pt x="252475" y="222504"/>
                </a:lnTo>
                <a:lnTo>
                  <a:pt x="266912" y="219584"/>
                </a:lnTo>
                <a:lnTo>
                  <a:pt x="278699" y="211629"/>
                </a:lnTo>
                <a:lnTo>
                  <a:pt x="286646" y="199840"/>
                </a:lnTo>
                <a:lnTo>
                  <a:pt x="289559" y="185419"/>
                </a:lnTo>
                <a:lnTo>
                  <a:pt x="289559" y="37084"/>
                </a:lnTo>
                <a:lnTo>
                  <a:pt x="286646" y="22663"/>
                </a:lnTo>
                <a:lnTo>
                  <a:pt x="278699" y="10874"/>
                </a:lnTo>
                <a:lnTo>
                  <a:pt x="266912" y="2919"/>
                </a:lnTo>
                <a:lnTo>
                  <a:pt x="25247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9" name="Google Shape;309;p15"/>
          <p:cNvSpPr txBox="1"/>
          <p:nvPr/>
        </p:nvSpPr>
        <p:spPr>
          <a:xfrm>
            <a:off x="913891" y="3487292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1223772" y="3531082"/>
            <a:ext cx="4542282" cy="45951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1" name="Google Shape;311;p15"/>
          <p:cNvSpPr/>
          <p:nvPr/>
        </p:nvSpPr>
        <p:spPr>
          <a:xfrm>
            <a:off x="1228344" y="2426207"/>
            <a:ext cx="1870075" cy="657225"/>
          </a:xfrm>
          <a:custGeom>
            <a:rect b="b" l="l" r="r" t="t"/>
            <a:pathLst>
              <a:path extrusionOk="0" h="657225" w="1870075">
                <a:moveTo>
                  <a:pt x="1869948" y="0"/>
                </a:moveTo>
                <a:lnTo>
                  <a:pt x="0" y="0"/>
                </a:lnTo>
                <a:lnTo>
                  <a:pt x="0" y="656844"/>
                </a:lnTo>
                <a:lnTo>
                  <a:pt x="1869948" y="656844"/>
                </a:lnTo>
                <a:lnTo>
                  <a:pt x="1869948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2" name="Google Shape;312;p15"/>
          <p:cNvSpPr txBox="1"/>
          <p:nvPr/>
        </p:nvSpPr>
        <p:spPr>
          <a:xfrm>
            <a:off x="1388363" y="2579877"/>
            <a:ext cx="35052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1782952" y="2730754"/>
            <a:ext cx="451484" cy="13970"/>
          </a:xfrm>
          <a:custGeom>
            <a:rect b="b" l="l" r="r" t="t"/>
            <a:pathLst>
              <a:path extrusionOk="0" h="13969" w="451485">
                <a:moveTo>
                  <a:pt x="451104" y="0"/>
                </a:moveTo>
                <a:lnTo>
                  <a:pt x="0" y="0"/>
                </a:lnTo>
                <a:lnTo>
                  <a:pt x="0" y="13716"/>
                </a:lnTo>
                <a:lnTo>
                  <a:pt x="451104" y="13716"/>
                </a:lnTo>
                <a:lnTo>
                  <a:pt x="451104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4" name="Google Shape;314;p15"/>
          <p:cNvSpPr txBox="1"/>
          <p:nvPr/>
        </p:nvSpPr>
        <p:spPr>
          <a:xfrm>
            <a:off x="1783079" y="2379998"/>
            <a:ext cx="465455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0" lvl="0" marL="565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980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"/>
          <p:cNvSpPr txBox="1"/>
          <p:nvPr/>
        </p:nvSpPr>
        <p:spPr>
          <a:xfrm>
            <a:off x="2290826" y="2579877"/>
            <a:ext cx="60134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0.98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15"/>
          <p:cNvGrpSpPr/>
          <p:nvPr/>
        </p:nvGrpSpPr>
        <p:grpSpPr>
          <a:xfrm>
            <a:off x="1228344" y="4149852"/>
            <a:ext cx="2451100" cy="662940"/>
            <a:chOff x="1228344" y="4149852"/>
            <a:chExt cx="2451100" cy="662940"/>
          </a:xfrm>
        </p:grpSpPr>
        <p:sp>
          <p:nvSpPr>
            <p:cNvPr id="317" name="Google Shape;317;p15"/>
            <p:cNvSpPr/>
            <p:nvPr/>
          </p:nvSpPr>
          <p:spPr>
            <a:xfrm>
              <a:off x="1228344" y="4149852"/>
              <a:ext cx="2451100" cy="662940"/>
            </a:xfrm>
            <a:custGeom>
              <a:rect b="b" l="l" r="r" t="t"/>
              <a:pathLst>
                <a:path extrusionOk="0" h="662939" w="2451100">
                  <a:moveTo>
                    <a:pt x="2450592" y="0"/>
                  </a:moveTo>
                  <a:lnTo>
                    <a:pt x="0" y="0"/>
                  </a:lnTo>
                  <a:lnTo>
                    <a:pt x="0" y="662940"/>
                  </a:lnTo>
                  <a:lnTo>
                    <a:pt x="2450592" y="662940"/>
                  </a:lnTo>
                  <a:lnTo>
                    <a:pt x="245059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1769237" y="4460875"/>
              <a:ext cx="1694814" cy="13970"/>
            </a:xfrm>
            <a:custGeom>
              <a:rect b="b" l="l" r="r" t="t"/>
              <a:pathLst>
                <a:path extrusionOk="0" h="13970" w="1694814">
                  <a:moveTo>
                    <a:pt x="563880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563880" y="13716"/>
                  </a:lnTo>
                  <a:lnTo>
                    <a:pt x="563880" y="0"/>
                  </a:lnTo>
                  <a:close/>
                </a:path>
                <a:path extrusionOk="0" h="13970" w="1694814">
                  <a:moveTo>
                    <a:pt x="1694688" y="0"/>
                  </a:moveTo>
                  <a:lnTo>
                    <a:pt x="1581912" y="0"/>
                  </a:lnTo>
                  <a:lnTo>
                    <a:pt x="1581912" y="13716"/>
                  </a:lnTo>
                  <a:lnTo>
                    <a:pt x="1694688" y="13716"/>
                  </a:lnTo>
                  <a:lnTo>
                    <a:pt x="1694688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9" name="Google Shape;319;p15"/>
          <p:cNvSpPr txBox="1"/>
          <p:nvPr/>
        </p:nvSpPr>
        <p:spPr>
          <a:xfrm>
            <a:off x="1228344" y="4149852"/>
            <a:ext cx="2451100" cy="662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50">
            <a:spAutoFit/>
          </a:bodyPr>
          <a:lstStyle/>
          <a:p>
            <a:pPr indent="0" lvl="0" marL="596900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1650	1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44780" marR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=	= 0.165 ≈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540385" marR="0" rtl="0" algn="l">
              <a:lnSpc>
                <a:spcPct val="9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10000	6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"/>
          <p:cNvSpPr/>
          <p:nvPr/>
        </p:nvSpPr>
        <p:spPr>
          <a:xfrm>
            <a:off x="9381907" y="6524434"/>
            <a:ext cx="6155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5" name="Google Shape;325;p1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6" name="Google Shape;326;p1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7" name="Google Shape;327;p16"/>
          <p:cNvSpPr txBox="1"/>
          <p:nvPr/>
        </p:nvSpPr>
        <p:spPr>
          <a:xfrm>
            <a:off x="437489" y="431419"/>
            <a:ext cx="227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1.1. Probability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452627" y="1440154"/>
            <a:ext cx="3208782" cy="30558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" name="Google Shape;330;p16"/>
          <p:cNvSpPr/>
          <p:nvPr/>
        </p:nvSpPr>
        <p:spPr>
          <a:xfrm>
            <a:off x="554736" y="1921764"/>
            <a:ext cx="3603498" cy="1943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1" name="Google Shape;331;p16"/>
          <p:cNvSpPr/>
          <p:nvPr/>
        </p:nvSpPr>
        <p:spPr>
          <a:xfrm>
            <a:off x="554736" y="4131564"/>
            <a:ext cx="5764530" cy="19583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32" name="Google Shape;332;p16"/>
          <p:cNvGrpSpPr/>
          <p:nvPr/>
        </p:nvGrpSpPr>
        <p:grpSpPr>
          <a:xfrm>
            <a:off x="4184903" y="2232660"/>
            <a:ext cx="1533525" cy="1569720"/>
            <a:chOff x="4184903" y="2232660"/>
            <a:chExt cx="1533525" cy="1569720"/>
          </a:xfrm>
        </p:grpSpPr>
        <p:sp>
          <p:nvSpPr>
            <p:cNvPr id="333" name="Google Shape;333;p16"/>
            <p:cNvSpPr/>
            <p:nvPr/>
          </p:nvSpPr>
          <p:spPr>
            <a:xfrm>
              <a:off x="4184903" y="2232660"/>
              <a:ext cx="1533525" cy="1569720"/>
            </a:xfrm>
            <a:custGeom>
              <a:rect b="b" l="l" r="r" t="t"/>
              <a:pathLst>
                <a:path extrusionOk="0" h="1569720" w="1533525">
                  <a:moveTo>
                    <a:pt x="1533144" y="0"/>
                  </a:moveTo>
                  <a:lnTo>
                    <a:pt x="0" y="0"/>
                  </a:lnTo>
                  <a:lnTo>
                    <a:pt x="0" y="1569720"/>
                  </a:lnTo>
                  <a:lnTo>
                    <a:pt x="1533144" y="1569720"/>
                  </a:lnTo>
                  <a:lnTo>
                    <a:pt x="153314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4704333" y="2988437"/>
              <a:ext cx="243586" cy="187705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4689093" y="3476117"/>
              <a:ext cx="275590" cy="187960"/>
            </a:xfrm>
            <a:custGeom>
              <a:rect b="b" l="l" r="r" t="t"/>
              <a:pathLst>
                <a:path extrusionOk="0" h="187960" w="275589">
                  <a:moveTo>
                    <a:pt x="215645" y="0"/>
                  </a:moveTo>
                  <a:lnTo>
                    <a:pt x="212978" y="7620"/>
                  </a:lnTo>
                  <a:lnTo>
                    <a:pt x="223839" y="12334"/>
                  </a:lnTo>
                  <a:lnTo>
                    <a:pt x="233187" y="18859"/>
                  </a:lnTo>
                  <a:lnTo>
                    <a:pt x="255682" y="62293"/>
                  </a:lnTo>
                  <a:lnTo>
                    <a:pt x="258444" y="92963"/>
                  </a:lnTo>
                  <a:lnTo>
                    <a:pt x="257752" y="109535"/>
                  </a:lnTo>
                  <a:lnTo>
                    <a:pt x="247268" y="149987"/>
                  </a:lnTo>
                  <a:lnTo>
                    <a:pt x="213359" y="180086"/>
                  </a:lnTo>
                  <a:lnTo>
                    <a:pt x="215645" y="187706"/>
                  </a:lnTo>
                  <a:lnTo>
                    <a:pt x="251525" y="166417"/>
                  </a:lnTo>
                  <a:lnTo>
                    <a:pt x="271700" y="127127"/>
                  </a:lnTo>
                  <a:lnTo>
                    <a:pt x="275589" y="93980"/>
                  </a:lnTo>
                  <a:lnTo>
                    <a:pt x="274615" y="76737"/>
                  </a:lnTo>
                  <a:lnTo>
                    <a:pt x="260095" y="32893"/>
                  </a:lnTo>
                  <a:lnTo>
                    <a:pt x="229270" y="4907"/>
                  </a:lnTo>
                  <a:lnTo>
                    <a:pt x="215645" y="0"/>
                  </a:lnTo>
                  <a:close/>
                </a:path>
                <a:path extrusionOk="0" h="187960" w="275589">
                  <a:moveTo>
                    <a:pt x="59816" y="0"/>
                  </a:moveTo>
                  <a:lnTo>
                    <a:pt x="24062" y="21341"/>
                  </a:lnTo>
                  <a:lnTo>
                    <a:pt x="3889" y="60817"/>
                  </a:lnTo>
                  <a:lnTo>
                    <a:pt x="0" y="93980"/>
                  </a:lnTo>
                  <a:lnTo>
                    <a:pt x="954" y="111220"/>
                  </a:lnTo>
                  <a:lnTo>
                    <a:pt x="15366" y="154940"/>
                  </a:lnTo>
                  <a:lnTo>
                    <a:pt x="46174" y="182800"/>
                  </a:lnTo>
                  <a:lnTo>
                    <a:pt x="59816" y="187706"/>
                  </a:lnTo>
                  <a:lnTo>
                    <a:pt x="62229" y="180086"/>
                  </a:lnTo>
                  <a:lnTo>
                    <a:pt x="51536" y="175347"/>
                  </a:lnTo>
                  <a:lnTo>
                    <a:pt x="42306" y="168751"/>
                  </a:lnTo>
                  <a:lnTo>
                    <a:pt x="19907" y="124571"/>
                  </a:lnTo>
                  <a:lnTo>
                    <a:pt x="17144" y="92963"/>
                  </a:lnTo>
                  <a:lnTo>
                    <a:pt x="17835" y="76914"/>
                  </a:lnTo>
                  <a:lnTo>
                    <a:pt x="28193" y="37337"/>
                  </a:lnTo>
                  <a:lnTo>
                    <a:pt x="62483" y="7620"/>
                  </a:lnTo>
                  <a:lnTo>
                    <a:pt x="59816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36" name="Google Shape;336;p16"/>
          <p:cNvSpPr txBox="1"/>
          <p:nvPr/>
        </p:nvSpPr>
        <p:spPr>
          <a:xfrm>
            <a:off x="4184903" y="2232660"/>
            <a:ext cx="1533525" cy="156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≤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𝑃(𝐴) ≤ 1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𝑆	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𝜙	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3825240" y="4536947"/>
            <a:ext cx="2252980" cy="5842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𝑝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𝑝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⋯ + 𝑝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𝑁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" name="Google Shape;343;p17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4" name="Google Shape;344;p17"/>
          <p:cNvSpPr/>
          <p:nvPr/>
        </p:nvSpPr>
        <p:spPr>
          <a:xfrm>
            <a:off x="9392704" y="6524434"/>
            <a:ext cx="58380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" name="Google Shape;345;p1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6" name="Google Shape;346;p1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7" name="Google Shape;347;p17"/>
          <p:cNvSpPr/>
          <p:nvPr/>
        </p:nvSpPr>
        <p:spPr>
          <a:xfrm>
            <a:off x="1019555" y="3220199"/>
            <a:ext cx="5141214" cy="4076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8" name="Google Shape;348;p17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9" name="Google Shape;349;p17"/>
          <p:cNvSpPr/>
          <p:nvPr/>
        </p:nvSpPr>
        <p:spPr>
          <a:xfrm>
            <a:off x="1050036" y="3956303"/>
            <a:ext cx="2757678" cy="144551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/>
          <p:nvPr/>
        </p:nvSpPr>
        <p:spPr>
          <a:xfrm>
            <a:off x="9381907" y="6524434"/>
            <a:ext cx="6155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5" name="Google Shape;355;p1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6" name="Google Shape;356;p1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7" name="Google Shape;357;p18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8" name="Google Shape;358;p1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473963" y="1443177"/>
            <a:ext cx="2212086" cy="30256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0" name="Google Shape;360;p18"/>
          <p:cNvSpPr/>
          <p:nvPr/>
        </p:nvSpPr>
        <p:spPr>
          <a:xfrm>
            <a:off x="681227" y="2324100"/>
            <a:ext cx="1745742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1" name="Google Shape;361;p18"/>
          <p:cNvSpPr/>
          <p:nvPr/>
        </p:nvSpPr>
        <p:spPr>
          <a:xfrm>
            <a:off x="6950964" y="2865120"/>
            <a:ext cx="698753" cy="14706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62" name="Google Shape;362;p18"/>
          <p:cNvGrpSpPr/>
          <p:nvPr/>
        </p:nvGrpSpPr>
        <p:grpSpPr>
          <a:xfrm>
            <a:off x="4087367" y="3680460"/>
            <a:ext cx="1728470" cy="1080770"/>
            <a:chOff x="4087367" y="3680460"/>
            <a:chExt cx="1728470" cy="1080770"/>
          </a:xfrm>
        </p:grpSpPr>
        <p:sp>
          <p:nvSpPr>
            <p:cNvPr id="363" name="Google Shape;363;p18"/>
            <p:cNvSpPr/>
            <p:nvPr/>
          </p:nvSpPr>
          <p:spPr>
            <a:xfrm>
              <a:off x="4735067" y="3680460"/>
              <a:ext cx="1080770" cy="1080770"/>
            </a:xfrm>
            <a:custGeom>
              <a:rect b="b" l="l" r="r" t="t"/>
              <a:pathLst>
                <a:path extrusionOk="0" h="1080770" w="1080770">
                  <a:moveTo>
                    <a:pt x="540258" y="0"/>
                  </a:moveTo>
                  <a:lnTo>
                    <a:pt x="491091" y="2208"/>
                  </a:lnTo>
                  <a:lnTo>
                    <a:pt x="443159" y="8706"/>
                  </a:lnTo>
                  <a:lnTo>
                    <a:pt x="396654" y="19302"/>
                  </a:lnTo>
                  <a:lnTo>
                    <a:pt x="351765" y="33806"/>
                  </a:lnTo>
                  <a:lnTo>
                    <a:pt x="308685" y="52026"/>
                  </a:lnTo>
                  <a:lnTo>
                    <a:pt x="267603" y="73772"/>
                  </a:lnTo>
                  <a:lnTo>
                    <a:pt x="228710" y="98854"/>
                  </a:lnTo>
                  <a:lnTo>
                    <a:pt x="192198" y="127079"/>
                  </a:lnTo>
                  <a:lnTo>
                    <a:pt x="158257" y="158257"/>
                  </a:lnTo>
                  <a:lnTo>
                    <a:pt x="127079" y="192198"/>
                  </a:lnTo>
                  <a:lnTo>
                    <a:pt x="98854" y="228710"/>
                  </a:lnTo>
                  <a:lnTo>
                    <a:pt x="73772" y="267603"/>
                  </a:lnTo>
                  <a:lnTo>
                    <a:pt x="52026" y="308685"/>
                  </a:lnTo>
                  <a:lnTo>
                    <a:pt x="33806" y="351765"/>
                  </a:lnTo>
                  <a:lnTo>
                    <a:pt x="19302" y="396654"/>
                  </a:lnTo>
                  <a:lnTo>
                    <a:pt x="8706" y="443159"/>
                  </a:lnTo>
                  <a:lnTo>
                    <a:pt x="2208" y="491091"/>
                  </a:lnTo>
                  <a:lnTo>
                    <a:pt x="0" y="540257"/>
                  </a:lnTo>
                  <a:lnTo>
                    <a:pt x="2208" y="589424"/>
                  </a:lnTo>
                  <a:lnTo>
                    <a:pt x="8706" y="637356"/>
                  </a:lnTo>
                  <a:lnTo>
                    <a:pt x="19302" y="683861"/>
                  </a:lnTo>
                  <a:lnTo>
                    <a:pt x="33806" y="728750"/>
                  </a:lnTo>
                  <a:lnTo>
                    <a:pt x="52026" y="771830"/>
                  </a:lnTo>
                  <a:lnTo>
                    <a:pt x="73772" y="812912"/>
                  </a:lnTo>
                  <a:lnTo>
                    <a:pt x="98854" y="851805"/>
                  </a:lnTo>
                  <a:lnTo>
                    <a:pt x="127079" y="888317"/>
                  </a:lnTo>
                  <a:lnTo>
                    <a:pt x="158257" y="922258"/>
                  </a:lnTo>
                  <a:lnTo>
                    <a:pt x="192198" y="953436"/>
                  </a:lnTo>
                  <a:lnTo>
                    <a:pt x="228710" y="981661"/>
                  </a:lnTo>
                  <a:lnTo>
                    <a:pt x="267603" y="1006743"/>
                  </a:lnTo>
                  <a:lnTo>
                    <a:pt x="308685" y="1028489"/>
                  </a:lnTo>
                  <a:lnTo>
                    <a:pt x="351765" y="1046709"/>
                  </a:lnTo>
                  <a:lnTo>
                    <a:pt x="396654" y="1061213"/>
                  </a:lnTo>
                  <a:lnTo>
                    <a:pt x="443159" y="1071809"/>
                  </a:lnTo>
                  <a:lnTo>
                    <a:pt x="491091" y="1078307"/>
                  </a:lnTo>
                  <a:lnTo>
                    <a:pt x="540258" y="1080515"/>
                  </a:lnTo>
                  <a:lnTo>
                    <a:pt x="589424" y="1078307"/>
                  </a:lnTo>
                  <a:lnTo>
                    <a:pt x="637356" y="1071809"/>
                  </a:lnTo>
                  <a:lnTo>
                    <a:pt x="683861" y="1061213"/>
                  </a:lnTo>
                  <a:lnTo>
                    <a:pt x="728750" y="1046709"/>
                  </a:lnTo>
                  <a:lnTo>
                    <a:pt x="771830" y="1028489"/>
                  </a:lnTo>
                  <a:lnTo>
                    <a:pt x="812912" y="1006743"/>
                  </a:lnTo>
                  <a:lnTo>
                    <a:pt x="851805" y="981661"/>
                  </a:lnTo>
                  <a:lnTo>
                    <a:pt x="888317" y="953436"/>
                  </a:lnTo>
                  <a:lnTo>
                    <a:pt x="922258" y="922258"/>
                  </a:lnTo>
                  <a:lnTo>
                    <a:pt x="953436" y="888317"/>
                  </a:lnTo>
                  <a:lnTo>
                    <a:pt x="981661" y="851805"/>
                  </a:lnTo>
                  <a:lnTo>
                    <a:pt x="1006743" y="812912"/>
                  </a:lnTo>
                  <a:lnTo>
                    <a:pt x="1028489" y="771830"/>
                  </a:lnTo>
                  <a:lnTo>
                    <a:pt x="1046709" y="728750"/>
                  </a:lnTo>
                  <a:lnTo>
                    <a:pt x="1061213" y="683861"/>
                  </a:lnTo>
                  <a:lnTo>
                    <a:pt x="1071809" y="637356"/>
                  </a:lnTo>
                  <a:lnTo>
                    <a:pt x="1078307" y="589424"/>
                  </a:lnTo>
                  <a:lnTo>
                    <a:pt x="1080516" y="540257"/>
                  </a:lnTo>
                  <a:lnTo>
                    <a:pt x="1078307" y="491091"/>
                  </a:lnTo>
                  <a:lnTo>
                    <a:pt x="1071809" y="443159"/>
                  </a:lnTo>
                  <a:lnTo>
                    <a:pt x="1061213" y="396654"/>
                  </a:lnTo>
                  <a:lnTo>
                    <a:pt x="1046709" y="351765"/>
                  </a:lnTo>
                  <a:lnTo>
                    <a:pt x="1028489" y="308685"/>
                  </a:lnTo>
                  <a:lnTo>
                    <a:pt x="1006743" y="267603"/>
                  </a:lnTo>
                  <a:lnTo>
                    <a:pt x="981661" y="228710"/>
                  </a:lnTo>
                  <a:lnTo>
                    <a:pt x="953436" y="192198"/>
                  </a:lnTo>
                  <a:lnTo>
                    <a:pt x="922258" y="158257"/>
                  </a:lnTo>
                  <a:lnTo>
                    <a:pt x="888317" y="127079"/>
                  </a:lnTo>
                  <a:lnTo>
                    <a:pt x="851805" y="98854"/>
                  </a:lnTo>
                  <a:lnTo>
                    <a:pt x="812912" y="73772"/>
                  </a:lnTo>
                  <a:lnTo>
                    <a:pt x="771830" y="52026"/>
                  </a:lnTo>
                  <a:lnTo>
                    <a:pt x="728750" y="33806"/>
                  </a:lnTo>
                  <a:lnTo>
                    <a:pt x="683861" y="19302"/>
                  </a:lnTo>
                  <a:lnTo>
                    <a:pt x="637356" y="8706"/>
                  </a:lnTo>
                  <a:lnTo>
                    <a:pt x="589424" y="2208"/>
                  </a:lnTo>
                  <a:lnTo>
                    <a:pt x="540258" y="0"/>
                  </a:lnTo>
                  <a:close/>
                </a:path>
              </a:pathLst>
            </a:custGeom>
            <a:solidFill>
              <a:srgbClr val="13299F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4735067" y="3680460"/>
              <a:ext cx="1080770" cy="1080770"/>
            </a:xfrm>
            <a:custGeom>
              <a:rect b="b" l="l" r="r" t="t"/>
              <a:pathLst>
                <a:path extrusionOk="0" h="1080770" w="1080770">
                  <a:moveTo>
                    <a:pt x="0" y="540257"/>
                  </a:moveTo>
                  <a:lnTo>
                    <a:pt x="2208" y="491091"/>
                  </a:lnTo>
                  <a:lnTo>
                    <a:pt x="8706" y="443159"/>
                  </a:lnTo>
                  <a:lnTo>
                    <a:pt x="19302" y="396654"/>
                  </a:lnTo>
                  <a:lnTo>
                    <a:pt x="33806" y="351765"/>
                  </a:lnTo>
                  <a:lnTo>
                    <a:pt x="52026" y="308685"/>
                  </a:lnTo>
                  <a:lnTo>
                    <a:pt x="73772" y="267603"/>
                  </a:lnTo>
                  <a:lnTo>
                    <a:pt x="98854" y="228710"/>
                  </a:lnTo>
                  <a:lnTo>
                    <a:pt x="127079" y="192198"/>
                  </a:lnTo>
                  <a:lnTo>
                    <a:pt x="158257" y="158257"/>
                  </a:lnTo>
                  <a:lnTo>
                    <a:pt x="192198" y="127079"/>
                  </a:lnTo>
                  <a:lnTo>
                    <a:pt x="228710" y="98854"/>
                  </a:lnTo>
                  <a:lnTo>
                    <a:pt x="267603" y="73772"/>
                  </a:lnTo>
                  <a:lnTo>
                    <a:pt x="308685" y="52026"/>
                  </a:lnTo>
                  <a:lnTo>
                    <a:pt x="351765" y="33806"/>
                  </a:lnTo>
                  <a:lnTo>
                    <a:pt x="396654" y="19302"/>
                  </a:lnTo>
                  <a:lnTo>
                    <a:pt x="443159" y="8706"/>
                  </a:lnTo>
                  <a:lnTo>
                    <a:pt x="491091" y="2208"/>
                  </a:lnTo>
                  <a:lnTo>
                    <a:pt x="540258" y="0"/>
                  </a:lnTo>
                  <a:lnTo>
                    <a:pt x="589424" y="2208"/>
                  </a:lnTo>
                  <a:lnTo>
                    <a:pt x="637356" y="8706"/>
                  </a:lnTo>
                  <a:lnTo>
                    <a:pt x="683861" y="19302"/>
                  </a:lnTo>
                  <a:lnTo>
                    <a:pt x="728750" y="33806"/>
                  </a:lnTo>
                  <a:lnTo>
                    <a:pt x="771830" y="52026"/>
                  </a:lnTo>
                  <a:lnTo>
                    <a:pt x="812912" y="73772"/>
                  </a:lnTo>
                  <a:lnTo>
                    <a:pt x="851805" y="98854"/>
                  </a:lnTo>
                  <a:lnTo>
                    <a:pt x="888317" y="127079"/>
                  </a:lnTo>
                  <a:lnTo>
                    <a:pt x="922258" y="158257"/>
                  </a:lnTo>
                  <a:lnTo>
                    <a:pt x="953436" y="192198"/>
                  </a:lnTo>
                  <a:lnTo>
                    <a:pt x="981661" y="228710"/>
                  </a:lnTo>
                  <a:lnTo>
                    <a:pt x="1006743" y="267603"/>
                  </a:lnTo>
                  <a:lnTo>
                    <a:pt x="1028489" y="308685"/>
                  </a:lnTo>
                  <a:lnTo>
                    <a:pt x="1046709" y="351765"/>
                  </a:lnTo>
                  <a:lnTo>
                    <a:pt x="1061213" y="396654"/>
                  </a:lnTo>
                  <a:lnTo>
                    <a:pt x="1071809" y="443159"/>
                  </a:lnTo>
                  <a:lnTo>
                    <a:pt x="1078307" y="491091"/>
                  </a:lnTo>
                  <a:lnTo>
                    <a:pt x="1080516" y="540257"/>
                  </a:lnTo>
                  <a:lnTo>
                    <a:pt x="1078307" y="589424"/>
                  </a:lnTo>
                  <a:lnTo>
                    <a:pt x="1071809" y="637356"/>
                  </a:lnTo>
                  <a:lnTo>
                    <a:pt x="1061213" y="683861"/>
                  </a:lnTo>
                  <a:lnTo>
                    <a:pt x="1046709" y="728750"/>
                  </a:lnTo>
                  <a:lnTo>
                    <a:pt x="1028489" y="771830"/>
                  </a:lnTo>
                  <a:lnTo>
                    <a:pt x="1006743" y="812912"/>
                  </a:lnTo>
                  <a:lnTo>
                    <a:pt x="981661" y="851805"/>
                  </a:lnTo>
                  <a:lnTo>
                    <a:pt x="953436" y="888317"/>
                  </a:lnTo>
                  <a:lnTo>
                    <a:pt x="922258" y="922258"/>
                  </a:lnTo>
                  <a:lnTo>
                    <a:pt x="888317" y="953436"/>
                  </a:lnTo>
                  <a:lnTo>
                    <a:pt x="851805" y="981661"/>
                  </a:lnTo>
                  <a:lnTo>
                    <a:pt x="812912" y="1006743"/>
                  </a:lnTo>
                  <a:lnTo>
                    <a:pt x="771830" y="1028489"/>
                  </a:lnTo>
                  <a:lnTo>
                    <a:pt x="728750" y="1046709"/>
                  </a:lnTo>
                  <a:lnTo>
                    <a:pt x="683861" y="1061213"/>
                  </a:lnTo>
                  <a:lnTo>
                    <a:pt x="637356" y="1071809"/>
                  </a:lnTo>
                  <a:lnTo>
                    <a:pt x="589424" y="1078307"/>
                  </a:lnTo>
                  <a:lnTo>
                    <a:pt x="540258" y="1080515"/>
                  </a:lnTo>
                  <a:lnTo>
                    <a:pt x="491091" y="1078307"/>
                  </a:lnTo>
                  <a:lnTo>
                    <a:pt x="443159" y="1071809"/>
                  </a:lnTo>
                  <a:lnTo>
                    <a:pt x="396654" y="1061213"/>
                  </a:lnTo>
                  <a:lnTo>
                    <a:pt x="351765" y="1046709"/>
                  </a:lnTo>
                  <a:lnTo>
                    <a:pt x="308685" y="1028489"/>
                  </a:lnTo>
                  <a:lnTo>
                    <a:pt x="267603" y="1006743"/>
                  </a:lnTo>
                  <a:lnTo>
                    <a:pt x="228710" y="981661"/>
                  </a:lnTo>
                  <a:lnTo>
                    <a:pt x="192198" y="953436"/>
                  </a:lnTo>
                  <a:lnTo>
                    <a:pt x="158257" y="922258"/>
                  </a:lnTo>
                  <a:lnTo>
                    <a:pt x="127079" y="888317"/>
                  </a:lnTo>
                  <a:lnTo>
                    <a:pt x="98854" y="851805"/>
                  </a:lnTo>
                  <a:lnTo>
                    <a:pt x="73772" y="812912"/>
                  </a:lnTo>
                  <a:lnTo>
                    <a:pt x="52026" y="771830"/>
                  </a:lnTo>
                  <a:lnTo>
                    <a:pt x="33806" y="728750"/>
                  </a:lnTo>
                  <a:lnTo>
                    <a:pt x="19302" y="683861"/>
                  </a:lnTo>
                  <a:lnTo>
                    <a:pt x="8706" y="637356"/>
                  </a:lnTo>
                  <a:lnTo>
                    <a:pt x="2208" y="589424"/>
                  </a:lnTo>
                  <a:lnTo>
                    <a:pt x="0" y="540257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4087367" y="3680460"/>
              <a:ext cx="1079500" cy="1080770"/>
            </a:xfrm>
            <a:custGeom>
              <a:rect b="b" l="l" r="r" t="t"/>
              <a:pathLst>
                <a:path extrusionOk="0" h="1080770" w="1079500">
                  <a:moveTo>
                    <a:pt x="539496" y="0"/>
                  </a:moveTo>
                  <a:lnTo>
                    <a:pt x="490392" y="2208"/>
                  </a:lnTo>
                  <a:lnTo>
                    <a:pt x="442524" y="8706"/>
                  </a:lnTo>
                  <a:lnTo>
                    <a:pt x="396081" y="19302"/>
                  </a:lnTo>
                  <a:lnTo>
                    <a:pt x="351253" y="33806"/>
                  </a:lnTo>
                  <a:lnTo>
                    <a:pt x="308232" y="52026"/>
                  </a:lnTo>
                  <a:lnTo>
                    <a:pt x="267208" y="73772"/>
                  </a:lnTo>
                  <a:lnTo>
                    <a:pt x="228370" y="98854"/>
                  </a:lnTo>
                  <a:lnTo>
                    <a:pt x="191911" y="127079"/>
                  </a:lnTo>
                  <a:lnTo>
                    <a:pt x="158019" y="158257"/>
                  </a:lnTo>
                  <a:lnTo>
                    <a:pt x="126887" y="192198"/>
                  </a:lnTo>
                  <a:lnTo>
                    <a:pt x="98703" y="228710"/>
                  </a:lnTo>
                  <a:lnTo>
                    <a:pt x="73660" y="267603"/>
                  </a:lnTo>
                  <a:lnTo>
                    <a:pt x="51946" y="308685"/>
                  </a:lnTo>
                  <a:lnTo>
                    <a:pt x="33753" y="351765"/>
                  </a:lnTo>
                  <a:lnTo>
                    <a:pt x="19272" y="396654"/>
                  </a:lnTo>
                  <a:lnTo>
                    <a:pt x="8692" y="443159"/>
                  </a:lnTo>
                  <a:lnTo>
                    <a:pt x="2204" y="491091"/>
                  </a:lnTo>
                  <a:lnTo>
                    <a:pt x="0" y="540257"/>
                  </a:lnTo>
                  <a:lnTo>
                    <a:pt x="2204" y="589424"/>
                  </a:lnTo>
                  <a:lnTo>
                    <a:pt x="8692" y="637356"/>
                  </a:lnTo>
                  <a:lnTo>
                    <a:pt x="19272" y="683861"/>
                  </a:lnTo>
                  <a:lnTo>
                    <a:pt x="33753" y="728750"/>
                  </a:lnTo>
                  <a:lnTo>
                    <a:pt x="51946" y="771830"/>
                  </a:lnTo>
                  <a:lnTo>
                    <a:pt x="73660" y="812912"/>
                  </a:lnTo>
                  <a:lnTo>
                    <a:pt x="98703" y="851805"/>
                  </a:lnTo>
                  <a:lnTo>
                    <a:pt x="126887" y="888317"/>
                  </a:lnTo>
                  <a:lnTo>
                    <a:pt x="158019" y="922258"/>
                  </a:lnTo>
                  <a:lnTo>
                    <a:pt x="191911" y="953436"/>
                  </a:lnTo>
                  <a:lnTo>
                    <a:pt x="228370" y="981661"/>
                  </a:lnTo>
                  <a:lnTo>
                    <a:pt x="267208" y="1006743"/>
                  </a:lnTo>
                  <a:lnTo>
                    <a:pt x="308232" y="1028489"/>
                  </a:lnTo>
                  <a:lnTo>
                    <a:pt x="351253" y="1046709"/>
                  </a:lnTo>
                  <a:lnTo>
                    <a:pt x="396081" y="1061213"/>
                  </a:lnTo>
                  <a:lnTo>
                    <a:pt x="442524" y="1071809"/>
                  </a:lnTo>
                  <a:lnTo>
                    <a:pt x="490392" y="1078307"/>
                  </a:lnTo>
                  <a:lnTo>
                    <a:pt x="539496" y="1080515"/>
                  </a:lnTo>
                  <a:lnTo>
                    <a:pt x="588599" y="1078307"/>
                  </a:lnTo>
                  <a:lnTo>
                    <a:pt x="636467" y="1071809"/>
                  </a:lnTo>
                  <a:lnTo>
                    <a:pt x="682910" y="1061213"/>
                  </a:lnTo>
                  <a:lnTo>
                    <a:pt x="727738" y="1046709"/>
                  </a:lnTo>
                  <a:lnTo>
                    <a:pt x="770759" y="1028489"/>
                  </a:lnTo>
                  <a:lnTo>
                    <a:pt x="811784" y="1006743"/>
                  </a:lnTo>
                  <a:lnTo>
                    <a:pt x="850621" y="981661"/>
                  </a:lnTo>
                  <a:lnTo>
                    <a:pt x="887080" y="953436"/>
                  </a:lnTo>
                  <a:lnTo>
                    <a:pt x="920972" y="922258"/>
                  </a:lnTo>
                  <a:lnTo>
                    <a:pt x="952104" y="888317"/>
                  </a:lnTo>
                  <a:lnTo>
                    <a:pt x="980288" y="851805"/>
                  </a:lnTo>
                  <a:lnTo>
                    <a:pt x="1005332" y="812912"/>
                  </a:lnTo>
                  <a:lnTo>
                    <a:pt x="1027045" y="771830"/>
                  </a:lnTo>
                  <a:lnTo>
                    <a:pt x="1045238" y="728750"/>
                  </a:lnTo>
                  <a:lnTo>
                    <a:pt x="1059719" y="683861"/>
                  </a:lnTo>
                  <a:lnTo>
                    <a:pt x="1070299" y="637356"/>
                  </a:lnTo>
                  <a:lnTo>
                    <a:pt x="1076787" y="589424"/>
                  </a:lnTo>
                  <a:lnTo>
                    <a:pt x="1078992" y="540257"/>
                  </a:lnTo>
                  <a:lnTo>
                    <a:pt x="1076787" y="491091"/>
                  </a:lnTo>
                  <a:lnTo>
                    <a:pt x="1070299" y="443159"/>
                  </a:lnTo>
                  <a:lnTo>
                    <a:pt x="1059719" y="396654"/>
                  </a:lnTo>
                  <a:lnTo>
                    <a:pt x="1045238" y="351765"/>
                  </a:lnTo>
                  <a:lnTo>
                    <a:pt x="1027045" y="308685"/>
                  </a:lnTo>
                  <a:lnTo>
                    <a:pt x="1005331" y="267603"/>
                  </a:lnTo>
                  <a:lnTo>
                    <a:pt x="980288" y="228710"/>
                  </a:lnTo>
                  <a:lnTo>
                    <a:pt x="952104" y="192198"/>
                  </a:lnTo>
                  <a:lnTo>
                    <a:pt x="920972" y="158257"/>
                  </a:lnTo>
                  <a:lnTo>
                    <a:pt x="887080" y="127079"/>
                  </a:lnTo>
                  <a:lnTo>
                    <a:pt x="850621" y="98854"/>
                  </a:lnTo>
                  <a:lnTo>
                    <a:pt x="811783" y="73772"/>
                  </a:lnTo>
                  <a:lnTo>
                    <a:pt x="770759" y="52026"/>
                  </a:lnTo>
                  <a:lnTo>
                    <a:pt x="727738" y="33806"/>
                  </a:lnTo>
                  <a:lnTo>
                    <a:pt x="682910" y="19302"/>
                  </a:lnTo>
                  <a:lnTo>
                    <a:pt x="636467" y="8706"/>
                  </a:lnTo>
                  <a:lnTo>
                    <a:pt x="588599" y="2208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FF0000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4087367" y="3680460"/>
              <a:ext cx="1079500" cy="1080770"/>
            </a:xfrm>
            <a:custGeom>
              <a:rect b="b" l="l" r="r" t="t"/>
              <a:pathLst>
                <a:path extrusionOk="0" h="1080770" w="1079500">
                  <a:moveTo>
                    <a:pt x="0" y="540257"/>
                  </a:moveTo>
                  <a:lnTo>
                    <a:pt x="2204" y="491091"/>
                  </a:lnTo>
                  <a:lnTo>
                    <a:pt x="8692" y="443159"/>
                  </a:lnTo>
                  <a:lnTo>
                    <a:pt x="19272" y="396654"/>
                  </a:lnTo>
                  <a:lnTo>
                    <a:pt x="33753" y="351765"/>
                  </a:lnTo>
                  <a:lnTo>
                    <a:pt x="51946" y="308685"/>
                  </a:lnTo>
                  <a:lnTo>
                    <a:pt x="73660" y="267603"/>
                  </a:lnTo>
                  <a:lnTo>
                    <a:pt x="98703" y="228710"/>
                  </a:lnTo>
                  <a:lnTo>
                    <a:pt x="126887" y="192198"/>
                  </a:lnTo>
                  <a:lnTo>
                    <a:pt x="158019" y="158257"/>
                  </a:lnTo>
                  <a:lnTo>
                    <a:pt x="191911" y="127079"/>
                  </a:lnTo>
                  <a:lnTo>
                    <a:pt x="228370" y="98854"/>
                  </a:lnTo>
                  <a:lnTo>
                    <a:pt x="267208" y="73772"/>
                  </a:lnTo>
                  <a:lnTo>
                    <a:pt x="308232" y="52026"/>
                  </a:lnTo>
                  <a:lnTo>
                    <a:pt x="351253" y="33806"/>
                  </a:lnTo>
                  <a:lnTo>
                    <a:pt x="396081" y="19302"/>
                  </a:lnTo>
                  <a:lnTo>
                    <a:pt x="442524" y="8706"/>
                  </a:lnTo>
                  <a:lnTo>
                    <a:pt x="490392" y="2208"/>
                  </a:lnTo>
                  <a:lnTo>
                    <a:pt x="539496" y="0"/>
                  </a:lnTo>
                  <a:lnTo>
                    <a:pt x="588599" y="2208"/>
                  </a:lnTo>
                  <a:lnTo>
                    <a:pt x="636467" y="8706"/>
                  </a:lnTo>
                  <a:lnTo>
                    <a:pt x="682910" y="19302"/>
                  </a:lnTo>
                  <a:lnTo>
                    <a:pt x="727738" y="33806"/>
                  </a:lnTo>
                  <a:lnTo>
                    <a:pt x="770759" y="52026"/>
                  </a:lnTo>
                  <a:lnTo>
                    <a:pt x="811783" y="73772"/>
                  </a:lnTo>
                  <a:lnTo>
                    <a:pt x="850621" y="98854"/>
                  </a:lnTo>
                  <a:lnTo>
                    <a:pt x="887080" y="127079"/>
                  </a:lnTo>
                  <a:lnTo>
                    <a:pt x="920972" y="158257"/>
                  </a:lnTo>
                  <a:lnTo>
                    <a:pt x="952104" y="192198"/>
                  </a:lnTo>
                  <a:lnTo>
                    <a:pt x="980288" y="228710"/>
                  </a:lnTo>
                  <a:lnTo>
                    <a:pt x="1005331" y="267603"/>
                  </a:lnTo>
                  <a:lnTo>
                    <a:pt x="1027045" y="308685"/>
                  </a:lnTo>
                  <a:lnTo>
                    <a:pt x="1045238" y="351765"/>
                  </a:lnTo>
                  <a:lnTo>
                    <a:pt x="1059719" y="396654"/>
                  </a:lnTo>
                  <a:lnTo>
                    <a:pt x="1070299" y="443159"/>
                  </a:lnTo>
                  <a:lnTo>
                    <a:pt x="1076787" y="491091"/>
                  </a:lnTo>
                  <a:lnTo>
                    <a:pt x="1078992" y="540257"/>
                  </a:lnTo>
                  <a:lnTo>
                    <a:pt x="1076787" y="589424"/>
                  </a:lnTo>
                  <a:lnTo>
                    <a:pt x="1070299" y="637356"/>
                  </a:lnTo>
                  <a:lnTo>
                    <a:pt x="1059719" y="683861"/>
                  </a:lnTo>
                  <a:lnTo>
                    <a:pt x="1045238" y="728750"/>
                  </a:lnTo>
                  <a:lnTo>
                    <a:pt x="1027045" y="771830"/>
                  </a:lnTo>
                  <a:lnTo>
                    <a:pt x="1005332" y="812912"/>
                  </a:lnTo>
                  <a:lnTo>
                    <a:pt x="980288" y="851805"/>
                  </a:lnTo>
                  <a:lnTo>
                    <a:pt x="952104" y="888317"/>
                  </a:lnTo>
                  <a:lnTo>
                    <a:pt x="920972" y="922258"/>
                  </a:lnTo>
                  <a:lnTo>
                    <a:pt x="887080" y="953436"/>
                  </a:lnTo>
                  <a:lnTo>
                    <a:pt x="850621" y="981661"/>
                  </a:lnTo>
                  <a:lnTo>
                    <a:pt x="811784" y="1006743"/>
                  </a:lnTo>
                  <a:lnTo>
                    <a:pt x="770759" y="1028489"/>
                  </a:lnTo>
                  <a:lnTo>
                    <a:pt x="727738" y="1046709"/>
                  </a:lnTo>
                  <a:lnTo>
                    <a:pt x="682910" y="1061213"/>
                  </a:lnTo>
                  <a:lnTo>
                    <a:pt x="636467" y="1071809"/>
                  </a:lnTo>
                  <a:lnTo>
                    <a:pt x="588599" y="1078307"/>
                  </a:lnTo>
                  <a:lnTo>
                    <a:pt x="539496" y="1080515"/>
                  </a:lnTo>
                  <a:lnTo>
                    <a:pt x="490392" y="1078307"/>
                  </a:lnTo>
                  <a:lnTo>
                    <a:pt x="442524" y="1071809"/>
                  </a:lnTo>
                  <a:lnTo>
                    <a:pt x="396081" y="1061213"/>
                  </a:lnTo>
                  <a:lnTo>
                    <a:pt x="351253" y="1046709"/>
                  </a:lnTo>
                  <a:lnTo>
                    <a:pt x="308232" y="1028489"/>
                  </a:lnTo>
                  <a:lnTo>
                    <a:pt x="267208" y="1006743"/>
                  </a:lnTo>
                  <a:lnTo>
                    <a:pt x="228370" y="981661"/>
                  </a:lnTo>
                  <a:lnTo>
                    <a:pt x="191911" y="953436"/>
                  </a:lnTo>
                  <a:lnTo>
                    <a:pt x="158019" y="922258"/>
                  </a:lnTo>
                  <a:lnTo>
                    <a:pt x="126887" y="888317"/>
                  </a:lnTo>
                  <a:lnTo>
                    <a:pt x="98703" y="851805"/>
                  </a:lnTo>
                  <a:lnTo>
                    <a:pt x="73660" y="812912"/>
                  </a:lnTo>
                  <a:lnTo>
                    <a:pt x="51946" y="771830"/>
                  </a:lnTo>
                  <a:lnTo>
                    <a:pt x="33753" y="728750"/>
                  </a:lnTo>
                  <a:lnTo>
                    <a:pt x="19272" y="683861"/>
                  </a:lnTo>
                  <a:lnTo>
                    <a:pt x="8692" y="637356"/>
                  </a:lnTo>
                  <a:lnTo>
                    <a:pt x="2204" y="589424"/>
                  </a:lnTo>
                  <a:lnTo>
                    <a:pt x="0" y="540257"/>
                  </a:lnTo>
                  <a:close/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67" name="Google Shape;367;p18"/>
          <p:cNvSpPr txBox="1"/>
          <p:nvPr/>
        </p:nvSpPr>
        <p:spPr>
          <a:xfrm>
            <a:off x="4171569" y="3376929"/>
            <a:ext cx="15570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	</a:t>
            </a:r>
            <a:r>
              <a:rPr b="1" lang="en-US" sz="1800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554736" y="1923288"/>
            <a:ext cx="1232153" cy="18973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69" name="Google Shape;369;p18"/>
          <p:cNvGrpSpPr/>
          <p:nvPr/>
        </p:nvGrpSpPr>
        <p:grpSpPr>
          <a:xfrm>
            <a:off x="3160776" y="2674620"/>
            <a:ext cx="3580129" cy="462280"/>
            <a:chOff x="3160776" y="2674620"/>
            <a:chExt cx="3580129" cy="462280"/>
          </a:xfrm>
        </p:grpSpPr>
        <p:sp>
          <p:nvSpPr>
            <p:cNvPr id="370" name="Google Shape;370;p18"/>
            <p:cNvSpPr/>
            <p:nvPr/>
          </p:nvSpPr>
          <p:spPr>
            <a:xfrm>
              <a:off x="3160776" y="2674620"/>
              <a:ext cx="3580129" cy="462280"/>
            </a:xfrm>
            <a:custGeom>
              <a:rect b="b" l="l" r="r" t="t"/>
              <a:pathLst>
                <a:path extrusionOk="0" h="462280" w="3580129">
                  <a:moveTo>
                    <a:pt x="3579876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3579876" y="461772"/>
                  </a:lnTo>
                  <a:lnTo>
                    <a:pt x="357987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3493897" y="2846450"/>
              <a:ext cx="2005330" cy="187960"/>
            </a:xfrm>
            <a:custGeom>
              <a:rect b="b" l="l" r="r" t="t"/>
              <a:pathLst>
                <a:path extrusionOk="0" h="187960" w="2005329">
                  <a:moveTo>
                    <a:pt x="62611" y="7620"/>
                  </a:moveTo>
                  <a:lnTo>
                    <a:pt x="59944" y="0"/>
                  </a:lnTo>
                  <a:lnTo>
                    <a:pt x="46291" y="4927"/>
                  </a:lnTo>
                  <a:lnTo>
                    <a:pt x="34328" y="12090"/>
                  </a:lnTo>
                  <a:lnTo>
                    <a:pt x="8724" y="46266"/>
                  </a:lnTo>
                  <a:lnTo>
                    <a:pt x="0" y="93980"/>
                  </a:lnTo>
                  <a:lnTo>
                    <a:pt x="965" y="111226"/>
                  </a:lnTo>
                  <a:lnTo>
                    <a:pt x="15494" y="154940"/>
                  </a:lnTo>
                  <a:lnTo>
                    <a:pt x="46240" y="182930"/>
                  </a:lnTo>
                  <a:lnTo>
                    <a:pt x="59944" y="187833"/>
                  </a:lnTo>
                  <a:lnTo>
                    <a:pt x="62230" y="180213"/>
                  </a:lnTo>
                  <a:lnTo>
                    <a:pt x="51536" y="175475"/>
                  </a:lnTo>
                  <a:lnTo>
                    <a:pt x="42316" y="168884"/>
                  </a:lnTo>
                  <a:lnTo>
                    <a:pt x="19913" y="124587"/>
                  </a:lnTo>
                  <a:lnTo>
                    <a:pt x="17145" y="92964"/>
                  </a:lnTo>
                  <a:lnTo>
                    <a:pt x="17830" y="77000"/>
                  </a:lnTo>
                  <a:lnTo>
                    <a:pt x="28321" y="37465"/>
                  </a:lnTo>
                  <a:lnTo>
                    <a:pt x="51752" y="12344"/>
                  </a:lnTo>
                  <a:lnTo>
                    <a:pt x="62611" y="7620"/>
                  </a:lnTo>
                  <a:close/>
                </a:path>
                <a:path extrusionOk="0" h="187960" w="2005329">
                  <a:moveTo>
                    <a:pt x="630682" y="93980"/>
                  </a:moveTo>
                  <a:lnTo>
                    <a:pt x="621944" y="46266"/>
                  </a:lnTo>
                  <a:lnTo>
                    <a:pt x="596353" y="12090"/>
                  </a:lnTo>
                  <a:lnTo>
                    <a:pt x="570865" y="0"/>
                  </a:lnTo>
                  <a:lnTo>
                    <a:pt x="568198" y="7620"/>
                  </a:lnTo>
                  <a:lnTo>
                    <a:pt x="579056" y="12344"/>
                  </a:lnTo>
                  <a:lnTo>
                    <a:pt x="588391" y="18884"/>
                  </a:lnTo>
                  <a:lnTo>
                    <a:pt x="610768" y="62407"/>
                  </a:lnTo>
                  <a:lnTo>
                    <a:pt x="613537" y="92964"/>
                  </a:lnTo>
                  <a:lnTo>
                    <a:pt x="612838" y="109537"/>
                  </a:lnTo>
                  <a:lnTo>
                    <a:pt x="602488" y="150114"/>
                  </a:lnTo>
                  <a:lnTo>
                    <a:pt x="568452" y="180213"/>
                  </a:lnTo>
                  <a:lnTo>
                    <a:pt x="570865" y="187833"/>
                  </a:lnTo>
                  <a:lnTo>
                    <a:pt x="606679" y="166497"/>
                  </a:lnTo>
                  <a:lnTo>
                    <a:pt x="626846" y="127127"/>
                  </a:lnTo>
                  <a:lnTo>
                    <a:pt x="629716" y="111226"/>
                  </a:lnTo>
                  <a:lnTo>
                    <a:pt x="630682" y="93980"/>
                  </a:lnTo>
                  <a:close/>
                </a:path>
                <a:path extrusionOk="0" h="187960" w="2005329">
                  <a:moveTo>
                    <a:pt x="1124839" y="7620"/>
                  </a:moveTo>
                  <a:lnTo>
                    <a:pt x="1122172" y="0"/>
                  </a:lnTo>
                  <a:lnTo>
                    <a:pt x="1108519" y="4927"/>
                  </a:lnTo>
                  <a:lnTo>
                    <a:pt x="1096556" y="12090"/>
                  </a:lnTo>
                  <a:lnTo>
                    <a:pt x="1070952" y="46266"/>
                  </a:lnTo>
                  <a:lnTo>
                    <a:pt x="1062228" y="93980"/>
                  </a:lnTo>
                  <a:lnTo>
                    <a:pt x="1063193" y="111226"/>
                  </a:lnTo>
                  <a:lnTo>
                    <a:pt x="1077722" y="154940"/>
                  </a:lnTo>
                  <a:lnTo>
                    <a:pt x="1108468" y="182930"/>
                  </a:lnTo>
                  <a:lnTo>
                    <a:pt x="1122172" y="187833"/>
                  </a:lnTo>
                  <a:lnTo>
                    <a:pt x="1124458" y="180213"/>
                  </a:lnTo>
                  <a:lnTo>
                    <a:pt x="1113764" y="175475"/>
                  </a:lnTo>
                  <a:lnTo>
                    <a:pt x="1104544" y="168884"/>
                  </a:lnTo>
                  <a:lnTo>
                    <a:pt x="1082141" y="124587"/>
                  </a:lnTo>
                  <a:lnTo>
                    <a:pt x="1079373" y="92964"/>
                  </a:lnTo>
                  <a:lnTo>
                    <a:pt x="1080058" y="77000"/>
                  </a:lnTo>
                  <a:lnTo>
                    <a:pt x="1090549" y="37465"/>
                  </a:lnTo>
                  <a:lnTo>
                    <a:pt x="1113980" y="12344"/>
                  </a:lnTo>
                  <a:lnTo>
                    <a:pt x="1124839" y="7620"/>
                  </a:lnTo>
                  <a:close/>
                </a:path>
                <a:path extrusionOk="0" h="187960" w="2005329">
                  <a:moveTo>
                    <a:pt x="1324102" y="93980"/>
                  </a:moveTo>
                  <a:lnTo>
                    <a:pt x="1315364" y="46266"/>
                  </a:lnTo>
                  <a:lnTo>
                    <a:pt x="1289773" y="12090"/>
                  </a:lnTo>
                  <a:lnTo>
                    <a:pt x="1264285" y="0"/>
                  </a:lnTo>
                  <a:lnTo>
                    <a:pt x="1261618" y="7620"/>
                  </a:lnTo>
                  <a:lnTo>
                    <a:pt x="1272463" y="12344"/>
                  </a:lnTo>
                  <a:lnTo>
                    <a:pt x="1281798" y="18884"/>
                  </a:lnTo>
                  <a:lnTo>
                    <a:pt x="1304188" y="62407"/>
                  </a:lnTo>
                  <a:lnTo>
                    <a:pt x="1306957" y="92964"/>
                  </a:lnTo>
                  <a:lnTo>
                    <a:pt x="1306258" y="109537"/>
                  </a:lnTo>
                  <a:lnTo>
                    <a:pt x="1295908" y="150114"/>
                  </a:lnTo>
                  <a:lnTo>
                    <a:pt x="1261872" y="180213"/>
                  </a:lnTo>
                  <a:lnTo>
                    <a:pt x="1264285" y="187833"/>
                  </a:lnTo>
                  <a:lnTo>
                    <a:pt x="1300099" y="166497"/>
                  </a:lnTo>
                  <a:lnTo>
                    <a:pt x="1320266" y="127127"/>
                  </a:lnTo>
                  <a:lnTo>
                    <a:pt x="1323136" y="111226"/>
                  </a:lnTo>
                  <a:lnTo>
                    <a:pt x="1324102" y="93980"/>
                  </a:lnTo>
                  <a:close/>
                </a:path>
                <a:path extrusionOk="0" h="187960" w="2005329">
                  <a:moveTo>
                    <a:pt x="1796923" y="7620"/>
                  </a:moveTo>
                  <a:lnTo>
                    <a:pt x="1794256" y="0"/>
                  </a:lnTo>
                  <a:lnTo>
                    <a:pt x="1780603" y="4927"/>
                  </a:lnTo>
                  <a:lnTo>
                    <a:pt x="1768640" y="12090"/>
                  </a:lnTo>
                  <a:lnTo>
                    <a:pt x="1743036" y="46266"/>
                  </a:lnTo>
                  <a:lnTo>
                    <a:pt x="1734312" y="93980"/>
                  </a:lnTo>
                  <a:lnTo>
                    <a:pt x="1735277" y="111226"/>
                  </a:lnTo>
                  <a:lnTo>
                    <a:pt x="1749806" y="154940"/>
                  </a:lnTo>
                  <a:lnTo>
                    <a:pt x="1780552" y="182930"/>
                  </a:lnTo>
                  <a:lnTo>
                    <a:pt x="1794256" y="187833"/>
                  </a:lnTo>
                  <a:lnTo>
                    <a:pt x="1796542" y="180213"/>
                  </a:lnTo>
                  <a:lnTo>
                    <a:pt x="1785848" y="175475"/>
                  </a:lnTo>
                  <a:lnTo>
                    <a:pt x="1776628" y="168884"/>
                  </a:lnTo>
                  <a:lnTo>
                    <a:pt x="1754225" y="124587"/>
                  </a:lnTo>
                  <a:lnTo>
                    <a:pt x="1751457" y="92964"/>
                  </a:lnTo>
                  <a:lnTo>
                    <a:pt x="1752142" y="77000"/>
                  </a:lnTo>
                  <a:lnTo>
                    <a:pt x="1762633" y="37465"/>
                  </a:lnTo>
                  <a:lnTo>
                    <a:pt x="1786064" y="12344"/>
                  </a:lnTo>
                  <a:lnTo>
                    <a:pt x="1796923" y="7620"/>
                  </a:lnTo>
                  <a:close/>
                </a:path>
                <a:path extrusionOk="0" h="187960" w="2005329">
                  <a:moveTo>
                    <a:pt x="2005330" y="93980"/>
                  </a:moveTo>
                  <a:lnTo>
                    <a:pt x="1996592" y="46266"/>
                  </a:lnTo>
                  <a:lnTo>
                    <a:pt x="1971001" y="12090"/>
                  </a:lnTo>
                  <a:lnTo>
                    <a:pt x="1945513" y="0"/>
                  </a:lnTo>
                  <a:lnTo>
                    <a:pt x="1942846" y="7620"/>
                  </a:lnTo>
                  <a:lnTo>
                    <a:pt x="1953704" y="12344"/>
                  </a:lnTo>
                  <a:lnTo>
                    <a:pt x="1963039" y="18884"/>
                  </a:lnTo>
                  <a:lnTo>
                    <a:pt x="1985416" y="62407"/>
                  </a:lnTo>
                  <a:lnTo>
                    <a:pt x="1988185" y="92964"/>
                  </a:lnTo>
                  <a:lnTo>
                    <a:pt x="1987486" y="109537"/>
                  </a:lnTo>
                  <a:lnTo>
                    <a:pt x="1977136" y="150114"/>
                  </a:lnTo>
                  <a:lnTo>
                    <a:pt x="1943100" y="180213"/>
                  </a:lnTo>
                  <a:lnTo>
                    <a:pt x="1945513" y="187833"/>
                  </a:lnTo>
                  <a:lnTo>
                    <a:pt x="1981327" y="166497"/>
                  </a:lnTo>
                  <a:lnTo>
                    <a:pt x="2001494" y="127127"/>
                  </a:lnTo>
                  <a:lnTo>
                    <a:pt x="2004364" y="111226"/>
                  </a:lnTo>
                  <a:lnTo>
                    <a:pt x="2005330" y="9398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72" name="Google Shape;372;p18"/>
          <p:cNvSpPr txBox="1"/>
          <p:nvPr/>
        </p:nvSpPr>
        <p:spPr>
          <a:xfrm>
            <a:off x="3160776" y="2674620"/>
            <a:ext cx="35802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000">
            <a:spAutoFit/>
          </a:bodyPr>
          <a:lstStyle/>
          <a:p>
            <a:pPr indent="0" lvl="0" marL="184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 ∪ 𝐵= 𝑃 𝐴	+ 𝑃 𝐵− 𝑃(𝐴 ∩ 𝐵)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9"/>
          <p:cNvSpPr/>
          <p:nvPr/>
        </p:nvSpPr>
        <p:spPr>
          <a:xfrm>
            <a:off x="9381907" y="6524434"/>
            <a:ext cx="6155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8" name="Google Shape;378;p1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9" name="Google Shape;379;p1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0" name="Google Shape;380;p19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1" name="Google Shape;381;p19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847344" y="1772411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3" name="Google Shape;383;p19"/>
          <p:cNvSpPr txBox="1"/>
          <p:nvPr/>
        </p:nvSpPr>
        <p:spPr>
          <a:xfrm>
            <a:off x="913891" y="1773173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84" name="Google Shape;384;p19"/>
          <p:cNvGrpSpPr/>
          <p:nvPr/>
        </p:nvGrpSpPr>
        <p:grpSpPr>
          <a:xfrm>
            <a:off x="1223772" y="1813560"/>
            <a:ext cx="4618482" cy="2369947"/>
            <a:chOff x="1223772" y="1813560"/>
            <a:chExt cx="4618482" cy="2369947"/>
          </a:xfrm>
        </p:grpSpPr>
        <p:sp>
          <p:nvSpPr>
            <p:cNvPr id="385" name="Google Shape;385;p19"/>
            <p:cNvSpPr/>
            <p:nvPr/>
          </p:nvSpPr>
          <p:spPr>
            <a:xfrm>
              <a:off x="1223772" y="1813560"/>
              <a:ext cx="4618482" cy="197281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19"/>
            <p:cNvSpPr/>
            <p:nvPr/>
          </p:nvSpPr>
          <p:spPr>
            <a:xfrm>
              <a:off x="1711452" y="3624072"/>
              <a:ext cx="3733800" cy="559435"/>
            </a:xfrm>
            <a:custGeom>
              <a:rect b="b" l="l" r="r" t="t"/>
              <a:pathLst>
                <a:path extrusionOk="0" h="559435" w="3733800">
                  <a:moveTo>
                    <a:pt x="3733800" y="0"/>
                  </a:moveTo>
                  <a:lnTo>
                    <a:pt x="0" y="0"/>
                  </a:lnTo>
                  <a:lnTo>
                    <a:pt x="0" y="559307"/>
                  </a:lnTo>
                  <a:lnTo>
                    <a:pt x="3733800" y="559307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4233545" y="3847845"/>
              <a:ext cx="1026160" cy="187960"/>
            </a:xfrm>
            <a:custGeom>
              <a:rect b="b" l="l" r="r" t="t"/>
              <a:pathLst>
                <a:path extrusionOk="0" h="187960" w="1026160">
                  <a:moveTo>
                    <a:pt x="62484" y="7620"/>
                  </a:moveTo>
                  <a:lnTo>
                    <a:pt x="59817" y="0"/>
                  </a:lnTo>
                  <a:lnTo>
                    <a:pt x="46240" y="4914"/>
                  </a:lnTo>
                  <a:lnTo>
                    <a:pt x="34315" y="12026"/>
                  </a:lnTo>
                  <a:lnTo>
                    <a:pt x="8724" y="46215"/>
                  </a:lnTo>
                  <a:lnTo>
                    <a:pt x="0" y="93853"/>
                  </a:lnTo>
                  <a:lnTo>
                    <a:pt x="965" y="111175"/>
                  </a:lnTo>
                  <a:lnTo>
                    <a:pt x="15494" y="154940"/>
                  </a:lnTo>
                  <a:lnTo>
                    <a:pt x="46189" y="182803"/>
                  </a:lnTo>
                  <a:lnTo>
                    <a:pt x="59817" y="187706"/>
                  </a:lnTo>
                  <a:lnTo>
                    <a:pt x="62230" y="180086"/>
                  </a:lnTo>
                  <a:lnTo>
                    <a:pt x="51523" y="175348"/>
                  </a:lnTo>
                  <a:lnTo>
                    <a:pt x="42303" y="168757"/>
                  </a:lnTo>
                  <a:lnTo>
                    <a:pt x="19900" y="124536"/>
                  </a:lnTo>
                  <a:lnTo>
                    <a:pt x="17145" y="92964"/>
                  </a:lnTo>
                  <a:lnTo>
                    <a:pt x="17830" y="76923"/>
                  </a:lnTo>
                  <a:lnTo>
                    <a:pt x="28194" y="37338"/>
                  </a:lnTo>
                  <a:lnTo>
                    <a:pt x="51689" y="12344"/>
                  </a:lnTo>
                  <a:lnTo>
                    <a:pt x="62484" y="7620"/>
                  </a:lnTo>
                  <a:close/>
                </a:path>
                <a:path extrusionOk="0" h="187960" w="1026160">
                  <a:moveTo>
                    <a:pt x="629158" y="93853"/>
                  </a:moveTo>
                  <a:lnTo>
                    <a:pt x="620420" y="46215"/>
                  </a:lnTo>
                  <a:lnTo>
                    <a:pt x="594817" y="12026"/>
                  </a:lnTo>
                  <a:lnTo>
                    <a:pt x="569214" y="0"/>
                  </a:lnTo>
                  <a:lnTo>
                    <a:pt x="566547" y="7620"/>
                  </a:lnTo>
                  <a:lnTo>
                    <a:pt x="577418" y="12344"/>
                  </a:lnTo>
                  <a:lnTo>
                    <a:pt x="586790" y="18859"/>
                  </a:lnTo>
                  <a:lnTo>
                    <a:pt x="609244" y="62293"/>
                  </a:lnTo>
                  <a:lnTo>
                    <a:pt x="612013" y="92964"/>
                  </a:lnTo>
                  <a:lnTo>
                    <a:pt x="611314" y="109524"/>
                  </a:lnTo>
                  <a:lnTo>
                    <a:pt x="600837" y="149987"/>
                  </a:lnTo>
                  <a:lnTo>
                    <a:pt x="566928" y="180086"/>
                  </a:lnTo>
                  <a:lnTo>
                    <a:pt x="569214" y="187706"/>
                  </a:lnTo>
                  <a:lnTo>
                    <a:pt x="605104" y="166420"/>
                  </a:lnTo>
                  <a:lnTo>
                    <a:pt x="625259" y="127114"/>
                  </a:lnTo>
                  <a:lnTo>
                    <a:pt x="628180" y="111175"/>
                  </a:lnTo>
                  <a:lnTo>
                    <a:pt x="629158" y="93853"/>
                  </a:lnTo>
                  <a:close/>
                </a:path>
                <a:path extrusionOk="0" h="187960" w="1026160">
                  <a:moveTo>
                    <a:pt x="1026160" y="86614"/>
                  </a:moveTo>
                  <a:lnTo>
                    <a:pt x="913384" y="86614"/>
                  </a:lnTo>
                  <a:lnTo>
                    <a:pt x="913384" y="100330"/>
                  </a:lnTo>
                  <a:lnTo>
                    <a:pt x="1026160" y="100330"/>
                  </a:lnTo>
                  <a:lnTo>
                    <a:pt x="1026160" y="8661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8" name="Google Shape;388;p19"/>
          <p:cNvSpPr/>
          <p:nvPr/>
        </p:nvSpPr>
        <p:spPr>
          <a:xfrm>
            <a:off x="554736" y="1449324"/>
            <a:ext cx="1232153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9" name="Google Shape;389;p19"/>
          <p:cNvSpPr txBox="1"/>
          <p:nvPr/>
        </p:nvSpPr>
        <p:spPr>
          <a:xfrm>
            <a:off x="1711451" y="3624071"/>
            <a:ext cx="3733800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3435984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84785" marR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𝐴 ∪ 𝐵 = {1, 3, 4, 5, 6}  </a:t>
            </a:r>
            <a:r>
              <a:rPr lang="en-US" sz="1600">
                <a:solidFill>
                  <a:srgbClr val="252525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lang="en-US" sz="16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 ∪ 𝐵	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435984" marR="0" rtl="0" algn="l">
              <a:lnSpc>
                <a:spcPct val="9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"/>
          <p:cNvSpPr/>
          <p:nvPr/>
        </p:nvSpPr>
        <p:spPr>
          <a:xfrm>
            <a:off x="9357474" y="6524434"/>
            <a:ext cx="8903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5" name="Google Shape;395;p2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6" name="Google Shape;396;p2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7" name="Google Shape;397;p20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8" name="Google Shape;398;p20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847344" y="1772411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0" name="Google Shape;400;p20"/>
          <p:cNvSpPr txBox="1"/>
          <p:nvPr/>
        </p:nvSpPr>
        <p:spPr>
          <a:xfrm>
            <a:off x="913891" y="1773173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01" name="Google Shape;401;p20"/>
          <p:cNvGrpSpPr/>
          <p:nvPr/>
        </p:nvGrpSpPr>
        <p:grpSpPr>
          <a:xfrm>
            <a:off x="1223772" y="1813560"/>
            <a:ext cx="6687438" cy="2512060"/>
            <a:chOff x="1223772" y="1813560"/>
            <a:chExt cx="6687438" cy="2512060"/>
          </a:xfrm>
        </p:grpSpPr>
        <p:sp>
          <p:nvSpPr>
            <p:cNvPr id="402" name="Google Shape;402;p20"/>
            <p:cNvSpPr/>
            <p:nvPr/>
          </p:nvSpPr>
          <p:spPr>
            <a:xfrm>
              <a:off x="1223772" y="1813560"/>
              <a:ext cx="4618482" cy="214045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2886455" y="3764280"/>
              <a:ext cx="5024755" cy="561340"/>
            </a:xfrm>
            <a:custGeom>
              <a:rect b="b" l="l" r="r" t="t"/>
              <a:pathLst>
                <a:path extrusionOk="0" h="561339" w="5024755">
                  <a:moveTo>
                    <a:pt x="5024628" y="0"/>
                  </a:moveTo>
                  <a:lnTo>
                    <a:pt x="0" y="0"/>
                  </a:lnTo>
                  <a:lnTo>
                    <a:pt x="0" y="560832"/>
                  </a:lnTo>
                  <a:lnTo>
                    <a:pt x="5024628" y="560832"/>
                  </a:lnTo>
                  <a:lnTo>
                    <a:pt x="502462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3282429" y="3988561"/>
              <a:ext cx="4003040" cy="187960"/>
            </a:xfrm>
            <a:custGeom>
              <a:rect b="b" l="l" r="r" t="t"/>
              <a:pathLst>
                <a:path extrusionOk="0" h="187960" w="4003040">
                  <a:moveTo>
                    <a:pt x="62623" y="7620"/>
                  </a:moveTo>
                  <a:lnTo>
                    <a:pt x="59956" y="0"/>
                  </a:lnTo>
                  <a:lnTo>
                    <a:pt x="46304" y="4927"/>
                  </a:lnTo>
                  <a:lnTo>
                    <a:pt x="34340" y="12090"/>
                  </a:lnTo>
                  <a:lnTo>
                    <a:pt x="8737" y="46266"/>
                  </a:lnTo>
                  <a:lnTo>
                    <a:pt x="0" y="93980"/>
                  </a:lnTo>
                  <a:lnTo>
                    <a:pt x="977" y="111226"/>
                  </a:lnTo>
                  <a:lnTo>
                    <a:pt x="15506" y="154940"/>
                  </a:lnTo>
                  <a:lnTo>
                    <a:pt x="46253" y="182930"/>
                  </a:lnTo>
                  <a:lnTo>
                    <a:pt x="59956" y="187833"/>
                  </a:lnTo>
                  <a:lnTo>
                    <a:pt x="62242" y="180213"/>
                  </a:lnTo>
                  <a:lnTo>
                    <a:pt x="51549" y="175475"/>
                  </a:lnTo>
                  <a:lnTo>
                    <a:pt x="42329" y="168884"/>
                  </a:lnTo>
                  <a:lnTo>
                    <a:pt x="19926" y="124587"/>
                  </a:lnTo>
                  <a:lnTo>
                    <a:pt x="17157" y="92964"/>
                  </a:lnTo>
                  <a:lnTo>
                    <a:pt x="17843" y="77000"/>
                  </a:lnTo>
                  <a:lnTo>
                    <a:pt x="28333" y="37465"/>
                  </a:lnTo>
                  <a:lnTo>
                    <a:pt x="51765" y="12344"/>
                  </a:lnTo>
                  <a:lnTo>
                    <a:pt x="62623" y="7620"/>
                  </a:lnTo>
                  <a:close/>
                </a:path>
                <a:path extrusionOk="0" h="187960" w="4003040">
                  <a:moveTo>
                    <a:pt x="630694" y="93980"/>
                  </a:moveTo>
                  <a:lnTo>
                    <a:pt x="621957" y="46266"/>
                  </a:lnTo>
                  <a:lnTo>
                    <a:pt x="596353" y="12090"/>
                  </a:lnTo>
                  <a:lnTo>
                    <a:pt x="570750" y="0"/>
                  </a:lnTo>
                  <a:lnTo>
                    <a:pt x="568083" y="7620"/>
                  </a:lnTo>
                  <a:lnTo>
                    <a:pt x="578954" y="12344"/>
                  </a:lnTo>
                  <a:lnTo>
                    <a:pt x="588340" y="18884"/>
                  </a:lnTo>
                  <a:lnTo>
                    <a:pt x="610781" y="62407"/>
                  </a:lnTo>
                  <a:lnTo>
                    <a:pt x="613549" y="92964"/>
                  </a:lnTo>
                  <a:lnTo>
                    <a:pt x="612851" y="109537"/>
                  </a:lnTo>
                  <a:lnTo>
                    <a:pt x="602373" y="150114"/>
                  </a:lnTo>
                  <a:lnTo>
                    <a:pt x="568464" y="180213"/>
                  </a:lnTo>
                  <a:lnTo>
                    <a:pt x="570750" y="187833"/>
                  </a:lnTo>
                  <a:lnTo>
                    <a:pt x="606640" y="166497"/>
                  </a:lnTo>
                  <a:lnTo>
                    <a:pt x="626795" y="127127"/>
                  </a:lnTo>
                  <a:lnTo>
                    <a:pt x="629716" y="111226"/>
                  </a:lnTo>
                  <a:lnTo>
                    <a:pt x="630694" y="93980"/>
                  </a:lnTo>
                  <a:close/>
                </a:path>
                <a:path extrusionOk="0" h="187960" w="4003040">
                  <a:moveTo>
                    <a:pt x="1124851" y="7620"/>
                  </a:moveTo>
                  <a:lnTo>
                    <a:pt x="1122184" y="0"/>
                  </a:lnTo>
                  <a:lnTo>
                    <a:pt x="1108532" y="4927"/>
                  </a:lnTo>
                  <a:lnTo>
                    <a:pt x="1096568" y="12090"/>
                  </a:lnTo>
                  <a:lnTo>
                    <a:pt x="1070965" y="46266"/>
                  </a:lnTo>
                  <a:lnTo>
                    <a:pt x="1062240" y="93980"/>
                  </a:lnTo>
                  <a:lnTo>
                    <a:pt x="1063205" y="111226"/>
                  </a:lnTo>
                  <a:lnTo>
                    <a:pt x="1077734" y="154940"/>
                  </a:lnTo>
                  <a:lnTo>
                    <a:pt x="1108481" y="182930"/>
                  </a:lnTo>
                  <a:lnTo>
                    <a:pt x="1122184" y="187833"/>
                  </a:lnTo>
                  <a:lnTo>
                    <a:pt x="1124470" y="180213"/>
                  </a:lnTo>
                  <a:lnTo>
                    <a:pt x="1113777" y="175475"/>
                  </a:lnTo>
                  <a:lnTo>
                    <a:pt x="1104557" y="168884"/>
                  </a:lnTo>
                  <a:lnTo>
                    <a:pt x="1082154" y="124587"/>
                  </a:lnTo>
                  <a:lnTo>
                    <a:pt x="1079385" y="92964"/>
                  </a:lnTo>
                  <a:lnTo>
                    <a:pt x="1080071" y="77000"/>
                  </a:lnTo>
                  <a:lnTo>
                    <a:pt x="1090561" y="37465"/>
                  </a:lnTo>
                  <a:lnTo>
                    <a:pt x="1113993" y="12344"/>
                  </a:lnTo>
                  <a:lnTo>
                    <a:pt x="1124851" y="7620"/>
                  </a:lnTo>
                  <a:close/>
                </a:path>
                <a:path extrusionOk="0" h="187960" w="4003040">
                  <a:moveTo>
                    <a:pt x="1324114" y="93980"/>
                  </a:moveTo>
                  <a:lnTo>
                    <a:pt x="1315377" y="46266"/>
                  </a:lnTo>
                  <a:lnTo>
                    <a:pt x="1289773" y="12090"/>
                  </a:lnTo>
                  <a:lnTo>
                    <a:pt x="1264170" y="0"/>
                  </a:lnTo>
                  <a:lnTo>
                    <a:pt x="1261503" y="7620"/>
                  </a:lnTo>
                  <a:lnTo>
                    <a:pt x="1272374" y="12344"/>
                  </a:lnTo>
                  <a:lnTo>
                    <a:pt x="1281760" y="18884"/>
                  </a:lnTo>
                  <a:lnTo>
                    <a:pt x="1304201" y="62407"/>
                  </a:lnTo>
                  <a:lnTo>
                    <a:pt x="1306969" y="92964"/>
                  </a:lnTo>
                  <a:lnTo>
                    <a:pt x="1306271" y="109537"/>
                  </a:lnTo>
                  <a:lnTo>
                    <a:pt x="1295793" y="150114"/>
                  </a:lnTo>
                  <a:lnTo>
                    <a:pt x="1261884" y="180213"/>
                  </a:lnTo>
                  <a:lnTo>
                    <a:pt x="1264170" y="187833"/>
                  </a:lnTo>
                  <a:lnTo>
                    <a:pt x="1300060" y="166497"/>
                  </a:lnTo>
                  <a:lnTo>
                    <a:pt x="1320215" y="127127"/>
                  </a:lnTo>
                  <a:lnTo>
                    <a:pt x="1323136" y="111226"/>
                  </a:lnTo>
                  <a:lnTo>
                    <a:pt x="1324114" y="93980"/>
                  </a:lnTo>
                  <a:close/>
                </a:path>
                <a:path extrusionOk="0" h="187960" w="4003040">
                  <a:moveTo>
                    <a:pt x="1796935" y="7620"/>
                  </a:moveTo>
                  <a:lnTo>
                    <a:pt x="1794268" y="0"/>
                  </a:lnTo>
                  <a:lnTo>
                    <a:pt x="1780616" y="4927"/>
                  </a:lnTo>
                  <a:lnTo>
                    <a:pt x="1768652" y="12090"/>
                  </a:lnTo>
                  <a:lnTo>
                    <a:pt x="1743049" y="46266"/>
                  </a:lnTo>
                  <a:lnTo>
                    <a:pt x="1734324" y="93980"/>
                  </a:lnTo>
                  <a:lnTo>
                    <a:pt x="1735289" y="111226"/>
                  </a:lnTo>
                  <a:lnTo>
                    <a:pt x="1749818" y="154940"/>
                  </a:lnTo>
                  <a:lnTo>
                    <a:pt x="1780565" y="182930"/>
                  </a:lnTo>
                  <a:lnTo>
                    <a:pt x="1794268" y="187833"/>
                  </a:lnTo>
                  <a:lnTo>
                    <a:pt x="1796554" y="180213"/>
                  </a:lnTo>
                  <a:lnTo>
                    <a:pt x="1785861" y="175475"/>
                  </a:lnTo>
                  <a:lnTo>
                    <a:pt x="1776641" y="168884"/>
                  </a:lnTo>
                  <a:lnTo>
                    <a:pt x="1754238" y="124587"/>
                  </a:lnTo>
                  <a:lnTo>
                    <a:pt x="1751469" y="92964"/>
                  </a:lnTo>
                  <a:lnTo>
                    <a:pt x="1752155" y="77000"/>
                  </a:lnTo>
                  <a:lnTo>
                    <a:pt x="1762645" y="37465"/>
                  </a:lnTo>
                  <a:lnTo>
                    <a:pt x="1786077" y="12344"/>
                  </a:lnTo>
                  <a:lnTo>
                    <a:pt x="1796935" y="7620"/>
                  </a:lnTo>
                  <a:close/>
                </a:path>
                <a:path extrusionOk="0" h="187960" w="4003040">
                  <a:moveTo>
                    <a:pt x="2005342" y="93980"/>
                  </a:moveTo>
                  <a:lnTo>
                    <a:pt x="1996605" y="46266"/>
                  </a:lnTo>
                  <a:lnTo>
                    <a:pt x="1971001" y="12090"/>
                  </a:lnTo>
                  <a:lnTo>
                    <a:pt x="1945398" y="0"/>
                  </a:lnTo>
                  <a:lnTo>
                    <a:pt x="1942731" y="7620"/>
                  </a:lnTo>
                  <a:lnTo>
                    <a:pt x="1953602" y="12344"/>
                  </a:lnTo>
                  <a:lnTo>
                    <a:pt x="1962988" y="18884"/>
                  </a:lnTo>
                  <a:lnTo>
                    <a:pt x="1985429" y="62407"/>
                  </a:lnTo>
                  <a:lnTo>
                    <a:pt x="1988197" y="92964"/>
                  </a:lnTo>
                  <a:lnTo>
                    <a:pt x="1987499" y="109537"/>
                  </a:lnTo>
                  <a:lnTo>
                    <a:pt x="1977021" y="150114"/>
                  </a:lnTo>
                  <a:lnTo>
                    <a:pt x="1943112" y="180213"/>
                  </a:lnTo>
                  <a:lnTo>
                    <a:pt x="1945398" y="187833"/>
                  </a:lnTo>
                  <a:lnTo>
                    <a:pt x="1981288" y="166497"/>
                  </a:lnTo>
                  <a:lnTo>
                    <a:pt x="2001443" y="127127"/>
                  </a:lnTo>
                  <a:lnTo>
                    <a:pt x="2004364" y="111226"/>
                  </a:lnTo>
                  <a:lnTo>
                    <a:pt x="2005342" y="93980"/>
                  </a:lnTo>
                  <a:close/>
                </a:path>
                <a:path extrusionOk="0" h="187960" w="4003040">
                  <a:moveTo>
                    <a:pt x="3365512" y="86614"/>
                  </a:moveTo>
                  <a:lnTo>
                    <a:pt x="3252736" y="86614"/>
                  </a:lnTo>
                  <a:lnTo>
                    <a:pt x="3252736" y="100330"/>
                  </a:lnTo>
                  <a:lnTo>
                    <a:pt x="3365512" y="100330"/>
                  </a:lnTo>
                  <a:lnTo>
                    <a:pt x="3365512" y="86614"/>
                  </a:lnTo>
                  <a:close/>
                </a:path>
                <a:path extrusionOk="0" h="187960" w="4003040">
                  <a:moveTo>
                    <a:pt x="3720604" y="86614"/>
                  </a:moveTo>
                  <a:lnTo>
                    <a:pt x="3607828" y="86614"/>
                  </a:lnTo>
                  <a:lnTo>
                    <a:pt x="3607828" y="100330"/>
                  </a:lnTo>
                  <a:lnTo>
                    <a:pt x="3720604" y="100330"/>
                  </a:lnTo>
                  <a:lnTo>
                    <a:pt x="3720604" y="86614"/>
                  </a:lnTo>
                  <a:close/>
                </a:path>
                <a:path extrusionOk="0" h="187960" w="4003040">
                  <a:moveTo>
                    <a:pt x="4002544" y="86614"/>
                  </a:moveTo>
                  <a:lnTo>
                    <a:pt x="3889768" y="86614"/>
                  </a:lnTo>
                  <a:lnTo>
                    <a:pt x="3889768" y="100330"/>
                  </a:lnTo>
                  <a:lnTo>
                    <a:pt x="4002544" y="100330"/>
                  </a:lnTo>
                  <a:lnTo>
                    <a:pt x="4002544" y="8661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05" name="Google Shape;405;p20"/>
          <p:cNvSpPr/>
          <p:nvPr/>
        </p:nvSpPr>
        <p:spPr>
          <a:xfrm>
            <a:off x="554736" y="1449324"/>
            <a:ext cx="1232153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6" name="Google Shape;406;p20"/>
          <p:cNvSpPr txBox="1"/>
          <p:nvPr/>
        </p:nvSpPr>
        <p:spPr>
          <a:xfrm>
            <a:off x="3133979" y="3924680"/>
            <a:ext cx="43725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 ∪ 𝐵	= 𝑃  𝐴	+ 𝑃  𝐵	− </a:t>
            </a: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P(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𝐴 ∩ 𝐵) =	+	–	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7550150" y="4075176"/>
            <a:ext cx="113030" cy="13970"/>
          </a:xfrm>
          <a:custGeom>
            <a:rect b="b" l="l" r="r" t="t"/>
            <a:pathLst>
              <a:path extrusionOk="0" h="13970" w="113029">
                <a:moveTo>
                  <a:pt x="112775" y="0"/>
                </a:moveTo>
                <a:lnTo>
                  <a:pt x="0" y="0"/>
                </a:lnTo>
                <a:lnTo>
                  <a:pt x="0" y="13716"/>
                </a:lnTo>
                <a:lnTo>
                  <a:pt x="112775" y="13716"/>
                </a:lnTo>
                <a:lnTo>
                  <a:pt x="112775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8" name="Google Shape;408;p20"/>
          <p:cNvSpPr txBox="1"/>
          <p:nvPr/>
        </p:nvSpPr>
        <p:spPr>
          <a:xfrm>
            <a:off x="6536181" y="3770757"/>
            <a:ext cx="11404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	3	1	5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0"/>
          <p:cNvSpPr txBox="1"/>
          <p:nvPr/>
        </p:nvSpPr>
        <p:spPr>
          <a:xfrm>
            <a:off x="6536181" y="4060316"/>
            <a:ext cx="11406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6	6	6	6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1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5" name="Google Shape;415;p2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6" name="Google Shape;416;p2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7" name="Google Shape;417;p21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681227" y="1804416"/>
            <a:ext cx="3333750" cy="1668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20" name="Google Shape;420;p21"/>
          <p:cNvGrpSpPr/>
          <p:nvPr/>
        </p:nvGrpSpPr>
        <p:grpSpPr>
          <a:xfrm>
            <a:off x="3595116" y="3112007"/>
            <a:ext cx="1079500" cy="1079500"/>
            <a:chOff x="3595116" y="3112007"/>
            <a:chExt cx="1079500" cy="1079500"/>
          </a:xfrm>
        </p:grpSpPr>
        <p:sp>
          <p:nvSpPr>
            <p:cNvPr id="421" name="Google Shape;421;p21"/>
            <p:cNvSpPr/>
            <p:nvPr/>
          </p:nvSpPr>
          <p:spPr>
            <a:xfrm>
              <a:off x="3595116" y="3112007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539496" y="0"/>
                  </a:moveTo>
                  <a:lnTo>
                    <a:pt x="490392" y="2204"/>
                  </a:lnTo>
                  <a:lnTo>
                    <a:pt x="442524" y="8692"/>
                  </a:lnTo>
                  <a:lnTo>
                    <a:pt x="396081" y="19272"/>
                  </a:lnTo>
                  <a:lnTo>
                    <a:pt x="351253" y="33753"/>
                  </a:lnTo>
                  <a:lnTo>
                    <a:pt x="308232" y="51946"/>
                  </a:lnTo>
                  <a:lnTo>
                    <a:pt x="267208" y="73660"/>
                  </a:lnTo>
                  <a:lnTo>
                    <a:pt x="228370" y="98703"/>
                  </a:lnTo>
                  <a:lnTo>
                    <a:pt x="191911" y="126887"/>
                  </a:lnTo>
                  <a:lnTo>
                    <a:pt x="158019" y="158019"/>
                  </a:lnTo>
                  <a:lnTo>
                    <a:pt x="126887" y="191911"/>
                  </a:lnTo>
                  <a:lnTo>
                    <a:pt x="98703" y="228370"/>
                  </a:lnTo>
                  <a:lnTo>
                    <a:pt x="73660" y="267208"/>
                  </a:lnTo>
                  <a:lnTo>
                    <a:pt x="51946" y="308232"/>
                  </a:lnTo>
                  <a:lnTo>
                    <a:pt x="33753" y="351253"/>
                  </a:lnTo>
                  <a:lnTo>
                    <a:pt x="19272" y="396081"/>
                  </a:lnTo>
                  <a:lnTo>
                    <a:pt x="8692" y="442524"/>
                  </a:lnTo>
                  <a:lnTo>
                    <a:pt x="2204" y="490392"/>
                  </a:lnTo>
                  <a:lnTo>
                    <a:pt x="0" y="539495"/>
                  </a:lnTo>
                  <a:lnTo>
                    <a:pt x="2204" y="588599"/>
                  </a:lnTo>
                  <a:lnTo>
                    <a:pt x="8692" y="636467"/>
                  </a:lnTo>
                  <a:lnTo>
                    <a:pt x="19272" y="682910"/>
                  </a:lnTo>
                  <a:lnTo>
                    <a:pt x="33753" y="727738"/>
                  </a:lnTo>
                  <a:lnTo>
                    <a:pt x="51946" y="770759"/>
                  </a:lnTo>
                  <a:lnTo>
                    <a:pt x="73660" y="811784"/>
                  </a:lnTo>
                  <a:lnTo>
                    <a:pt x="98703" y="850621"/>
                  </a:lnTo>
                  <a:lnTo>
                    <a:pt x="126887" y="887080"/>
                  </a:lnTo>
                  <a:lnTo>
                    <a:pt x="158019" y="920972"/>
                  </a:lnTo>
                  <a:lnTo>
                    <a:pt x="191911" y="952104"/>
                  </a:lnTo>
                  <a:lnTo>
                    <a:pt x="228370" y="980288"/>
                  </a:lnTo>
                  <a:lnTo>
                    <a:pt x="267208" y="1005332"/>
                  </a:lnTo>
                  <a:lnTo>
                    <a:pt x="308232" y="1027045"/>
                  </a:lnTo>
                  <a:lnTo>
                    <a:pt x="351253" y="1045238"/>
                  </a:lnTo>
                  <a:lnTo>
                    <a:pt x="396081" y="1059719"/>
                  </a:lnTo>
                  <a:lnTo>
                    <a:pt x="442524" y="1070299"/>
                  </a:lnTo>
                  <a:lnTo>
                    <a:pt x="490392" y="1076787"/>
                  </a:lnTo>
                  <a:lnTo>
                    <a:pt x="539496" y="1078991"/>
                  </a:lnTo>
                  <a:lnTo>
                    <a:pt x="588599" y="1076787"/>
                  </a:lnTo>
                  <a:lnTo>
                    <a:pt x="636467" y="1070299"/>
                  </a:lnTo>
                  <a:lnTo>
                    <a:pt x="682910" y="1059719"/>
                  </a:lnTo>
                  <a:lnTo>
                    <a:pt x="727738" y="1045238"/>
                  </a:lnTo>
                  <a:lnTo>
                    <a:pt x="770759" y="1027045"/>
                  </a:lnTo>
                  <a:lnTo>
                    <a:pt x="811784" y="1005332"/>
                  </a:lnTo>
                  <a:lnTo>
                    <a:pt x="850621" y="980288"/>
                  </a:lnTo>
                  <a:lnTo>
                    <a:pt x="887080" y="952104"/>
                  </a:lnTo>
                  <a:lnTo>
                    <a:pt x="920972" y="920972"/>
                  </a:lnTo>
                  <a:lnTo>
                    <a:pt x="952104" y="887080"/>
                  </a:lnTo>
                  <a:lnTo>
                    <a:pt x="980288" y="850621"/>
                  </a:lnTo>
                  <a:lnTo>
                    <a:pt x="1005332" y="811783"/>
                  </a:lnTo>
                  <a:lnTo>
                    <a:pt x="1027045" y="770759"/>
                  </a:lnTo>
                  <a:lnTo>
                    <a:pt x="1045238" y="727738"/>
                  </a:lnTo>
                  <a:lnTo>
                    <a:pt x="1059719" y="682910"/>
                  </a:lnTo>
                  <a:lnTo>
                    <a:pt x="1070299" y="636467"/>
                  </a:lnTo>
                  <a:lnTo>
                    <a:pt x="1076787" y="588599"/>
                  </a:lnTo>
                  <a:lnTo>
                    <a:pt x="1078992" y="539495"/>
                  </a:lnTo>
                  <a:lnTo>
                    <a:pt x="1076787" y="490392"/>
                  </a:lnTo>
                  <a:lnTo>
                    <a:pt x="1070299" y="442524"/>
                  </a:lnTo>
                  <a:lnTo>
                    <a:pt x="1059719" y="396081"/>
                  </a:lnTo>
                  <a:lnTo>
                    <a:pt x="1045238" y="351253"/>
                  </a:lnTo>
                  <a:lnTo>
                    <a:pt x="1027045" y="308232"/>
                  </a:lnTo>
                  <a:lnTo>
                    <a:pt x="1005331" y="267207"/>
                  </a:lnTo>
                  <a:lnTo>
                    <a:pt x="980288" y="228370"/>
                  </a:lnTo>
                  <a:lnTo>
                    <a:pt x="952104" y="191911"/>
                  </a:lnTo>
                  <a:lnTo>
                    <a:pt x="920972" y="158019"/>
                  </a:lnTo>
                  <a:lnTo>
                    <a:pt x="887080" y="126887"/>
                  </a:lnTo>
                  <a:lnTo>
                    <a:pt x="850621" y="98703"/>
                  </a:lnTo>
                  <a:lnTo>
                    <a:pt x="811783" y="73660"/>
                  </a:lnTo>
                  <a:lnTo>
                    <a:pt x="770759" y="51946"/>
                  </a:lnTo>
                  <a:lnTo>
                    <a:pt x="727738" y="33753"/>
                  </a:lnTo>
                  <a:lnTo>
                    <a:pt x="682910" y="19272"/>
                  </a:lnTo>
                  <a:lnTo>
                    <a:pt x="636467" y="8692"/>
                  </a:lnTo>
                  <a:lnTo>
                    <a:pt x="588599" y="2204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FF0000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3595116" y="3112007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0" y="539495"/>
                  </a:moveTo>
                  <a:lnTo>
                    <a:pt x="2204" y="490392"/>
                  </a:lnTo>
                  <a:lnTo>
                    <a:pt x="8692" y="442524"/>
                  </a:lnTo>
                  <a:lnTo>
                    <a:pt x="19272" y="396081"/>
                  </a:lnTo>
                  <a:lnTo>
                    <a:pt x="33753" y="351253"/>
                  </a:lnTo>
                  <a:lnTo>
                    <a:pt x="51946" y="308232"/>
                  </a:lnTo>
                  <a:lnTo>
                    <a:pt x="73660" y="267208"/>
                  </a:lnTo>
                  <a:lnTo>
                    <a:pt x="98703" y="228370"/>
                  </a:lnTo>
                  <a:lnTo>
                    <a:pt x="126887" y="191911"/>
                  </a:lnTo>
                  <a:lnTo>
                    <a:pt x="158019" y="158019"/>
                  </a:lnTo>
                  <a:lnTo>
                    <a:pt x="191911" y="126887"/>
                  </a:lnTo>
                  <a:lnTo>
                    <a:pt x="228370" y="98703"/>
                  </a:lnTo>
                  <a:lnTo>
                    <a:pt x="267208" y="73660"/>
                  </a:lnTo>
                  <a:lnTo>
                    <a:pt x="308232" y="51946"/>
                  </a:lnTo>
                  <a:lnTo>
                    <a:pt x="351253" y="33753"/>
                  </a:lnTo>
                  <a:lnTo>
                    <a:pt x="396081" y="19272"/>
                  </a:lnTo>
                  <a:lnTo>
                    <a:pt x="442524" y="8692"/>
                  </a:lnTo>
                  <a:lnTo>
                    <a:pt x="490392" y="2204"/>
                  </a:lnTo>
                  <a:lnTo>
                    <a:pt x="539496" y="0"/>
                  </a:lnTo>
                  <a:lnTo>
                    <a:pt x="588599" y="2204"/>
                  </a:lnTo>
                  <a:lnTo>
                    <a:pt x="636467" y="8692"/>
                  </a:lnTo>
                  <a:lnTo>
                    <a:pt x="682910" y="19272"/>
                  </a:lnTo>
                  <a:lnTo>
                    <a:pt x="727738" y="33753"/>
                  </a:lnTo>
                  <a:lnTo>
                    <a:pt x="770759" y="51946"/>
                  </a:lnTo>
                  <a:lnTo>
                    <a:pt x="811783" y="73660"/>
                  </a:lnTo>
                  <a:lnTo>
                    <a:pt x="850621" y="98703"/>
                  </a:lnTo>
                  <a:lnTo>
                    <a:pt x="887080" y="126887"/>
                  </a:lnTo>
                  <a:lnTo>
                    <a:pt x="920972" y="158019"/>
                  </a:lnTo>
                  <a:lnTo>
                    <a:pt x="952104" y="191911"/>
                  </a:lnTo>
                  <a:lnTo>
                    <a:pt x="980288" y="228370"/>
                  </a:lnTo>
                  <a:lnTo>
                    <a:pt x="1005331" y="267207"/>
                  </a:lnTo>
                  <a:lnTo>
                    <a:pt x="1027045" y="308232"/>
                  </a:lnTo>
                  <a:lnTo>
                    <a:pt x="1045238" y="351253"/>
                  </a:lnTo>
                  <a:lnTo>
                    <a:pt x="1059719" y="396081"/>
                  </a:lnTo>
                  <a:lnTo>
                    <a:pt x="1070299" y="442524"/>
                  </a:lnTo>
                  <a:lnTo>
                    <a:pt x="1076787" y="490392"/>
                  </a:lnTo>
                  <a:lnTo>
                    <a:pt x="1078992" y="539495"/>
                  </a:lnTo>
                  <a:lnTo>
                    <a:pt x="1076787" y="588599"/>
                  </a:lnTo>
                  <a:lnTo>
                    <a:pt x="1070299" y="636467"/>
                  </a:lnTo>
                  <a:lnTo>
                    <a:pt x="1059719" y="682910"/>
                  </a:lnTo>
                  <a:lnTo>
                    <a:pt x="1045238" y="727738"/>
                  </a:lnTo>
                  <a:lnTo>
                    <a:pt x="1027045" y="770759"/>
                  </a:lnTo>
                  <a:lnTo>
                    <a:pt x="1005332" y="811783"/>
                  </a:lnTo>
                  <a:lnTo>
                    <a:pt x="980288" y="850621"/>
                  </a:lnTo>
                  <a:lnTo>
                    <a:pt x="952104" y="887080"/>
                  </a:lnTo>
                  <a:lnTo>
                    <a:pt x="920972" y="920972"/>
                  </a:lnTo>
                  <a:lnTo>
                    <a:pt x="887080" y="952104"/>
                  </a:lnTo>
                  <a:lnTo>
                    <a:pt x="850621" y="980288"/>
                  </a:lnTo>
                  <a:lnTo>
                    <a:pt x="811784" y="1005332"/>
                  </a:lnTo>
                  <a:lnTo>
                    <a:pt x="770759" y="1027045"/>
                  </a:lnTo>
                  <a:lnTo>
                    <a:pt x="727738" y="1045238"/>
                  </a:lnTo>
                  <a:lnTo>
                    <a:pt x="682910" y="1059719"/>
                  </a:lnTo>
                  <a:lnTo>
                    <a:pt x="636467" y="1070299"/>
                  </a:lnTo>
                  <a:lnTo>
                    <a:pt x="588599" y="1076787"/>
                  </a:lnTo>
                  <a:lnTo>
                    <a:pt x="539496" y="1078991"/>
                  </a:lnTo>
                  <a:lnTo>
                    <a:pt x="490392" y="1076787"/>
                  </a:lnTo>
                  <a:lnTo>
                    <a:pt x="442524" y="1070299"/>
                  </a:lnTo>
                  <a:lnTo>
                    <a:pt x="396081" y="1059719"/>
                  </a:lnTo>
                  <a:lnTo>
                    <a:pt x="351253" y="1045238"/>
                  </a:lnTo>
                  <a:lnTo>
                    <a:pt x="308232" y="1027045"/>
                  </a:lnTo>
                  <a:lnTo>
                    <a:pt x="267208" y="1005332"/>
                  </a:lnTo>
                  <a:lnTo>
                    <a:pt x="228370" y="980288"/>
                  </a:lnTo>
                  <a:lnTo>
                    <a:pt x="191911" y="952104"/>
                  </a:lnTo>
                  <a:lnTo>
                    <a:pt x="158019" y="920972"/>
                  </a:lnTo>
                  <a:lnTo>
                    <a:pt x="126887" y="887080"/>
                  </a:lnTo>
                  <a:lnTo>
                    <a:pt x="98703" y="850621"/>
                  </a:lnTo>
                  <a:lnTo>
                    <a:pt x="73660" y="811784"/>
                  </a:lnTo>
                  <a:lnTo>
                    <a:pt x="51946" y="770759"/>
                  </a:lnTo>
                  <a:lnTo>
                    <a:pt x="33753" y="727738"/>
                  </a:lnTo>
                  <a:lnTo>
                    <a:pt x="19272" y="682910"/>
                  </a:lnTo>
                  <a:lnTo>
                    <a:pt x="8692" y="636467"/>
                  </a:lnTo>
                  <a:lnTo>
                    <a:pt x="2204" y="588599"/>
                  </a:lnTo>
                  <a:lnTo>
                    <a:pt x="0" y="539495"/>
                  </a:lnTo>
                  <a:close/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423" name="Google Shape;423;p21"/>
          <p:cNvGrpSpPr/>
          <p:nvPr/>
        </p:nvGrpSpPr>
        <p:grpSpPr>
          <a:xfrm>
            <a:off x="5228843" y="3112007"/>
            <a:ext cx="1079500" cy="1079500"/>
            <a:chOff x="5228843" y="3112007"/>
            <a:chExt cx="1079500" cy="1079500"/>
          </a:xfrm>
        </p:grpSpPr>
        <p:sp>
          <p:nvSpPr>
            <p:cNvPr id="424" name="Google Shape;424;p21"/>
            <p:cNvSpPr/>
            <p:nvPr/>
          </p:nvSpPr>
          <p:spPr>
            <a:xfrm>
              <a:off x="5228843" y="3112007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539495" y="0"/>
                  </a:moveTo>
                  <a:lnTo>
                    <a:pt x="490392" y="2204"/>
                  </a:lnTo>
                  <a:lnTo>
                    <a:pt x="442524" y="8692"/>
                  </a:lnTo>
                  <a:lnTo>
                    <a:pt x="396081" y="19272"/>
                  </a:lnTo>
                  <a:lnTo>
                    <a:pt x="351253" y="33753"/>
                  </a:lnTo>
                  <a:lnTo>
                    <a:pt x="308232" y="51946"/>
                  </a:lnTo>
                  <a:lnTo>
                    <a:pt x="267207" y="73660"/>
                  </a:lnTo>
                  <a:lnTo>
                    <a:pt x="228370" y="98703"/>
                  </a:lnTo>
                  <a:lnTo>
                    <a:pt x="191911" y="126887"/>
                  </a:lnTo>
                  <a:lnTo>
                    <a:pt x="158019" y="158019"/>
                  </a:lnTo>
                  <a:lnTo>
                    <a:pt x="126887" y="191911"/>
                  </a:lnTo>
                  <a:lnTo>
                    <a:pt x="98703" y="228370"/>
                  </a:lnTo>
                  <a:lnTo>
                    <a:pt x="73660" y="267208"/>
                  </a:lnTo>
                  <a:lnTo>
                    <a:pt x="51946" y="308232"/>
                  </a:lnTo>
                  <a:lnTo>
                    <a:pt x="33753" y="351253"/>
                  </a:lnTo>
                  <a:lnTo>
                    <a:pt x="19272" y="396081"/>
                  </a:lnTo>
                  <a:lnTo>
                    <a:pt x="8692" y="442524"/>
                  </a:lnTo>
                  <a:lnTo>
                    <a:pt x="2204" y="490392"/>
                  </a:lnTo>
                  <a:lnTo>
                    <a:pt x="0" y="539495"/>
                  </a:lnTo>
                  <a:lnTo>
                    <a:pt x="2204" y="588599"/>
                  </a:lnTo>
                  <a:lnTo>
                    <a:pt x="8692" y="636467"/>
                  </a:lnTo>
                  <a:lnTo>
                    <a:pt x="19272" y="682910"/>
                  </a:lnTo>
                  <a:lnTo>
                    <a:pt x="33753" y="727738"/>
                  </a:lnTo>
                  <a:lnTo>
                    <a:pt x="51946" y="770759"/>
                  </a:lnTo>
                  <a:lnTo>
                    <a:pt x="73660" y="811784"/>
                  </a:lnTo>
                  <a:lnTo>
                    <a:pt x="98703" y="850621"/>
                  </a:lnTo>
                  <a:lnTo>
                    <a:pt x="126887" y="887080"/>
                  </a:lnTo>
                  <a:lnTo>
                    <a:pt x="158019" y="920972"/>
                  </a:lnTo>
                  <a:lnTo>
                    <a:pt x="191911" y="952104"/>
                  </a:lnTo>
                  <a:lnTo>
                    <a:pt x="228370" y="980288"/>
                  </a:lnTo>
                  <a:lnTo>
                    <a:pt x="267208" y="1005332"/>
                  </a:lnTo>
                  <a:lnTo>
                    <a:pt x="308232" y="1027045"/>
                  </a:lnTo>
                  <a:lnTo>
                    <a:pt x="351253" y="1045238"/>
                  </a:lnTo>
                  <a:lnTo>
                    <a:pt x="396081" y="1059719"/>
                  </a:lnTo>
                  <a:lnTo>
                    <a:pt x="442524" y="1070299"/>
                  </a:lnTo>
                  <a:lnTo>
                    <a:pt x="490392" y="1076787"/>
                  </a:lnTo>
                  <a:lnTo>
                    <a:pt x="539495" y="1078991"/>
                  </a:lnTo>
                  <a:lnTo>
                    <a:pt x="588599" y="1076787"/>
                  </a:lnTo>
                  <a:lnTo>
                    <a:pt x="636467" y="1070299"/>
                  </a:lnTo>
                  <a:lnTo>
                    <a:pt x="682910" y="1059719"/>
                  </a:lnTo>
                  <a:lnTo>
                    <a:pt x="727738" y="1045238"/>
                  </a:lnTo>
                  <a:lnTo>
                    <a:pt x="770759" y="1027045"/>
                  </a:lnTo>
                  <a:lnTo>
                    <a:pt x="811783" y="1005332"/>
                  </a:lnTo>
                  <a:lnTo>
                    <a:pt x="850621" y="980288"/>
                  </a:lnTo>
                  <a:lnTo>
                    <a:pt x="887080" y="952104"/>
                  </a:lnTo>
                  <a:lnTo>
                    <a:pt x="920972" y="920972"/>
                  </a:lnTo>
                  <a:lnTo>
                    <a:pt x="952104" y="887080"/>
                  </a:lnTo>
                  <a:lnTo>
                    <a:pt x="980288" y="850621"/>
                  </a:lnTo>
                  <a:lnTo>
                    <a:pt x="1005331" y="811783"/>
                  </a:lnTo>
                  <a:lnTo>
                    <a:pt x="1027045" y="770759"/>
                  </a:lnTo>
                  <a:lnTo>
                    <a:pt x="1045238" y="727738"/>
                  </a:lnTo>
                  <a:lnTo>
                    <a:pt x="1059719" y="682910"/>
                  </a:lnTo>
                  <a:lnTo>
                    <a:pt x="1070299" y="636467"/>
                  </a:lnTo>
                  <a:lnTo>
                    <a:pt x="1076787" y="588599"/>
                  </a:lnTo>
                  <a:lnTo>
                    <a:pt x="1078991" y="539495"/>
                  </a:lnTo>
                  <a:lnTo>
                    <a:pt x="1076787" y="490392"/>
                  </a:lnTo>
                  <a:lnTo>
                    <a:pt x="1070299" y="442524"/>
                  </a:lnTo>
                  <a:lnTo>
                    <a:pt x="1059719" y="396081"/>
                  </a:lnTo>
                  <a:lnTo>
                    <a:pt x="1045238" y="351253"/>
                  </a:lnTo>
                  <a:lnTo>
                    <a:pt x="1027045" y="308232"/>
                  </a:lnTo>
                  <a:lnTo>
                    <a:pt x="1005331" y="267207"/>
                  </a:lnTo>
                  <a:lnTo>
                    <a:pt x="980288" y="228370"/>
                  </a:lnTo>
                  <a:lnTo>
                    <a:pt x="952104" y="191911"/>
                  </a:lnTo>
                  <a:lnTo>
                    <a:pt x="920972" y="158019"/>
                  </a:lnTo>
                  <a:lnTo>
                    <a:pt x="887080" y="126887"/>
                  </a:lnTo>
                  <a:lnTo>
                    <a:pt x="850621" y="98703"/>
                  </a:lnTo>
                  <a:lnTo>
                    <a:pt x="811783" y="73660"/>
                  </a:lnTo>
                  <a:lnTo>
                    <a:pt x="770759" y="51946"/>
                  </a:lnTo>
                  <a:lnTo>
                    <a:pt x="727738" y="33753"/>
                  </a:lnTo>
                  <a:lnTo>
                    <a:pt x="682910" y="19272"/>
                  </a:lnTo>
                  <a:lnTo>
                    <a:pt x="636467" y="8692"/>
                  </a:lnTo>
                  <a:lnTo>
                    <a:pt x="588599" y="2204"/>
                  </a:lnTo>
                  <a:lnTo>
                    <a:pt x="539495" y="0"/>
                  </a:lnTo>
                  <a:close/>
                </a:path>
              </a:pathLst>
            </a:custGeom>
            <a:solidFill>
              <a:srgbClr val="13299F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5228843" y="3112007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0" y="539495"/>
                  </a:moveTo>
                  <a:lnTo>
                    <a:pt x="2204" y="490392"/>
                  </a:lnTo>
                  <a:lnTo>
                    <a:pt x="8692" y="442524"/>
                  </a:lnTo>
                  <a:lnTo>
                    <a:pt x="19272" y="396081"/>
                  </a:lnTo>
                  <a:lnTo>
                    <a:pt x="33753" y="351253"/>
                  </a:lnTo>
                  <a:lnTo>
                    <a:pt x="51946" y="308232"/>
                  </a:lnTo>
                  <a:lnTo>
                    <a:pt x="73660" y="267208"/>
                  </a:lnTo>
                  <a:lnTo>
                    <a:pt x="98703" y="228370"/>
                  </a:lnTo>
                  <a:lnTo>
                    <a:pt x="126887" y="191911"/>
                  </a:lnTo>
                  <a:lnTo>
                    <a:pt x="158019" y="158019"/>
                  </a:lnTo>
                  <a:lnTo>
                    <a:pt x="191911" y="126887"/>
                  </a:lnTo>
                  <a:lnTo>
                    <a:pt x="228370" y="98703"/>
                  </a:lnTo>
                  <a:lnTo>
                    <a:pt x="267207" y="73660"/>
                  </a:lnTo>
                  <a:lnTo>
                    <a:pt x="308232" y="51946"/>
                  </a:lnTo>
                  <a:lnTo>
                    <a:pt x="351253" y="33753"/>
                  </a:lnTo>
                  <a:lnTo>
                    <a:pt x="396081" y="19272"/>
                  </a:lnTo>
                  <a:lnTo>
                    <a:pt x="442524" y="8692"/>
                  </a:lnTo>
                  <a:lnTo>
                    <a:pt x="490392" y="2204"/>
                  </a:lnTo>
                  <a:lnTo>
                    <a:pt x="539495" y="0"/>
                  </a:lnTo>
                  <a:lnTo>
                    <a:pt x="588599" y="2204"/>
                  </a:lnTo>
                  <a:lnTo>
                    <a:pt x="636467" y="8692"/>
                  </a:lnTo>
                  <a:lnTo>
                    <a:pt x="682910" y="19272"/>
                  </a:lnTo>
                  <a:lnTo>
                    <a:pt x="727738" y="33753"/>
                  </a:lnTo>
                  <a:lnTo>
                    <a:pt x="770759" y="51946"/>
                  </a:lnTo>
                  <a:lnTo>
                    <a:pt x="811783" y="73660"/>
                  </a:lnTo>
                  <a:lnTo>
                    <a:pt x="850621" y="98703"/>
                  </a:lnTo>
                  <a:lnTo>
                    <a:pt x="887080" y="126887"/>
                  </a:lnTo>
                  <a:lnTo>
                    <a:pt x="920972" y="158019"/>
                  </a:lnTo>
                  <a:lnTo>
                    <a:pt x="952104" y="191911"/>
                  </a:lnTo>
                  <a:lnTo>
                    <a:pt x="980288" y="228370"/>
                  </a:lnTo>
                  <a:lnTo>
                    <a:pt x="1005331" y="267207"/>
                  </a:lnTo>
                  <a:lnTo>
                    <a:pt x="1027045" y="308232"/>
                  </a:lnTo>
                  <a:lnTo>
                    <a:pt x="1045238" y="351253"/>
                  </a:lnTo>
                  <a:lnTo>
                    <a:pt x="1059719" y="396081"/>
                  </a:lnTo>
                  <a:lnTo>
                    <a:pt x="1070299" y="442524"/>
                  </a:lnTo>
                  <a:lnTo>
                    <a:pt x="1076787" y="490392"/>
                  </a:lnTo>
                  <a:lnTo>
                    <a:pt x="1078991" y="539495"/>
                  </a:lnTo>
                  <a:lnTo>
                    <a:pt x="1076787" y="588599"/>
                  </a:lnTo>
                  <a:lnTo>
                    <a:pt x="1070299" y="636467"/>
                  </a:lnTo>
                  <a:lnTo>
                    <a:pt x="1059719" y="682910"/>
                  </a:lnTo>
                  <a:lnTo>
                    <a:pt x="1045238" y="727738"/>
                  </a:lnTo>
                  <a:lnTo>
                    <a:pt x="1027045" y="770759"/>
                  </a:lnTo>
                  <a:lnTo>
                    <a:pt x="1005331" y="811783"/>
                  </a:lnTo>
                  <a:lnTo>
                    <a:pt x="980288" y="850621"/>
                  </a:lnTo>
                  <a:lnTo>
                    <a:pt x="952104" y="887080"/>
                  </a:lnTo>
                  <a:lnTo>
                    <a:pt x="920972" y="920972"/>
                  </a:lnTo>
                  <a:lnTo>
                    <a:pt x="887080" y="952104"/>
                  </a:lnTo>
                  <a:lnTo>
                    <a:pt x="850621" y="980288"/>
                  </a:lnTo>
                  <a:lnTo>
                    <a:pt x="811783" y="1005332"/>
                  </a:lnTo>
                  <a:lnTo>
                    <a:pt x="770759" y="1027045"/>
                  </a:lnTo>
                  <a:lnTo>
                    <a:pt x="727738" y="1045238"/>
                  </a:lnTo>
                  <a:lnTo>
                    <a:pt x="682910" y="1059719"/>
                  </a:lnTo>
                  <a:lnTo>
                    <a:pt x="636467" y="1070299"/>
                  </a:lnTo>
                  <a:lnTo>
                    <a:pt x="588599" y="1076787"/>
                  </a:lnTo>
                  <a:lnTo>
                    <a:pt x="539495" y="1078991"/>
                  </a:lnTo>
                  <a:lnTo>
                    <a:pt x="490392" y="1076787"/>
                  </a:lnTo>
                  <a:lnTo>
                    <a:pt x="442524" y="1070299"/>
                  </a:lnTo>
                  <a:lnTo>
                    <a:pt x="396081" y="1059719"/>
                  </a:lnTo>
                  <a:lnTo>
                    <a:pt x="351253" y="1045238"/>
                  </a:lnTo>
                  <a:lnTo>
                    <a:pt x="308232" y="1027045"/>
                  </a:lnTo>
                  <a:lnTo>
                    <a:pt x="267208" y="1005332"/>
                  </a:lnTo>
                  <a:lnTo>
                    <a:pt x="228370" y="980288"/>
                  </a:lnTo>
                  <a:lnTo>
                    <a:pt x="191911" y="952104"/>
                  </a:lnTo>
                  <a:lnTo>
                    <a:pt x="158019" y="920972"/>
                  </a:lnTo>
                  <a:lnTo>
                    <a:pt x="126887" y="887080"/>
                  </a:lnTo>
                  <a:lnTo>
                    <a:pt x="98703" y="850621"/>
                  </a:lnTo>
                  <a:lnTo>
                    <a:pt x="73660" y="811784"/>
                  </a:lnTo>
                  <a:lnTo>
                    <a:pt x="51946" y="770759"/>
                  </a:lnTo>
                  <a:lnTo>
                    <a:pt x="33753" y="727738"/>
                  </a:lnTo>
                  <a:lnTo>
                    <a:pt x="19272" y="682910"/>
                  </a:lnTo>
                  <a:lnTo>
                    <a:pt x="8692" y="636467"/>
                  </a:lnTo>
                  <a:lnTo>
                    <a:pt x="2204" y="588599"/>
                  </a:lnTo>
                  <a:lnTo>
                    <a:pt x="0" y="539495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6" name="Google Shape;426;p21"/>
          <p:cNvSpPr txBox="1"/>
          <p:nvPr/>
        </p:nvSpPr>
        <p:spPr>
          <a:xfrm>
            <a:off x="3679063" y="2807334"/>
            <a:ext cx="25419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	</a:t>
            </a:r>
            <a:r>
              <a:rPr b="1" lang="en-US" sz="1800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554736" y="1449324"/>
            <a:ext cx="1232153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8" name="Google Shape;428;p21"/>
          <p:cNvSpPr txBox="1"/>
          <p:nvPr/>
        </p:nvSpPr>
        <p:spPr>
          <a:xfrm>
            <a:off x="3686555" y="2205227"/>
            <a:ext cx="2529840" cy="46228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118725">
            <a:spAutoFit/>
          </a:bodyPr>
          <a:lstStyle/>
          <a:p>
            <a:pPr indent="0" lvl="0" marL="1797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𝑃(𝐴 ∪ 𝐵) = 𝑃(𝐴) + 𝑃(𝐵)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"/>
          <p:cNvSpPr/>
          <p:nvPr/>
        </p:nvSpPr>
        <p:spPr>
          <a:xfrm>
            <a:off x="9362052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4" name="Google Shape;434;p2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5" name="Google Shape;435;p2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6" name="Google Shape;436;p22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681227" y="1804416"/>
            <a:ext cx="4868418" cy="1668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39" name="Google Shape;439;p22"/>
          <p:cNvGrpSpPr/>
          <p:nvPr/>
        </p:nvGrpSpPr>
        <p:grpSpPr>
          <a:xfrm>
            <a:off x="2859023" y="3112007"/>
            <a:ext cx="1080770" cy="1079500"/>
            <a:chOff x="2859023" y="3112007"/>
            <a:chExt cx="1080770" cy="1079500"/>
          </a:xfrm>
        </p:grpSpPr>
        <p:sp>
          <p:nvSpPr>
            <p:cNvPr id="440" name="Google Shape;440;p22"/>
            <p:cNvSpPr/>
            <p:nvPr/>
          </p:nvSpPr>
          <p:spPr>
            <a:xfrm>
              <a:off x="2859023" y="3112007"/>
              <a:ext cx="1080770" cy="1079500"/>
            </a:xfrm>
            <a:custGeom>
              <a:rect b="b" l="l" r="r" t="t"/>
              <a:pathLst>
                <a:path extrusionOk="0" h="1079500" w="1080770">
                  <a:moveTo>
                    <a:pt x="540258" y="0"/>
                  </a:moveTo>
                  <a:lnTo>
                    <a:pt x="491091" y="2204"/>
                  </a:lnTo>
                  <a:lnTo>
                    <a:pt x="443159" y="8692"/>
                  </a:lnTo>
                  <a:lnTo>
                    <a:pt x="396654" y="19272"/>
                  </a:lnTo>
                  <a:lnTo>
                    <a:pt x="351765" y="33753"/>
                  </a:lnTo>
                  <a:lnTo>
                    <a:pt x="308685" y="51946"/>
                  </a:lnTo>
                  <a:lnTo>
                    <a:pt x="267603" y="73660"/>
                  </a:lnTo>
                  <a:lnTo>
                    <a:pt x="228710" y="98703"/>
                  </a:lnTo>
                  <a:lnTo>
                    <a:pt x="192198" y="126887"/>
                  </a:lnTo>
                  <a:lnTo>
                    <a:pt x="158257" y="158019"/>
                  </a:lnTo>
                  <a:lnTo>
                    <a:pt x="127079" y="191911"/>
                  </a:lnTo>
                  <a:lnTo>
                    <a:pt x="98854" y="228370"/>
                  </a:lnTo>
                  <a:lnTo>
                    <a:pt x="73772" y="267208"/>
                  </a:lnTo>
                  <a:lnTo>
                    <a:pt x="52026" y="308232"/>
                  </a:lnTo>
                  <a:lnTo>
                    <a:pt x="33806" y="351253"/>
                  </a:lnTo>
                  <a:lnTo>
                    <a:pt x="19302" y="396081"/>
                  </a:lnTo>
                  <a:lnTo>
                    <a:pt x="8706" y="442524"/>
                  </a:lnTo>
                  <a:lnTo>
                    <a:pt x="2208" y="490392"/>
                  </a:lnTo>
                  <a:lnTo>
                    <a:pt x="0" y="539495"/>
                  </a:lnTo>
                  <a:lnTo>
                    <a:pt x="2208" y="588599"/>
                  </a:lnTo>
                  <a:lnTo>
                    <a:pt x="8706" y="636467"/>
                  </a:lnTo>
                  <a:lnTo>
                    <a:pt x="19302" y="682910"/>
                  </a:lnTo>
                  <a:lnTo>
                    <a:pt x="33806" y="727738"/>
                  </a:lnTo>
                  <a:lnTo>
                    <a:pt x="52026" y="770759"/>
                  </a:lnTo>
                  <a:lnTo>
                    <a:pt x="73772" y="811784"/>
                  </a:lnTo>
                  <a:lnTo>
                    <a:pt x="98854" y="850621"/>
                  </a:lnTo>
                  <a:lnTo>
                    <a:pt x="127079" y="887080"/>
                  </a:lnTo>
                  <a:lnTo>
                    <a:pt x="158257" y="920972"/>
                  </a:lnTo>
                  <a:lnTo>
                    <a:pt x="192198" y="952104"/>
                  </a:lnTo>
                  <a:lnTo>
                    <a:pt x="228710" y="980288"/>
                  </a:lnTo>
                  <a:lnTo>
                    <a:pt x="267603" y="1005332"/>
                  </a:lnTo>
                  <a:lnTo>
                    <a:pt x="308685" y="1027045"/>
                  </a:lnTo>
                  <a:lnTo>
                    <a:pt x="351765" y="1045238"/>
                  </a:lnTo>
                  <a:lnTo>
                    <a:pt x="396654" y="1059719"/>
                  </a:lnTo>
                  <a:lnTo>
                    <a:pt x="443159" y="1070299"/>
                  </a:lnTo>
                  <a:lnTo>
                    <a:pt x="491091" y="1076787"/>
                  </a:lnTo>
                  <a:lnTo>
                    <a:pt x="540258" y="1078991"/>
                  </a:lnTo>
                  <a:lnTo>
                    <a:pt x="589424" y="1076787"/>
                  </a:lnTo>
                  <a:lnTo>
                    <a:pt x="637356" y="1070299"/>
                  </a:lnTo>
                  <a:lnTo>
                    <a:pt x="683861" y="1059719"/>
                  </a:lnTo>
                  <a:lnTo>
                    <a:pt x="728750" y="1045238"/>
                  </a:lnTo>
                  <a:lnTo>
                    <a:pt x="771830" y="1027045"/>
                  </a:lnTo>
                  <a:lnTo>
                    <a:pt x="812912" y="1005332"/>
                  </a:lnTo>
                  <a:lnTo>
                    <a:pt x="851805" y="980288"/>
                  </a:lnTo>
                  <a:lnTo>
                    <a:pt x="888317" y="952104"/>
                  </a:lnTo>
                  <a:lnTo>
                    <a:pt x="922258" y="920972"/>
                  </a:lnTo>
                  <a:lnTo>
                    <a:pt x="953436" y="887080"/>
                  </a:lnTo>
                  <a:lnTo>
                    <a:pt x="981661" y="850621"/>
                  </a:lnTo>
                  <a:lnTo>
                    <a:pt x="1006743" y="811783"/>
                  </a:lnTo>
                  <a:lnTo>
                    <a:pt x="1028489" y="770759"/>
                  </a:lnTo>
                  <a:lnTo>
                    <a:pt x="1046709" y="727738"/>
                  </a:lnTo>
                  <a:lnTo>
                    <a:pt x="1061213" y="682910"/>
                  </a:lnTo>
                  <a:lnTo>
                    <a:pt x="1071809" y="636467"/>
                  </a:lnTo>
                  <a:lnTo>
                    <a:pt x="1078307" y="588599"/>
                  </a:lnTo>
                  <a:lnTo>
                    <a:pt x="1080515" y="539495"/>
                  </a:lnTo>
                  <a:lnTo>
                    <a:pt x="1078307" y="490392"/>
                  </a:lnTo>
                  <a:lnTo>
                    <a:pt x="1071809" y="442524"/>
                  </a:lnTo>
                  <a:lnTo>
                    <a:pt x="1061213" y="396081"/>
                  </a:lnTo>
                  <a:lnTo>
                    <a:pt x="1046709" y="351253"/>
                  </a:lnTo>
                  <a:lnTo>
                    <a:pt x="1028489" y="308232"/>
                  </a:lnTo>
                  <a:lnTo>
                    <a:pt x="1006743" y="267207"/>
                  </a:lnTo>
                  <a:lnTo>
                    <a:pt x="981661" y="228370"/>
                  </a:lnTo>
                  <a:lnTo>
                    <a:pt x="953436" y="191911"/>
                  </a:lnTo>
                  <a:lnTo>
                    <a:pt x="922258" y="158019"/>
                  </a:lnTo>
                  <a:lnTo>
                    <a:pt x="888317" y="126887"/>
                  </a:lnTo>
                  <a:lnTo>
                    <a:pt x="851805" y="98703"/>
                  </a:lnTo>
                  <a:lnTo>
                    <a:pt x="812912" y="73660"/>
                  </a:lnTo>
                  <a:lnTo>
                    <a:pt x="771830" y="51946"/>
                  </a:lnTo>
                  <a:lnTo>
                    <a:pt x="728750" y="33753"/>
                  </a:lnTo>
                  <a:lnTo>
                    <a:pt x="683861" y="19272"/>
                  </a:lnTo>
                  <a:lnTo>
                    <a:pt x="637356" y="8692"/>
                  </a:lnTo>
                  <a:lnTo>
                    <a:pt x="589424" y="2204"/>
                  </a:lnTo>
                  <a:lnTo>
                    <a:pt x="540258" y="0"/>
                  </a:lnTo>
                  <a:close/>
                </a:path>
              </a:pathLst>
            </a:custGeom>
            <a:solidFill>
              <a:srgbClr val="FF0000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2859023" y="3112007"/>
              <a:ext cx="1080770" cy="1079500"/>
            </a:xfrm>
            <a:custGeom>
              <a:rect b="b" l="l" r="r" t="t"/>
              <a:pathLst>
                <a:path extrusionOk="0" h="1079500" w="1080770">
                  <a:moveTo>
                    <a:pt x="0" y="539495"/>
                  </a:moveTo>
                  <a:lnTo>
                    <a:pt x="2208" y="490392"/>
                  </a:lnTo>
                  <a:lnTo>
                    <a:pt x="8706" y="442524"/>
                  </a:lnTo>
                  <a:lnTo>
                    <a:pt x="19302" y="396081"/>
                  </a:lnTo>
                  <a:lnTo>
                    <a:pt x="33806" y="351253"/>
                  </a:lnTo>
                  <a:lnTo>
                    <a:pt x="52026" y="308232"/>
                  </a:lnTo>
                  <a:lnTo>
                    <a:pt x="73772" y="267208"/>
                  </a:lnTo>
                  <a:lnTo>
                    <a:pt x="98854" y="228370"/>
                  </a:lnTo>
                  <a:lnTo>
                    <a:pt x="127079" y="191911"/>
                  </a:lnTo>
                  <a:lnTo>
                    <a:pt x="158257" y="158019"/>
                  </a:lnTo>
                  <a:lnTo>
                    <a:pt x="192198" y="126887"/>
                  </a:lnTo>
                  <a:lnTo>
                    <a:pt x="228710" y="98703"/>
                  </a:lnTo>
                  <a:lnTo>
                    <a:pt x="267603" y="73660"/>
                  </a:lnTo>
                  <a:lnTo>
                    <a:pt x="308685" y="51946"/>
                  </a:lnTo>
                  <a:lnTo>
                    <a:pt x="351765" y="33753"/>
                  </a:lnTo>
                  <a:lnTo>
                    <a:pt x="396654" y="19272"/>
                  </a:lnTo>
                  <a:lnTo>
                    <a:pt x="443159" y="8692"/>
                  </a:lnTo>
                  <a:lnTo>
                    <a:pt x="491091" y="2204"/>
                  </a:lnTo>
                  <a:lnTo>
                    <a:pt x="540258" y="0"/>
                  </a:lnTo>
                  <a:lnTo>
                    <a:pt x="589424" y="2204"/>
                  </a:lnTo>
                  <a:lnTo>
                    <a:pt x="637356" y="8692"/>
                  </a:lnTo>
                  <a:lnTo>
                    <a:pt x="683861" y="19272"/>
                  </a:lnTo>
                  <a:lnTo>
                    <a:pt x="728750" y="33753"/>
                  </a:lnTo>
                  <a:lnTo>
                    <a:pt x="771830" y="51946"/>
                  </a:lnTo>
                  <a:lnTo>
                    <a:pt x="812912" y="73660"/>
                  </a:lnTo>
                  <a:lnTo>
                    <a:pt x="851805" y="98703"/>
                  </a:lnTo>
                  <a:lnTo>
                    <a:pt x="888317" y="126887"/>
                  </a:lnTo>
                  <a:lnTo>
                    <a:pt x="922258" y="158019"/>
                  </a:lnTo>
                  <a:lnTo>
                    <a:pt x="953436" y="191911"/>
                  </a:lnTo>
                  <a:lnTo>
                    <a:pt x="981661" y="228370"/>
                  </a:lnTo>
                  <a:lnTo>
                    <a:pt x="1006743" y="267207"/>
                  </a:lnTo>
                  <a:lnTo>
                    <a:pt x="1028489" y="308232"/>
                  </a:lnTo>
                  <a:lnTo>
                    <a:pt x="1046709" y="351253"/>
                  </a:lnTo>
                  <a:lnTo>
                    <a:pt x="1061213" y="396081"/>
                  </a:lnTo>
                  <a:lnTo>
                    <a:pt x="1071809" y="442524"/>
                  </a:lnTo>
                  <a:lnTo>
                    <a:pt x="1078307" y="490392"/>
                  </a:lnTo>
                  <a:lnTo>
                    <a:pt x="1080515" y="539495"/>
                  </a:lnTo>
                  <a:lnTo>
                    <a:pt x="1078307" y="588599"/>
                  </a:lnTo>
                  <a:lnTo>
                    <a:pt x="1071809" y="636467"/>
                  </a:lnTo>
                  <a:lnTo>
                    <a:pt x="1061213" y="682910"/>
                  </a:lnTo>
                  <a:lnTo>
                    <a:pt x="1046709" y="727738"/>
                  </a:lnTo>
                  <a:lnTo>
                    <a:pt x="1028489" y="770759"/>
                  </a:lnTo>
                  <a:lnTo>
                    <a:pt x="1006743" y="811783"/>
                  </a:lnTo>
                  <a:lnTo>
                    <a:pt x="981661" y="850621"/>
                  </a:lnTo>
                  <a:lnTo>
                    <a:pt x="953436" y="887080"/>
                  </a:lnTo>
                  <a:lnTo>
                    <a:pt x="922258" y="920972"/>
                  </a:lnTo>
                  <a:lnTo>
                    <a:pt x="888317" y="952104"/>
                  </a:lnTo>
                  <a:lnTo>
                    <a:pt x="851805" y="980288"/>
                  </a:lnTo>
                  <a:lnTo>
                    <a:pt x="812912" y="1005332"/>
                  </a:lnTo>
                  <a:lnTo>
                    <a:pt x="771830" y="1027045"/>
                  </a:lnTo>
                  <a:lnTo>
                    <a:pt x="728750" y="1045238"/>
                  </a:lnTo>
                  <a:lnTo>
                    <a:pt x="683861" y="1059719"/>
                  </a:lnTo>
                  <a:lnTo>
                    <a:pt x="637356" y="1070299"/>
                  </a:lnTo>
                  <a:lnTo>
                    <a:pt x="589424" y="1076787"/>
                  </a:lnTo>
                  <a:lnTo>
                    <a:pt x="540258" y="1078991"/>
                  </a:lnTo>
                  <a:lnTo>
                    <a:pt x="491091" y="1076787"/>
                  </a:lnTo>
                  <a:lnTo>
                    <a:pt x="443159" y="1070299"/>
                  </a:lnTo>
                  <a:lnTo>
                    <a:pt x="396654" y="1059719"/>
                  </a:lnTo>
                  <a:lnTo>
                    <a:pt x="351765" y="1045238"/>
                  </a:lnTo>
                  <a:lnTo>
                    <a:pt x="308685" y="1027045"/>
                  </a:lnTo>
                  <a:lnTo>
                    <a:pt x="267603" y="1005332"/>
                  </a:lnTo>
                  <a:lnTo>
                    <a:pt x="228710" y="980288"/>
                  </a:lnTo>
                  <a:lnTo>
                    <a:pt x="192198" y="952104"/>
                  </a:lnTo>
                  <a:lnTo>
                    <a:pt x="158257" y="920972"/>
                  </a:lnTo>
                  <a:lnTo>
                    <a:pt x="127079" y="887080"/>
                  </a:lnTo>
                  <a:lnTo>
                    <a:pt x="98854" y="850621"/>
                  </a:lnTo>
                  <a:lnTo>
                    <a:pt x="73772" y="811784"/>
                  </a:lnTo>
                  <a:lnTo>
                    <a:pt x="52026" y="770759"/>
                  </a:lnTo>
                  <a:lnTo>
                    <a:pt x="33806" y="727738"/>
                  </a:lnTo>
                  <a:lnTo>
                    <a:pt x="19302" y="682910"/>
                  </a:lnTo>
                  <a:lnTo>
                    <a:pt x="8706" y="636467"/>
                  </a:lnTo>
                  <a:lnTo>
                    <a:pt x="2208" y="588599"/>
                  </a:lnTo>
                  <a:lnTo>
                    <a:pt x="0" y="539495"/>
                  </a:lnTo>
                  <a:close/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42" name="Google Shape;442;p22"/>
          <p:cNvSpPr txBox="1"/>
          <p:nvPr/>
        </p:nvSpPr>
        <p:spPr>
          <a:xfrm>
            <a:off x="2944114" y="2807334"/>
            <a:ext cx="1473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3" name="Google Shape;443;p22"/>
          <p:cNvGrpSpPr/>
          <p:nvPr/>
        </p:nvGrpSpPr>
        <p:grpSpPr>
          <a:xfrm>
            <a:off x="5963411" y="3112007"/>
            <a:ext cx="1079500" cy="1079500"/>
            <a:chOff x="5963411" y="3112007"/>
            <a:chExt cx="1079500" cy="1079500"/>
          </a:xfrm>
        </p:grpSpPr>
        <p:sp>
          <p:nvSpPr>
            <p:cNvPr id="444" name="Google Shape;444;p22"/>
            <p:cNvSpPr/>
            <p:nvPr/>
          </p:nvSpPr>
          <p:spPr>
            <a:xfrm>
              <a:off x="5963411" y="3112007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539495" y="0"/>
                  </a:moveTo>
                  <a:lnTo>
                    <a:pt x="490392" y="2204"/>
                  </a:lnTo>
                  <a:lnTo>
                    <a:pt x="442524" y="8692"/>
                  </a:lnTo>
                  <a:lnTo>
                    <a:pt x="396081" y="19272"/>
                  </a:lnTo>
                  <a:lnTo>
                    <a:pt x="351253" y="33753"/>
                  </a:lnTo>
                  <a:lnTo>
                    <a:pt x="308232" y="51946"/>
                  </a:lnTo>
                  <a:lnTo>
                    <a:pt x="267208" y="73660"/>
                  </a:lnTo>
                  <a:lnTo>
                    <a:pt x="228370" y="98703"/>
                  </a:lnTo>
                  <a:lnTo>
                    <a:pt x="191911" y="126887"/>
                  </a:lnTo>
                  <a:lnTo>
                    <a:pt x="158019" y="158019"/>
                  </a:lnTo>
                  <a:lnTo>
                    <a:pt x="126887" y="191911"/>
                  </a:lnTo>
                  <a:lnTo>
                    <a:pt x="98703" y="228370"/>
                  </a:lnTo>
                  <a:lnTo>
                    <a:pt x="73660" y="267208"/>
                  </a:lnTo>
                  <a:lnTo>
                    <a:pt x="51946" y="308232"/>
                  </a:lnTo>
                  <a:lnTo>
                    <a:pt x="33753" y="351253"/>
                  </a:lnTo>
                  <a:lnTo>
                    <a:pt x="19272" y="396081"/>
                  </a:lnTo>
                  <a:lnTo>
                    <a:pt x="8692" y="442524"/>
                  </a:lnTo>
                  <a:lnTo>
                    <a:pt x="2204" y="490392"/>
                  </a:lnTo>
                  <a:lnTo>
                    <a:pt x="0" y="539495"/>
                  </a:lnTo>
                  <a:lnTo>
                    <a:pt x="2204" y="588599"/>
                  </a:lnTo>
                  <a:lnTo>
                    <a:pt x="8692" y="636467"/>
                  </a:lnTo>
                  <a:lnTo>
                    <a:pt x="19272" y="682910"/>
                  </a:lnTo>
                  <a:lnTo>
                    <a:pt x="33753" y="727738"/>
                  </a:lnTo>
                  <a:lnTo>
                    <a:pt x="51946" y="770759"/>
                  </a:lnTo>
                  <a:lnTo>
                    <a:pt x="73660" y="811784"/>
                  </a:lnTo>
                  <a:lnTo>
                    <a:pt x="98703" y="850621"/>
                  </a:lnTo>
                  <a:lnTo>
                    <a:pt x="126887" y="887080"/>
                  </a:lnTo>
                  <a:lnTo>
                    <a:pt x="158019" y="920972"/>
                  </a:lnTo>
                  <a:lnTo>
                    <a:pt x="191911" y="952104"/>
                  </a:lnTo>
                  <a:lnTo>
                    <a:pt x="228370" y="980288"/>
                  </a:lnTo>
                  <a:lnTo>
                    <a:pt x="267208" y="1005332"/>
                  </a:lnTo>
                  <a:lnTo>
                    <a:pt x="308232" y="1027045"/>
                  </a:lnTo>
                  <a:lnTo>
                    <a:pt x="351253" y="1045238"/>
                  </a:lnTo>
                  <a:lnTo>
                    <a:pt x="396081" y="1059719"/>
                  </a:lnTo>
                  <a:lnTo>
                    <a:pt x="442524" y="1070299"/>
                  </a:lnTo>
                  <a:lnTo>
                    <a:pt x="490392" y="1076787"/>
                  </a:lnTo>
                  <a:lnTo>
                    <a:pt x="539495" y="1078991"/>
                  </a:lnTo>
                  <a:lnTo>
                    <a:pt x="588599" y="1076787"/>
                  </a:lnTo>
                  <a:lnTo>
                    <a:pt x="636467" y="1070299"/>
                  </a:lnTo>
                  <a:lnTo>
                    <a:pt x="682910" y="1059719"/>
                  </a:lnTo>
                  <a:lnTo>
                    <a:pt x="727738" y="1045238"/>
                  </a:lnTo>
                  <a:lnTo>
                    <a:pt x="770759" y="1027045"/>
                  </a:lnTo>
                  <a:lnTo>
                    <a:pt x="811783" y="1005332"/>
                  </a:lnTo>
                  <a:lnTo>
                    <a:pt x="850621" y="980288"/>
                  </a:lnTo>
                  <a:lnTo>
                    <a:pt x="887080" y="952104"/>
                  </a:lnTo>
                  <a:lnTo>
                    <a:pt x="920972" y="920972"/>
                  </a:lnTo>
                  <a:lnTo>
                    <a:pt x="952104" y="887080"/>
                  </a:lnTo>
                  <a:lnTo>
                    <a:pt x="980288" y="850621"/>
                  </a:lnTo>
                  <a:lnTo>
                    <a:pt x="1005331" y="811783"/>
                  </a:lnTo>
                  <a:lnTo>
                    <a:pt x="1027045" y="770759"/>
                  </a:lnTo>
                  <a:lnTo>
                    <a:pt x="1045238" y="727738"/>
                  </a:lnTo>
                  <a:lnTo>
                    <a:pt x="1059719" y="682910"/>
                  </a:lnTo>
                  <a:lnTo>
                    <a:pt x="1070299" y="636467"/>
                  </a:lnTo>
                  <a:lnTo>
                    <a:pt x="1076787" y="588599"/>
                  </a:lnTo>
                  <a:lnTo>
                    <a:pt x="1078991" y="539495"/>
                  </a:lnTo>
                  <a:lnTo>
                    <a:pt x="1076787" y="490392"/>
                  </a:lnTo>
                  <a:lnTo>
                    <a:pt x="1070299" y="442524"/>
                  </a:lnTo>
                  <a:lnTo>
                    <a:pt x="1059719" y="396081"/>
                  </a:lnTo>
                  <a:lnTo>
                    <a:pt x="1045238" y="351253"/>
                  </a:lnTo>
                  <a:lnTo>
                    <a:pt x="1027045" y="308232"/>
                  </a:lnTo>
                  <a:lnTo>
                    <a:pt x="1005332" y="267207"/>
                  </a:lnTo>
                  <a:lnTo>
                    <a:pt x="980288" y="228370"/>
                  </a:lnTo>
                  <a:lnTo>
                    <a:pt x="952104" y="191911"/>
                  </a:lnTo>
                  <a:lnTo>
                    <a:pt x="920972" y="158019"/>
                  </a:lnTo>
                  <a:lnTo>
                    <a:pt x="887080" y="126887"/>
                  </a:lnTo>
                  <a:lnTo>
                    <a:pt x="850621" y="98703"/>
                  </a:lnTo>
                  <a:lnTo>
                    <a:pt x="811784" y="73660"/>
                  </a:lnTo>
                  <a:lnTo>
                    <a:pt x="770759" y="51946"/>
                  </a:lnTo>
                  <a:lnTo>
                    <a:pt x="727738" y="33753"/>
                  </a:lnTo>
                  <a:lnTo>
                    <a:pt x="682910" y="19272"/>
                  </a:lnTo>
                  <a:lnTo>
                    <a:pt x="636467" y="8692"/>
                  </a:lnTo>
                  <a:lnTo>
                    <a:pt x="588599" y="2204"/>
                  </a:lnTo>
                  <a:lnTo>
                    <a:pt x="539495" y="0"/>
                  </a:lnTo>
                  <a:close/>
                </a:path>
              </a:pathLst>
            </a:custGeom>
            <a:solidFill>
              <a:srgbClr val="000000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5963411" y="3112007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0" y="539495"/>
                  </a:moveTo>
                  <a:lnTo>
                    <a:pt x="2204" y="490392"/>
                  </a:lnTo>
                  <a:lnTo>
                    <a:pt x="8692" y="442524"/>
                  </a:lnTo>
                  <a:lnTo>
                    <a:pt x="19272" y="396081"/>
                  </a:lnTo>
                  <a:lnTo>
                    <a:pt x="33753" y="351253"/>
                  </a:lnTo>
                  <a:lnTo>
                    <a:pt x="51946" y="308232"/>
                  </a:lnTo>
                  <a:lnTo>
                    <a:pt x="73660" y="267208"/>
                  </a:lnTo>
                  <a:lnTo>
                    <a:pt x="98703" y="228370"/>
                  </a:lnTo>
                  <a:lnTo>
                    <a:pt x="126887" y="191911"/>
                  </a:lnTo>
                  <a:lnTo>
                    <a:pt x="158019" y="158019"/>
                  </a:lnTo>
                  <a:lnTo>
                    <a:pt x="191911" y="126887"/>
                  </a:lnTo>
                  <a:lnTo>
                    <a:pt x="228370" y="98703"/>
                  </a:lnTo>
                  <a:lnTo>
                    <a:pt x="267208" y="73660"/>
                  </a:lnTo>
                  <a:lnTo>
                    <a:pt x="308232" y="51946"/>
                  </a:lnTo>
                  <a:lnTo>
                    <a:pt x="351253" y="33753"/>
                  </a:lnTo>
                  <a:lnTo>
                    <a:pt x="396081" y="19272"/>
                  </a:lnTo>
                  <a:lnTo>
                    <a:pt x="442524" y="8692"/>
                  </a:lnTo>
                  <a:lnTo>
                    <a:pt x="490392" y="2204"/>
                  </a:lnTo>
                  <a:lnTo>
                    <a:pt x="539495" y="0"/>
                  </a:lnTo>
                  <a:lnTo>
                    <a:pt x="588599" y="2204"/>
                  </a:lnTo>
                  <a:lnTo>
                    <a:pt x="636467" y="8692"/>
                  </a:lnTo>
                  <a:lnTo>
                    <a:pt x="682910" y="19272"/>
                  </a:lnTo>
                  <a:lnTo>
                    <a:pt x="727738" y="33753"/>
                  </a:lnTo>
                  <a:lnTo>
                    <a:pt x="770759" y="51946"/>
                  </a:lnTo>
                  <a:lnTo>
                    <a:pt x="811784" y="73660"/>
                  </a:lnTo>
                  <a:lnTo>
                    <a:pt x="850621" y="98703"/>
                  </a:lnTo>
                  <a:lnTo>
                    <a:pt x="887080" y="126887"/>
                  </a:lnTo>
                  <a:lnTo>
                    <a:pt x="920972" y="158019"/>
                  </a:lnTo>
                  <a:lnTo>
                    <a:pt x="952104" y="191911"/>
                  </a:lnTo>
                  <a:lnTo>
                    <a:pt x="980288" y="228370"/>
                  </a:lnTo>
                  <a:lnTo>
                    <a:pt x="1005332" y="267207"/>
                  </a:lnTo>
                  <a:lnTo>
                    <a:pt x="1027045" y="308232"/>
                  </a:lnTo>
                  <a:lnTo>
                    <a:pt x="1045238" y="351253"/>
                  </a:lnTo>
                  <a:lnTo>
                    <a:pt x="1059719" y="396081"/>
                  </a:lnTo>
                  <a:lnTo>
                    <a:pt x="1070299" y="442524"/>
                  </a:lnTo>
                  <a:lnTo>
                    <a:pt x="1076787" y="490392"/>
                  </a:lnTo>
                  <a:lnTo>
                    <a:pt x="1078991" y="539495"/>
                  </a:lnTo>
                  <a:lnTo>
                    <a:pt x="1076787" y="588599"/>
                  </a:lnTo>
                  <a:lnTo>
                    <a:pt x="1070299" y="636467"/>
                  </a:lnTo>
                  <a:lnTo>
                    <a:pt x="1059719" y="682910"/>
                  </a:lnTo>
                  <a:lnTo>
                    <a:pt x="1045238" y="727738"/>
                  </a:lnTo>
                  <a:lnTo>
                    <a:pt x="1027045" y="770759"/>
                  </a:lnTo>
                  <a:lnTo>
                    <a:pt x="1005331" y="811783"/>
                  </a:lnTo>
                  <a:lnTo>
                    <a:pt x="980288" y="850621"/>
                  </a:lnTo>
                  <a:lnTo>
                    <a:pt x="952104" y="887080"/>
                  </a:lnTo>
                  <a:lnTo>
                    <a:pt x="920972" y="920972"/>
                  </a:lnTo>
                  <a:lnTo>
                    <a:pt x="887080" y="952104"/>
                  </a:lnTo>
                  <a:lnTo>
                    <a:pt x="850621" y="980288"/>
                  </a:lnTo>
                  <a:lnTo>
                    <a:pt x="811783" y="1005332"/>
                  </a:lnTo>
                  <a:lnTo>
                    <a:pt x="770759" y="1027045"/>
                  </a:lnTo>
                  <a:lnTo>
                    <a:pt x="727738" y="1045238"/>
                  </a:lnTo>
                  <a:lnTo>
                    <a:pt x="682910" y="1059719"/>
                  </a:lnTo>
                  <a:lnTo>
                    <a:pt x="636467" y="1070299"/>
                  </a:lnTo>
                  <a:lnTo>
                    <a:pt x="588599" y="1076787"/>
                  </a:lnTo>
                  <a:lnTo>
                    <a:pt x="539495" y="1078991"/>
                  </a:lnTo>
                  <a:lnTo>
                    <a:pt x="490392" y="1076787"/>
                  </a:lnTo>
                  <a:lnTo>
                    <a:pt x="442524" y="1070299"/>
                  </a:lnTo>
                  <a:lnTo>
                    <a:pt x="396081" y="1059719"/>
                  </a:lnTo>
                  <a:lnTo>
                    <a:pt x="351253" y="1045238"/>
                  </a:lnTo>
                  <a:lnTo>
                    <a:pt x="308232" y="1027045"/>
                  </a:lnTo>
                  <a:lnTo>
                    <a:pt x="267208" y="1005332"/>
                  </a:lnTo>
                  <a:lnTo>
                    <a:pt x="228370" y="980288"/>
                  </a:lnTo>
                  <a:lnTo>
                    <a:pt x="191911" y="952104"/>
                  </a:lnTo>
                  <a:lnTo>
                    <a:pt x="158019" y="920972"/>
                  </a:lnTo>
                  <a:lnTo>
                    <a:pt x="126887" y="887080"/>
                  </a:lnTo>
                  <a:lnTo>
                    <a:pt x="98703" y="850621"/>
                  </a:lnTo>
                  <a:lnTo>
                    <a:pt x="73660" y="811784"/>
                  </a:lnTo>
                  <a:lnTo>
                    <a:pt x="51946" y="770759"/>
                  </a:lnTo>
                  <a:lnTo>
                    <a:pt x="33753" y="727738"/>
                  </a:lnTo>
                  <a:lnTo>
                    <a:pt x="19272" y="682910"/>
                  </a:lnTo>
                  <a:lnTo>
                    <a:pt x="8692" y="636467"/>
                  </a:lnTo>
                  <a:lnTo>
                    <a:pt x="2204" y="588599"/>
                  </a:lnTo>
                  <a:lnTo>
                    <a:pt x="0" y="539495"/>
                  </a:lnTo>
                  <a:close/>
                </a:path>
              </a:pathLst>
            </a:custGeom>
            <a:noFill/>
            <a:ln cap="flat" cmpd="sng" w="12175">
              <a:solidFill>
                <a:srgbClr val="2525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46" name="Google Shape;446;p22"/>
          <p:cNvSpPr txBox="1"/>
          <p:nvPr/>
        </p:nvSpPr>
        <p:spPr>
          <a:xfrm>
            <a:off x="6821551" y="2807334"/>
            <a:ext cx="1257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7" name="Google Shape;447;p22"/>
          <p:cNvGrpSpPr/>
          <p:nvPr/>
        </p:nvGrpSpPr>
        <p:grpSpPr>
          <a:xfrm>
            <a:off x="4411980" y="3112007"/>
            <a:ext cx="1079500" cy="1079500"/>
            <a:chOff x="4411980" y="3112007"/>
            <a:chExt cx="1079500" cy="1079500"/>
          </a:xfrm>
        </p:grpSpPr>
        <p:sp>
          <p:nvSpPr>
            <p:cNvPr id="448" name="Google Shape;448;p22"/>
            <p:cNvSpPr/>
            <p:nvPr/>
          </p:nvSpPr>
          <p:spPr>
            <a:xfrm>
              <a:off x="4411980" y="3112007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539496" y="0"/>
                  </a:moveTo>
                  <a:lnTo>
                    <a:pt x="490392" y="2204"/>
                  </a:lnTo>
                  <a:lnTo>
                    <a:pt x="442524" y="8692"/>
                  </a:lnTo>
                  <a:lnTo>
                    <a:pt x="396081" y="19272"/>
                  </a:lnTo>
                  <a:lnTo>
                    <a:pt x="351253" y="33753"/>
                  </a:lnTo>
                  <a:lnTo>
                    <a:pt x="308232" y="51946"/>
                  </a:lnTo>
                  <a:lnTo>
                    <a:pt x="267208" y="73660"/>
                  </a:lnTo>
                  <a:lnTo>
                    <a:pt x="228370" y="98703"/>
                  </a:lnTo>
                  <a:lnTo>
                    <a:pt x="191911" y="126887"/>
                  </a:lnTo>
                  <a:lnTo>
                    <a:pt x="158019" y="158019"/>
                  </a:lnTo>
                  <a:lnTo>
                    <a:pt x="126887" y="191911"/>
                  </a:lnTo>
                  <a:lnTo>
                    <a:pt x="98703" y="228370"/>
                  </a:lnTo>
                  <a:lnTo>
                    <a:pt x="73660" y="267208"/>
                  </a:lnTo>
                  <a:lnTo>
                    <a:pt x="51946" y="308232"/>
                  </a:lnTo>
                  <a:lnTo>
                    <a:pt x="33753" y="351253"/>
                  </a:lnTo>
                  <a:lnTo>
                    <a:pt x="19272" y="396081"/>
                  </a:lnTo>
                  <a:lnTo>
                    <a:pt x="8692" y="442524"/>
                  </a:lnTo>
                  <a:lnTo>
                    <a:pt x="2204" y="490392"/>
                  </a:lnTo>
                  <a:lnTo>
                    <a:pt x="0" y="539495"/>
                  </a:lnTo>
                  <a:lnTo>
                    <a:pt x="2204" y="588599"/>
                  </a:lnTo>
                  <a:lnTo>
                    <a:pt x="8692" y="636467"/>
                  </a:lnTo>
                  <a:lnTo>
                    <a:pt x="19272" y="682910"/>
                  </a:lnTo>
                  <a:lnTo>
                    <a:pt x="33753" y="727738"/>
                  </a:lnTo>
                  <a:lnTo>
                    <a:pt x="51946" y="770759"/>
                  </a:lnTo>
                  <a:lnTo>
                    <a:pt x="73660" y="811784"/>
                  </a:lnTo>
                  <a:lnTo>
                    <a:pt x="98703" y="850621"/>
                  </a:lnTo>
                  <a:lnTo>
                    <a:pt x="126887" y="887080"/>
                  </a:lnTo>
                  <a:lnTo>
                    <a:pt x="158019" y="920972"/>
                  </a:lnTo>
                  <a:lnTo>
                    <a:pt x="191911" y="952104"/>
                  </a:lnTo>
                  <a:lnTo>
                    <a:pt x="228370" y="980288"/>
                  </a:lnTo>
                  <a:lnTo>
                    <a:pt x="267208" y="1005332"/>
                  </a:lnTo>
                  <a:lnTo>
                    <a:pt x="308232" y="1027045"/>
                  </a:lnTo>
                  <a:lnTo>
                    <a:pt x="351253" y="1045238"/>
                  </a:lnTo>
                  <a:lnTo>
                    <a:pt x="396081" y="1059719"/>
                  </a:lnTo>
                  <a:lnTo>
                    <a:pt x="442524" y="1070299"/>
                  </a:lnTo>
                  <a:lnTo>
                    <a:pt x="490392" y="1076787"/>
                  </a:lnTo>
                  <a:lnTo>
                    <a:pt x="539496" y="1078991"/>
                  </a:lnTo>
                  <a:lnTo>
                    <a:pt x="588599" y="1076787"/>
                  </a:lnTo>
                  <a:lnTo>
                    <a:pt x="636467" y="1070299"/>
                  </a:lnTo>
                  <a:lnTo>
                    <a:pt x="682910" y="1059719"/>
                  </a:lnTo>
                  <a:lnTo>
                    <a:pt x="727738" y="1045238"/>
                  </a:lnTo>
                  <a:lnTo>
                    <a:pt x="770759" y="1027045"/>
                  </a:lnTo>
                  <a:lnTo>
                    <a:pt x="811784" y="1005332"/>
                  </a:lnTo>
                  <a:lnTo>
                    <a:pt x="850621" y="980288"/>
                  </a:lnTo>
                  <a:lnTo>
                    <a:pt x="887080" y="952104"/>
                  </a:lnTo>
                  <a:lnTo>
                    <a:pt x="920972" y="920972"/>
                  </a:lnTo>
                  <a:lnTo>
                    <a:pt x="952104" y="887080"/>
                  </a:lnTo>
                  <a:lnTo>
                    <a:pt x="980288" y="850621"/>
                  </a:lnTo>
                  <a:lnTo>
                    <a:pt x="1005332" y="811783"/>
                  </a:lnTo>
                  <a:lnTo>
                    <a:pt x="1027045" y="770759"/>
                  </a:lnTo>
                  <a:lnTo>
                    <a:pt x="1045238" y="727738"/>
                  </a:lnTo>
                  <a:lnTo>
                    <a:pt x="1059719" y="682910"/>
                  </a:lnTo>
                  <a:lnTo>
                    <a:pt x="1070299" y="636467"/>
                  </a:lnTo>
                  <a:lnTo>
                    <a:pt x="1076787" y="588599"/>
                  </a:lnTo>
                  <a:lnTo>
                    <a:pt x="1078992" y="539495"/>
                  </a:lnTo>
                  <a:lnTo>
                    <a:pt x="1076787" y="490392"/>
                  </a:lnTo>
                  <a:lnTo>
                    <a:pt x="1070299" y="442524"/>
                  </a:lnTo>
                  <a:lnTo>
                    <a:pt x="1059719" y="396081"/>
                  </a:lnTo>
                  <a:lnTo>
                    <a:pt x="1045238" y="351253"/>
                  </a:lnTo>
                  <a:lnTo>
                    <a:pt x="1027045" y="308232"/>
                  </a:lnTo>
                  <a:lnTo>
                    <a:pt x="1005331" y="267207"/>
                  </a:lnTo>
                  <a:lnTo>
                    <a:pt x="980288" y="228370"/>
                  </a:lnTo>
                  <a:lnTo>
                    <a:pt x="952104" y="191911"/>
                  </a:lnTo>
                  <a:lnTo>
                    <a:pt x="920972" y="158019"/>
                  </a:lnTo>
                  <a:lnTo>
                    <a:pt x="887080" y="126887"/>
                  </a:lnTo>
                  <a:lnTo>
                    <a:pt x="850621" y="98703"/>
                  </a:lnTo>
                  <a:lnTo>
                    <a:pt x="811783" y="73660"/>
                  </a:lnTo>
                  <a:lnTo>
                    <a:pt x="770759" y="51946"/>
                  </a:lnTo>
                  <a:lnTo>
                    <a:pt x="727738" y="33753"/>
                  </a:lnTo>
                  <a:lnTo>
                    <a:pt x="682910" y="19272"/>
                  </a:lnTo>
                  <a:lnTo>
                    <a:pt x="636467" y="8692"/>
                  </a:lnTo>
                  <a:lnTo>
                    <a:pt x="588599" y="2204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13299F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4411980" y="3112007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0" y="539495"/>
                  </a:moveTo>
                  <a:lnTo>
                    <a:pt x="2204" y="490392"/>
                  </a:lnTo>
                  <a:lnTo>
                    <a:pt x="8692" y="442524"/>
                  </a:lnTo>
                  <a:lnTo>
                    <a:pt x="19272" y="396081"/>
                  </a:lnTo>
                  <a:lnTo>
                    <a:pt x="33753" y="351253"/>
                  </a:lnTo>
                  <a:lnTo>
                    <a:pt x="51946" y="308232"/>
                  </a:lnTo>
                  <a:lnTo>
                    <a:pt x="73660" y="267208"/>
                  </a:lnTo>
                  <a:lnTo>
                    <a:pt x="98703" y="228370"/>
                  </a:lnTo>
                  <a:lnTo>
                    <a:pt x="126887" y="191911"/>
                  </a:lnTo>
                  <a:lnTo>
                    <a:pt x="158019" y="158019"/>
                  </a:lnTo>
                  <a:lnTo>
                    <a:pt x="191911" y="126887"/>
                  </a:lnTo>
                  <a:lnTo>
                    <a:pt x="228370" y="98703"/>
                  </a:lnTo>
                  <a:lnTo>
                    <a:pt x="267208" y="73660"/>
                  </a:lnTo>
                  <a:lnTo>
                    <a:pt x="308232" y="51946"/>
                  </a:lnTo>
                  <a:lnTo>
                    <a:pt x="351253" y="33753"/>
                  </a:lnTo>
                  <a:lnTo>
                    <a:pt x="396081" y="19272"/>
                  </a:lnTo>
                  <a:lnTo>
                    <a:pt x="442524" y="8692"/>
                  </a:lnTo>
                  <a:lnTo>
                    <a:pt x="490392" y="2204"/>
                  </a:lnTo>
                  <a:lnTo>
                    <a:pt x="539496" y="0"/>
                  </a:lnTo>
                  <a:lnTo>
                    <a:pt x="588599" y="2204"/>
                  </a:lnTo>
                  <a:lnTo>
                    <a:pt x="636467" y="8692"/>
                  </a:lnTo>
                  <a:lnTo>
                    <a:pt x="682910" y="19272"/>
                  </a:lnTo>
                  <a:lnTo>
                    <a:pt x="727738" y="33753"/>
                  </a:lnTo>
                  <a:lnTo>
                    <a:pt x="770759" y="51946"/>
                  </a:lnTo>
                  <a:lnTo>
                    <a:pt x="811783" y="73660"/>
                  </a:lnTo>
                  <a:lnTo>
                    <a:pt x="850621" y="98703"/>
                  </a:lnTo>
                  <a:lnTo>
                    <a:pt x="887080" y="126887"/>
                  </a:lnTo>
                  <a:lnTo>
                    <a:pt x="920972" y="158019"/>
                  </a:lnTo>
                  <a:lnTo>
                    <a:pt x="952104" y="191911"/>
                  </a:lnTo>
                  <a:lnTo>
                    <a:pt x="980288" y="228370"/>
                  </a:lnTo>
                  <a:lnTo>
                    <a:pt x="1005331" y="267207"/>
                  </a:lnTo>
                  <a:lnTo>
                    <a:pt x="1027045" y="308232"/>
                  </a:lnTo>
                  <a:lnTo>
                    <a:pt x="1045238" y="351253"/>
                  </a:lnTo>
                  <a:lnTo>
                    <a:pt x="1059719" y="396081"/>
                  </a:lnTo>
                  <a:lnTo>
                    <a:pt x="1070299" y="442524"/>
                  </a:lnTo>
                  <a:lnTo>
                    <a:pt x="1076787" y="490392"/>
                  </a:lnTo>
                  <a:lnTo>
                    <a:pt x="1078992" y="539495"/>
                  </a:lnTo>
                  <a:lnTo>
                    <a:pt x="1076787" y="588599"/>
                  </a:lnTo>
                  <a:lnTo>
                    <a:pt x="1070299" y="636467"/>
                  </a:lnTo>
                  <a:lnTo>
                    <a:pt x="1059719" y="682910"/>
                  </a:lnTo>
                  <a:lnTo>
                    <a:pt x="1045238" y="727738"/>
                  </a:lnTo>
                  <a:lnTo>
                    <a:pt x="1027045" y="770759"/>
                  </a:lnTo>
                  <a:lnTo>
                    <a:pt x="1005332" y="811783"/>
                  </a:lnTo>
                  <a:lnTo>
                    <a:pt x="980288" y="850621"/>
                  </a:lnTo>
                  <a:lnTo>
                    <a:pt x="952104" y="887080"/>
                  </a:lnTo>
                  <a:lnTo>
                    <a:pt x="920972" y="920972"/>
                  </a:lnTo>
                  <a:lnTo>
                    <a:pt x="887080" y="952104"/>
                  </a:lnTo>
                  <a:lnTo>
                    <a:pt x="850621" y="980288"/>
                  </a:lnTo>
                  <a:lnTo>
                    <a:pt x="811784" y="1005332"/>
                  </a:lnTo>
                  <a:lnTo>
                    <a:pt x="770759" y="1027045"/>
                  </a:lnTo>
                  <a:lnTo>
                    <a:pt x="727738" y="1045238"/>
                  </a:lnTo>
                  <a:lnTo>
                    <a:pt x="682910" y="1059719"/>
                  </a:lnTo>
                  <a:lnTo>
                    <a:pt x="636467" y="1070299"/>
                  </a:lnTo>
                  <a:lnTo>
                    <a:pt x="588599" y="1076787"/>
                  </a:lnTo>
                  <a:lnTo>
                    <a:pt x="539496" y="1078991"/>
                  </a:lnTo>
                  <a:lnTo>
                    <a:pt x="490392" y="1076787"/>
                  </a:lnTo>
                  <a:lnTo>
                    <a:pt x="442524" y="1070299"/>
                  </a:lnTo>
                  <a:lnTo>
                    <a:pt x="396081" y="1059719"/>
                  </a:lnTo>
                  <a:lnTo>
                    <a:pt x="351253" y="1045238"/>
                  </a:lnTo>
                  <a:lnTo>
                    <a:pt x="308232" y="1027045"/>
                  </a:lnTo>
                  <a:lnTo>
                    <a:pt x="267208" y="1005332"/>
                  </a:lnTo>
                  <a:lnTo>
                    <a:pt x="228370" y="980288"/>
                  </a:lnTo>
                  <a:lnTo>
                    <a:pt x="191911" y="952104"/>
                  </a:lnTo>
                  <a:lnTo>
                    <a:pt x="158019" y="920972"/>
                  </a:lnTo>
                  <a:lnTo>
                    <a:pt x="126887" y="887080"/>
                  </a:lnTo>
                  <a:lnTo>
                    <a:pt x="98703" y="850621"/>
                  </a:lnTo>
                  <a:lnTo>
                    <a:pt x="73660" y="811784"/>
                  </a:lnTo>
                  <a:lnTo>
                    <a:pt x="51946" y="770759"/>
                  </a:lnTo>
                  <a:lnTo>
                    <a:pt x="33753" y="727738"/>
                  </a:lnTo>
                  <a:lnTo>
                    <a:pt x="19272" y="682910"/>
                  </a:lnTo>
                  <a:lnTo>
                    <a:pt x="8692" y="636467"/>
                  </a:lnTo>
                  <a:lnTo>
                    <a:pt x="2204" y="588599"/>
                  </a:lnTo>
                  <a:lnTo>
                    <a:pt x="0" y="539495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50" name="Google Shape;450;p22"/>
          <p:cNvSpPr txBox="1"/>
          <p:nvPr/>
        </p:nvSpPr>
        <p:spPr>
          <a:xfrm>
            <a:off x="4880609" y="2807334"/>
            <a:ext cx="142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554736" y="1449324"/>
            <a:ext cx="1232153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2" name="Google Shape;452;p22"/>
          <p:cNvSpPr txBox="1"/>
          <p:nvPr/>
        </p:nvSpPr>
        <p:spPr>
          <a:xfrm>
            <a:off x="3166872" y="2205227"/>
            <a:ext cx="3569335" cy="46228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118725">
            <a:spAutoFit/>
          </a:bodyPr>
          <a:lstStyle/>
          <a:p>
            <a:pPr indent="0" lvl="0" marL="184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𝑃(𝐴 ∪ 𝐵 ∪ 𝐶) = 𝑃(𝐴) + 𝑃(𝐵) + 𝑃(𝐶)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3"/>
          <p:cNvSpPr/>
          <p:nvPr/>
        </p:nvSpPr>
        <p:spPr>
          <a:xfrm>
            <a:off x="9358921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8" name="Google Shape;458;p2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9" name="Google Shape;459;p2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0" name="Google Shape;460;p23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1" name="Google Shape;461;p2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847344" y="1772411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3" name="Google Shape;463;p23"/>
          <p:cNvSpPr txBox="1"/>
          <p:nvPr/>
        </p:nvSpPr>
        <p:spPr>
          <a:xfrm>
            <a:off x="913891" y="1773173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64" name="Google Shape;464;p23"/>
          <p:cNvGrpSpPr/>
          <p:nvPr/>
        </p:nvGrpSpPr>
        <p:grpSpPr>
          <a:xfrm>
            <a:off x="1226819" y="1816607"/>
            <a:ext cx="5032502" cy="1731391"/>
            <a:chOff x="1226819" y="1816607"/>
            <a:chExt cx="5032502" cy="1731391"/>
          </a:xfrm>
        </p:grpSpPr>
        <p:sp>
          <p:nvSpPr>
            <p:cNvPr id="465" name="Google Shape;465;p23"/>
            <p:cNvSpPr/>
            <p:nvPr/>
          </p:nvSpPr>
          <p:spPr>
            <a:xfrm>
              <a:off x="1226819" y="1816607"/>
              <a:ext cx="5031485" cy="133883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1711451" y="2988563"/>
              <a:ext cx="4547870" cy="559435"/>
            </a:xfrm>
            <a:custGeom>
              <a:rect b="b" l="l" r="r" t="t"/>
              <a:pathLst>
                <a:path extrusionOk="0" h="559435" w="4547870">
                  <a:moveTo>
                    <a:pt x="4547616" y="0"/>
                  </a:moveTo>
                  <a:lnTo>
                    <a:pt x="0" y="0"/>
                  </a:lnTo>
                  <a:lnTo>
                    <a:pt x="0" y="559308"/>
                  </a:lnTo>
                  <a:lnTo>
                    <a:pt x="4547616" y="559308"/>
                  </a:lnTo>
                  <a:lnTo>
                    <a:pt x="454761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2080133" y="3211702"/>
              <a:ext cx="2263140" cy="187960"/>
            </a:xfrm>
            <a:custGeom>
              <a:rect b="b" l="l" r="r" t="t"/>
              <a:pathLst>
                <a:path extrusionOk="0" h="187960" w="2263140">
                  <a:moveTo>
                    <a:pt x="62484" y="7620"/>
                  </a:moveTo>
                  <a:lnTo>
                    <a:pt x="59817" y="0"/>
                  </a:lnTo>
                  <a:lnTo>
                    <a:pt x="46240" y="4927"/>
                  </a:lnTo>
                  <a:lnTo>
                    <a:pt x="34315" y="12090"/>
                  </a:lnTo>
                  <a:lnTo>
                    <a:pt x="8724" y="46266"/>
                  </a:lnTo>
                  <a:lnTo>
                    <a:pt x="0" y="93980"/>
                  </a:lnTo>
                  <a:lnTo>
                    <a:pt x="965" y="111226"/>
                  </a:lnTo>
                  <a:lnTo>
                    <a:pt x="15494" y="154940"/>
                  </a:lnTo>
                  <a:lnTo>
                    <a:pt x="46189" y="182930"/>
                  </a:lnTo>
                  <a:lnTo>
                    <a:pt x="59817" y="187833"/>
                  </a:lnTo>
                  <a:lnTo>
                    <a:pt x="62230" y="180213"/>
                  </a:lnTo>
                  <a:lnTo>
                    <a:pt x="51523" y="175475"/>
                  </a:lnTo>
                  <a:lnTo>
                    <a:pt x="42303" y="168884"/>
                  </a:lnTo>
                  <a:lnTo>
                    <a:pt x="19900" y="124587"/>
                  </a:lnTo>
                  <a:lnTo>
                    <a:pt x="17145" y="92964"/>
                  </a:lnTo>
                  <a:lnTo>
                    <a:pt x="17830" y="77000"/>
                  </a:lnTo>
                  <a:lnTo>
                    <a:pt x="28194" y="37465"/>
                  </a:lnTo>
                  <a:lnTo>
                    <a:pt x="51689" y="12357"/>
                  </a:lnTo>
                  <a:lnTo>
                    <a:pt x="62484" y="7620"/>
                  </a:lnTo>
                  <a:close/>
                </a:path>
                <a:path extrusionOk="0" h="187960" w="2263140">
                  <a:moveTo>
                    <a:pt x="758698" y="93980"/>
                  </a:moveTo>
                  <a:lnTo>
                    <a:pt x="749960" y="46266"/>
                  </a:lnTo>
                  <a:lnTo>
                    <a:pt x="724357" y="12090"/>
                  </a:lnTo>
                  <a:lnTo>
                    <a:pt x="698754" y="0"/>
                  </a:lnTo>
                  <a:lnTo>
                    <a:pt x="696087" y="7620"/>
                  </a:lnTo>
                  <a:lnTo>
                    <a:pt x="706958" y="12357"/>
                  </a:lnTo>
                  <a:lnTo>
                    <a:pt x="716343" y="18923"/>
                  </a:lnTo>
                  <a:lnTo>
                    <a:pt x="738784" y="62407"/>
                  </a:lnTo>
                  <a:lnTo>
                    <a:pt x="741553" y="92964"/>
                  </a:lnTo>
                  <a:lnTo>
                    <a:pt x="740854" y="109537"/>
                  </a:lnTo>
                  <a:lnTo>
                    <a:pt x="730377" y="150114"/>
                  </a:lnTo>
                  <a:lnTo>
                    <a:pt x="696468" y="180213"/>
                  </a:lnTo>
                  <a:lnTo>
                    <a:pt x="698754" y="187833"/>
                  </a:lnTo>
                  <a:lnTo>
                    <a:pt x="734644" y="166497"/>
                  </a:lnTo>
                  <a:lnTo>
                    <a:pt x="754799" y="127139"/>
                  </a:lnTo>
                  <a:lnTo>
                    <a:pt x="757720" y="111226"/>
                  </a:lnTo>
                  <a:lnTo>
                    <a:pt x="758698" y="93980"/>
                  </a:lnTo>
                  <a:close/>
                </a:path>
                <a:path extrusionOk="0" h="187960" w="2263140">
                  <a:moveTo>
                    <a:pt x="1254252" y="7620"/>
                  </a:moveTo>
                  <a:lnTo>
                    <a:pt x="1251585" y="0"/>
                  </a:lnTo>
                  <a:lnTo>
                    <a:pt x="1238008" y="4927"/>
                  </a:lnTo>
                  <a:lnTo>
                    <a:pt x="1226083" y="12090"/>
                  </a:lnTo>
                  <a:lnTo>
                    <a:pt x="1200492" y="46266"/>
                  </a:lnTo>
                  <a:lnTo>
                    <a:pt x="1191768" y="93980"/>
                  </a:lnTo>
                  <a:lnTo>
                    <a:pt x="1192733" y="111226"/>
                  </a:lnTo>
                  <a:lnTo>
                    <a:pt x="1207262" y="154940"/>
                  </a:lnTo>
                  <a:lnTo>
                    <a:pt x="1237957" y="182930"/>
                  </a:lnTo>
                  <a:lnTo>
                    <a:pt x="1251585" y="187833"/>
                  </a:lnTo>
                  <a:lnTo>
                    <a:pt x="1253998" y="180213"/>
                  </a:lnTo>
                  <a:lnTo>
                    <a:pt x="1243291" y="175475"/>
                  </a:lnTo>
                  <a:lnTo>
                    <a:pt x="1234071" y="168884"/>
                  </a:lnTo>
                  <a:lnTo>
                    <a:pt x="1211668" y="124587"/>
                  </a:lnTo>
                  <a:lnTo>
                    <a:pt x="1208913" y="92964"/>
                  </a:lnTo>
                  <a:lnTo>
                    <a:pt x="1209598" y="77000"/>
                  </a:lnTo>
                  <a:lnTo>
                    <a:pt x="1219962" y="37465"/>
                  </a:lnTo>
                  <a:lnTo>
                    <a:pt x="1243457" y="12357"/>
                  </a:lnTo>
                  <a:lnTo>
                    <a:pt x="1254252" y="7620"/>
                  </a:lnTo>
                  <a:close/>
                </a:path>
                <a:path extrusionOk="0" h="187960" w="2263140">
                  <a:moveTo>
                    <a:pt x="1453642" y="93980"/>
                  </a:moveTo>
                  <a:lnTo>
                    <a:pt x="1444904" y="46266"/>
                  </a:lnTo>
                  <a:lnTo>
                    <a:pt x="1419301" y="12090"/>
                  </a:lnTo>
                  <a:lnTo>
                    <a:pt x="1393698" y="0"/>
                  </a:lnTo>
                  <a:lnTo>
                    <a:pt x="1391031" y="7620"/>
                  </a:lnTo>
                  <a:lnTo>
                    <a:pt x="1401902" y="12357"/>
                  </a:lnTo>
                  <a:lnTo>
                    <a:pt x="1411287" y="18923"/>
                  </a:lnTo>
                  <a:lnTo>
                    <a:pt x="1433728" y="62407"/>
                  </a:lnTo>
                  <a:lnTo>
                    <a:pt x="1436497" y="92964"/>
                  </a:lnTo>
                  <a:lnTo>
                    <a:pt x="1435798" y="109537"/>
                  </a:lnTo>
                  <a:lnTo>
                    <a:pt x="1425321" y="150114"/>
                  </a:lnTo>
                  <a:lnTo>
                    <a:pt x="1391412" y="180213"/>
                  </a:lnTo>
                  <a:lnTo>
                    <a:pt x="1393698" y="187833"/>
                  </a:lnTo>
                  <a:lnTo>
                    <a:pt x="1429588" y="166497"/>
                  </a:lnTo>
                  <a:lnTo>
                    <a:pt x="1449743" y="127139"/>
                  </a:lnTo>
                  <a:lnTo>
                    <a:pt x="1452664" y="111226"/>
                  </a:lnTo>
                  <a:lnTo>
                    <a:pt x="1453642" y="93980"/>
                  </a:lnTo>
                  <a:close/>
                </a:path>
                <a:path extrusionOk="0" h="187960" w="2263140">
                  <a:moveTo>
                    <a:pt x="1926336" y="7620"/>
                  </a:moveTo>
                  <a:lnTo>
                    <a:pt x="1923669" y="0"/>
                  </a:lnTo>
                  <a:lnTo>
                    <a:pt x="1910092" y="4927"/>
                  </a:lnTo>
                  <a:lnTo>
                    <a:pt x="1898167" y="12090"/>
                  </a:lnTo>
                  <a:lnTo>
                    <a:pt x="1872576" y="46266"/>
                  </a:lnTo>
                  <a:lnTo>
                    <a:pt x="1863852" y="93980"/>
                  </a:lnTo>
                  <a:lnTo>
                    <a:pt x="1864817" y="111226"/>
                  </a:lnTo>
                  <a:lnTo>
                    <a:pt x="1879346" y="154940"/>
                  </a:lnTo>
                  <a:lnTo>
                    <a:pt x="1910041" y="182930"/>
                  </a:lnTo>
                  <a:lnTo>
                    <a:pt x="1923669" y="187833"/>
                  </a:lnTo>
                  <a:lnTo>
                    <a:pt x="1926082" y="180213"/>
                  </a:lnTo>
                  <a:lnTo>
                    <a:pt x="1915375" y="175475"/>
                  </a:lnTo>
                  <a:lnTo>
                    <a:pt x="1906155" y="168884"/>
                  </a:lnTo>
                  <a:lnTo>
                    <a:pt x="1883752" y="124587"/>
                  </a:lnTo>
                  <a:lnTo>
                    <a:pt x="1880997" y="92964"/>
                  </a:lnTo>
                  <a:lnTo>
                    <a:pt x="1881682" y="77000"/>
                  </a:lnTo>
                  <a:lnTo>
                    <a:pt x="1892046" y="37465"/>
                  </a:lnTo>
                  <a:lnTo>
                    <a:pt x="1915541" y="12357"/>
                  </a:lnTo>
                  <a:lnTo>
                    <a:pt x="1926336" y="7620"/>
                  </a:lnTo>
                  <a:close/>
                </a:path>
                <a:path extrusionOk="0" h="187960" w="2263140">
                  <a:moveTo>
                    <a:pt x="2262886" y="93980"/>
                  </a:moveTo>
                  <a:lnTo>
                    <a:pt x="2254148" y="46266"/>
                  </a:lnTo>
                  <a:lnTo>
                    <a:pt x="2228545" y="12090"/>
                  </a:lnTo>
                  <a:lnTo>
                    <a:pt x="2202942" y="0"/>
                  </a:lnTo>
                  <a:lnTo>
                    <a:pt x="2200275" y="7620"/>
                  </a:lnTo>
                  <a:lnTo>
                    <a:pt x="2211146" y="12357"/>
                  </a:lnTo>
                  <a:lnTo>
                    <a:pt x="2220531" y="18923"/>
                  </a:lnTo>
                  <a:lnTo>
                    <a:pt x="2242972" y="62407"/>
                  </a:lnTo>
                  <a:lnTo>
                    <a:pt x="2245741" y="92964"/>
                  </a:lnTo>
                  <a:lnTo>
                    <a:pt x="2245042" y="109537"/>
                  </a:lnTo>
                  <a:lnTo>
                    <a:pt x="2234565" y="150114"/>
                  </a:lnTo>
                  <a:lnTo>
                    <a:pt x="2200656" y="180213"/>
                  </a:lnTo>
                  <a:lnTo>
                    <a:pt x="2202942" y="187833"/>
                  </a:lnTo>
                  <a:lnTo>
                    <a:pt x="2238832" y="166497"/>
                  </a:lnTo>
                  <a:lnTo>
                    <a:pt x="2258987" y="127139"/>
                  </a:lnTo>
                  <a:lnTo>
                    <a:pt x="2261908" y="111226"/>
                  </a:lnTo>
                  <a:lnTo>
                    <a:pt x="2262886" y="9398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68" name="Google Shape;468;p23"/>
          <p:cNvSpPr/>
          <p:nvPr/>
        </p:nvSpPr>
        <p:spPr>
          <a:xfrm>
            <a:off x="554736" y="1449324"/>
            <a:ext cx="1232153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9" name="Google Shape;469;p23"/>
          <p:cNvSpPr txBox="1"/>
          <p:nvPr/>
        </p:nvSpPr>
        <p:spPr>
          <a:xfrm>
            <a:off x="1933067" y="3147822"/>
            <a:ext cx="26504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 ∪ 𝐴𝐵	= 𝑃  𝐴	+ 𝑃  𝐴𝐵	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4627245" y="3298444"/>
            <a:ext cx="919480" cy="13970"/>
          </a:xfrm>
          <a:custGeom>
            <a:rect b="b" l="l" r="r" t="t"/>
            <a:pathLst>
              <a:path extrusionOk="0" h="13970" w="919479">
                <a:moveTo>
                  <a:pt x="338328" y="0"/>
                </a:moveTo>
                <a:lnTo>
                  <a:pt x="0" y="0"/>
                </a:lnTo>
                <a:lnTo>
                  <a:pt x="0" y="13716"/>
                </a:lnTo>
                <a:lnTo>
                  <a:pt x="338328" y="13716"/>
                </a:lnTo>
                <a:lnTo>
                  <a:pt x="338328" y="0"/>
                </a:lnTo>
                <a:close/>
              </a:path>
              <a:path extrusionOk="0" h="13970" w="919479">
                <a:moveTo>
                  <a:pt x="918972" y="0"/>
                </a:moveTo>
                <a:lnTo>
                  <a:pt x="580644" y="0"/>
                </a:lnTo>
                <a:lnTo>
                  <a:pt x="580644" y="13716"/>
                </a:lnTo>
                <a:lnTo>
                  <a:pt x="918972" y="13716"/>
                </a:lnTo>
                <a:lnTo>
                  <a:pt x="918972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1" name="Google Shape;471;p23"/>
          <p:cNvSpPr txBox="1"/>
          <p:nvPr/>
        </p:nvSpPr>
        <p:spPr>
          <a:xfrm>
            <a:off x="5010658" y="3147822"/>
            <a:ext cx="7575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	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5811392" y="3298444"/>
            <a:ext cx="226060" cy="13970"/>
          </a:xfrm>
          <a:custGeom>
            <a:rect b="b" l="l" r="r" t="t"/>
            <a:pathLst>
              <a:path extrusionOk="0" h="13970" w="226060">
                <a:moveTo>
                  <a:pt x="225551" y="0"/>
                </a:moveTo>
                <a:lnTo>
                  <a:pt x="0" y="0"/>
                </a:lnTo>
                <a:lnTo>
                  <a:pt x="0" y="13715"/>
                </a:lnTo>
                <a:lnTo>
                  <a:pt x="225551" y="13715"/>
                </a:lnTo>
                <a:lnTo>
                  <a:pt x="225551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3" name="Google Shape;473;p23"/>
          <p:cNvSpPr txBox="1"/>
          <p:nvPr/>
        </p:nvSpPr>
        <p:spPr>
          <a:xfrm>
            <a:off x="4684140" y="2993898"/>
            <a:ext cx="136652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30	25	11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3"/>
          <p:cNvSpPr txBox="1"/>
          <p:nvPr/>
        </p:nvSpPr>
        <p:spPr>
          <a:xfrm>
            <a:off x="4627753" y="3283458"/>
            <a:ext cx="142303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100	100	20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0" name="Google Shape;480;p2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1" name="Google Shape;481;p2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2" name="Google Shape;482;p24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3" name="Google Shape;483;p24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681227" y="1804416"/>
            <a:ext cx="4179570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85" name="Google Shape;485;p24"/>
          <p:cNvGrpSpPr/>
          <p:nvPr/>
        </p:nvGrpSpPr>
        <p:grpSpPr>
          <a:xfrm>
            <a:off x="3902964" y="3336035"/>
            <a:ext cx="2095500" cy="1548765"/>
            <a:chOff x="3902964" y="3336035"/>
            <a:chExt cx="2095500" cy="1548765"/>
          </a:xfrm>
        </p:grpSpPr>
        <p:sp>
          <p:nvSpPr>
            <p:cNvPr id="486" name="Google Shape;486;p24"/>
            <p:cNvSpPr/>
            <p:nvPr/>
          </p:nvSpPr>
          <p:spPr>
            <a:xfrm>
              <a:off x="3902964" y="3336035"/>
              <a:ext cx="2095500" cy="1548765"/>
            </a:xfrm>
            <a:custGeom>
              <a:rect b="b" l="l" r="r" t="t"/>
              <a:pathLst>
                <a:path extrusionOk="0" h="1548764" w="2095500">
                  <a:moveTo>
                    <a:pt x="2060194" y="0"/>
                  </a:moveTo>
                  <a:lnTo>
                    <a:pt x="35306" y="0"/>
                  </a:lnTo>
                  <a:lnTo>
                    <a:pt x="21538" y="2766"/>
                  </a:lnTo>
                  <a:lnTo>
                    <a:pt x="10318" y="10318"/>
                  </a:lnTo>
                  <a:lnTo>
                    <a:pt x="2766" y="21538"/>
                  </a:lnTo>
                  <a:lnTo>
                    <a:pt x="0" y="35305"/>
                  </a:lnTo>
                  <a:lnTo>
                    <a:pt x="0" y="1513077"/>
                  </a:lnTo>
                  <a:lnTo>
                    <a:pt x="2766" y="1526845"/>
                  </a:lnTo>
                  <a:lnTo>
                    <a:pt x="10318" y="1538065"/>
                  </a:lnTo>
                  <a:lnTo>
                    <a:pt x="21538" y="1545617"/>
                  </a:lnTo>
                  <a:lnTo>
                    <a:pt x="35306" y="1548383"/>
                  </a:lnTo>
                  <a:lnTo>
                    <a:pt x="2060194" y="1548383"/>
                  </a:lnTo>
                  <a:lnTo>
                    <a:pt x="2073961" y="1545617"/>
                  </a:lnTo>
                  <a:lnTo>
                    <a:pt x="2085181" y="1538065"/>
                  </a:lnTo>
                  <a:lnTo>
                    <a:pt x="2092733" y="1526845"/>
                  </a:lnTo>
                  <a:lnTo>
                    <a:pt x="2095500" y="1513077"/>
                  </a:lnTo>
                  <a:lnTo>
                    <a:pt x="2095500" y="35305"/>
                  </a:lnTo>
                  <a:lnTo>
                    <a:pt x="2092733" y="21538"/>
                  </a:lnTo>
                  <a:lnTo>
                    <a:pt x="2085181" y="10318"/>
                  </a:lnTo>
                  <a:lnTo>
                    <a:pt x="2073961" y="2766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7" name="Google Shape;487;p24"/>
            <p:cNvSpPr/>
            <p:nvPr/>
          </p:nvSpPr>
          <p:spPr>
            <a:xfrm>
              <a:off x="3902964" y="3336035"/>
              <a:ext cx="2095500" cy="1548765"/>
            </a:xfrm>
            <a:custGeom>
              <a:rect b="b" l="l" r="r" t="t"/>
              <a:pathLst>
                <a:path extrusionOk="0" h="1548764" w="2095500">
                  <a:moveTo>
                    <a:pt x="0" y="35305"/>
                  </a:moveTo>
                  <a:lnTo>
                    <a:pt x="2766" y="21538"/>
                  </a:lnTo>
                  <a:lnTo>
                    <a:pt x="10318" y="10318"/>
                  </a:lnTo>
                  <a:lnTo>
                    <a:pt x="21538" y="2766"/>
                  </a:lnTo>
                  <a:lnTo>
                    <a:pt x="35306" y="0"/>
                  </a:lnTo>
                  <a:lnTo>
                    <a:pt x="2060194" y="0"/>
                  </a:lnTo>
                  <a:lnTo>
                    <a:pt x="2073961" y="2766"/>
                  </a:lnTo>
                  <a:lnTo>
                    <a:pt x="2085181" y="10318"/>
                  </a:lnTo>
                  <a:lnTo>
                    <a:pt x="2092733" y="21538"/>
                  </a:lnTo>
                  <a:lnTo>
                    <a:pt x="2095500" y="35305"/>
                  </a:lnTo>
                  <a:lnTo>
                    <a:pt x="2095500" y="1513077"/>
                  </a:lnTo>
                  <a:lnTo>
                    <a:pt x="2092733" y="1526845"/>
                  </a:lnTo>
                  <a:lnTo>
                    <a:pt x="2085181" y="1538065"/>
                  </a:lnTo>
                  <a:lnTo>
                    <a:pt x="2073961" y="1545617"/>
                  </a:lnTo>
                  <a:lnTo>
                    <a:pt x="2060194" y="1548383"/>
                  </a:lnTo>
                  <a:lnTo>
                    <a:pt x="35306" y="1548383"/>
                  </a:lnTo>
                  <a:lnTo>
                    <a:pt x="21538" y="1545617"/>
                  </a:lnTo>
                  <a:lnTo>
                    <a:pt x="10318" y="1538065"/>
                  </a:lnTo>
                  <a:lnTo>
                    <a:pt x="2766" y="1526845"/>
                  </a:lnTo>
                  <a:lnTo>
                    <a:pt x="0" y="1513077"/>
                  </a:lnTo>
                  <a:lnTo>
                    <a:pt x="0" y="35305"/>
                  </a:lnTo>
                  <a:close/>
                </a:path>
              </a:pathLst>
            </a:custGeom>
            <a:noFill/>
            <a:ln cap="flat" cmpd="sng" w="12175">
              <a:solidFill>
                <a:srgbClr val="00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8" name="Google Shape;488;p24"/>
            <p:cNvSpPr/>
            <p:nvPr/>
          </p:nvSpPr>
          <p:spPr>
            <a:xfrm>
              <a:off x="4411980" y="3570731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539496" y="0"/>
                  </a:moveTo>
                  <a:lnTo>
                    <a:pt x="490392" y="2204"/>
                  </a:lnTo>
                  <a:lnTo>
                    <a:pt x="442524" y="8692"/>
                  </a:lnTo>
                  <a:lnTo>
                    <a:pt x="396081" y="19272"/>
                  </a:lnTo>
                  <a:lnTo>
                    <a:pt x="351253" y="33753"/>
                  </a:lnTo>
                  <a:lnTo>
                    <a:pt x="308232" y="51946"/>
                  </a:lnTo>
                  <a:lnTo>
                    <a:pt x="267208" y="73660"/>
                  </a:lnTo>
                  <a:lnTo>
                    <a:pt x="228370" y="98703"/>
                  </a:lnTo>
                  <a:lnTo>
                    <a:pt x="191911" y="126887"/>
                  </a:lnTo>
                  <a:lnTo>
                    <a:pt x="158019" y="158019"/>
                  </a:lnTo>
                  <a:lnTo>
                    <a:pt x="126887" y="191911"/>
                  </a:lnTo>
                  <a:lnTo>
                    <a:pt x="98703" y="228370"/>
                  </a:lnTo>
                  <a:lnTo>
                    <a:pt x="73660" y="267207"/>
                  </a:lnTo>
                  <a:lnTo>
                    <a:pt x="51946" y="308232"/>
                  </a:lnTo>
                  <a:lnTo>
                    <a:pt x="33753" y="351253"/>
                  </a:lnTo>
                  <a:lnTo>
                    <a:pt x="19272" y="396081"/>
                  </a:lnTo>
                  <a:lnTo>
                    <a:pt x="8692" y="442524"/>
                  </a:lnTo>
                  <a:lnTo>
                    <a:pt x="2204" y="490392"/>
                  </a:lnTo>
                  <a:lnTo>
                    <a:pt x="0" y="539495"/>
                  </a:lnTo>
                  <a:lnTo>
                    <a:pt x="2204" y="588599"/>
                  </a:lnTo>
                  <a:lnTo>
                    <a:pt x="8692" y="636467"/>
                  </a:lnTo>
                  <a:lnTo>
                    <a:pt x="19272" y="682910"/>
                  </a:lnTo>
                  <a:lnTo>
                    <a:pt x="33753" y="727738"/>
                  </a:lnTo>
                  <a:lnTo>
                    <a:pt x="51946" y="770759"/>
                  </a:lnTo>
                  <a:lnTo>
                    <a:pt x="73660" y="811783"/>
                  </a:lnTo>
                  <a:lnTo>
                    <a:pt x="98703" y="850621"/>
                  </a:lnTo>
                  <a:lnTo>
                    <a:pt x="126887" y="887080"/>
                  </a:lnTo>
                  <a:lnTo>
                    <a:pt x="158019" y="920972"/>
                  </a:lnTo>
                  <a:lnTo>
                    <a:pt x="191911" y="952104"/>
                  </a:lnTo>
                  <a:lnTo>
                    <a:pt x="228370" y="980288"/>
                  </a:lnTo>
                  <a:lnTo>
                    <a:pt x="267208" y="1005332"/>
                  </a:lnTo>
                  <a:lnTo>
                    <a:pt x="308232" y="1027045"/>
                  </a:lnTo>
                  <a:lnTo>
                    <a:pt x="351253" y="1045238"/>
                  </a:lnTo>
                  <a:lnTo>
                    <a:pt x="396081" y="1059719"/>
                  </a:lnTo>
                  <a:lnTo>
                    <a:pt x="442524" y="1070299"/>
                  </a:lnTo>
                  <a:lnTo>
                    <a:pt x="490392" y="1076787"/>
                  </a:lnTo>
                  <a:lnTo>
                    <a:pt x="539496" y="1078991"/>
                  </a:lnTo>
                  <a:lnTo>
                    <a:pt x="588599" y="1076787"/>
                  </a:lnTo>
                  <a:lnTo>
                    <a:pt x="636467" y="1070299"/>
                  </a:lnTo>
                  <a:lnTo>
                    <a:pt x="682910" y="1059719"/>
                  </a:lnTo>
                  <a:lnTo>
                    <a:pt x="727738" y="1045238"/>
                  </a:lnTo>
                  <a:lnTo>
                    <a:pt x="770759" y="1027045"/>
                  </a:lnTo>
                  <a:lnTo>
                    <a:pt x="811784" y="1005331"/>
                  </a:lnTo>
                  <a:lnTo>
                    <a:pt x="850621" y="980288"/>
                  </a:lnTo>
                  <a:lnTo>
                    <a:pt x="887080" y="952104"/>
                  </a:lnTo>
                  <a:lnTo>
                    <a:pt x="920972" y="920972"/>
                  </a:lnTo>
                  <a:lnTo>
                    <a:pt x="952104" y="887080"/>
                  </a:lnTo>
                  <a:lnTo>
                    <a:pt x="980288" y="850621"/>
                  </a:lnTo>
                  <a:lnTo>
                    <a:pt x="1005332" y="811783"/>
                  </a:lnTo>
                  <a:lnTo>
                    <a:pt x="1027045" y="770759"/>
                  </a:lnTo>
                  <a:lnTo>
                    <a:pt x="1045238" y="727738"/>
                  </a:lnTo>
                  <a:lnTo>
                    <a:pt x="1059719" y="682910"/>
                  </a:lnTo>
                  <a:lnTo>
                    <a:pt x="1070299" y="636467"/>
                  </a:lnTo>
                  <a:lnTo>
                    <a:pt x="1076787" y="588599"/>
                  </a:lnTo>
                  <a:lnTo>
                    <a:pt x="1078992" y="539495"/>
                  </a:lnTo>
                  <a:lnTo>
                    <a:pt x="1076787" y="490392"/>
                  </a:lnTo>
                  <a:lnTo>
                    <a:pt x="1070299" y="442524"/>
                  </a:lnTo>
                  <a:lnTo>
                    <a:pt x="1059719" y="396081"/>
                  </a:lnTo>
                  <a:lnTo>
                    <a:pt x="1045238" y="351253"/>
                  </a:lnTo>
                  <a:lnTo>
                    <a:pt x="1027045" y="308232"/>
                  </a:lnTo>
                  <a:lnTo>
                    <a:pt x="1005331" y="267207"/>
                  </a:lnTo>
                  <a:lnTo>
                    <a:pt x="980288" y="228370"/>
                  </a:lnTo>
                  <a:lnTo>
                    <a:pt x="952104" y="191911"/>
                  </a:lnTo>
                  <a:lnTo>
                    <a:pt x="920972" y="158019"/>
                  </a:lnTo>
                  <a:lnTo>
                    <a:pt x="887080" y="126887"/>
                  </a:lnTo>
                  <a:lnTo>
                    <a:pt x="850621" y="98703"/>
                  </a:lnTo>
                  <a:lnTo>
                    <a:pt x="811783" y="73659"/>
                  </a:lnTo>
                  <a:lnTo>
                    <a:pt x="770759" y="51946"/>
                  </a:lnTo>
                  <a:lnTo>
                    <a:pt x="727738" y="33753"/>
                  </a:lnTo>
                  <a:lnTo>
                    <a:pt x="682910" y="19272"/>
                  </a:lnTo>
                  <a:lnTo>
                    <a:pt x="636467" y="8692"/>
                  </a:lnTo>
                  <a:lnTo>
                    <a:pt x="588599" y="2204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4411980" y="3570731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0" y="539495"/>
                  </a:moveTo>
                  <a:lnTo>
                    <a:pt x="2204" y="490392"/>
                  </a:lnTo>
                  <a:lnTo>
                    <a:pt x="8692" y="442524"/>
                  </a:lnTo>
                  <a:lnTo>
                    <a:pt x="19272" y="396081"/>
                  </a:lnTo>
                  <a:lnTo>
                    <a:pt x="33753" y="351253"/>
                  </a:lnTo>
                  <a:lnTo>
                    <a:pt x="51946" y="308232"/>
                  </a:lnTo>
                  <a:lnTo>
                    <a:pt x="73660" y="267207"/>
                  </a:lnTo>
                  <a:lnTo>
                    <a:pt x="98703" y="228370"/>
                  </a:lnTo>
                  <a:lnTo>
                    <a:pt x="126887" y="191911"/>
                  </a:lnTo>
                  <a:lnTo>
                    <a:pt x="158019" y="158019"/>
                  </a:lnTo>
                  <a:lnTo>
                    <a:pt x="191911" y="126887"/>
                  </a:lnTo>
                  <a:lnTo>
                    <a:pt x="228370" y="98703"/>
                  </a:lnTo>
                  <a:lnTo>
                    <a:pt x="267208" y="73660"/>
                  </a:lnTo>
                  <a:lnTo>
                    <a:pt x="308232" y="51946"/>
                  </a:lnTo>
                  <a:lnTo>
                    <a:pt x="351253" y="33753"/>
                  </a:lnTo>
                  <a:lnTo>
                    <a:pt x="396081" y="19272"/>
                  </a:lnTo>
                  <a:lnTo>
                    <a:pt x="442524" y="8692"/>
                  </a:lnTo>
                  <a:lnTo>
                    <a:pt x="490392" y="2204"/>
                  </a:lnTo>
                  <a:lnTo>
                    <a:pt x="539496" y="0"/>
                  </a:lnTo>
                  <a:lnTo>
                    <a:pt x="588599" y="2204"/>
                  </a:lnTo>
                  <a:lnTo>
                    <a:pt x="636467" y="8692"/>
                  </a:lnTo>
                  <a:lnTo>
                    <a:pt x="682910" y="19272"/>
                  </a:lnTo>
                  <a:lnTo>
                    <a:pt x="727738" y="33753"/>
                  </a:lnTo>
                  <a:lnTo>
                    <a:pt x="770759" y="51946"/>
                  </a:lnTo>
                  <a:lnTo>
                    <a:pt x="811783" y="73659"/>
                  </a:lnTo>
                  <a:lnTo>
                    <a:pt x="850621" y="98703"/>
                  </a:lnTo>
                  <a:lnTo>
                    <a:pt x="887080" y="126887"/>
                  </a:lnTo>
                  <a:lnTo>
                    <a:pt x="920972" y="158019"/>
                  </a:lnTo>
                  <a:lnTo>
                    <a:pt x="952104" y="191911"/>
                  </a:lnTo>
                  <a:lnTo>
                    <a:pt x="980288" y="228370"/>
                  </a:lnTo>
                  <a:lnTo>
                    <a:pt x="1005331" y="267207"/>
                  </a:lnTo>
                  <a:lnTo>
                    <a:pt x="1027045" y="308232"/>
                  </a:lnTo>
                  <a:lnTo>
                    <a:pt x="1045238" y="351253"/>
                  </a:lnTo>
                  <a:lnTo>
                    <a:pt x="1059719" y="396081"/>
                  </a:lnTo>
                  <a:lnTo>
                    <a:pt x="1070299" y="442524"/>
                  </a:lnTo>
                  <a:lnTo>
                    <a:pt x="1076787" y="490392"/>
                  </a:lnTo>
                  <a:lnTo>
                    <a:pt x="1078992" y="539495"/>
                  </a:lnTo>
                  <a:lnTo>
                    <a:pt x="1076787" y="588599"/>
                  </a:lnTo>
                  <a:lnTo>
                    <a:pt x="1070299" y="636467"/>
                  </a:lnTo>
                  <a:lnTo>
                    <a:pt x="1059719" y="682910"/>
                  </a:lnTo>
                  <a:lnTo>
                    <a:pt x="1045238" y="727738"/>
                  </a:lnTo>
                  <a:lnTo>
                    <a:pt x="1027045" y="770759"/>
                  </a:lnTo>
                  <a:lnTo>
                    <a:pt x="1005332" y="811783"/>
                  </a:lnTo>
                  <a:lnTo>
                    <a:pt x="980288" y="850621"/>
                  </a:lnTo>
                  <a:lnTo>
                    <a:pt x="952104" y="887080"/>
                  </a:lnTo>
                  <a:lnTo>
                    <a:pt x="920972" y="920972"/>
                  </a:lnTo>
                  <a:lnTo>
                    <a:pt x="887080" y="952104"/>
                  </a:lnTo>
                  <a:lnTo>
                    <a:pt x="850621" y="980288"/>
                  </a:lnTo>
                  <a:lnTo>
                    <a:pt x="811784" y="1005331"/>
                  </a:lnTo>
                  <a:lnTo>
                    <a:pt x="770759" y="1027045"/>
                  </a:lnTo>
                  <a:lnTo>
                    <a:pt x="727738" y="1045238"/>
                  </a:lnTo>
                  <a:lnTo>
                    <a:pt x="682910" y="1059719"/>
                  </a:lnTo>
                  <a:lnTo>
                    <a:pt x="636467" y="1070299"/>
                  </a:lnTo>
                  <a:lnTo>
                    <a:pt x="588599" y="1076787"/>
                  </a:lnTo>
                  <a:lnTo>
                    <a:pt x="539496" y="1078991"/>
                  </a:lnTo>
                  <a:lnTo>
                    <a:pt x="490392" y="1076787"/>
                  </a:lnTo>
                  <a:lnTo>
                    <a:pt x="442524" y="1070299"/>
                  </a:lnTo>
                  <a:lnTo>
                    <a:pt x="396081" y="1059719"/>
                  </a:lnTo>
                  <a:lnTo>
                    <a:pt x="351253" y="1045238"/>
                  </a:lnTo>
                  <a:lnTo>
                    <a:pt x="308232" y="1027045"/>
                  </a:lnTo>
                  <a:lnTo>
                    <a:pt x="267208" y="1005332"/>
                  </a:lnTo>
                  <a:lnTo>
                    <a:pt x="228370" y="980288"/>
                  </a:lnTo>
                  <a:lnTo>
                    <a:pt x="191911" y="952104"/>
                  </a:lnTo>
                  <a:lnTo>
                    <a:pt x="158019" y="920972"/>
                  </a:lnTo>
                  <a:lnTo>
                    <a:pt x="126887" y="887080"/>
                  </a:lnTo>
                  <a:lnTo>
                    <a:pt x="98703" y="850621"/>
                  </a:lnTo>
                  <a:lnTo>
                    <a:pt x="73660" y="811783"/>
                  </a:lnTo>
                  <a:lnTo>
                    <a:pt x="51946" y="770759"/>
                  </a:lnTo>
                  <a:lnTo>
                    <a:pt x="33753" y="727738"/>
                  </a:lnTo>
                  <a:lnTo>
                    <a:pt x="19272" y="682910"/>
                  </a:lnTo>
                  <a:lnTo>
                    <a:pt x="8692" y="636467"/>
                  </a:lnTo>
                  <a:lnTo>
                    <a:pt x="2204" y="588599"/>
                  </a:lnTo>
                  <a:lnTo>
                    <a:pt x="0" y="539495"/>
                  </a:lnTo>
                  <a:close/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90" name="Google Shape;490;p24"/>
          <p:cNvSpPr txBox="1"/>
          <p:nvPr/>
        </p:nvSpPr>
        <p:spPr>
          <a:xfrm>
            <a:off x="4877561" y="3952113"/>
            <a:ext cx="1473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4062984" y="3520440"/>
            <a:ext cx="232410" cy="17449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2" name="Google Shape;492;p24"/>
          <p:cNvSpPr/>
          <p:nvPr/>
        </p:nvSpPr>
        <p:spPr>
          <a:xfrm>
            <a:off x="6071762" y="3278189"/>
            <a:ext cx="117963" cy="15766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3" name="Google Shape;493;p24"/>
          <p:cNvSpPr/>
          <p:nvPr/>
        </p:nvSpPr>
        <p:spPr>
          <a:xfrm>
            <a:off x="554736" y="1449324"/>
            <a:ext cx="1401318" cy="18973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94" name="Google Shape;494;p24"/>
          <p:cNvGrpSpPr/>
          <p:nvPr/>
        </p:nvGrpSpPr>
        <p:grpSpPr>
          <a:xfrm>
            <a:off x="3006851" y="2130551"/>
            <a:ext cx="3889375" cy="902335"/>
            <a:chOff x="3006851" y="2130551"/>
            <a:chExt cx="3889375" cy="902335"/>
          </a:xfrm>
        </p:grpSpPr>
        <p:sp>
          <p:nvSpPr>
            <p:cNvPr id="495" name="Google Shape;495;p24"/>
            <p:cNvSpPr/>
            <p:nvPr/>
          </p:nvSpPr>
          <p:spPr>
            <a:xfrm>
              <a:off x="3006851" y="2130551"/>
              <a:ext cx="3889375" cy="902335"/>
            </a:xfrm>
            <a:custGeom>
              <a:rect b="b" l="l" r="r" t="t"/>
              <a:pathLst>
                <a:path extrusionOk="0" h="902335" w="3889375">
                  <a:moveTo>
                    <a:pt x="3889248" y="0"/>
                  </a:moveTo>
                  <a:lnTo>
                    <a:pt x="0" y="0"/>
                  </a:lnTo>
                  <a:lnTo>
                    <a:pt x="0" y="902208"/>
                  </a:lnTo>
                  <a:lnTo>
                    <a:pt x="3889248" y="902208"/>
                  </a:lnTo>
                  <a:lnTo>
                    <a:pt x="388924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5042789" y="2339720"/>
              <a:ext cx="1019810" cy="187960"/>
            </a:xfrm>
            <a:custGeom>
              <a:rect b="b" l="l" r="r" t="t"/>
              <a:pathLst>
                <a:path extrusionOk="0" h="187960" w="1019810">
                  <a:moveTo>
                    <a:pt x="62484" y="7620"/>
                  </a:moveTo>
                  <a:lnTo>
                    <a:pt x="59817" y="0"/>
                  </a:lnTo>
                  <a:lnTo>
                    <a:pt x="46240" y="4914"/>
                  </a:lnTo>
                  <a:lnTo>
                    <a:pt x="34315" y="12026"/>
                  </a:lnTo>
                  <a:lnTo>
                    <a:pt x="8724" y="46215"/>
                  </a:lnTo>
                  <a:lnTo>
                    <a:pt x="0" y="93853"/>
                  </a:lnTo>
                  <a:lnTo>
                    <a:pt x="965" y="111099"/>
                  </a:lnTo>
                  <a:lnTo>
                    <a:pt x="15494" y="154940"/>
                  </a:lnTo>
                  <a:lnTo>
                    <a:pt x="46189" y="182803"/>
                  </a:lnTo>
                  <a:lnTo>
                    <a:pt x="59817" y="187706"/>
                  </a:lnTo>
                  <a:lnTo>
                    <a:pt x="62230" y="180086"/>
                  </a:lnTo>
                  <a:lnTo>
                    <a:pt x="51523" y="175348"/>
                  </a:lnTo>
                  <a:lnTo>
                    <a:pt x="42303" y="168757"/>
                  </a:lnTo>
                  <a:lnTo>
                    <a:pt x="19900" y="124472"/>
                  </a:lnTo>
                  <a:lnTo>
                    <a:pt x="17145" y="92837"/>
                  </a:lnTo>
                  <a:lnTo>
                    <a:pt x="17830" y="76873"/>
                  </a:lnTo>
                  <a:lnTo>
                    <a:pt x="28194" y="37338"/>
                  </a:lnTo>
                  <a:lnTo>
                    <a:pt x="51689" y="12344"/>
                  </a:lnTo>
                  <a:lnTo>
                    <a:pt x="62484" y="7620"/>
                  </a:lnTo>
                  <a:close/>
                </a:path>
                <a:path extrusionOk="0" h="187960" w="1019810">
                  <a:moveTo>
                    <a:pt x="261874" y="93853"/>
                  </a:moveTo>
                  <a:lnTo>
                    <a:pt x="253136" y="46215"/>
                  </a:lnTo>
                  <a:lnTo>
                    <a:pt x="227533" y="12026"/>
                  </a:lnTo>
                  <a:lnTo>
                    <a:pt x="201930" y="0"/>
                  </a:lnTo>
                  <a:lnTo>
                    <a:pt x="199263" y="7620"/>
                  </a:lnTo>
                  <a:lnTo>
                    <a:pt x="210134" y="12344"/>
                  </a:lnTo>
                  <a:lnTo>
                    <a:pt x="219506" y="18872"/>
                  </a:lnTo>
                  <a:lnTo>
                    <a:pt x="241960" y="62280"/>
                  </a:lnTo>
                  <a:lnTo>
                    <a:pt x="244729" y="92837"/>
                  </a:lnTo>
                  <a:lnTo>
                    <a:pt x="244030" y="109410"/>
                  </a:lnTo>
                  <a:lnTo>
                    <a:pt x="233553" y="149987"/>
                  </a:lnTo>
                  <a:lnTo>
                    <a:pt x="199644" y="180086"/>
                  </a:lnTo>
                  <a:lnTo>
                    <a:pt x="201930" y="187706"/>
                  </a:lnTo>
                  <a:lnTo>
                    <a:pt x="237820" y="166420"/>
                  </a:lnTo>
                  <a:lnTo>
                    <a:pt x="257975" y="127025"/>
                  </a:lnTo>
                  <a:lnTo>
                    <a:pt x="260896" y="111099"/>
                  </a:lnTo>
                  <a:lnTo>
                    <a:pt x="261874" y="93853"/>
                  </a:lnTo>
                  <a:close/>
                </a:path>
                <a:path extrusionOk="0" h="187960" w="1019810">
                  <a:moveTo>
                    <a:pt x="734568" y="7620"/>
                  </a:moveTo>
                  <a:lnTo>
                    <a:pt x="731901" y="0"/>
                  </a:lnTo>
                  <a:lnTo>
                    <a:pt x="718324" y="4914"/>
                  </a:lnTo>
                  <a:lnTo>
                    <a:pt x="706399" y="12026"/>
                  </a:lnTo>
                  <a:lnTo>
                    <a:pt x="680808" y="46215"/>
                  </a:lnTo>
                  <a:lnTo>
                    <a:pt x="672084" y="93853"/>
                  </a:lnTo>
                  <a:lnTo>
                    <a:pt x="673049" y="111099"/>
                  </a:lnTo>
                  <a:lnTo>
                    <a:pt x="687578" y="154940"/>
                  </a:lnTo>
                  <a:lnTo>
                    <a:pt x="718273" y="182803"/>
                  </a:lnTo>
                  <a:lnTo>
                    <a:pt x="731901" y="187706"/>
                  </a:lnTo>
                  <a:lnTo>
                    <a:pt x="734314" y="180086"/>
                  </a:lnTo>
                  <a:lnTo>
                    <a:pt x="723607" y="175348"/>
                  </a:lnTo>
                  <a:lnTo>
                    <a:pt x="714387" y="168757"/>
                  </a:lnTo>
                  <a:lnTo>
                    <a:pt x="691984" y="124472"/>
                  </a:lnTo>
                  <a:lnTo>
                    <a:pt x="689229" y="92837"/>
                  </a:lnTo>
                  <a:lnTo>
                    <a:pt x="689914" y="76873"/>
                  </a:lnTo>
                  <a:lnTo>
                    <a:pt x="700278" y="37338"/>
                  </a:lnTo>
                  <a:lnTo>
                    <a:pt x="723773" y="12344"/>
                  </a:lnTo>
                  <a:lnTo>
                    <a:pt x="734568" y="7620"/>
                  </a:lnTo>
                  <a:close/>
                </a:path>
                <a:path extrusionOk="0" h="187960" w="1019810">
                  <a:moveTo>
                    <a:pt x="1019302" y="93853"/>
                  </a:moveTo>
                  <a:lnTo>
                    <a:pt x="1010564" y="46215"/>
                  </a:lnTo>
                  <a:lnTo>
                    <a:pt x="984961" y="12026"/>
                  </a:lnTo>
                  <a:lnTo>
                    <a:pt x="959358" y="0"/>
                  </a:lnTo>
                  <a:lnTo>
                    <a:pt x="956691" y="7620"/>
                  </a:lnTo>
                  <a:lnTo>
                    <a:pt x="967562" y="12344"/>
                  </a:lnTo>
                  <a:lnTo>
                    <a:pt x="976934" y="18872"/>
                  </a:lnTo>
                  <a:lnTo>
                    <a:pt x="999388" y="62280"/>
                  </a:lnTo>
                  <a:lnTo>
                    <a:pt x="1002157" y="92837"/>
                  </a:lnTo>
                  <a:lnTo>
                    <a:pt x="1001458" y="109410"/>
                  </a:lnTo>
                  <a:lnTo>
                    <a:pt x="990981" y="149987"/>
                  </a:lnTo>
                  <a:lnTo>
                    <a:pt x="957072" y="180086"/>
                  </a:lnTo>
                  <a:lnTo>
                    <a:pt x="959358" y="187706"/>
                  </a:lnTo>
                  <a:lnTo>
                    <a:pt x="995248" y="166420"/>
                  </a:lnTo>
                  <a:lnTo>
                    <a:pt x="1015403" y="127025"/>
                  </a:lnTo>
                  <a:lnTo>
                    <a:pt x="1018324" y="111099"/>
                  </a:lnTo>
                  <a:lnTo>
                    <a:pt x="1019302" y="93853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97" name="Google Shape;497;p24"/>
          <p:cNvSpPr txBox="1"/>
          <p:nvPr/>
        </p:nvSpPr>
        <p:spPr>
          <a:xfrm>
            <a:off x="3418204" y="2153417"/>
            <a:ext cx="136398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97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𝐴 ∪ 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𝑆	</a:t>
            </a:r>
            <a:r>
              <a:rPr lang="en-US" sz="16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40640" rtl="0" algn="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5018405" y="2705480"/>
            <a:ext cx="1397635" cy="187960"/>
          </a:xfrm>
          <a:custGeom>
            <a:rect b="b" l="l" r="r" t="t"/>
            <a:pathLst>
              <a:path extrusionOk="0" h="187960" w="1397635">
                <a:moveTo>
                  <a:pt x="62484" y="7620"/>
                </a:moveTo>
                <a:lnTo>
                  <a:pt x="59817" y="0"/>
                </a:lnTo>
                <a:lnTo>
                  <a:pt x="46240" y="4914"/>
                </a:lnTo>
                <a:lnTo>
                  <a:pt x="34315" y="12026"/>
                </a:lnTo>
                <a:lnTo>
                  <a:pt x="8724" y="46215"/>
                </a:lnTo>
                <a:lnTo>
                  <a:pt x="0" y="93853"/>
                </a:lnTo>
                <a:lnTo>
                  <a:pt x="965" y="111099"/>
                </a:lnTo>
                <a:lnTo>
                  <a:pt x="15494" y="154940"/>
                </a:lnTo>
                <a:lnTo>
                  <a:pt x="46189" y="182803"/>
                </a:lnTo>
                <a:lnTo>
                  <a:pt x="59817" y="187706"/>
                </a:lnTo>
                <a:lnTo>
                  <a:pt x="62230" y="180086"/>
                </a:lnTo>
                <a:lnTo>
                  <a:pt x="51523" y="175348"/>
                </a:lnTo>
                <a:lnTo>
                  <a:pt x="42303" y="168757"/>
                </a:lnTo>
                <a:lnTo>
                  <a:pt x="19900" y="124460"/>
                </a:lnTo>
                <a:lnTo>
                  <a:pt x="17145" y="92837"/>
                </a:lnTo>
                <a:lnTo>
                  <a:pt x="17830" y="76873"/>
                </a:lnTo>
                <a:lnTo>
                  <a:pt x="28194" y="37338"/>
                </a:lnTo>
                <a:lnTo>
                  <a:pt x="51689" y="12344"/>
                </a:lnTo>
                <a:lnTo>
                  <a:pt x="62484" y="7620"/>
                </a:lnTo>
                <a:close/>
              </a:path>
              <a:path extrusionOk="0" h="187960" w="1397635">
                <a:moveTo>
                  <a:pt x="261874" y="93853"/>
                </a:moveTo>
                <a:lnTo>
                  <a:pt x="253136" y="46215"/>
                </a:lnTo>
                <a:lnTo>
                  <a:pt x="227533" y="12026"/>
                </a:lnTo>
                <a:lnTo>
                  <a:pt x="201930" y="0"/>
                </a:lnTo>
                <a:lnTo>
                  <a:pt x="199263" y="7620"/>
                </a:lnTo>
                <a:lnTo>
                  <a:pt x="210134" y="12344"/>
                </a:lnTo>
                <a:lnTo>
                  <a:pt x="219519" y="18859"/>
                </a:lnTo>
                <a:lnTo>
                  <a:pt x="241960" y="62280"/>
                </a:lnTo>
                <a:lnTo>
                  <a:pt x="244729" y="92837"/>
                </a:lnTo>
                <a:lnTo>
                  <a:pt x="244030" y="109410"/>
                </a:lnTo>
                <a:lnTo>
                  <a:pt x="233553" y="149987"/>
                </a:lnTo>
                <a:lnTo>
                  <a:pt x="199644" y="180086"/>
                </a:lnTo>
                <a:lnTo>
                  <a:pt x="201930" y="187706"/>
                </a:lnTo>
                <a:lnTo>
                  <a:pt x="237820" y="166420"/>
                </a:lnTo>
                <a:lnTo>
                  <a:pt x="257975" y="127025"/>
                </a:lnTo>
                <a:lnTo>
                  <a:pt x="260896" y="111099"/>
                </a:lnTo>
                <a:lnTo>
                  <a:pt x="261874" y="93853"/>
                </a:lnTo>
                <a:close/>
              </a:path>
              <a:path extrusionOk="0" h="187960" w="1397635">
                <a:moveTo>
                  <a:pt x="1112520" y="7620"/>
                </a:moveTo>
                <a:lnTo>
                  <a:pt x="1109853" y="0"/>
                </a:lnTo>
                <a:lnTo>
                  <a:pt x="1096276" y="4914"/>
                </a:lnTo>
                <a:lnTo>
                  <a:pt x="1084351" y="12026"/>
                </a:lnTo>
                <a:lnTo>
                  <a:pt x="1058760" y="46215"/>
                </a:lnTo>
                <a:lnTo>
                  <a:pt x="1050036" y="93853"/>
                </a:lnTo>
                <a:lnTo>
                  <a:pt x="1051001" y="111099"/>
                </a:lnTo>
                <a:lnTo>
                  <a:pt x="1065530" y="154940"/>
                </a:lnTo>
                <a:lnTo>
                  <a:pt x="1096225" y="182803"/>
                </a:lnTo>
                <a:lnTo>
                  <a:pt x="1109853" y="187706"/>
                </a:lnTo>
                <a:lnTo>
                  <a:pt x="1112266" y="180086"/>
                </a:lnTo>
                <a:lnTo>
                  <a:pt x="1101559" y="175348"/>
                </a:lnTo>
                <a:lnTo>
                  <a:pt x="1092339" y="168757"/>
                </a:lnTo>
                <a:lnTo>
                  <a:pt x="1069936" y="124460"/>
                </a:lnTo>
                <a:lnTo>
                  <a:pt x="1067181" y="92837"/>
                </a:lnTo>
                <a:lnTo>
                  <a:pt x="1067866" y="76873"/>
                </a:lnTo>
                <a:lnTo>
                  <a:pt x="1078230" y="37338"/>
                </a:lnTo>
                <a:lnTo>
                  <a:pt x="1101725" y="12344"/>
                </a:lnTo>
                <a:lnTo>
                  <a:pt x="1112520" y="7620"/>
                </a:lnTo>
                <a:close/>
              </a:path>
              <a:path extrusionOk="0" h="187960" w="1397635">
                <a:moveTo>
                  <a:pt x="1397254" y="93853"/>
                </a:moveTo>
                <a:lnTo>
                  <a:pt x="1388516" y="46215"/>
                </a:lnTo>
                <a:lnTo>
                  <a:pt x="1362913" y="12026"/>
                </a:lnTo>
                <a:lnTo>
                  <a:pt x="1337310" y="0"/>
                </a:lnTo>
                <a:lnTo>
                  <a:pt x="1334643" y="7620"/>
                </a:lnTo>
                <a:lnTo>
                  <a:pt x="1345514" y="12344"/>
                </a:lnTo>
                <a:lnTo>
                  <a:pt x="1354899" y="18859"/>
                </a:lnTo>
                <a:lnTo>
                  <a:pt x="1377340" y="62280"/>
                </a:lnTo>
                <a:lnTo>
                  <a:pt x="1380109" y="92837"/>
                </a:lnTo>
                <a:lnTo>
                  <a:pt x="1379410" y="109410"/>
                </a:lnTo>
                <a:lnTo>
                  <a:pt x="1368933" y="149987"/>
                </a:lnTo>
                <a:lnTo>
                  <a:pt x="1335024" y="180086"/>
                </a:lnTo>
                <a:lnTo>
                  <a:pt x="1337310" y="187706"/>
                </a:lnTo>
                <a:lnTo>
                  <a:pt x="1373200" y="166420"/>
                </a:lnTo>
                <a:lnTo>
                  <a:pt x="1393355" y="127025"/>
                </a:lnTo>
                <a:lnTo>
                  <a:pt x="1396276" y="111099"/>
                </a:lnTo>
                <a:lnTo>
                  <a:pt x="1397254" y="93853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9" name="Google Shape;499;p24"/>
          <p:cNvSpPr txBox="1"/>
          <p:nvPr/>
        </p:nvSpPr>
        <p:spPr>
          <a:xfrm>
            <a:off x="4833492" y="2153417"/>
            <a:ext cx="167703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975">
            <a:spAutoFit/>
          </a:bodyPr>
          <a:lstStyle/>
          <a:p>
            <a:pPr indent="0" lvl="0" marL="609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	+ 𝑃 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1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	= 1 − 𝑃 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</a:t>
            </a:r>
            <a:endParaRPr baseline="30000" sz="172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5"/>
          <p:cNvSpPr/>
          <p:nvPr/>
        </p:nvSpPr>
        <p:spPr>
          <a:xfrm>
            <a:off x="9359084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5" name="Google Shape;505;p2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6" name="Google Shape;506;p2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7" name="Google Shape;507;p25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8" name="Google Shape;508;p25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554736" y="1449324"/>
            <a:ext cx="1401318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0" name="Google Shape;510;p25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1" name="Google Shape;511;p25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12" name="Google Shape;512;p25"/>
          <p:cNvGrpSpPr/>
          <p:nvPr/>
        </p:nvGrpSpPr>
        <p:grpSpPr>
          <a:xfrm>
            <a:off x="1223772" y="1821179"/>
            <a:ext cx="4194810" cy="1862709"/>
            <a:chOff x="1223772" y="1821179"/>
            <a:chExt cx="4194810" cy="1862709"/>
          </a:xfrm>
        </p:grpSpPr>
        <p:sp>
          <p:nvSpPr>
            <p:cNvPr id="513" name="Google Shape;513;p25"/>
            <p:cNvSpPr/>
            <p:nvPr/>
          </p:nvSpPr>
          <p:spPr>
            <a:xfrm>
              <a:off x="1223772" y="1821179"/>
              <a:ext cx="4194810" cy="134950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25"/>
            <p:cNvSpPr/>
            <p:nvPr/>
          </p:nvSpPr>
          <p:spPr>
            <a:xfrm>
              <a:off x="1891284" y="3026663"/>
              <a:ext cx="1827530" cy="657225"/>
            </a:xfrm>
            <a:custGeom>
              <a:rect b="b" l="l" r="r" t="t"/>
              <a:pathLst>
                <a:path extrusionOk="0" h="657225" w="1827529">
                  <a:moveTo>
                    <a:pt x="1827275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1827275" y="656844"/>
                  </a:lnTo>
                  <a:lnTo>
                    <a:pt x="182727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25"/>
            <p:cNvSpPr/>
            <p:nvPr/>
          </p:nvSpPr>
          <p:spPr>
            <a:xfrm>
              <a:off x="2183892" y="3244468"/>
              <a:ext cx="837565" cy="187960"/>
            </a:xfrm>
            <a:custGeom>
              <a:rect b="b" l="l" r="r" t="t"/>
              <a:pathLst>
                <a:path extrusionOk="0" h="187960" w="837564">
                  <a:moveTo>
                    <a:pt x="62611" y="7620"/>
                  </a:moveTo>
                  <a:lnTo>
                    <a:pt x="59944" y="0"/>
                  </a:lnTo>
                  <a:lnTo>
                    <a:pt x="46316" y="4927"/>
                  </a:lnTo>
                  <a:lnTo>
                    <a:pt x="34378" y="12090"/>
                  </a:lnTo>
                  <a:lnTo>
                    <a:pt x="8724" y="46266"/>
                  </a:lnTo>
                  <a:lnTo>
                    <a:pt x="0" y="93980"/>
                  </a:lnTo>
                  <a:lnTo>
                    <a:pt x="965" y="111226"/>
                  </a:lnTo>
                  <a:lnTo>
                    <a:pt x="15494" y="154940"/>
                  </a:lnTo>
                  <a:lnTo>
                    <a:pt x="46291" y="182930"/>
                  </a:lnTo>
                  <a:lnTo>
                    <a:pt x="59944" y="187833"/>
                  </a:lnTo>
                  <a:lnTo>
                    <a:pt x="62357" y="180213"/>
                  </a:lnTo>
                  <a:lnTo>
                    <a:pt x="51638" y="175475"/>
                  </a:lnTo>
                  <a:lnTo>
                    <a:pt x="42379" y="168884"/>
                  </a:lnTo>
                  <a:lnTo>
                    <a:pt x="19964" y="124599"/>
                  </a:lnTo>
                  <a:lnTo>
                    <a:pt x="17145" y="92964"/>
                  </a:lnTo>
                  <a:lnTo>
                    <a:pt x="17843" y="77000"/>
                  </a:lnTo>
                  <a:lnTo>
                    <a:pt x="28321" y="37465"/>
                  </a:lnTo>
                  <a:lnTo>
                    <a:pt x="51752" y="12344"/>
                  </a:lnTo>
                  <a:lnTo>
                    <a:pt x="62611" y="7620"/>
                  </a:lnTo>
                  <a:close/>
                </a:path>
                <a:path extrusionOk="0" h="187960" w="837564">
                  <a:moveTo>
                    <a:pt x="347218" y="93980"/>
                  </a:moveTo>
                  <a:lnTo>
                    <a:pt x="338531" y="46266"/>
                  </a:lnTo>
                  <a:lnTo>
                    <a:pt x="312940" y="12090"/>
                  </a:lnTo>
                  <a:lnTo>
                    <a:pt x="287401" y="0"/>
                  </a:lnTo>
                  <a:lnTo>
                    <a:pt x="284734" y="7620"/>
                  </a:lnTo>
                  <a:lnTo>
                    <a:pt x="295579" y="12344"/>
                  </a:lnTo>
                  <a:lnTo>
                    <a:pt x="304927" y="18884"/>
                  </a:lnTo>
                  <a:lnTo>
                    <a:pt x="327304" y="62407"/>
                  </a:lnTo>
                  <a:lnTo>
                    <a:pt x="330073" y="92964"/>
                  </a:lnTo>
                  <a:lnTo>
                    <a:pt x="329374" y="109537"/>
                  </a:lnTo>
                  <a:lnTo>
                    <a:pt x="319024" y="150114"/>
                  </a:lnTo>
                  <a:lnTo>
                    <a:pt x="284988" y="180213"/>
                  </a:lnTo>
                  <a:lnTo>
                    <a:pt x="287401" y="187833"/>
                  </a:lnTo>
                  <a:lnTo>
                    <a:pt x="323278" y="166497"/>
                  </a:lnTo>
                  <a:lnTo>
                    <a:pt x="343382" y="127127"/>
                  </a:lnTo>
                  <a:lnTo>
                    <a:pt x="346252" y="111226"/>
                  </a:lnTo>
                  <a:lnTo>
                    <a:pt x="347218" y="93980"/>
                  </a:lnTo>
                  <a:close/>
                </a:path>
                <a:path extrusionOk="0" h="187960" w="837564">
                  <a:moveTo>
                    <a:pt x="837184" y="86614"/>
                  </a:moveTo>
                  <a:lnTo>
                    <a:pt x="629920" y="86614"/>
                  </a:lnTo>
                  <a:lnTo>
                    <a:pt x="629920" y="100330"/>
                  </a:lnTo>
                  <a:lnTo>
                    <a:pt x="837184" y="100330"/>
                  </a:lnTo>
                  <a:lnTo>
                    <a:pt x="837184" y="8661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516" name="Google Shape;516;p25"/>
          <p:cNvGrpSpPr/>
          <p:nvPr/>
        </p:nvGrpSpPr>
        <p:grpSpPr>
          <a:xfrm>
            <a:off x="1226819" y="4108678"/>
            <a:ext cx="3930904" cy="928523"/>
            <a:chOff x="1226819" y="4108678"/>
            <a:chExt cx="3930904" cy="928523"/>
          </a:xfrm>
        </p:grpSpPr>
        <p:sp>
          <p:nvSpPr>
            <p:cNvPr id="517" name="Google Shape;517;p25"/>
            <p:cNvSpPr/>
            <p:nvPr/>
          </p:nvSpPr>
          <p:spPr>
            <a:xfrm>
              <a:off x="1226819" y="4108678"/>
              <a:ext cx="3772661" cy="441223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25"/>
            <p:cNvSpPr/>
            <p:nvPr/>
          </p:nvSpPr>
          <p:spPr>
            <a:xfrm>
              <a:off x="1891283" y="4379976"/>
              <a:ext cx="3266440" cy="657225"/>
            </a:xfrm>
            <a:custGeom>
              <a:rect b="b" l="l" r="r" t="t"/>
              <a:pathLst>
                <a:path extrusionOk="0" h="657225" w="3266440">
                  <a:moveTo>
                    <a:pt x="3265932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3265932" y="656844"/>
                  </a:lnTo>
                  <a:lnTo>
                    <a:pt x="326593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25"/>
            <p:cNvSpPr/>
            <p:nvPr/>
          </p:nvSpPr>
          <p:spPr>
            <a:xfrm>
              <a:off x="2183892" y="4598161"/>
              <a:ext cx="2751455" cy="187960"/>
            </a:xfrm>
            <a:custGeom>
              <a:rect b="b" l="l" r="r" t="t"/>
              <a:pathLst>
                <a:path extrusionOk="0" h="187960" w="2751454">
                  <a:moveTo>
                    <a:pt x="62611" y="7620"/>
                  </a:moveTo>
                  <a:lnTo>
                    <a:pt x="59944" y="0"/>
                  </a:lnTo>
                  <a:lnTo>
                    <a:pt x="46316" y="4914"/>
                  </a:lnTo>
                  <a:lnTo>
                    <a:pt x="34378" y="12026"/>
                  </a:lnTo>
                  <a:lnTo>
                    <a:pt x="8724" y="46215"/>
                  </a:lnTo>
                  <a:lnTo>
                    <a:pt x="0" y="93980"/>
                  </a:lnTo>
                  <a:lnTo>
                    <a:pt x="965" y="111226"/>
                  </a:lnTo>
                  <a:lnTo>
                    <a:pt x="15494" y="154940"/>
                  </a:lnTo>
                  <a:lnTo>
                    <a:pt x="46291" y="182803"/>
                  </a:lnTo>
                  <a:lnTo>
                    <a:pt x="59944" y="187706"/>
                  </a:lnTo>
                  <a:lnTo>
                    <a:pt x="62357" y="180086"/>
                  </a:lnTo>
                  <a:lnTo>
                    <a:pt x="51638" y="175348"/>
                  </a:lnTo>
                  <a:lnTo>
                    <a:pt x="42379" y="168757"/>
                  </a:lnTo>
                  <a:lnTo>
                    <a:pt x="19964" y="124574"/>
                  </a:lnTo>
                  <a:lnTo>
                    <a:pt x="17145" y="92964"/>
                  </a:lnTo>
                  <a:lnTo>
                    <a:pt x="17843" y="76923"/>
                  </a:lnTo>
                  <a:lnTo>
                    <a:pt x="28321" y="37338"/>
                  </a:lnTo>
                  <a:lnTo>
                    <a:pt x="51752" y="12344"/>
                  </a:lnTo>
                  <a:lnTo>
                    <a:pt x="62611" y="7620"/>
                  </a:lnTo>
                  <a:close/>
                </a:path>
                <a:path extrusionOk="0" h="187960" w="2751454">
                  <a:moveTo>
                    <a:pt x="261874" y="93980"/>
                  </a:moveTo>
                  <a:lnTo>
                    <a:pt x="253187" y="46215"/>
                  </a:lnTo>
                  <a:lnTo>
                    <a:pt x="227596" y="12026"/>
                  </a:lnTo>
                  <a:lnTo>
                    <a:pt x="202057" y="0"/>
                  </a:lnTo>
                  <a:lnTo>
                    <a:pt x="199390" y="7620"/>
                  </a:lnTo>
                  <a:lnTo>
                    <a:pt x="210248" y="12344"/>
                  </a:lnTo>
                  <a:lnTo>
                    <a:pt x="219583" y="18872"/>
                  </a:lnTo>
                  <a:lnTo>
                    <a:pt x="241960" y="62293"/>
                  </a:lnTo>
                  <a:lnTo>
                    <a:pt x="244729" y="92964"/>
                  </a:lnTo>
                  <a:lnTo>
                    <a:pt x="244030" y="109537"/>
                  </a:lnTo>
                  <a:lnTo>
                    <a:pt x="233680" y="149987"/>
                  </a:lnTo>
                  <a:lnTo>
                    <a:pt x="199644" y="180086"/>
                  </a:lnTo>
                  <a:lnTo>
                    <a:pt x="202057" y="187706"/>
                  </a:lnTo>
                  <a:lnTo>
                    <a:pt x="237934" y="166420"/>
                  </a:lnTo>
                  <a:lnTo>
                    <a:pt x="258038" y="127127"/>
                  </a:lnTo>
                  <a:lnTo>
                    <a:pt x="260908" y="111226"/>
                  </a:lnTo>
                  <a:lnTo>
                    <a:pt x="261874" y="93980"/>
                  </a:lnTo>
                  <a:close/>
                </a:path>
                <a:path extrusionOk="0" h="187960" w="2751454">
                  <a:moveTo>
                    <a:pt x="1112647" y="7620"/>
                  </a:moveTo>
                  <a:lnTo>
                    <a:pt x="1109980" y="0"/>
                  </a:lnTo>
                  <a:lnTo>
                    <a:pt x="1096352" y="4914"/>
                  </a:lnTo>
                  <a:lnTo>
                    <a:pt x="1084414" y="12026"/>
                  </a:lnTo>
                  <a:lnTo>
                    <a:pt x="1058760" y="46215"/>
                  </a:lnTo>
                  <a:lnTo>
                    <a:pt x="1050036" y="93980"/>
                  </a:lnTo>
                  <a:lnTo>
                    <a:pt x="1051001" y="111226"/>
                  </a:lnTo>
                  <a:lnTo>
                    <a:pt x="1065530" y="154940"/>
                  </a:lnTo>
                  <a:lnTo>
                    <a:pt x="1096327" y="182803"/>
                  </a:lnTo>
                  <a:lnTo>
                    <a:pt x="1109980" y="187706"/>
                  </a:lnTo>
                  <a:lnTo>
                    <a:pt x="1112393" y="180086"/>
                  </a:lnTo>
                  <a:lnTo>
                    <a:pt x="1101674" y="175348"/>
                  </a:lnTo>
                  <a:lnTo>
                    <a:pt x="1092415" y="168757"/>
                  </a:lnTo>
                  <a:lnTo>
                    <a:pt x="1070000" y="124574"/>
                  </a:lnTo>
                  <a:lnTo>
                    <a:pt x="1067181" y="92964"/>
                  </a:lnTo>
                  <a:lnTo>
                    <a:pt x="1067879" y="76923"/>
                  </a:lnTo>
                  <a:lnTo>
                    <a:pt x="1078357" y="37338"/>
                  </a:lnTo>
                  <a:lnTo>
                    <a:pt x="1101788" y="12344"/>
                  </a:lnTo>
                  <a:lnTo>
                    <a:pt x="1112647" y="7620"/>
                  </a:lnTo>
                  <a:close/>
                </a:path>
                <a:path extrusionOk="0" h="187960" w="2751454">
                  <a:moveTo>
                    <a:pt x="1397254" y="93980"/>
                  </a:moveTo>
                  <a:lnTo>
                    <a:pt x="1388567" y="46215"/>
                  </a:lnTo>
                  <a:lnTo>
                    <a:pt x="1362976" y="12026"/>
                  </a:lnTo>
                  <a:lnTo>
                    <a:pt x="1337437" y="0"/>
                  </a:lnTo>
                  <a:lnTo>
                    <a:pt x="1334770" y="7620"/>
                  </a:lnTo>
                  <a:lnTo>
                    <a:pt x="1345615" y="12344"/>
                  </a:lnTo>
                  <a:lnTo>
                    <a:pt x="1354963" y="18872"/>
                  </a:lnTo>
                  <a:lnTo>
                    <a:pt x="1377340" y="62293"/>
                  </a:lnTo>
                  <a:lnTo>
                    <a:pt x="1380109" y="92964"/>
                  </a:lnTo>
                  <a:lnTo>
                    <a:pt x="1379410" y="109537"/>
                  </a:lnTo>
                  <a:lnTo>
                    <a:pt x="1369060" y="149987"/>
                  </a:lnTo>
                  <a:lnTo>
                    <a:pt x="1335024" y="180086"/>
                  </a:lnTo>
                  <a:lnTo>
                    <a:pt x="1337437" y="187706"/>
                  </a:lnTo>
                  <a:lnTo>
                    <a:pt x="1373314" y="166420"/>
                  </a:lnTo>
                  <a:lnTo>
                    <a:pt x="1393418" y="127127"/>
                  </a:lnTo>
                  <a:lnTo>
                    <a:pt x="1396288" y="111226"/>
                  </a:lnTo>
                  <a:lnTo>
                    <a:pt x="1397254" y="93980"/>
                  </a:lnTo>
                  <a:close/>
                </a:path>
                <a:path extrusionOk="0" h="187960" w="2751454">
                  <a:moveTo>
                    <a:pt x="2260600" y="86614"/>
                  </a:moveTo>
                  <a:lnTo>
                    <a:pt x="2035048" y="86614"/>
                  </a:lnTo>
                  <a:lnTo>
                    <a:pt x="2035048" y="100330"/>
                  </a:lnTo>
                  <a:lnTo>
                    <a:pt x="2260600" y="100330"/>
                  </a:lnTo>
                  <a:lnTo>
                    <a:pt x="2260600" y="86614"/>
                  </a:lnTo>
                  <a:close/>
                </a:path>
                <a:path extrusionOk="0" h="187960" w="2751454">
                  <a:moveTo>
                    <a:pt x="2751315" y="86614"/>
                  </a:moveTo>
                  <a:lnTo>
                    <a:pt x="2525776" y="86614"/>
                  </a:lnTo>
                  <a:lnTo>
                    <a:pt x="2525776" y="100330"/>
                  </a:lnTo>
                  <a:lnTo>
                    <a:pt x="2751315" y="100330"/>
                  </a:lnTo>
                  <a:lnTo>
                    <a:pt x="2751315" y="8661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20" name="Google Shape;520;p25"/>
          <p:cNvSpPr txBox="1"/>
          <p:nvPr/>
        </p:nvSpPr>
        <p:spPr>
          <a:xfrm>
            <a:off x="2788792" y="3255010"/>
            <a:ext cx="2622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5"/>
          <p:cNvSpPr/>
          <p:nvPr/>
        </p:nvSpPr>
        <p:spPr>
          <a:xfrm>
            <a:off x="3286252" y="3331083"/>
            <a:ext cx="226060" cy="13970"/>
          </a:xfrm>
          <a:custGeom>
            <a:rect b="b" l="l" r="r" t="t"/>
            <a:pathLst>
              <a:path extrusionOk="0" h="13970" w="226060">
                <a:moveTo>
                  <a:pt x="225551" y="0"/>
                </a:moveTo>
                <a:lnTo>
                  <a:pt x="0" y="0"/>
                </a:lnTo>
                <a:lnTo>
                  <a:pt x="0" y="13715"/>
                </a:lnTo>
                <a:lnTo>
                  <a:pt x="225551" y="13715"/>
                </a:lnTo>
                <a:lnTo>
                  <a:pt x="225551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2" name="Google Shape;522;p25"/>
          <p:cNvSpPr txBox="1"/>
          <p:nvPr/>
        </p:nvSpPr>
        <p:spPr>
          <a:xfrm>
            <a:off x="1997329" y="3180029"/>
            <a:ext cx="14960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30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5"/>
          <p:cNvSpPr txBox="1"/>
          <p:nvPr/>
        </p:nvSpPr>
        <p:spPr>
          <a:xfrm>
            <a:off x="3286633" y="3316351"/>
            <a:ext cx="2387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5"/>
          <p:cNvSpPr txBox="1"/>
          <p:nvPr/>
        </p:nvSpPr>
        <p:spPr>
          <a:xfrm>
            <a:off x="2010029" y="4534357"/>
            <a:ext cx="296418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	= 1 − 𝑃 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1 −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aseline="30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5"/>
          <p:cNvSpPr txBox="1"/>
          <p:nvPr/>
        </p:nvSpPr>
        <p:spPr>
          <a:xfrm>
            <a:off x="4219702" y="4670297"/>
            <a:ext cx="72898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32	32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6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1" name="Google Shape;531;p2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2" name="Google Shape;532;p2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3" name="Google Shape;533;p26"/>
          <p:cNvSpPr txBox="1"/>
          <p:nvPr>
            <p:ph type="title"/>
          </p:nvPr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1.2. Probability Rules</a:t>
            </a:r>
            <a:endParaRPr/>
          </a:p>
        </p:txBody>
      </p:sp>
      <p:sp>
        <p:nvSpPr>
          <p:cNvPr id="534" name="Google Shape;534;p2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535" name="Google Shape;535;p26"/>
          <p:cNvGrpSpPr/>
          <p:nvPr/>
        </p:nvGrpSpPr>
        <p:grpSpPr>
          <a:xfrm>
            <a:off x="7345679" y="2749295"/>
            <a:ext cx="1961642" cy="1225550"/>
            <a:chOff x="7345679" y="2749295"/>
            <a:chExt cx="1961642" cy="1225550"/>
          </a:xfrm>
        </p:grpSpPr>
        <p:sp>
          <p:nvSpPr>
            <p:cNvPr id="536" name="Google Shape;536;p26"/>
            <p:cNvSpPr/>
            <p:nvPr/>
          </p:nvSpPr>
          <p:spPr>
            <a:xfrm>
              <a:off x="8081771" y="2874263"/>
              <a:ext cx="489584" cy="974090"/>
            </a:xfrm>
            <a:custGeom>
              <a:rect b="b" l="l" r="r" t="t"/>
              <a:pathLst>
                <a:path extrusionOk="0" h="974089" w="489584">
                  <a:moveTo>
                    <a:pt x="244601" y="0"/>
                  </a:moveTo>
                  <a:lnTo>
                    <a:pt x="179450" y="53721"/>
                  </a:lnTo>
                  <a:lnTo>
                    <a:pt x="147484" y="88224"/>
                  </a:lnTo>
                  <a:lnTo>
                    <a:pt x="118213" y="125108"/>
                  </a:lnTo>
                  <a:lnTo>
                    <a:pt x="91795" y="164213"/>
                  </a:lnTo>
                  <a:lnTo>
                    <a:pt x="68387" y="205383"/>
                  </a:lnTo>
                  <a:lnTo>
                    <a:pt x="48148" y="248459"/>
                  </a:lnTo>
                  <a:lnTo>
                    <a:pt x="31235" y="293284"/>
                  </a:lnTo>
                  <a:lnTo>
                    <a:pt x="17806" y="339700"/>
                  </a:lnTo>
                  <a:lnTo>
                    <a:pt x="8019" y="387550"/>
                  </a:lnTo>
                  <a:lnTo>
                    <a:pt x="2031" y="436675"/>
                  </a:lnTo>
                  <a:lnTo>
                    <a:pt x="0" y="486918"/>
                  </a:lnTo>
                  <a:lnTo>
                    <a:pt x="2031" y="537160"/>
                  </a:lnTo>
                  <a:lnTo>
                    <a:pt x="8019" y="586285"/>
                  </a:lnTo>
                  <a:lnTo>
                    <a:pt x="17806" y="634135"/>
                  </a:lnTo>
                  <a:lnTo>
                    <a:pt x="31235" y="680551"/>
                  </a:lnTo>
                  <a:lnTo>
                    <a:pt x="48148" y="725376"/>
                  </a:lnTo>
                  <a:lnTo>
                    <a:pt x="68387" y="768452"/>
                  </a:lnTo>
                  <a:lnTo>
                    <a:pt x="91795" y="809622"/>
                  </a:lnTo>
                  <a:lnTo>
                    <a:pt x="118213" y="848727"/>
                  </a:lnTo>
                  <a:lnTo>
                    <a:pt x="147484" y="885611"/>
                  </a:lnTo>
                  <a:lnTo>
                    <a:pt x="179450" y="920115"/>
                  </a:lnTo>
                  <a:lnTo>
                    <a:pt x="244601" y="973836"/>
                  </a:lnTo>
                  <a:lnTo>
                    <a:pt x="309752" y="920115"/>
                  </a:lnTo>
                  <a:lnTo>
                    <a:pt x="341719" y="885611"/>
                  </a:lnTo>
                  <a:lnTo>
                    <a:pt x="370990" y="848727"/>
                  </a:lnTo>
                  <a:lnTo>
                    <a:pt x="397408" y="809622"/>
                  </a:lnTo>
                  <a:lnTo>
                    <a:pt x="420816" y="768452"/>
                  </a:lnTo>
                  <a:lnTo>
                    <a:pt x="441055" y="725376"/>
                  </a:lnTo>
                  <a:lnTo>
                    <a:pt x="457968" y="680551"/>
                  </a:lnTo>
                  <a:lnTo>
                    <a:pt x="471397" y="634135"/>
                  </a:lnTo>
                  <a:lnTo>
                    <a:pt x="481184" y="586285"/>
                  </a:lnTo>
                  <a:lnTo>
                    <a:pt x="487172" y="537160"/>
                  </a:lnTo>
                  <a:lnTo>
                    <a:pt x="489203" y="486918"/>
                  </a:lnTo>
                  <a:lnTo>
                    <a:pt x="487172" y="436675"/>
                  </a:lnTo>
                  <a:lnTo>
                    <a:pt x="481184" y="387550"/>
                  </a:lnTo>
                  <a:lnTo>
                    <a:pt x="471397" y="339700"/>
                  </a:lnTo>
                  <a:lnTo>
                    <a:pt x="457968" y="293284"/>
                  </a:lnTo>
                  <a:lnTo>
                    <a:pt x="441055" y="248459"/>
                  </a:lnTo>
                  <a:lnTo>
                    <a:pt x="420816" y="205383"/>
                  </a:lnTo>
                  <a:lnTo>
                    <a:pt x="397408" y="164213"/>
                  </a:lnTo>
                  <a:lnTo>
                    <a:pt x="370990" y="125108"/>
                  </a:lnTo>
                  <a:lnTo>
                    <a:pt x="341719" y="88224"/>
                  </a:lnTo>
                  <a:lnTo>
                    <a:pt x="309752" y="53721"/>
                  </a:lnTo>
                  <a:lnTo>
                    <a:pt x="244601" y="0"/>
                  </a:lnTo>
                  <a:close/>
                </a:path>
              </a:pathLst>
            </a:custGeom>
            <a:solidFill>
              <a:srgbClr val="D9A9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8081771" y="2749295"/>
              <a:ext cx="1225550" cy="1225550"/>
            </a:xfrm>
            <a:custGeom>
              <a:rect b="b" l="l" r="r" t="t"/>
              <a:pathLst>
                <a:path extrusionOk="0" h="1225550" w="1225550">
                  <a:moveTo>
                    <a:pt x="244601" y="124967"/>
                  </a:moveTo>
                  <a:lnTo>
                    <a:pt x="309752" y="178688"/>
                  </a:lnTo>
                  <a:lnTo>
                    <a:pt x="341719" y="213192"/>
                  </a:lnTo>
                  <a:lnTo>
                    <a:pt x="370990" y="250076"/>
                  </a:lnTo>
                  <a:lnTo>
                    <a:pt x="397408" y="289181"/>
                  </a:lnTo>
                  <a:lnTo>
                    <a:pt x="420816" y="330351"/>
                  </a:lnTo>
                  <a:lnTo>
                    <a:pt x="441055" y="373427"/>
                  </a:lnTo>
                  <a:lnTo>
                    <a:pt x="457968" y="418252"/>
                  </a:lnTo>
                  <a:lnTo>
                    <a:pt x="471397" y="464668"/>
                  </a:lnTo>
                  <a:lnTo>
                    <a:pt x="481184" y="512518"/>
                  </a:lnTo>
                  <a:lnTo>
                    <a:pt x="487172" y="561643"/>
                  </a:lnTo>
                  <a:lnTo>
                    <a:pt x="489203" y="611886"/>
                  </a:lnTo>
                  <a:lnTo>
                    <a:pt x="487172" y="662128"/>
                  </a:lnTo>
                  <a:lnTo>
                    <a:pt x="481184" y="711253"/>
                  </a:lnTo>
                  <a:lnTo>
                    <a:pt x="471397" y="759103"/>
                  </a:lnTo>
                  <a:lnTo>
                    <a:pt x="457968" y="805519"/>
                  </a:lnTo>
                  <a:lnTo>
                    <a:pt x="441055" y="850344"/>
                  </a:lnTo>
                  <a:lnTo>
                    <a:pt x="420816" y="893420"/>
                  </a:lnTo>
                  <a:lnTo>
                    <a:pt x="397408" y="934590"/>
                  </a:lnTo>
                  <a:lnTo>
                    <a:pt x="370990" y="973695"/>
                  </a:lnTo>
                  <a:lnTo>
                    <a:pt x="341719" y="1010579"/>
                  </a:lnTo>
                  <a:lnTo>
                    <a:pt x="309752" y="1045082"/>
                  </a:lnTo>
                  <a:lnTo>
                    <a:pt x="244601" y="1098803"/>
                  </a:lnTo>
                  <a:lnTo>
                    <a:pt x="179450" y="1045082"/>
                  </a:lnTo>
                  <a:lnTo>
                    <a:pt x="147484" y="1010579"/>
                  </a:lnTo>
                  <a:lnTo>
                    <a:pt x="118213" y="973695"/>
                  </a:lnTo>
                  <a:lnTo>
                    <a:pt x="91795" y="934590"/>
                  </a:lnTo>
                  <a:lnTo>
                    <a:pt x="68387" y="893420"/>
                  </a:lnTo>
                  <a:lnTo>
                    <a:pt x="48148" y="850344"/>
                  </a:lnTo>
                  <a:lnTo>
                    <a:pt x="31235" y="805519"/>
                  </a:lnTo>
                  <a:lnTo>
                    <a:pt x="17806" y="759103"/>
                  </a:lnTo>
                  <a:lnTo>
                    <a:pt x="8019" y="711253"/>
                  </a:lnTo>
                  <a:lnTo>
                    <a:pt x="2031" y="662128"/>
                  </a:lnTo>
                  <a:lnTo>
                    <a:pt x="0" y="611886"/>
                  </a:lnTo>
                  <a:lnTo>
                    <a:pt x="2031" y="561643"/>
                  </a:lnTo>
                  <a:lnTo>
                    <a:pt x="8019" y="512518"/>
                  </a:lnTo>
                  <a:lnTo>
                    <a:pt x="17806" y="464668"/>
                  </a:lnTo>
                  <a:lnTo>
                    <a:pt x="31235" y="418252"/>
                  </a:lnTo>
                  <a:lnTo>
                    <a:pt x="48148" y="373427"/>
                  </a:lnTo>
                  <a:lnTo>
                    <a:pt x="68387" y="330351"/>
                  </a:lnTo>
                  <a:lnTo>
                    <a:pt x="91795" y="289181"/>
                  </a:lnTo>
                  <a:lnTo>
                    <a:pt x="118213" y="250076"/>
                  </a:lnTo>
                  <a:lnTo>
                    <a:pt x="147484" y="213192"/>
                  </a:lnTo>
                  <a:lnTo>
                    <a:pt x="179450" y="178688"/>
                  </a:lnTo>
                  <a:lnTo>
                    <a:pt x="244601" y="124967"/>
                  </a:lnTo>
                  <a:close/>
                </a:path>
                <a:path extrusionOk="0" h="1225550" w="1225550">
                  <a:moveTo>
                    <a:pt x="0" y="612648"/>
                  </a:moveTo>
                  <a:lnTo>
                    <a:pt x="1843" y="564773"/>
                  </a:lnTo>
                  <a:lnTo>
                    <a:pt x="7282" y="517906"/>
                  </a:lnTo>
                  <a:lnTo>
                    <a:pt x="16181" y="472182"/>
                  </a:lnTo>
                  <a:lnTo>
                    <a:pt x="28404" y="427737"/>
                  </a:lnTo>
                  <a:lnTo>
                    <a:pt x="43814" y="384709"/>
                  </a:lnTo>
                  <a:lnTo>
                    <a:pt x="62275" y="343233"/>
                  </a:lnTo>
                  <a:lnTo>
                    <a:pt x="83650" y="303445"/>
                  </a:lnTo>
                  <a:lnTo>
                    <a:pt x="107804" y="265482"/>
                  </a:lnTo>
                  <a:lnTo>
                    <a:pt x="134600" y="229479"/>
                  </a:lnTo>
                  <a:lnTo>
                    <a:pt x="163902" y="195574"/>
                  </a:lnTo>
                  <a:lnTo>
                    <a:pt x="195574" y="163902"/>
                  </a:lnTo>
                  <a:lnTo>
                    <a:pt x="229479" y="134600"/>
                  </a:lnTo>
                  <a:lnTo>
                    <a:pt x="265482" y="107804"/>
                  </a:lnTo>
                  <a:lnTo>
                    <a:pt x="303445" y="83650"/>
                  </a:lnTo>
                  <a:lnTo>
                    <a:pt x="343233" y="62275"/>
                  </a:lnTo>
                  <a:lnTo>
                    <a:pt x="384709" y="43814"/>
                  </a:lnTo>
                  <a:lnTo>
                    <a:pt x="427737" y="28404"/>
                  </a:lnTo>
                  <a:lnTo>
                    <a:pt x="472182" y="16181"/>
                  </a:lnTo>
                  <a:lnTo>
                    <a:pt x="517906" y="7282"/>
                  </a:lnTo>
                  <a:lnTo>
                    <a:pt x="564773" y="1843"/>
                  </a:lnTo>
                  <a:lnTo>
                    <a:pt x="612648" y="0"/>
                  </a:lnTo>
                  <a:lnTo>
                    <a:pt x="660522" y="1843"/>
                  </a:lnTo>
                  <a:lnTo>
                    <a:pt x="707389" y="7282"/>
                  </a:lnTo>
                  <a:lnTo>
                    <a:pt x="753113" y="16181"/>
                  </a:lnTo>
                  <a:lnTo>
                    <a:pt x="797558" y="28404"/>
                  </a:lnTo>
                  <a:lnTo>
                    <a:pt x="840586" y="43814"/>
                  </a:lnTo>
                  <a:lnTo>
                    <a:pt x="882062" y="62275"/>
                  </a:lnTo>
                  <a:lnTo>
                    <a:pt x="921850" y="83650"/>
                  </a:lnTo>
                  <a:lnTo>
                    <a:pt x="959813" y="107804"/>
                  </a:lnTo>
                  <a:lnTo>
                    <a:pt x="995816" y="134600"/>
                  </a:lnTo>
                  <a:lnTo>
                    <a:pt x="1029721" y="163902"/>
                  </a:lnTo>
                  <a:lnTo>
                    <a:pt x="1061393" y="195574"/>
                  </a:lnTo>
                  <a:lnTo>
                    <a:pt x="1090695" y="229479"/>
                  </a:lnTo>
                  <a:lnTo>
                    <a:pt x="1117491" y="265482"/>
                  </a:lnTo>
                  <a:lnTo>
                    <a:pt x="1141645" y="303445"/>
                  </a:lnTo>
                  <a:lnTo>
                    <a:pt x="1163020" y="343233"/>
                  </a:lnTo>
                  <a:lnTo>
                    <a:pt x="1181481" y="384709"/>
                  </a:lnTo>
                  <a:lnTo>
                    <a:pt x="1196891" y="427737"/>
                  </a:lnTo>
                  <a:lnTo>
                    <a:pt x="1209114" y="472182"/>
                  </a:lnTo>
                  <a:lnTo>
                    <a:pt x="1218013" y="517906"/>
                  </a:lnTo>
                  <a:lnTo>
                    <a:pt x="1223452" y="564773"/>
                  </a:lnTo>
                  <a:lnTo>
                    <a:pt x="1225296" y="612648"/>
                  </a:lnTo>
                  <a:lnTo>
                    <a:pt x="1223452" y="660522"/>
                  </a:lnTo>
                  <a:lnTo>
                    <a:pt x="1218013" y="707389"/>
                  </a:lnTo>
                  <a:lnTo>
                    <a:pt x="1209114" y="753113"/>
                  </a:lnTo>
                  <a:lnTo>
                    <a:pt x="1196891" y="797558"/>
                  </a:lnTo>
                  <a:lnTo>
                    <a:pt x="1181481" y="840586"/>
                  </a:lnTo>
                  <a:lnTo>
                    <a:pt x="1163020" y="882062"/>
                  </a:lnTo>
                  <a:lnTo>
                    <a:pt x="1141645" y="921850"/>
                  </a:lnTo>
                  <a:lnTo>
                    <a:pt x="1117491" y="959813"/>
                  </a:lnTo>
                  <a:lnTo>
                    <a:pt x="1090695" y="995816"/>
                  </a:lnTo>
                  <a:lnTo>
                    <a:pt x="1061393" y="1029721"/>
                  </a:lnTo>
                  <a:lnTo>
                    <a:pt x="1029721" y="1061393"/>
                  </a:lnTo>
                  <a:lnTo>
                    <a:pt x="995816" y="1090695"/>
                  </a:lnTo>
                  <a:lnTo>
                    <a:pt x="959813" y="1117491"/>
                  </a:lnTo>
                  <a:lnTo>
                    <a:pt x="921850" y="1141645"/>
                  </a:lnTo>
                  <a:lnTo>
                    <a:pt x="882062" y="1163020"/>
                  </a:lnTo>
                  <a:lnTo>
                    <a:pt x="840586" y="1181481"/>
                  </a:lnTo>
                  <a:lnTo>
                    <a:pt x="797558" y="1196891"/>
                  </a:lnTo>
                  <a:lnTo>
                    <a:pt x="753113" y="1209114"/>
                  </a:lnTo>
                  <a:lnTo>
                    <a:pt x="707389" y="1218013"/>
                  </a:lnTo>
                  <a:lnTo>
                    <a:pt x="660522" y="1223452"/>
                  </a:lnTo>
                  <a:lnTo>
                    <a:pt x="612648" y="1225295"/>
                  </a:lnTo>
                  <a:lnTo>
                    <a:pt x="564773" y="1223452"/>
                  </a:lnTo>
                  <a:lnTo>
                    <a:pt x="517906" y="1218013"/>
                  </a:lnTo>
                  <a:lnTo>
                    <a:pt x="472182" y="1209114"/>
                  </a:lnTo>
                  <a:lnTo>
                    <a:pt x="427737" y="1196891"/>
                  </a:lnTo>
                  <a:lnTo>
                    <a:pt x="384709" y="1181481"/>
                  </a:lnTo>
                  <a:lnTo>
                    <a:pt x="343233" y="1163020"/>
                  </a:lnTo>
                  <a:lnTo>
                    <a:pt x="303445" y="1141645"/>
                  </a:lnTo>
                  <a:lnTo>
                    <a:pt x="265482" y="1117491"/>
                  </a:lnTo>
                  <a:lnTo>
                    <a:pt x="229479" y="1090695"/>
                  </a:lnTo>
                  <a:lnTo>
                    <a:pt x="195574" y="1061393"/>
                  </a:lnTo>
                  <a:lnTo>
                    <a:pt x="163902" y="1029721"/>
                  </a:lnTo>
                  <a:lnTo>
                    <a:pt x="134600" y="995816"/>
                  </a:lnTo>
                  <a:lnTo>
                    <a:pt x="107804" y="959813"/>
                  </a:lnTo>
                  <a:lnTo>
                    <a:pt x="83650" y="921850"/>
                  </a:lnTo>
                  <a:lnTo>
                    <a:pt x="62275" y="882062"/>
                  </a:lnTo>
                  <a:lnTo>
                    <a:pt x="43814" y="840586"/>
                  </a:lnTo>
                  <a:lnTo>
                    <a:pt x="28404" y="797558"/>
                  </a:lnTo>
                  <a:lnTo>
                    <a:pt x="16181" y="753113"/>
                  </a:lnTo>
                  <a:lnTo>
                    <a:pt x="7282" y="707389"/>
                  </a:lnTo>
                  <a:lnTo>
                    <a:pt x="1843" y="660522"/>
                  </a:lnTo>
                  <a:lnTo>
                    <a:pt x="0" y="612648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7345679" y="2749295"/>
              <a:ext cx="1225550" cy="1225550"/>
            </a:xfrm>
            <a:custGeom>
              <a:rect b="b" l="l" r="r" t="t"/>
              <a:pathLst>
                <a:path extrusionOk="0" h="1225550" w="1225550">
                  <a:moveTo>
                    <a:pt x="0" y="612648"/>
                  </a:moveTo>
                  <a:lnTo>
                    <a:pt x="1843" y="564773"/>
                  </a:lnTo>
                  <a:lnTo>
                    <a:pt x="7282" y="517906"/>
                  </a:lnTo>
                  <a:lnTo>
                    <a:pt x="16181" y="472182"/>
                  </a:lnTo>
                  <a:lnTo>
                    <a:pt x="28404" y="427737"/>
                  </a:lnTo>
                  <a:lnTo>
                    <a:pt x="43814" y="384709"/>
                  </a:lnTo>
                  <a:lnTo>
                    <a:pt x="62275" y="343233"/>
                  </a:lnTo>
                  <a:lnTo>
                    <a:pt x="83650" y="303445"/>
                  </a:lnTo>
                  <a:lnTo>
                    <a:pt x="107804" y="265482"/>
                  </a:lnTo>
                  <a:lnTo>
                    <a:pt x="134600" y="229479"/>
                  </a:lnTo>
                  <a:lnTo>
                    <a:pt x="163902" y="195574"/>
                  </a:lnTo>
                  <a:lnTo>
                    <a:pt x="195574" y="163902"/>
                  </a:lnTo>
                  <a:lnTo>
                    <a:pt x="229479" y="134600"/>
                  </a:lnTo>
                  <a:lnTo>
                    <a:pt x="265482" y="107804"/>
                  </a:lnTo>
                  <a:lnTo>
                    <a:pt x="303445" y="83650"/>
                  </a:lnTo>
                  <a:lnTo>
                    <a:pt x="343233" y="62275"/>
                  </a:lnTo>
                  <a:lnTo>
                    <a:pt x="384709" y="43814"/>
                  </a:lnTo>
                  <a:lnTo>
                    <a:pt x="427737" y="28404"/>
                  </a:lnTo>
                  <a:lnTo>
                    <a:pt x="472182" y="16181"/>
                  </a:lnTo>
                  <a:lnTo>
                    <a:pt x="517906" y="7282"/>
                  </a:lnTo>
                  <a:lnTo>
                    <a:pt x="564773" y="1843"/>
                  </a:lnTo>
                  <a:lnTo>
                    <a:pt x="612648" y="0"/>
                  </a:lnTo>
                  <a:lnTo>
                    <a:pt x="660522" y="1843"/>
                  </a:lnTo>
                  <a:lnTo>
                    <a:pt x="707389" y="7282"/>
                  </a:lnTo>
                  <a:lnTo>
                    <a:pt x="753113" y="16181"/>
                  </a:lnTo>
                  <a:lnTo>
                    <a:pt x="797558" y="28404"/>
                  </a:lnTo>
                  <a:lnTo>
                    <a:pt x="840586" y="43814"/>
                  </a:lnTo>
                  <a:lnTo>
                    <a:pt x="882062" y="62275"/>
                  </a:lnTo>
                  <a:lnTo>
                    <a:pt x="921850" y="83650"/>
                  </a:lnTo>
                  <a:lnTo>
                    <a:pt x="959813" y="107804"/>
                  </a:lnTo>
                  <a:lnTo>
                    <a:pt x="995816" y="134600"/>
                  </a:lnTo>
                  <a:lnTo>
                    <a:pt x="1029721" y="163902"/>
                  </a:lnTo>
                  <a:lnTo>
                    <a:pt x="1061393" y="195574"/>
                  </a:lnTo>
                  <a:lnTo>
                    <a:pt x="1090695" y="229479"/>
                  </a:lnTo>
                  <a:lnTo>
                    <a:pt x="1117491" y="265482"/>
                  </a:lnTo>
                  <a:lnTo>
                    <a:pt x="1141645" y="303445"/>
                  </a:lnTo>
                  <a:lnTo>
                    <a:pt x="1163020" y="343233"/>
                  </a:lnTo>
                  <a:lnTo>
                    <a:pt x="1181481" y="384709"/>
                  </a:lnTo>
                  <a:lnTo>
                    <a:pt x="1196891" y="427737"/>
                  </a:lnTo>
                  <a:lnTo>
                    <a:pt x="1209114" y="472182"/>
                  </a:lnTo>
                  <a:lnTo>
                    <a:pt x="1218013" y="517906"/>
                  </a:lnTo>
                  <a:lnTo>
                    <a:pt x="1223452" y="564773"/>
                  </a:lnTo>
                  <a:lnTo>
                    <a:pt x="1225296" y="612648"/>
                  </a:lnTo>
                  <a:lnTo>
                    <a:pt x="1223452" y="660522"/>
                  </a:lnTo>
                  <a:lnTo>
                    <a:pt x="1218013" y="707389"/>
                  </a:lnTo>
                  <a:lnTo>
                    <a:pt x="1209114" y="753113"/>
                  </a:lnTo>
                  <a:lnTo>
                    <a:pt x="1196891" y="797558"/>
                  </a:lnTo>
                  <a:lnTo>
                    <a:pt x="1181481" y="840586"/>
                  </a:lnTo>
                  <a:lnTo>
                    <a:pt x="1163020" y="882062"/>
                  </a:lnTo>
                  <a:lnTo>
                    <a:pt x="1141645" y="921850"/>
                  </a:lnTo>
                  <a:lnTo>
                    <a:pt x="1117491" y="959813"/>
                  </a:lnTo>
                  <a:lnTo>
                    <a:pt x="1090695" y="995816"/>
                  </a:lnTo>
                  <a:lnTo>
                    <a:pt x="1061393" y="1029721"/>
                  </a:lnTo>
                  <a:lnTo>
                    <a:pt x="1029721" y="1061393"/>
                  </a:lnTo>
                  <a:lnTo>
                    <a:pt x="995816" y="1090695"/>
                  </a:lnTo>
                  <a:lnTo>
                    <a:pt x="959813" y="1117491"/>
                  </a:lnTo>
                  <a:lnTo>
                    <a:pt x="921850" y="1141645"/>
                  </a:lnTo>
                  <a:lnTo>
                    <a:pt x="882062" y="1163020"/>
                  </a:lnTo>
                  <a:lnTo>
                    <a:pt x="840586" y="1181481"/>
                  </a:lnTo>
                  <a:lnTo>
                    <a:pt x="797558" y="1196891"/>
                  </a:lnTo>
                  <a:lnTo>
                    <a:pt x="753113" y="1209114"/>
                  </a:lnTo>
                  <a:lnTo>
                    <a:pt x="707389" y="1218013"/>
                  </a:lnTo>
                  <a:lnTo>
                    <a:pt x="660522" y="1223452"/>
                  </a:lnTo>
                  <a:lnTo>
                    <a:pt x="612648" y="1225295"/>
                  </a:lnTo>
                  <a:lnTo>
                    <a:pt x="564773" y="1223452"/>
                  </a:lnTo>
                  <a:lnTo>
                    <a:pt x="517906" y="1218013"/>
                  </a:lnTo>
                  <a:lnTo>
                    <a:pt x="472182" y="1209114"/>
                  </a:lnTo>
                  <a:lnTo>
                    <a:pt x="427737" y="1196891"/>
                  </a:lnTo>
                  <a:lnTo>
                    <a:pt x="384709" y="1181481"/>
                  </a:lnTo>
                  <a:lnTo>
                    <a:pt x="343233" y="1163020"/>
                  </a:lnTo>
                  <a:lnTo>
                    <a:pt x="303445" y="1141645"/>
                  </a:lnTo>
                  <a:lnTo>
                    <a:pt x="265482" y="1117491"/>
                  </a:lnTo>
                  <a:lnTo>
                    <a:pt x="229479" y="1090695"/>
                  </a:lnTo>
                  <a:lnTo>
                    <a:pt x="195574" y="1061393"/>
                  </a:lnTo>
                  <a:lnTo>
                    <a:pt x="163902" y="1029721"/>
                  </a:lnTo>
                  <a:lnTo>
                    <a:pt x="134600" y="995816"/>
                  </a:lnTo>
                  <a:lnTo>
                    <a:pt x="107804" y="959813"/>
                  </a:lnTo>
                  <a:lnTo>
                    <a:pt x="83650" y="921850"/>
                  </a:lnTo>
                  <a:lnTo>
                    <a:pt x="62275" y="882062"/>
                  </a:lnTo>
                  <a:lnTo>
                    <a:pt x="43814" y="840586"/>
                  </a:lnTo>
                  <a:lnTo>
                    <a:pt x="28404" y="797558"/>
                  </a:lnTo>
                  <a:lnTo>
                    <a:pt x="16181" y="753113"/>
                  </a:lnTo>
                  <a:lnTo>
                    <a:pt x="7282" y="707389"/>
                  </a:lnTo>
                  <a:lnTo>
                    <a:pt x="1843" y="660522"/>
                  </a:lnTo>
                  <a:lnTo>
                    <a:pt x="0" y="612648"/>
                  </a:lnTo>
                  <a:close/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39" name="Google Shape;539;p26"/>
          <p:cNvSpPr txBox="1"/>
          <p:nvPr/>
        </p:nvSpPr>
        <p:spPr>
          <a:xfrm>
            <a:off x="7452486" y="2406141"/>
            <a:ext cx="1473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6"/>
          <p:cNvSpPr txBox="1"/>
          <p:nvPr/>
        </p:nvSpPr>
        <p:spPr>
          <a:xfrm>
            <a:off x="9056878" y="2406141"/>
            <a:ext cx="142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6"/>
          <p:cNvSpPr/>
          <p:nvPr/>
        </p:nvSpPr>
        <p:spPr>
          <a:xfrm>
            <a:off x="554736" y="1449324"/>
            <a:ext cx="1401318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2" name="Google Shape;542;p26"/>
          <p:cNvSpPr/>
          <p:nvPr/>
        </p:nvSpPr>
        <p:spPr>
          <a:xfrm>
            <a:off x="682751" y="1804403"/>
            <a:ext cx="4275582" cy="75820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3" name="Google Shape;543;p26"/>
          <p:cNvSpPr/>
          <p:nvPr/>
        </p:nvSpPr>
        <p:spPr>
          <a:xfrm>
            <a:off x="682751" y="3777996"/>
            <a:ext cx="2989326" cy="16230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544" name="Google Shape;544;p26"/>
          <p:cNvGrpSpPr/>
          <p:nvPr/>
        </p:nvGrpSpPr>
        <p:grpSpPr>
          <a:xfrm>
            <a:off x="3901440" y="2756916"/>
            <a:ext cx="2100580" cy="708660"/>
            <a:chOff x="3901440" y="2756916"/>
            <a:chExt cx="2100580" cy="708660"/>
          </a:xfrm>
        </p:grpSpPr>
        <p:sp>
          <p:nvSpPr>
            <p:cNvPr id="545" name="Google Shape;545;p26"/>
            <p:cNvSpPr/>
            <p:nvPr/>
          </p:nvSpPr>
          <p:spPr>
            <a:xfrm>
              <a:off x="3901440" y="2756916"/>
              <a:ext cx="2100580" cy="708660"/>
            </a:xfrm>
            <a:custGeom>
              <a:rect b="b" l="l" r="r" t="t"/>
              <a:pathLst>
                <a:path extrusionOk="0" h="708660" w="2100579">
                  <a:moveTo>
                    <a:pt x="2100072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2100072" y="708660"/>
                  </a:lnTo>
                  <a:lnTo>
                    <a:pt x="210007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4194175" y="2983483"/>
              <a:ext cx="1597660" cy="187960"/>
            </a:xfrm>
            <a:custGeom>
              <a:rect b="b" l="l" r="r" t="t"/>
              <a:pathLst>
                <a:path extrusionOk="0" h="187960" w="1597660">
                  <a:moveTo>
                    <a:pt x="62484" y="7620"/>
                  </a:moveTo>
                  <a:lnTo>
                    <a:pt x="59817" y="0"/>
                  </a:lnTo>
                  <a:lnTo>
                    <a:pt x="46189" y="4927"/>
                  </a:lnTo>
                  <a:lnTo>
                    <a:pt x="34264" y="12090"/>
                  </a:lnTo>
                  <a:lnTo>
                    <a:pt x="8674" y="46266"/>
                  </a:lnTo>
                  <a:lnTo>
                    <a:pt x="0" y="93980"/>
                  </a:lnTo>
                  <a:lnTo>
                    <a:pt x="952" y="111226"/>
                  </a:lnTo>
                  <a:lnTo>
                    <a:pt x="15367" y="154940"/>
                  </a:lnTo>
                  <a:lnTo>
                    <a:pt x="46164" y="182930"/>
                  </a:lnTo>
                  <a:lnTo>
                    <a:pt x="59817" y="187833"/>
                  </a:lnTo>
                  <a:lnTo>
                    <a:pt x="62230" y="180213"/>
                  </a:lnTo>
                  <a:lnTo>
                    <a:pt x="51511" y="175475"/>
                  </a:lnTo>
                  <a:lnTo>
                    <a:pt x="42252" y="168884"/>
                  </a:lnTo>
                  <a:lnTo>
                    <a:pt x="19837" y="124587"/>
                  </a:lnTo>
                  <a:lnTo>
                    <a:pt x="17018" y="92964"/>
                  </a:lnTo>
                  <a:lnTo>
                    <a:pt x="17716" y="77000"/>
                  </a:lnTo>
                  <a:lnTo>
                    <a:pt x="28194" y="37465"/>
                  </a:lnTo>
                  <a:lnTo>
                    <a:pt x="51625" y="12357"/>
                  </a:lnTo>
                  <a:lnTo>
                    <a:pt x="62484" y="7620"/>
                  </a:lnTo>
                  <a:close/>
                </a:path>
                <a:path extrusionOk="0" h="187960" w="1597660">
                  <a:moveTo>
                    <a:pt x="465963" y="93980"/>
                  </a:moveTo>
                  <a:lnTo>
                    <a:pt x="457276" y="46266"/>
                  </a:lnTo>
                  <a:lnTo>
                    <a:pt x="431685" y="12090"/>
                  </a:lnTo>
                  <a:lnTo>
                    <a:pt x="406146" y="0"/>
                  </a:lnTo>
                  <a:lnTo>
                    <a:pt x="403479" y="7620"/>
                  </a:lnTo>
                  <a:lnTo>
                    <a:pt x="414337" y="12357"/>
                  </a:lnTo>
                  <a:lnTo>
                    <a:pt x="423672" y="18923"/>
                  </a:lnTo>
                  <a:lnTo>
                    <a:pt x="446112" y="62407"/>
                  </a:lnTo>
                  <a:lnTo>
                    <a:pt x="448945" y="92964"/>
                  </a:lnTo>
                  <a:lnTo>
                    <a:pt x="448233" y="109537"/>
                  </a:lnTo>
                  <a:lnTo>
                    <a:pt x="437769" y="150114"/>
                  </a:lnTo>
                  <a:lnTo>
                    <a:pt x="403733" y="180213"/>
                  </a:lnTo>
                  <a:lnTo>
                    <a:pt x="406146" y="187833"/>
                  </a:lnTo>
                  <a:lnTo>
                    <a:pt x="442023" y="166497"/>
                  </a:lnTo>
                  <a:lnTo>
                    <a:pt x="462127" y="127127"/>
                  </a:lnTo>
                  <a:lnTo>
                    <a:pt x="464997" y="111226"/>
                  </a:lnTo>
                  <a:lnTo>
                    <a:pt x="465963" y="93980"/>
                  </a:lnTo>
                  <a:close/>
                </a:path>
                <a:path extrusionOk="0" h="187960" w="1597660">
                  <a:moveTo>
                    <a:pt x="1597533" y="86741"/>
                  </a:moveTo>
                  <a:lnTo>
                    <a:pt x="750189" y="86741"/>
                  </a:lnTo>
                  <a:lnTo>
                    <a:pt x="750189" y="100457"/>
                  </a:lnTo>
                  <a:lnTo>
                    <a:pt x="1597533" y="100457"/>
                  </a:lnTo>
                  <a:lnTo>
                    <a:pt x="1597533" y="86741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47" name="Google Shape;547;p26"/>
          <p:cNvSpPr txBox="1"/>
          <p:nvPr/>
        </p:nvSpPr>
        <p:spPr>
          <a:xfrm>
            <a:off x="3901440" y="2756916"/>
            <a:ext cx="210058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50">
            <a:spAutoFit/>
          </a:bodyPr>
          <a:lstStyle/>
          <a:p>
            <a:pPr indent="0" lvl="0" marL="1043305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𝑃(𝐴 ∩ 𝐵)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44145" marR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𝐵|𝐴	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252220" marR="0" rtl="0" algn="l">
              <a:lnSpc>
                <a:spcPct val="9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𝑃(𝐴)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6"/>
          <p:cNvSpPr/>
          <p:nvPr/>
        </p:nvSpPr>
        <p:spPr>
          <a:xfrm>
            <a:off x="5132832" y="2791967"/>
            <a:ext cx="553720" cy="231775"/>
          </a:xfrm>
          <a:custGeom>
            <a:rect b="b" l="l" r="r" t="t"/>
            <a:pathLst>
              <a:path extrusionOk="0" h="231775" w="553720">
                <a:moveTo>
                  <a:pt x="0" y="115824"/>
                </a:moveTo>
                <a:lnTo>
                  <a:pt x="9096" y="70723"/>
                </a:lnTo>
                <a:lnTo>
                  <a:pt x="33909" y="33909"/>
                </a:lnTo>
                <a:lnTo>
                  <a:pt x="70723" y="9096"/>
                </a:lnTo>
                <a:lnTo>
                  <a:pt x="115823" y="0"/>
                </a:lnTo>
                <a:lnTo>
                  <a:pt x="437388" y="0"/>
                </a:lnTo>
                <a:lnTo>
                  <a:pt x="482488" y="9096"/>
                </a:lnTo>
                <a:lnTo>
                  <a:pt x="519302" y="33909"/>
                </a:lnTo>
                <a:lnTo>
                  <a:pt x="544115" y="70723"/>
                </a:lnTo>
                <a:lnTo>
                  <a:pt x="553212" y="115824"/>
                </a:lnTo>
                <a:lnTo>
                  <a:pt x="544115" y="160924"/>
                </a:lnTo>
                <a:lnTo>
                  <a:pt x="519302" y="197738"/>
                </a:lnTo>
                <a:lnTo>
                  <a:pt x="482488" y="222551"/>
                </a:lnTo>
                <a:lnTo>
                  <a:pt x="437388" y="231648"/>
                </a:lnTo>
                <a:lnTo>
                  <a:pt x="115823" y="231648"/>
                </a:lnTo>
                <a:lnTo>
                  <a:pt x="70723" y="222551"/>
                </a:lnTo>
                <a:lnTo>
                  <a:pt x="33908" y="197738"/>
                </a:lnTo>
                <a:lnTo>
                  <a:pt x="9096" y="160924"/>
                </a:lnTo>
                <a:lnTo>
                  <a:pt x="0" y="115824"/>
                </a:lnTo>
                <a:close/>
              </a:path>
            </a:pathLst>
          </a:cu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3703320" y="4130040"/>
            <a:ext cx="2496820" cy="789940"/>
            <a:chOff x="3703320" y="4130040"/>
            <a:chExt cx="2496820" cy="789940"/>
          </a:xfrm>
        </p:grpSpPr>
        <p:sp>
          <p:nvSpPr>
            <p:cNvPr id="550" name="Google Shape;550;p26"/>
            <p:cNvSpPr/>
            <p:nvPr/>
          </p:nvSpPr>
          <p:spPr>
            <a:xfrm>
              <a:off x="3703320" y="4130040"/>
              <a:ext cx="2496820" cy="789940"/>
            </a:xfrm>
            <a:custGeom>
              <a:rect b="b" l="l" r="r" t="t"/>
              <a:pathLst>
                <a:path extrusionOk="0" h="789939" w="2496820">
                  <a:moveTo>
                    <a:pt x="2496312" y="0"/>
                  </a:moveTo>
                  <a:lnTo>
                    <a:pt x="0" y="0"/>
                  </a:lnTo>
                  <a:lnTo>
                    <a:pt x="0" y="789431"/>
                  </a:lnTo>
                  <a:lnTo>
                    <a:pt x="2496312" y="789431"/>
                  </a:lnTo>
                  <a:lnTo>
                    <a:pt x="249631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4032631" y="4224909"/>
              <a:ext cx="1967230" cy="532130"/>
            </a:xfrm>
            <a:custGeom>
              <a:rect b="b" l="l" r="r" t="t"/>
              <a:pathLst>
                <a:path extrusionOk="0" h="532129" w="1967229">
                  <a:moveTo>
                    <a:pt x="62611" y="7620"/>
                  </a:moveTo>
                  <a:lnTo>
                    <a:pt x="59944" y="0"/>
                  </a:lnTo>
                  <a:lnTo>
                    <a:pt x="46316" y="4914"/>
                  </a:lnTo>
                  <a:lnTo>
                    <a:pt x="34378" y="12026"/>
                  </a:lnTo>
                  <a:lnTo>
                    <a:pt x="8724" y="46215"/>
                  </a:lnTo>
                  <a:lnTo>
                    <a:pt x="0" y="93853"/>
                  </a:lnTo>
                  <a:lnTo>
                    <a:pt x="965" y="111175"/>
                  </a:lnTo>
                  <a:lnTo>
                    <a:pt x="15494" y="154940"/>
                  </a:lnTo>
                  <a:lnTo>
                    <a:pt x="46291" y="182803"/>
                  </a:lnTo>
                  <a:lnTo>
                    <a:pt x="59944" y="187706"/>
                  </a:lnTo>
                  <a:lnTo>
                    <a:pt x="62357" y="180086"/>
                  </a:lnTo>
                  <a:lnTo>
                    <a:pt x="51638" y="175348"/>
                  </a:lnTo>
                  <a:lnTo>
                    <a:pt x="42379" y="168757"/>
                  </a:lnTo>
                  <a:lnTo>
                    <a:pt x="19964" y="124536"/>
                  </a:lnTo>
                  <a:lnTo>
                    <a:pt x="17145" y="92964"/>
                  </a:lnTo>
                  <a:lnTo>
                    <a:pt x="17843" y="76923"/>
                  </a:lnTo>
                  <a:lnTo>
                    <a:pt x="28321" y="37338"/>
                  </a:lnTo>
                  <a:lnTo>
                    <a:pt x="51752" y="12344"/>
                  </a:lnTo>
                  <a:lnTo>
                    <a:pt x="62611" y="7620"/>
                  </a:lnTo>
                  <a:close/>
                </a:path>
                <a:path extrusionOk="0" h="532129" w="1967229">
                  <a:moveTo>
                    <a:pt x="630682" y="93853"/>
                  </a:moveTo>
                  <a:lnTo>
                    <a:pt x="621995" y="46215"/>
                  </a:lnTo>
                  <a:lnTo>
                    <a:pt x="596404" y="12026"/>
                  </a:lnTo>
                  <a:lnTo>
                    <a:pt x="570865" y="0"/>
                  </a:lnTo>
                  <a:lnTo>
                    <a:pt x="568198" y="7620"/>
                  </a:lnTo>
                  <a:lnTo>
                    <a:pt x="579056" y="12344"/>
                  </a:lnTo>
                  <a:lnTo>
                    <a:pt x="588391" y="18859"/>
                  </a:lnTo>
                  <a:lnTo>
                    <a:pt x="610831" y="62293"/>
                  </a:lnTo>
                  <a:lnTo>
                    <a:pt x="613664" y="92964"/>
                  </a:lnTo>
                  <a:lnTo>
                    <a:pt x="612952" y="109524"/>
                  </a:lnTo>
                  <a:lnTo>
                    <a:pt x="602488" y="149987"/>
                  </a:lnTo>
                  <a:lnTo>
                    <a:pt x="568452" y="180086"/>
                  </a:lnTo>
                  <a:lnTo>
                    <a:pt x="570865" y="187706"/>
                  </a:lnTo>
                  <a:lnTo>
                    <a:pt x="606742" y="166420"/>
                  </a:lnTo>
                  <a:lnTo>
                    <a:pt x="626846" y="127114"/>
                  </a:lnTo>
                  <a:lnTo>
                    <a:pt x="629716" y="111175"/>
                  </a:lnTo>
                  <a:lnTo>
                    <a:pt x="630682" y="93853"/>
                  </a:lnTo>
                  <a:close/>
                </a:path>
                <a:path extrusionOk="0" h="532129" w="1967229">
                  <a:moveTo>
                    <a:pt x="1124839" y="352044"/>
                  </a:moveTo>
                  <a:lnTo>
                    <a:pt x="1122172" y="344424"/>
                  </a:lnTo>
                  <a:lnTo>
                    <a:pt x="1108544" y="349338"/>
                  </a:lnTo>
                  <a:lnTo>
                    <a:pt x="1096606" y="356450"/>
                  </a:lnTo>
                  <a:lnTo>
                    <a:pt x="1070952" y="390639"/>
                  </a:lnTo>
                  <a:lnTo>
                    <a:pt x="1062228" y="438277"/>
                  </a:lnTo>
                  <a:lnTo>
                    <a:pt x="1063193" y="455599"/>
                  </a:lnTo>
                  <a:lnTo>
                    <a:pt x="1077722" y="499364"/>
                  </a:lnTo>
                  <a:lnTo>
                    <a:pt x="1108519" y="527227"/>
                  </a:lnTo>
                  <a:lnTo>
                    <a:pt x="1122172" y="532130"/>
                  </a:lnTo>
                  <a:lnTo>
                    <a:pt x="1124585" y="524510"/>
                  </a:lnTo>
                  <a:lnTo>
                    <a:pt x="1113866" y="519772"/>
                  </a:lnTo>
                  <a:lnTo>
                    <a:pt x="1104607" y="513181"/>
                  </a:lnTo>
                  <a:lnTo>
                    <a:pt x="1082192" y="468947"/>
                  </a:lnTo>
                  <a:lnTo>
                    <a:pt x="1079373" y="437388"/>
                  </a:lnTo>
                  <a:lnTo>
                    <a:pt x="1080071" y="421347"/>
                  </a:lnTo>
                  <a:lnTo>
                    <a:pt x="1090549" y="381762"/>
                  </a:lnTo>
                  <a:lnTo>
                    <a:pt x="1113980" y="356768"/>
                  </a:lnTo>
                  <a:lnTo>
                    <a:pt x="1124839" y="352044"/>
                  </a:lnTo>
                  <a:close/>
                </a:path>
                <a:path extrusionOk="0" h="532129" w="1967229">
                  <a:moveTo>
                    <a:pt x="1124839" y="7620"/>
                  </a:moveTo>
                  <a:lnTo>
                    <a:pt x="1122172" y="0"/>
                  </a:lnTo>
                  <a:lnTo>
                    <a:pt x="1108544" y="4914"/>
                  </a:lnTo>
                  <a:lnTo>
                    <a:pt x="1096606" y="12026"/>
                  </a:lnTo>
                  <a:lnTo>
                    <a:pt x="1070952" y="46215"/>
                  </a:lnTo>
                  <a:lnTo>
                    <a:pt x="1062228" y="93853"/>
                  </a:lnTo>
                  <a:lnTo>
                    <a:pt x="1063193" y="111175"/>
                  </a:lnTo>
                  <a:lnTo>
                    <a:pt x="1077722" y="154940"/>
                  </a:lnTo>
                  <a:lnTo>
                    <a:pt x="1108519" y="182803"/>
                  </a:lnTo>
                  <a:lnTo>
                    <a:pt x="1122172" y="187706"/>
                  </a:lnTo>
                  <a:lnTo>
                    <a:pt x="1124585" y="180086"/>
                  </a:lnTo>
                  <a:lnTo>
                    <a:pt x="1113866" y="175348"/>
                  </a:lnTo>
                  <a:lnTo>
                    <a:pt x="1104607" y="168757"/>
                  </a:lnTo>
                  <a:lnTo>
                    <a:pt x="1082192" y="124536"/>
                  </a:lnTo>
                  <a:lnTo>
                    <a:pt x="1079373" y="92964"/>
                  </a:lnTo>
                  <a:lnTo>
                    <a:pt x="1080071" y="76923"/>
                  </a:lnTo>
                  <a:lnTo>
                    <a:pt x="1090549" y="37338"/>
                  </a:lnTo>
                  <a:lnTo>
                    <a:pt x="1113980" y="12344"/>
                  </a:lnTo>
                  <a:lnTo>
                    <a:pt x="1124839" y="7620"/>
                  </a:lnTo>
                  <a:close/>
                </a:path>
                <a:path extrusionOk="0" h="532129" w="1967229">
                  <a:moveTo>
                    <a:pt x="1528318" y="438277"/>
                  </a:moveTo>
                  <a:lnTo>
                    <a:pt x="1519631" y="390639"/>
                  </a:lnTo>
                  <a:lnTo>
                    <a:pt x="1494040" y="356450"/>
                  </a:lnTo>
                  <a:lnTo>
                    <a:pt x="1468501" y="344424"/>
                  </a:lnTo>
                  <a:lnTo>
                    <a:pt x="1465834" y="352044"/>
                  </a:lnTo>
                  <a:lnTo>
                    <a:pt x="1476679" y="356768"/>
                  </a:lnTo>
                  <a:lnTo>
                    <a:pt x="1486014" y="363283"/>
                  </a:lnTo>
                  <a:lnTo>
                    <a:pt x="1508467" y="406717"/>
                  </a:lnTo>
                  <a:lnTo>
                    <a:pt x="1511300" y="437388"/>
                  </a:lnTo>
                  <a:lnTo>
                    <a:pt x="1510588" y="453948"/>
                  </a:lnTo>
                  <a:lnTo>
                    <a:pt x="1500124" y="494411"/>
                  </a:lnTo>
                  <a:lnTo>
                    <a:pt x="1466088" y="524510"/>
                  </a:lnTo>
                  <a:lnTo>
                    <a:pt x="1468501" y="532130"/>
                  </a:lnTo>
                  <a:lnTo>
                    <a:pt x="1504378" y="510844"/>
                  </a:lnTo>
                  <a:lnTo>
                    <a:pt x="1524482" y="471538"/>
                  </a:lnTo>
                  <a:lnTo>
                    <a:pt x="1527352" y="455599"/>
                  </a:lnTo>
                  <a:lnTo>
                    <a:pt x="1528318" y="438277"/>
                  </a:lnTo>
                  <a:close/>
                </a:path>
                <a:path extrusionOk="0" h="532129" w="1967229">
                  <a:moveTo>
                    <a:pt x="1529842" y="93853"/>
                  </a:moveTo>
                  <a:lnTo>
                    <a:pt x="1521155" y="46215"/>
                  </a:lnTo>
                  <a:lnTo>
                    <a:pt x="1495564" y="12026"/>
                  </a:lnTo>
                  <a:lnTo>
                    <a:pt x="1470025" y="0"/>
                  </a:lnTo>
                  <a:lnTo>
                    <a:pt x="1467358" y="7620"/>
                  </a:lnTo>
                  <a:lnTo>
                    <a:pt x="1478203" y="12344"/>
                  </a:lnTo>
                  <a:lnTo>
                    <a:pt x="1487538" y="18859"/>
                  </a:lnTo>
                  <a:lnTo>
                    <a:pt x="1509991" y="62293"/>
                  </a:lnTo>
                  <a:lnTo>
                    <a:pt x="1512824" y="92964"/>
                  </a:lnTo>
                  <a:lnTo>
                    <a:pt x="1512112" y="109524"/>
                  </a:lnTo>
                  <a:lnTo>
                    <a:pt x="1501648" y="149987"/>
                  </a:lnTo>
                  <a:lnTo>
                    <a:pt x="1467612" y="180086"/>
                  </a:lnTo>
                  <a:lnTo>
                    <a:pt x="1470025" y="187706"/>
                  </a:lnTo>
                  <a:lnTo>
                    <a:pt x="1505902" y="166420"/>
                  </a:lnTo>
                  <a:lnTo>
                    <a:pt x="1526006" y="127114"/>
                  </a:lnTo>
                  <a:lnTo>
                    <a:pt x="1528876" y="111175"/>
                  </a:lnTo>
                  <a:lnTo>
                    <a:pt x="1529842" y="93853"/>
                  </a:lnTo>
                  <a:close/>
                </a:path>
                <a:path extrusionOk="0" h="532129" w="1967229">
                  <a:moveTo>
                    <a:pt x="1758823" y="352044"/>
                  </a:moveTo>
                  <a:lnTo>
                    <a:pt x="1756156" y="344424"/>
                  </a:lnTo>
                  <a:lnTo>
                    <a:pt x="1742528" y="349338"/>
                  </a:lnTo>
                  <a:lnTo>
                    <a:pt x="1730590" y="356450"/>
                  </a:lnTo>
                  <a:lnTo>
                    <a:pt x="1704936" y="390639"/>
                  </a:lnTo>
                  <a:lnTo>
                    <a:pt x="1696212" y="438277"/>
                  </a:lnTo>
                  <a:lnTo>
                    <a:pt x="1697177" y="455599"/>
                  </a:lnTo>
                  <a:lnTo>
                    <a:pt x="1711706" y="499364"/>
                  </a:lnTo>
                  <a:lnTo>
                    <a:pt x="1742503" y="527227"/>
                  </a:lnTo>
                  <a:lnTo>
                    <a:pt x="1756156" y="532130"/>
                  </a:lnTo>
                  <a:lnTo>
                    <a:pt x="1758569" y="524510"/>
                  </a:lnTo>
                  <a:lnTo>
                    <a:pt x="1747850" y="519772"/>
                  </a:lnTo>
                  <a:lnTo>
                    <a:pt x="1738591" y="513181"/>
                  </a:lnTo>
                  <a:lnTo>
                    <a:pt x="1716176" y="468947"/>
                  </a:lnTo>
                  <a:lnTo>
                    <a:pt x="1713357" y="437388"/>
                  </a:lnTo>
                  <a:lnTo>
                    <a:pt x="1714055" y="421347"/>
                  </a:lnTo>
                  <a:lnTo>
                    <a:pt x="1724533" y="381762"/>
                  </a:lnTo>
                  <a:lnTo>
                    <a:pt x="1747964" y="356768"/>
                  </a:lnTo>
                  <a:lnTo>
                    <a:pt x="1758823" y="352044"/>
                  </a:lnTo>
                  <a:close/>
                </a:path>
                <a:path extrusionOk="0" h="532129" w="1967229">
                  <a:moveTo>
                    <a:pt x="1758823" y="7620"/>
                  </a:moveTo>
                  <a:lnTo>
                    <a:pt x="1756156" y="0"/>
                  </a:lnTo>
                  <a:lnTo>
                    <a:pt x="1742528" y="4914"/>
                  </a:lnTo>
                  <a:lnTo>
                    <a:pt x="1730590" y="12026"/>
                  </a:lnTo>
                  <a:lnTo>
                    <a:pt x="1704936" y="46215"/>
                  </a:lnTo>
                  <a:lnTo>
                    <a:pt x="1696212" y="93853"/>
                  </a:lnTo>
                  <a:lnTo>
                    <a:pt x="1697177" y="111175"/>
                  </a:lnTo>
                  <a:lnTo>
                    <a:pt x="1711706" y="154940"/>
                  </a:lnTo>
                  <a:lnTo>
                    <a:pt x="1742503" y="182803"/>
                  </a:lnTo>
                  <a:lnTo>
                    <a:pt x="1756156" y="187706"/>
                  </a:lnTo>
                  <a:lnTo>
                    <a:pt x="1758569" y="180086"/>
                  </a:lnTo>
                  <a:lnTo>
                    <a:pt x="1747850" y="175348"/>
                  </a:lnTo>
                  <a:lnTo>
                    <a:pt x="1738591" y="168757"/>
                  </a:lnTo>
                  <a:lnTo>
                    <a:pt x="1716176" y="124536"/>
                  </a:lnTo>
                  <a:lnTo>
                    <a:pt x="1713357" y="92964"/>
                  </a:lnTo>
                  <a:lnTo>
                    <a:pt x="1714055" y="76923"/>
                  </a:lnTo>
                  <a:lnTo>
                    <a:pt x="1724533" y="37338"/>
                  </a:lnTo>
                  <a:lnTo>
                    <a:pt x="1747964" y="12344"/>
                  </a:lnTo>
                  <a:lnTo>
                    <a:pt x="1758823" y="7620"/>
                  </a:lnTo>
                  <a:close/>
                </a:path>
                <a:path extrusionOk="0" h="532129" w="1967229">
                  <a:moveTo>
                    <a:pt x="1958086" y="438277"/>
                  </a:moveTo>
                  <a:lnTo>
                    <a:pt x="1949399" y="390639"/>
                  </a:lnTo>
                  <a:lnTo>
                    <a:pt x="1923808" y="356450"/>
                  </a:lnTo>
                  <a:lnTo>
                    <a:pt x="1898269" y="344424"/>
                  </a:lnTo>
                  <a:lnTo>
                    <a:pt x="1895602" y="352044"/>
                  </a:lnTo>
                  <a:lnTo>
                    <a:pt x="1906460" y="356768"/>
                  </a:lnTo>
                  <a:lnTo>
                    <a:pt x="1915795" y="363283"/>
                  </a:lnTo>
                  <a:lnTo>
                    <a:pt x="1938235" y="406717"/>
                  </a:lnTo>
                  <a:lnTo>
                    <a:pt x="1941068" y="437388"/>
                  </a:lnTo>
                  <a:lnTo>
                    <a:pt x="1940356" y="453948"/>
                  </a:lnTo>
                  <a:lnTo>
                    <a:pt x="1929892" y="494411"/>
                  </a:lnTo>
                  <a:lnTo>
                    <a:pt x="1895856" y="524510"/>
                  </a:lnTo>
                  <a:lnTo>
                    <a:pt x="1898269" y="532130"/>
                  </a:lnTo>
                  <a:lnTo>
                    <a:pt x="1934146" y="510844"/>
                  </a:lnTo>
                  <a:lnTo>
                    <a:pt x="1954250" y="471538"/>
                  </a:lnTo>
                  <a:lnTo>
                    <a:pt x="1957120" y="455599"/>
                  </a:lnTo>
                  <a:lnTo>
                    <a:pt x="1958086" y="438277"/>
                  </a:lnTo>
                  <a:close/>
                </a:path>
                <a:path extrusionOk="0" h="532129" w="1967229">
                  <a:moveTo>
                    <a:pt x="1967230" y="93853"/>
                  </a:moveTo>
                  <a:lnTo>
                    <a:pt x="1958543" y="46215"/>
                  </a:lnTo>
                  <a:lnTo>
                    <a:pt x="1932952" y="12026"/>
                  </a:lnTo>
                  <a:lnTo>
                    <a:pt x="1907413" y="0"/>
                  </a:lnTo>
                  <a:lnTo>
                    <a:pt x="1904746" y="7620"/>
                  </a:lnTo>
                  <a:lnTo>
                    <a:pt x="1915591" y="12344"/>
                  </a:lnTo>
                  <a:lnTo>
                    <a:pt x="1924926" y="18859"/>
                  </a:lnTo>
                  <a:lnTo>
                    <a:pt x="1947379" y="62293"/>
                  </a:lnTo>
                  <a:lnTo>
                    <a:pt x="1950212" y="92964"/>
                  </a:lnTo>
                  <a:lnTo>
                    <a:pt x="1949500" y="109524"/>
                  </a:lnTo>
                  <a:lnTo>
                    <a:pt x="1939036" y="149987"/>
                  </a:lnTo>
                  <a:lnTo>
                    <a:pt x="1905000" y="180086"/>
                  </a:lnTo>
                  <a:lnTo>
                    <a:pt x="1907413" y="187706"/>
                  </a:lnTo>
                  <a:lnTo>
                    <a:pt x="1943290" y="166420"/>
                  </a:lnTo>
                  <a:lnTo>
                    <a:pt x="1963394" y="127114"/>
                  </a:lnTo>
                  <a:lnTo>
                    <a:pt x="1966264" y="111175"/>
                  </a:lnTo>
                  <a:lnTo>
                    <a:pt x="1967230" y="93853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2" name="Google Shape;552;p26"/>
          <p:cNvSpPr txBox="1"/>
          <p:nvPr/>
        </p:nvSpPr>
        <p:spPr>
          <a:xfrm>
            <a:off x="3703320" y="4130040"/>
            <a:ext cx="2496820" cy="78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0" marR="26289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 ∩ 𝐵	= 𝑃  𝐴|𝐵 𝑃 𝐵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267335" rtl="0" algn="r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𝑃  𝐵|𝐴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7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8" name="Google Shape;558;p2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9" name="Google Shape;559;p2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0" name="Google Shape;560;p27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1" name="Google Shape;561;p27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62" name="Google Shape;562;p27"/>
          <p:cNvSpPr/>
          <p:nvPr/>
        </p:nvSpPr>
        <p:spPr>
          <a:xfrm>
            <a:off x="554736" y="1449324"/>
            <a:ext cx="1364741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3" name="Google Shape;563;p27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4" name="Google Shape;564;p27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5" name="Google Shape;565;p27"/>
          <p:cNvSpPr/>
          <p:nvPr/>
        </p:nvSpPr>
        <p:spPr>
          <a:xfrm>
            <a:off x="1226819" y="1821179"/>
            <a:ext cx="3542537" cy="192862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566" name="Google Shape;566;p27"/>
          <p:cNvGrpSpPr/>
          <p:nvPr/>
        </p:nvGrpSpPr>
        <p:grpSpPr>
          <a:xfrm>
            <a:off x="2985516" y="3977640"/>
            <a:ext cx="3714115" cy="657225"/>
            <a:chOff x="2985516" y="3977640"/>
            <a:chExt cx="3714115" cy="657225"/>
          </a:xfrm>
        </p:grpSpPr>
        <p:sp>
          <p:nvSpPr>
            <p:cNvPr id="567" name="Google Shape;567;p27"/>
            <p:cNvSpPr/>
            <p:nvPr/>
          </p:nvSpPr>
          <p:spPr>
            <a:xfrm>
              <a:off x="2985516" y="3977640"/>
              <a:ext cx="3714115" cy="657225"/>
            </a:xfrm>
            <a:custGeom>
              <a:rect b="b" l="l" r="r" t="t"/>
              <a:pathLst>
                <a:path extrusionOk="0" h="657225" w="3714115">
                  <a:moveTo>
                    <a:pt x="3713987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3713987" y="656844"/>
                  </a:lnTo>
                  <a:lnTo>
                    <a:pt x="3713987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3277997" y="4195572"/>
              <a:ext cx="2701290" cy="187960"/>
            </a:xfrm>
            <a:custGeom>
              <a:rect b="b" l="l" r="r" t="t"/>
              <a:pathLst>
                <a:path extrusionOk="0" h="187960" w="2701290">
                  <a:moveTo>
                    <a:pt x="62611" y="7620"/>
                  </a:moveTo>
                  <a:lnTo>
                    <a:pt x="59944" y="0"/>
                  </a:lnTo>
                  <a:lnTo>
                    <a:pt x="46291" y="4927"/>
                  </a:lnTo>
                  <a:lnTo>
                    <a:pt x="34328" y="12090"/>
                  </a:lnTo>
                  <a:lnTo>
                    <a:pt x="8724" y="46266"/>
                  </a:lnTo>
                  <a:lnTo>
                    <a:pt x="0" y="93980"/>
                  </a:lnTo>
                  <a:lnTo>
                    <a:pt x="965" y="111226"/>
                  </a:lnTo>
                  <a:lnTo>
                    <a:pt x="15481" y="154940"/>
                  </a:lnTo>
                  <a:lnTo>
                    <a:pt x="46240" y="182930"/>
                  </a:lnTo>
                  <a:lnTo>
                    <a:pt x="59944" y="187833"/>
                  </a:lnTo>
                  <a:lnTo>
                    <a:pt x="62230" y="180213"/>
                  </a:lnTo>
                  <a:lnTo>
                    <a:pt x="51536" y="175475"/>
                  </a:lnTo>
                  <a:lnTo>
                    <a:pt x="42316" y="168884"/>
                  </a:lnTo>
                  <a:lnTo>
                    <a:pt x="19913" y="124599"/>
                  </a:lnTo>
                  <a:lnTo>
                    <a:pt x="17132" y="92964"/>
                  </a:lnTo>
                  <a:lnTo>
                    <a:pt x="17830" y="77000"/>
                  </a:lnTo>
                  <a:lnTo>
                    <a:pt x="28308" y="37465"/>
                  </a:lnTo>
                  <a:lnTo>
                    <a:pt x="51752" y="12357"/>
                  </a:lnTo>
                  <a:lnTo>
                    <a:pt x="62611" y="7620"/>
                  </a:lnTo>
                  <a:close/>
                </a:path>
                <a:path extrusionOk="0" h="187960" w="2701290">
                  <a:moveTo>
                    <a:pt x="629158" y="93980"/>
                  </a:moveTo>
                  <a:lnTo>
                    <a:pt x="620420" y="46266"/>
                  </a:lnTo>
                  <a:lnTo>
                    <a:pt x="594829" y="12090"/>
                  </a:lnTo>
                  <a:lnTo>
                    <a:pt x="569341" y="0"/>
                  </a:lnTo>
                  <a:lnTo>
                    <a:pt x="566547" y="7620"/>
                  </a:lnTo>
                  <a:lnTo>
                    <a:pt x="577469" y="12357"/>
                  </a:lnTo>
                  <a:lnTo>
                    <a:pt x="586841" y="18935"/>
                  </a:lnTo>
                  <a:lnTo>
                    <a:pt x="609244" y="62407"/>
                  </a:lnTo>
                  <a:lnTo>
                    <a:pt x="612013" y="92964"/>
                  </a:lnTo>
                  <a:lnTo>
                    <a:pt x="611314" y="109537"/>
                  </a:lnTo>
                  <a:lnTo>
                    <a:pt x="600837" y="150114"/>
                  </a:lnTo>
                  <a:lnTo>
                    <a:pt x="566928" y="180213"/>
                  </a:lnTo>
                  <a:lnTo>
                    <a:pt x="569341" y="187833"/>
                  </a:lnTo>
                  <a:lnTo>
                    <a:pt x="605104" y="166497"/>
                  </a:lnTo>
                  <a:lnTo>
                    <a:pt x="625259" y="127127"/>
                  </a:lnTo>
                  <a:lnTo>
                    <a:pt x="628180" y="111226"/>
                  </a:lnTo>
                  <a:lnTo>
                    <a:pt x="629158" y="93980"/>
                  </a:lnTo>
                  <a:close/>
                </a:path>
                <a:path extrusionOk="0" h="187960" w="2701290">
                  <a:moveTo>
                    <a:pt x="1123315" y="7620"/>
                  </a:moveTo>
                  <a:lnTo>
                    <a:pt x="1120648" y="0"/>
                  </a:lnTo>
                  <a:lnTo>
                    <a:pt x="1106995" y="4927"/>
                  </a:lnTo>
                  <a:lnTo>
                    <a:pt x="1095032" y="12090"/>
                  </a:lnTo>
                  <a:lnTo>
                    <a:pt x="1069428" y="46266"/>
                  </a:lnTo>
                  <a:lnTo>
                    <a:pt x="1060704" y="93980"/>
                  </a:lnTo>
                  <a:lnTo>
                    <a:pt x="1061669" y="111226"/>
                  </a:lnTo>
                  <a:lnTo>
                    <a:pt x="1076198" y="154940"/>
                  </a:lnTo>
                  <a:lnTo>
                    <a:pt x="1106944" y="182930"/>
                  </a:lnTo>
                  <a:lnTo>
                    <a:pt x="1120648" y="187833"/>
                  </a:lnTo>
                  <a:lnTo>
                    <a:pt x="1122934" y="180213"/>
                  </a:lnTo>
                  <a:lnTo>
                    <a:pt x="1112240" y="175475"/>
                  </a:lnTo>
                  <a:lnTo>
                    <a:pt x="1103020" y="168884"/>
                  </a:lnTo>
                  <a:lnTo>
                    <a:pt x="1080617" y="124599"/>
                  </a:lnTo>
                  <a:lnTo>
                    <a:pt x="1077849" y="92964"/>
                  </a:lnTo>
                  <a:lnTo>
                    <a:pt x="1078534" y="77000"/>
                  </a:lnTo>
                  <a:lnTo>
                    <a:pt x="1089025" y="37465"/>
                  </a:lnTo>
                  <a:lnTo>
                    <a:pt x="1112456" y="12357"/>
                  </a:lnTo>
                  <a:lnTo>
                    <a:pt x="1123315" y="7620"/>
                  </a:lnTo>
                  <a:close/>
                </a:path>
                <a:path extrusionOk="0" h="187960" w="2701290">
                  <a:moveTo>
                    <a:pt x="1306576" y="1397"/>
                  </a:moveTo>
                  <a:lnTo>
                    <a:pt x="1291336" y="1397"/>
                  </a:lnTo>
                  <a:lnTo>
                    <a:pt x="1291336" y="185674"/>
                  </a:lnTo>
                  <a:lnTo>
                    <a:pt x="1306576" y="185674"/>
                  </a:lnTo>
                  <a:lnTo>
                    <a:pt x="1306576" y="1397"/>
                  </a:lnTo>
                  <a:close/>
                </a:path>
                <a:path extrusionOk="0" h="187960" w="2701290">
                  <a:moveTo>
                    <a:pt x="1528318" y="93980"/>
                  </a:moveTo>
                  <a:lnTo>
                    <a:pt x="1519580" y="46266"/>
                  </a:lnTo>
                  <a:lnTo>
                    <a:pt x="1493989" y="12090"/>
                  </a:lnTo>
                  <a:lnTo>
                    <a:pt x="1468501" y="0"/>
                  </a:lnTo>
                  <a:lnTo>
                    <a:pt x="1465707" y="7620"/>
                  </a:lnTo>
                  <a:lnTo>
                    <a:pt x="1476629" y="12357"/>
                  </a:lnTo>
                  <a:lnTo>
                    <a:pt x="1486001" y="18935"/>
                  </a:lnTo>
                  <a:lnTo>
                    <a:pt x="1508404" y="62407"/>
                  </a:lnTo>
                  <a:lnTo>
                    <a:pt x="1511173" y="92964"/>
                  </a:lnTo>
                  <a:lnTo>
                    <a:pt x="1510474" y="109537"/>
                  </a:lnTo>
                  <a:lnTo>
                    <a:pt x="1499997" y="150114"/>
                  </a:lnTo>
                  <a:lnTo>
                    <a:pt x="1466088" y="180213"/>
                  </a:lnTo>
                  <a:lnTo>
                    <a:pt x="1468501" y="187833"/>
                  </a:lnTo>
                  <a:lnTo>
                    <a:pt x="1504264" y="166497"/>
                  </a:lnTo>
                  <a:lnTo>
                    <a:pt x="1524419" y="127127"/>
                  </a:lnTo>
                  <a:lnTo>
                    <a:pt x="1527340" y="111226"/>
                  </a:lnTo>
                  <a:lnTo>
                    <a:pt x="1528318" y="93980"/>
                  </a:lnTo>
                  <a:close/>
                </a:path>
                <a:path extrusionOk="0" h="187960" w="2701290">
                  <a:moveTo>
                    <a:pt x="2353564" y="86741"/>
                  </a:moveTo>
                  <a:lnTo>
                    <a:pt x="2240788" y="86741"/>
                  </a:lnTo>
                  <a:lnTo>
                    <a:pt x="2240788" y="100457"/>
                  </a:lnTo>
                  <a:lnTo>
                    <a:pt x="2353564" y="100457"/>
                  </a:lnTo>
                  <a:lnTo>
                    <a:pt x="2353564" y="86741"/>
                  </a:lnTo>
                  <a:close/>
                </a:path>
                <a:path extrusionOk="0" h="187960" w="2701290">
                  <a:moveTo>
                    <a:pt x="2701036" y="86741"/>
                  </a:moveTo>
                  <a:lnTo>
                    <a:pt x="2588260" y="86741"/>
                  </a:lnTo>
                  <a:lnTo>
                    <a:pt x="2588260" y="100457"/>
                  </a:lnTo>
                  <a:lnTo>
                    <a:pt x="2701036" y="100457"/>
                  </a:lnTo>
                  <a:lnTo>
                    <a:pt x="2701036" y="86741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69" name="Google Shape;569;p27"/>
          <p:cNvSpPr txBox="1"/>
          <p:nvPr/>
        </p:nvSpPr>
        <p:spPr>
          <a:xfrm>
            <a:off x="3129660" y="4131945"/>
            <a:ext cx="30708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 ∩ 𝐵	= 𝑃  𝐵 𝐴  𝑃(𝐴) =	×	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7"/>
          <p:cNvSpPr/>
          <p:nvPr/>
        </p:nvSpPr>
        <p:spPr>
          <a:xfrm>
            <a:off x="6244209" y="4282313"/>
            <a:ext cx="226060" cy="13970"/>
          </a:xfrm>
          <a:custGeom>
            <a:rect b="b" l="l" r="r" t="t"/>
            <a:pathLst>
              <a:path extrusionOk="0" h="13970" w="226060">
                <a:moveTo>
                  <a:pt x="225551" y="0"/>
                </a:moveTo>
                <a:lnTo>
                  <a:pt x="0" y="0"/>
                </a:lnTo>
                <a:lnTo>
                  <a:pt x="0" y="13716"/>
                </a:lnTo>
                <a:lnTo>
                  <a:pt x="225551" y="13716"/>
                </a:lnTo>
                <a:lnTo>
                  <a:pt x="225551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1" name="Google Shape;571;p27"/>
          <p:cNvSpPr txBox="1"/>
          <p:nvPr/>
        </p:nvSpPr>
        <p:spPr>
          <a:xfrm>
            <a:off x="5519673" y="3977462"/>
            <a:ext cx="90741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	2	1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7"/>
          <p:cNvSpPr txBox="1"/>
          <p:nvPr/>
        </p:nvSpPr>
        <p:spPr>
          <a:xfrm>
            <a:off x="5519673" y="4267580"/>
            <a:ext cx="96393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4	5	10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8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8" name="Google Shape;578;p2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9" name="Google Shape;579;p2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0" name="Google Shape;580;p28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1" name="Google Shape;581;p2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554736" y="1449324"/>
            <a:ext cx="1364741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3" name="Google Shape;583;p28"/>
          <p:cNvSpPr/>
          <p:nvPr/>
        </p:nvSpPr>
        <p:spPr>
          <a:xfrm>
            <a:off x="847344" y="1773935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4" name="Google Shape;584;p28"/>
          <p:cNvSpPr txBox="1"/>
          <p:nvPr/>
        </p:nvSpPr>
        <p:spPr>
          <a:xfrm>
            <a:off x="913891" y="177520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5" name="Google Shape;585;p28"/>
          <p:cNvSpPr/>
          <p:nvPr/>
        </p:nvSpPr>
        <p:spPr>
          <a:xfrm>
            <a:off x="1226819" y="1819655"/>
            <a:ext cx="4699254" cy="165887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586" name="Google Shape;586;p28"/>
          <p:cNvGrpSpPr/>
          <p:nvPr/>
        </p:nvGrpSpPr>
        <p:grpSpPr>
          <a:xfrm>
            <a:off x="2523744" y="3707891"/>
            <a:ext cx="4855845" cy="657225"/>
            <a:chOff x="2523744" y="3707891"/>
            <a:chExt cx="4855845" cy="657225"/>
          </a:xfrm>
        </p:grpSpPr>
        <p:sp>
          <p:nvSpPr>
            <p:cNvPr id="587" name="Google Shape;587;p28"/>
            <p:cNvSpPr/>
            <p:nvPr/>
          </p:nvSpPr>
          <p:spPr>
            <a:xfrm>
              <a:off x="2523744" y="3707891"/>
              <a:ext cx="4855845" cy="657225"/>
            </a:xfrm>
            <a:custGeom>
              <a:rect b="b" l="l" r="r" t="t"/>
              <a:pathLst>
                <a:path extrusionOk="0" h="657225" w="4855845">
                  <a:moveTo>
                    <a:pt x="4855463" y="0"/>
                  </a:moveTo>
                  <a:lnTo>
                    <a:pt x="0" y="0"/>
                  </a:lnTo>
                  <a:lnTo>
                    <a:pt x="0" y="656843"/>
                  </a:lnTo>
                  <a:lnTo>
                    <a:pt x="4855463" y="656843"/>
                  </a:lnTo>
                  <a:lnTo>
                    <a:pt x="485546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2862834" y="3925823"/>
              <a:ext cx="3835400" cy="187960"/>
            </a:xfrm>
            <a:custGeom>
              <a:rect b="b" l="l" r="r" t="t"/>
              <a:pathLst>
                <a:path extrusionOk="0" h="187960" w="3835400">
                  <a:moveTo>
                    <a:pt x="62611" y="7620"/>
                  </a:moveTo>
                  <a:lnTo>
                    <a:pt x="59944" y="0"/>
                  </a:lnTo>
                  <a:lnTo>
                    <a:pt x="46291" y="4927"/>
                  </a:lnTo>
                  <a:lnTo>
                    <a:pt x="34328" y="12065"/>
                  </a:lnTo>
                  <a:lnTo>
                    <a:pt x="8724" y="46215"/>
                  </a:lnTo>
                  <a:lnTo>
                    <a:pt x="0" y="93980"/>
                  </a:lnTo>
                  <a:lnTo>
                    <a:pt x="965" y="111226"/>
                  </a:lnTo>
                  <a:lnTo>
                    <a:pt x="15494" y="154940"/>
                  </a:lnTo>
                  <a:lnTo>
                    <a:pt x="46240" y="182918"/>
                  </a:lnTo>
                  <a:lnTo>
                    <a:pt x="59944" y="187833"/>
                  </a:lnTo>
                  <a:lnTo>
                    <a:pt x="62230" y="180213"/>
                  </a:lnTo>
                  <a:lnTo>
                    <a:pt x="51536" y="175475"/>
                  </a:lnTo>
                  <a:lnTo>
                    <a:pt x="42316" y="168884"/>
                  </a:lnTo>
                  <a:lnTo>
                    <a:pt x="19913" y="124587"/>
                  </a:lnTo>
                  <a:lnTo>
                    <a:pt x="17145" y="92964"/>
                  </a:lnTo>
                  <a:lnTo>
                    <a:pt x="17830" y="76936"/>
                  </a:lnTo>
                  <a:lnTo>
                    <a:pt x="28321" y="37338"/>
                  </a:lnTo>
                  <a:lnTo>
                    <a:pt x="51752" y="12344"/>
                  </a:lnTo>
                  <a:lnTo>
                    <a:pt x="62611" y="7620"/>
                  </a:lnTo>
                  <a:close/>
                </a:path>
                <a:path extrusionOk="0" h="187960" w="3835400">
                  <a:moveTo>
                    <a:pt x="630682" y="93980"/>
                  </a:moveTo>
                  <a:lnTo>
                    <a:pt x="621944" y="46215"/>
                  </a:lnTo>
                  <a:lnTo>
                    <a:pt x="596353" y="12065"/>
                  </a:lnTo>
                  <a:lnTo>
                    <a:pt x="570865" y="0"/>
                  </a:lnTo>
                  <a:lnTo>
                    <a:pt x="568198" y="7620"/>
                  </a:lnTo>
                  <a:lnTo>
                    <a:pt x="579056" y="12344"/>
                  </a:lnTo>
                  <a:lnTo>
                    <a:pt x="588391" y="18872"/>
                  </a:lnTo>
                  <a:lnTo>
                    <a:pt x="610768" y="62344"/>
                  </a:lnTo>
                  <a:lnTo>
                    <a:pt x="613537" y="92964"/>
                  </a:lnTo>
                  <a:lnTo>
                    <a:pt x="612838" y="109537"/>
                  </a:lnTo>
                  <a:lnTo>
                    <a:pt x="602488" y="150114"/>
                  </a:lnTo>
                  <a:lnTo>
                    <a:pt x="568452" y="180213"/>
                  </a:lnTo>
                  <a:lnTo>
                    <a:pt x="570865" y="187833"/>
                  </a:lnTo>
                  <a:lnTo>
                    <a:pt x="606628" y="166446"/>
                  </a:lnTo>
                  <a:lnTo>
                    <a:pt x="626833" y="127127"/>
                  </a:lnTo>
                  <a:lnTo>
                    <a:pt x="629716" y="111226"/>
                  </a:lnTo>
                  <a:lnTo>
                    <a:pt x="630682" y="93980"/>
                  </a:lnTo>
                  <a:close/>
                </a:path>
                <a:path extrusionOk="0" h="187960" w="3835400">
                  <a:moveTo>
                    <a:pt x="1124839" y="7620"/>
                  </a:moveTo>
                  <a:lnTo>
                    <a:pt x="1122172" y="0"/>
                  </a:lnTo>
                  <a:lnTo>
                    <a:pt x="1108519" y="4927"/>
                  </a:lnTo>
                  <a:lnTo>
                    <a:pt x="1096556" y="12065"/>
                  </a:lnTo>
                  <a:lnTo>
                    <a:pt x="1070952" y="46215"/>
                  </a:lnTo>
                  <a:lnTo>
                    <a:pt x="1062228" y="93980"/>
                  </a:lnTo>
                  <a:lnTo>
                    <a:pt x="1063193" y="111226"/>
                  </a:lnTo>
                  <a:lnTo>
                    <a:pt x="1077722" y="154940"/>
                  </a:lnTo>
                  <a:lnTo>
                    <a:pt x="1108468" y="182918"/>
                  </a:lnTo>
                  <a:lnTo>
                    <a:pt x="1122172" y="187833"/>
                  </a:lnTo>
                  <a:lnTo>
                    <a:pt x="1124458" y="180213"/>
                  </a:lnTo>
                  <a:lnTo>
                    <a:pt x="1113764" y="175475"/>
                  </a:lnTo>
                  <a:lnTo>
                    <a:pt x="1104544" y="168884"/>
                  </a:lnTo>
                  <a:lnTo>
                    <a:pt x="1082141" y="124587"/>
                  </a:lnTo>
                  <a:lnTo>
                    <a:pt x="1079373" y="92964"/>
                  </a:lnTo>
                  <a:lnTo>
                    <a:pt x="1080058" y="76936"/>
                  </a:lnTo>
                  <a:lnTo>
                    <a:pt x="1090549" y="37338"/>
                  </a:lnTo>
                  <a:lnTo>
                    <a:pt x="1113980" y="12344"/>
                  </a:lnTo>
                  <a:lnTo>
                    <a:pt x="1124839" y="7620"/>
                  </a:lnTo>
                  <a:close/>
                </a:path>
                <a:path extrusionOk="0" h="187960" w="3835400">
                  <a:moveTo>
                    <a:pt x="1306576" y="1397"/>
                  </a:moveTo>
                  <a:lnTo>
                    <a:pt x="1291336" y="1397"/>
                  </a:lnTo>
                  <a:lnTo>
                    <a:pt x="1291336" y="185547"/>
                  </a:lnTo>
                  <a:lnTo>
                    <a:pt x="1306576" y="185547"/>
                  </a:lnTo>
                  <a:lnTo>
                    <a:pt x="1306576" y="1397"/>
                  </a:lnTo>
                  <a:close/>
                </a:path>
                <a:path extrusionOk="0" h="187960" w="3835400">
                  <a:moveTo>
                    <a:pt x="1528318" y="93980"/>
                  </a:moveTo>
                  <a:lnTo>
                    <a:pt x="1519580" y="46215"/>
                  </a:lnTo>
                  <a:lnTo>
                    <a:pt x="1493989" y="12065"/>
                  </a:lnTo>
                  <a:lnTo>
                    <a:pt x="1468501" y="0"/>
                  </a:lnTo>
                  <a:lnTo>
                    <a:pt x="1465834" y="7620"/>
                  </a:lnTo>
                  <a:lnTo>
                    <a:pt x="1476692" y="12344"/>
                  </a:lnTo>
                  <a:lnTo>
                    <a:pt x="1486027" y="18872"/>
                  </a:lnTo>
                  <a:lnTo>
                    <a:pt x="1508404" y="62344"/>
                  </a:lnTo>
                  <a:lnTo>
                    <a:pt x="1511173" y="92964"/>
                  </a:lnTo>
                  <a:lnTo>
                    <a:pt x="1510474" y="109537"/>
                  </a:lnTo>
                  <a:lnTo>
                    <a:pt x="1500124" y="150114"/>
                  </a:lnTo>
                  <a:lnTo>
                    <a:pt x="1466088" y="180213"/>
                  </a:lnTo>
                  <a:lnTo>
                    <a:pt x="1468501" y="187833"/>
                  </a:lnTo>
                  <a:lnTo>
                    <a:pt x="1504264" y="166446"/>
                  </a:lnTo>
                  <a:lnTo>
                    <a:pt x="1524469" y="127127"/>
                  </a:lnTo>
                  <a:lnTo>
                    <a:pt x="1527352" y="111226"/>
                  </a:lnTo>
                  <a:lnTo>
                    <a:pt x="1528318" y="93980"/>
                  </a:lnTo>
                  <a:close/>
                </a:path>
                <a:path extrusionOk="0" h="187960" w="3835400">
                  <a:moveTo>
                    <a:pt x="1757299" y="7620"/>
                  </a:moveTo>
                  <a:lnTo>
                    <a:pt x="1754632" y="0"/>
                  </a:lnTo>
                  <a:lnTo>
                    <a:pt x="1740979" y="4927"/>
                  </a:lnTo>
                  <a:lnTo>
                    <a:pt x="1729016" y="12065"/>
                  </a:lnTo>
                  <a:lnTo>
                    <a:pt x="1703412" y="46215"/>
                  </a:lnTo>
                  <a:lnTo>
                    <a:pt x="1694688" y="93980"/>
                  </a:lnTo>
                  <a:lnTo>
                    <a:pt x="1695653" y="111226"/>
                  </a:lnTo>
                  <a:lnTo>
                    <a:pt x="1710182" y="154940"/>
                  </a:lnTo>
                  <a:lnTo>
                    <a:pt x="1740928" y="182918"/>
                  </a:lnTo>
                  <a:lnTo>
                    <a:pt x="1754632" y="187833"/>
                  </a:lnTo>
                  <a:lnTo>
                    <a:pt x="1756918" y="180213"/>
                  </a:lnTo>
                  <a:lnTo>
                    <a:pt x="1746224" y="175475"/>
                  </a:lnTo>
                  <a:lnTo>
                    <a:pt x="1737004" y="168884"/>
                  </a:lnTo>
                  <a:lnTo>
                    <a:pt x="1714601" y="124587"/>
                  </a:lnTo>
                  <a:lnTo>
                    <a:pt x="1711833" y="92964"/>
                  </a:lnTo>
                  <a:lnTo>
                    <a:pt x="1712518" y="76936"/>
                  </a:lnTo>
                  <a:lnTo>
                    <a:pt x="1723009" y="37338"/>
                  </a:lnTo>
                  <a:lnTo>
                    <a:pt x="1746440" y="12344"/>
                  </a:lnTo>
                  <a:lnTo>
                    <a:pt x="1757299" y="7620"/>
                  </a:lnTo>
                  <a:close/>
                </a:path>
                <a:path extrusionOk="0" h="187960" w="3835400">
                  <a:moveTo>
                    <a:pt x="1956562" y="93980"/>
                  </a:moveTo>
                  <a:lnTo>
                    <a:pt x="1947824" y="46215"/>
                  </a:lnTo>
                  <a:lnTo>
                    <a:pt x="1922233" y="12065"/>
                  </a:lnTo>
                  <a:lnTo>
                    <a:pt x="1896745" y="0"/>
                  </a:lnTo>
                  <a:lnTo>
                    <a:pt x="1894078" y="7620"/>
                  </a:lnTo>
                  <a:lnTo>
                    <a:pt x="1904923" y="12344"/>
                  </a:lnTo>
                  <a:lnTo>
                    <a:pt x="1914271" y="18872"/>
                  </a:lnTo>
                  <a:lnTo>
                    <a:pt x="1936648" y="62344"/>
                  </a:lnTo>
                  <a:lnTo>
                    <a:pt x="1939417" y="92964"/>
                  </a:lnTo>
                  <a:lnTo>
                    <a:pt x="1938718" y="109537"/>
                  </a:lnTo>
                  <a:lnTo>
                    <a:pt x="1928368" y="150114"/>
                  </a:lnTo>
                  <a:lnTo>
                    <a:pt x="1894332" y="180213"/>
                  </a:lnTo>
                  <a:lnTo>
                    <a:pt x="1896745" y="187833"/>
                  </a:lnTo>
                  <a:lnTo>
                    <a:pt x="1932508" y="166446"/>
                  </a:lnTo>
                  <a:lnTo>
                    <a:pt x="1952713" y="127127"/>
                  </a:lnTo>
                  <a:lnTo>
                    <a:pt x="1955596" y="111226"/>
                  </a:lnTo>
                  <a:lnTo>
                    <a:pt x="1956562" y="93980"/>
                  </a:lnTo>
                  <a:close/>
                </a:path>
                <a:path extrusionOk="0" h="187960" w="3835400">
                  <a:moveTo>
                    <a:pt x="2452243" y="7620"/>
                  </a:moveTo>
                  <a:lnTo>
                    <a:pt x="2449576" y="0"/>
                  </a:lnTo>
                  <a:lnTo>
                    <a:pt x="2435923" y="4927"/>
                  </a:lnTo>
                  <a:lnTo>
                    <a:pt x="2423960" y="12065"/>
                  </a:lnTo>
                  <a:lnTo>
                    <a:pt x="2398357" y="46215"/>
                  </a:lnTo>
                  <a:lnTo>
                    <a:pt x="2389632" y="93980"/>
                  </a:lnTo>
                  <a:lnTo>
                    <a:pt x="2390597" y="111226"/>
                  </a:lnTo>
                  <a:lnTo>
                    <a:pt x="2405126" y="154940"/>
                  </a:lnTo>
                  <a:lnTo>
                    <a:pt x="2435872" y="182918"/>
                  </a:lnTo>
                  <a:lnTo>
                    <a:pt x="2449576" y="187833"/>
                  </a:lnTo>
                  <a:lnTo>
                    <a:pt x="2451862" y="180213"/>
                  </a:lnTo>
                  <a:lnTo>
                    <a:pt x="2441168" y="175475"/>
                  </a:lnTo>
                  <a:lnTo>
                    <a:pt x="2431948" y="168884"/>
                  </a:lnTo>
                  <a:lnTo>
                    <a:pt x="2409545" y="124587"/>
                  </a:lnTo>
                  <a:lnTo>
                    <a:pt x="2406777" y="92964"/>
                  </a:lnTo>
                  <a:lnTo>
                    <a:pt x="2407462" y="76936"/>
                  </a:lnTo>
                  <a:lnTo>
                    <a:pt x="2417953" y="37338"/>
                  </a:lnTo>
                  <a:lnTo>
                    <a:pt x="2441384" y="12344"/>
                  </a:lnTo>
                  <a:lnTo>
                    <a:pt x="2452243" y="7620"/>
                  </a:lnTo>
                  <a:close/>
                </a:path>
                <a:path extrusionOk="0" h="187960" w="3835400">
                  <a:moveTo>
                    <a:pt x="2660650" y="93980"/>
                  </a:moveTo>
                  <a:lnTo>
                    <a:pt x="2651912" y="46215"/>
                  </a:lnTo>
                  <a:lnTo>
                    <a:pt x="2626322" y="12065"/>
                  </a:lnTo>
                  <a:lnTo>
                    <a:pt x="2600833" y="0"/>
                  </a:lnTo>
                  <a:lnTo>
                    <a:pt x="2598166" y="7620"/>
                  </a:lnTo>
                  <a:lnTo>
                    <a:pt x="2609011" y="12344"/>
                  </a:lnTo>
                  <a:lnTo>
                    <a:pt x="2618359" y="18872"/>
                  </a:lnTo>
                  <a:lnTo>
                    <a:pt x="2640736" y="62344"/>
                  </a:lnTo>
                  <a:lnTo>
                    <a:pt x="2643505" y="92964"/>
                  </a:lnTo>
                  <a:lnTo>
                    <a:pt x="2642806" y="109537"/>
                  </a:lnTo>
                  <a:lnTo>
                    <a:pt x="2632456" y="150114"/>
                  </a:lnTo>
                  <a:lnTo>
                    <a:pt x="2598420" y="180213"/>
                  </a:lnTo>
                  <a:lnTo>
                    <a:pt x="2600833" y="187833"/>
                  </a:lnTo>
                  <a:lnTo>
                    <a:pt x="2636596" y="166446"/>
                  </a:lnTo>
                  <a:lnTo>
                    <a:pt x="2656802" y="127127"/>
                  </a:lnTo>
                  <a:lnTo>
                    <a:pt x="2659684" y="111226"/>
                  </a:lnTo>
                  <a:lnTo>
                    <a:pt x="2660650" y="93980"/>
                  </a:lnTo>
                  <a:close/>
                </a:path>
                <a:path extrusionOk="0" h="187960" w="3835400">
                  <a:moveTo>
                    <a:pt x="2889631" y="7620"/>
                  </a:moveTo>
                  <a:lnTo>
                    <a:pt x="2886964" y="0"/>
                  </a:lnTo>
                  <a:lnTo>
                    <a:pt x="2873311" y="4927"/>
                  </a:lnTo>
                  <a:lnTo>
                    <a:pt x="2861348" y="12065"/>
                  </a:lnTo>
                  <a:lnTo>
                    <a:pt x="2835745" y="46215"/>
                  </a:lnTo>
                  <a:lnTo>
                    <a:pt x="2827020" y="93980"/>
                  </a:lnTo>
                  <a:lnTo>
                    <a:pt x="2827985" y="111226"/>
                  </a:lnTo>
                  <a:lnTo>
                    <a:pt x="2842514" y="154940"/>
                  </a:lnTo>
                  <a:lnTo>
                    <a:pt x="2873260" y="182918"/>
                  </a:lnTo>
                  <a:lnTo>
                    <a:pt x="2886964" y="187833"/>
                  </a:lnTo>
                  <a:lnTo>
                    <a:pt x="2889250" y="180213"/>
                  </a:lnTo>
                  <a:lnTo>
                    <a:pt x="2878556" y="175475"/>
                  </a:lnTo>
                  <a:lnTo>
                    <a:pt x="2869336" y="168884"/>
                  </a:lnTo>
                  <a:lnTo>
                    <a:pt x="2846933" y="124587"/>
                  </a:lnTo>
                  <a:lnTo>
                    <a:pt x="2844165" y="92964"/>
                  </a:lnTo>
                  <a:lnTo>
                    <a:pt x="2844850" y="76936"/>
                  </a:lnTo>
                  <a:lnTo>
                    <a:pt x="2855341" y="37338"/>
                  </a:lnTo>
                  <a:lnTo>
                    <a:pt x="2878772" y="12344"/>
                  </a:lnTo>
                  <a:lnTo>
                    <a:pt x="2889631" y="7620"/>
                  </a:lnTo>
                  <a:close/>
                </a:path>
                <a:path extrusionOk="0" h="187960" w="3835400">
                  <a:moveTo>
                    <a:pt x="3088894" y="93980"/>
                  </a:moveTo>
                  <a:lnTo>
                    <a:pt x="3080156" y="46215"/>
                  </a:lnTo>
                  <a:lnTo>
                    <a:pt x="3054566" y="12065"/>
                  </a:lnTo>
                  <a:lnTo>
                    <a:pt x="3029077" y="0"/>
                  </a:lnTo>
                  <a:lnTo>
                    <a:pt x="3026410" y="7620"/>
                  </a:lnTo>
                  <a:lnTo>
                    <a:pt x="3037268" y="12344"/>
                  </a:lnTo>
                  <a:lnTo>
                    <a:pt x="3046603" y="18872"/>
                  </a:lnTo>
                  <a:lnTo>
                    <a:pt x="3068980" y="62344"/>
                  </a:lnTo>
                  <a:lnTo>
                    <a:pt x="3071749" y="92964"/>
                  </a:lnTo>
                  <a:lnTo>
                    <a:pt x="3071050" y="109537"/>
                  </a:lnTo>
                  <a:lnTo>
                    <a:pt x="3060700" y="150114"/>
                  </a:lnTo>
                  <a:lnTo>
                    <a:pt x="3026664" y="180213"/>
                  </a:lnTo>
                  <a:lnTo>
                    <a:pt x="3029077" y="187833"/>
                  </a:lnTo>
                  <a:lnTo>
                    <a:pt x="3064840" y="166446"/>
                  </a:lnTo>
                  <a:lnTo>
                    <a:pt x="3085046" y="127127"/>
                  </a:lnTo>
                  <a:lnTo>
                    <a:pt x="3087928" y="111226"/>
                  </a:lnTo>
                  <a:lnTo>
                    <a:pt x="3088894" y="93980"/>
                  </a:lnTo>
                  <a:close/>
                </a:path>
                <a:path extrusionOk="0" h="187960" w="3835400">
                  <a:moveTo>
                    <a:pt x="3487420" y="86614"/>
                  </a:moveTo>
                  <a:lnTo>
                    <a:pt x="3374644" y="86614"/>
                  </a:lnTo>
                  <a:lnTo>
                    <a:pt x="3374644" y="100330"/>
                  </a:lnTo>
                  <a:lnTo>
                    <a:pt x="3487420" y="100330"/>
                  </a:lnTo>
                  <a:lnTo>
                    <a:pt x="3487420" y="86614"/>
                  </a:lnTo>
                  <a:close/>
                </a:path>
                <a:path extrusionOk="0" h="187960" w="3835400">
                  <a:moveTo>
                    <a:pt x="3834892" y="86614"/>
                  </a:moveTo>
                  <a:lnTo>
                    <a:pt x="3722116" y="86614"/>
                  </a:lnTo>
                  <a:lnTo>
                    <a:pt x="3722116" y="100330"/>
                  </a:lnTo>
                  <a:lnTo>
                    <a:pt x="3834892" y="100330"/>
                  </a:lnTo>
                  <a:lnTo>
                    <a:pt x="3834892" y="8661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89" name="Google Shape;589;p28"/>
          <p:cNvSpPr txBox="1"/>
          <p:nvPr/>
        </p:nvSpPr>
        <p:spPr>
          <a:xfrm>
            <a:off x="2714244" y="3861942"/>
            <a:ext cx="420497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 ∩ 𝐵	= 𝑃  𝐵 𝐴  𝑃  𝐴	= 𝑃  𝐵  𝑃  𝐴	=	×	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6962902" y="4012438"/>
            <a:ext cx="226060" cy="13970"/>
          </a:xfrm>
          <a:custGeom>
            <a:rect b="b" l="l" r="r" t="t"/>
            <a:pathLst>
              <a:path extrusionOk="0" h="13970" w="226059">
                <a:moveTo>
                  <a:pt x="225551" y="0"/>
                </a:moveTo>
                <a:lnTo>
                  <a:pt x="0" y="0"/>
                </a:lnTo>
                <a:lnTo>
                  <a:pt x="0" y="13716"/>
                </a:lnTo>
                <a:lnTo>
                  <a:pt x="225551" y="13716"/>
                </a:lnTo>
                <a:lnTo>
                  <a:pt x="225551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1" name="Google Shape;591;p28"/>
          <p:cNvSpPr txBox="1"/>
          <p:nvPr/>
        </p:nvSpPr>
        <p:spPr>
          <a:xfrm>
            <a:off x="6238366" y="3708019"/>
            <a:ext cx="90678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2	4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8"/>
          <p:cNvSpPr txBox="1"/>
          <p:nvPr/>
        </p:nvSpPr>
        <p:spPr>
          <a:xfrm>
            <a:off x="6238366" y="3997274"/>
            <a:ext cx="96456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	5	25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9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8" name="Google Shape;598;p2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9" name="Google Shape;599;p2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0" name="Google Shape;600;p29"/>
          <p:cNvSpPr txBox="1"/>
          <p:nvPr>
            <p:ph type="title"/>
          </p:nvPr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1.2. Probability Rules</a:t>
            </a:r>
            <a:endParaRPr/>
          </a:p>
        </p:txBody>
      </p:sp>
      <p:sp>
        <p:nvSpPr>
          <p:cNvPr id="601" name="Google Shape;601;p29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02" name="Google Shape;602;p29"/>
          <p:cNvSpPr/>
          <p:nvPr/>
        </p:nvSpPr>
        <p:spPr>
          <a:xfrm>
            <a:off x="554736" y="1447800"/>
            <a:ext cx="3861054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3" name="Google Shape;603;p29"/>
          <p:cNvSpPr/>
          <p:nvPr/>
        </p:nvSpPr>
        <p:spPr>
          <a:xfrm>
            <a:off x="679704" y="1804416"/>
            <a:ext cx="3131058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604" name="Google Shape;604;p29"/>
          <p:cNvGrpSpPr/>
          <p:nvPr/>
        </p:nvGrpSpPr>
        <p:grpSpPr>
          <a:xfrm>
            <a:off x="3703320" y="2090927"/>
            <a:ext cx="2496820" cy="1442085"/>
            <a:chOff x="3703320" y="2090927"/>
            <a:chExt cx="2496820" cy="1442085"/>
          </a:xfrm>
        </p:grpSpPr>
        <p:sp>
          <p:nvSpPr>
            <p:cNvPr id="605" name="Google Shape;605;p29"/>
            <p:cNvSpPr/>
            <p:nvPr/>
          </p:nvSpPr>
          <p:spPr>
            <a:xfrm>
              <a:off x="3703320" y="2090927"/>
              <a:ext cx="2496820" cy="1442085"/>
            </a:xfrm>
            <a:custGeom>
              <a:rect b="b" l="l" r="r" t="t"/>
              <a:pathLst>
                <a:path extrusionOk="0" h="1442085" w="2496820">
                  <a:moveTo>
                    <a:pt x="2496312" y="0"/>
                  </a:moveTo>
                  <a:lnTo>
                    <a:pt x="0" y="0"/>
                  </a:lnTo>
                  <a:lnTo>
                    <a:pt x="0" y="1441703"/>
                  </a:lnTo>
                  <a:lnTo>
                    <a:pt x="2496312" y="1441703"/>
                  </a:lnTo>
                  <a:lnTo>
                    <a:pt x="249631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4007358" y="2189606"/>
              <a:ext cx="1967230" cy="1181735"/>
            </a:xfrm>
            <a:custGeom>
              <a:rect b="b" l="l" r="r" t="t"/>
              <a:pathLst>
                <a:path extrusionOk="0" h="1181735" w="1967229">
                  <a:moveTo>
                    <a:pt x="62611" y="7620"/>
                  </a:moveTo>
                  <a:lnTo>
                    <a:pt x="59817" y="0"/>
                  </a:lnTo>
                  <a:lnTo>
                    <a:pt x="46240" y="4914"/>
                  </a:lnTo>
                  <a:lnTo>
                    <a:pt x="34315" y="12026"/>
                  </a:lnTo>
                  <a:lnTo>
                    <a:pt x="8724" y="46215"/>
                  </a:lnTo>
                  <a:lnTo>
                    <a:pt x="0" y="93853"/>
                  </a:lnTo>
                  <a:lnTo>
                    <a:pt x="965" y="111125"/>
                  </a:lnTo>
                  <a:lnTo>
                    <a:pt x="15494" y="154940"/>
                  </a:lnTo>
                  <a:lnTo>
                    <a:pt x="46189" y="182803"/>
                  </a:lnTo>
                  <a:lnTo>
                    <a:pt x="59817" y="187706"/>
                  </a:lnTo>
                  <a:lnTo>
                    <a:pt x="62230" y="180086"/>
                  </a:lnTo>
                  <a:lnTo>
                    <a:pt x="51536" y="175348"/>
                  </a:lnTo>
                  <a:lnTo>
                    <a:pt x="42316" y="168757"/>
                  </a:lnTo>
                  <a:lnTo>
                    <a:pt x="19913" y="124485"/>
                  </a:lnTo>
                  <a:lnTo>
                    <a:pt x="17145" y="92964"/>
                  </a:lnTo>
                  <a:lnTo>
                    <a:pt x="17830" y="76923"/>
                  </a:lnTo>
                  <a:lnTo>
                    <a:pt x="28321" y="37338"/>
                  </a:lnTo>
                  <a:lnTo>
                    <a:pt x="51752" y="12344"/>
                  </a:lnTo>
                  <a:lnTo>
                    <a:pt x="62611" y="7620"/>
                  </a:lnTo>
                  <a:close/>
                </a:path>
                <a:path extrusionOk="0" h="1181735" w="1967229">
                  <a:moveTo>
                    <a:pt x="164719" y="1001268"/>
                  </a:moveTo>
                  <a:lnTo>
                    <a:pt x="161925" y="993648"/>
                  </a:lnTo>
                  <a:lnTo>
                    <a:pt x="148348" y="998562"/>
                  </a:lnTo>
                  <a:lnTo>
                    <a:pt x="136423" y="1005674"/>
                  </a:lnTo>
                  <a:lnTo>
                    <a:pt x="110832" y="1039863"/>
                  </a:lnTo>
                  <a:lnTo>
                    <a:pt x="102108" y="1087501"/>
                  </a:lnTo>
                  <a:lnTo>
                    <a:pt x="103073" y="1104773"/>
                  </a:lnTo>
                  <a:lnTo>
                    <a:pt x="117602" y="1148588"/>
                  </a:lnTo>
                  <a:lnTo>
                    <a:pt x="148297" y="1176451"/>
                  </a:lnTo>
                  <a:lnTo>
                    <a:pt x="161925" y="1181354"/>
                  </a:lnTo>
                  <a:lnTo>
                    <a:pt x="164338" y="1173734"/>
                  </a:lnTo>
                  <a:lnTo>
                    <a:pt x="153644" y="1168996"/>
                  </a:lnTo>
                  <a:lnTo>
                    <a:pt x="144424" y="1162405"/>
                  </a:lnTo>
                  <a:lnTo>
                    <a:pt x="122021" y="1118133"/>
                  </a:lnTo>
                  <a:lnTo>
                    <a:pt x="119253" y="1086612"/>
                  </a:lnTo>
                  <a:lnTo>
                    <a:pt x="119938" y="1070571"/>
                  </a:lnTo>
                  <a:lnTo>
                    <a:pt x="130429" y="1030986"/>
                  </a:lnTo>
                  <a:lnTo>
                    <a:pt x="153860" y="1005992"/>
                  </a:lnTo>
                  <a:lnTo>
                    <a:pt x="164719" y="1001268"/>
                  </a:lnTo>
                  <a:close/>
                </a:path>
                <a:path extrusionOk="0" h="1181735" w="1967229">
                  <a:moveTo>
                    <a:pt x="630682" y="93853"/>
                  </a:moveTo>
                  <a:lnTo>
                    <a:pt x="621944" y="46215"/>
                  </a:lnTo>
                  <a:lnTo>
                    <a:pt x="596341" y="12026"/>
                  </a:lnTo>
                  <a:lnTo>
                    <a:pt x="570738" y="0"/>
                  </a:lnTo>
                  <a:lnTo>
                    <a:pt x="568071" y="7620"/>
                  </a:lnTo>
                  <a:lnTo>
                    <a:pt x="578942" y="12344"/>
                  </a:lnTo>
                  <a:lnTo>
                    <a:pt x="588314" y="18872"/>
                  </a:lnTo>
                  <a:lnTo>
                    <a:pt x="610768" y="62293"/>
                  </a:lnTo>
                  <a:lnTo>
                    <a:pt x="613537" y="92964"/>
                  </a:lnTo>
                  <a:lnTo>
                    <a:pt x="612838" y="109474"/>
                  </a:lnTo>
                  <a:lnTo>
                    <a:pt x="602361" y="149987"/>
                  </a:lnTo>
                  <a:lnTo>
                    <a:pt x="568452" y="180086"/>
                  </a:lnTo>
                  <a:lnTo>
                    <a:pt x="570738" y="187706"/>
                  </a:lnTo>
                  <a:lnTo>
                    <a:pt x="606628" y="166420"/>
                  </a:lnTo>
                  <a:lnTo>
                    <a:pt x="626783" y="127063"/>
                  </a:lnTo>
                  <a:lnTo>
                    <a:pt x="629704" y="111125"/>
                  </a:lnTo>
                  <a:lnTo>
                    <a:pt x="630682" y="93853"/>
                  </a:lnTo>
                  <a:close/>
                </a:path>
                <a:path extrusionOk="0" h="1181735" w="1967229">
                  <a:moveTo>
                    <a:pt x="732790" y="1087501"/>
                  </a:moveTo>
                  <a:lnTo>
                    <a:pt x="724052" y="1039863"/>
                  </a:lnTo>
                  <a:lnTo>
                    <a:pt x="698449" y="1005674"/>
                  </a:lnTo>
                  <a:lnTo>
                    <a:pt x="672846" y="993648"/>
                  </a:lnTo>
                  <a:lnTo>
                    <a:pt x="670179" y="1001268"/>
                  </a:lnTo>
                  <a:lnTo>
                    <a:pt x="681050" y="1005992"/>
                  </a:lnTo>
                  <a:lnTo>
                    <a:pt x="690435" y="1012507"/>
                  </a:lnTo>
                  <a:lnTo>
                    <a:pt x="712876" y="1055941"/>
                  </a:lnTo>
                  <a:lnTo>
                    <a:pt x="715645" y="1086612"/>
                  </a:lnTo>
                  <a:lnTo>
                    <a:pt x="714946" y="1103122"/>
                  </a:lnTo>
                  <a:lnTo>
                    <a:pt x="704469" y="1143635"/>
                  </a:lnTo>
                  <a:lnTo>
                    <a:pt x="670560" y="1173734"/>
                  </a:lnTo>
                  <a:lnTo>
                    <a:pt x="672846" y="1181354"/>
                  </a:lnTo>
                  <a:lnTo>
                    <a:pt x="708736" y="1160068"/>
                  </a:lnTo>
                  <a:lnTo>
                    <a:pt x="728891" y="1120724"/>
                  </a:lnTo>
                  <a:lnTo>
                    <a:pt x="731812" y="1104773"/>
                  </a:lnTo>
                  <a:lnTo>
                    <a:pt x="732790" y="1087501"/>
                  </a:lnTo>
                  <a:close/>
                </a:path>
                <a:path extrusionOk="0" h="1181735" w="1967229">
                  <a:moveTo>
                    <a:pt x="1124839" y="355092"/>
                  </a:moveTo>
                  <a:lnTo>
                    <a:pt x="1122045" y="347472"/>
                  </a:lnTo>
                  <a:lnTo>
                    <a:pt x="1108468" y="352386"/>
                  </a:lnTo>
                  <a:lnTo>
                    <a:pt x="1096543" y="359498"/>
                  </a:lnTo>
                  <a:lnTo>
                    <a:pt x="1070952" y="393687"/>
                  </a:lnTo>
                  <a:lnTo>
                    <a:pt x="1062228" y="441325"/>
                  </a:lnTo>
                  <a:lnTo>
                    <a:pt x="1063193" y="458597"/>
                  </a:lnTo>
                  <a:lnTo>
                    <a:pt x="1077722" y="502412"/>
                  </a:lnTo>
                  <a:lnTo>
                    <a:pt x="1108417" y="530275"/>
                  </a:lnTo>
                  <a:lnTo>
                    <a:pt x="1122045" y="535178"/>
                  </a:lnTo>
                  <a:lnTo>
                    <a:pt x="1124458" y="527558"/>
                  </a:lnTo>
                  <a:lnTo>
                    <a:pt x="1113764" y="522820"/>
                  </a:lnTo>
                  <a:lnTo>
                    <a:pt x="1104544" y="516229"/>
                  </a:lnTo>
                  <a:lnTo>
                    <a:pt x="1082141" y="471957"/>
                  </a:lnTo>
                  <a:lnTo>
                    <a:pt x="1079373" y="440436"/>
                  </a:lnTo>
                  <a:lnTo>
                    <a:pt x="1080058" y="424395"/>
                  </a:lnTo>
                  <a:lnTo>
                    <a:pt x="1090549" y="384810"/>
                  </a:lnTo>
                  <a:lnTo>
                    <a:pt x="1113980" y="359816"/>
                  </a:lnTo>
                  <a:lnTo>
                    <a:pt x="1124839" y="355092"/>
                  </a:lnTo>
                  <a:close/>
                </a:path>
                <a:path extrusionOk="0" h="1181735" w="1967229">
                  <a:moveTo>
                    <a:pt x="1124839" y="7620"/>
                  </a:moveTo>
                  <a:lnTo>
                    <a:pt x="1122045" y="0"/>
                  </a:lnTo>
                  <a:lnTo>
                    <a:pt x="1108468" y="4914"/>
                  </a:lnTo>
                  <a:lnTo>
                    <a:pt x="1096543" y="12026"/>
                  </a:lnTo>
                  <a:lnTo>
                    <a:pt x="1070952" y="46215"/>
                  </a:lnTo>
                  <a:lnTo>
                    <a:pt x="1062228" y="93853"/>
                  </a:lnTo>
                  <a:lnTo>
                    <a:pt x="1063193" y="111125"/>
                  </a:lnTo>
                  <a:lnTo>
                    <a:pt x="1077722" y="154940"/>
                  </a:lnTo>
                  <a:lnTo>
                    <a:pt x="1108417" y="182803"/>
                  </a:lnTo>
                  <a:lnTo>
                    <a:pt x="1122045" y="187706"/>
                  </a:lnTo>
                  <a:lnTo>
                    <a:pt x="1124458" y="180086"/>
                  </a:lnTo>
                  <a:lnTo>
                    <a:pt x="1113764" y="175348"/>
                  </a:lnTo>
                  <a:lnTo>
                    <a:pt x="1104544" y="168757"/>
                  </a:lnTo>
                  <a:lnTo>
                    <a:pt x="1082141" y="124485"/>
                  </a:lnTo>
                  <a:lnTo>
                    <a:pt x="1079373" y="92964"/>
                  </a:lnTo>
                  <a:lnTo>
                    <a:pt x="1080058" y="76923"/>
                  </a:lnTo>
                  <a:lnTo>
                    <a:pt x="1090549" y="37338"/>
                  </a:lnTo>
                  <a:lnTo>
                    <a:pt x="1113980" y="12344"/>
                  </a:lnTo>
                  <a:lnTo>
                    <a:pt x="1124839" y="7620"/>
                  </a:lnTo>
                  <a:close/>
                </a:path>
                <a:path extrusionOk="0" h="1181735" w="1967229">
                  <a:moveTo>
                    <a:pt x="1226947" y="1001268"/>
                  </a:moveTo>
                  <a:lnTo>
                    <a:pt x="1224153" y="993648"/>
                  </a:lnTo>
                  <a:lnTo>
                    <a:pt x="1210576" y="998562"/>
                  </a:lnTo>
                  <a:lnTo>
                    <a:pt x="1198651" y="1005674"/>
                  </a:lnTo>
                  <a:lnTo>
                    <a:pt x="1173060" y="1039863"/>
                  </a:lnTo>
                  <a:lnTo>
                    <a:pt x="1164336" y="1087501"/>
                  </a:lnTo>
                  <a:lnTo>
                    <a:pt x="1165301" y="1104773"/>
                  </a:lnTo>
                  <a:lnTo>
                    <a:pt x="1179830" y="1148588"/>
                  </a:lnTo>
                  <a:lnTo>
                    <a:pt x="1210525" y="1176451"/>
                  </a:lnTo>
                  <a:lnTo>
                    <a:pt x="1224153" y="1181354"/>
                  </a:lnTo>
                  <a:lnTo>
                    <a:pt x="1226566" y="1173734"/>
                  </a:lnTo>
                  <a:lnTo>
                    <a:pt x="1215872" y="1168996"/>
                  </a:lnTo>
                  <a:lnTo>
                    <a:pt x="1206652" y="1162405"/>
                  </a:lnTo>
                  <a:lnTo>
                    <a:pt x="1184249" y="1118133"/>
                  </a:lnTo>
                  <a:lnTo>
                    <a:pt x="1181481" y="1086612"/>
                  </a:lnTo>
                  <a:lnTo>
                    <a:pt x="1182166" y="1070571"/>
                  </a:lnTo>
                  <a:lnTo>
                    <a:pt x="1192657" y="1030986"/>
                  </a:lnTo>
                  <a:lnTo>
                    <a:pt x="1216088" y="1005992"/>
                  </a:lnTo>
                  <a:lnTo>
                    <a:pt x="1226947" y="1001268"/>
                  </a:lnTo>
                  <a:close/>
                </a:path>
                <a:path extrusionOk="0" h="1181735" w="1967229">
                  <a:moveTo>
                    <a:pt x="1426210" y="1087501"/>
                  </a:moveTo>
                  <a:lnTo>
                    <a:pt x="1417472" y="1039863"/>
                  </a:lnTo>
                  <a:lnTo>
                    <a:pt x="1391869" y="1005674"/>
                  </a:lnTo>
                  <a:lnTo>
                    <a:pt x="1366266" y="993648"/>
                  </a:lnTo>
                  <a:lnTo>
                    <a:pt x="1363599" y="1001268"/>
                  </a:lnTo>
                  <a:lnTo>
                    <a:pt x="1374470" y="1005992"/>
                  </a:lnTo>
                  <a:lnTo>
                    <a:pt x="1383855" y="1012507"/>
                  </a:lnTo>
                  <a:lnTo>
                    <a:pt x="1406296" y="1055941"/>
                  </a:lnTo>
                  <a:lnTo>
                    <a:pt x="1409065" y="1086612"/>
                  </a:lnTo>
                  <a:lnTo>
                    <a:pt x="1408366" y="1103122"/>
                  </a:lnTo>
                  <a:lnTo>
                    <a:pt x="1397889" y="1143635"/>
                  </a:lnTo>
                  <a:lnTo>
                    <a:pt x="1363980" y="1173734"/>
                  </a:lnTo>
                  <a:lnTo>
                    <a:pt x="1366266" y="1181354"/>
                  </a:lnTo>
                  <a:lnTo>
                    <a:pt x="1402156" y="1160068"/>
                  </a:lnTo>
                  <a:lnTo>
                    <a:pt x="1422311" y="1120724"/>
                  </a:lnTo>
                  <a:lnTo>
                    <a:pt x="1425232" y="1104773"/>
                  </a:lnTo>
                  <a:lnTo>
                    <a:pt x="1426210" y="1087501"/>
                  </a:lnTo>
                  <a:close/>
                </a:path>
                <a:path extrusionOk="0" h="1181735" w="1967229">
                  <a:moveTo>
                    <a:pt x="1528318" y="441325"/>
                  </a:moveTo>
                  <a:lnTo>
                    <a:pt x="1519580" y="393687"/>
                  </a:lnTo>
                  <a:lnTo>
                    <a:pt x="1493977" y="359498"/>
                  </a:lnTo>
                  <a:lnTo>
                    <a:pt x="1468374" y="347472"/>
                  </a:lnTo>
                  <a:lnTo>
                    <a:pt x="1465707" y="355092"/>
                  </a:lnTo>
                  <a:lnTo>
                    <a:pt x="1476578" y="359816"/>
                  </a:lnTo>
                  <a:lnTo>
                    <a:pt x="1485950" y="366331"/>
                  </a:lnTo>
                  <a:lnTo>
                    <a:pt x="1508404" y="409765"/>
                  </a:lnTo>
                  <a:lnTo>
                    <a:pt x="1511173" y="440436"/>
                  </a:lnTo>
                  <a:lnTo>
                    <a:pt x="1510474" y="456946"/>
                  </a:lnTo>
                  <a:lnTo>
                    <a:pt x="1499997" y="497459"/>
                  </a:lnTo>
                  <a:lnTo>
                    <a:pt x="1466088" y="527558"/>
                  </a:lnTo>
                  <a:lnTo>
                    <a:pt x="1468374" y="535178"/>
                  </a:lnTo>
                  <a:lnTo>
                    <a:pt x="1504264" y="513892"/>
                  </a:lnTo>
                  <a:lnTo>
                    <a:pt x="1524419" y="474548"/>
                  </a:lnTo>
                  <a:lnTo>
                    <a:pt x="1527340" y="458597"/>
                  </a:lnTo>
                  <a:lnTo>
                    <a:pt x="1528318" y="441325"/>
                  </a:lnTo>
                  <a:close/>
                </a:path>
                <a:path extrusionOk="0" h="1181735" w="1967229">
                  <a:moveTo>
                    <a:pt x="1529842" y="93853"/>
                  </a:moveTo>
                  <a:lnTo>
                    <a:pt x="1521104" y="46215"/>
                  </a:lnTo>
                  <a:lnTo>
                    <a:pt x="1495501" y="12026"/>
                  </a:lnTo>
                  <a:lnTo>
                    <a:pt x="1469898" y="0"/>
                  </a:lnTo>
                  <a:lnTo>
                    <a:pt x="1467231" y="7620"/>
                  </a:lnTo>
                  <a:lnTo>
                    <a:pt x="1478102" y="12344"/>
                  </a:lnTo>
                  <a:lnTo>
                    <a:pt x="1487487" y="18872"/>
                  </a:lnTo>
                  <a:lnTo>
                    <a:pt x="1509928" y="62293"/>
                  </a:lnTo>
                  <a:lnTo>
                    <a:pt x="1512697" y="92964"/>
                  </a:lnTo>
                  <a:lnTo>
                    <a:pt x="1511998" y="109474"/>
                  </a:lnTo>
                  <a:lnTo>
                    <a:pt x="1501521" y="149987"/>
                  </a:lnTo>
                  <a:lnTo>
                    <a:pt x="1467612" y="180086"/>
                  </a:lnTo>
                  <a:lnTo>
                    <a:pt x="1469898" y="187706"/>
                  </a:lnTo>
                  <a:lnTo>
                    <a:pt x="1505788" y="166420"/>
                  </a:lnTo>
                  <a:lnTo>
                    <a:pt x="1525943" y="127063"/>
                  </a:lnTo>
                  <a:lnTo>
                    <a:pt x="1528864" y="111125"/>
                  </a:lnTo>
                  <a:lnTo>
                    <a:pt x="1529842" y="93853"/>
                  </a:lnTo>
                  <a:close/>
                </a:path>
                <a:path extrusionOk="0" h="1181735" w="1967229">
                  <a:moveTo>
                    <a:pt x="1656715" y="1001268"/>
                  </a:moveTo>
                  <a:lnTo>
                    <a:pt x="1653921" y="993648"/>
                  </a:lnTo>
                  <a:lnTo>
                    <a:pt x="1640344" y="998562"/>
                  </a:lnTo>
                  <a:lnTo>
                    <a:pt x="1628419" y="1005674"/>
                  </a:lnTo>
                  <a:lnTo>
                    <a:pt x="1602828" y="1039863"/>
                  </a:lnTo>
                  <a:lnTo>
                    <a:pt x="1594104" y="1087501"/>
                  </a:lnTo>
                  <a:lnTo>
                    <a:pt x="1595069" y="1104773"/>
                  </a:lnTo>
                  <a:lnTo>
                    <a:pt x="1609598" y="1148588"/>
                  </a:lnTo>
                  <a:lnTo>
                    <a:pt x="1640293" y="1176451"/>
                  </a:lnTo>
                  <a:lnTo>
                    <a:pt x="1653921" y="1181354"/>
                  </a:lnTo>
                  <a:lnTo>
                    <a:pt x="1656334" y="1173734"/>
                  </a:lnTo>
                  <a:lnTo>
                    <a:pt x="1645640" y="1168996"/>
                  </a:lnTo>
                  <a:lnTo>
                    <a:pt x="1636420" y="1162405"/>
                  </a:lnTo>
                  <a:lnTo>
                    <a:pt x="1614017" y="1118133"/>
                  </a:lnTo>
                  <a:lnTo>
                    <a:pt x="1611249" y="1086612"/>
                  </a:lnTo>
                  <a:lnTo>
                    <a:pt x="1611934" y="1070571"/>
                  </a:lnTo>
                  <a:lnTo>
                    <a:pt x="1622425" y="1030986"/>
                  </a:lnTo>
                  <a:lnTo>
                    <a:pt x="1645856" y="1005992"/>
                  </a:lnTo>
                  <a:lnTo>
                    <a:pt x="1656715" y="1001268"/>
                  </a:lnTo>
                  <a:close/>
                </a:path>
                <a:path extrusionOk="0" h="1181735" w="1967229">
                  <a:moveTo>
                    <a:pt x="1758823" y="355092"/>
                  </a:moveTo>
                  <a:lnTo>
                    <a:pt x="1756029" y="347472"/>
                  </a:lnTo>
                  <a:lnTo>
                    <a:pt x="1742452" y="352386"/>
                  </a:lnTo>
                  <a:lnTo>
                    <a:pt x="1730527" y="359498"/>
                  </a:lnTo>
                  <a:lnTo>
                    <a:pt x="1704936" y="393687"/>
                  </a:lnTo>
                  <a:lnTo>
                    <a:pt x="1696212" y="441325"/>
                  </a:lnTo>
                  <a:lnTo>
                    <a:pt x="1697177" y="458597"/>
                  </a:lnTo>
                  <a:lnTo>
                    <a:pt x="1711706" y="502412"/>
                  </a:lnTo>
                  <a:lnTo>
                    <a:pt x="1742401" y="530275"/>
                  </a:lnTo>
                  <a:lnTo>
                    <a:pt x="1756029" y="535178"/>
                  </a:lnTo>
                  <a:lnTo>
                    <a:pt x="1758442" y="527558"/>
                  </a:lnTo>
                  <a:lnTo>
                    <a:pt x="1747748" y="522820"/>
                  </a:lnTo>
                  <a:lnTo>
                    <a:pt x="1738528" y="516229"/>
                  </a:lnTo>
                  <a:lnTo>
                    <a:pt x="1716125" y="471957"/>
                  </a:lnTo>
                  <a:lnTo>
                    <a:pt x="1713357" y="440436"/>
                  </a:lnTo>
                  <a:lnTo>
                    <a:pt x="1714042" y="424395"/>
                  </a:lnTo>
                  <a:lnTo>
                    <a:pt x="1724533" y="384810"/>
                  </a:lnTo>
                  <a:lnTo>
                    <a:pt x="1747964" y="359816"/>
                  </a:lnTo>
                  <a:lnTo>
                    <a:pt x="1758823" y="355092"/>
                  </a:lnTo>
                  <a:close/>
                </a:path>
                <a:path extrusionOk="0" h="1181735" w="1967229">
                  <a:moveTo>
                    <a:pt x="1758823" y="7620"/>
                  </a:moveTo>
                  <a:lnTo>
                    <a:pt x="1756029" y="0"/>
                  </a:lnTo>
                  <a:lnTo>
                    <a:pt x="1742452" y="4914"/>
                  </a:lnTo>
                  <a:lnTo>
                    <a:pt x="1730527" y="12026"/>
                  </a:lnTo>
                  <a:lnTo>
                    <a:pt x="1704936" y="46215"/>
                  </a:lnTo>
                  <a:lnTo>
                    <a:pt x="1696212" y="93853"/>
                  </a:lnTo>
                  <a:lnTo>
                    <a:pt x="1697177" y="111125"/>
                  </a:lnTo>
                  <a:lnTo>
                    <a:pt x="1711706" y="154940"/>
                  </a:lnTo>
                  <a:lnTo>
                    <a:pt x="1742401" y="182803"/>
                  </a:lnTo>
                  <a:lnTo>
                    <a:pt x="1756029" y="187706"/>
                  </a:lnTo>
                  <a:lnTo>
                    <a:pt x="1758442" y="180086"/>
                  </a:lnTo>
                  <a:lnTo>
                    <a:pt x="1747748" y="175348"/>
                  </a:lnTo>
                  <a:lnTo>
                    <a:pt x="1738528" y="168757"/>
                  </a:lnTo>
                  <a:lnTo>
                    <a:pt x="1716125" y="124485"/>
                  </a:lnTo>
                  <a:lnTo>
                    <a:pt x="1713357" y="92964"/>
                  </a:lnTo>
                  <a:lnTo>
                    <a:pt x="1714042" y="76923"/>
                  </a:lnTo>
                  <a:lnTo>
                    <a:pt x="1724533" y="37338"/>
                  </a:lnTo>
                  <a:lnTo>
                    <a:pt x="1747964" y="12344"/>
                  </a:lnTo>
                  <a:lnTo>
                    <a:pt x="1758823" y="7620"/>
                  </a:lnTo>
                  <a:close/>
                </a:path>
                <a:path extrusionOk="0" h="1181735" w="1967229">
                  <a:moveTo>
                    <a:pt x="1865122" y="1087501"/>
                  </a:moveTo>
                  <a:lnTo>
                    <a:pt x="1856384" y="1039863"/>
                  </a:lnTo>
                  <a:lnTo>
                    <a:pt x="1830781" y="1005674"/>
                  </a:lnTo>
                  <a:lnTo>
                    <a:pt x="1805178" y="993648"/>
                  </a:lnTo>
                  <a:lnTo>
                    <a:pt x="1802511" y="1001268"/>
                  </a:lnTo>
                  <a:lnTo>
                    <a:pt x="1813382" y="1005992"/>
                  </a:lnTo>
                  <a:lnTo>
                    <a:pt x="1822767" y="1012507"/>
                  </a:lnTo>
                  <a:lnTo>
                    <a:pt x="1845208" y="1055941"/>
                  </a:lnTo>
                  <a:lnTo>
                    <a:pt x="1847977" y="1086612"/>
                  </a:lnTo>
                  <a:lnTo>
                    <a:pt x="1847278" y="1103122"/>
                  </a:lnTo>
                  <a:lnTo>
                    <a:pt x="1836801" y="1143635"/>
                  </a:lnTo>
                  <a:lnTo>
                    <a:pt x="1802892" y="1173734"/>
                  </a:lnTo>
                  <a:lnTo>
                    <a:pt x="1805178" y="1181354"/>
                  </a:lnTo>
                  <a:lnTo>
                    <a:pt x="1841068" y="1160068"/>
                  </a:lnTo>
                  <a:lnTo>
                    <a:pt x="1861223" y="1120724"/>
                  </a:lnTo>
                  <a:lnTo>
                    <a:pt x="1864144" y="1104773"/>
                  </a:lnTo>
                  <a:lnTo>
                    <a:pt x="1865122" y="1087501"/>
                  </a:lnTo>
                  <a:close/>
                </a:path>
                <a:path extrusionOk="0" h="1181735" w="1967229">
                  <a:moveTo>
                    <a:pt x="1958086" y="441325"/>
                  </a:moveTo>
                  <a:lnTo>
                    <a:pt x="1949348" y="393687"/>
                  </a:lnTo>
                  <a:lnTo>
                    <a:pt x="1923745" y="359498"/>
                  </a:lnTo>
                  <a:lnTo>
                    <a:pt x="1898142" y="347472"/>
                  </a:lnTo>
                  <a:lnTo>
                    <a:pt x="1895475" y="355092"/>
                  </a:lnTo>
                  <a:lnTo>
                    <a:pt x="1906346" y="359816"/>
                  </a:lnTo>
                  <a:lnTo>
                    <a:pt x="1915731" y="366331"/>
                  </a:lnTo>
                  <a:lnTo>
                    <a:pt x="1938172" y="409765"/>
                  </a:lnTo>
                  <a:lnTo>
                    <a:pt x="1940941" y="440436"/>
                  </a:lnTo>
                  <a:lnTo>
                    <a:pt x="1940242" y="456946"/>
                  </a:lnTo>
                  <a:lnTo>
                    <a:pt x="1929765" y="497459"/>
                  </a:lnTo>
                  <a:lnTo>
                    <a:pt x="1895856" y="527558"/>
                  </a:lnTo>
                  <a:lnTo>
                    <a:pt x="1898142" y="535178"/>
                  </a:lnTo>
                  <a:lnTo>
                    <a:pt x="1934032" y="513892"/>
                  </a:lnTo>
                  <a:lnTo>
                    <a:pt x="1954187" y="474548"/>
                  </a:lnTo>
                  <a:lnTo>
                    <a:pt x="1957108" y="458597"/>
                  </a:lnTo>
                  <a:lnTo>
                    <a:pt x="1958086" y="441325"/>
                  </a:lnTo>
                  <a:close/>
                </a:path>
                <a:path extrusionOk="0" h="1181735" w="1967229">
                  <a:moveTo>
                    <a:pt x="1967230" y="93853"/>
                  </a:moveTo>
                  <a:lnTo>
                    <a:pt x="1958492" y="46215"/>
                  </a:lnTo>
                  <a:lnTo>
                    <a:pt x="1932889" y="12026"/>
                  </a:lnTo>
                  <a:lnTo>
                    <a:pt x="1907286" y="0"/>
                  </a:lnTo>
                  <a:lnTo>
                    <a:pt x="1904619" y="7620"/>
                  </a:lnTo>
                  <a:lnTo>
                    <a:pt x="1915490" y="12344"/>
                  </a:lnTo>
                  <a:lnTo>
                    <a:pt x="1924862" y="18872"/>
                  </a:lnTo>
                  <a:lnTo>
                    <a:pt x="1947316" y="62293"/>
                  </a:lnTo>
                  <a:lnTo>
                    <a:pt x="1950085" y="92964"/>
                  </a:lnTo>
                  <a:lnTo>
                    <a:pt x="1949386" y="109474"/>
                  </a:lnTo>
                  <a:lnTo>
                    <a:pt x="1938909" y="149987"/>
                  </a:lnTo>
                  <a:lnTo>
                    <a:pt x="1905000" y="180086"/>
                  </a:lnTo>
                  <a:lnTo>
                    <a:pt x="1907286" y="187706"/>
                  </a:lnTo>
                  <a:lnTo>
                    <a:pt x="1943176" y="166420"/>
                  </a:lnTo>
                  <a:lnTo>
                    <a:pt x="1963331" y="127063"/>
                  </a:lnTo>
                  <a:lnTo>
                    <a:pt x="1966252" y="111125"/>
                  </a:lnTo>
                  <a:lnTo>
                    <a:pt x="1967230" y="93853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07" name="Google Shape;607;p29"/>
          <p:cNvSpPr txBox="1"/>
          <p:nvPr/>
        </p:nvSpPr>
        <p:spPr>
          <a:xfrm>
            <a:off x="3703320" y="2090927"/>
            <a:ext cx="2496820" cy="144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0" marR="28829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 ∩ 𝐵	= 𝑃  𝐴|𝐵 𝑃 𝐵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292735" rtl="0" algn="r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𝑃  𝐵|𝐴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9370" rtl="0" algn="ctr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257175" marR="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 ∩ 𝐵	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≠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 𝑃 𝐵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29"/>
          <p:cNvGrpSpPr/>
          <p:nvPr/>
        </p:nvGrpSpPr>
        <p:grpSpPr>
          <a:xfrm>
            <a:off x="3808476" y="4113276"/>
            <a:ext cx="2286000" cy="440690"/>
            <a:chOff x="3808476" y="4113276"/>
            <a:chExt cx="2286000" cy="440690"/>
          </a:xfrm>
        </p:grpSpPr>
        <p:sp>
          <p:nvSpPr>
            <p:cNvPr id="609" name="Google Shape;609;p29"/>
            <p:cNvSpPr/>
            <p:nvPr/>
          </p:nvSpPr>
          <p:spPr>
            <a:xfrm>
              <a:off x="3808476" y="4113276"/>
              <a:ext cx="2286000" cy="440690"/>
            </a:xfrm>
            <a:custGeom>
              <a:rect b="b" l="l" r="r" t="t"/>
              <a:pathLst>
                <a:path extrusionOk="0" h="440689" w="2286000">
                  <a:moveTo>
                    <a:pt x="2286000" y="0"/>
                  </a:moveTo>
                  <a:lnTo>
                    <a:pt x="0" y="0"/>
                  </a:lnTo>
                  <a:lnTo>
                    <a:pt x="0" y="440436"/>
                  </a:lnTo>
                  <a:lnTo>
                    <a:pt x="2286000" y="440436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4115435" y="4209922"/>
              <a:ext cx="1761489" cy="187960"/>
            </a:xfrm>
            <a:custGeom>
              <a:rect b="b" l="l" r="r" t="t"/>
              <a:pathLst>
                <a:path extrusionOk="0" h="187960" w="1761489">
                  <a:moveTo>
                    <a:pt x="62611" y="7620"/>
                  </a:moveTo>
                  <a:lnTo>
                    <a:pt x="59817" y="0"/>
                  </a:lnTo>
                  <a:lnTo>
                    <a:pt x="46240" y="4927"/>
                  </a:lnTo>
                  <a:lnTo>
                    <a:pt x="34315" y="12065"/>
                  </a:lnTo>
                  <a:lnTo>
                    <a:pt x="8724" y="46215"/>
                  </a:lnTo>
                  <a:lnTo>
                    <a:pt x="0" y="93980"/>
                  </a:lnTo>
                  <a:lnTo>
                    <a:pt x="965" y="111226"/>
                  </a:lnTo>
                  <a:lnTo>
                    <a:pt x="15494" y="154940"/>
                  </a:lnTo>
                  <a:lnTo>
                    <a:pt x="46189" y="182803"/>
                  </a:lnTo>
                  <a:lnTo>
                    <a:pt x="59817" y="187706"/>
                  </a:lnTo>
                  <a:lnTo>
                    <a:pt x="62230" y="180086"/>
                  </a:lnTo>
                  <a:lnTo>
                    <a:pt x="51536" y="175361"/>
                  </a:lnTo>
                  <a:lnTo>
                    <a:pt x="42316" y="168770"/>
                  </a:lnTo>
                  <a:lnTo>
                    <a:pt x="19913" y="124587"/>
                  </a:lnTo>
                  <a:lnTo>
                    <a:pt x="17145" y="92964"/>
                  </a:lnTo>
                  <a:lnTo>
                    <a:pt x="17830" y="76923"/>
                  </a:lnTo>
                  <a:lnTo>
                    <a:pt x="28321" y="37338"/>
                  </a:lnTo>
                  <a:lnTo>
                    <a:pt x="51752" y="12344"/>
                  </a:lnTo>
                  <a:lnTo>
                    <a:pt x="62611" y="7620"/>
                  </a:lnTo>
                  <a:close/>
                </a:path>
                <a:path extrusionOk="0" h="187960" w="1761489">
                  <a:moveTo>
                    <a:pt x="630682" y="93980"/>
                  </a:moveTo>
                  <a:lnTo>
                    <a:pt x="621944" y="46215"/>
                  </a:lnTo>
                  <a:lnTo>
                    <a:pt x="596341" y="12065"/>
                  </a:lnTo>
                  <a:lnTo>
                    <a:pt x="570738" y="0"/>
                  </a:lnTo>
                  <a:lnTo>
                    <a:pt x="568071" y="7620"/>
                  </a:lnTo>
                  <a:lnTo>
                    <a:pt x="578942" y="12344"/>
                  </a:lnTo>
                  <a:lnTo>
                    <a:pt x="588327" y="18872"/>
                  </a:lnTo>
                  <a:lnTo>
                    <a:pt x="610768" y="62293"/>
                  </a:lnTo>
                  <a:lnTo>
                    <a:pt x="613537" y="92964"/>
                  </a:lnTo>
                  <a:lnTo>
                    <a:pt x="612838" y="109537"/>
                  </a:lnTo>
                  <a:lnTo>
                    <a:pt x="602361" y="150114"/>
                  </a:lnTo>
                  <a:lnTo>
                    <a:pt x="568452" y="180086"/>
                  </a:lnTo>
                  <a:lnTo>
                    <a:pt x="570738" y="187706"/>
                  </a:lnTo>
                  <a:lnTo>
                    <a:pt x="606628" y="166420"/>
                  </a:lnTo>
                  <a:lnTo>
                    <a:pt x="626783" y="127127"/>
                  </a:lnTo>
                  <a:lnTo>
                    <a:pt x="629704" y="111226"/>
                  </a:lnTo>
                  <a:lnTo>
                    <a:pt x="630682" y="93980"/>
                  </a:lnTo>
                  <a:close/>
                </a:path>
                <a:path extrusionOk="0" h="187960" w="1761489">
                  <a:moveTo>
                    <a:pt x="1124839" y="7620"/>
                  </a:moveTo>
                  <a:lnTo>
                    <a:pt x="1122045" y="0"/>
                  </a:lnTo>
                  <a:lnTo>
                    <a:pt x="1108468" y="4927"/>
                  </a:lnTo>
                  <a:lnTo>
                    <a:pt x="1096543" y="12065"/>
                  </a:lnTo>
                  <a:lnTo>
                    <a:pt x="1070952" y="46215"/>
                  </a:lnTo>
                  <a:lnTo>
                    <a:pt x="1062228" y="93980"/>
                  </a:lnTo>
                  <a:lnTo>
                    <a:pt x="1063193" y="111226"/>
                  </a:lnTo>
                  <a:lnTo>
                    <a:pt x="1077722" y="154940"/>
                  </a:lnTo>
                  <a:lnTo>
                    <a:pt x="1108417" y="182803"/>
                  </a:lnTo>
                  <a:lnTo>
                    <a:pt x="1122045" y="187706"/>
                  </a:lnTo>
                  <a:lnTo>
                    <a:pt x="1124458" y="180086"/>
                  </a:lnTo>
                  <a:lnTo>
                    <a:pt x="1113764" y="175361"/>
                  </a:lnTo>
                  <a:lnTo>
                    <a:pt x="1104544" y="168770"/>
                  </a:lnTo>
                  <a:lnTo>
                    <a:pt x="1082141" y="124587"/>
                  </a:lnTo>
                  <a:lnTo>
                    <a:pt x="1079373" y="92964"/>
                  </a:lnTo>
                  <a:lnTo>
                    <a:pt x="1080058" y="76923"/>
                  </a:lnTo>
                  <a:lnTo>
                    <a:pt x="1090549" y="37338"/>
                  </a:lnTo>
                  <a:lnTo>
                    <a:pt x="1113980" y="12344"/>
                  </a:lnTo>
                  <a:lnTo>
                    <a:pt x="1124839" y="7620"/>
                  </a:lnTo>
                  <a:close/>
                </a:path>
                <a:path extrusionOk="0" h="187960" w="1761489">
                  <a:moveTo>
                    <a:pt x="1333246" y="93980"/>
                  </a:moveTo>
                  <a:lnTo>
                    <a:pt x="1324508" y="46215"/>
                  </a:lnTo>
                  <a:lnTo>
                    <a:pt x="1298905" y="12065"/>
                  </a:lnTo>
                  <a:lnTo>
                    <a:pt x="1273302" y="0"/>
                  </a:lnTo>
                  <a:lnTo>
                    <a:pt x="1270635" y="7620"/>
                  </a:lnTo>
                  <a:lnTo>
                    <a:pt x="1281506" y="12344"/>
                  </a:lnTo>
                  <a:lnTo>
                    <a:pt x="1290891" y="18872"/>
                  </a:lnTo>
                  <a:lnTo>
                    <a:pt x="1313332" y="62293"/>
                  </a:lnTo>
                  <a:lnTo>
                    <a:pt x="1316101" y="92964"/>
                  </a:lnTo>
                  <a:lnTo>
                    <a:pt x="1315402" y="109537"/>
                  </a:lnTo>
                  <a:lnTo>
                    <a:pt x="1304925" y="150114"/>
                  </a:lnTo>
                  <a:lnTo>
                    <a:pt x="1271016" y="180086"/>
                  </a:lnTo>
                  <a:lnTo>
                    <a:pt x="1273302" y="187706"/>
                  </a:lnTo>
                  <a:lnTo>
                    <a:pt x="1309192" y="166420"/>
                  </a:lnTo>
                  <a:lnTo>
                    <a:pt x="1329347" y="127127"/>
                  </a:lnTo>
                  <a:lnTo>
                    <a:pt x="1332268" y="111226"/>
                  </a:lnTo>
                  <a:lnTo>
                    <a:pt x="1333246" y="93980"/>
                  </a:lnTo>
                  <a:close/>
                </a:path>
                <a:path extrusionOk="0" h="187960" w="1761489">
                  <a:moveTo>
                    <a:pt x="1562227" y="7620"/>
                  </a:moveTo>
                  <a:lnTo>
                    <a:pt x="1559433" y="0"/>
                  </a:lnTo>
                  <a:lnTo>
                    <a:pt x="1545856" y="4927"/>
                  </a:lnTo>
                  <a:lnTo>
                    <a:pt x="1533931" y="12065"/>
                  </a:lnTo>
                  <a:lnTo>
                    <a:pt x="1508340" y="46215"/>
                  </a:lnTo>
                  <a:lnTo>
                    <a:pt x="1499616" y="93980"/>
                  </a:lnTo>
                  <a:lnTo>
                    <a:pt x="1500581" y="111226"/>
                  </a:lnTo>
                  <a:lnTo>
                    <a:pt x="1515110" y="154940"/>
                  </a:lnTo>
                  <a:lnTo>
                    <a:pt x="1545805" y="182803"/>
                  </a:lnTo>
                  <a:lnTo>
                    <a:pt x="1559433" y="187706"/>
                  </a:lnTo>
                  <a:lnTo>
                    <a:pt x="1561846" y="180086"/>
                  </a:lnTo>
                  <a:lnTo>
                    <a:pt x="1551152" y="175361"/>
                  </a:lnTo>
                  <a:lnTo>
                    <a:pt x="1541932" y="168770"/>
                  </a:lnTo>
                  <a:lnTo>
                    <a:pt x="1519529" y="124587"/>
                  </a:lnTo>
                  <a:lnTo>
                    <a:pt x="1516761" y="92964"/>
                  </a:lnTo>
                  <a:lnTo>
                    <a:pt x="1517446" y="76923"/>
                  </a:lnTo>
                  <a:lnTo>
                    <a:pt x="1527937" y="37338"/>
                  </a:lnTo>
                  <a:lnTo>
                    <a:pt x="1551368" y="12344"/>
                  </a:lnTo>
                  <a:lnTo>
                    <a:pt x="1562227" y="7620"/>
                  </a:lnTo>
                  <a:close/>
                </a:path>
                <a:path extrusionOk="0" h="187960" w="1761489">
                  <a:moveTo>
                    <a:pt x="1761490" y="93980"/>
                  </a:moveTo>
                  <a:lnTo>
                    <a:pt x="1752752" y="46215"/>
                  </a:lnTo>
                  <a:lnTo>
                    <a:pt x="1727149" y="12065"/>
                  </a:lnTo>
                  <a:lnTo>
                    <a:pt x="1701546" y="0"/>
                  </a:lnTo>
                  <a:lnTo>
                    <a:pt x="1698879" y="7620"/>
                  </a:lnTo>
                  <a:lnTo>
                    <a:pt x="1709750" y="12344"/>
                  </a:lnTo>
                  <a:lnTo>
                    <a:pt x="1719135" y="18872"/>
                  </a:lnTo>
                  <a:lnTo>
                    <a:pt x="1741576" y="62293"/>
                  </a:lnTo>
                  <a:lnTo>
                    <a:pt x="1744345" y="92964"/>
                  </a:lnTo>
                  <a:lnTo>
                    <a:pt x="1743646" y="109537"/>
                  </a:lnTo>
                  <a:lnTo>
                    <a:pt x="1733169" y="150114"/>
                  </a:lnTo>
                  <a:lnTo>
                    <a:pt x="1699260" y="180086"/>
                  </a:lnTo>
                  <a:lnTo>
                    <a:pt x="1701546" y="187706"/>
                  </a:lnTo>
                  <a:lnTo>
                    <a:pt x="1737436" y="166420"/>
                  </a:lnTo>
                  <a:lnTo>
                    <a:pt x="1757591" y="127127"/>
                  </a:lnTo>
                  <a:lnTo>
                    <a:pt x="1760512" y="111226"/>
                  </a:lnTo>
                  <a:lnTo>
                    <a:pt x="1761490" y="9398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11" name="Google Shape;611;p29"/>
          <p:cNvSpPr txBox="1"/>
          <p:nvPr/>
        </p:nvSpPr>
        <p:spPr>
          <a:xfrm>
            <a:off x="3808476" y="4113276"/>
            <a:ext cx="2286000" cy="440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 ∩ 𝐵	= 𝑃 𝐵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2" name="Google Shape;612;p29"/>
          <p:cNvGrpSpPr/>
          <p:nvPr/>
        </p:nvGrpSpPr>
        <p:grpSpPr>
          <a:xfrm>
            <a:off x="4189476" y="5184647"/>
            <a:ext cx="1524000" cy="440690"/>
            <a:chOff x="4189476" y="5184647"/>
            <a:chExt cx="1524000" cy="440690"/>
          </a:xfrm>
        </p:grpSpPr>
        <p:sp>
          <p:nvSpPr>
            <p:cNvPr id="613" name="Google Shape;613;p29"/>
            <p:cNvSpPr/>
            <p:nvPr/>
          </p:nvSpPr>
          <p:spPr>
            <a:xfrm>
              <a:off x="4189476" y="5184647"/>
              <a:ext cx="1524000" cy="440690"/>
            </a:xfrm>
            <a:custGeom>
              <a:rect b="b" l="l" r="r" t="t"/>
              <a:pathLst>
                <a:path extrusionOk="0" h="440689" w="1524000">
                  <a:moveTo>
                    <a:pt x="1524000" y="0"/>
                  </a:moveTo>
                  <a:lnTo>
                    <a:pt x="0" y="0"/>
                  </a:lnTo>
                  <a:lnTo>
                    <a:pt x="0" y="440435"/>
                  </a:lnTo>
                  <a:lnTo>
                    <a:pt x="1524000" y="440435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4511421" y="5280913"/>
              <a:ext cx="631190" cy="187960"/>
            </a:xfrm>
            <a:custGeom>
              <a:rect b="b" l="l" r="r" t="t"/>
              <a:pathLst>
                <a:path extrusionOk="0" h="187960" w="631189">
                  <a:moveTo>
                    <a:pt x="570864" y="0"/>
                  </a:moveTo>
                  <a:lnTo>
                    <a:pt x="568198" y="7620"/>
                  </a:lnTo>
                  <a:lnTo>
                    <a:pt x="579056" y="12336"/>
                  </a:lnTo>
                  <a:lnTo>
                    <a:pt x="588390" y="18875"/>
                  </a:lnTo>
                  <a:lnTo>
                    <a:pt x="610774" y="62404"/>
                  </a:lnTo>
                  <a:lnTo>
                    <a:pt x="613537" y="92964"/>
                  </a:lnTo>
                  <a:lnTo>
                    <a:pt x="612846" y="109537"/>
                  </a:lnTo>
                  <a:lnTo>
                    <a:pt x="602488" y="150114"/>
                  </a:lnTo>
                  <a:lnTo>
                    <a:pt x="568451" y="180213"/>
                  </a:lnTo>
                  <a:lnTo>
                    <a:pt x="570864" y="187833"/>
                  </a:lnTo>
                  <a:lnTo>
                    <a:pt x="606690" y="166491"/>
                  </a:lnTo>
                  <a:lnTo>
                    <a:pt x="626856" y="127127"/>
                  </a:lnTo>
                  <a:lnTo>
                    <a:pt x="630681" y="93980"/>
                  </a:lnTo>
                  <a:lnTo>
                    <a:pt x="629707" y="76737"/>
                  </a:lnTo>
                  <a:lnTo>
                    <a:pt x="615188" y="32893"/>
                  </a:lnTo>
                  <a:lnTo>
                    <a:pt x="584434" y="4925"/>
                  </a:lnTo>
                  <a:lnTo>
                    <a:pt x="570864" y="0"/>
                  </a:lnTo>
                  <a:close/>
                </a:path>
                <a:path extrusionOk="0" h="187960" w="631189">
                  <a:moveTo>
                    <a:pt x="59943" y="0"/>
                  </a:moveTo>
                  <a:lnTo>
                    <a:pt x="24118" y="21395"/>
                  </a:lnTo>
                  <a:lnTo>
                    <a:pt x="3889" y="60817"/>
                  </a:lnTo>
                  <a:lnTo>
                    <a:pt x="0" y="93980"/>
                  </a:lnTo>
                  <a:lnTo>
                    <a:pt x="974" y="111220"/>
                  </a:lnTo>
                  <a:lnTo>
                    <a:pt x="15493" y="154940"/>
                  </a:lnTo>
                  <a:lnTo>
                    <a:pt x="46301" y="182925"/>
                  </a:lnTo>
                  <a:lnTo>
                    <a:pt x="59943" y="187833"/>
                  </a:lnTo>
                  <a:lnTo>
                    <a:pt x="62229" y="180213"/>
                  </a:lnTo>
                  <a:lnTo>
                    <a:pt x="51538" y="175474"/>
                  </a:lnTo>
                  <a:lnTo>
                    <a:pt x="42322" y="168878"/>
                  </a:lnTo>
                  <a:lnTo>
                    <a:pt x="19923" y="124587"/>
                  </a:lnTo>
                  <a:lnTo>
                    <a:pt x="17144" y="92964"/>
                  </a:lnTo>
                  <a:lnTo>
                    <a:pt x="17837" y="76987"/>
                  </a:lnTo>
                  <a:lnTo>
                    <a:pt x="28320" y="37465"/>
                  </a:lnTo>
                  <a:lnTo>
                    <a:pt x="62611" y="7620"/>
                  </a:lnTo>
                  <a:lnTo>
                    <a:pt x="59943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15" name="Google Shape;615;p29"/>
          <p:cNvSpPr txBox="1"/>
          <p:nvPr/>
        </p:nvSpPr>
        <p:spPr>
          <a:xfrm>
            <a:off x="4189476" y="5184647"/>
            <a:ext cx="1524000" cy="440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0" lvl="0" marL="1752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 ∩ 𝐵	= 0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9"/>
          <p:cNvSpPr/>
          <p:nvPr/>
        </p:nvSpPr>
        <p:spPr>
          <a:xfrm>
            <a:off x="679704" y="3790188"/>
            <a:ext cx="3391662" cy="16078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7" name="Google Shape;617;p29"/>
          <p:cNvSpPr/>
          <p:nvPr/>
        </p:nvSpPr>
        <p:spPr>
          <a:xfrm>
            <a:off x="682751" y="4860035"/>
            <a:ext cx="2867406" cy="16230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0"/>
          <p:cNvSpPr/>
          <p:nvPr/>
        </p:nvSpPr>
        <p:spPr>
          <a:xfrm>
            <a:off x="9355949" y="6524434"/>
            <a:ext cx="8903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3" name="Google Shape;623;p3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4" name="Google Shape;624;p3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5" name="Google Shape;625;p30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6" name="Google Shape;626;p30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7" name="Google Shape;627;p30"/>
          <p:cNvSpPr/>
          <p:nvPr/>
        </p:nvSpPr>
        <p:spPr>
          <a:xfrm>
            <a:off x="473963" y="1443177"/>
            <a:ext cx="2074926" cy="30256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8" name="Google Shape;628;p30"/>
          <p:cNvSpPr/>
          <p:nvPr/>
        </p:nvSpPr>
        <p:spPr>
          <a:xfrm>
            <a:off x="554736" y="1923288"/>
            <a:ext cx="2321814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9" name="Google Shape;629;p30"/>
          <p:cNvSpPr/>
          <p:nvPr/>
        </p:nvSpPr>
        <p:spPr>
          <a:xfrm>
            <a:off x="554736" y="3441191"/>
            <a:ext cx="4016502" cy="18973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630" name="Google Shape;630;p30"/>
          <p:cNvGrpSpPr/>
          <p:nvPr/>
        </p:nvGrpSpPr>
        <p:grpSpPr>
          <a:xfrm>
            <a:off x="3694176" y="2243327"/>
            <a:ext cx="2512060" cy="789940"/>
            <a:chOff x="3694176" y="2243327"/>
            <a:chExt cx="2512060" cy="789940"/>
          </a:xfrm>
        </p:grpSpPr>
        <p:sp>
          <p:nvSpPr>
            <p:cNvPr id="631" name="Google Shape;631;p30"/>
            <p:cNvSpPr/>
            <p:nvPr/>
          </p:nvSpPr>
          <p:spPr>
            <a:xfrm>
              <a:off x="3694176" y="2243327"/>
              <a:ext cx="2512060" cy="789940"/>
            </a:xfrm>
            <a:custGeom>
              <a:rect b="b" l="l" r="r" t="t"/>
              <a:pathLst>
                <a:path extrusionOk="0" h="789939" w="2512060">
                  <a:moveTo>
                    <a:pt x="2511552" y="0"/>
                  </a:moveTo>
                  <a:lnTo>
                    <a:pt x="0" y="0"/>
                  </a:lnTo>
                  <a:lnTo>
                    <a:pt x="0" y="789432"/>
                  </a:lnTo>
                  <a:lnTo>
                    <a:pt x="2511552" y="789432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30"/>
            <p:cNvSpPr/>
            <p:nvPr/>
          </p:nvSpPr>
          <p:spPr>
            <a:xfrm>
              <a:off x="4001262" y="2338450"/>
              <a:ext cx="1967230" cy="532765"/>
            </a:xfrm>
            <a:custGeom>
              <a:rect b="b" l="l" r="r" t="t"/>
              <a:pathLst>
                <a:path extrusionOk="0" h="532764" w="1967229">
                  <a:moveTo>
                    <a:pt x="62484" y="7620"/>
                  </a:moveTo>
                  <a:lnTo>
                    <a:pt x="59817" y="0"/>
                  </a:lnTo>
                  <a:lnTo>
                    <a:pt x="46189" y="4927"/>
                  </a:lnTo>
                  <a:lnTo>
                    <a:pt x="34264" y="12065"/>
                  </a:lnTo>
                  <a:lnTo>
                    <a:pt x="8674" y="46215"/>
                  </a:lnTo>
                  <a:lnTo>
                    <a:pt x="0" y="93980"/>
                  </a:lnTo>
                  <a:lnTo>
                    <a:pt x="952" y="111226"/>
                  </a:lnTo>
                  <a:lnTo>
                    <a:pt x="15367" y="154940"/>
                  </a:lnTo>
                  <a:lnTo>
                    <a:pt x="46164" y="182930"/>
                  </a:lnTo>
                  <a:lnTo>
                    <a:pt x="59817" y="187833"/>
                  </a:lnTo>
                  <a:lnTo>
                    <a:pt x="62230" y="180213"/>
                  </a:lnTo>
                  <a:lnTo>
                    <a:pt x="51523" y="175475"/>
                  </a:lnTo>
                  <a:lnTo>
                    <a:pt x="42303" y="168884"/>
                  </a:lnTo>
                  <a:lnTo>
                    <a:pt x="19837" y="124587"/>
                  </a:lnTo>
                  <a:lnTo>
                    <a:pt x="17018" y="92964"/>
                  </a:lnTo>
                  <a:lnTo>
                    <a:pt x="17716" y="77000"/>
                  </a:lnTo>
                  <a:lnTo>
                    <a:pt x="28194" y="37465"/>
                  </a:lnTo>
                  <a:lnTo>
                    <a:pt x="51689" y="12344"/>
                  </a:lnTo>
                  <a:lnTo>
                    <a:pt x="62484" y="7620"/>
                  </a:lnTo>
                  <a:close/>
                </a:path>
                <a:path extrusionOk="0" h="532764" w="1967229">
                  <a:moveTo>
                    <a:pt x="630555" y="93980"/>
                  </a:moveTo>
                  <a:lnTo>
                    <a:pt x="621919" y="46215"/>
                  </a:lnTo>
                  <a:lnTo>
                    <a:pt x="596290" y="12065"/>
                  </a:lnTo>
                  <a:lnTo>
                    <a:pt x="570738" y="0"/>
                  </a:lnTo>
                  <a:lnTo>
                    <a:pt x="568071" y="7620"/>
                  </a:lnTo>
                  <a:lnTo>
                    <a:pt x="578929" y="12344"/>
                  </a:lnTo>
                  <a:lnTo>
                    <a:pt x="588264" y="18884"/>
                  </a:lnTo>
                  <a:lnTo>
                    <a:pt x="610755" y="62407"/>
                  </a:lnTo>
                  <a:lnTo>
                    <a:pt x="613537" y="92964"/>
                  </a:lnTo>
                  <a:lnTo>
                    <a:pt x="612825" y="109537"/>
                  </a:lnTo>
                  <a:lnTo>
                    <a:pt x="602361" y="150114"/>
                  </a:lnTo>
                  <a:lnTo>
                    <a:pt x="568325" y="180213"/>
                  </a:lnTo>
                  <a:lnTo>
                    <a:pt x="570738" y="187833"/>
                  </a:lnTo>
                  <a:lnTo>
                    <a:pt x="606615" y="166497"/>
                  </a:lnTo>
                  <a:lnTo>
                    <a:pt x="626719" y="127127"/>
                  </a:lnTo>
                  <a:lnTo>
                    <a:pt x="629589" y="111226"/>
                  </a:lnTo>
                  <a:lnTo>
                    <a:pt x="630555" y="93980"/>
                  </a:lnTo>
                  <a:close/>
                </a:path>
                <a:path extrusionOk="0" h="532764" w="1967229">
                  <a:moveTo>
                    <a:pt x="1101852" y="352044"/>
                  </a:moveTo>
                  <a:lnTo>
                    <a:pt x="1099185" y="344424"/>
                  </a:lnTo>
                  <a:lnTo>
                    <a:pt x="1085557" y="349351"/>
                  </a:lnTo>
                  <a:lnTo>
                    <a:pt x="1073632" y="356489"/>
                  </a:lnTo>
                  <a:lnTo>
                    <a:pt x="1048042" y="390639"/>
                  </a:lnTo>
                  <a:lnTo>
                    <a:pt x="1039368" y="438404"/>
                  </a:lnTo>
                  <a:lnTo>
                    <a:pt x="1040320" y="455650"/>
                  </a:lnTo>
                  <a:lnTo>
                    <a:pt x="1054735" y="499364"/>
                  </a:lnTo>
                  <a:lnTo>
                    <a:pt x="1085532" y="527354"/>
                  </a:lnTo>
                  <a:lnTo>
                    <a:pt x="1099185" y="532257"/>
                  </a:lnTo>
                  <a:lnTo>
                    <a:pt x="1101598" y="524637"/>
                  </a:lnTo>
                  <a:lnTo>
                    <a:pt x="1090891" y="519899"/>
                  </a:lnTo>
                  <a:lnTo>
                    <a:pt x="1081671" y="513308"/>
                  </a:lnTo>
                  <a:lnTo>
                    <a:pt x="1059205" y="469011"/>
                  </a:lnTo>
                  <a:lnTo>
                    <a:pt x="1056386" y="437388"/>
                  </a:lnTo>
                  <a:lnTo>
                    <a:pt x="1057084" y="421424"/>
                  </a:lnTo>
                  <a:lnTo>
                    <a:pt x="1067562" y="381889"/>
                  </a:lnTo>
                  <a:lnTo>
                    <a:pt x="1091057" y="356768"/>
                  </a:lnTo>
                  <a:lnTo>
                    <a:pt x="1101852" y="352044"/>
                  </a:lnTo>
                  <a:close/>
                </a:path>
                <a:path extrusionOk="0" h="532764" w="1967229">
                  <a:moveTo>
                    <a:pt x="1124712" y="7620"/>
                  </a:moveTo>
                  <a:lnTo>
                    <a:pt x="1122045" y="0"/>
                  </a:lnTo>
                  <a:lnTo>
                    <a:pt x="1108417" y="4927"/>
                  </a:lnTo>
                  <a:lnTo>
                    <a:pt x="1096492" y="12065"/>
                  </a:lnTo>
                  <a:lnTo>
                    <a:pt x="1070902" y="46215"/>
                  </a:lnTo>
                  <a:lnTo>
                    <a:pt x="1062228" y="93980"/>
                  </a:lnTo>
                  <a:lnTo>
                    <a:pt x="1063180" y="111226"/>
                  </a:lnTo>
                  <a:lnTo>
                    <a:pt x="1077595" y="154940"/>
                  </a:lnTo>
                  <a:lnTo>
                    <a:pt x="1108392" y="182930"/>
                  </a:lnTo>
                  <a:lnTo>
                    <a:pt x="1122045" y="187833"/>
                  </a:lnTo>
                  <a:lnTo>
                    <a:pt x="1124458" y="180213"/>
                  </a:lnTo>
                  <a:lnTo>
                    <a:pt x="1113751" y="175475"/>
                  </a:lnTo>
                  <a:lnTo>
                    <a:pt x="1104531" y="168884"/>
                  </a:lnTo>
                  <a:lnTo>
                    <a:pt x="1082065" y="124587"/>
                  </a:lnTo>
                  <a:lnTo>
                    <a:pt x="1079246" y="92964"/>
                  </a:lnTo>
                  <a:lnTo>
                    <a:pt x="1079944" y="77000"/>
                  </a:lnTo>
                  <a:lnTo>
                    <a:pt x="1090422" y="37465"/>
                  </a:lnTo>
                  <a:lnTo>
                    <a:pt x="1113917" y="12344"/>
                  </a:lnTo>
                  <a:lnTo>
                    <a:pt x="1124712" y="7620"/>
                  </a:lnTo>
                  <a:close/>
                </a:path>
                <a:path extrusionOk="0" h="532764" w="1967229">
                  <a:moveTo>
                    <a:pt x="1505331" y="438404"/>
                  </a:moveTo>
                  <a:lnTo>
                    <a:pt x="1496695" y="390639"/>
                  </a:lnTo>
                  <a:lnTo>
                    <a:pt x="1471066" y="356489"/>
                  </a:lnTo>
                  <a:lnTo>
                    <a:pt x="1445514" y="344424"/>
                  </a:lnTo>
                  <a:lnTo>
                    <a:pt x="1442847" y="352044"/>
                  </a:lnTo>
                  <a:lnTo>
                    <a:pt x="1453705" y="356768"/>
                  </a:lnTo>
                  <a:lnTo>
                    <a:pt x="1463040" y="363308"/>
                  </a:lnTo>
                  <a:lnTo>
                    <a:pt x="1485531" y="406831"/>
                  </a:lnTo>
                  <a:lnTo>
                    <a:pt x="1488313" y="437388"/>
                  </a:lnTo>
                  <a:lnTo>
                    <a:pt x="1487601" y="453961"/>
                  </a:lnTo>
                  <a:lnTo>
                    <a:pt x="1477137" y="494538"/>
                  </a:lnTo>
                  <a:lnTo>
                    <a:pt x="1443101" y="524637"/>
                  </a:lnTo>
                  <a:lnTo>
                    <a:pt x="1445514" y="532257"/>
                  </a:lnTo>
                  <a:lnTo>
                    <a:pt x="1481391" y="510921"/>
                  </a:lnTo>
                  <a:lnTo>
                    <a:pt x="1501495" y="471551"/>
                  </a:lnTo>
                  <a:lnTo>
                    <a:pt x="1504365" y="455650"/>
                  </a:lnTo>
                  <a:lnTo>
                    <a:pt x="1505331" y="438404"/>
                  </a:lnTo>
                  <a:close/>
                </a:path>
                <a:path extrusionOk="0" h="532764" w="1967229">
                  <a:moveTo>
                    <a:pt x="1529715" y="93980"/>
                  </a:moveTo>
                  <a:lnTo>
                    <a:pt x="1521079" y="46215"/>
                  </a:lnTo>
                  <a:lnTo>
                    <a:pt x="1495450" y="12065"/>
                  </a:lnTo>
                  <a:lnTo>
                    <a:pt x="1469898" y="0"/>
                  </a:lnTo>
                  <a:lnTo>
                    <a:pt x="1467231" y="7620"/>
                  </a:lnTo>
                  <a:lnTo>
                    <a:pt x="1478089" y="12344"/>
                  </a:lnTo>
                  <a:lnTo>
                    <a:pt x="1487424" y="18884"/>
                  </a:lnTo>
                  <a:lnTo>
                    <a:pt x="1509915" y="62407"/>
                  </a:lnTo>
                  <a:lnTo>
                    <a:pt x="1512697" y="92964"/>
                  </a:lnTo>
                  <a:lnTo>
                    <a:pt x="1511985" y="109537"/>
                  </a:lnTo>
                  <a:lnTo>
                    <a:pt x="1501521" y="150114"/>
                  </a:lnTo>
                  <a:lnTo>
                    <a:pt x="1467485" y="180213"/>
                  </a:lnTo>
                  <a:lnTo>
                    <a:pt x="1469898" y="187833"/>
                  </a:lnTo>
                  <a:lnTo>
                    <a:pt x="1505775" y="166497"/>
                  </a:lnTo>
                  <a:lnTo>
                    <a:pt x="1525879" y="127127"/>
                  </a:lnTo>
                  <a:lnTo>
                    <a:pt x="1528749" y="111226"/>
                  </a:lnTo>
                  <a:lnTo>
                    <a:pt x="1529715" y="93980"/>
                  </a:lnTo>
                  <a:close/>
                </a:path>
                <a:path extrusionOk="0" h="532764" w="1967229">
                  <a:moveTo>
                    <a:pt x="1734312" y="352044"/>
                  </a:moveTo>
                  <a:lnTo>
                    <a:pt x="1731645" y="344424"/>
                  </a:lnTo>
                  <a:lnTo>
                    <a:pt x="1718017" y="349351"/>
                  </a:lnTo>
                  <a:lnTo>
                    <a:pt x="1706092" y="356489"/>
                  </a:lnTo>
                  <a:lnTo>
                    <a:pt x="1680502" y="390639"/>
                  </a:lnTo>
                  <a:lnTo>
                    <a:pt x="1671828" y="438404"/>
                  </a:lnTo>
                  <a:lnTo>
                    <a:pt x="1672780" y="455650"/>
                  </a:lnTo>
                  <a:lnTo>
                    <a:pt x="1687195" y="499364"/>
                  </a:lnTo>
                  <a:lnTo>
                    <a:pt x="1717992" y="527354"/>
                  </a:lnTo>
                  <a:lnTo>
                    <a:pt x="1731645" y="532257"/>
                  </a:lnTo>
                  <a:lnTo>
                    <a:pt x="1734058" y="524637"/>
                  </a:lnTo>
                  <a:lnTo>
                    <a:pt x="1723351" y="519899"/>
                  </a:lnTo>
                  <a:lnTo>
                    <a:pt x="1714131" y="513308"/>
                  </a:lnTo>
                  <a:lnTo>
                    <a:pt x="1691665" y="469011"/>
                  </a:lnTo>
                  <a:lnTo>
                    <a:pt x="1688846" y="437388"/>
                  </a:lnTo>
                  <a:lnTo>
                    <a:pt x="1689544" y="421424"/>
                  </a:lnTo>
                  <a:lnTo>
                    <a:pt x="1700022" y="381889"/>
                  </a:lnTo>
                  <a:lnTo>
                    <a:pt x="1723517" y="356768"/>
                  </a:lnTo>
                  <a:lnTo>
                    <a:pt x="1734312" y="352044"/>
                  </a:lnTo>
                  <a:close/>
                </a:path>
                <a:path extrusionOk="0" h="532764" w="1967229">
                  <a:moveTo>
                    <a:pt x="1758696" y="7620"/>
                  </a:moveTo>
                  <a:lnTo>
                    <a:pt x="1756029" y="0"/>
                  </a:lnTo>
                  <a:lnTo>
                    <a:pt x="1742401" y="4927"/>
                  </a:lnTo>
                  <a:lnTo>
                    <a:pt x="1730476" y="12065"/>
                  </a:lnTo>
                  <a:lnTo>
                    <a:pt x="1704886" y="46215"/>
                  </a:lnTo>
                  <a:lnTo>
                    <a:pt x="1696212" y="93980"/>
                  </a:lnTo>
                  <a:lnTo>
                    <a:pt x="1697164" y="111226"/>
                  </a:lnTo>
                  <a:lnTo>
                    <a:pt x="1711579" y="154940"/>
                  </a:lnTo>
                  <a:lnTo>
                    <a:pt x="1742376" y="182930"/>
                  </a:lnTo>
                  <a:lnTo>
                    <a:pt x="1756029" y="187833"/>
                  </a:lnTo>
                  <a:lnTo>
                    <a:pt x="1758442" y="180213"/>
                  </a:lnTo>
                  <a:lnTo>
                    <a:pt x="1747735" y="175475"/>
                  </a:lnTo>
                  <a:lnTo>
                    <a:pt x="1738515" y="168884"/>
                  </a:lnTo>
                  <a:lnTo>
                    <a:pt x="1716049" y="124587"/>
                  </a:lnTo>
                  <a:lnTo>
                    <a:pt x="1713230" y="92964"/>
                  </a:lnTo>
                  <a:lnTo>
                    <a:pt x="1713928" y="77000"/>
                  </a:lnTo>
                  <a:lnTo>
                    <a:pt x="1724406" y="37465"/>
                  </a:lnTo>
                  <a:lnTo>
                    <a:pt x="1747901" y="12344"/>
                  </a:lnTo>
                  <a:lnTo>
                    <a:pt x="1758696" y="7620"/>
                  </a:lnTo>
                  <a:close/>
                </a:path>
                <a:path extrusionOk="0" h="532764" w="1967229">
                  <a:moveTo>
                    <a:pt x="1933575" y="438404"/>
                  </a:moveTo>
                  <a:lnTo>
                    <a:pt x="1924939" y="390639"/>
                  </a:lnTo>
                  <a:lnTo>
                    <a:pt x="1899310" y="356489"/>
                  </a:lnTo>
                  <a:lnTo>
                    <a:pt x="1873758" y="344424"/>
                  </a:lnTo>
                  <a:lnTo>
                    <a:pt x="1871091" y="352044"/>
                  </a:lnTo>
                  <a:lnTo>
                    <a:pt x="1881936" y="356768"/>
                  </a:lnTo>
                  <a:lnTo>
                    <a:pt x="1891271" y="363308"/>
                  </a:lnTo>
                  <a:lnTo>
                    <a:pt x="1913775" y="406831"/>
                  </a:lnTo>
                  <a:lnTo>
                    <a:pt x="1916557" y="437388"/>
                  </a:lnTo>
                  <a:lnTo>
                    <a:pt x="1915845" y="453961"/>
                  </a:lnTo>
                  <a:lnTo>
                    <a:pt x="1905381" y="494538"/>
                  </a:lnTo>
                  <a:lnTo>
                    <a:pt x="1871345" y="524637"/>
                  </a:lnTo>
                  <a:lnTo>
                    <a:pt x="1873758" y="532257"/>
                  </a:lnTo>
                  <a:lnTo>
                    <a:pt x="1909635" y="510921"/>
                  </a:lnTo>
                  <a:lnTo>
                    <a:pt x="1929739" y="471551"/>
                  </a:lnTo>
                  <a:lnTo>
                    <a:pt x="1932609" y="455650"/>
                  </a:lnTo>
                  <a:lnTo>
                    <a:pt x="1933575" y="438404"/>
                  </a:lnTo>
                  <a:close/>
                </a:path>
                <a:path extrusionOk="0" h="532764" w="1967229">
                  <a:moveTo>
                    <a:pt x="1967103" y="93980"/>
                  </a:moveTo>
                  <a:lnTo>
                    <a:pt x="1958467" y="46215"/>
                  </a:lnTo>
                  <a:lnTo>
                    <a:pt x="1932838" y="12065"/>
                  </a:lnTo>
                  <a:lnTo>
                    <a:pt x="1907286" y="0"/>
                  </a:lnTo>
                  <a:lnTo>
                    <a:pt x="1904619" y="7620"/>
                  </a:lnTo>
                  <a:lnTo>
                    <a:pt x="1915477" y="12344"/>
                  </a:lnTo>
                  <a:lnTo>
                    <a:pt x="1924812" y="18884"/>
                  </a:lnTo>
                  <a:lnTo>
                    <a:pt x="1947303" y="62407"/>
                  </a:lnTo>
                  <a:lnTo>
                    <a:pt x="1950085" y="92964"/>
                  </a:lnTo>
                  <a:lnTo>
                    <a:pt x="1949373" y="109537"/>
                  </a:lnTo>
                  <a:lnTo>
                    <a:pt x="1938909" y="150114"/>
                  </a:lnTo>
                  <a:lnTo>
                    <a:pt x="1904873" y="180213"/>
                  </a:lnTo>
                  <a:lnTo>
                    <a:pt x="1907286" y="187833"/>
                  </a:lnTo>
                  <a:lnTo>
                    <a:pt x="1943163" y="166497"/>
                  </a:lnTo>
                  <a:lnTo>
                    <a:pt x="1963267" y="127127"/>
                  </a:lnTo>
                  <a:lnTo>
                    <a:pt x="1966137" y="111226"/>
                  </a:lnTo>
                  <a:lnTo>
                    <a:pt x="1967103" y="9398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33" name="Google Shape;633;p30"/>
          <p:cNvSpPr txBox="1"/>
          <p:nvPr/>
        </p:nvSpPr>
        <p:spPr>
          <a:xfrm>
            <a:off x="3694176" y="2243327"/>
            <a:ext cx="2512060" cy="78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0" marR="30035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 ∩ 𝐵	= 𝑃 𝐴|𝐵 𝑃 𝐵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29565" rtl="0" algn="r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𝑃 𝐵|𝐴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" name="Google Shape;634;p30"/>
          <p:cNvGrpSpPr/>
          <p:nvPr/>
        </p:nvGrpSpPr>
        <p:grpSpPr>
          <a:xfrm>
            <a:off x="3566159" y="3802379"/>
            <a:ext cx="2771140" cy="440690"/>
            <a:chOff x="3566159" y="3802379"/>
            <a:chExt cx="2771140" cy="440690"/>
          </a:xfrm>
        </p:grpSpPr>
        <p:sp>
          <p:nvSpPr>
            <p:cNvPr id="635" name="Google Shape;635;p30"/>
            <p:cNvSpPr/>
            <p:nvPr/>
          </p:nvSpPr>
          <p:spPr>
            <a:xfrm>
              <a:off x="3566159" y="3802379"/>
              <a:ext cx="2771140" cy="440690"/>
            </a:xfrm>
            <a:custGeom>
              <a:rect b="b" l="l" r="r" t="t"/>
              <a:pathLst>
                <a:path extrusionOk="0" h="440689" w="2771140">
                  <a:moveTo>
                    <a:pt x="2770632" y="0"/>
                  </a:moveTo>
                  <a:lnTo>
                    <a:pt x="0" y="0"/>
                  </a:lnTo>
                  <a:lnTo>
                    <a:pt x="0" y="440436"/>
                  </a:lnTo>
                  <a:lnTo>
                    <a:pt x="2770632" y="440436"/>
                  </a:lnTo>
                  <a:lnTo>
                    <a:pt x="277063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30"/>
            <p:cNvSpPr/>
            <p:nvPr/>
          </p:nvSpPr>
          <p:spPr>
            <a:xfrm>
              <a:off x="3892042" y="3897248"/>
              <a:ext cx="2232660" cy="187960"/>
            </a:xfrm>
            <a:custGeom>
              <a:rect b="b" l="l" r="r" t="t"/>
              <a:pathLst>
                <a:path extrusionOk="0" h="187960" w="2232660">
                  <a:moveTo>
                    <a:pt x="62484" y="7620"/>
                  </a:moveTo>
                  <a:lnTo>
                    <a:pt x="59817" y="0"/>
                  </a:lnTo>
                  <a:lnTo>
                    <a:pt x="46240" y="4914"/>
                  </a:lnTo>
                  <a:lnTo>
                    <a:pt x="34315" y="12026"/>
                  </a:lnTo>
                  <a:lnTo>
                    <a:pt x="8674" y="46215"/>
                  </a:lnTo>
                  <a:lnTo>
                    <a:pt x="0" y="93853"/>
                  </a:lnTo>
                  <a:lnTo>
                    <a:pt x="952" y="111099"/>
                  </a:lnTo>
                  <a:lnTo>
                    <a:pt x="15367" y="154940"/>
                  </a:lnTo>
                  <a:lnTo>
                    <a:pt x="46164" y="182803"/>
                  </a:lnTo>
                  <a:lnTo>
                    <a:pt x="59817" y="187706"/>
                  </a:lnTo>
                  <a:lnTo>
                    <a:pt x="62230" y="180086"/>
                  </a:lnTo>
                  <a:lnTo>
                    <a:pt x="51523" y="175348"/>
                  </a:lnTo>
                  <a:lnTo>
                    <a:pt x="42303" y="168757"/>
                  </a:lnTo>
                  <a:lnTo>
                    <a:pt x="19900" y="124472"/>
                  </a:lnTo>
                  <a:lnTo>
                    <a:pt x="17145" y="92837"/>
                  </a:lnTo>
                  <a:lnTo>
                    <a:pt x="17830" y="76873"/>
                  </a:lnTo>
                  <a:lnTo>
                    <a:pt x="28194" y="37338"/>
                  </a:lnTo>
                  <a:lnTo>
                    <a:pt x="51689" y="12344"/>
                  </a:lnTo>
                  <a:lnTo>
                    <a:pt x="62484" y="7620"/>
                  </a:lnTo>
                  <a:close/>
                </a:path>
                <a:path extrusionOk="0" h="187960" w="2232660">
                  <a:moveTo>
                    <a:pt x="467614" y="93853"/>
                  </a:moveTo>
                  <a:lnTo>
                    <a:pt x="458876" y="46215"/>
                  </a:lnTo>
                  <a:lnTo>
                    <a:pt x="433222" y="12026"/>
                  </a:lnTo>
                  <a:lnTo>
                    <a:pt x="407670" y="0"/>
                  </a:lnTo>
                  <a:lnTo>
                    <a:pt x="405003" y="7620"/>
                  </a:lnTo>
                  <a:lnTo>
                    <a:pt x="415861" y="12344"/>
                  </a:lnTo>
                  <a:lnTo>
                    <a:pt x="425208" y="18872"/>
                  </a:lnTo>
                  <a:lnTo>
                    <a:pt x="447700" y="62280"/>
                  </a:lnTo>
                  <a:lnTo>
                    <a:pt x="450469" y="92837"/>
                  </a:lnTo>
                  <a:lnTo>
                    <a:pt x="449770" y="109410"/>
                  </a:lnTo>
                  <a:lnTo>
                    <a:pt x="439293" y="149987"/>
                  </a:lnTo>
                  <a:lnTo>
                    <a:pt x="405257" y="180086"/>
                  </a:lnTo>
                  <a:lnTo>
                    <a:pt x="407670" y="187706"/>
                  </a:lnTo>
                  <a:lnTo>
                    <a:pt x="443547" y="166420"/>
                  </a:lnTo>
                  <a:lnTo>
                    <a:pt x="463715" y="127025"/>
                  </a:lnTo>
                  <a:lnTo>
                    <a:pt x="466636" y="111099"/>
                  </a:lnTo>
                  <a:lnTo>
                    <a:pt x="467614" y="93853"/>
                  </a:lnTo>
                  <a:close/>
                </a:path>
                <a:path extrusionOk="0" h="187960" w="2232660">
                  <a:moveTo>
                    <a:pt x="696468" y="7620"/>
                  </a:moveTo>
                  <a:lnTo>
                    <a:pt x="693801" y="0"/>
                  </a:lnTo>
                  <a:lnTo>
                    <a:pt x="680224" y="4914"/>
                  </a:lnTo>
                  <a:lnTo>
                    <a:pt x="668299" y="12026"/>
                  </a:lnTo>
                  <a:lnTo>
                    <a:pt x="642658" y="46215"/>
                  </a:lnTo>
                  <a:lnTo>
                    <a:pt x="633984" y="93853"/>
                  </a:lnTo>
                  <a:lnTo>
                    <a:pt x="634936" y="111099"/>
                  </a:lnTo>
                  <a:lnTo>
                    <a:pt x="649351" y="154940"/>
                  </a:lnTo>
                  <a:lnTo>
                    <a:pt x="680148" y="182803"/>
                  </a:lnTo>
                  <a:lnTo>
                    <a:pt x="693801" y="187706"/>
                  </a:lnTo>
                  <a:lnTo>
                    <a:pt x="696214" y="180086"/>
                  </a:lnTo>
                  <a:lnTo>
                    <a:pt x="685507" y="175348"/>
                  </a:lnTo>
                  <a:lnTo>
                    <a:pt x="676287" y="168757"/>
                  </a:lnTo>
                  <a:lnTo>
                    <a:pt x="653884" y="124472"/>
                  </a:lnTo>
                  <a:lnTo>
                    <a:pt x="651129" y="92837"/>
                  </a:lnTo>
                  <a:lnTo>
                    <a:pt x="651814" y="76873"/>
                  </a:lnTo>
                  <a:lnTo>
                    <a:pt x="662178" y="37338"/>
                  </a:lnTo>
                  <a:lnTo>
                    <a:pt x="685673" y="12344"/>
                  </a:lnTo>
                  <a:lnTo>
                    <a:pt x="696468" y="7620"/>
                  </a:lnTo>
                  <a:close/>
                </a:path>
                <a:path extrusionOk="0" h="187960" w="2232660">
                  <a:moveTo>
                    <a:pt x="905002" y="93853"/>
                  </a:moveTo>
                  <a:lnTo>
                    <a:pt x="896264" y="46215"/>
                  </a:lnTo>
                  <a:lnTo>
                    <a:pt x="870610" y="12026"/>
                  </a:lnTo>
                  <a:lnTo>
                    <a:pt x="845058" y="0"/>
                  </a:lnTo>
                  <a:lnTo>
                    <a:pt x="842391" y="7620"/>
                  </a:lnTo>
                  <a:lnTo>
                    <a:pt x="853249" y="12344"/>
                  </a:lnTo>
                  <a:lnTo>
                    <a:pt x="862596" y="18872"/>
                  </a:lnTo>
                  <a:lnTo>
                    <a:pt x="885088" y="62280"/>
                  </a:lnTo>
                  <a:lnTo>
                    <a:pt x="887857" y="92837"/>
                  </a:lnTo>
                  <a:lnTo>
                    <a:pt x="887158" y="109410"/>
                  </a:lnTo>
                  <a:lnTo>
                    <a:pt x="876681" y="149987"/>
                  </a:lnTo>
                  <a:lnTo>
                    <a:pt x="842645" y="180086"/>
                  </a:lnTo>
                  <a:lnTo>
                    <a:pt x="845058" y="187706"/>
                  </a:lnTo>
                  <a:lnTo>
                    <a:pt x="880935" y="166420"/>
                  </a:lnTo>
                  <a:lnTo>
                    <a:pt x="901103" y="127025"/>
                  </a:lnTo>
                  <a:lnTo>
                    <a:pt x="904024" y="111099"/>
                  </a:lnTo>
                  <a:lnTo>
                    <a:pt x="905002" y="93853"/>
                  </a:lnTo>
                  <a:close/>
                </a:path>
                <a:path extrusionOk="0" h="187960" w="2232660">
                  <a:moveTo>
                    <a:pt x="1399032" y="7620"/>
                  </a:moveTo>
                  <a:lnTo>
                    <a:pt x="1396365" y="0"/>
                  </a:lnTo>
                  <a:lnTo>
                    <a:pt x="1382788" y="4914"/>
                  </a:lnTo>
                  <a:lnTo>
                    <a:pt x="1370863" y="12026"/>
                  </a:lnTo>
                  <a:lnTo>
                    <a:pt x="1345222" y="46215"/>
                  </a:lnTo>
                  <a:lnTo>
                    <a:pt x="1336548" y="93853"/>
                  </a:lnTo>
                  <a:lnTo>
                    <a:pt x="1337500" y="111099"/>
                  </a:lnTo>
                  <a:lnTo>
                    <a:pt x="1351915" y="154940"/>
                  </a:lnTo>
                  <a:lnTo>
                    <a:pt x="1382712" y="182803"/>
                  </a:lnTo>
                  <a:lnTo>
                    <a:pt x="1396365" y="187706"/>
                  </a:lnTo>
                  <a:lnTo>
                    <a:pt x="1398778" y="180086"/>
                  </a:lnTo>
                  <a:lnTo>
                    <a:pt x="1388071" y="175348"/>
                  </a:lnTo>
                  <a:lnTo>
                    <a:pt x="1378851" y="168757"/>
                  </a:lnTo>
                  <a:lnTo>
                    <a:pt x="1356448" y="124472"/>
                  </a:lnTo>
                  <a:lnTo>
                    <a:pt x="1353693" y="92837"/>
                  </a:lnTo>
                  <a:lnTo>
                    <a:pt x="1354378" y="76873"/>
                  </a:lnTo>
                  <a:lnTo>
                    <a:pt x="1364742" y="37338"/>
                  </a:lnTo>
                  <a:lnTo>
                    <a:pt x="1388237" y="12344"/>
                  </a:lnTo>
                  <a:lnTo>
                    <a:pt x="1399032" y="7620"/>
                  </a:lnTo>
                  <a:close/>
                </a:path>
                <a:path extrusionOk="0" h="187960" w="2232660">
                  <a:moveTo>
                    <a:pt x="1802638" y="93853"/>
                  </a:moveTo>
                  <a:lnTo>
                    <a:pt x="1793900" y="46215"/>
                  </a:lnTo>
                  <a:lnTo>
                    <a:pt x="1768246" y="12026"/>
                  </a:lnTo>
                  <a:lnTo>
                    <a:pt x="1742694" y="0"/>
                  </a:lnTo>
                  <a:lnTo>
                    <a:pt x="1740027" y="7620"/>
                  </a:lnTo>
                  <a:lnTo>
                    <a:pt x="1750885" y="12344"/>
                  </a:lnTo>
                  <a:lnTo>
                    <a:pt x="1760232" y="18872"/>
                  </a:lnTo>
                  <a:lnTo>
                    <a:pt x="1782724" y="62280"/>
                  </a:lnTo>
                  <a:lnTo>
                    <a:pt x="1785493" y="92837"/>
                  </a:lnTo>
                  <a:lnTo>
                    <a:pt x="1784794" y="109410"/>
                  </a:lnTo>
                  <a:lnTo>
                    <a:pt x="1774317" y="149987"/>
                  </a:lnTo>
                  <a:lnTo>
                    <a:pt x="1740281" y="180086"/>
                  </a:lnTo>
                  <a:lnTo>
                    <a:pt x="1742694" y="187706"/>
                  </a:lnTo>
                  <a:lnTo>
                    <a:pt x="1778571" y="166420"/>
                  </a:lnTo>
                  <a:lnTo>
                    <a:pt x="1798739" y="127025"/>
                  </a:lnTo>
                  <a:lnTo>
                    <a:pt x="1801660" y="111099"/>
                  </a:lnTo>
                  <a:lnTo>
                    <a:pt x="1802638" y="93853"/>
                  </a:lnTo>
                  <a:close/>
                </a:path>
                <a:path extrusionOk="0" h="187960" w="2232660">
                  <a:moveTo>
                    <a:pt x="2033016" y="7620"/>
                  </a:moveTo>
                  <a:lnTo>
                    <a:pt x="2030349" y="0"/>
                  </a:lnTo>
                  <a:lnTo>
                    <a:pt x="2016772" y="4914"/>
                  </a:lnTo>
                  <a:lnTo>
                    <a:pt x="2004847" y="12026"/>
                  </a:lnTo>
                  <a:lnTo>
                    <a:pt x="1979206" y="46215"/>
                  </a:lnTo>
                  <a:lnTo>
                    <a:pt x="1970532" y="93853"/>
                  </a:lnTo>
                  <a:lnTo>
                    <a:pt x="1971484" y="111099"/>
                  </a:lnTo>
                  <a:lnTo>
                    <a:pt x="1985899" y="154940"/>
                  </a:lnTo>
                  <a:lnTo>
                    <a:pt x="2016696" y="182803"/>
                  </a:lnTo>
                  <a:lnTo>
                    <a:pt x="2030349" y="187706"/>
                  </a:lnTo>
                  <a:lnTo>
                    <a:pt x="2032762" y="180086"/>
                  </a:lnTo>
                  <a:lnTo>
                    <a:pt x="2022055" y="175348"/>
                  </a:lnTo>
                  <a:lnTo>
                    <a:pt x="2012835" y="168757"/>
                  </a:lnTo>
                  <a:lnTo>
                    <a:pt x="1990432" y="124472"/>
                  </a:lnTo>
                  <a:lnTo>
                    <a:pt x="1987677" y="92837"/>
                  </a:lnTo>
                  <a:lnTo>
                    <a:pt x="1988362" y="76873"/>
                  </a:lnTo>
                  <a:lnTo>
                    <a:pt x="1998726" y="37338"/>
                  </a:lnTo>
                  <a:lnTo>
                    <a:pt x="2022221" y="12344"/>
                  </a:lnTo>
                  <a:lnTo>
                    <a:pt x="2033016" y="7620"/>
                  </a:lnTo>
                  <a:close/>
                </a:path>
                <a:path extrusionOk="0" h="187960" w="2232660">
                  <a:moveTo>
                    <a:pt x="2232406" y="93853"/>
                  </a:moveTo>
                  <a:lnTo>
                    <a:pt x="2223668" y="46215"/>
                  </a:lnTo>
                  <a:lnTo>
                    <a:pt x="2198014" y="12026"/>
                  </a:lnTo>
                  <a:lnTo>
                    <a:pt x="2172462" y="0"/>
                  </a:lnTo>
                  <a:lnTo>
                    <a:pt x="2169795" y="7620"/>
                  </a:lnTo>
                  <a:lnTo>
                    <a:pt x="2180653" y="12344"/>
                  </a:lnTo>
                  <a:lnTo>
                    <a:pt x="2190000" y="18872"/>
                  </a:lnTo>
                  <a:lnTo>
                    <a:pt x="2212492" y="62280"/>
                  </a:lnTo>
                  <a:lnTo>
                    <a:pt x="2215261" y="92837"/>
                  </a:lnTo>
                  <a:lnTo>
                    <a:pt x="2214562" y="109410"/>
                  </a:lnTo>
                  <a:lnTo>
                    <a:pt x="2204085" y="149987"/>
                  </a:lnTo>
                  <a:lnTo>
                    <a:pt x="2170049" y="180086"/>
                  </a:lnTo>
                  <a:lnTo>
                    <a:pt x="2172462" y="187706"/>
                  </a:lnTo>
                  <a:lnTo>
                    <a:pt x="2208339" y="166420"/>
                  </a:lnTo>
                  <a:lnTo>
                    <a:pt x="2228507" y="127025"/>
                  </a:lnTo>
                  <a:lnTo>
                    <a:pt x="2231428" y="111099"/>
                  </a:lnTo>
                  <a:lnTo>
                    <a:pt x="2232406" y="9385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37" name="Google Shape;637;p30"/>
          <p:cNvSpPr txBox="1"/>
          <p:nvPr/>
        </p:nvSpPr>
        <p:spPr>
          <a:xfrm>
            <a:off x="3566159" y="3802379"/>
            <a:ext cx="2771140" cy="440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178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𝑃  𝐴|𝐵 𝑃 𝐵	= 𝑃 𝐵|𝐴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1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3" name="Google Shape;643;p3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4" name="Google Shape;644;p3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5" name="Google Shape;645;p31"/>
          <p:cNvSpPr txBox="1"/>
          <p:nvPr>
            <p:ph type="title"/>
          </p:nvPr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1.2. Probability Rules</a:t>
            </a:r>
            <a:endParaRPr/>
          </a:p>
        </p:txBody>
      </p:sp>
      <p:sp>
        <p:nvSpPr>
          <p:cNvPr id="646" name="Google Shape;646;p31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7" name="Google Shape;647;p31"/>
          <p:cNvSpPr/>
          <p:nvPr/>
        </p:nvSpPr>
        <p:spPr>
          <a:xfrm>
            <a:off x="554736" y="1449324"/>
            <a:ext cx="3435858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648" name="Google Shape;648;p31"/>
          <p:cNvGrpSpPr/>
          <p:nvPr/>
        </p:nvGrpSpPr>
        <p:grpSpPr>
          <a:xfrm>
            <a:off x="2807207" y="1773935"/>
            <a:ext cx="4288790" cy="2383790"/>
            <a:chOff x="2807207" y="1773935"/>
            <a:chExt cx="4288790" cy="2383790"/>
          </a:xfrm>
        </p:grpSpPr>
        <p:sp>
          <p:nvSpPr>
            <p:cNvPr id="649" name="Google Shape;649;p31"/>
            <p:cNvSpPr/>
            <p:nvPr/>
          </p:nvSpPr>
          <p:spPr>
            <a:xfrm>
              <a:off x="2807207" y="1773935"/>
              <a:ext cx="4288790" cy="2383790"/>
            </a:xfrm>
            <a:custGeom>
              <a:rect b="b" l="l" r="r" t="t"/>
              <a:pathLst>
                <a:path extrusionOk="0" h="2383790" w="4288790">
                  <a:moveTo>
                    <a:pt x="4288536" y="0"/>
                  </a:moveTo>
                  <a:lnTo>
                    <a:pt x="0" y="0"/>
                  </a:lnTo>
                  <a:lnTo>
                    <a:pt x="0" y="2383536"/>
                  </a:lnTo>
                  <a:lnTo>
                    <a:pt x="4288536" y="2383536"/>
                  </a:lnTo>
                  <a:lnTo>
                    <a:pt x="428853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31"/>
            <p:cNvSpPr/>
            <p:nvPr/>
          </p:nvSpPr>
          <p:spPr>
            <a:xfrm>
              <a:off x="3099689" y="1877948"/>
              <a:ext cx="3768090" cy="2115820"/>
            </a:xfrm>
            <a:custGeom>
              <a:rect b="b" l="l" r="r" t="t"/>
              <a:pathLst>
                <a:path extrusionOk="0" h="2115820" w="3768090">
                  <a:moveTo>
                    <a:pt x="62611" y="7620"/>
                  </a:moveTo>
                  <a:lnTo>
                    <a:pt x="59944" y="0"/>
                  </a:lnTo>
                  <a:lnTo>
                    <a:pt x="46291" y="4927"/>
                  </a:lnTo>
                  <a:lnTo>
                    <a:pt x="34328" y="12065"/>
                  </a:lnTo>
                  <a:lnTo>
                    <a:pt x="8724" y="46215"/>
                  </a:lnTo>
                  <a:lnTo>
                    <a:pt x="0" y="93980"/>
                  </a:lnTo>
                  <a:lnTo>
                    <a:pt x="965" y="111226"/>
                  </a:lnTo>
                  <a:lnTo>
                    <a:pt x="15494" y="154940"/>
                  </a:lnTo>
                  <a:lnTo>
                    <a:pt x="46240" y="182918"/>
                  </a:lnTo>
                  <a:lnTo>
                    <a:pt x="59944" y="187833"/>
                  </a:lnTo>
                  <a:lnTo>
                    <a:pt x="62230" y="180213"/>
                  </a:lnTo>
                  <a:lnTo>
                    <a:pt x="51536" y="175475"/>
                  </a:lnTo>
                  <a:lnTo>
                    <a:pt x="42316" y="168884"/>
                  </a:lnTo>
                  <a:lnTo>
                    <a:pt x="19913" y="124587"/>
                  </a:lnTo>
                  <a:lnTo>
                    <a:pt x="17145" y="92964"/>
                  </a:lnTo>
                  <a:lnTo>
                    <a:pt x="17830" y="76936"/>
                  </a:lnTo>
                  <a:lnTo>
                    <a:pt x="28321" y="37338"/>
                  </a:lnTo>
                  <a:lnTo>
                    <a:pt x="51752" y="12344"/>
                  </a:lnTo>
                  <a:lnTo>
                    <a:pt x="62611" y="7620"/>
                  </a:lnTo>
                  <a:close/>
                </a:path>
                <a:path extrusionOk="0" h="2115820" w="3768090">
                  <a:moveTo>
                    <a:pt x="466090" y="93980"/>
                  </a:moveTo>
                  <a:lnTo>
                    <a:pt x="457352" y="46215"/>
                  </a:lnTo>
                  <a:lnTo>
                    <a:pt x="431761" y="12065"/>
                  </a:lnTo>
                  <a:lnTo>
                    <a:pt x="406273" y="0"/>
                  </a:lnTo>
                  <a:lnTo>
                    <a:pt x="403606" y="7620"/>
                  </a:lnTo>
                  <a:lnTo>
                    <a:pt x="414464" y="12344"/>
                  </a:lnTo>
                  <a:lnTo>
                    <a:pt x="423799" y="18859"/>
                  </a:lnTo>
                  <a:lnTo>
                    <a:pt x="446176" y="62344"/>
                  </a:lnTo>
                  <a:lnTo>
                    <a:pt x="448945" y="92964"/>
                  </a:lnTo>
                  <a:lnTo>
                    <a:pt x="448246" y="109537"/>
                  </a:lnTo>
                  <a:lnTo>
                    <a:pt x="437896" y="150114"/>
                  </a:lnTo>
                  <a:lnTo>
                    <a:pt x="403860" y="180213"/>
                  </a:lnTo>
                  <a:lnTo>
                    <a:pt x="406273" y="187833"/>
                  </a:lnTo>
                  <a:lnTo>
                    <a:pt x="442036" y="166446"/>
                  </a:lnTo>
                  <a:lnTo>
                    <a:pt x="462241" y="127127"/>
                  </a:lnTo>
                  <a:lnTo>
                    <a:pt x="465124" y="111226"/>
                  </a:lnTo>
                  <a:lnTo>
                    <a:pt x="466090" y="93980"/>
                  </a:lnTo>
                  <a:close/>
                </a:path>
                <a:path extrusionOk="0" h="2115820" w="3768090">
                  <a:moveTo>
                    <a:pt x="512191" y="1181100"/>
                  </a:moveTo>
                  <a:lnTo>
                    <a:pt x="509524" y="1173480"/>
                  </a:lnTo>
                  <a:lnTo>
                    <a:pt x="495871" y="1178407"/>
                  </a:lnTo>
                  <a:lnTo>
                    <a:pt x="483908" y="1185545"/>
                  </a:lnTo>
                  <a:lnTo>
                    <a:pt x="458304" y="1219695"/>
                  </a:lnTo>
                  <a:lnTo>
                    <a:pt x="449580" y="1267460"/>
                  </a:lnTo>
                  <a:lnTo>
                    <a:pt x="450545" y="1284706"/>
                  </a:lnTo>
                  <a:lnTo>
                    <a:pt x="465074" y="1328420"/>
                  </a:lnTo>
                  <a:lnTo>
                    <a:pt x="495820" y="1356398"/>
                  </a:lnTo>
                  <a:lnTo>
                    <a:pt x="509524" y="1361313"/>
                  </a:lnTo>
                  <a:lnTo>
                    <a:pt x="511810" y="1353693"/>
                  </a:lnTo>
                  <a:lnTo>
                    <a:pt x="501116" y="1348955"/>
                  </a:lnTo>
                  <a:lnTo>
                    <a:pt x="491896" y="1342364"/>
                  </a:lnTo>
                  <a:lnTo>
                    <a:pt x="469493" y="1298067"/>
                  </a:lnTo>
                  <a:lnTo>
                    <a:pt x="466725" y="1266444"/>
                  </a:lnTo>
                  <a:lnTo>
                    <a:pt x="467410" y="1250416"/>
                  </a:lnTo>
                  <a:lnTo>
                    <a:pt x="477901" y="1210818"/>
                  </a:lnTo>
                  <a:lnTo>
                    <a:pt x="501332" y="1185824"/>
                  </a:lnTo>
                  <a:lnTo>
                    <a:pt x="512191" y="1181100"/>
                  </a:lnTo>
                  <a:close/>
                </a:path>
                <a:path extrusionOk="0" h="2115820" w="3768090">
                  <a:moveTo>
                    <a:pt x="695071" y="7620"/>
                  </a:moveTo>
                  <a:lnTo>
                    <a:pt x="692404" y="0"/>
                  </a:lnTo>
                  <a:lnTo>
                    <a:pt x="678751" y="4927"/>
                  </a:lnTo>
                  <a:lnTo>
                    <a:pt x="666788" y="12065"/>
                  </a:lnTo>
                  <a:lnTo>
                    <a:pt x="641184" y="46215"/>
                  </a:lnTo>
                  <a:lnTo>
                    <a:pt x="632460" y="93980"/>
                  </a:lnTo>
                  <a:lnTo>
                    <a:pt x="633425" y="111226"/>
                  </a:lnTo>
                  <a:lnTo>
                    <a:pt x="647954" y="154940"/>
                  </a:lnTo>
                  <a:lnTo>
                    <a:pt x="678700" y="182918"/>
                  </a:lnTo>
                  <a:lnTo>
                    <a:pt x="692404" y="187833"/>
                  </a:lnTo>
                  <a:lnTo>
                    <a:pt x="694690" y="180213"/>
                  </a:lnTo>
                  <a:lnTo>
                    <a:pt x="683996" y="175475"/>
                  </a:lnTo>
                  <a:lnTo>
                    <a:pt x="674776" y="168884"/>
                  </a:lnTo>
                  <a:lnTo>
                    <a:pt x="652373" y="124587"/>
                  </a:lnTo>
                  <a:lnTo>
                    <a:pt x="649605" y="92964"/>
                  </a:lnTo>
                  <a:lnTo>
                    <a:pt x="650290" y="76936"/>
                  </a:lnTo>
                  <a:lnTo>
                    <a:pt x="660781" y="37338"/>
                  </a:lnTo>
                  <a:lnTo>
                    <a:pt x="684212" y="12344"/>
                  </a:lnTo>
                  <a:lnTo>
                    <a:pt x="695071" y="7620"/>
                  </a:lnTo>
                  <a:close/>
                </a:path>
                <a:path extrusionOk="0" h="2115820" w="3768090">
                  <a:moveTo>
                    <a:pt x="903478" y="93980"/>
                  </a:moveTo>
                  <a:lnTo>
                    <a:pt x="894740" y="46215"/>
                  </a:lnTo>
                  <a:lnTo>
                    <a:pt x="869149" y="12065"/>
                  </a:lnTo>
                  <a:lnTo>
                    <a:pt x="843661" y="0"/>
                  </a:lnTo>
                  <a:lnTo>
                    <a:pt x="840994" y="7620"/>
                  </a:lnTo>
                  <a:lnTo>
                    <a:pt x="851852" y="12344"/>
                  </a:lnTo>
                  <a:lnTo>
                    <a:pt x="861187" y="18859"/>
                  </a:lnTo>
                  <a:lnTo>
                    <a:pt x="883564" y="62344"/>
                  </a:lnTo>
                  <a:lnTo>
                    <a:pt x="886333" y="92964"/>
                  </a:lnTo>
                  <a:lnTo>
                    <a:pt x="885634" y="109537"/>
                  </a:lnTo>
                  <a:lnTo>
                    <a:pt x="875284" y="150114"/>
                  </a:lnTo>
                  <a:lnTo>
                    <a:pt x="841248" y="180213"/>
                  </a:lnTo>
                  <a:lnTo>
                    <a:pt x="843661" y="187833"/>
                  </a:lnTo>
                  <a:lnTo>
                    <a:pt x="879424" y="166446"/>
                  </a:lnTo>
                  <a:lnTo>
                    <a:pt x="899629" y="127127"/>
                  </a:lnTo>
                  <a:lnTo>
                    <a:pt x="902512" y="111226"/>
                  </a:lnTo>
                  <a:lnTo>
                    <a:pt x="903478" y="93980"/>
                  </a:lnTo>
                  <a:close/>
                </a:path>
                <a:path extrusionOk="0" h="2115820" w="3768090">
                  <a:moveTo>
                    <a:pt x="917194" y="1267460"/>
                  </a:moveTo>
                  <a:lnTo>
                    <a:pt x="908456" y="1219695"/>
                  </a:lnTo>
                  <a:lnTo>
                    <a:pt x="882865" y="1185545"/>
                  </a:lnTo>
                  <a:lnTo>
                    <a:pt x="857377" y="1173480"/>
                  </a:lnTo>
                  <a:lnTo>
                    <a:pt x="854710" y="1181100"/>
                  </a:lnTo>
                  <a:lnTo>
                    <a:pt x="865555" y="1185824"/>
                  </a:lnTo>
                  <a:lnTo>
                    <a:pt x="874903" y="1192339"/>
                  </a:lnTo>
                  <a:lnTo>
                    <a:pt x="897280" y="1235824"/>
                  </a:lnTo>
                  <a:lnTo>
                    <a:pt x="900049" y="1266444"/>
                  </a:lnTo>
                  <a:lnTo>
                    <a:pt x="899350" y="1283017"/>
                  </a:lnTo>
                  <a:lnTo>
                    <a:pt x="889000" y="1323594"/>
                  </a:lnTo>
                  <a:lnTo>
                    <a:pt x="854964" y="1353693"/>
                  </a:lnTo>
                  <a:lnTo>
                    <a:pt x="857377" y="1361313"/>
                  </a:lnTo>
                  <a:lnTo>
                    <a:pt x="893140" y="1339926"/>
                  </a:lnTo>
                  <a:lnTo>
                    <a:pt x="913345" y="1300619"/>
                  </a:lnTo>
                  <a:lnTo>
                    <a:pt x="916228" y="1284706"/>
                  </a:lnTo>
                  <a:lnTo>
                    <a:pt x="917194" y="1267460"/>
                  </a:lnTo>
                  <a:close/>
                </a:path>
                <a:path extrusionOk="0" h="2115820" w="3768090">
                  <a:moveTo>
                    <a:pt x="1399159" y="7620"/>
                  </a:moveTo>
                  <a:lnTo>
                    <a:pt x="1396492" y="0"/>
                  </a:lnTo>
                  <a:lnTo>
                    <a:pt x="1382839" y="4927"/>
                  </a:lnTo>
                  <a:lnTo>
                    <a:pt x="1370876" y="12065"/>
                  </a:lnTo>
                  <a:lnTo>
                    <a:pt x="1345272" y="46215"/>
                  </a:lnTo>
                  <a:lnTo>
                    <a:pt x="1336548" y="93980"/>
                  </a:lnTo>
                  <a:lnTo>
                    <a:pt x="1337513" y="111226"/>
                  </a:lnTo>
                  <a:lnTo>
                    <a:pt x="1352042" y="154940"/>
                  </a:lnTo>
                  <a:lnTo>
                    <a:pt x="1382788" y="182918"/>
                  </a:lnTo>
                  <a:lnTo>
                    <a:pt x="1396492" y="187833"/>
                  </a:lnTo>
                  <a:lnTo>
                    <a:pt x="1398778" y="180213"/>
                  </a:lnTo>
                  <a:lnTo>
                    <a:pt x="1388084" y="175475"/>
                  </a:lnTo>
                  <a:lnTo>
                    <a:pt x="1378864" y="168884"/>
                  </a:lnTo>
                  <a:lnTo>
                    <a:pt x="1356461" y="124587"/>
                  </a:lnTo>
                  <a:lnTo>
                    <a:pt x="1353693" y="92964"/>
                  </a:lnTo>
                  <a:lnTo>
                    <a:pt x="1354378" y="76936"/>
                  </a:lnTo>
                  <a:lnTo>
                    <a:pt x="1364869" y="37338"/>
                  </a:lnTo>
                  <a:lnTo>
                    <a:pt x="1388300" y="12344"/>
                  </a:lnTo>
                  <a:lnTo>
                    <a:pt x="1399159" y="7620"/>
                  </a:lnTo>
                  <a:close/>
                </a:path>
                <a:path extrusionOk="0" h="2115820" w="3768090">
                  <a:moveTo>
                    <a:pt x="1411351" y="1027176"/>
                  </a:moveTo>
                  <a:lnTo>
                    <a:pt x="1408684" y="1019556"/>
                  </a:lnTo>
                  <a:lnTo>
                    <a:pt x="1395031" y="1024483"/>
                  </a:lnTo>
                  <a:lnTo>
                    <a:pt x="1383068" y="1031621"/>
                  </a:lnTo>
                  <a:lnTo>
                    <a:pt x="1357464" y="1065771"/>
                  </a:lnTo>
                  <a:lnTo>
                    <a:pt x="1348740" y="1113536"/>
                  </a:lnTo>
                  <a:lnTo>
                    <a:pt x="1349705" y="1130782"/>
                  </a:lnTo>
                  <a:lnTo>
                    <a:pt x="1364234" y="1174496"/>
                  </a:lnTo>
                  <a:lnTo>
                    <a:pt x="1394980" y="1202474"/>
                  </a:lnTo>
                  <a:lnTo>
                    <a:pt x="1408684" y="1207389"/>
                  </a:lnTo>
                  <a:lnTo>
                    <a:pt x="1410970" y="1199769"/>
                  </a:lnTo>
                  <a:lnTo>
                    <a:pt x="1400276" y="1195031"/>
                  </a:lnTo>
                  <a:lnTo>
                    <a:pt x="1391056" y="1188440"/>
                  </a:lnTo>
                  <a:lnTo>
                    <a:pt x="1368653" y="1144155"/>
                  </a:lnTo>
                  <a:lnTo>
                    <a:pt x="1365885" y="1112520"/>
                  </a:lnTo>
                  <a:lnTo>
                    <a:pt x="1366570" y="1096492"/>
                  </a:lnTo>
                  <a:lnTo>
                    <a:pt x="1377061" y="1056894"/>
                  </a:lnTo>
                  <a:lnTo>
                    <a:pt x="1400492" y="1031900"/>
                  </a:lnTo>
                  <a:lnTo>
                    <a:pt x="1411351" y="1027176"/>
                  </a:lnTo>
                  <a:close/>
                </a:path>
                <a:path extrusionOk="0" h="2115820" w="3768090">
                  <a:moveTo>
                    <a:pt x="1432687" y="1935480"/>
                  </a:moveTo>
                  <a:lnTo>
                    <a:pt x="1430020" y="1927860"/>
                  </a:lnTo>
                  <a:lnTo>
                    <a:pt x="1416367" y="1932787"/>
                  </a:lnTo>
                  <a:lnTo>
                    <a:pt x="1404404" y="1939925"/>
                  </a:lnTo>
                  <a:lnTo>
                    <a:pt x="1378800" y="1974075"/>
                  </a:lnTo>
                  <a:lnTo>
                    <a:pt x="1370076" y="2021840"/>
                  </a:lnTo>
                  <a:lnTo>
                    <a:pt x="1371041" y="2039086"/>
                  </a:lnTo>
                  <a:lnTo>
                    <a:pt x="1385570" y="2082800"/>
                  </a:lnTo>
                  <a:lnTo>
                    <a:pt x="1416316" y="2110778"/>
                  </a:lnTo>
                  <a:lnTo>
                    <a:pt x="1430020" y="2115693"/>
                  </a:lnTo>
                  <a:lnTo>
                    <a:pt x="1432306" y="2108073"/>
                  </a:lnTo>
                  <a:lnTo>
                    <a:pt x="1421612" y="2103335"/>
                  </a:lnTo>
                  <a:lnTo>
                    <a:pt x="1412392" y="2096744"/>
                  </a:lnTo>
                  <a:lnTo>
                    <a:pt x="1389989" y="2052459"/>
                  </a:lnTo>
                  <a:lnTo>
                    <a:pt x="1387221" y="2020824"/>
                  </a:lnTo>
                  <a:lnTo>
                    <a:pt x="1387906" y="2004796"/>
                  </a:lnTo>
                  <a:lnTo>
                    <a:pt x="1398397" y="1965198"/>
                  </a:lnTo>
                  <a:lnTo>
                    <a:pt x="1421828" y="1940204"/>
                  </a:lnTo>
                  <a:lnTo>
                    <a:pt x="1432687" y="1935480"/>
                  </a:lnTo>
                  <a:close/>
                </a:path>
                <a:path extrusionOk="0" h="2115820" w="3768090">
                  <a:moveTo>
                    <a:pt x="1802638" y="93980"/>
                  </a:moveTo>
                  <a:lnTo>
                    <a:pt x="1793900" y="46215"/>
                  </a:lnTo>
                  <a:lnTo>
                    <a:pt x="1768309" y="12065"/>
                  </a:lnTo>
                  <a:lnTo>
                    <a:pt x="1742821" y="0"/>
                  </a:lnTo>
                  <a:lnTo>
                    <a:pt x="1740154" y="7620"/>
                  </a:lnTo>
                  <a:lnTo>
                    <a:pt x="1751012" y="12344"/>
                  </a:lnTo>
                  <a:lnTo>
                    <a:pt x="1760347" y="18859"/>
                  </a:lnTo>
                  <a:lnTo>
                    <a:pt x="1782724" y="62344"/>
                  </a:lnTo>
                  <a:lnTo>
                    <a:pt x="1785493" y="92964"/>
                  </a:lnTo>
                  <a:lnTo>
                    <a:pt x="1784794" y="109537"/>
                  </a:lnTo>
                  <a:lnTo>
                    <a:pt x="1774444" y="150114"/>
                  </a:lnTo>
                  <a:lnTo>
                    <a:pt x="1740408" y="180213"/>
                  </a:lnTo>
                  <a:lnTo>
                    <a:pt x="1742821" y="187833"/>
                  </a:lnTo>
                  <a:lnTo>
                    <a:pt x="1778584" y="166446"/>
                  </a:lnTo>
                  <a:lnTo>
                    <a:pt x="1798789" y="127127"/>
                  </a:lnTo>
                  <a:lnTo>
                    <a:pt x="1801672" y="111226"/>
                  </a:lnTo>
                  <a:lnTo>
                    <a:pt x="1802638" y="93980"/>
                  </a:lnTo>
                  <a:close/>
                </a:path>
                <a:path extrusionOk="0" h="2115820" w="3768090">
                  <a:moveTo>
                    <a:pt x="1814830" y="1113536"/>
                  </a:moveTo>
                  <a:lnTo>
                    <a:pt x="1806092" y="1065771"/>
                  </a:lnTo>
                  <a:lnTo>
                    <a:pt x="1780501" y="1031621"/>
                  </a:lnTo>
                  <a:lnTo>
                    <a:pt x="1755013" y="1019556"/>
                  </a:lnTo>
                  <a:lnTo>
                    <a:pt x="1752346" y="1027176"/>
                  </a:lnTo>
                  <a:lnTo>
                    <a:pt x="1763204" y="1031900"/>
                  </a:lnTo>
                  <a:lnTo>
                    <a:pt x="1772539" y="1038415"/>
                  </a:lnTo>
                  <a:lnTo>
                    <a:pt x="1794916" y="1081900"/>
                  </a:lnTo>
                  <a:lnTo>
                    <a:pt x="1797685" y="1112520"/>
                  </a:lnTo>
                  <a:lnTo>
                    <a:pt x="1796986" y="1129106"/>
                  </a:lnTo>
                  <a:lnTo>
                    <a:pt x="1786636" y="1169670"/>
                  </a:lnTo>
                  <a:lnTo>
                    <a:pt x="1752600" y="1199769"/>
                  </a:lnTo>
                  <a:lnTo>
                    <a:pt x="1755013" y="1207389"/>
                  </a:lnTo>
                  <a:lnTo>
                    <a:pt x="1790776" y="1186002"/>
                  </a:lnTo>
                  <a:lnTo>
                    <a:pt x="1810981" y="1146683"/>
                  </a:lnTo>
                  <a:lnTo>
                    <a:pt x="1813864" y="1130782"/>
                  </a:lnTo>
                  <a:lnTo>
                    <a:pt x="1814830" y="1113536"/>
                  </a:lnTo>
                  <a:close/>
                </a:path>
                <a:path extrusionOk="0" h="2115820" w="3768090">
                  <a:moveTo>
                    <a:pt x="1836166" y="2021840"/>
                  </a:moveTo>
                  <a:lnTo>
                    <a:pt x="1827428" y="1974075"/>
                  </a:lnTo>
                  <a:lnTo>
                    <a:pt x="1801837" y="1939925"/>
                  </a:lnTo>
                  <a:lnTo>
                    <a:pt x="1776349" y="1927860"/>
                  </a:lnTo>
                  <a:lnTo>
                    <a:pt x="1773682" y="1935480"/>
                  </a:lnTo>
                  <a:lnTo>
                    <a:pt x="1784540" y="1940204"/>
                  </a:lnTo>
                  <a:lnTo>
                    <a:pt x="1793875" y="1946719"/>
                  </a:lnTo>
                  <a:lnTo>
                    <a:pt x="1816252" y="1990204"/>
                  </a:lnTo>
                  <a:lnTo>
                    <a:pt x="1819021" y="2020824"/>
                  </a:lnTo>
                  <a:lnTo>
                    <a:pt x="1818322" y="2037410"/>
                  </a:lnTo>
                  <a:lnTo>
                    <a:pt x="1807972" y="2077974"/>
                  </a:lnTo>
                  <a:lnTo>
                    <a:pt x="1773936" y="2108073"/>
                  </a:lnTo>
                  <a:lnTo>
                    <a:pt x="1776349" y="2115693"/>
                  </a:lnTo>
                  <a:lnTo>
                    <a:pt x="1812112" y="2094306"/>
                  </a:lnTo>
                  <a:lnTo>
                    <a:pt x="1832317" y="2054987"/>
                  </a:lnTo>
                  <a:lnTo>
                    <a:pt x="1835200" y="2039086"/>
                  </a:lnTo>
                  <a:lnTo>
                    <a:pt x="1836166" y="2021840"/>
                  </a:lnTo>
                  <a:close/>
                </a:path>
                <a:path extrusionOk="0" h="2115820" w="3768090">
                  <a:moveTo>
                    <a:pt x="2031619" y="7620"/>
                  </a:moveTo>
                  <a:lnTo>
                    <a:pt x="2028952" y="0"/>
                  </a:lnTo>
                  <a:lnTo>
                    <a:pt x="2015299" y="4927"/>
                  </a:lnTo>
                  <a:lnTo>
                    <a:pt x="2003336" y="12065"/>
                  </a:lnTo>
                  <a:lnTo>
                    <a:pt x="1977732" y="46215"/>
                  </a:lnTo>
                  <a:lnTo>
                    <a:pt x="1969008" y="93980"/>
                  </a:lnTo>
                  <a:lnTo>
                    <a:pt x="1969973" y="111226"/>
                  </a:lnTo>
                  <a:lnTo>
                    <a:pt x="1984502" y="154940"/>
                  </a:lnTo>
                  <a:lnTo>
                    <a:pt x="2015248" y="182918"/>
                  </a:lnTo>
                  <a:lnTo>
                    <a:pt x="2028952" y="187833"/>
                  </a:lnTo>
                  <a:lnTo>
                    <a:pt x="2031238" y="180213"/>
                  </a:lnTo>
                  <a:lnTo>
                    <a:pt x="2020544" y="175475"/>
                  </a:lnTo>
                  <a:lnTo>
                    <a:pt x="2011324" y="168884"/>
                  </a:lnTo>
                  <a:lnTo>
                    <a:pt x="1988921" y="124587"/>
                  </a:lnTo>
                  <a:lnTo>
                    <a:pt x="1986153" y="92964"/>
                  </a:lnTo>
                  <a:lnTo>
                    <a:pt x="1986838" y="76936"/>
                  </a:lnTo>
                  <a:lnTo>
                    <a:pt x="1997329" y="37338"/>
                  </a:lnTo>
                  <a:lnTo>
                    <a:pt x="2020760" y="12344"/>
                  </a:lnTo>
                  <a:lnTo>
                    <a:pt x="2031619" y="7620"/>
                  </a:lnTo>
                  <a:close/>
                </a:path>
                <a:path extrusionOk="0" h="2115820" w="3768090">
                  <a:moveTo>
                    <a:pt x="2045335" y="1027176"/>
                  </a:moveTo>
                  <a:lnTo>
                    <a:pt x="2042668" y="1019556"/>
                  </a:lnTo>
                  <a:lnTo>
                    <a:pt x="2029015" y="1024483"/>
                  </a:lnTo>
                  <a:lnTo>
                    <a:pt x="2017052" y="1031621"/>
                  </a:lnTo>
                  <a:lnTo>
                    <a:pt x="1991448" y="1065771"/>
                  </a:lnTo>
                  <a:lnTo>
                    <a:pt x="1982724" y="1113536"/>
                  </a:lnTo>
                  <a:lnTo>
                    <a:pt x="1983689" y="1130782"/>
                  </a:lnTo>
                  <a:lnTo>
                    <a:pt x="1998218" y="1174496"/>
                  </a:lnTo>
                  <a:lnTo>
                    <a:pt x="2028964" y="1202474"/>
                  </a:lnTo>
                  <a:lnTo>
                    <a:pt x="2042668" y="1207389"/>
                  </a:lnTo>
                  <a:lnTo>
                    <a:pt x="2044954" y="1199769"/>
                  </a:lnTo>
                  <a:lnTo>
                    <a:pt x="2034260" y="1195031"/>
                  </a:lnTo>
                  <a:lnTo>
                    <a:pt x="2025040" y="1188440"/>
                  </a:lnTo>
                  <a:lnTo>
                    <a:pt x="2002637" y="1144155"/>
                  </a:lnTo>
                  <a:lnTo>
                    <a:pt x="1999869" y="1112520"/>
                  </a:lnTo>
                  <a:lnTo>
                    <a:pt x="2000554" y="1096492"/>
                  </a:lnTo>
                  <a:lnTo>
                    <a:pt x="2011045" y="1056894"/>
                  </a:lnTo>
                  <a:lnTo>
                    <a:pt x="2034476" y="1031900"/>
                  </a:lnTo>
                  <a:lnTo>
                    <a:pt x="2045335" y="1027176"/>
                  </a:lnTo>
                  <a:close/>
                </a:path>
                <a:path extrusionOk="0" h="2115820" w="3768090">
                  <a:moveTo>
                    <a:pt x="2066671" y="1935480"/>
                  </a:moveTo>
                  <a:lnTo>
                    <a:pt x="2064004" y="1927860"/>
                  </a:lnTo>
                  <a:lnTo>
                    <a:pt x="2050351" y="1932787"/>
                  </a:lnTo>
                  <a:lnTo>
                    <a:pt x="2038388" y="1939925"/>
                  </a:lnTo>
                  <a:lnTo>
                    <a:pt x="2012784" y="1974075"/>
                  </a:lnTo>
                  <a:lnTo>
                    <a:pt x="2004060" y="2021840"/>
                  </a:lnTo>
                  <a:lnTo>
                    <a:pt x="2005025" y="2039086"/>
                  </a:lnTo>
                  <a:lnTo>
                    <a:pt x="2019554" y="2082800"/>
                  </a:lnTo>
                  <a:lnTo>
                    <a:pt x="2050300" y="2110778"/>
                  </a:lnTo>
                  <a:lnTo>
                    <a:pt x="2064004" y="2115693"/>
                  </a:lnTo>
                  <a:lnTo>
                    <a:pt x="2066290" y="2108073"/>
                  </a:lnTo>
                  <a:lnTo>
                    <a:pt x="2055596" y="2103335"/>
                  </a:lnTo>
                  <a:lnTo>
                    <a:pt x="2046376" y="2096744"/>
                  </a:lnTo>
                  <a:lnTo>
                    <a:pt x="2023973" y="2052459"/>
                  </a:lnTo>
                  <a:lnTo>
                    <a:pt x="2021205" y="2020824"/>
                  </a:lnTo>
                  <a:lnTo>
                    <a:pt x="2021890" y="2004796"/>
                  </a:lnTo>
                  <a:lnTo>
                    <a:pt x="2032381" y="1965198"/>
                  </a:lnTo>
                  <a:lnTo>
                    <a:pt x="2055812" y="1940204"/>
                  </a:lnTo>
                  <a:lnTo>
                    <a:pt x="2066671" y="1935480"/>
                  </a:lnTo>
                  <a:close/>
                </a:path>
                <a:path extrusionOk="0" h="2115820" w="3768090">
                  <a:moveTo>
                    <a:pt x="2173351" y="1645920"/>
                  </a:moveTo>
                  <a:lnTo>
                    <a:pt x="2170684" y="1638300"/>
                  </a:lnTo>
                  <a:lnTo>
                    <a:pt x="2157031" y="1643227"/>
                  </a:lnTo>
                  <a:lnTo>
                    <a:pt x="2145068" y="1650365"/>
                  </a:lnTo>
                  <a:lnTo>
                    <a:pt x="2119465" y="1684515"/>
                  </a:lnTo>
                  <a:lnTo>
                    <a:pt x="2110740" y="1732280"/>
                  </a:lnTo>
                  <a:lnTo>
                    <a:pt x="2111705" y="1749526"/>
                  </a:lnTo>
                  <a:lnTo>
                    <a:pt x="2126234" y="1793240"/>
                  </a:lnTo>
                  <a:lnTo>
                    <a:pt x="2156980" y="1821218"/>
                  </a:lnTo>
                  <a:lnTo>
                    <a:pt x="2170684" y="1826133"/>
                  </a:lnTo>
                  <a:lnTo>
                    <a:pt x="2172970" y="1818513"/>
                  </a:lnTo>
                  <a:lnTo>
                    <a:pt x="2162276" y="1813775"/>
                  </a:lnTo>
                  <a:lnTo>
                    <a:pt x="2153056" y="1807184"/>
                  </a:lnTo>
                  <a:lnTo>
                    <a:pt x="2130653" y="1762887"/>
                  </a:lnTo>
                  <a:lnTo>
                    <a:pt x="2127885" y="1731264"/>
                  </a:lnTo>
                  <a:lnTo>
                    <a:pt x="2128570" y="1715236"/>
                  </a:lnTo>
                  <a:lnTo>
                    <a:pt x="2139061" y="1675638"/>
                  </a:lnTo>
                  <a:lnTo>
                    <a:pt x="2162492" y="1650644"/>
                  </a:lnTo>
                  <a:lnTo>
                    <a:pt x="2173351" y="1645920"/>
                  </a:lnTo>
                  <a:close/>
                </a:path>
                <a:path extrusionOk="0" h="2115820" w="3768090">
                  <a:moveTo>
                    <a:pt x="2230882" y="93980"/>
                  </a:moveTo>
                  <a:lnTo>
                    <a:pt x="2222144" y="46215"/>
                  </a:lnTo>
                  <a:lnTo>
                    <a:pt x="2196554" y="12065"/>
                  </a:lnTo>
                  <a:lnTo>
                    <a:pt x="2171065" y="0"/>
                  </a:lnTo>
                  <a:lnTo>
                    <a:pt x="2168398" y="7620"/>
                  </a:lnTo>
                  <a:lnTo>
                    <a:pt x="2179243" y="12344"/>
                  </a:lnTo>
                  <a:lnTo>
                    <a:pt x="2188591" y="18859"/>
                  </a:lnTo>
                  <a:lnTo>
                    <a:pt x="2210968" y="62344"/>
                  </a:lnTo>
                  <a:lnTo>
                    <a:pt x="2213737" y="92964"/>
                  </a:lnTo>
                  <a:lnTo>
                    <a:pt x="2213038" y="109537"/>
                  </a:lnTo>
                  <a:lnTo>
                    <a:pt x="2202688" y="150114"/>
                  </a:lnTo>
                  <a:lnTo>
                    <a:pt x="2168652" y="180213"/>
                  </a:lnTo>
                  <a:lnTo>
                    <a:pt x="2171065" y="187833"/>
                  </a:lnTo>
                  <a:lnTo>
                    <a:pt x="2206828" y="166446"/>
                  </a:lnTo>
                  <a:lnTo>
                    <a:pt x="2227034" y="127127"/>
                  </a:lnTo>
                  <a:lnTo>
                    <a:pt x="2229916" y="111226"/>
                  </a:lnTo>
                  <a:lnTo>
                    <a:pt x="2230882" y="93980"/>
                  </a:lnTo>
                  <a:close/>
                </a:path>
                <a:path extrusionOk="0" h="2115820" w="3768090">
                  <a:moveTo>
                    <a:pt x="2244598" y="1113536"/>
                  </a:moveTo>
                  <a:lnTo>
                    <a:pt x="2235860" y="1065771"/>
                  </a:lnTo>
                  <a:lnTo>
                    <a:pt x="2210270" y="1031621"/>
                  </a:lnTo>
                  <a:lnTo>
                    <a:pt x="2184781" y="1019556"/>
                  </a:lnTo>
                  <a:lnTo>
                    <a:pt x="2182114" y="1027176"/>
                  </a:lnTo>
                  <a:lnTo>
                    <a:pt x="2192959" y="1031900"/>
                  </a:lnTo>
                  <a:lnTo>
                    <a:pt x="2202294" y="1038415"/>
                  </a:lnTo>
                  <a:lnTo>
                    <a:pt x="2224684" y="1081900"/>
                  </a:lnTo>
                  <a:lnTo>
                    <a:pt x="2227453" y="1112520"/>
                  </a:lnTo>
                  <a:lnTo>
                    <a:pt x="2226754" y="1129106"/>
                  </a:lnTo>
                  <a:lnTo>
                    <a:pt x="2216404" y="1169670"/>
                  </a:lnTo>
                  <a:lnTo>
                    <a:pt x="2182368" y="1199769"/>
                  </a:lnTo>
                  <a:lnTo>
                    <a:pt x="2184781" y="1207389"/>
                  </a:lnTo>
                  <a:lnTo>
                    <a:pt x="2220544" y="1186002"/>
                  </a:lnTo>
                  <a:lnTo>
                    <a:pt x="2240750" y="1146683"/>
                  </a:lnTo>
                  <a:lnTo>
                    <a:pt x="2243632" y="1130782"/>
                  </a:lnTo>
                  <a:lnTo>
                    <a:pt x="2244598" y="1113536"/>
                  </a:lnTo>
                  <a:close/>
                </a:path>
                <a:path extrusionOk="0" h="2115820" w="3768090">
                  <a:moveTo>
                    <a:pt x="2265172" y="1260094"/>
                  </a:moveTo>
                  <a:lnTo>
                    <a:pt x="1201420" y="1260094"/>
                  </a:lnTo>
                  <a:lnTo>
                    <a:pt x="1201420" y="1273810"/>
                  </a:lnTo>
                  <a:lnTo>
                    <a:pt x="2265172" y="1273810"/>
                  </a:lnTo>
                  <a:lnTo>
                    <a:pt x="2265172" y="1260094"/>
                  </a:lnTo>
                  <a:close/>
                </a:path>
                <a:path extrusionOk="0" h="2115820" w="3768090">
                  <a:moveTo>
                    <a:pt x="2265934" y="2021840"/>
                  </a:moveTo>
                  <a:lnTo>
                    <a:pt x="2257196" y="1974075"/>
                  </a:lnTo>
                  <a:lnTo>
                    <a:pt x="2231606" y="1939925"/>
                  </a:lnTo>
                  <a:lnTo>
                    <a:pt x="2206117" y="1927860"/>
                  </a:lnTo>
                  <a:lnTo>
                    <a:pt x="2203450" y="1935480"/>
                  </a:lnTo>
                  <a:lnTo>
                    <a:pt x="2214295" y="1940204"/>
                  </a:lnTo>
                  <a:lnTo>
                    <a:pt x="2223630" y="1946719"/>
                  </a:lnTo>
                  <a:lnTo>
                    <a:pt x="2246020" y="1990204"/>
                  </a:lnTo>
                  <a:lnTo>
                    <a:pt x="2248789" y="2020824"/>
                  </a:lnTo>
                  <a:lnTo>
                    <a:pt x="2248090" y="2037410"/>
                  </a:lnTo>
                  <a:lnTo>
                    <a:pt x="2237740" y="2077974"/>
                  </a:lnTo>
                  <a:lnTo>
                    <a:pt x="2203704" y="2108073"/>
                  </a:lnTo>
                  <a:lnTo>
                    <a:pt x="2206117" y="2115693"/>
                  </a:lnTo>
                  <a:lnTo>
                    <a:pt x="2241880" y="2094306"/>
                  </a:lnTo>
                  <a:lnTo>
                    <a:pt x="2262086" y="2054987"/>
                  </a:lnTo>
                  <a:lnTo>
                    <a:pt x="2264968" y="2039086"/>
                  </a:lnTo>
                  <a:lnTo>
                    <a:pt x="2265934" y="2021840"/>
                  </a:lnTo>
                  <a:close/>
                </a:path>
                <a:path extrusionOk="0" h="2115820" w="3768090">
                  <a:moveTo>
                    <a:pt x="2576830" y="1732280"/>
                  </a:moveTo>
                  <a:lnTo>
                    <a:pt x="2568092" y="1684515"/>
                  </a:lnTo>
                  <a:lnTo>
                    <a:pt x="2542502" y="1650365"/>
                  </a:lnTo>
                  <a:lnTo>
                    <a:pt x="2517013" y="1638300"/>
                  </a:lnTo>
                  <a:lnTo>
                    <a:pt x="2514346" y="1645920"/>
                  </a:lnTo>
                  <a:lnTo>
                    <a:pt x="2525204" y="1650644"/>
                  </a:lnTo>
                  <a:lnTo>
                    <a:pt x="2534539" y="1657172"/>
                  </a:lnTo>
                  <a:lnTo>
                    <a:pt x="2556916" y="1700644"/>
                  </a:lnTo>
                  <a:lnTo>
                    <a:pt x="2559685" y="1731264"/>
                  </a:lnTo>
                  <a:lnTo>
                    <a:pt x="2558986" y="1747837"/>
                  </a:lnTo>
                  <a:lnTo>
                    <a:pt x="2548636" y="1788414"/>
                  </a:lnTo>
                  <a:lnTo>
                    <a:pt x="2514600" y="1818513"/>
                  </a:lnTo>
                  <a:lnTo>
                    <a:pt x="2517013" y="1826133"/>
                  </a:lnTo>
                  <a:lnTo>
                    <a:pt x="2552776" y="1804746"/>
                  </a:lnTo>
                  <a:lnTo>
                    <a:pt x="2572982" y="1765427"/>
                  </a:lnTo>
                  <a:lnTo>
                    <a:pt x="2575864" y="1749526"/>
                  </a:lnTo>
                  <a:lnTo>
                    <a:pt x="2576830" y="1732280"/>
                  </a:lnTo>
                  <a:close/>
                </a:path>
                <a:path extrusionOk="0" h="2115820" w="3768090">
                  <a:moveTo>
                    <a:pt x="2738755" y="1935480"/>
                  </a:moveTo>
                  <a:lnTo>
                    <a:pt x="2736088" y="1927860"/>
                  </a:lnTo>
                  <a:lnTo>
                    <a:pt x="2722435" y="1932787"/>
                  </a:lnTo>
                  <a:lnTo>
                    <a:pt x="2710472" y="1939925"/>
                  </a:lnTo>
                  <a:lnTo>
                    <a:pt x="2684869" y="1974075"/>
                  </a:lnTo>
                  <a:lnTo>
                    <a:pt x="2676144" y="2021840"/>
                  </a:lnTo>
                  <a:lnTo>
                    <a:pt x="2677109" y="2039086"/>
                  </a:lnTo>
                  <a:lnTo>
                    <a:pt x="2691638" y="2082800"/>
                  </a:lnTo>
                  <a:lnTo>
                    <a:pt x="2722384" y="2110778"/>
                  </a:lnTo>
                  <a:lnTo>
                    <a:pt x="2736088" y="2115693"/>
                  </a:lnTo>
                  <a:lnTo>
                    <a:pt x="2738374" y="2108073"/>
                  </a:lnTo>
                  <a:lnTo>
                    <a:pt x="2727680" y="2103335"/>
                  </a:lnTo>
                  <a:lnTo>
                    <a:pt x="2718460" y="2096744"/>
                  </a:lnTo>
                  <a:lnTo>
                    <a:pt x="2696057" y="2052459"/>
                  </a:lnTo>
                  <a:lnTo>
                    <a:pt x="2693289" y="2020824"/>
                  </a:lnTo>
                  <a:lnTo>
                    <a:pt x="2693974" y="2004796"/>
                  </a:lnTo>
                  <a:lnTo>
                    <a:pt x="2704465" y="1965198"/>
                  </a:lnTo>
                  <a:lnTo>
                    <a:pt x="2727896" y="1940204"/>
                  </a:lnTo>
                  <a:lnTo>
                    <a:pt x="2738755" y="1935480"/>
                  </a:lnTo>
                  <a:close/>
                </a:path>
                <a:path extrusionOk="0" h="2115820" w="3768090">
                  <a:moveTo>
                    <a:pt x="2807335" y="1645920"/>
                  </a:moveTo>
                  <a:lnTo>
                    <a:pt x="2804668" y="1638300"/>
                  </a:lnTo>
                  <a:lnTo>
                    <a:pt x="2791015" y="1643227"/>
                  </a:lnTo>
                  <a:lnTo>
                    <a:pt x="2779052" y="1650365"/>
                  </a:lnTo>
                  <a:lnTo>
                    <a:pt x="2753449" y="1684515"/>
                  </a:lnTo>
                  <a:lnTo>
                    <a:pt x="2744724" y="1732280"/>
                  </a:lnTo>
                  <a:lnTo>
                    <a:pt x="2745689" y="1749526"/>
                  </a:lnTo>
                  <a:lnTo>
                    <a:pt x="2760218" y="1793240"/>
                  </a:lnTo>
                  <a:lnTo>
                    <a:pt x="2790964" y="1821218"/>
                  </a:lnTo>
                  <a:lnTo>
                    <a:pt x="2804668" y="1826133"/>
                  </a:lnTo>
                  <a:lnTo>
                    <a:pt x="2806954" y="1818513"/>
                  </a:lnTo>
                  <a:lnTo>
                    <a:pt x="2796260" y="1813775"/>
                  </a:lnTo>
                  <a:lnTo>
                    <a:pt x="2787040" y="1807184"/>
                  </a:lnTo>
                  <a:lnTo>
                    <a:pt x="2764637" y="1762887"/>
                  </a:lnTo>
                  <a:lnTo>
                    <a:pt x="2761869" y="1731264"/>
                  </a:lnTo>
                  <a:lnTo>
                    <a:pt x="2762554" y="1715236"/>
                  </a:lnTo>
                  <a:lnTo>
                    <a:pt x="2773045" y="1675638"/>
                  </a:lnTo>
                  <a:lnTo>
                    <a:pt x="2796476" y="1650644"/>
                  </a:lnTo>
                  <a:lnTo>
                    <a:pt x="2807335" y="1645920"/>
                  </a:lnTo>
                  <a:close/>
                </a:path>
                <a:path extrusionOk="0" h="2115820" w="3768090">
                  <a:moveTo>
                    <a:pt x="3006598" y="1732280"/>
                  </a:moveTo>
                  <a:lnTo>
                    <a:pt x="2997860" y="1684515"/>
                  </a:lnTo>
                  <a:lnTo>
                    <a:pt x="2972270" y="1650365"/>
                  </a:lnTo>
                  <a:lnTo>
                    <a:pt x="2946781" y="1638300"/>
                  </a:lnTo>
                  <a:lnTo>
                    <a:pt x="2944114" y="1645920"/>
                  </a:lnTo>
                  <a:lnTo>
                    <a:pt x="2954959" y="1650644"/>
                  </a:lnTo>
                  <a:lnTo>
                    <a:pt x="2964294" y="1657172"/>
                  </a:lnTo>
                  <a:lnTo>
                    <a:pt x="2986684" y="1700644"/>
                  </a:lnTo>
                  <a:lnTo>
                    <a:pt x="2989453" y="1731264"/>
                  </a:lnTo>
                  <a:lnTo>
                    <a:pt x="2988754" y="1747837"/>
                  </a:lnTo>
                  <a:lnTo>
                    <a:pt x="2978404" y="1788414"/>
                  </a:lnTo>
                  <a:lnTo>
                    <a:pt x="2944368" y="1818513"/>
                  </a:lnTo>
                  <a:lnTo>
                    <a:pt x="2946781" y="1826133"/>
                  </a:lnTo>
                  <a:lnTo>
                    <a:pt x="2982544" y="1804746"/>
                  </a:lnTo>
                  <a:lnTo>
                    <a:pt x="3002750" y="1765427"/>
                  </a:lnTo>
                  <a:lnTo>
                    <a:pt x="3005632" y="1749526"/>
                  </a:lnTo>
                  <a:lnTo>
                    <a:pt x="3006598" y="1732280"/>
                  </a:lnTo>
                  <a:close/>
                </a:path>
                <a:path extrusionOk="0" h="2115820" w="3768090">
                  <a:moveTo>
                    <a:pt x="3230626" y="2021840"/>
                  </a:moveTo>
                  <a:lnTo>
                    <a:pt x="3221888" y="1974075"/>
                  </a:lnTo>
                  <a:lnTo>
                    <a:pt x="3196298" y="1939925"/>
                  </a:lnTo>
                  <a:lnTo>
                    <a:pt x="3170809" y="1927860"/>
                  </a:lnTo>
                  <a:lnTo>
                    <a:pt x="3168142" y="1935480"/>
                  </a:lnTo>
                  <a:lnTo>
                    <a:pt x="3179000" y="1940204"/>
                  </a:lnTo>
                  <a:lnTo>
                    <a:pt x="3188335" y="1946719"/>
                  </a:lnTo>
                  <a:lnTo>
                    <a:pt x="3210712" y="1990204"/>
                  </a:lnTo>
                  <a:lnTo>
                    <a:pt x="3213481" y="2020824"/>
                  </a:lnTo>
                  <a:lnTo>
                    <a:pt x="3212782" y="2037410"/>
                  </a:lnTo>
                  <a:lnTo>
                    <a:pt x="3202432" y="2077974"/>
                  </a:lnTo>
                  <a:lnTo>
                    <a:pt x="3168396" y="2108073"/>
                  </a:lnTo>
                  <a:lnTo>
                    <a:pt x="3170809" y="2115693"/>
                  </a:lnTo>
                  <a:lnTo>
                    <a:pt x="3206572" y="2094306"/>
                  </a:lnTo>
                  <a:lnTo>
                    <a:pt x="3226778" y="2054987"/>
                  </a:lnTo>
                  <a:lnTo>
                    <a:pt x="3229660" y="2039086"/>
                  </a:lnTo>
                  <a:lnTo>
                    <a:pt x="3230626" y="2021840"/>
                  </a:lnTo>
                  <a:close/>
                </a:path>
                <a:path extrusionOk="0" h="2115820" w="3768090">
                  <a:moveTo>
                    <a:pt x="3459607" y="1935480"/>
                  </a:moveTo>
                  <a:lnTo>
                    <a:pt x="3456940" y="1927860"/>
                  </a:lnTo>
                  <a:lnTo>
                    <a:pt x="3443287" y="1932787"/>
                  </a:lnTo>
                  <a:lnTo>
                    <a:pt x="3431324" y="1939925"/>
                  </a:lnTo>
                  <a:lnTo>
                    <a:pt x="3405721" y="1974075"/>
                  </a:lnTo>
                  <a:lnTo>
                    <a:pt x="3396996" y="2021840"/>
                  </a:lnTo>
                  <a:lnTo>
                    <a:pt x="3397961" y="2039086"/>
                  </a:lnTo>
                  <a:lnTo>
                    <a:pt x="3412490" y="2082800"/>
                  </a:lnTo>
                  <a:lnTo>
                    <a:pt x="3443236" y="2110778"/>
                  </a:lnTo>
                  <a:lnTo>
                    <a:pt x="3456940" y="2115693"/>
                  </a:lnTo>
                  <a:lnTo>
                    <a:pt x="3459226" y="2108073"/>
                  </a:lnTo>
                  <a:lnTo>
                    <a:pt x="3448532" y="2103335"/>
                  </a:lnTo>
                  <a:lnTo>
                    <a:pt x="3439312" y="2096744"/>
                  </a:lnTo>
                  <a:lnTo>
                    <a:pt x="3416909" y="2052459"/>
                  </a:lnTo>
                  <a:lnTo>
                    <a:pt x="3414141" y="2020824"/>
                  </a:lnTo>
                  <a:lnTo>
                    <a:pt x="3414826" y="2004796"/>
                  </a:lnTo>
                  <a:lnTo>
                    <a:pt x="3425317" y="1965198"/>
                  </a:lnTo>
                  <a:lnTo>
                    <a:pt x="3448748" y="1940204"/>
                  </a:lnTo>
                  <a:lnTo>
                    <a:pt x="3459607" y="1935480"/>
                  </a:lnTo>
                  <a:close/>
                </a:path>
                <a:path extrusionOk="0" h="2115820" w="3768090">
                  <a:moveTo>
                    <a:pt x="3748786" y="2021840"/>
                  </a:moveTo>
                  <a:lnTo>
                    <a:pt x="3740048" y="1974075"/>
                  </a:lnTo>
                  <a:lnTo>
                    <a:pt x="3714458" y="1939925"/>
                  </a:lnTo>
                  <a:lnTo>
                    <a:pt x="3688969" y="1927860"/>
                  </a:lnTo>
                  <a:lnTo>
                    <a:pt x="3686302" y="1935480"/>
                  </a:lnTo>
                  <a:lnTo>
                    <a:pt x="3697160" y="1940204"/>
                  </a:lnTo>
                  <a:lnTo>
                    <a:pt x="3706495" y="1946719"/>
                  </a:lnTo>
                  <a:lnTo>
                    <a:pt x="3728872" y="1990204"/>
                  </a:lnTo>
                  <a:lnTo>
                    <a:pt x="3731641" y="2020824"/>
                  </a:lnTo>
                  <a:lnTo>
                    <a:pt x="3730942" y="2037410"/>
                  </a:lnTo>
                  <a:lnTo>
                    <a:pt x="3720592" y="2077974"/>
                  </a:lnTo>
                  <a:lnTo>
                    <a:pt x="3686556" y="2108073"/>
                  </a:lnTo>
                  <a:lnTo>
                    <a:pt x="3688969" y="2115693"/>
                  </a:lnTo>
                  <a:lnTo>
                    <a:pt x="3724732" y="2094306"/>
                  </a:lnTo>
                  <a:lnTo>
                    <a:pt x="3744938" y="2054987"/>
                  </a:lnTo>
                  <a:lnTo>
                    <a:pt x="3747820" y="2039086"/>
                  </a:lnTo>
                  <a:lnTo>
                    <a:pt x="3748786" y="2021840"/>
                  </a:lnTo>
                  <a:close/>
                </a:path>
                <a:path extrusionOk="0" h="2115820" w="3768090">
                  <a:moveTo>
                    <a:pt x="3767836" y="1878838"/>
                  </a:moveTo>
                  <a:lnTo>
                    <a:pt x="1222756" y="1878838"/>
                  </a:lnTo>
                  <a:lnTo>
                    <a:pt x="1222756" y="1892554"/>
                  </a:lnTo>
                  <a:lnTo>
                    <a:pt x="3767836" y="1892554"/>
                  </a:lnTo>
                  <a:lnTo>
                    <a:pt x="3767836" y="1878838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51" name="Google Shape;651;p31"/>
          <p:cNvSpPr txBox="1"/>
          <p:nvPr/>
        </p:nvSpPr>
        <p:spPr>
          <a:xfrm>
            <a:off x="2807207" y="1773935"/>
            <a:ext cx="4288790" cy="2383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425">
            <a:spAutoFit/>
          </a:bodyPr>
          <a:lstStyle/>
          <a:p>
            <a:pPr indent="0" lvl="0" marL="1435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𝐴|𝐵 𝑃 𝐵	= 𝑃  𝐵|𝐴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0" lvl="0" marL="0" marR="315595" rtl="0" algn="ctr">
              <a:lnSpc>
                <a:spcPct val="97812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𝐵|𝐴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2248535" rtl="0" algn="ctr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𝐴|𝐵	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228600" rtl="0" algn="ctr">
              <a:lnSpc>
                <a:spcPct val="9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𝑃(𝐵)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200150" marR="0" rtl="0" algn="ctr">
              <a:lnSpc>
                <a:spcPct val="97812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𝐵|𝐴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1515110" rtl="0" algn="ctr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187450" marR="0" rtl="0" algn="ctr">
              <a:lnSpc>
                <a:spcPct val="8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𝐵|𝐴 𝑃 𝐴	+ 𝑃 𝐵|𝐴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</a:t>
            </a:r>
            <a:endParaRPr baseline="30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1"/>
          <p:cNvSpPr/>
          <p:nvPr/>
        </p:nvSpPr>
        <p:spPr>
          <a:xfrm>
            <a:off x="4105655" y="2273045"/>
            <a:ext cx="86995" cy="381635"/>
          </a:xfrm>
          <a:custGeom>
            <a:rect b="b" l="l" r="r" t="t"/>
            <a:pathLst>
              <a:path extrusionOk="0" h="381635" w="86995">
                <a:moveTo>
                  <a:pt x="28956" y="294513"/>
                </a:moveTo>
                <a:lnTo>
                  <a:pt x="0" y="294513"/>
                </a:lnTo>
                <a:lnTo>
                  <a:pt x="43434" y="381380"/>
                </a:lnTo>
                <a:lnTo>
                  <a:pt x="79629" y="308990"/>
                </a:lnTo>
                <a:lnTo>
                  <a:pt x="28956" y="308990"/>
                </a:lnTo>
                <a:lnTo>
                  <a:pt x="28956" y="294513"/>
                </a:lnTo>
                <a:close/>
              </a:path>
              <a:path extrusionOk="0" h="381635" w="86995">
                <a:moveTo>
                  <a:pt x="57912" y="0"/>
                </a:moveTo>
                <a:lnTo>
                  <a:pt x="28956" y="0"/>
                </a:lnTo>
                <a:lnTo>
                  <a:pt x="28956" y="308990"/>
                </a:lnTo>
                <a:lnTo>
                  <a:pt x="57912" y="308990"/>
                </a:lnTo>
                <a:lnTo>
                  <a:pt x="57912" y="0"/>
                </a:lnTo>
                <a:close/>
              </a:path>
              <a:path extrusionOk="0" h="381635" w="86995">
                <a:moveTo>
                  <a:pt x="86868" y="294513"/>
                </a:moveTo>
                <a:lnTo>
                  <a:pt x="57912" y="294513"/>
                </a:lnTo>
                <a:lnTo>
                  <a:pt x="57912" y="308990"/>
                </a:lnTo>
                <a:lnTo>
                  <a:pt x="79629" y="308990"/>
                </a:lnTo>
                <a:lnTo>
                  <a:pt x="86868" y="294513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2"/>
          <p:cNvSpPr/>
          <p:nvPr/>
        </p:nvSpPr>
        <p:spPr>
          <a:xfrm>
            <a:off x="9360448" y="6524434"/>
            <a:ext cx="83017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8" name="Google Shape;658;p3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9" name="Google Shape;659;p3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0" name="Google Shape;660;p32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1" name="Google Shape;661;p3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2" name="Google Shape;662;p32"/>
          <p:cNvSpPr/>
          <p:nvPr/>
        </p:nvSpPr>
        <p:spPr>
          <a:xfrm>
            <a:off x="554736" y="1449324"/>
            <a:ext cx="3435858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663" name="Google Shape;663;p32"/>
          <p:cNvGrpSpPr/>
          <p:nvPr/>
        </p:nvGrpSpPr>
        <p:grpSpPr>
          <a:xfrm>
            <a:off x="3044951" y="1773935"/>
            <a:ext cx="3813175" cy="713740"/>
            <a:chOff x="3044951" y="1773935"/>
            <a:chExt cx="3813175" cy="713740"/>
          </a:xfrm>
        </p:grpSpPr>
        <p:sp>
          <p:nvSpPr>
            <p:cNvPr id="664" name="Google Shape;664;p32"/>
            <p:cNvSpPr/>
            <p:nvPr/>
          </p:nvSpPr>
          <p:spPr>
            <a:xfrm>
              <a:off x="3044951" y="1773935"/>
              <a:ext cx="3813175" cy="713740"/>
            </a:xfrm>
            <a:custGeom>
              <a:rect b="b" l="l" r="r" t="t"/>
              <a:pathLst>
                <a:path extrusionOk="0" h="713739" w="3813175">
                  <a:moveTo>
                    <a:pt x="3813048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3813048" y="713232"/>
                  </a:lnTo>
                  <a:lnTo>
                    <a:pt x="381304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3370072" y="1853183"/>
              <a:ext cx="3296920" cy="477520"/>
            </a:xfrm>
            <a:custGeom>
              <a:rect b="b" l="l" r="r" t="t"/>
              <a:pathLst>
                <a:path extrusionOk="0" h="477519" w="3296920">
                  <a:moveTo>
                    <a:pt x="62611" y="161544"/>
                  </a:moveTo>
                  <a:lnTo>
                    <a:pt x="59944" y="153924"/>
                  </a:lnTo>
                  <a:lnTo>
                    <a:pt x="46291" y="158838"/>
                  </a:lnTo>
                  <a:lnTo>
                    <a:pt x="34328" y="165950"/>
                  </a:lnTo>
                  <a:lnTo>
                    <a:pt x="8724" y="200075"/>
                  </a:lnTo>
                  <a:lnTo>
                    <a:pt x="0" y="247777"/>
                  </a:lnTo>
                  <a:lnTo>
                    <a:pt x="965" y="265023"/>
                  </a:lnTo>
                  <a:lnTo>
                    <a:pt x="15494" y="308864"/>
                  </a:lnTo>
                  <a:lnTo>
                    <a:pt x="46240" y="336727"/>
                  </a:lnTo>
                  <a:lnTo>
                    <a:pt x="59944" y="341630"/>
                  </a:lnTo>
                  <a:lnTo>
                    <a:pt x="62230" y="334010"/>
                  </a:lnTo>
                  <a:lnTo>
                    <a:pt x="51536" y="329272"/>
                  </a:lnTo>
                  <a:lnTo>
                    <a:pt x="42316" y="322681"/>
                  </a:lnTo>
                  <a:lnTo>
                    <a:pt x="19913" y="278396"/>
                  </a:lnTo>
                  <a:lnTo>
                    <a:pt x="17145" y="246761"/>
                  </a:lnTo>
                  <a:lnTo>
                    <a:pt x="17830" y="230797"/>
                  </a:lnTo>
                  <a:lnTo>
                    <a:pt x="28321" y="191262"/>
                  </a:lnTo>
                  <a:lnTo>
                    <a:pt x="51752" y="166268"/>
                  </a:lnTo>
                  <a:lnTo>
                    <a:pt x="62611" y="161544"/>
                  </a:lnTo>
                  <a:close/>
                </a:path>
                <a:path extrusionOk="0" h="477519" w="3296920">
                  <a:moveTo>
                    <a:pt x="467614" y="247777"/>
                  </a:moveTo>
                  <a:lnTo>
                    <a:pt x="458876" y="200075"/>
                  </a:lnTo>
                  <a:lnTo>
                    <a:pt x="433273" y="165950"/>
                  </a:lnTo>
                  <a:lnTo>
                    <a:pt x="407670" y="153924"/>
                  </a:lnTo>
                  <a:lnTo>
                    <a:pt x="405003" y="161544"/>
                  </a:lnTo>
                  <a:lnTo>
                    <a:pt x="415925" y="166268"/>
                  </a:lnTo>
                  <a:lnTo>
                    <a:pt x="425297" y="172796"/>
                  </a:lnTo>
                  <a:lnTo>
                    <a:pt x="447700" y="216204"/>
                  </a:lnTo>
                  <a:lnTo>
                    <a:pt x="450469" y="246761"/>
                  </a:lnTo>
                  <a:lnTo>
                    <a:pt x="449770" y="263347"/>
                  </a:lnTo>
                  <a:lnTo>
                    <a:pt x="439293" y="303911"/>
                  </a:lnTo>
                  <a:lnTo>
                    <a:pt x="405384" y="334010"/>
                  </a:lnTo>
                  <a:lnTo>
                    <a:pt x="407670" y="341630"/>
                  </a:lnTo>
                  <a:lnTo>
                    <a:pt x="443560" y="320344"/>
                  </a:lnTo>
                  <a:lnTo>
                    <a:pt x="463715" y="280949"/>
                  </a:lnTo>
                  <a:lnTo>
                    <a:pt x="466636" y="265023"/>
                  </a:lnTo>
                  <a:lnTo>
                    <a:pt x="467614" y="247777"/>
                  </a:lnTo>
                  <a:close/>
                </a:path>
                <a:path extrusionOk="0" h="477519" w="3296920">
                  <a:moveTo>
                    <a:pt x="961771" y="297180"/>
                  </a:moveTo>
                  <a:lnTo>
                    <a:pt x="959104" y="289560"/>
                  </a:lnTo>
                  <a:lnTo>
                    <a:pt x="945451" y="294474"/>
                  </a:lnTo>
                  <a:lnTo>
                    <a:pt x="933488" y="301586"/>
                  </a:lnTo>
                  <a:lnTo>
                    <a:pt x="907884" y="335711"/>
                  </a:lnTo>
                  <a:lnTo>
                    <a:pt x="899160" y="383413"/>
                  </a:lnTo>
                  <a:lnTo>
                    <a:pt x="900125" y="400659"/>
                  </a:lnTo>
                  <a:lnTo>
                    <a:pt x="914654" y="444500"/>
                  </a:lnTo>
                  <a:lnTo>
                    <a:pt x="945400" y="472363"/>
                  </a:lnTo>
                  <a:lnTo>
                    <a:pt x="959104" y="477266"/>
                  </a:lnTo>
                  <a:lnTo>
                    <a:pt x="961390" y="469646"/>
                  </a:lnTo>
                  <a:lnTo>
                    <a:pt x="950696" y="464908"/>
                  </a:lnTo>
                  <a:lnTo>
                    <a:pt x="941476" y="458317"/>
                  </a:lnTo>
                  <a:lnTo>
                    <a:pt x="919073" y="414020"/>
                  </a:lnTo>
                  <a:lnTo>
                    <a:pt x="916305" y="382397"/>
                  </a:lnTo>
                  <a:lnTo>
                    <a:pt x="916990" y="366433"/>
                  </a:lnTo>
                  <a:lnTo>
                    <a:pt x="927481" y="326898"/>
                  </a:lnTo>
                  <a:lnTo>
                    <a:pt x="950912" y="301904"/>
                  </a:lnTo>
                  <a:lnTo>
                    <a:pt x="961771" y="297180"/>
                  </a:lnTo>
                  <a:close/>
                </a:path>
                <a:path extrusionOk="0" h="477519" w="3296920">
                  <a:moveTo>
                    <a:pt x="1365250" y="383413"/>
                  </a:moveTo>
                  <a:lnTo>
                    <a:pt x="1356512" y="335711"/>
                  </a:lnTo>
                  <a:lnTo>
                    <a:pt x="1330909" y="301586"/>
                  </a:lnTo>
                  <a:lnTo>
                    <a:pt x="1305306" y="289560"/>
                  </a:lnTo>
                  <a:lnTo>
                    <a:pt x="1302639" y="297180"/>
                  </a:lnTo>
                  <a:lnTo>
                    <a:pt x="1313561" y="301904"/>
                  </a:lnTo>
                  <a:lnTo>
                    <a:pt x="1322933" y="308432"/>
                  </a:lnTo>
                  <a:lnTo>
                    <a:pt x="1345336" y="351840"/>
                  </a:lnTo>
                  <a:lnTo>
                    <a:pt x="1348105" y="382397"/>
                  </a:lnTo>
                  <a:lnTo>
                    <a:pt x="1347406" y="398970"/>
                  </a:lnTo>
                  <a:lnTo>
                    <a:pt x="1336929" y="439547"/>
                  </a:lnTo>
                  <a:lnTo>
                    <a:pt x="1303020" y="469646"/>
                  </a:lnTo>
                  <a:lnTo>
                    <a:pt x="1305306" y="477266"/>
                  </a:lnTo>
                  <a:lnTo>
                    <a:pt x="1341196" y="455980"/>
                  </a:lnTo>
                  <a:lnTo>
                    <a:pt x="1361351" y="416585"/>
                  </a:lnTo>
                  <a:lnTo>
                    <a:pt x="1364272" y="400659"/>
                  </a:lnTo>
                  <a:lnTo>
                    <a:pt x="1365250" y="383413"/>
                  </a:lnTo>
                  <a:close/>
                </a:path>
                <a:path extrusionOk="0" h="477519" w="3296920">
                  <a:moveTo>
                    <a:pt x="1595755" y="297180"/>
                  </a:moveTo>
                  <a:lnTo>
                    <a:pt x="1593088" y="289560"/>
                  </a:lnTo>
                  <a:lnTo>
                    <a:pt x="1579435" y="294474"/>
                  </a:lnTo>
                  <a:lnTo>
                    <a:pt x="1567472" y="301586"/>
                  </a:lnTo>
                  <a:lnTo>
                    <a:pt x="1541868" y="335711"/>
                  </a:lnTo>
                  <a:lnTo>
                    <a:pt x="1533144" y="383413"/>
                  </a:lnTo>
                  <a:lnTo>
                    <a:pt x="1534109" y="400659"/>
                  </a:lnTo>
                  <a:lnTo>
                    <a:pt x="1548638" y="444500"/>
                  </a:lnTo>
                  <a:lnTo>
                    <a:pt x="1579384" y="472363"/>
                  </a:lnTo>
                  <a:lnTo>
                    <a:pt x="1593088" y="477266"/>
                  </a:lnTo>
                  <a:lnTo>
                    <a:pt x="1595374" y="469646"/>
                  </a:lnTo>
                  <a:lnTo>
                    <a:pt x="1584680" y="464908"/>
                  </a:lnTo>
                  <a:lnTo>
                    <a:pt x="1575460" y="458317"/>
                  </a:lnTo>
                  <a:lnTo>
                    <a:pt x="1553057" y="414020"/>
                  </a:lnTo>
                  <a:lnTo>
                    <a:pt x="1550289" y="382397"/>
                  </a:lnTo>
                  <a:lnTo>
                    <a:pt x="1550974" y="366433"/>
                  </a:lnTo>
                  <a:lnTo>
                    <a:pt x="1561465" y="326898"/>
                  </a:lnTo>
                  <a:lnTo>
                    <a:pt x="1584896" y="301904"/>
                  </a:lnTo>
                  <a:lnTo>
                    <a:pt x="1595755" y="297180"/>
                  </a:lnTo>
                  <a:close/>
                </a:path>
                <a:path extrusionOk="0" h="477519" w="3296920">
                  <a:moveTo>
                    <a:pt x="1702435" y="7620"/>
                  </a:moveTo>
                  <a:lnTo>
                    <a:pt x="1699768" y="0"/>
                  </a:lnTo>
                  <a:lnTo>
                    <a:pt x="1686115" y="4914"/>
                  </a:lnTo>
                  <a:lnTo>
                    <a:pt x="1674152" y="12026"/>
                  </a:lnTo>
                  <a:lnTo>
                    <a:pt x="1648548" y="46151"/>
                  </a:lnTo>
                  <a:lnTo>
                    <a:pt x="1639824" y="93853"/>
                  </a:lnTo>
                  <a:lnTo>
                    <a:pt x="1640789" y="111099"/>
                  </a:lnTo>
                  <a:lnTo>
                    <a:pt x="1655318" y="154940"/>
                  </a:lnTo>
                  <a:lnTo>
                    <a:pt x="1686064" y="182803"/>
                  </a:lnTo>
                  <a:lnTo>
                    <a:pt x="1699768" y="187706"/>
                  </a:lnTo>
                  <a:lnTo>
                    <a:pt x="1702054" y="180086"/>
                  </a:lnTo>
                  <a:lnTo>
                    <a:pt x="1691360" y="175348"/>
                  </a:lnTo>
                  <a:lnTo>
                    <a:pt x="1682140" y="168757"/>
                  </a:lnTo>
                  <a:lnTo>
                    <a:pt x="1659737" y="124460"/>
                  </a:lnTo>
                  <a:lnTo>
                    <a:pt x="1656969" y="92837"/>
                  </a:lnTo>
                  <a:lnTo>
                    <a:pt x="1657654" y="76873"/>
                  </a:lnTo>
                  <a:lnTo>
                    <a:pt x="1668145" y="37338"/>
                  </a:lnTo>
                  <a:lnTo>
                    <a:pt x="1691576" y="12344"/>
                  </a:lnTo>
                  <a:lnTo>
                    <a:pt x="1702435" y="7620"/>
                  </a:lnTo>
                  <a:close/>
                </a:path>
                <a:path extrusionOk="0" h="477519" w="3296920">
                  <a:moveTo>
                    <a:pt x="1795018" y="383413"/>
                  </a:moveTo>
                  <a:lnTo>
                    <a:pt x="1786280" y="335711"/>
                  </a:lnTo>
                  <a:lnTo>
                    <a:pt x="1760677" y="301586"/>
                  </a:lnTo>
                  <a:lnTo>
                    <a:pt x="1735074" y="289560"/>
                  </a:lnTo>
                  <a:lnTo>
                    <a:pt x="1732407" y="297180"/>
                  </a:lnTo>
                  <a:lnTo>
                    <a:pt x="1743329" y="301904"/>
                  </a:lnTo>
                  <a:lnTo>
                    <a:pt x="1752701" y="308432"/>
                  </a:lnTo>
                  <a:lnTo>
                    <a:pt x="1775104" y="351840"/>
                  </a:lnTo>
                  <a:lnTo>
                    <a:pt x="1777873" y="382397"/>
                  </a:lnTo>
                  <a:lnTo>
                    <a:pt x="1777174" y="398970"/>
                  </a:lnTo>
                  <a:lnTo>
                    <a:pt x="1766697" y="439547"/>
                  </a:lnTo>
                  <a:lnTo>
                    <a:pt x="1732788" y="469646"/>
                  </a:lnTo>
                  <a:lnTo>
                    <a:pt x="1735074" y="477266"/>
                  </a:lnTo>
                  <a:lnTo>
                    <a:pt x="1770964" y="455980"/>
                  </a:lnTo>
                  <a:lnTo>
                    <a:pt x="1791119" y="416585"/>
                  </a:lnTo>
                  <a:lnTo>
                    <a:pt x="1794040" y="400659"/>
                  </a:lnTo>
                  <a:lnTo>
                    <a:pt x="1795018" y="383413"/>
                  </a:lnTo>
                  <a:close/>
                </a:path>
                <a:path extrusionOk="0" h="477519" w="3296920">
                  <a:moveTo>
                    <a:pt x="2105914" y="93853"/>
                  </a:moveTo>
                  <a:lnTo>
                    <a:pt x="2097176" y="46151"/>
                  </a:lnTo>
                  <a:lnTo>
                    <a:pt x="2071573" y="12026"/>
                  </a:lnTo>
                  <a:lnTo>
                    <a:pt x="2045970" y="0"/>
                  </a:lnTo>
                  <a:lnTo>
                    <a:pt x="2043303" y="7620"/>
                  </a:lnTo>
                  <a:lnTo>
                    <a:pt x="2054225" y="12344"/>
                  </a:lnTo>
                  <a:lnTo>
                    <a:pt x="2063597" y="18872"/>
                  </a:lnTo>
                  <a:lnTo>
                    <a:pt x="2086000" y="62280"/>
                  </a:lnTo>
                  <a:lnTo>
                    <a:pt x="2088769" y="92837"/>
                  </a:lnTo>
                  <a:lnTo>
                    <a:pt x="2088070" y="109410"/>
                  </a:lnTo>
                  <a:lnTo>
                    <a:pt x="2077593" y="149987"/>
                  </a:lnTo>
                  <a:lnTo>
                    <a:pt x="2043684" y="180086"/>
                  </a:lnTo>
                  <a:lnTo>
                    <a:pt x="2045970" y="187706"/>
                  </a:lnTo>
                  <a:lnTo>
                    <a:pt x="2081860" y="166420"/>
                  </a:lnTo>
                  <a:lnTo>
                    <a:pt x="2102015" y="127025"/>
                  </a:lnTo>
                  <a:lnTo>
                    <a:pt x="2104936" y="111099"/>
                  </a:lnTo>
                  <a:lnTo>
                    <a:pt x="2105914" y="93853"/>
                  </a:lnTo>
                  <a:close/>
                </a:path>
                <a:path extrusionOk="0" h="477519" w="3296920">
                  <a:moveTo>
                    <a:pt x="2267839" y="297180"/>
                  </a:moveTo>
                  <a:lnTo>
                    <a:pt x="2265172" y="289560"/>
                  </a:lnTo>
                  <a:lnTo>
                    <a:pt x="2251519" y="294474"/>
                  </a:lnTo>
                  <a:lnTo>
                    <a:pt x="2239556" y="301586"/>
                  </a:lnTo>
                  <a:lnTo>
                    <a:pt x="2213953" y="335711"/>
                  </a:lnTo>
                  <a:lnTo>
                    <a:pt x="2205228" y="383413"/>
                  </a:lnTo>
                  <a:lnTo>
                    <a:pt x="2206193" y="400659"/>
                  </a:lnTo>
                  <a:lnTo>
                    <a:pt x="2220722" y="444500"/>
                  </a:lnTo>
                  <a:lnTo>
                    <a:pt x="2251468" y="472363"/>
                  </a:lnTo>
                  <a:lnTo>
                    <a:pt x="2265172" y="477266"/>
                  </a:lnTo>
                  <a:lnTo>
                    <a:pt x="2267458" y="469646"/>
                  </a:lnTo>
                  <a:lnTo>
                    <a:pt x="2256764" y="464908"/>
                  </a:lnTo>
                  <a:lnTo>
                    <a:pt x="2247544" y="458317"/>
                  </a:lnTo>
                  <a:lnTo>
                    <a:pt x="2225141" y="414020"/>
                  </a:lnTo>
                  <a:lnTo>
                    <a:pt x="2222373" y="382397"/>
                  </a:lnTo>
                  <a:lnTo>
                    <a:pt x="2223058" y="366433"/>
                  </a:lnTo>
                  <a:lnTo>
                    <a:pt x="2233549" y="326898"/>
                  </a:lnTo>
                  <a:lnTo>
                    <a:pt x="2256980" y="301904"/>
                  </a:lnTo>
                  <a:lnTo>
                    <a:pt x="2267839" y="297180"/>
                  </a:lnTo>
                  <a:close/>
                </a:path>
                <a:path extrusionOk="0" h="477519" w="3296920">
                  <a:moveTo>
                    <a:pt x="2336419" y="7620"/>
                  </a:moveTo>
                  <a:lnTo>
                    <a:pt x="2333752" y="0"/>
                  </a:lnTo>
                  <a:lnTo>
                    <a:pt x="2320099" y="4914"/>
                  </a:lnTo>
                  <a:lnTo>
                    <a:pt x="2308136" y="12026"/>
                  </a:lnTo>
                  <a:lnTo>
                    <a:pt x="2282533" y="46151"/>
                  </a:lnTo>
                  <a:lnTo>
                    <a:pt x="2273808" y="93853"/>
                  </a:lnTo>
                  <a:lnTo>
                    <a:pt x="2274773" y="111099"/>
                  </a:lnTo>
                  <a:lnTo>
                    <a:pt x="2289302" y="154940"/>
                  </a:lnTo>
                  <a:lnTo>
                    <a:pt x="2320048" y="182803"/>
                  </a:lnTo>
                  <a:lnTo>
                    <a:pt x="2333752" y="187706"/>
                  </a:lnTo>
                  <a:lnTo>
                    <a:pt x="2336038" y="180086"/>
                  </a:lnTo>
                  <a:lnTo>
                    <a:pt x="2325344" y="175348"/>
                  </a:lnTo>
                  <a:lnTo>
                    <a:pt x="2316124" y="168757"/>
                  </a:lnTo>
                  <a:lnTo>
                    <a:pt x="2293721" y="124460"/>
                  </a:lnTo>
                  <a:lnTo>
                    <a:pt x="2290953" y="92837"/>
                  </a:lnTo>
                  <a:lnTo>
                    <a:pt x="2291638" y="76873"/>
                  </a:lnTo>
                  <a:lnTo>
                    <a:pt x="2302129" y="37338"/>
                  </a:lnTo>
                  <a:lnTo>
                    <a:pt x="2325560" y="12344"/>
                  </a:lnTo>
                  <a:lnTo>
                    <a:pt x="2336419" y="7620"/>
                  </a:lnTo>
                  <a:close/>
                </a:path>
                <a:path extrusionOk="0" h="477519" w="3296920">
                  <a:moveTo>
                    <a:pt x="2535682" y="93853"/>
                  </a:moveTo>
                  <a:lnTo>
                    <a:pt x="2526944" y="46151"/>
                  </a:lnTo>
                  <a:lnTo>
                    <a:pt x="2501341" y="12026"/>
                  </a:lnTo>
                  <a:lnTo>
                    <a:pt x="2475738" y="0"/>
                  </a:lnTo>
                  <a:lnTo>
                    <a:pt x="2473071" y="7620"/>
                  </a:lnTo>
                  <a:lnTo>
                    <a:pt x="2483993" y="12344"/>
                  </a:lnTo>
                  <a:lnTo>
                    <a:pt x="2493365" y="18872"/>
                  </a:lnTo>
                  <a:lnTo>
                    <a:pt x="2515768" y="62280"/>
                  </a:lnTo>
                  <a:lnTo>
                    <a:pt x="2518537" y="92837"/>
                  </a:lnTo>
                  <a:lnTo>
                    <a:pt x="2517838" y="109410"/>
                  </a:lnTo>
                  <a:lnTo>
                    <a:pt x="2507361" y="149987"/>
                  </a:lnTo>
                  <a:lnTo>
                    <a:pt x="2473452" y="180086"/>
                  </a:lnTo>
                  <a:lnTo>
                    <a:pt x="2475738" y="187706"/>
                  </a:lnTo>
                  <a:lnTo>
                    <a:pt x="2511628" y="166420"/>
                  </a:lnTo>
                  <a:lnTo>
                    <a:pt x="2531783" y="127025"/>
                  </a:lnTo>
                  <a:lnTo>
                    <a:pt x="2534704" y="111099"/>
                  </a:lnTo>
                  <a:lnTo>
                    <a:pt x="2535682" y="93853"/>
                  </a:lnTo>
                  <a:close/>
                </a:path>
                <a:path extrusionOk="0" h="477519" w="3296920">
                  <a:moveTo>
                    <a:pt x="2759710" y="383413"/>
                  </a:moveTo>
                  <a:lnTo>
                    <a:pt x="2750972" y="335711"/>
                  </a:lnTo>
                  <a:lnTo>
                    <a:pt x="2725369" y="301586"/>
                  </a:lnTo>
                  <a:lnTo>
                    <a:pt x="2699766" y="289560"/>
                  </a:lnTo>
                  <a:lnTo>
                    <a:pt x="2697099" y="297180"/>
                  </a:lnTo>
                  <a:lnTo>
                    <a:pt x="2708021" y="301904"/>
                  </a:lnTo>
                  <a:lnTo>
                    <a:pt x="2717393" y="308432"/>
                  </a:lnTo>
                  <a:lnTo>
                    <a:pt x="2739796" y="351840"/>
                  </a:lnTo>
                  <a:lnTo>
                    <a:pt x="2742565" y="382397"/>
                  </a:lnTo>
                  <a:lnTo>
                    <a:pt x="2741866" y="398970"/>
                  </a:lnTo>
                  <a:lnTo>
                    <a:pt x="2731389" y="439547"/>
                  </a:lnTo>
                  <a:lnTo>
                    <a:pt x="2697480" y="469646"/>
                  </a:lnTo>
                  <a:lnTo>
                    <a:pt x="2699766" y="477266"/>
                  </a:lnTo>
                  <a:lnTo>
                    <a:pt x="2735656" y="455980"/>
                  </a:lnTo>
                  <a:lnTo>
                    <a:pt x="2755811" y="416585"/>
                  </a:lnTo>
                  <a:lnTo>
                    <a:pt x="2758732" y="400659"/>
                  </a:lnTo>
                  <a:lnTo>
                    <a:pt x="2759710" y="383413"/>
                  </a:lnTo>
                  <a:close/>
                </a:path>
                <a:path extrusionOk="0" h="477519" w="3296920">
                  <a:moveTo>
                    <a:pt x="2988691" y="297180"/>
                  </a:moveTo>
                  <a:lnTo>
                    <a:pt x="2986024" y="289560"/>
                  </a:lnTo>
                  <a:lnTo>
                    <a:pt x="2972371" y="294474"/>
                  </a:lnTo>
                  <a:lnTo>
                    <a:pt x="2960408" y="301586"/>
                  </a:lnTo>
                  <a:lnTo>
                    <a:pt x="2934805" y="335711"/>
                  </a:lnTo>
                  <a:lnTo>
                    <a:pt x="2926080" y="383413"/>
                  </a:lnTo>
                  <a:lnTo>
                    <a:pt x="2927045" y="400659"/>
                  </a:lnTo>
                  <a:lnTo>
                    <a:pt x="2941574" y="444500"/>
                  </a:lnTo>
                  <a:lnTo>
                    <a:pt x="2972320" y="472363"/>
                  </a:lnTo>
                  <a:lnTo>
                    <a:pt x="2986024" y="477266"/>
                  </a:lnTo>
                  <a:lnTo>
                    <a:pt x="2988310" y="469646"/>
                  </a:lnTo>
                  <a:lnTo>
                    <a:pt x="2977616" y="464908"/>
                  </a:lnTo>
                  <a:lnTo>
                    <a:pt x="2968396" y="458317"/>
                  </a:lnTo>
                  <a:lnTo>
                    <a:pt x="2945993" y="414020"/>
                  </a:lnTo>
                  <a:lnTo>
                    <a:pt x="2943225" y="382397"/>
                  </a:lnTo>
                  <a:lnTo>
                    <a:pt x="2943910" y="366433"/>
                  </a:lnTo>
                  <a:lnTo>
                    <a:pt x="2954401" y="326898"/>
                  </a:lnTo>
                  <a:lnTo>
                    <a:pt x="2977832" y="301904"/>
                  </a:lnTo>
                  <a:lnTo>
                    <a:pt x="2988691" y="297180"/>
                  </a:lnTo>
                  <a:close/>
                </a:path>
                <a:path extrusionOk="0" h="477519" w="3296920">
                  <a:moveTo>
                    <a:pt x="3277870" y="383413"/>
                  </a:moveTo>
                  <a:lnTo>
                    <a:pt x="3269132" y="335711"/>
                  </a:lnTo>
                  <a:lnTo>
                    <a:pt x="3243529" y="301586"/>
                  </a:lnTo>
                  <a:lnTo>
                    <a:pt x="3217926" y="289560"/>
                  </a:lnTo>
                  <a:lnTo>
                    <a:pt x="3215259" y="297180"/>
                  </a:lnTo>
                  <a:lnTo>
                    <a:pt x="3226181" y="301904"/>
                  </a:lnTo>
                  <a:lnTo>
                    <a:pt x="3235553" y="308432"/>
                  </a:lnTo>
                  <a:lnTo>
                    <a:pt x="3257956" y="351840"/>
                  </a:lnTo>
                  <a:lnTo>
                    <a:pt x="3260725" y="382397"/>
                  </a:lnTo>
                  <a:lnTo>
                    <a:pt x="3260026" y="398970"/>
                  </a:lnTo>
                  <a:lnTo>
                    <a:pt x="3249549" y="439547"/>
                  </a:lnTo>
                  <a:lnTo>
                    <a:pt x="3215627" y="469646"/>
                  </a:lnTo>
                  <a:lnTo>
                    <a:pt x="3217926" y="477266"/>
                  </a:lnTo>
                  <a:lnTo>
                    <a:pt x="3253816" y="455980"/>
                  </a:lnTo>
                  <a:lnTo>
                    <a:pt x="3273971" y="416585"/>
                  </a:lnTo>
                  <a:lnTo>
                    <a:pt x="3276892" y="400659"/>
                  </a:lnTo>
                  <a:lnTo>
                    <a:pt x="3277870" y="383413"/>
                  </a:lnTo>
                  <a:close/>
                </a:path>
                <a:path extrusionOk="0" h="477519" w="3296920">
                  <a:moveTo>
                    <a:pt x="3296920" y="240538"/>
                  </a:moveTo>
                  <a:lnTo>
                    <a:pt x="751840" y="240538"/>
                  </a:lnTo>
                  <a:lnTo>
                    <a:pt x="751840" y="254254"/>
                  </a:lnTo>
                  <a:lnTo>
                    <a:pt x="3296920" y="254254"/>
                  </a:lnTo>
                  <a:lnTo>
                    <a:pt x="3296920" y="240538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66" name="Google Shape;666;p32"/>
          <p:cNvSpPr txBox="1"/>
          <p:nvPr/>
        </p:nvSpPr>
        <p:spPr>
          <a:xfrm>
            <a:off x="3044951" y="1773935"/>
            <a:ext cx="3813175" cy="713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0" lvl="0" marL="1818004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𝐵|𝐴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77800" marR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𝐴|𝐵	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076960" marR="0" rtl="0" algn="l">
              <a:lnSpc>
                <a:spcPct val="8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𝐵|𝐴 𝑃 𝐴	+ 𝑃 𝐵|𝐴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</a:t>
            </a:r>
            <a:endParaRPr baseline="30000" sz="172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3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2" name="Google Shape;672;p3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3" name="Google Shape;673;p3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4" name="Google Shape;674;p33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5" name="Google Shape;675;p33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6" name="Google Shape;676;p33"/>
          <p:cNvSpPr/>
          <p:nvPr/>
        </p:nvSpPr>
        <p:spPr>
          <a:xfrm>
            <a:off x="554736" y="1449324"/>
            <a:ext cx="3435858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677" name="Google Shape;677;p33"/>
          <p:cNvGrpSpPr/>
          <p:nvPr/>
        </p:nvGrpSpPr>
        <p:grpSpPr>
          <a:xfrm>
            <a:off x="3044951" y="1780032"/>
            <a:ext cx="3813175" cy="713740"/>
            <a:chOff x="3044951" y="1780032"/>
            <a:chExt cx="3813175" cy="713740"/>
          </a:xfrm>
        </p:grpSpPr>
        <p:sp>
          <p:nvSpPr>
            <p:cNvPr id="678" name="Google Shape;678;p33"/>
            <p:cNvSpPr/>
            <p:nvPr/>
          </p:nvSpPr>
          <p:spPr>
            <a:xfrm>
              <a:off x="3044951" y="1780032"/>
              <a:ext cx="3813175" cy="713740"/>
            </a:xfrm>
            <a:custGeom>
              <a:rect b="b" l="l" r="r" t="t"/>
              <a:pathLst>
                <a:path extrusionOk="0" h="713739" w="3813175">
                  <a:moveTo>
                    <a:pt x="3813048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3813048" y="713232"/>
                  </a:lnTo>
                  <a:lnTo>
                    <a:pt x="381304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3370072" y="1859279"/>
              <a:ext cx="3296920" cy="477520"/>
            </a:xfrm>
            <a:custGeom>
              <a:rect b="b" l="l" r="r" t="t"/>
              <a:pathLst>
                <a:path extrusionOk="0" h="477519" w="3296920">
                  <a:moveTo>
                    <a:pt x="62611" y="161544"/>
                  </a:moveTo>
                  <a:lnTo>
                    <a:pt x="59944" y="153924"/>
                  </a:lnTo>
                  <a:lnTo>
                    <a:pt x="46291" y="158851"/>
                  </a:lnTo>
                  <a:lnTo>
                    <a:pt x="34328" y="165989"/>
                  </a:lnTo>
                  <a:lnTo>
                    <a:pt x="8724" y="200139"/>
                  </a:lnTo>
                  <a:lnTo>
                    <a:pt x="0" y="247904"/>
                  </a:lnTo>
                  <a:lnTo>
                    <a:pt x="965" y="265150"/>
                  </a:lnTo>
                  <a:lnTo>
                    <a:pt x="15494" y="308864"/>
                  </a:lnTo>
                  <a:lnTo>
                    <a:pt x="46240" y="336727"/>
                  </a:lnTo>
                  <a:lnTo>
                    <a:pt x="59944" y="341630"/>
                  </a:lnTo>
                  <a:lnTo>
                    <a:pt x="62230" y="334010"/>
                  </a:lnTo>
                  <a:lnTo>
                    <a:pt x="51536" y="329298"/>
                  </a:lnTo>
                  <a:lnTo>
                    <a:pt x="42316" y="322745"/>
                  </a:lnTo>
                  <a:lnTo>
                    <a:pt x="19913" y="278511"/>
                  </a:lnTo>
                  <a:lnTo>
                    <a:pt x="17145" y="246888"/>
                  </a:lnTo>
                  <a:lnTo>
                    <a:pt x="17830" y="230847"/>
                  </a:lnTo>
                  <a:lnTo>
                    <a:pt x="28321" y="191262"/>
                  </a:lnTo>
                  <a:lnTo>
                    <a:pt x="51752" y="166268"/>
                  </a:lnTo>
                  <a:lnTo>
                    <a:pt x="62611" y="161544"/>
                  </a:lnTo>
                  <a:close/>
                </a:path>
                <a:path extrusionOk="0" h="477519" w="3296920">
                  <a:moveTo>
                    <a:pt x="467614" y="247904"/>
                  </a:moveTo>
                  <a:lnTo>
                    <a:pt x="458876" y="200139"/>
                  </a:lnTo>
                  <a:lnTo>
                    <a:pt x="433273" y="165989"/>
                  </a:lnTo>
                  <a:lnTo>
                    <a:pt x="407670" y="153924"/>
                  </a:lnTo>
                  <a:lnTo>
                    <a:pt x="405003" y="161544"/>
                  </a:lnTo>
                  <a:lnTo>
                    <a:pt x="415925" y="166268"/>
                  </a:lnTo>
                  <a:lnTo>
                    <a:pt x="425297" y="172783"/>
                  </a:lnTo>
                  <a:lnTo>
                    <a:pt x="447700" y="216217"/>
                  </a:lnTo>
                  <a:lnTo>
                    <a:pt x="450469" y="246888"/>
                  </a:lnTo>
                  <a:lnTo>
                    <a:pt x="449770" y="263461"/>
                  </a:lnTo>
                  <a:lnTo>
                    <a:pt x="439293" y="304038"/>
                  </a:lnTo>
                  <a:lnTo>
                    <a:pt x="405384" y="334010"/>
                  </a:lnTo>
                  <a:lnTo>
                    <a:pt x="407670" y="341630"/>
                  </a:lnTo>
                  <a:lnTo>
                    <a:pt x="443560" y="320344"/>
                  </a:lnTo>
                  <a:lnTo>
                    <a:pt x="463715" y="281063"/>
                  </a:lnTo>
                  <a:lnTo>
                    <a:pt x="466636" y="265150"/>
                  </a:lnTo>
                  <a:lnTo>
                    <a:pt x="467614" y="247904"/>
                  </a:lnTo>
                  <a:close/>
                </a:path>
                <a:path extrusionOk="0" h="477519" w="3296920">
                  <a:moveTo>
                    <a:pt x="961771" y="297180"/>
                  </a:moveTo>
                  <a:lnTo>
                    <a:pt x="959104" y="289560"/>
                  </a:lnTo>
                  <a:lnTo>
                    <a:pt x="945451" y="294487"/>
                  </a:lnTo>
                  <a:lnTo>
                    <a:pt x="933488" y="301637"/>
                  </a:lnTo>
                  <a:lnTo>
                    <a:pt x="907884" y="335775"/>
                  </a:lnTo>
                  <a:lnTo>
                    <a:pt x="899160" y="383540"/>
                  </a:lnTo>
                  <a:lnTo>
                    <a:pt x="900125" y="400786"/>
                  </a:lnTo>
                  <a:lnTo>
                    <a:pt x="914654" y="444500"/>
                  </a:lnTo>
                  <a:lnTo>
                    <a:pt x="945400" y="472363"/>
                  </a:lnTo>
                  <a:lnTo>
                    <a:pt x="959104" y="477266"/>
                  </a:lnTo>
                  <a:lnTo>
                    <a:pt x="961390" y="469646"/>
                  </a:lnTo>
                  <a:lnTo>
                    <a:pt x="950696" y="464934"/>
                  </a:lnTo>
                  <a:lnTo>
                    <a:pt x="941476" y="458381"/>
                  </a:lnTo>
                  <a:lnTo>
                    <a:pt x="919073" y="414147"/>
                  </a:lnTo>
                  <a:lnTo>
                    <a:pt x="916305" y="382524"/>
                  </a:lnTo>
                  <a:lnTo>
                    <a:pt x="916990" y="366483"/>
                  </a:lnTo>
                  <a:lnTo>
                    <a:pt x="927481" y="326898"/>
                  </a:lnTo>
                  <a:lnTo>
                    <a:pt x="950912" y="301904"/>
                  </a:lnTo>
                  <a:lnTo>
                    <a:pt x="961771" y="297180"/>
                  </a:lnTo>
                  <a:close/>
                </a:path>
                <a:path extrusionOk="0" h="477519" w="3296920">
                  <a:moveTo>
                    <a:pt x="1365250" y="383540"/>
                  </a:moveTo>
                  <a:lnTo>
                    <a:pt x="1356512" y="335775"/>
                  </a:lnTo>
                  <a:lnTo>
                    <a:pt x="1330909" y="301625"/>
                  </a:lnTo>
                  <a:lnTo>
                    <a:pt x="1305306" y="289560"/>
                  </a:lnTo>
                  <a:lnTo>
                    <a:pt x="1302639" y="297180"/>
                  </a:lnTo>
                  <a:lnTo>
                    <a:pt x="1313561" y="301904"/>
                  </a:lnTo>
                  <a:lnTo>
                    <a:pt x="1322933" y="308419"/>
                  </a:lnTo>
                  <a:lnTo>
                    <a:pt x="1345336" y="351853"/>
                  </a:lnTo>
                  <a:lnTo>
                    <a:pt x="1348105" y="382524"/>
                  </a:lnTo>
                  <a:lnTo>
                    <a:pt x="1347406" y="399097"/>
                  </a:lnTo>
                  <a:lnTo>
                    <a:pt x="1336929" y="439674"/>
                  </a:lnTo>
                  <a:lnTo>
                    <a:pt x="1303020" y="469646"/>
                  </a:lnTo>
                  <a:lnTo>
                    <a:pt x="1305306" y="477266"/>
                  </a:lnTo>
                  <a:lnTo>
                    <a:pt x="1341196" y="455980"/>
                  </a:lnTo>
                  <a:lnTo>
                    <a:pt x="1361351" y="416699"/>
                  </a:lnTo>
                  <a:lnTo>
                    <a:pt x="1364272" y="400786"/>
                  </a:lnTo>
                  <a:lnTo>
                    <a:pt x="1365250" y="383540"/>
                  </a:lnTo>
                  <a:close/>
                </a:path>
                <a:path extrusionOk="0" h="477519" w="3296920">
                  <a:moveTo>
                    <a:pt x="1595755" y="297180"/>
                  </a:moveTo>
                  <a:lnTo>
                    <a:pt x="1593088" y="289560"/>
                  </a:lnTo>
                  <a:lnTo>
                    <a:pt x="1579435" y="294487"/>
                  </a:lnTo>
                  <a:lnTo>
                    <a:pt x="1567472" y="301637"/>
                  </a:lnTo>
                  <a:lnTo>
                    <a:pt x="1541868" y="335775"/>
                  </a:lnTo>
                  <a:lnTo>
                    <a:pt x="1533144" y="383540"/>
                  </a:lnTo>
                  <a:lnTo>
                    <a:pt x="1534109" y="400786"/>
                  </a:lnTo>
                  <a:lnTo>
                    <a:pt x="1548638" y="444500"/>
                  </a:lnTo>
                  <a:lnTo>
                    <a:pt x="1579384" y="472363"/>
                  </a:lnTo>
                  <a:lnTo>
                    <a:pt x="1593088" y="477266"/>
                  </a:lnTo>
                  <a:lnTo>
                    <a:pt x="1595374" y="469646"/>
                  </a:lnTo>
                  <a:lnTo>
                    <a:pt x="1584680" y="464934"/>
                  </a:lnTo>
                  <a:lnTo>
                    <a:pt x="1575460" y="458381"/>
                  </a:lnTo>
                  <a:lnTo>
                    <a:pt x="1553057" y="414147"/>
                  </a:lnTo>
                  <a:lnTo>
                    <a:pt x="1550289" y="382524"/>
                  </a:lnTo>
                  <a:lnTo>
                    <a:pt x="1550974" y="366483"/>
                  </a:lnTo>
                  <a:lnTo>
                    <a:pt x="1561465" y="326898"/>
                  </a:lnTo>
                  <a:lnTo>
                    <a:pt x="1584896" y="301904"/>
                  </a:lnTo>
                  <a:lnTo>
                    <a:pt x="1595755" y="297180"/>
                  </a:lnTo>
                  <a:close/>
                </a:path>
                <a:path extrusionOk="0" h="477519" w="3296920">
                  <a:moveTo>
                    <a:pt x="1702435" y="7620"/>
                  </a:moveTo>
                  <a:lnTo>
                    <a:pt x="1699768" y="0"/>
                  </a:lnTo>
                  <a:lnTo>
                    <a:pt x="1686115" y="4927"/>
                  </a:lnTo>
                  <a:lnTo>
                    <a:pt x="1674152" y="12065"/>
                  </a:lnTo>
                  <a:lnTo>
                    <a:pt x="1648548" y="46215"/>
                  </a:lnTo>
                  <a:lnTo>
                    <a:pt x="1639824" y="93980"/>
                  </a:lnTo>
                  <a:lnTo>
                    <a:pt x="1640789" y="111226"/>
                  </a:lnTo>
                  <a:lnTo>
                    <a:pt x="1655318" y="154940"/>
                  </a:lnTo>
                  <a:lnTo>
                    <a:pt x="1686064" y="182803"/>
                  </a:lnTo>
                  <a:lnTo>
                    <a:pt x="1699768" y="187706"/>
                  </a:lnTo>
                  <a:lnTo>
                    <a:pt x="1702054" y="180086"/>
                  </a:lnTo>
                  <a:lnTo>
                    <a:pt x="1691360" y="175374"/>
                  </a:lnTo>
                  <a:lnTo>
                    <a:pt x="1682140" y="168821"/>
                  </a:lnTo>
                  <a:lnTo>
                    <a:pt x="1659737" y="124599"/>
                  </a:lnTo>
                  <a:lnTo>
                    <a:pt x="1656969" y="92964"/>
                  </a:lnTo>
                  <a:lnTo>
                    <a:pt x="1657654" y="76923"/>
                  </a:lnTo>
                  <a:lnTo>
                    <a:pt x="1668145" y="37338"/>
                  </a:lnTo>
                  <a:lnTo>
                    <a:pt x="1691576" y="12344"/>
                  </a:lnTo>
                  <a:lnTo>
                    <a:pt x="1702435" y="7620"/>
                  </a:lnTo>
                  <a:close/>
                </a:path>
                <a:path extrusionOk="0" h="477519" w="3296920">
                  <a:moveTo>
                    <a:pt x="1795018" y="383540"/>
                  </a:moveTo>
                  <a:lnTo>
                    <a:pt x="1786280" y="335775"/>
                  </a:lnTo>
                  <a:lnTo>
                    <a:pt x="1760677" y="301625"/>
                  </a:lnTo>
                  <a:lnTo>
                    <a:pt x="1735074" y="289560"/>
                  </a:lnTo>
                  <a:lnTo>
                    <a:pt x="1732407" y="297180"/>
                  </a:lnTo>
                  <a:lnTo>
                    <a:pt x="1743329" y="301904"/>
                  </a:lnTo>
                  <a:lnTo>
                    <a:pt x="1752701" y="308419"/>
                  </a:lnTo>
                  <a:lnTo>
                    <a:pt x="1775104" y="351853"/>
                  </a:lnTo>
                  <a:lnTo>
                    <a:pt x="1777873" y="382524"/>
                  </a:lnTo>
                  <a:lnTo>
                    <a:pt x="1777174" y="399097"/>
                  </a:lnTo>
                  <a:lnTo>
                    <a:pt x="1766697" y="439674"/>
                  </a:lnTo>
                  <a:lnTo>
                    <a:pt x="1732788" y="469646"/>
                  </a:lnTo>
                  <a:lnTo>
                    <a:pt x="1735074" y="477266"/>
                  </a:lnTo>
                  <a:lnTo>
                    <a:pt x="1770964" y="455980"/>
                  </a:lnTo>
                  <a:lnTo>
                    <a:pt x="1791119" y="416699"/>
                  </a:lnTo>
                  <a:lnTo>
                    <a:pt x="1794040" y="400786"/>
                  </a:lnTo>
                  <a:lnTo>
                    <a:pt x="1795018" y="383540"/>
                  </a:lnTo>
                  <a:close/>
                </a:path>
                <a:path extrusionOk="0" h="477519" w="3296920">
                  <a:moveTo>
                    <a:pt x="2105914" y="93980"/>
                  </a:moveTo>
                  <a:lnTo>
                    <a:pt x="2097176" y="46215"/>
                  </a:lnTo>
                  <a:lnTo>
                    <a:pt x="2071573" y="12065"/>
                  </a:lnTo>
                  <a:lnTo>
                    <a:pt x="2045970" y="0"/>
                  </a:lnTo>
                  <a:lnTo>
                    <a:pt x="2043303" y="7620"/>
                  </a:lnTo>
                  <a:lnTo>
                    <a:pt x="2054225" y="12344"/>
                  </a:lnTo>
                  <a:lnTo>
                    <a:pt x="2063597" y="18859"/>
                  </a:lnTo>
                  <a:lnTo>
                    <a:pt x="2086000" y="62293"/>
                  </a:lnTo>
                  <a:lnTo>
                    <a:pt x="2088769" y="92964"/>
                  </a:lnTo>
                  <a:lnTo>
                    <a:pt x="2088070" y="109550"/>
                  </a:lnTo>
                  <a:lnTo>
                    <a:pt x="2077593" y="150114"/>
                  </a:lnTo>
                  <a:lnTo>
                    <a:pt x="2043684" y="180086"/>
                  </a:lnTo>
                  <a:lnTo>
                    <a:pt x="2045970" y="187706"/>
                  </a:lnTo>
                  <a:lnTo>
                    <a:pt x="2081860" y="166420"/>
                  </a:lnTo>
                  <a:lnTo>
                    <a:pt x="2102015" y="127127"/>
                  </a:lnTo>
                  <a:lnTo>
                    <a:pt x="2104936" y="111226"/>
                  </a:lnTo>
                  <a:lnTo>
                    <a:pt x="2105914" y="93980"/>
                  </a:lnTo>
                  <a:close/>
                </a:path>
                <a:path extrusionOk="0" h="477519" w="3296920">
                  <a:moveTo>
                    <a:pt x="2267839" y="297180"/>
                  </a:moveTo>
                  <a:lnTo>
                    <a:pt x="2265172" y="289560"/>
                  </a:lnTo>
                  <a:lnTo>
                    <a:pt x="2251519" y="294487"/>
                  </a:lnTo>
                  <a:lnTo>
                    <a:pt x="2239556" y="301637"/>
                  </a:lnTo>
                  <a:lnTo>
                    <a:pt x="2213953" y="335775"/>
                  </a:lnTo>
                  <a:lnTo>
                    <a:pt x="2205228" y="383540"/>
                  </a:lnTo>
                  <a:lnTo>
                    <a:pt x="2206193" y="400786"/>
                  </a:lnTo>
                  <a:lnTo>
                    <a:pt x="2220722" y="444500"/>
                  </a:lnTo>
                  <a:lnTo>
                    <a:pt x="2251468" y="472363"/>
                  </a:lnTo>
                  <a:lnTo>
                    <a:pt x="2265172" y="477266"/>
                  </a:lnTo>
                  <a:lnTo>
                    <a:pt x="2267458" y="469646"/>
                  </a:lnTo>
                  <a:lnTo>
                    <a:pt x="2256764" y="464934"/>
                  </a:lnTo>
                  <a:lnTo>
                    <a:pt x="2247544" y="458381"/>
                  </a:lnTo>
                  <a:lnTo>
                    <a:pt x="2225141" y="414147"/>
                  </a:lnTo>
                  <a:lnTo>
                    <a:pt x="2222373" y="382524"/>
                  </a:lnTo>
                  <a:lnTo>
                    <a:pt x="2223058" y="366483"/>
                  </a:lnTo>
                  <a:lnTo>
                    <a:pt x="2233549" y="326898"/>
                  </a:lnTo>
                  <a:lnTo>
                    <a:pt x="2256980" y="301904"/>
                  </a:lnTo>
                  <a:lnTo>
                    <a:pt x="2267839" y="297180"/>
                  </a:lnTo>
                  <a:close/>
                </a:path>
                <a:path extrusionOk="0" h="477519" w="3296920">
                  <a:moveTo>
                    <a:pt x="2336419" y="7620"/>
                  </a:moveTo>
                  <a:lnTo>
                    <a:pt x="2333752" y="0"/>
                  </a:lnTo>
                  <a:lnTo>
                    <a:pt x="2320099" y="4927"/>
                  </a:lnTo>
                  <a:lnTo>
                    <a:pt x="2308136" y="12065"/>
                  </a:lnTo>
                  <a:lnTo>
                    <a:pt x="2282533" y="46215"/>
                  </a:lnTo>
                  <a:lnTo>
                    <a:pt x="2273808" y="93980"/>
                  </a:lnTo>
                  <a:lnTo>
                    <a:pt x="2274773" y="111226"/>
                  </a:lnTo>
                  <a:lnTo>
                    <a:pt x="2289302" y="154940"/>
                  </a:lnTo>
                  <a:lnTo>
                    <a:pt x="2320048" y="182803"/>
                  </a:lnTo>
                  <a:lnTo>
                    <a:pt x="2333752" y="187706"/>
                  </a:lnTo>
                  <a:lnTo>
                    <a:pt x="2336038" y="180086"/>
                  </a:lnTo>
                  <a:lnTo>
                    <a:pt x="2325344" y="175374"/>
                  </a:lnTo>
                  <a:lnTo>
                    <a:pt x="2316124" y="168821"/>
                  </a:lnTo>
                  <a:lnTo>
                    <a:pt x="2293721" y="124599"/>
                  </a:lnTo>
                  <a:lnTo>
                    <a:pt x="2290953" y="92964"/>
                  </a:lnTo>
                  <a:lnTo>
                    <a:pt x="2291638" y="76923"/>
                  </a:lnTo>
                  <a:lnTo>
                    <a:pt x="2302129" y="37338"/>
                  </a:lnTo>
                  <a:lnTo>
                    <a:pt x="2325560" y="12344"/>
                  </a:lnTo>
                  <a:lnTo>
                    <a:pt x="2336419" y="7620"/>
                  </a:lnTo>
                  <a:close/>
                </a:path>
                <a:path extrusionOk="0" h="477519" w="3296920">
                  <a:moveTo>
                    <a:pt x="2535682" y="93980"/>
                  </a:moveTo>
                  <a:lnTo>
                    <a:pt x="2526944" y="46215"/>
                  </a:lnTo>
                  <a:lnTo>
                    <a:pt x="2501341" y="12065"/>
                  </a:lnTo>
                  <a:lnTo>
                    <a:pt x="2475738" y="0"/>
                  </a:lnTo>
                  <a:lnTo>
                    <a:pt x="2473071" y="7620"/>
                  </a:lnTo>
                  <a:lnTo>
                    <a:pt x="2483993" y="12344"/>
                  </a:lnTo>
                  <a:lnTo>
                    <a:pt x="2493365" y="18859"/>
                  </a:lnTo>
                  <a:lnTo>
                    <a:pt x="2515768" y="62293"/>
                  </a:lnTo>
                  <a:lnTo>
                    <a:pt x="2518537" y="92964"/>
                  </a:lnTo>
                  <a:lnTo>
                    <a:pt x="2517838" y="109550"/>
                  </a:lnTo>
                  <a:lnTo>
                    <a:pt x="2507361" y="150114"/>
                  </a:lnTo>
                  <a:lnTo>
                    <a:pt x="2473452" y="180086"/>
                  </a:lnTo>
                  <a:lnTo>
                    <a:pt x="2475738" y="187706"/>
                  </a:lnTo>
                  <a:lnTo>
                    <a:pt x="2511628" y="166420"/>
                  </a:lnTo>
                  <a:lnTo>
                    <a:pt x="2531783" y="127127"/>
                  </a:lnTo>
                  <a:lnTo>
                    <a:pt x="2534704" y="111226"/>
                  </a:lnTo>
                  <a:lnTo>
                    <a:pt x="2535682" y="93980"/>
                  </a:lnTo>
                  <a:close/>
                </a:path>
                <a:path extrusionOk="0" h="477519" w="3296920">
                  <a:moveTo>
                    <a:pt x="2759710" y="383540"/>
                  </a:moveTo>
                  <a:lnTo>
                    <a:pt x="2750972" y="335775"/>
                  </a:lnTo>
                  <a:lnTo>
                    <a:pt x="2725369" y="301625"/>
                  </a:lnTo>
                  <a:lnTo>
                    <a:pt x="2699766" y="289560"/>
                  </a:lnTo>
                  <a:lnTo>
                    <a:pt x="2697099" y="297180"/>
                  </a:lnTo>
                  <a:lnTo>
                    <a:pt x="2708021" y="301904"/>
                  </a:lnTo>
                  <a:lnTo>
                    <a:pt x="2717393" y="308419"/>
                  </a:lnTo>
                  <a:lnTo>
                    <a:pt x="2739796" y="351853"/>
                  </a:lnTo>
                  <a:lnTo>
                    <a:pt x="2742565" y="382524"/>
                  </a:lnTo>
                  <a:lnTo>
                    <a:pt x="2741866" y="399097"/>
                  </a:lnTo>
                  <a:lnTo>
                    <a:pt x="2731389" y="439674"/>
                  </a:lnTo>
                  <a:lnTo>
                    <a:pt x="2697480" y="469646"/>
                  </a:lnTo>
                  <a:lnTo>
                    <a:pt x="2699766" y="477266"/>
                  </a:lnTo>
                  <a:lnTo>
                    <a:pt x="2735656" y="455980"/>
                  </a:lnTo>
                  <a:lnTo>
                    <a:pt x="2755811" y="416699"/>
                  </a:lnTo>
                  <a:lnTo>
                    <a:pt x="2758732" y="400786"/>
                  </a:lnTo>
                  <a:lnTo>
                    <a:pt x="2759710" y="383540"/>
                  </a:lnTo>
                  <a:close/>
                </a:path>
                <a:path extrusionOk="0" h="477519" w="3296920">
                  <a:moveTo>
                    <a:pt x="2988691" y="297180"/>
                  </a:moveTo>
                  <a:lnTo>
                    <a:pt x="2986024" y="289560"/>
                  </a:lnTo>
                  <a:lnTo>
                    <a:pt x="2972371" y="294487"/>
                  </a:lnTo>
                  <a:lnTo>
                    <a:pt x="2960408" y="301637"/>
                  </a:lnTo>
                  <a:lnTo>
                    <a:pt x="2934805" y="335775"/>
                  </a:lnTo>
                  <a:lnTo>
                    <a:pt x="2926080" y="383540"/>
                  </a:lnTo>
                  <a:lnTo>
                    <a:pt x="2927045" y="400786"/>
                  </a:lnTo>
                  <a:lnTo>
                    <a:pt x="2941574" y="444500"/>
                  </a:lnTo>
                  <a:lnTo>
                    <a:pt x="2972320" y="472363"/>
                  </a:lnTo>
                  <a:lnTo>
                    <a:pt x="2986024" y="477266"/>
                  </a:lnTo>
                  <a:lnTo>
                    <a:pt x="2988310" y="469646"/>
                  </a:lnTo>
                  <a:lnTo>
                    <a:pt x="2977616" y="464934"/>
                  </a:lnTo>
                  <a:lnTo>
                    <a:pt x="2968396" y="458381"/>
                  </a:lnTo>
                  <a:lnTo>
                    <a:pt x="2945993" y="414147"/>
                  </a:lnTo>
                  <a:lnTo>
                    <a:pt x="2943225" y="382524"/>
                  </a:lnTo>
                  <a:lnTo>
                    <a:pt x="2943910" y="366483"/>
                  </a:lnTo>
                  <a:lnTo>
                    <a:pt x="2954401" y="326898"/>
                  </a:lnTo>
                  <a:lnTo>
                    <a:pt x="2977832" y="301904"/>
                  </a:lnTo>
                  <a:lnTo>
                    <a:pt x="2988691" y="297180"/>
                  </a:lnTo>
                  <a:close/>
                </a:path>
                <a:path extrusionOk="0" h="477519" w="3296920">
                  <a:moveTo>
                    <a:pt x="3277870" y="383540"/>
                  </a:moveTo>
                  <a:lnTo>
                    <a:pt x="3269132" y="335775"/>
                  </a:lnTo>
                  <a:lnTo>
                    <a:pt x="3243529" y="301625"/>
                  </a:lnTo>
                  <a:lnTo>
                    <a:pt x="3217926" y="289560"/>
                  </a:lnTo>
                  <a:lnTo>
                    <a:pt x="3215259" y="297180"/>
                  </a:lnTo>
                  <a:lnTo>
                    <a:pt x="3226181" y="301904"/>
                  </a:lnTo>
                  <a:lnTo>
                    <a:pt x="3235553" y="308419"/>
                  </a:lnTo>
                  <a:lnTo>
                    <a:pt x="3257956" y="351853"/>
                  </a:lnTo>
                  <a:lnTo>
                    <a:pt x="3260725" y="382524"/>
                  </a:lnTo>
                  <a:lnTo>
                    <a:pt x="3260026" y="399097"/>
                  </a:lnTo>
                  <a:lnTo>
                    <a:pt x="3249549" y="439674"/>
                  </a:lnTo>
                  <a:lnTo>
                    <a:pt x="3215627" y="469646"/>
                  </a:lnTo>
                  <a:lnTo>
                    <a:pt x="3217926" y="477266"/>
                  </a:lnTo>
                  <a:lnTo>
                    <a:pt x="3253816" y="455980"/>
                  </a:lnTo>
                  <a:lnTo>
                    <a:pt x="3273971" y="416699"/>
                  </a:lnTo>
                  <a:lnTo>
                    <a:pt x="3276892" y="400786"/>
                  </a:lnTo>
                  <a:lnTo>
                    <a:pt x="3277870" y="383540"/>
                  </a:lnTo>
                  <a:close/>
                </a:path>
                <a:path extrusionOk="0" h="477519" w="3296920">
                  <a:moveTo>
                    <a:pt x="3296920" y="240538"/>
                  </a:moveTo>
                  <a:lnTo>
                    <a:pt x="751840" y="240538"/>
                  </a:lnTo>
                  <a:lnTo>
                    <a:pt x="751840" y="254254"/>
                  </a:lnTo>
                  <a:lnTo>
                    <a:pt x="3296920" y="254254"/>
                  </a:lnTo>
                  <a:lnTo>
                    <a:pt x="3296920" y="240538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80" name="Google Shape;680;p33"/>
          <p:cNvSpPr txBox="1"/>
          <p:nvPr/>
        </p:nvSpPr>
        <p:spPr>
          <a:xfrm>
            <a:off x="3044951" y="1780032"/>
            <a:ext cx="3813175" cy="713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0" lvl="0" marL="1818004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𝐵|𝐴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77800" marR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𝐴|𝐵	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076960" marR="0" rtl="0" algn="l">
              <a:lnSpc>
                <a:spcPct val="8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𝐵|𝐴 𝑃 𝐴	+ 𝑃 𝐵|𝐴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</a:t>
            </a:r>
            <a:endParaRPr baseline="30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3"/>
          <p:cNvSpPr/>
          <p:nvPr/>
        </p:nvSpPr>
        <p:spPr>
          <a:xfrm>
            <a:off x="4041647" y="2124455"/>
            <a:ext cx="2626360" cy="224154"/>
          </a:xfrm>
          <a:custGeom>
            <a:rect b="b" l="l" r="r" t="t"/>
            <a:pathLst>
              <a:path extrusionOk="0" h="224155" w="2626359">
                <a:moveTo>
                  <a:pt x="0" y="112014"/>
                </a:moveTo>
                <a:lnTo>
                  <a:pt x="8804" y="68419"/>
                </a:lnTo>
                <a:lnTo>
                  <a:pt x="32813" y="32813"/>
                </a:lnTo>
                <a:lnTo>
                  <a:pt x="68419" y="8804"/>
                </a:lnTo>
                <a:lnTo>
                  <a:pt x="112013" y="0"/>
                </a:lnTo>
                <a:lnTo>
                  <a:pt x="1029462" y="0"/>
                </a:lnTo>
                <a:lnTo>
                  <a:pt x="1073056" y="8804"/>
                </a:lnTo>
                <a:lnTo>
                  <a:pt x="1108662" y="32813"/>
                </a:lnTo>
                <a:lnTo>
                  <a:pt x="1132671" y="68419"/>
                </a:lnTo>
                <a:lnTo>
                  <a:pt x="1141476" y="112014"/>
                </a:lnTo>
                <a:lnTo>
                  <a:pt x="1132671" y="155608"/>
                </a:lnTo>
                <a:lnTo>
                  <a:pt x="1108662" y="191214"/>
                </a:lnTo>
                <a:lnTo>
                  <a:pt x="1073056" y="215223"/>
                </a:lnTo>
                <a:lnTo>
                  <a:pt x="1029462" y="224028"/>
                </a:lnTo>
                <a:lnTo>
                  <a:pt x="112013" y="224028"/>
                </a:lnTo>
                <a:lnTo>
                  <a:pt x="68419" y="215223"/>
                </a:lnTo>
                <a:lnTo>
                  <a:pt x="32813" y="191214"/>
                </a:lnTo>
                <a:lnTo>
                  <a:pt x="8804" y="155608"/>
                </a:lnTo>
                <a:lnTo>
                  <a:pt x="0" y="112014"/>
                </a:lnTo>
                <a:close/>
              </a:path>
              <a:path extrusionOk="0" h="224155" w="2626359">
                <a:moveTo>
                  <a:pt x="1341119" y="112014"/>
                </a:moveTo>
                <a:lnTo>
                  <a:pt x="1349924" y="68419"/>
                </a:lnTo>
                <a:lnTo>
                  <a:pt x="1373933" y="32813"/>
                </a:lnTo>
                <a:lnTo>
                  <a:pt x="1409539" y="8804"/>
                </a:lnTo>
                <a:lnTo>
                  <a:pt x="1453134" y="0"/>
                </a:lnTo>
                <a:lnTo>
                  <a:pt x="2513837" y="0"/>
                </a:lnTo>
                <a:lnTo>
                  <a:pt x="2557432" y="8804"/>
                </a:lnTo>
                <a:lnTo>
                  <a:pt x="2593038" y="32813"/>
                </a:lnTo>
                <a:lnTo>
                  <a:pt x="2617047" y="68419"/>
                </a:lnTo>
                <a:lnTo>
                  <a:pt x="2625852" y="112014"/>
                </a:lnTo>
                <a:lnTo>
                  <a:pt x="2617047" y="155608"/>
                </a:lnTo>
                <a:lnTo>
                  <a:pt x="2593038" y="191214"/>
                </a:lnTo>
                <a:lnTo>
                  <a:pt x="2557432" y="215223"/>
                </a:lnTo>
                <a:lnTo>
                  <a:pt x="2513837" y="224028"/>
                </a:lnTo>
                <a:lnTo>
                  <a:pt x="1453134" y="224028"/>
                </a:lnTo>
                <a:lnTo>
                  <a:pt x="1409539" y="215223"/>
                </a:lnTo>
                <a:lnTo>
                  <a:pt x="1373933" y="191214"/>
                </a:lnTo>
                <a:lnTo>
                  <a:pt x="1349924" y="155608"/>
                </a:lnTo>
                <a:lnTo>
                  <a:pt x="1341119" y="112014"/>
                </a:lnTo>
                <a:close/>
              </a:path>
            </a:pathLst>
          </a:cu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2" name="Google Shape;682;p33"/>
          <p:cNvSpPr/>
          <p:nvPr/>
        </p:nvSpPr>
        <p:spPr>
          <a:xfrm>
            <a:off x="3272028" y="3721608"/>
            <a:ext cx="1080770" cy="1080770"/>
          </a:xfrm>
          <a:custGeom>
            <a:rect b="b" l="l" r="r" t="t"/>
            <a:pathLst>
              <a:path extrusionOk="0" h="1080770" w="1080770">
                <a:moveTo>
                  <a:pt x="0" y="540258"/>
                </a:moveTo>
                <a:lnTo>
                  <a:pt x="2208" y="491091"/>
                </a:lnTo>
                <a:lnTo>
                  <a:pt x="8706" y="443159"/>
                </a:lnTo>
                <a:lnTo>
                  <a:pt x="19302" y="396654"/>
                </a:lnTo>
                <a:lnTo>
                  <a:pt x="33806" y="351765"/>
                </a:lnTo>
                <a:lnTo>
                  <a:pt x="52026" y="308685"/>
                </a:lnTo>
                <a:lnTo>
                  <a:pt x="73772" y="267603"/>
                </a:lnTo>
                <a:lnTo>
                  <a:pt x="98854" y="228710"/>
                </a:lnTo>
                <a:lnTo>
                  <a:pt x="127079" y="192198"/>
                </a:lnTo>
                <a:lnTo>
                  <a:pt x="158257" y="158257"/>
                </a:lnTo>
                <a:lnTo>
                  <a:pt x="192198" y="127079"/>
                </a:lnTo>
                <a:lnTo>
                  <a:pt x="228710" y="98854"/>
                </a:lnTo>
                <a:lnTo>
                  <a:pt x="267603" y="73772"/>
                </a:lnTo>
                <a:lnTo>
                  <a:pt x="308685" y="52026"/>
                </a:lnTo>
                <a:lnTo>
                  <a:pt x="351765" y="33806"/>
                </a:lnTo>
                <a:lnTo>
                  <a:pt x="396654" y="19302"/>
                </a:lnTo>
                <a:lnTo>
                  <a:pt x="443159" y="8706"/>
                </a:lnTo>
                <a:lnTo>
                  <a:pt x="491091" y="2208"/>
                </a:lnTo>
                <a:lnTo>
                  <a:pt x="540258" y="0"/>
                </a:lnTo>
                <a:lnTo>
                  <a:pt x="589424" y="2208"/>
                </a:lnTo>
                <a:lnTo>
                  <a:pt x="637356" y="8706"/>
                </a:lnTo>
                <a:lnTo>
                  <a:pt x="683861" y="19302"/>
                </a:lnTo>
                <a:lnTo>
                  <a:pt x="728750" y="33806"/>
                </a:lnTo>
                <a:lnTo>
                  <a:pt x="771830" y="52026"/>
                </a:lnTo>
                <a:lnTo>
                  <a:pt x="812912" y="73772"/>
                </a:lnTo>
                <a:lnTo>
                  <a:pt x="851805" y="98854"/>
                </a:lnTo>
                <a:lnTo>
                  <a:pt x="888317" y="127079"/>
                </a:lnTo>
                <a:lnTo>
                  <a:pt x="922258" y="158257"/>
                </a:lnTo>
                <a:lnTo>
                  <a:pt x="953436" y="192198"/>
                </a:lnTo>
                <a:lnTo>
                  <a:pt x="981661" y="228710"/>
                </a:lnTo>
                <a:lnTo>
                  <a:pt x="1006743" y="267603"/>
                </a:lnTo>
                <a:lnTo>
                  <a:pt x="1028489" y="308685"/>
                </a:lnTo>
                <a:lnTo>
                  <a:pt x="1046709" y="351765"/>
                </a:lnTo>
                <a:lnTo>
                  <a:pt x="1061213" y="396654"/>
                </a:lnTo>
                <a:lnTo>
                  <a:pt x="1071809" y="443159"/>
                </a:lnTo>
                <a:lnTo>
                  <a:pt x="1078307" y="491091"/>
                </a:lnTo>
                <a:lnTo>
                  <a:pt x="1080516" y="540258"/>
                </a:lnTo>
                <a:lnTo>
                  <a:pt x="1078307" y="589424"/>
                </a:lnTo>
                <a:lnTo>
                  <a:pt x="1071809" y="637356"/>
                </a:lnTo>
                <a:lnTo>
                  <a:pt x="1061213" y="683861"/>
                </a:lnTo>
                <a:lnTo>
                  <a:pt x="1046709" y="728750"/>
                </a:lnTo>
                <a:lnTo>
                  <a:pt x="1028489" y="771830"/>
                </a:lnTo>
                <a:lnTo>
                  <a:pt x="1006743" y="812912"/>
                </a:lnTo>
                <a:lnTo>
                  <a:pt x="981661" y="851805"/>
                </a:lnTo>
                <a:lnTo>
                  <a:pt x="953436" y="888317"/>
                </a:lnTo>
                <a:lnTo>
                  <a:pt x="922258" y="922258"/>
                </a:lnTo>
                <a:lnTo>
                  <a:pt x="888317" y="953436"/>
                </a:lnTo>
                <a:lnTo>
                  <a:pt x="851805" y="981661"/>
                </a:lnTo>
                <a:lnTo>
                  <a:pt x="812912" y="1006743"/>
                </a:lnTo>
                <a:lnTo>
                  <a:pt x="771830" y="1028489"/>
                </a:lnTo>
                <a:lnTo>
                  <a:pt x="728750" y="1046709"/>
                </a:lnTo>
                <a:lnTo>
                  <a:pt x="683861" y="1061213"/>
                </a:lnTo>
                <a:lnTo>
                  <a:pt x="637356" y="1071809"/>
                </a:lnTo>
                <a:lnTo>
                  <a:pt x="589424" y="1078307"/>
                </a:lnTo>
                <a:lnTo>
                  <a:pt x="540258" y="1080516"/>
                </a:lnTo>
                <a:lnTo>
                  <a:pt x="491091" y="1078307"/>
                </a:lnTo>
                <a:lnTo>
                  <a:pt x="443159" y="1071809"/>
                </a:lnTo>
                <a:lnTo>
                  <a:pt x="396654" y="1061213"/>
                </a:lnTo>
                <a:lnTo>
                  <a:pt x="351765" y="1046709"/>
                </a:lnTo>
                <a:lnTo>
                  <a:pt x="308685" y="1028489"/>
                </a:lnTo>
                <a:lnTo>
                  <a:pt x="267603" y="1006743"/>
                </a:lnTo>
                <a:lnTo>
                  <a:pt x="228710" y="981661"/>
                </a:lnTo>
                <a:lnTo>
                  <a:pt x="192198" y="953436"/>
                </a:lnTo>
                <a:lnTo>
                  <a:pt x="158257" y="922258"/>
                </a:lnTo>
                <a:lnTo>
                  <a:pt x="127079" y="888317"/>
                </a:lnTo>
                <a:lnTo>
                  <a:pt x="98854" y="851805"/>
                </a:lnTo>
                <a:lnTo>
                  <a:pt x="73772" y="812912"/>
                </a:lnTo>
                <a:lnTo>
                  <a:pt x="52026" y="771830"/>
                </a:lnTo>
                <a:lnTo>
                  <a:pt x="33806" y="728750"/>
                </a:lnTo>
                <a:lnTo>
                  <a:pt x="19302" y="683861"/>
                </a:lnTo>
                <a:lnTo>
                  <a:pt x="8706" y="637356"/>
                </a:lnTo>
                <a:lnTo>
                  <a:pt x="2208" y="589424"/>
                </a:lnTo>
                <a:lnTo>
                  <a:pt x="0" y="540258"/>
                </a:lnTo>
                <a:close/>
              </a:path>
            </a:pathLst>
          </a:custGeom>
          <a:noFill/>
          <a:ln cap="flat" cmpd="sng" w="121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3" name="Google Shape;683;p33"/>
          <p:cNvSpPr txBox="1"/>
          <p:nvPr/>
        </p:nvSpPr>
        <p:spPr>
          <a:xfrm>
            <a:off x="3546475" y="4103623"/>
            <a:ext cx="1473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3"/>
          <p:cNvSpPr txBox="1"/>
          <p:nvPr/>
        </p:nvSpPr>
        <p:spPr>
          <a:xfrm>
            <a:off x="4567173" y="4103623"/>
            <a:ext cx="142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5" name="Google Shape;685;p33"/>
          <p:cNvGrpSpPr/>
          <p:nvPr/>
        </p:nvGrpSpPr>
        <p:grpSpPr>
          <a:xfrm>
            <a:off x="3151632" y="3683508"/>
            <a:ext cx="1850390" cy="1118870"/>
            <a:chOff x="3151632" y="3683508"/>
            <a:chExt cx="1850390" cy="1118870"/>
          </a:xfrm>
        </p:grpSpPr>
        <p:sp>
          <p:nvSpPr>
            <p:cNvPr id="686" name="Google Shape;686;p33"/>
            <p:cNvSpPr/>
            <p:nvPr/>
          </p:nvSpPr>
          <p:spPr>
            <a:xfrm>
              <a:off x="3921252" y="3832860"/>
              <a:ext cx="431800" cy="858519"/>
            </a:xfrm>
            <a:custGeom>
              <a:rect b="b" l="l" r="r" t="t"/>
              <a:pathLst>
                <a:path extrusionOk="0" h="858520" w="431800">
                  <a:moveTo>
                    <a:pt x="215646" y="0"/>
                  </a:moveTo>
                  <a:lnTo>
                    <a:pt x="158242" y="47370"/>
                  </a:lnTo>
                  <a:lnTo>
                    <a:pt x="127059" y="81271"/>
                  </a:lnTo>
                  <a:lnTo>
                    <a:pt x="98833" y="117740"/>
                  </a:lnTo>
                  <a:lnTo>
                    <a:pt x="73754" y="156586"/>
                  </a:lnTo>
                  <a:lnTo>
                    <a:pt x="52010" y="197621"/>
                  </a:lnTo>
                  <a:lnTo>
                    <a:pt x="33794" y="240655"/>
                  </a:lnTo>
                  <a:lnTo>
                    <a:pt x="19294" y="285500"/>
                  </a:lnTo>
                  <a:lnTo>
                    <a:pt x="8702" y="331966"/>
                  </a:lnTo>
                  <a:lnTo>
                    <a:pt x="2207" y="379865"/>
                  </a:lnTo>
                  <a:lnTo>
                    <a:pt x="0" y="429006"/>
                  </a:lnTo>
                  <a:lnTo>
                    <a:pt x="2207" y="478146"/>
                  </a:lnTo>
                  <a:lnTo>
                    <a:pt x="8702" y="526045"/>
                  </a:lnTo>
                  <a:lnTo>
                    <a:pt x="19294" y="572511"/>
                  </a:lnTo>
                  <a:lnTo>
                    <a:pt x="33794" y="617356"/>
                  </a:lnTo>
                  <a:lnTo>
                    <a:pt x="52010" y="660390"/>
                  </a:lnTo>
                  <a:lnTo>
                    <a:pt x="73754" y="701425"/>
                  </a:lnTo>
                  <a:lnTo>
                    <a:pt x="98833" y="740271"/>
                  </a:lnTo>
                  <a:lnTo>
                    <a:pt x="127059" y="776740"/>
                  </a:lnTo>
                  <a:lnTo>
                    <a:pt x="158242" y="810640"/>
                  </a:lnTo>
                  <a:lnTo>
                    <a:pt x="215646" y="858012"/>
                  </a:lnTo>
                  <a:lnTo>
                    <a:pt x="273050" y="810640"/>
                  </a:lnTo>
                  <a:lnTo>
                    <a:pt x="304232" y="776740"/>
                  </a:lnTo>
                  <a:lnTo>
                    <a:pt x="332458" y="740271"/>
                  </a:lnTo>
                  <a:lnTo>
                    <a:pt x="357537" y="701425"/>
                  </a:lnTo>
                  <a:lnTo>
                    <a:pt x="379281" y="660390"/>
                  </a:lnTo>
                  <a:lnTo>
                    <a:pt x="397497" y="617356"/>
                  </a:lnTo>
                  <a:lnTo>
                    <a:pt x="411997" y="572511"/>
                  </a:lnTo>
                  <a:lnTo>
                    <a:pt x="422589" y="526045"/>
                  </a:lnTo>
                  <a:lnTo>
                    <a:pt x="429084" y="478146"/>
                  </a:lnTo>
                  <a:lnTo>
                    <a:pt x="431292" y="429006"/>
                  </a:lnTo>
                  <a:lnTo>
                    <a:pt x="429084" y="379865"/>
                  </a:lnTo>
                  <a:lnTo>
                    <a:pt x="422589" y="331966"/>
                  </a:lnTo>
                  <a:lnTo>
                    <a:pt x="411997" y="285500"/>
                  </a:lnTo>
                  <a:lnTo>
                    <a:pt x="397497" y="240655"/>
                  </a:lnTo>
                  <a:lnTo>
                    <a:pt x="379281" y="197621"/>
                  </a:lnTo>
                  <a:lnTo>
                    <a:pt x="357537" y="156586"/>
                  </a:lnTo>
                  <a:lnTo>
                    <a:pt x="332458" y="117740"/>
                  </a:lnTo>
                  <a:lnTo>
                    <a:pt x="304232" y="81271"/>
                  </a:lnTo>
                  <a:lnTo>
                    <a:pt x="273050" y="47370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D9A9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3921252" y="3832860"/>
              <a:ext cx="431800" cy="858519"/>
            </a:xfrm>
            <a:custGeom>
              <a:rect b="b" l="l" r="r" t="t"/>
              <a:pathLst>
                <a:path extrusionOk="0" h="858520" w="431800">
                  <a:moveTo>
                    <a:pt x="215646" y="0"/>
                  </a:moveTo>
                  <a:lnTo>
                    <a:pt x="273050" y="47370"/>
                  </a:lnTo>
                  <a:lnTo>
                    <a:pt x="304232" y="81271"/>
                  </a:lnTo>
                  <a:lnTo>
                    <a:pt x="332458" y="117740"/>
                  </a:lnTo>
                  <a:lnTo>
                    <a:pt x="357537" y="156586"/>
                  </a:lnTo>
                  <a:lnTo>
                    <a:pt x="379281" y="197621"/>
                  </a:lnTo>
                  <a:lnTo>
                    <a:pt x="397497" y="240655"/>
                  </a:lnTo>
                  <a:lnTo>
                    <a:pt x="411997" y="285500"/>
                  </a:lnTo>
                  <a:lnTo>
                    <a:pt x="422589" y="331966"/>
                  </a:lnTo>
                  <a:lnTo>
                    <a:pt x="429084" y="379865"/>
                  </a:lnTo>
                  <a:lnTo>
                    <a:pt x="431292" y="429006"/>
                  </a:lnTo>
                  <a:lnTo>
                    <a:pt x="429084" y="478146"/>
                  </a:lnTo>
                  <a:lnTo>
                    <a:pt x="422589" y="526045"/>
                  </a:lnTo>
                  <a:lnTo>
                    <a:pt x="411997" y="572511"/>
                  </a:lnTo>
                  <a:lnTo>
                    <a:pt x="397497" y="617356"/>
                  </a:lnTo>
                  <a:lnTo>
                    <a:pt x="379281" y="660390"/>
                  </a:lnTo>
                  <a:lnTo>
                    <a:pt x="357537" y="701425"/>
                  </a:lnTo>
                  <a:lnTo>
                    <a:pt x="332458" y="740271"/>
                  </a:lnTo>
                  <a:lnTo>
                    <a:pt x="304232" y="776740"/>
                  </a:lnTo>
                  <a:lnTo>
                    <a:pt x="273050" y="810640"/>
                  </a:lnTo>
                  <a:lnTo>
                    <a:pt x="215646" y="858012"/>
                  </a:lnTo>
                  <a:lnTo>
                    <a:pt x="158242" y="810640"/>
                  </a:lnTo>
                  <a:lnTo>
                    <a:pt x="127059" y="776740"/>
                  </a:lnTo>
                  <a:lnTo>
                    <a:pt x="98833" y="740271"/>
                  </a:lnTo>
                  <a:lnTo>
                    <a:pt x="73754" y="701425"/>
                  </a:lnTo>
                  <a:lnTo>
                    <a:pt x="52010" y="660390"/>
                  </a:lnTo>
                  <a:lnTo>
                    <a:pt x="33794" y="617356"/>
                  </a:lnTo>
                  <a:lnTo>
                    <a:pt x="19294" y="572511"/>
                  </a:lnTo>
                  <a:lnTo>
                    <a:pt x="8702" y="526045"/>
                  </a:lnTo>
                  <a:lnTo>
                    <a:pt x="2207" y="478146"/>
                  </a:lnTo>
                  <a:lnTo>
                    <a:pt x="0" y="429006"/>
                  </a:lnTo>
                  <a:lnTo>
                    <a:pt x="2207" y="379865"/>
                  </a:lnTo>
                  <a:lnTo>
                    <a:pt x="8702" y="331966"/>
                  </a:lnTo>
                  <a:lnTo>
                    <a:pt x="19294" y="285500"/>
                  </a:lnTo>
                  <a:lnTo>
                    <a:pt x="33794" y="240655"/>
                  </a:lnTo>
                  <a:lnTo>
                    <a:pt x="52010" y="197621"/>
                  </a:lnTo>
                  <a:lnTo>
                    <a:pt x="73754" y="156586"/>
                  </a:lnTo>
                  <a:lnTo>
                    <a:pt x="98833" y="117740"/>
                  </a:lnTo>
                  <a:lnTo>
                    <a:pt x="127059" y="81271"/>
                  </a:lnTo>
                  <a:lnTo>
                    <a:pt x="158242" y="47370"/>
                  </a:lnTo>
                  <a:lnTo>
                    <a:pt x="215646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3921252" y="3721608"/>
              <a:ext cx="1080770" cy="1080770"/>
            </a:xfrm>
            <a:custGeom>
              <a:rect b="b" l="l" r="r" t="t"/>
              <a:pathLst>
                <a:path extrusionOk="0" h="1080770" w="1080770">
                  <a:moveTo>
                    <a:pt x="0" y="540258"/>
                  </a:moveTo>
                  <a:lnTo>
                    <a:pt x="2208" y="491091"/>
                  </a:lnTo>
                  <a:lnTo>
                    <a:pt x="8706" y="443159"/>
                  </a:lnTo>
                  <a:lnTo>
                    <a:pt x="19302" y="396654"/>
                  </a:lnTo>
                  <a:lnTo>
                    <a:pt x="33806" y="351765"/>
                  </a:lnTo>
                  <a:lnTo>
                    <a:pt x="52026" y="308685"/>
                  </a:lnTo>
                  <a:lnTo>
                    <a:pt x="73772" y="267603"/>
                  </a:lnTo>
                  <a:lnTo>
                    <a:pt x="98854" y="228710"/>
                  </a:lnTo>
                  <a:lnTo>
                    <a:pt x="127079" y="192198"/>
                  </a:lnTo>
                  <a:lnTo>
                    <a:pt x="158257" y="158257"/>
                  </a:lnTo>
                  <a:lnTo>
                    <a:pt x="192198" y="127079"/>
                  </a:lnTo>
                  <a:lnTo>
                    <a:pt x="228710" y="98854"/>
                  </a:lnTo>
                  <a:lnTo>
                    <a:pt x="267603" y="73772"/>
                  </a:lnTo>
                  <a:lnTo>
                    <a:pt x="308685" y="52026"/>
                  </a:lnTo>
                  <a:lnTo>
                    <a:pt x="351765" y="33806"/>
                  </a:lnTo>
                  <a:lnTo>
                    <a:pt x="396654" y="19302"/>
                  </a:lnTo>
                  <a:lnTo>
                    <a:pt x="443159" y="8706"/>
                  </a:lnTo>
                  <a:lnTo>
                    <a:pt x="491091" y="2208"/>
                  </a:lnTo>
                  <a:lnTo>
                    <a:pt x="540258" y="0"/>
                  </a:lnTo>
                  <a:lnTo>
                    <a:pt x="589424" y="2208"/>
                  </a:lnTo>
                  <a:lnTo>
                    <a:pt x="637356" y="8706"/>
                  </a:lnTo>
                  <a:lnTo>
                    <a:pt x="683861" y="19302"/>
                  </a:lnTo>
                  <a:lnTo>
                    <a:pt x="728750" y="33806"/>
                  </a:lnTo>
                  <a:lnTo>
                    <a:pt x="771830" y="52026"/>
                  </a:lnTo>
                  <a:lnTo>
                    <a:pt x="812912" y="73772"/>
                  </a:lnTo>
                  <a:lnTo>
                    <a:pt x="851805" y="98854"/>
                  </a:lnTo>
                  <a:lnTo>
                    <a:pt x="888317" y="127079"/>
                  </a:lnTo>
                  <a:lnTo>
                    <a:pt x="922258" y="158257"/>
                  </a:lnTo>
                  <a:lnTo>
                    <a:pt x="953436" y="192198"/>
                  </a:lnTo>
                  <a:lnTo>
                    <a:pt x="981661" y="228710"/>
                  </a:lnTo>
                  <a:lnTo>
                    <a:pt x="1006743" y="267603"/>
                  </a:lnTo>
                  <a:lnTo>
                    <a:pt x="1028489" y="308685"/>
                  </a:lnTo>
                  <a:lnTo>
                    <a:pt x="1046709" y="351765"/>
                  </a:lnTo>
                  <a:lnTo>
                    <a:pt x="1061213" y="396654"/>
                  </a:lnTo>
                  <a:lnTo>
                    <a:pt x="1071809" y="443159"/>
                  </a:lnTo>
                  <a:lnTo>
                    <a:pt x="1078307" y="491091"/>
                  </a:lnTo>
                  <a:lnTo>
                    <a:pt x="1080515" y="540258"/>
                  </a:lnTo>
                  <a:lnTo>
                    <a:pt x="1078307" y="589424"/>
                  </a:lnTo>
                  <a:lnTo>
                    <a:pt x="1071809" y="637356"/>
                  </a:lnTo>
                  <a:lnTo>
                    <a:pt x="1061213" y="683861"/>
                  </a:lnTo>
                  <a:lnTo>
                    <a:pt x="1046709" y="728750"/>
                  </a:lnTo>
                  <a:lnTo>
                    <a:pt x="1028489" y="771830"/>
                  </a:lnTo>
                  <a:lnTo>
                    <a:pt x="1006743" y="812912"/>
                  </a:lnTo>
                  <a:lnTo>
                    <a:pt x="981661" y="851805"/>
                  </a:lnTo>
                  <a:lnTo>
                    <a:pt x="953436" y="888317"/>
                  </a:lnTo>
                  <a:lnTo>
                    <a:pt x="922258" y="922258"/>
                  </a:lnTo>
                  <a:lnTo>
                    <a:pt x="888317" y="953436"/>
                  </a:lnTo>
                  <a:lnTo>
                    <a:pt x="851805" y="981661"/>
                  </a:lnTo>
                  <a:lnTo>
                    <a:pt x="812912" y="1006743"/>
                  </a:lnTo>
                  <a:lnTo>
                    <a:pt x="771830" y="1028489"/>
                  </a:lnTo>
                  <a:lnTo>
                    <a:pt x="728750" y="1046709"/>
                  </a:lnTo>
                  <a:lnTo>
                    <a:pt x="683861" y="1061213"/>
                  </a:lnTo>
                  <a:lnTo>
                    <a:pt x="637356" y="1071809"/>
                  </a:lnTo>
                  <a:lnTo>
                    <a:pt x="589424" y="1078307"/>
                  </a:lnTo>
                  <a:lnTo>
                    <a:pt x="540258" y="1080516"/>
                  </a:lnTo>
                  <a:lnTo>
                    <a:pt x="491091" y="1078307"/>
                  </a:lnTo>
                  <a:lnTo>
                    <a:pt x="443159" y="1071809"/>
                  </a:lnTo>
                  <a:lnTo>
                    <a:pt x="396654" y="1061213"/>
                  </a:lnTo>
                  <a:lnTo>
                    <a:pt x="351765" y="1046709"/>
                  </a:lnTo>
                  <a:lnTo>
                    <a:pt x="308685" y="1028489"/>
                  </a:lnTo>
                  <a:lnTo>
                    <a:pt x="267603" y="1006743"/>
                  </a:lnTo>
                  <a:lnTo>
                    <a:pt x="228710" y="981661"/>
                  </a:lnTo>
                  <a:lnTo>
                    <a:pt x="192198" y="953436"/>
                  </a:lnTo>
                  <a:lnTo>
                    <a:pt x="158257" y="922258"/>
                  </a:lnTo>
                  <a:lnTo>
                    <a:pt x="127079" y="888317"/>
                  </a:lnTo>
                  <a:lnTo>
                    <a:pt x="98854" y="851805"/>
                  </a:lnTo>
                  <a:lnTo>
                    <a:pt x="73772" y="812912"/>
                  </a:lnTo>
                  <a:lnTo>
                    <a:pt x="52026" y="771830"/>
                  </a:lnTo>
                  <a:lnTo>
                    <a:pt x="33806" y="728750"/>
                  </a:lnTo>
                  <a:lnTo>
                    <a:pt x="19302" y="683861"/>
                  </a:lnTo>
                  <a:lnTo>
                    <a:pt x="8706" y="637356"/>
                  </a:lnTo>
                  <a:lnTo>
                    <a:pt x="2208" y="589424"/>
                  </a:lnTo>
                  <a:lnTo>
                    <a:pt x="0" y="540258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3151632" y="3683508"/>
              <a:ext cx="232409" cy="17297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90" name="Google Shape;690;p33"/>
          <p:cNvSpPr/>
          <p:nvPr/>
        </p:nvSpPr>
        <p:spPr>
          <a:xfrm>
            <a:off x="3790188" y="5052059"/>
            <a:ext cx="683513" cy="17297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691" name="Google Shape;691;p33"/>
          <p:cNvGrpSpPr/>
          <p:nvPr/>
        </p:nvGrpSpPr>
        <p:grpSpPr>
          <a:xfrm>
            <a:off x="5618988" y="3721608"/>
            <a:ext cx="1728470" cy="1080770"/>
            <a:chOff x="5618988" y="3721608"/>
            <a:chExt cx="1728470" cy="1080770"/>
          </a:xfrm>
        </p:grpSpPr>
        <p:sp>
          <p:nvSpPr>
            <p:cNvPr id="692" name="Google Shape;692;p33"/>
            <p:cNvSpPr/>
            <p:nvPr/>
          </p:nvSpPr>
          <p:spPr>
            <a:xfrm>
              <a:off x="6266688" y="3721608"/>
              <a:ext cx="1080770" cy="1080770"/>
            </a:xfrm>
            <a:custGeom>
              <a:rect b="b" l="l" r="r" t="t"/>
              <a:pathLst>
                <a:path extrusionOk="0" h="1080770" w="1080770">
                  <a:moveTo>
                    <a:pt x="540258" y="0"/>
                  </a:moveTo>
                  <a:lnTo>
                    <a:pt x="491091" y="2208"/>
                  </a:lnTo>
                  <a:lnTo>
                    <a:pt x="443159" y="8706"/>
                  </a:lnTo>
                  <a:lnTo>
                    <a:pt x="396654" y="19302"/>
                  </a:lnTo>
                  <a:lnTo>
                    <a:pt x="351765" y="33806"/>
                  </a:lnTo>
                  <a:lnTo>
                    <a:pt x="308685" y="52026"/>
                  </a:lnTo>
                  <a:lnTo>
                    <a:pt x="267603" y="73772"/>
                  </a:lnTo>
                  <a:lnTo>
                    <a:pt x="228710" y="98854"/>
                  </a:lnTo>
                  <a:lnTo>
                    <a:pt x="192198" y="127079"/>
                  </a:lnTo>
                  <a:lnTo>
                    <a:pt x="158257" y="158257"/>
                  </a:lnTo>
                  <a:lnTo>
                    <a:pt x="127079" y="192198"/>
                  </a:lnTo>
                  <a:lnTo>
                    <a:pt x="98854" y="228710"/>
                  </a:lnTo>
                  <a:lnTo>
                    <a:pt x="73772" y="267603"/>
                  </a:lnTo>
                  <a:lnTo>
                    <a:pt x="52026" y="308685"/>
                  </a:lnTo>
                  <a:lnTo>
                    <a:pt x="33806" y="351765"/>
                  </a:lnTo>
                  <a:lnTo>
                    <a:pt x="19302" y="396654"/>
                  </a:lnTo>
                  <a:lnTo>
                    <a:pt x="8706" y="443159"/>
                  </a:lnTo>
                  <a:lnTo>
                    <a:pt x="2208" y="491091"/>
                  </a:lnTo>
                  <a:lnTo>
                    <a:pt x="0" y="540258"/>
                  </a:lnTo>
                  <a:lnTo>
                    <a:pt x="2208" y="589424"/>
                  </a:lnTo>
                  <a:lnTo>
                    <a:pt x="8706" y="637356"/>
                  </a:lnTo>
                  <a:lnTo>
                    <a:pt x="19302" y="683861"/>
                  </a:lnTo>
                  <a:lnTo>
                    <a:pt x="33806" y="728750"/>
                  </a:lnTo>
                  <a:lnTo>
                    <a:pt x="52026" y="771830"/>
                  </a:lnTo>
                  <a:lnTo>
                    <a:pt x="73772" y="812912"/>
                  </a:lnTo>
                  <a:lnTo>
                    <a:pt x="98854" y="851805"/>
                  </a:lnTo>
                  <a:lnTo>
                    <a:pt x="127079" y="888317"/>
                  </a:lnTo>
                  <a:lnTo>
                    <a:pt x="158257" y="922258"/>
                  </a:lnTo>
                  <a:lnTo>
                    <a:pt x="192198" y="953436"/>
                  </a:lnTo>
                  <a:lnTo>
                    <a:pt x="228710" y="981661"/>
                  </a:lnTo>
                  <a:lnTo>
                    <a:pt x="267603" y="1006743"/>
                  </a:lnTo>
                  <a:lnTo>
                    <a:pt x="308685" y="1028489"/>
                  </a:lnTo>
                  <a:lnTo>
                    <a:pt x="351765" y="1046709"/>
                  </a:lnTo>
                  <a:lnTo>
                    <a:pt x="396654" y="1061213"/>
                  </a:lnTo>
                  <a:lnTo>
                    <a:pt x="443159" y="1071809"/>
                  </a:lnTo>
                  <a:lnTo>
                    <a:pt x="491091" y="1078307"/>
                  </a:lnTo>
                  <a:lnTo>
                    <a:pt x="540258" y="1080516"/>
                  </a:lnTo>
                  <a:lnTo>
                    <a:pt x="589424" y="1078307"/>
                  </a:lnTo>
                  <a:lnTo>
                    <a:pt x="637356" y="1071809"/>
                  </a:lnTo>
                  <a:lnTo>
                    <a:pt x="683861" y="1061213"/>
                  </a:lnTo>
                  <a:lnTo>
                    <a:pt x="728750" y="1046709"/>
                  </a:lnTo>
                  <a:lnTo>
                    <a:pt x="771830" y="1028489"/>
                  </a:lnTo>
                  <a:lnTo>
                    <a:pt x="812912" y="1006743"/>
                  </a:lnTo>
                  <a:lnTo>
                    <a:pt x="851805" y="981661"/>
                  </a:lnTo>
                  <a:lnTo>
                    <a:pt x="888317" y="953436"/>
                  </a:lnTo>
                  <a:lnTo>
                    <a:pt x="922258" y="922258"/>
                  </a:lnTo>
                  <a:lnTo>
                    <a:pt x="953436" y="888317"/>
                  </a:lnTo>
                  <a:lnTo>
                    <a:pt x="981661" y="851805"/>
                  </a:lnTo>
                  <a:lnTo>
                    <a:pt x="1006743" y="812912"/>
                  </a:lnTo>
                  <a:lnTo>
                    <a:pt x="1028489" y="771830"/>
                  </a:lnTo>
                  <a:lnTo>
                    <a:pt x="1046709" y="728750"/>
                  </a:lnTo>
                  <a:lnTo>
                    <a:pt x="1061213" y="683861"/>
                  </a:lnTo>
                  <a:lnTo>
                    <a:pt x="1071809" y="637356"/>
                  </a:lnTo>
                  <a:lnTo>
                    <a:pt x="1078307" y="589424"/>
                  </a:lnTo>
                  <a:lnTo>
                    <a:pt x="1080515" y="540258"/>
                  </a:lnTo>
                  <a:lnTo>
                    <a:pt x="1078307" y="491091"/>
                  </a:lnTo>
                  <a:lnTo>
                    <a:pt x="1071809" y="443159"/>
                  </a:lnTo>
                  <a:lnTo>
                    <a:pt x="1061213" y="396654"/>
                  </a:lnTo>
                  <a:lnTo>
                    <a:pt x="1046709" y="351765"/>
                  </a:lnTo>
                  <a:lnTo>
                    <a:pt x="1028489" y="308685"/>
                  </a:lnTo>
                  <a:lnTo>
                    <a:pt x="1006743" y="267603"/>
                  </a:lnTo>
                  <a:lnTo>
                    <a:pt x="981661" y="228710"/>
                  </a:lnTo>
                  <a:lnTo>
                    <a:pt x="953436" y="192198"/>
                  </a:lnTo>
                  <a:lnTo>
                    <a:pt x="922258" y="158257"/>
                  </a:lnTo>
                  <a:lnTo>
                    <a:pt x="888317" y="127079"/>
                  </a:lnTo>
                  <a:lnTo>
                    <a:pt x="851805" y="98854"/>
                  </a:lnTo>
                  <a:lnTo>
                    <a:pt x="812912" y="73772"/>
                  </a:lnTo>
                  <a:lnTo>
                    <a:pt x="771830" y="52026"/>
                  </a:lnTo>
                  <a:lnTo>
                    <a:pt x="728750" y="33806"/>
                  </a:lnTo>
                  <a:lnTo>
                    <a:pt x="683861" y="19302"/>
                  </a:lnTo>
                  <a:lnTo>
                    <a:pt x="637356" y="8706"/>
                  </a:lnTo>
                  <a:lnTo>
                    <a:pt x="589424" y="2208"/>
                  </a:lnTo>
                  <a:lnTo>
                    <a:pt x="540258" y="0"/>
                  </a:lnTo>
                  <a:close/>
                </a:path>
              </a:pathLst>
            </a:custGeom>
            <a:solidFill>
              <a:srgbClr val="13299F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6266688" y="3721608"/>
              <a:ext cx="1080770" cy="1080770"/>
            </a:xfrm>
            <a:custGeom>
              <a:rect b="b" l="l" r="r" t="t"/>
              <a:pathLst>
                <a:path extrusionOk="0" h="1080770" w="1080770">
                  <a:moveTo>
                    <a:pt x="0" y="540258"/>
                  </a:moveTo>
                  <a:lnTo>
                    <a:pt x="2208" y="491091"/>
                  </a:lnTo>
                  <a:lnTo>
                    <a:pt x="8706" y="443159"/>
                  </a:lnTo>
                  <a:lnTo>
                    <a:pt x="19302" y="396654"/>
                  </a:lnTo>
                  <a:lnTo>
                    <a:pt x="33806" y="351765"/>
                  </a:lnTo>
                  <a:lnTo>
                    <a:pt x="52026" y="308685"/>
                  </a:lnTo>
                  <a:lnTo>
                    <a:pt x="73772" y="267603"/>
                  </a:lnTo>
                  <a:lnTo>
                    <a:pt x="98854" y="228710"/>
                  </a:lnTo>
                  <a:lnTo>
                    <a:pt x="127079" y="192198"/>
                  </a:lnTo>
                  <a:lnTo>
                    <a:pt x="158257" y="158257"/>
                  </a:lnTo>
                  <a:lnTo>
                    <a:pt x="192198" y="127079"/>
                  </a:lnTo>
                  <a:lnTo>
                    <a:pt x="228710" y="98854"/>
                  </a:lnTo>
                  <a:lnTo>
                    <a:pt x="267603" y="73772"/>
                  </a:lnTo>
                  <a:lnTo>
                    <a:pt x="308685" y="52026"/>
                  </a:lnTo>
                  <a:lnTo>
                    <a:pt x="351765" y="33806"/>
                  </a:lnTo>
                  <a:lnTo>
                    <a:pt x="396654" y="19302"/>
                  </a:lnTo>
                  <a:lnTo>
                    <a:pt x="443159" y="8706"/>
                  </a:lnTo>
                  <a:lnTo>
                    <a:pt x="491091" y="2208"/>
                  </a:lnTo>
                  <a:lnTo>
                    <a:pt x="540258" y="0"/>
                  </a:lnTo>
                  <a:lnTo>
                    <a:pt x="589424" y="2208"/>
                  </a:lnTo>
                  <a:lnTo>
                    <a:pt x="637356" y="8706"/>
                  </a:lnTo>
                  <a:lnTo>
                    <a:pt x="683861" y="19302"/>
                  </a:lnTo>
                  <a:lnTo>
                    <a:pt x="728750" y="33806"/>
                  </a:lnTo>
                  <a:lnTo>
                    <a:pt x="771830" y="52026"/>
                  </a:lnTo>
                  <a:lnTo>
                    <a:pt x="812912" y="73772"/>
                  </a:lnTo>
                  <a:lnTo>
                    <a:pt x="851805" y="98854"/>
                  </a:lnTo>
                  <a:lnTo>
                    <a:pt x="888317" y="127079"/>
                  </a:lnTo>
                  <a:lnTo>
                    <a:pt x="922258" y="158257"/>
                  </a:lnTo>
                  <a:lnTo>
                    <a:pt x="953436" y="192198"/>
                  </a:lnTo>
                  <a:lnTo>
                    <a:pt x="981661" y="228710"/>
                  </a:lnTo>
                  <a:lnTo>
                    <a:pt x="1006743" y="267603"/>
                  </a:lnTo>
                  <a:lnTo>
                    <a:pt x="1028489" y="308685"/>
                  </a:lnTo>
                  <a:lnTo>
                    <a:pt x="1046709" y="351765"/>
                  </a:lnTo>
                  <a:lnTo>
                    <a:pt x="1061213" y="396654"/>
                  </a:lnTo>
                  <a:lnTo>
                    <a:pt x="1071809" y="443159"/>
                  </a:lnTo>
                  <a:lnTo>
                    <a:pt x="1078307" y="491091"/>
                  </a:lnTo>
                  <a:lnTo>
                    <a:pt x="1080515" y="540258"/>
                  </a:lnTo>
                  <a:lnTo>
                    <a:pt x="1078307" y="589424"/>
                  </a:lnTo>
                  <a:lnTo>
                    <a:pt x="1071809" y="637356"/>
                  </a:lnTo>
                  <a:lnTo>
                    <a:pt x="1061213" y="683861"/>
                  </a:lnTo>
                  <a:lnTo>
                    <a:pt x="1046709" y="728750"/>
                  </a:lnTo>
                  <a:lnTo>
                    <a:pt x="1028489" y="771830"/>
                  </a:lnTo>
                  <a:lnTo>
                    <a:pt x="1006743" y="812912"/>
                  </a:lnTo>
                  <a:lnTo>
                    <a:pt x="981661" y="851805"/>
                  </a:lnTo>
                  <a:lnTo>
                    <a:pt x="953436" y="888317"/>
                  </a:lnTo>
                  <a:lnTo>
                    <a:pt x="922258" y="922258"/>
                  </a:lnTo>
                  <a:lnTo>
                    <a:pt x="888317" y="953436"/>
                  </a:lnTo>
                  <a:lnTo>
                    <a:pt x="851805" y="981661"/>
                  </a:lnTo>
                  <a:lnTo>
                    <a:pt x="812912" y="1006743"/>
                  </a:lnTo>
                  <a:lnTo>
                    <a:pt x="771830" y="1028489"/>
                  </a:lnTo>
                  <a:lnTo>
                    <a:pt x="728750" y="1046709"/>
                  </a:lnTo>
                  <a:lnTo>
                    <a:pt x="683861" y="1061213"/>
                  </a:lnTo>
                  <a:lnTo>
                    <a:pt x="637356" y="1071809"/>
                  </a:lnTo>
                  <a:lnTo>
                    <a:pt x="589424" y="1078307"/>
                  </a:lnTo>
                  <a:lnTo>
                    <a:pt x="540258" y="1080516"/>
                  </a:lnTo>
                  <a:lnTo>
                    <a:pt x="491091" y="1078307"/>
                  </a:lnTo>
                  <a:lnTo>
                    <a:pt x="443159" y="1071809"/>
                  </a:lnTo>
                  <a:lnTo>
                    <a:pt x="396654" y="1061213"/>
                  </a:lnTo>
                  <a:lnTo>
                    <a:pt x="351765" y="1046709"/>
                  </a:lnTo>
                  <a:lnTo>
                    <a:pt x="308685" y="1028489"/>
                  </a:lnTo>
                  <a:lnTo>
                    <a:pt x="267603" y="1006743"/>
                  </a:lnTo>
                  <a:lnTo>
                    <a:pt x="228710" y="981661"/>
                  </a:lnTo>
                  <a:lnTo>
                    <a:pt x="192198" y="953436"/>
                  </a:lnTo>
                  <a:lnTo>
                    <a:pt x="158257" y="922258"/>
                  </a:lnTo>
                  <a:lnTo>
                    <a:pt x="127079" y="888317"/>
                  </a:lnTo>
                  <a:lnTo>
                    <a:pt x="98854" y="851805"/>
                  </a:lnTo>
                  <a:lnTo>
                    <a:pt x="73772" y="812912"/>
                  </a:lnTo>
                  <a:lnTo>
                    <a:pt x="52026" y="771830"/>
                  </a:lnTo>
                  <a:lnTo>
                    <a:pt x="33806" y="728750"/>
                  </a:lnTo>
                  <a:lnTo>
                    <a:pt x="19302" y="683861"/>
                  </a:lnTo>
                  <a:lnTo>
                    <a:pt x="8706" y="637356"/>
                  </a:lnTo>
                  <a:lnTo>
                    <a:pt x="2208" y="589424"/>
                  </a:lnTo>
                  <a:lnTo>
                    <a:pt x="0" y="540258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6266688" y="3832860"/>
              <a:ext cx="431800" cy="858519"/>
            </a:xfrm>
            <a:custGeom>
              <a:rect b="b" l="l" r="r" t="t"/>
              <a:pathLst>
                <a:path extrusionOk="0" h="858520" w="431800">
                  <a:moveTo>
                    <a:pt x="215646" y="0"/>
                  </a:moveTo>
                  <a:lnTo>
                    <a:pt x="158241" y="47370"/>
                  </a:lnTo>
                  <a:lnTo>
                    <a:pt x="127059" y="81271"/>
                  </a:lnTo>
                  <a:lnTo>
                    <a:pt x="98833" y="117740"/>
                  </a:lnTo>
                  <a:lnTo>
                    <a:pt x="73754" y="156586"/>
                  </a:lnTo>
                  <a:lnTo>
                    <a:pt x="52010" y="197621"/>
                  </a:lnTo>
                  <a:lnTo>
                    <a:pt x="33794" y="240655"/>
                  </a:lnTo>
                  <a:lnTo>
                    <a:pt x="19294" y="285500"/>
                  </a:lnTo>
                  <a:lnTo>
                    <a:pt x="8702" y="331966"/>
                  </a:lnTo>
                  <a:lnTo>
                    <a:pt x="2207" y="379865"/>
                  </a:lnTo>
                  <a:lnTo>
                    <a:pt x="0" y="429006"/>
                  </a:lnTo>
                  <a:lnTo>
                    <a:pt x="2207" y="478146"/>
                  </a:lnTo>
                  <a:lnTo>
                    <a:pt x="8702" y="526045"/>
                  </a:lnTo>
                  <a:lnTo>
                    <a:pt x="19294" y="572511"/>
                  </a:lnTo>
                  <a:lnTo>
                    <a:pt x="33794" y="617356"/>
                  </a:lnTo>
                  <a:lnTo>
                    <a:pt x="52010" y="660390"/>
                  </a:lnTo>
                  <a:lnTo>
                    <a:pt x="73754" y="701425"/>
                  </a:lnTo>
                  <a:lnTo>
                    <a:pt x="98833" y="740271"/>
                  </a:lnTo>
                  <a:lnTo>
                    <a:pt x="127059" y="776740"/>
                  </a:lnTo>
                  <a:lnTo>
                    <a:pt x="158241" y="810640"/>
                  </a:lnTo>
                  <a:lnTo>
                    <a:pt x="215646" y="858012"/>
                  </a:lnTo>
                  <a:lnTo>
                    <a:pt x="273050" y="810640"/>
                  </a:lnTo>
                  <a:lnTo>
                    <a:pt x="304232" y="776740"/>
                  </a:lnTo>
                  <a:lnTo>
                    <a:pt x="332458" y="740271"/>
                  </a:lnTo>
                  <a:lnTo>
                    <a:pt x="357537" y="701425"/>
                  </a:lnTo>
                  <a:lnTo>
                    <a:pt x="379281" y="660390"/>
                  </a:lnTo>
                  <a:lnTo>
                    <a:pt x="397497" y="617356"/>
                  </a:lnTo>
                  <a:lnTo>
                    <a:pt x="411997" y="572511"/>
                  </a:lnTo>
                  <a:lnTo>
                    <a:pt x="422589" y="526045"/>
                  </a:lnTo>
                  <a:lnTo>
                    <a:pt x="429084" y="478146"/>
                  </a:lnTo>
                  <a:lnTo>
                    <a:pt x="431291" y="429006"/>
                  </a:lnTo>
                  <a:lnTo>
                    <a:pt x="429084" y="379865"/>
                  </a:lnTo>
                  <a:lnTo>
                    <a:pt x="422589" y="331966"/>
                  </a:lnTo>
                  <a:lnTo>
                    <a:pt x="411997" y="285500"/>
                  </a:lnTo>
                  <a:lnTo>
                    <a:pt x="397497" y="240655"/>
                  </a:lnTo>
                  <a:lnTo>
                    <a:pt x="379281" y="197621"/>
                  </a:lnTo>
                  <a:lnTo>
                    <a:pt x="357537" y="156586"/>
                  </a:lnTo>
                  <a:lnTo>
                    <a:pt x="332458" y="117740"/>
                  </a:lnTo>
                  <a:lnTo>
                    <a:pt x="304232" y="81271"/>
                  </a:lnTo>
                  <a:lnTo>
                    <a:pt x="273050" y="47370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6266688" y="3832860"/>
              <a:ext cx="431800" cy="858519"/>
            </a:xfrm>
            <a:custGeom>
              <a:rect b="b" l="l" r="r" t="t"/>
              <a:pathLst>
                <a:path extrusionOk="0" h="858520" w="431800">
                  <a:moveTo>
                    <a:pt x="215646" y="0"/>
                  </a:moveTo>
                  <a:lnTo>
                    <a:pt x="273050" y="47370"/>
                  </a:lnTo>
                  <a:lnTo>
                    <a:pt x="304232" y="81271"/>
                  </a:lnTo>
                  <a:lnTo>
                    <a:pt x="332458" y="117740"/>
                  </a:lnTo>
                  <a:lnTo>
                    <a:pt x="357537" y="156586"/>
                  </a:lnTo>
                  <a:lnTo>
                    <a:pt x="379281" y="197621"/>
                  </a:lnTo>
                  <a:lnTo>
                    <a:pt x="397497" y="240655"/>
                  </a:lnTo>
                  <a:lnTo>
                    <a:pt x="411997" y="285500"/>
                  </a:lnTo>
                  <a:lnTo>
                    <a:pt x="422589" y="331966"/>
                  </a:lnTo>
                  <a:lnTo>
                    <a:pt x="429084" y="379865"/>
                  </a:lnTo>
                  <a:lnTo>
                    <a:pt x="431291" y="429006"/>
                  </a:lnTo>
                  <a:lnTo>
                    <a:pt x="429084" y="478146"/>
                  </a:lnTo>
                  <a:lnTo>
                    <a:pt x="422589" y="526045"/>
                  </a:lnTo>
                  <a:lnTo>
                    <a:pt x="411997" y="572511"/>
                  </a:lnTo>
                  <a:lnTo>
                    <a:pt x="397497" y="617356"/>
                  </a:lnTo>
                  <a:lnTo>
                    <a:pt x="379281" y="660390"/>
                  </a:lnTo>
                  <a:lnTo>
                    <a:pt x="357537" y="701425"/>
                  </a:lnTo>
                  <a:lnTo>
                    <a:pt x="332458" y="740271"/>
                  </a:lnTo>
                  <a:lnTo>
                    <a:pt x="304232" y="776740"/>
                  </a:lnTo>
                  <a:lnTo>
                    <a:pt x="273050" y="810640"/>
                  </a:lnTo>
                  <a:lnTo>
                    <a:pt x="215646" y="858012"/>
                  </a:lnTo>
                  <a:lnTo>
                    <a:pt x="158241" y="810640"/>
                  </a:lnTo>
                  <a:lnTo>
                    <a:pt x="127059" y="776740"/>
                  </a:lnTo>
                  <a:lnTo>
                    <a:pt x="98833" y="740271"/>
                  </a:lnTo>
                  <a:lnTo>
                    <a:pt x="73754" y="701425"/>
                  </a:lnTo>
                  <a:lnTo>
                    <a:pt x="52010" y="660390"/>
                  </a:lnTo>
                  <a:lnTo>
                    <a:pt x="33794" y="617356"/>
                  </a:lnTo>
                  <a:lnTo>
                    <a:pt x="19294" y="572511"/>
                  </a:lnTo>
                  <a:lnTo>
                    <a:pt x="8702" y="526045"/>
                  </a:lnTo>
                  <a:lnTo>
                    <a:pt x="2207" y="478146"/>
                  </a:lnTo>
                  <a:lnTo>
                    <a:pt x="0" y="429006"/>
                  </a:lnTo>
                  <a:lnTo>
                    <a:pt x="2207" y="379865"/>
                  </a:lnTo>
                  <a:lnTo>
                    <a:pt x="8702" y="331966"/>
                  </a:lnTo>
                  <a:lnTo>
                    <a:pt x="19294" y="285500"/>
                  </a:lnTo>
                  <a:lnTo>
                    <a:pt x="33794" y="240655"/>
                  </a:lnTo>
                  <a:lnTo>
                    <a:pt x="52010" y="197621"/>
                  </a:lnTo>
                  <a:lnTo>
                    <a:pt x="73754" y="156586"/>
                  </a:lnTo>
                  <a:lnTo>
                    <a:pt x="98833" y="117740"/>
                  </a:lnTo>
                  <a:lnTo>
                    <a:pt x="127059" y="81271"/>
                  </a:lnTo>
                  <a:lnTo>
                    <a:pt x="158241" y="47370"/>
                  </a:lnTo>
                  <a:lnTo>
                    <a:pt x="215646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5618988" y="3721608"/>
              <a:ext cx="1079500" cy="1080770"/>
            </a:xfrm>
            <a:custGeom>
              <a:rect b="b" l="l" r="r" t="t"/>
              <a:pathLst>
                <a:path extrusionOk="0" h="1080770" w="1079500">
                  <a:moveTo>
                    <a:pt x="0" y="540258"/>
                  </a:moveTo>
                  <a:lnTo>
                    <a:pt x="2204" y="491091"/>
                  </a:lnTo>
                  <a:lnTo>
                    <a:pt x="8692" y="443159"/>
                  </a:lnTo>
                  <a:lnTo>
                    <a:pt x="19272" y="396654"/>
                  </a:lnTo>
                  <a:lnTo>
                    <a:pt x="33753" y="351765"/>
                  </a:lnTo>
                  <a:lnTo>
                    <a:pt x="51946" y="308685"/>
                  </a:lnTo>
                  <a:lnTo>
                    <a:pt x="73660" y="267603"/>
                  </a:lnTo>
                  <a:lnTo>
                    <a:pt x="98703" y="228710"/>
                  </a:lnTo>
                  <a:lnTo>
                    <a:pt x="126887" y="192198"/>
                  </a:lnTo>
                  <a:lnTo>
                    <a:pt x="158019" y="158257"/>
                  </a:lnTo>
                  <a:lnTo>
                    <a:pt x="191911" y="127079"/>
                  </a:lnTo>
                  <a:lnTo>
                    <a:pt x="228370" y="98854"/>
                  </a:lnTo>
                  <a:lnTo>
                    <a:pt x="267208" y="73772"/>
                  </a:lnTo>
                  <a:lnTo>
                    <a:pt x="308232" y="52026"/>
                  </a:lnTo>
                  <a:lnTo>
                    <a:pt x="351253" y="33806"/>
                  </a:lnTo>
                  <a:lnTo>
                    <a:pt x="396081" y="19302"/>
                  </a:lnTo>
                  <a:lnTo>
                    <a:pt x="442524" y="8706"/>
                  </a:lnTo>
                  <a:lnTo>
                    <a:pt x="490392" y="2208"/>
                  </a:lnTo>
                  <a:lnTo>
                    <a:pt x="539496" y="0"/>
                  </a:lnTo>
                  <a:lnTo>
                    <a:pt x="588599" y="2208"/>
                  </a:lnTo>
                  <a:lnTo>
                    <a:pt x="636467" y="8706"/>
                  </a:lnTo>
                  <a:lnTo>
                    <a:pt x="682910" y="19302"/>
                  </a:lnTo>
                  <a:lnTo>
                    <a:pt x="727738" y="33806"/>
                  </a:lnTo>
                  <a:lnTo>
                    <a:pt x="770759" y="52026"/>
                  </a:lnTo>
                  <a:lnTo>
                    <a:pt x="811783" y="73772"/>
                  </a:lnTo>
                  <a:lnTo>
                    <a:pt x="850621" y="98854"/>
                  </a:lnTo>
                  <a:lnTo>
                    <a:pt x="887080" y="127079"/>
                  </a:lnTo>
                  <a:lnTo>
                    <a:pt x="920972" y="158257"/>
                  </a:lnTo>
                  <a:lnTo>
                    <a:pt x="952104" y="192198"/>
                  </a:lnTo>
                  <a:lnTo>
                    <a:pt x="980288" y="228710"/>
                  </a:lnTo>
                  <a:lnTo>
                    <a:pt x="1005332" y="267603"/>
                  </a:lnTo>
                  <a:lnTo>
                    <a:pt x="1027045" y="308685"/>
                  </a:lnTo>
                  <a:lnTo>
                    <a:pt x="1045238" y="351765"/>
                  </a:lnTo>
                  <a:lnTo>
                    <a:pt x="1059719" y="396654"/>
                  </a:lnTo>
                  <a:lnTo>
                    <a:pt x="1070299" y="443159"/>
                  </a:lnTo>
                  <a:lnTo>
                    <a:pt x="1076787" y="491091"/>
                  </a:lnTo>
                  <a:lnTo>
                    <a:pt x="1078991" y="540258"/>
                  </a:lnTo>
                  <a:lnTo>
                    <a:pt x="1076787" y="589424"/>
                  </a:lnTo>
                  <a:lnTo>
                    <a:pt x="1070299" y="637356"/>
                  </a:lnTo>
                  <a:lnTo>
                    <a:pt x="1059719" y="683861"/>
                  </a:lnTo>
                  <a:lnTo>
                    <a:pt x="1045238" y="728750"/>
                  </a:lnTo>
                  <a:lnTo>
                    <a:pt x="1027045" y="771830"/>
                  </a:lnTo>
                  <a:lnTo>
                    <a:pt x="1005331" y="812912"/>
                  </a:lnTo>
                  <a:lnTo>
                    <a:pt x="980288" y="851805"/>
                  </a:lnTo>
                  <a:lnTo>
                    <a:pt x="952104" y="888317"/>
                  </a:lnTo>
                  <a:lnTo>
                    <a:pt x="920972" y="922258"/>
                  </a:lnTo>
                  <a:lnTo>
                    <a:pt x="887080" y="953436"/>
                  </a:lnTo>
                  <a:lnTo>
                    <a:pt x="850621" y="981661"/>
                  </a:lnTo>
                  <a:lnTo>
                    <a:pt x="811783" y="1006743"/>
                  </a:lnTo>
                  <a:lnTo>
                    <a:pt x="770759" y="1028489"/>
                  </a:lnTo>
                  <a:lnTo>
                    <a:pt x="727738" y="1046709"/>
                  </a:lnTo>
                  <a:lnTo>
                    <a:pt x="682910" y="1061213"/>
                  </a:lnTo>
                  <a:lnTo>
                    <a:pt x="636467" y="1071809"/>
                  </a:lnTo>
                  <a:lnTo>
                    <a:pt x="588599" y="1078307"/>
                  </a:lnTo>
                  <a:lnTo>
                    <a:pt x="539496" y="1080516"/>
                  </a:lnTo>
                  <a:lnTo>
                    <a:pt x="490392" y="1078307"/>
                  </a:lnTo>
                  <a:lnTo>
                    <a:pt x="442524" y="1071809"/>
                  </a:lnTo>
                  <a:lnTo>
                    <a:pt x="396081" y="1061213"/>
                  </a:lnTo>
                  <a:lnTo>
                    <a:pt x="351253" y="1046709"/>
                  </a:lnTo>
                  <a:lnTo>
                    <a:pt x="308232" y="1028489"/>
                  </a:lnTo>
                  <a:lnTo>
                    <a:pt x="267208" y="1006743"/>
                  </a:lnTo>
                  <a:lnTo>
                    <a:pt x="228370" y="981661"/>
                  </a:lnTo>
                  <a:lnTo>
                    <a:pt x="191911" y="953436"/>
                  </a:lnTo>
                  <a:lnTo>
                    <a:pt x="158019" y="922258"/>
                  </a:lnTo>
                  <a:lnTo>
                    <a:pt x="126887" y="888317"/>
                  </a:lnTo>
                  <a:lnTo>
                    <a:pt x="98703" y="851805"/>
                  </a:lnTo>
                  <a:lnTo>
                    <a:pt x="73660" y="812912"/>
                  </a:lnTo>
                  <a:lnTo>
                    <a:pt x="51946" y="771830"/>
                  </a:lnTo>
                  <a:lnTo>
                    <a:pt x="33753" y="728750"/>
                  </a:lnTo>
                  <a:lnTo>
                    <a:pt x="19272" y="683861"/>
                  </a:lnTo>
                  <a:lnTo>
                    <a:pt x="8692" y="637356"/>
                  </a:lnTo>
                  <a:lnTo>
                    <a:pt x="2204" y="589424"/>
                  </a:lnTo>
                  <a:lnTo>
                    <a:pt x="0" y="540258"/>
                  </a:lnTo>
                  <a:close/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97" name="Google Shape;697;p33"/>
          <p:cNvSpPr txBox="1"/>
          <p:nvPr/>
        </p:nvSpPr>
        <p:spPr>
          <a:xfrm>
            <a:off x="5921755" y="4103623"/>
            <a:ext cx="1473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3"/>
          <p:cNvSpPr txBox="1"/>
          <p:nvPr/>
        </p:nvSpPr>
        <p:spPr>
          <a:xfrm>
            <a:off x="6942581" y="4103623"/>
            <a:ext cx="142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3"/>
          <p:cNvSpPr/>
          <p:nvPr/>
        </p:nvSpPr>
        <p:spPr>
          <a:xfrm>
            <a:off x="5538215" y="3683508"/>
            <a:ext cx="232410" cy="17297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0" name="Google Shape;700;p33"/>
          <p:cNvSpPr/>
          <p:nvPr/>
        </p:nvSpPr>
        <p:spPr>
          <a:xfrm>
            <a:off x="6106667" y="5047488"/>
            <a:ext cx="759713" cy="17754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701" name="Google Shape;701;p33"/>
          <p:cNvGrpSpPr/>
          <p:nvPr/>
        </p:nvGrpSpPr>
        <p:grpSpPr>
          <a:xfrm>
            <a:off x="4557141" y="2875533"/>
            <a:ext cx="214629" cy="311786"/>
            <a:chOff x="4557141" y="2875533"/>
            <a:chExt cx="214629" cy="311786"/>
          </a:xfrm>
        </p:grpSpPr>
        <p:sp>
          <p:nvSpPr>
            <p:cNvPr id="702" name="Google Shape;702;p33"/>
            <p:cNvSpPr/>
            <p:nvPr/>
          </p:nvSpPr>
          <p:spPr>
            <a:xfrm>
              <a:off x="4557141" y="2875533"/>
              <a:ext cx="214629" cy="311785"/>
            </a:xfrm>
            <a:custGeom>
              <a:rect b="b" l="l" r="r" t="t"/>
              <a:pathLst>
                <a:path extrusionOk="0" h="311785" w="214629">
                  <a:moveTo>
                    <a:pt x="85598" y="0"/>
                  </a:moveTo>
                  <a:lnTo>
                    <a:pt x="0" y="0"/>
                  </a:lnTo>
                  <a:lnTo>
                    <a:pt x="0" y="311404"/>
                  </a:lnTo>
                  <a:lnTo>
                    <a:pt x="85598" y="311404"/>
                  </a:lnTo>
                  <a:lnTo>
                    <a:pt x="85598" y="0"/>
                  </a:lnTo>
                  <a:close/>
                </a:path>
                <a:path extrusionOk="0" h="311785" w="214629">
                  <a:moveTo>
                    <a:pt x="214122" y="0"/>
                  </a:moveTo>
                  <a:lnTo>
                    <a:pt x="128524" y="0"/>
                  </a:lnTo>
                  <a:lnTo>
                    <a:pt x="128524" y="311404"/>
                  </a:lnTo>
                  <a:lnTo>
                    <a:pt x="214122" y="311404"/>
                  </a:lnTo>
                  <a:lnTo>
                    <a:pt x="214122" y="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4557141" y="2875534"/>
              <a:ext cx="214629" cy="311785"/>
            </a:xfrm>
            <a:custGeom>
              <a:rect b="b" l="l" r="r" t="t"/>
              <a:pathLst>
                <a:path extrusionOk="0" h="311785" w="214629">
                  <a:moveTo>
                    <a:pt x="214122" y="0"/>
                  </a:moveTo>
                  <a:lnTo>
                    <a:pt x="214122" y="311403"/>
                  </a:lnTo>
                  <a:lnTo>
                    <a:pt x="128524" y="311403"/>
                  </a:lnTo>
                  <a:lnTo>
                    <a:pt x="128524" y="0"/>
                  </a:lnTo>
                  <a:lnTo>
                    <a:pt x="214122" y="0"/>
                  </a:lnTo>
                  <a:close/>
                </a:path>
                <a:path extrusionOk="0" h="311785" w="214629">
                  <a:moveTo>
                    <a:pt x="85598" y="0"/>
                  </a:moveTo>
                  <a:lnTo>
                    <a:pt x="85598" y="311403"/>
                  </a:lnTo>
                  <a:lnTo>
                    <a:pt x="0" y="311403"/>
                  </a:lnTo>
                  <a:lnTo>
                    <a:pt x="0" y="0"/>
                  </a:lnTo>
                  <a:lnTo>
                    <a:pt x="85598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04" name="Google Shape;704;p33"/>
          <p:cNvGrpSpPr/>
          <p:nvPr/>
        </p:nvGrpSpPr>
        <p:grpSpPr>
          <a:xfrm>
            <a:off x="5797676" y="2875533"/>
            <a:ext cx="214630" cy="311786"/>
            <a:chOff x="5797676" y="2875533"/>
            <a:chExt cx="214630" cy="311786"/>
          </a:xfrm>
        </p:grpSpPr>
        <p:sp>
          <p:nvSpPr>
            <p:cNvPr id="705" name="Google Shape;705;p33"/>
            <p:cNvSpPr/>
            <p:nvPr/>
          </p:nvSpPr>
          <p:spPr>
            <a:xfrm>
              <a:off x="5797677" y="2875533"/>
              <a:ext cx="214629" cy="311785"/>
            </a:xfrm>
            <a:custGeom>
              <a:rect b="b" l="l" r="r" t="t"/>
              <a:pathLst>
                <a:path extrusionOk="0" h="311785" w="214629">
                  <a:moveTo>
                    <a:pt x="85598" y="0"/>
                  </a:moveTo>
                  <a:lnTo>
                    <a:pt x="0" y="0"/>
                  </a:lnTo>
                  <a:lnTo>
                    <a:pt x="0" y="311404"/>
                  </a:lnTo>
                  <a:lnTo>
                    <a:pt x="85598" y="311404"/>
                  </a:lnTo>
                  <a:lnTo>
                    <a:pt x="85598" y="0"/>
                  </a:lnTo>
                  <a:close/>
                </a:path>
                <a:path extrusionOk="0" h="311785" w="214629">
                  <a:moveTo>
                    <a:pt x="214122" y="0"/>
                  </a:moveTo>
                  <a:lnTo>
                    <a:pt x="128524" y="0"/>
                  </a:lnTo>
                  <a:lnTo>
                    <a:pt x="128524" y="311404"/>
                  </a:lnTo>
                  <a:lnTo>
                    <a:pt x="214122" y="311404"/>
                  </a:lnTo>
                  <a:lnTo>
                    <a:pt x="214122" y="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5797676" y="2875534"/>
              <a:ext cx="214629" cy="311785"/>
            </a:xfrm>
            <a:custGeom>
              <a:rect b="b" l="l" r="r" t="t"/>
              <a:pathLst>
                <a:path extrusionOk="0" h="311785" w="214629">
                  <a:moveTo>
                    <a:pt x="214122" y="0"/>
                  </a:moveTo>
                  <a:lnTo>
                    <a:pt x="214122" y="311403"/>
                  </a:lnTo>
                  <a:lnTo>
                    <a:pt x="128524" y="311403"/>
                  </a:lnTo>
                  <a:lnTo>
                    <a:pt x="128524" y="0"/>
                  </a:lnTo>
                  <a:lnTo>
                    <a:pt x="214122" y="0"/>
                  </a:lnTo>
                  <a:close/>
                </a:path>
                <a:path extrusionOk="0" h="311785" w="214629">
                  <a:moveTo>
                    <a:pt x="85598" y="0"/>
                  </a:moveTo>
                  <a:lnTo>
                    <a:pt x="85598" y="311403"/>
                  </a:lnTo>
                  <a:lnTo>
                    <a:pt x="0" y="311403"/>
                  </a:lnTo>
                  <a:lnTo>
                    <a:pt x="0" y="0"/>
                  </a:lnTo>
                  <a:lnTo>
                    <a:pt x="85598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4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2" name="Google Shape;712;p3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3" name="Google Shape;713;p3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4" name="Google Shape;714;p34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5" name="Google Shape;715;p34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716" name="Google Shape;716;p34"/>
          <p:cNvGrpSpPr/>
          <p:nvPr/>
        </p:nvGrpSpPr>
        <p:grpSpPr>
          <a:xfrm>
            <a:off x="5183124" y="2811525"/>
            <a:ext cx="213360" cy="311785"/>
            <a:chOff x="5183124" y="2811525"/>
            <a:chExt cx="213360" cy="311785"/>
          </a:xfrm>
        </p:grpSpPr>
        <p:sp>
          <p:nvSpPr>
            <p:cNvPr id="717" name="Google Shape;717;p34"/>
            <p:cNvSpPr/>
            <p:nvPr/>
          </p:nvSpPr>
          <p:spPr>
            <a:xfrm>
              <a:off x="5183124" y="2811525"/>
              <a:ext cx="213360" cy="311785"/>
            </a:xfrm>
            <a:custGeom>
              <a:rect b="b" l="l" r="r" t="t"/>
              <a:pathLst>
                <a:path extrusionOk="0" h="311785" w="213360">
                  <a:moveTo>
                    <a:pt x="85344" y="0"/>
                  </a:moveTo>
                  <a:lnTo>
                    <a:pt x="0" y="0"/>
                  </a:lnTo>
                  <a:lnTo>
                    <a:pt x="0" y="311404"/>
                  </a:lnTo>
                  <a:lnTo>
                    <a:pt x="85344" y="311404"/>
                  </a:lnTo>
                  <a:lnTo>
                    <a:pt x="85344" y="0"/>
                  </a:lnTo>
                  <a:close/>
                </a:path>
                <a:path extrusionOk="0" h="311785" w="213360">
                  <a:moveTo>
                    <a:pt x="213360" y="0"/>
                  </a:moveTo>
                  <a:lnTo>
                    <a:pt x="128016" y="0"/>
                  </a:lnTo>
                  <a:lnTo>
                    <a:pt x="128016" y="311404"/>
                  </a:lnTo>
                  <a:lnTo>
                    <a:pt x="213360" y="311404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34"/>
            <p:cNvSpPr/>
            <p:nvPr/>
          </p:nvSpPr>
          <p:spPr>
            <a:xfrm>
              <a:off x="5183124" y="2811525"/>
              <a:ext cx="213360" cy="311785"/>
            </a:xfrm>
            <a:custGeom>
              <a:rect b="b" l="l" r="r" t="t"/>
              <a:pathLst>
                <a:path extrusionOk="0" h="311785" w="213360">
                  <a:moveTo>
                    <a:pt x="213360" y="0"/>
                  </a:moveTo>
                  <a:lnTo>
                    <a:pt x="213360" y="311403"/>
                  </a:lnTo>
                  <a:lnTo>
                    <a:pt x="128015" y="311403"/>
                  </a:lnTo>
                  <a:lnTo>
                    <a:pt x="128015" y="0"/>
                  </a:lnTo>
                  <a:lnTo>
                    <a:pt x="213360" y="0"/>
                  </a:lnTo>
                  <a:close/>
                </a:path>
                <a:path extrusionOk="0" h="311785" w="213360">
                  <a:moveTo>
                    <a:pt x="85343" y="0"/>
                  </a:moveTo>
                  <a:lnTo>
                    <a:pt x="85343" y="311403"/>
                  </a:lnTo>
                  <a:lnTo>
                    <a:pt x="0" y="311403"/>
                  </a:lnTo>
                  <a:lnTo>
                    <a:pt x="0" y="0"/>
                  </a:lnTo>
                  <a:lnTo>
                    <a:pt x="85343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19" name="Google Shape;719;p34"/>
          <p:cNvGrpSpPr/>
          <p:nvPr/>
        </p:nvGrpSpPr>
        <p:grpSpPr>
          <a:xfrm>
            <a:off x="4475988" y="3657600"/>
            <a:ext cx="1728724" cy="1079500"/>
            <a:chOff x="4475988" y="3657600"/>
            <a:chExt cx="1728724" cy="1079500"/>
          </a:xfrm>
        </p:grpSpPr>
        <p:sp>
          <p:nvSpPr>
            <p:cNvPr id="720" name="Google Shape;720;p34"/>
            <p:cNvSpPr/>
            <p:nvPr/>
          </p:nvSpPr>
          <p:spPr>
            <a:xfrm>
              <a:off x="5125212" y="3657600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539496" y="0"/>
                  </a:moveTo>
                  <a:lnTo>
                    <a:pt x="490392" y="2204"/>
                  </a:lnTo>
                  <a:lnTo>
                    <a:pt x="442524" y="8692"/>
                  </a:lnTo>
                  <a:lnTo>
                    <a:pt x="396081" y="19272"/>
                  </a:lnTo>
                  <a:lnTo>
                    <a:pt x="351253" y="33753"/>
                  </a:lnTo>
                  <a:lnTo>
                    <a:pt x="308232" y="51946"/>
                  </a:lnTo>
                  <a:lnTo>
                    <a:pt x="267208" y="73659"/>
                  </a:lnTo>
                  <a:lnTo>
                    <a:pt x="228370" y="98703"/>
                  </a:lnTo>
                  <a:lnTo>
                    <a:pt x="191911" y="126887"/>
                  </a:lnTo>
                  <a:lnTo>
                    <a:pt x="158019" y="158019"/>
                  </a:lnTo>
                  <a:lnTo>
                    <a:pt x="126887" y="191911"/>
                  </a:lnTo>
                  <a:lnTo>
                    <a:pt x="98703" y="228370"/>
                  </a:lnTo>
                  <a:lnTo>
                    <a:pt x="73660" y="267207"/>
                  </a:lnTo>
                  <a:lnTo>
                    <a:pt x="51946" y="308232"/>
                  </a:lnTo>
                  <a:lnTo>
                    <a:pt x="33753" y="351253"/>
                  </a:lnTo>
                  <a:lnTo>
                    <a:pt x="19272" y="396081"/>
                  </a:lnTo>
                  <a:lnTo>
                    <a:pt x="8692" y="442524"/>
                  </a:lnTo>
                  <a:lnTo>
                    <a:pt x="2204" y="490392"/>
                  </a:lnTo>
                  <a:lnTo>
                    <a:pt x="0" y="539495"/>
                  </a:lnTo>
                  <a:lnTo>
                    <a:pt x="2204" y="588599"/>
                  </a:lnTo>
                  <a:lnTo>
                    <a:pt x="8692" y="636467"/>
                  </a:lnTo>
                  <a:lnTo>
                    <a:pt x="19272" y="682910"/>
                  </a:lnTo>
                  <a:lnTo>
                    <a:pt x="33753" y="727738"/>
                  </a:lnTo>
                  <a:lnTo>
                    <a:pt x="51946" y="770759"/>
                  </a:lnTo>
                  <a:lnTo>
                    <a:pt x="73660" y="811784"/>
                  </a:lnTo>
                  <a:lnTo>
                    <a:pt x="98703" y="850621"/>
                  </a:lnTo>
                  <a:lnTo>
                    <a:pt x="126887" y="887080"/>
                  </a:lnTo>
                  <a:lnTo>
                    <a:pt x="158019" y="920972"/>
                  </a:lnTo>
                  <a:lnTo>
                    <a:pt x="191911" y="952104"/>
                  </a:lnTo>
                  <a:lnTo>
                    <a:pt x="228370" y="980288"/>
                  </a:lnTo>
                  <a:lnTo>
                    <a:pt x="267208" y="1005332"/>
                  </a:lnTo>
                  <a:lnTo>
                    <a:pt x="308232" y="1027045"/>
                  </a:lnTo>
                  <a:lnTo>
                    <a:pt x="351253" y="1045238"/>
                  </a:lnTo>
                  <a:lnTo>
                    <a:pt x="396081" y="1059719"/>
                  </a:lnTo>
                  <a:lnTo>
                    <a:pt x="442524" y="1070299"/>
                  </a:lnTo>
                  <a:lnTo>
                    <a:pt x="490392" y="1076787"/>
                  </a:lnTo>
                  <a:lnTo>
                    <a:pt x="539496" y="1078992"/>
                  </a:lnTo>
                  <a:lnTo>
                    <a:pt x="588599" y="1076787"/>
                  </a:lnTo>
                  <a:lnTo>
                    <a:pt x="636467" y="1070299"/>
                  </a:lnTo>
                  <a:lnTo>
                    <a:pt x="682910" y="1059719"/>
                  </a:lnTo>
                  <a:lnTo>
                    <a:pt x="727738" y="1045238"/>
                  </a:lnTo>
                  <a:lnTo>
                    <a:pt x="770759" y="1027045"/>
                  </a:lnTo>
                  <a:lnTo>
                    <a:pt x="811784" y="1005332"/>
                  </a:lnTo>
                  <a:lnTo>
                    <a:pt x="850621" y="980288"/>
                  </a:lnTo>
                  <a:lnTo>
                    <a:pt x="887080" y="952104"/>
                  </a:lnTo>
                  <a:lnTo>
                    <a:pt x="920972" y="920972"/>
                  </a:lnTo>
                  <a:lnTo>
                    <a:pt x="952104" y="887080"/>
                  </a:lnTo>
                  <a:lnTo>
                    <a:pt x="980288" y="850621"/>
                  </a:lnTo>
                  <a:lnTo>
                    <a:pt x="1005331" y="811783"/>
                  </a:lnTo>
                  <a:lnTo>
                    <a:pt x="1027045" y="770759"/>
                  </a:lnTo>
                  <a:lnTo>
                    <a:pt x="1045238" y="727738"/>
                  </a:lnTo>
                  <a:lnTo>
                    <a:pt x="1059719" y="682910"/>
                  </a:lnTo>
                  <a:lnTo>
                    <a:pt x="1070299" y="636467"/>
                  </a:lnTo>
                  <a:lnTo>
                    <a:pt x="1076787" y="588599"/>
                  </a:lnTo>
                  <a:lnTo>
                    <a:pt x="1078991" y="539495"/>
                  </a:lnTo>
                  <a:lnTo>
                    <a:pt x="1076787" y="490392"/>
                  </a:lnTo>
                  <a:lnTo>
                    <a:pt x="1070299" y="442524"/>
                  </a:lnTo>
                  <a:lnTo>
                    <a:pt x="1059719" y="396081"/>
                  </a:lnTo>
                  <a:lnTo>
                    <a:pt x="1045238" y="351253"/>
                  </a:lnTo>
                  <a:lnTo>
                    <a:pt x="1027045" y="308232"/>
                  </a:lnTo>
                  <a:lnTo>
                    <a:pt x="1005331" y="267207"/>
                  </a:lnTo>
                  <a:lnTo>
                    <a:pt x="980288" y="228370"/>
                  </a:lnTo>
                  <a:lnTo>
                    <a:pt x="952104" y="191911"/>
                  </a:lnTo>
                  <a:lnTo>
                    <a:pt x="920972" y="158019"/>
                  </a:lnTo>
                  <a:lnTo>
                    <a:pt x="887080" y="126887"/>
                  </a:lnTo>
                  <a:lnTo>
                    <a:pt x="850621" y="98703"/>
                  </a:lnTo>
                  <a:lnTo>
                    <a:pt x="811783" y="73659"/>
                  </a:lnTo>
                  <a:lnTo>
                    <a:pt x="770759" y="51946"/>
                  </a:lnTo>
                  <a:lnTo>
                    <a:pt x="727738" y="33753"/>
                  </a:lnTo>
                  <a:lnTo>
                    <a:pt x="682910" y="19272"/>
                  </a:lnTo>
                  <a:lnTo>
                    <a:pt x="636467" y="8692"/>
                  </a:lnTo>
                  <a:lnTo>
                    <a:pt x="588599" y="2204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13299F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5125212" y="3657600"/>
              <a:ext cx="1079500" cy="1079500"/>
            </a:xfrm>
            <a:custGeom>
              <a:rect b="b" l="l" r="r" t="t"/>
              <a:pathLst>
                <a:path extrusionOk="0" h="1079500" w="1079500">
                  <a:moveTo>
                    <a:pt x="0" y="539495"/>
                  </a:moveTo>
                  <a:lnTo>
                    <a:pt x="2204" y="490392"/>
                  </a:lnTo>
                  <a:lnTo>
                    <a:pt x="8692" y="442524"/>
                  </a:lnTo>
                  <a:lnTo>
                    <a:pt x="19272" y="396081"/>
                  </a:lnTo>
                  <a:lnTo>
                    <a:pt x="33753" y="351253"/>
                  </a:lnTo>
                  <a:lnTo>
                    <a:pt x="51946" y="308232"/>
                  </a:lnTo>
                  <a:lnTo>
                    <a:pt x="73660" y="267207"/>
                  </a:lnTo>
                  <a:lnTo>
                    <a:pt x="98703" y="228370"/>
                  </a:lnTo>
                  <a:lnTo>
                    <a:pt x="126887" y="191911"/>
                  </a:lnTo>
                  <a:lnTo>
                    <a:pt x="158019" y="158019"/>
                  </a:lnTo>
                  <a:lnTo>
                    <a:pt x="191911" y="126887"/>
                  </a:lnTo>
                  <a:lnTo>
                    <a:pt x="228370" y="98703"/>
                  </a:lnTo>
                  <a:lnTo>
                    <a:pt x="267208" y="73659"/>
                  </a:lnTo>
                  <a:lnTo>
                    <a:pt x="308232" y="51946"/>
                  </a:lnTo>
                  <a:lnTo>
                    <a:pt x="351253" y="33753"/>
                  </a:lnTo>
                  <a:lnTo>
                    <a:pt x="396081" y="19272"/>
                  </a:lnTo>
                  <a:lnTo>
                    <a:pt x="442524" y="8692"/>
                  </a:lnTo>
                  <a:lnTo>
                    <a:pt x="490392" y="2204"/>
                  </a:lnTo>
                  <a:lnTo>
                    <a:pt x="539496" y="0"/>
                  </a:lnTo>
                  <a:lnTo>
                    <a:pt x="588599" y="2204"/>
                  </a:lnTo>
                  <a:lnTo>
                    <a:pt x="636467" y="8692"/>
                  </a:lnTo>
                  <a:lnTo>
                    <a:pt x="682910" y="19272"/>
                  </a:lnTo>
                  <a:lnTo>
                    <a:pt x="727738" y="33753"/>
                  </a:lnTo>
                  <a:lnTo>
                    <a:pt x="770759" y="51946"/>
                  </a:lnTo>
                  <a:lnTo>
                    <a:pt x="811783" y="73659"/>
                  </a:lnTo>
                  <a:lnTo>
                    <a:pt x="850621" y="98703"/>
                  </a:lnTo>
                  <a:lnTo>
                    <a:pt x="887080" y="126887"/>
                  </a:lnTo>
                  <a:lnTo>
                    <a:pt x="920972" y="158019"/>
                  </a:lnTo>
                  <a:lnTo>
                    <a:pt x="952104" y="191911"/>
                  </a:lnTo>
                  <a:lnTo>
                    <a:pt x="980288" y="228370"/>
                  </a:lnTo>
                  <a:lnTo>
                    <a:pt x="1005331" y="267207"/>
                  </a:lnTo>
                  <a:lnTo>
                    <a:pt x="1027045" y="308232"/>
                  </a:lnTo>
                  <a:lnTo>
                    <a:pt x="1045238" y="351253"/>
                  </a:lnTo>
                  <a:lnTo>
                    <a:pt x="1059719" y="396081"/>
                  </a:lnTo>
                  <a:lnTo>
                    <a:pt x="1070299" y="442524"/>
                  </a:lnTo>
                  <a:lnTo>
                    <a:pt x="1076787" y="490392"/>
                  </a:lnTo>
                  <a:lnTo>
                    <a:pt x="1078991" y="539495"/>
                  </a:lnTo>
                  <a:lnTo>
                    <a:pt x="1076787" y="588599"/>
                  </a:lnTo>
                  <a:lnTo>
                    <a:pt x="1070299" y="636467"/>
                  </a:lnTo>
                  <a:lnTo>
                    <a:pt x="1059719" y="682910"/>
                  </a:lnTo>
                  <a:lnTo>
                    <a:pt x="1045238" y="727738"/>
                  </a:lnTo>
                  <a:lnTo>
                    <a:pt x="1027045" y="770759"/>
                  </a:lnTo>
                  <a:lnTo>
                    <a:pt x="1005331" y="811783"/>
                  </a:lnTo>
                  <a:lnTo>
                    <a:pt x="980288" y="850621"/>
                  </a:lnTo>
                  <a:lnTo>
                    <a:pt x="952104" y="887080"/>
                  </a:lnTo>
                  <a:lnTo>
                    <a:pt x="920972" y="920972"/>
                  </a:lnTo>
                  <a:lnTo>
                    <a:pt x="887080" y="952104"/>
                  </a:lnTo>
                  <a:lnTo>
                    <a:pt x="850621" y="980288"/>
                  </a:lnTo>
                  <a:lnTo>
                    <a:pt x="811784" y="1005332"/>
                  </a:lnTo>
                  <a:lnTo>
                    <a:pt x="770759" y="1027045"/>
                  </a:lnTo>
                  <a:lnTo>
                    <a:pt x="727738" y="1045238"/>
                  </a:lnTo>
                  <a:lnTo>
                    <a:pt x="682910" y="1059719"/>
                  </a:lnTo>
                  <a:lnTo>
                    <a:pt x="636467" y="1070299"/>
                  </a:lnTo>
                  <a:lnTo>
                    <a:pt x="588599" y="1076787"/>
                  </a:lnTo>
                  <a:lnTo>
                    <a:pt x="539496" y="1078992"/>
                  </a:lnTo>
                  <a:lnTo>
                    <a:pt x="490392" y="1076787"/>
                  </a:lnTo>
                  <a:lnTo>
                    <a:pt x="442524" y="1070299"/>
                  </a:lnTo>
                  <a:lnTo>
                    <a:pt x="396081" y="1059719"/>
                  </a:lnTo>
                  <a:lnTo>
                    <a:pt x="351253" y="1045238"/>
                  </a:lnTo>
                  <a:lnTo>
                    <a:pt x="308232" y="1027045"/>
                  </a:lnTo>
                  <a:lnTo>
                    <a:pt x="267208" y="1005332"/>
                  </a:lnTo>
                  <a:lnTo>
                    <a:pt x="228370" y="980288"/>
                  </a:lnTo>
                  <a:lnTo>
                    <a:pt x="191911" y="952104"/>
                  </a:lnTo>
                  <a:lnTo>
                    <a:pt x="158019" y="920972"/>
                  </a:lnTo>
                  <a:lnTo>
                    <a:pt x="126887" y="887080"/>
                  </a:lnTo>
                  <a:lnTo>
                    <a:pt x="98703" y="850621"/>
                  </a:lnTo>
                  <a:lnTo>
                    <a:pt x="73660" y="811784"/>
                  </a:lnTo>
                  <a:lnTo>
                    <a:pt x="51946" y="770759"/>
                  </a:lnTo>
                  <a:lnTo>
                    <a:pt x="33753" y="727738"/>
                  </a:lnTo>
                  <a:lnTo>
                    <a:pt x="19272" y="682910"/>
                  </a:lnTo>
                  <a:lnTo>
                    <a:pt x="8692" y="636467"/>
                  </a:lnTo>
                  <a:lnTo>
                    <a:pt x="2204" y="588599"/>
                  </a:lnTo>
                  <a:lnTo>
                    <a:pt x="0" y="539495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4475988" y="3657600"/>
              <a:ext cx="1080770" cy="1079500"/>
            </a:xfrm>
            <a:custGeom>
              <a:rect b="b" l="l" r="r" t="t"/>
              <a:pathLst>
                <a:path extrusionOk="0" h="1079500" w="1080770">
                  <a:moveTo>
                    <a:pt x="0" y="539495"/>
                  </a:moveTo>
                  <a:lnTo>
                    <a:pt x="2208" y="490392"/>
                  </a:lnTo>
                  <a:lnTo>
                    <a:pt x="8706" y="442524"/>
                  </a:lnTo>
                  <a:lnTo>
                    <a:pt x="19302" y="396081"/>
                  </a:lnTo>
                  <a:lnTo>
                    <a:pt x="33806" y="351253"/>
                  </a:lnTo>
                  <a:lnTo>
                    <a:pt x="52026" y="308232"/>
                  </a:lnTo>
                  <a:lnTo>
                    <a:pt x="73772" y="267207"/>
                  </a:lnTo>
                  <a:lnTo>
                    <a:pt x="98854" y="228370"/>
                  </a:lnTo>
                  <a:lnTo>
                    <a:pt x="127079" y="191911"/>
                  </a:lnTo>
                  <a:lnTo>
                    <a:pt x="158257" y="158019"/>
                  </a:lnTo>
                  <a:lnTo>
                    <a:pt x="192198" y="126887"/>
                  </a:lnTo>
                  <a:lnTo>
                    <a:pt x="228710" y="98703"/>
                  </a:lnTo>
                  <a:lnTo>
                    <a:pt x="267603" y="73659"/>
                  </a:lnTo>
                  <a:lnTo>
                    <a:pt x="308685" y="51946"/>
                  </a:lnTo>
                  <a:lnTo>
                    <a:pt x="351765" y="33753"/>
                  </a:lnTo>
                  <a:lnTo>
                    <a:pt x="396654" y="19272"/>
                  </a:lnTo>
                  <a:lnTo>
                    <a:pt x="443159" y="8692"/>
                  </a:lnTo>
                  <a:lnTo>
                    <a:pt x="491091" y="2204"/>
                  </a:lnTo>
                  <a:lnTo>
                    <a:pt x="540258" y="0"/>
                  </a:lnTo>
                  <a:lnTo>
                    <a:pt x="589424" y="2204"/>
                  </a:lnTo>
                  <a:lnTo>
                    <a:pt x="637356" y="8692"/>
                  </a:lnTo>
                  <a:lnTo>
                    <a:pt x="683861" y="19272"/>
                  </a:lnTo>
                  <a:lnTo>
                    <a:pt x="728750" y="33753"/>
                  </a:lnTo>
                  <a:lnTo>
                    <a:pt x="771830" y="51946"/>
                  </a:lnTo>
                  <a:lnTo>
                    <a:pt x="812912" y="73659"/>
                  </a:lnTo>
                  <a:lnTo>
                    <a:pt x="851805" y="98703"/>
                  </a:lnTo>
                  <a:lnTo>
                    <a:pt x="888317" y="126887"/>
                  </a:lnTo>
                  <a:lnTo>
                    <a:pt x="922258" y="158019"/>
                  </a:lnTo>
                  <a:lnTo>
                    <a:pt x="953436" y="191911"/>
                  </a:lnTo>
                  <a:lnTo>
                    <a:pt x="981661" y="228370"/>
                  </a:lnTo>
                  <a:lnTo>
                    <a:pt x="1006743" y="267207"/>
                  </a:lnTo>
                  <a:lnTo>
                    <a:pt x="1028489" y="308232"/>
                  </a:lnTo>
                  <a:lnTo>
                    <a:pt x="1046709" y="351253"/>
                  </a:lnTo>
                  <a:lnTo>
                    <a:pt x="1061213" y="396081"/>
                  </a:lnTo>
                  <a:lnTo>
                    <a:pt x="1071809" y="442524"/>
                  </a:lnTo>
                  <a:lnTo>
                    <a:pt x="1078307" y="490392"/>
                  </a:lnTo>
                  <a:lnTo>
                    <a:pt x="1080515" y="539495"/>
                  </a:lnTo>
                  <a:lnTo>
                    <a:pt x="1078307" y="588599"/>
                  </a:lnTo>
                  <a:lnTo>
                    <a:pt x="1071809" y="636467"/>
                  </a:lnTo>
                  <a:lnTo>
                    <a:pt x="1061213" y="682910"/>
                  </a:lnTo>
                  <a:lnTo>
                    <a:pt x="1046709" y="727738"/>
                  </a:lnTo>
                  <a:lnTo>
                    <a:pt x="1028489" y="770759"/>
                  </a:lnTo>
                  <a:lnTo>
                    <a:pt x="1006743" y="811783"/>
                  </a:lnTo>
                  <a:lnTo>
                    <a:pt x="981661" y="850621"/>
                  </a:lnTo>
                  <a:lnTo>
                    <a:pt x="953436" y="887080"/>
                  </a:lnTo>
                  <a:lnTo>
                    <a:pt x="922258" y="920972"/>
                  </a:lnTo>
                  <a:lnTo>
                    <a:pt x="888317" y="952104"/>
                  </a:lnTo>
                  <a:lnTo>
                    <a:pt x="851805" y="980288"/>
                  </a:lnTo>
                  <a:lnTo>
                    <a:pt x="812912" y="1005332"/>
                  </a:lnTo>
                  <a:lnTo>
                    <a:pt x="771830" y="1027045"/>
                  </a:lnTo>
                  <a:lnTo>
                    <a:pt x="728750" y="1045238"/>
                  </a:lnTo>
                  <a:lnTo>
                    <a:pt x="683861" y="1059719"/>
                  </a:lnTo>
                  <a:lnTo>
                    <a:pt x="637356" y="1070299"/>
                  </a:lnTo>
                  <a:lnTo>
                    <a:pt x="589424" y="1076787"/>
                  </a:lnTo>
                  <a:lnTo>
                    <a:pt x="540258" y="1078992"/>
                  </a:lnTo>
                  <a:lnTo>
                    <a:pt x="491091" y="1076787"/>
                  </a:lnTo>
                  <a:lnTo>
                    <a:pt x="443159" y="1070299"/>
                  </a:lnTo>
                  <a:lnTo>
                    <a:pt x="396654" y="1059719"/>
                  </a:lnTo>
                  <a:lnTo>
                    <a:pt x="351765" y="1045238"/>
                  </a:lnTo>
                  <a:lnTo>
                    <a:pt x="308685" y="1027045"/>
                  </a:lnTo>
                  <a:lnTo>
                    <a:pt x="267603" y="1005332"/>
                  </a:lnTo>
                  <a:lnTo>
                    <a:pt x="228710" y="980288"/>
                  </a:lnTo>
                  <a:lnTo>
                    <a:pt x="192198" y="952104"/>
                  </a:lnTo>
                  <a:lnTo>
                    <a:pt x="158257" y="920972"/>
                  </a:lnTo>
                  <a:lnTo>
                    <a:pt x="127079" y="887080"/>
                  </a:lnTo>
                  <a:lnTo>
                    <a:pt x="98854" y="850621"/>
                  </a:lnTo>
                  <a:lnTo>
                    <a:pt x="73772" y="811784"/>
                  </a:lnTo>
                  <a:lnTo>
                    <a:pt x="52026" y="770759"/>
                  </a:lnTo>
                  <a:lnTo>
                    <a:pt x="33806" y="727738"/>
                  </a:lnTo>
                  <a:lnTo>
                    <a:pt x="19302" y="682910"/>
                  </a:lnTo>
                  <a:lnTo>
                    <a:pt x="8706" y="636467"/>
                  </a:lnTo>
                  <a:lnTo>
                    <a:pt x="2208" y="588599"/>
                  </a:lnTo>
                  <a:lnTo>
                    <a:pt x="0" y="539495"/>
                  </a:lnTo>
                  <a:close/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23" name="Google Shape;723;p34"/>
          <p:cNvSpPr txBox="1"/>
          <p:nvPr/>
        </p:nvSpPr>
        <p:spPr>
          <a:xfrm>
            <a:off x="4778755" y="4038980"/>
            <a:ext cx="1473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34"/>
          <p:cNvSpPr txBox="1"/>
          <p:nvPr/>
        </p:nvSpPr>
        <p:spPr>
          <a:xfrm>
            <a:off x="5799835" y="4038980"/>
            <a:ext cx="142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4"/>
          <p:cNvSpPr/>
          <p:nvPr/>
        </p:nvSpPr>
        <p:spPr>
          <a:xfrm>
            <a:off x="4396740" y="3617976"/>
            <a:ext cx="230886" cy="17449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6" name="Google Shape;726;p34"/>
          <p:cNvSpPr/>
          <p:nvPr/>
        </p:nvSpPr>
        <p:spPr>
          <a:xfrm>
            <a:off x="5154215" y="4992685"/>
            <a:ext cx="364950" cy="16681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7" name="Google Shape;727;p34"/>
          <p:cNvSpPr/>
          <p:nvPr/>
        </p:nvSpPr>
        <p:spPr>
          <a:xfrm>
            <a:off x="554736" y="1449324"/>
            <a:ext cx="3435858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728" name="Google Shape;728;p34"/>
          <p:cNvGrpSpPr/>
          <p:nvPr/>
        </p:nvGrpSpPr>
        <p:grpSpPr>
          <a:xfrm>
            <a:off x="3044951" y="1776983"/>
            <a:ext cx="3813175" cy="715010"/>
            <a:chOff x="3044951" y="1776983"/>
            <a:chExt cx="3813175" cy="715010"/>
          </a:xfrm>
        </p:grpSpPr>
        <p:sp>
          <p:nvSpPr>
            <p:cNvPr id="729" name="Google Shape;729;p34"/>
            <p:cNvSpPr/>
            <p:nvPr/>
          </p:nvSpPr>
          <p:spPr>
            <a:xfrm>
              <a:off x="3044951" y="1776983"/>
              <a:ext cx="3813175" cy="715010"/>
            </a:xfrm>
            <a:custGeom>
              <a:rect b="b" l="l" r="r" t="t"/>
              <a:pathLst>
                <a:path extrusionOk="0" h="715010" w="3813175">
                  <a:moveTo>
                    <a:pt x="3813048" y="0"/>
                  </a:moveTo>
                  <a:lnTo>
                    <a:pt x="0" y="0"/>
                  </a:lnTo>
                  <a:lnTo>
                    <a:pt x="0" y="714756"/>
                  </a:lnTo>
                  <a:lnTo>
                    <a:pt x="3813048" y="714756"/>
                  </a:lnTo>
                  <a:lnTo>
                    <a:pt x="381304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34"/>
            <p:cNvSpPr/>
            <p:nvPr/>
          </p:nvSpPr>
          <p:spPr>
            <a:xfrm>
              <a:off x="3370072" y="1857120"/>
              <a:ext cx="3296920" cy="477520"/>
            </a:xfrm>
            <a:custGeom>
              <a:rect b="b" l="l" r="r" t="t"/>
              <a:pathLst>
                <a:path extrusionOk="0" h="477519" w="3296920">
                  <a:moveTo>
                    <a:pt x="62611" y="161544"/>
                  </a:moveTo>
                  <a:lnTo>
                    <a:pt x="59944" y="153924"/>
                  </a:lnTo>
                  <a:lnTo>
                    <a:pt x="46291" y="158851"/>
                  </a:lnTo>
                  <a:lnTo>
                    <a:pt x="34328" y="166014"/>
                  </a:lnTo>
                  <a:lnTo>
                    <a:pt x="8724" y="200190"/>
                  </a:lnTo>
                  <a:lnTo>
                    <a:pt x="0" y="247904"/>
                  </a:lnTo>
                  <a:lnTo>
                    <a:pt x="965" y="265150"/>
                  </a:lnTo>
                  <a:lnTo>
                    <a:pt x="15494" y="308864"/>
                  </a:lnTo>
                  <a:lnTo>
                    <a:pt x="46240" y="336854"/>
                  </a:lnTo>
                  <a:lnTo>
                    <a:pt x="59944" y="341757"/>
                  </a:lnTo>
                  <a:lnTo>
                    <a:pt x="62230" y="334137"/>
                  </a:lnTo>
                  <a:lnTo>
                    <a:pt x="51536" y="329399"/>
                  </a:lnTo>
                  <a:lnTo>
                    <a:pt x="42316" y="322808"/>
                  </a:lnTo>
                  <a:lnTo>
                    <a:pt x="19913" y="278511"/>
                  </a:lnTo>
                  <a:lnTo>
                    <a:pt x="17145" y="246888"/>
                  </a:lnTo>
                  <a:lnTo>
                    <a:pt x="17830" y="230924"/>
                  </a:lnTo>
                  <a:lnTo>
                    <a:pt x="28321" y="191389"/>
                  </a:lnTo>
                  <a:lnTo>
                    <a:pt x="51752" y="166281"/>
                  </a:lnTo>
                  <a:lnTo>
                    <a:pt x="62611" y="161544"/>
                  </a:lnTo>
                  <a:close/>
                </a:path>
                <a:path extrusionOk="0" h="477519" w="3296920">
                  <a:moveTo>
                    <a:pt x="467614" y="247904"/>
                  </a:moveTo>
                  <a:lnTo>
                    <a:pt x="458876" y="200190"/>
                  </a:lnTo>
                  <a:lnTo>
                    <a:pt x="433273" y="166014"/>
                  </a:lnTo>
                  <a:lnTo>
                    <a:pt x="407670" y="153924"/>
                  </a:lnTo>
                  <a:lnTo>
                    <a:pt x="405003" y="161544"/>
                  </a:lnTo>
                  <a:lnTo>
                    <a:pt x="415925" y="166281"/>
                  </a:lnTo>
                  <a:lnTo>
                    <a:pt x="425297" y="172847"/>
                  </a:lnTo>
                  <a:lnTo>
                    <a:pt x="447700" y="216331"/>
                  </a:lnTo>
                  <a:lnTo>
                    <a:pt x="450469" y="246888"/>
                  </a:lnTo>
                  <a:lnTo>
                    <a:pt x="449770" y="263461"/>
                  </a:lnTo>
                  <a:lnTo>
                    <a:pt x="439293" y="304038"/>
                  </a:lnTo>
                  <a:lnTo>
                    <a:pt x="405384" y="334137"/>
                  </a:lnTo>
                  <a:lnTo>
                    <a:pt x="407670" y="341757"/>
                  </a:lnTo>
                  <a:lnTo>
                    <a:pt x="443560" y="320421"/>
                  </a:lnTo>
                  <a:lnTo>
                    <a:pt x="463715" y="281051"/>
                  </a:lnTo>
                  <a:lnTo>
                    <a:pt x="466636" y="265150"/>
                  </a:lnTo>
                  <a:lnTo>
                    <a:pt x="467614" y="247904"/>
                  </a:lnTo>
                  <a:close/>
                </a:path>
                <a:path extrusionOk="0" h="477519" w="3296920">
                  <a:moveTo>
                    <a:pt x="961771" y="297180"/>
                  </a:moveTo>
                  <a:lnTo>
                    <a:pt x="959104" y="289560"/>
                  </a:lnTo>
                  <a:lnTo>
                    <a:pt x="945451" y="294487"/>
                  </a:lnTo>
                  <a:lnTo>
                    <a:pt x="933488" y="301650"/>
                  </a:lnTo>
                  <a:lnTo>
                    <a:pt x="907884" y="335826"/>
                  </a:lnTo>
                  <a:lnTo>
                    <a:pt x="899160" y="383540"/>
                  </a:lnTo>
                  <a:lnTo>
                    <a:pt x="900125" y="400786"/>
                  </a:lnTo>
                  <a:lnTo>
                    <a:pt x="914654" y="444500"/>
                  </a:lnTo>
                  <a:lnTo>
                    <a:pt x="945400" y="472490"/>
                  </a:lnTo>
                  <a:lnTo>
                    <a:pt x="959104" y="477393"/>
                  </a:lnTo>
                  <a:lnTo>
                    <a:pt x="961390" y="469773"/>
                  </a:lnTo>
                  <a:lnTo>
                    <a:pt x="950696" y="465035"/>
                  </a:lnTo>
                  <a:lnTo>
                    <a:pt x="941476" y="458444"/>
                  </a:lnTo>
                  <a:lnTo>
                    <a:pt x="919073" y="414159"/>
                  </a:lnTo>
                  <a:lnTo>
                    <a:pt x="916305" y="382524"/>
                  </a:lnTo>
                  <a:lnTo>
                    <a:pt x="916990" y="366560"/>
                  </a:lnTo>
                  <a:lnTo>
                    <a:pt x="927481" y="327025"/>
                  </a:lnTo>
                  <a:lnTo>
                    <a:pt x="950912" y="301917"/>
                  </a:lnTo>
                  <a:lnTo>
                    <a:pt x="961771" y="297180"/>
                  </a:lnTo>
                  <a:close/>
                </a:path>
                <a:path extrusionOk="0" h="477519" w="3296920">
                  <a:moveTo>
                    <a:pt x="1365250" y="383540"/>
                  </a:moveTo>
                  <a:lnTo>
                    <a:pt x="1356512" y="335826"/>
                  </a:lnTo>
                  <a:lnTo>
                    <a:pt x="1330909" y="301650"/>
                  </a:lnTo>
                  <a:lnTo>
                    <a:pt x="1305306" y="289560"/>
                  </a:lnTo>
                  <a:lnTo>
                    <a:pt x="1302639" y="297180"/>
                  </a:lnTo>
                  <a:lnTo>
                    <a:pt x="1313561" y="301917"/>
                  </a:lnTo>
                  <a:lnTo>
                    <a:pt x="1322933" y="308483"/>
                  </a:lnTo>
                  <a:lnTo>
                    <a:pt x="1345336" y="351967"/>
                  </a:lnTo>
                  <a:lnTo>
                    <a:pt x="1348105" y="382524"/>
                  </a:lnTo>
                  <a:lnTo>
                    <a:pt x="1347406" y="399110"/>
                  </a:lnTo>
                  <a:lnTo>
                    <a:pt x="1336929" y="439674"/>
                  </a:lnTo>
                  <a:lnTo>
                    <a:pt x="1303020" y="469773"/>
                  </a:lnTo>
                  <a:lnTo>
                    <a:pt x="1305306" y="477393"/>
                  </a:lnTo>
                  <a:lnTo>
                    <a:pt x="1341196" y="456057"/>
                  </a:lnTo>
                  <a:lnTo>
                    <a:pt x="1361351" y="416687"/>
                  </a:lnTo>
                  <a:lnTo>
                    <a:pt x="1364272" y="400786"/>
                  </a:lnTo>
                  <a:lnTo>
                    <a:pt x="1365250" y="383540"/>
                  </a:lnTo>
                  <a:close/>
                </a:path>
                <a:path extrusionOk="0" h="477519" w="3296920">
                  <a:moveTo>
                    <a:pt x="1595755" y="297180"/>
                  </a:moveTo>
                  <a:lnTo>
                    <a:pt x="1593088" y="289560"/>
                  </a:lnTo>
                  <a:lnTo>
                    <a:pt x="1579435" y="294487"/>
                  </a:lnTo>
                  <a:lnTo>
                    <a:pt x="1567472" y="301650"/>
                  </a:lnTo>
                  <a:lnTo>
                    <a:pt x="1541868" y="335826"/>
                  </a:lnTo>
                  <a:lnTo>
                    <a:pt x="1533144" y="383540"/>
                  </a:lnTo>
                  <a:lnTo>
                    <a:pt x="1534109" y="400786"/>
                  </a:lnTo>
                  <a:lnTo>
                    <a:pt x="1548638" y="444500"/>
                  </a:lnTo>
                  <a:lnTo>
                    <a:pt x="1579384" y="472490"/>
                  </a:lnTo>
                  <a:lnTo>
                    <a:pt x="1593088" y="477393"/>
                  </a:lnTo>
                  <a:lnTo>
                    <a:pt x="1595374" y="469773"/>
                  </a:lnTo>
                  <a:lnTo>
                    <a:pt x="1584680" y="465035"/>
                  </a:lnTo>
                  <a:lnTo>
                    <a:pt x="1575460" y="458444"/>
                  </a:lnTo>
                  <a:lnTo>
                    <a:pt x="1553057" y="414159"/>
                  </a:lnTo>
                  <a:lnTo>
                    <a:pt x="1550289" y="382524"/>
                  </a:lnTo>
                  <a:lnTo>
                    <a:pt x="1550974" y="366560"/>
                  </a:lnTo>
                  <a:lnTo>
                    <a:pt x="1561465" y="327025"/>
                  </a:lnTo>
                  <a:lnTo>
                    <a:pt x="1584896" y="301917"/>
                  </a:lnTo>
                  <a:lnTo>
                    <a:pt x="1595755" y="297180"/>
                  </a:lnTo>
                  <a:close/>
                </a:path>
                <a:path extrusionOk="0" h="477519" w="3296920">
                  <a:moveTo>
                    <a:pt x="1702435" y="7620"/>
                  </a:moveTo>
                  <a:lnTo>
                    <a:pt x="1699768" y="0"/>
                  </a:lnTo>
                  <a:lnTo>
                    <a:pt x="1686115" y="4927"/>
                  </a:lnTo>
                  <a:lnTo>
                    <a:pt x="1674152" y="12090"/>
                  </a:lnTo>
                  <a:lnTo>
                    <a:pt x="1648548" y="46266"/>
                  </a:lnTo>
                  <a:lnTo>
                    <a:pt x="1639824" y="93980"/>
                  </a:lnTo>
                  <a:lnTo>
                    <a:pt x="1640789" y="111226"/>
                  </a:lnTo>
                  <a:lnTo>
                    <a:pt x="1655318" y="154940"/>
                  </a:lnTo>
                  <a:lnTo>
                    <a:pt x="1686064" y="182930"/>
                  </a:lnTo>
                  <a:lnTo>
                    <a:pt x="1699768" y="187833"/>
                  </a:lnTo>
                  <a:lnTo>
                    <a:pt x="1702054" y="180213"/>
                  </a:lnTo>
                  <a:lnTo>
                    <a:pt x="1691360" y="175475"/>
                  </a:lnTo>
                  <a:lnTo>
                    <a:pt x="1682140" y="168884"/>
                  </a:lnTo>
                  <a:lnTo>
                    <a:pt x="1659737" y="124587"/>
                  </a:lnTo>
                  <a:lnTo>
                    <a:pt x="1656969" y="92964"/>
                  </a:lnTo>
                  <a:lnTo>
                    <a:pt x="1657654" y="77000"/>
                  </a:lnTo>
                  <a:lnTo>
                    <a:pt x="1668145" y="37465"/>
                  </a:lnTo>
                  <a:lnTo>
                    <a:pt x="1691576" y="12357"/>
                  </a:lnTo>
                  <a:lnTo>
                    <a:pt x="1702435" y="7620"/>
                  </a:lnTo>
                  <a:close/>
                </a:path>
                <a:path extrusionOk="0" h="477519" w="3296920">
                  <a:moveTo>
                    <a:pt x="1795018" y="383540"/>
                  </a:moveTo>
                  <a:lnTo>
                    <a:pt x="1786280" y="335826"/>
                  </a:lnTo>
                  <a:lnTo>
                    <a:pt x="1760677" y="301650"/>
                  </a:lnTo>
                  <a:lnTo>
                    <a:pt x="1735074" y="289560"/>
                  </a:lnTo>
                  <a:lnTo>
                    <a:pt x="1732407" y="297180"/>
                  </a:lnTo>
                  <a:lnTo>
                    <a:pt x="1743329" y="301917"/>
                  </a:lnTo>
                  <a:lnTo>
                    <a:pt x="1752701" y="308483"/>
                  </a:lnTo>
                  <a:lnTo>
                    <a:pt x="1775104" y="351967"/>
                  </a:lnTo>
                  <a:lnTo>
                    <a:pt x="1777873" y="382524"/>
                  </a:lnTo>
                  <a:lnTo>
                    <a:pt x="1777174" y="399110"/>
                  </a:lnTo>
                  <a:lnTo>
                    <a:pt x="1766697" y="439674"/>
                  </a:lnTo>
                  <a:lnTo>
                    <a:pt x="1732788" y="469773"/>
                  </a:lnTo>
                  <a:lnTo>
                    <a:pt x="1735074" y="477393"/>
                  </a:lnTo>
                  <a:lnTo>
                    <a:pt x="1770964" y="456057"/>
                  </a:lnTo>
                  <a:lnTo>
                    <a:pt x="1791119" y="416687"/>
                  </a:lnTo>
                  <a:lnTo>
                    <a:pt x="1794040" y="400786"/>
                  </a:lnTo>
                  <a:lnTo>
                    <a:pt x="1795018" y="383540"/>
                  </a:lnTo>
                  <a:close/>
                </a:path>
                <a:path extrusionOk="0" h="477519" w="3296920">
                  <a:moveTo>
                    <a:pt x="2105914" y="93980"/>
                  </a:moveTo>
                  <a:lnTo>
                    <a:pt x="2097176" y="46266"/>
                  </a:lnTo>
                  <a:lnTo>
                    <a:pt x="2071573" y="12090"/>
                  </a:lnTo>
                  <a:lnTo>
                    <a:pt x="2045970" y="0"/>
                  </a:lnTo>
                  <a:lnTo>
                    <a:pt x="2043303" y="7620"/>
                  </a:lnTo>
                  <a:lnTo>
                    <a:pt x="2054225" y="12357"/>
                  </a:lnTo>
                  <a:lnTo>
                    <a:pt x="2063597" y="18923"/>
                  </a:lnTo>
                  <a:lnTo>
                    <a:pt x="2086000" y="62407"/>
                  </a:lnTo>
                  <a:lnTo>
                    <a:pt x="2088769" y="92964"/>
                  </a:lnTo>
                  <a:lnTo>
                    <a:pt x="2088070" y="109537"/>
                  </a:lnTo>
                  <a:lnTo>
                    <a:pt x="2077593" y="150114"/>
                  </a:lnTo>
                  <a:lnTo>
                    <a:pt x="2043684" y="180213"/>
                  </a:lnTo>
                  <a:lnTo>
                    <a:pt x="2045970" y="187833"/>
                  </a:lnTo>
                  <a:lnTo>
                    <a:pt x="2081860" y="166497"/>
                  </a:lnTo>
                  <a:lnTo>
                    <a:pt x="2102015" y="127127"/>
                  </a:lnTo>
                  <a:lnTo>
                    <a:pt x="2104936" y="111226"/>
                  </a:lnTo>
                  <a:lnTo>
                    <a:pt x="2105914" y="93980"/>
                  </a:lnTo>
                  <a:close/>
                </a:path>
                <a:path extrusionOk="0" h="477519" w="3296920">
                  <a:moveTo>
                    <a:pt x="2267839" y="297180"/>
                  </a:moveTo>
                  <a:lnTo>
                    <a:pt x="2265172" y="289560"/>
                  </a:lnTo>
                  <a:lnTo>
                    <a:pt x="2251519" y="294487"/>
                  </a:lnTo>
                  <a:lnTo>
                    <a:pt x="2239556" y="301650"/>
                  </a:lnTo>
                  <a:lnTo>
                    <a:pt x="2213953" y="335826"/>
                  </a:lnTo>
                  <a:lnTo>
                    <a:pt x="2205228" y="383540"/>
                  </a:lnTo>
                  <a:lnTo>
                    <a:pt x="2206193" y="400786"/>
                  </a:lnTo>
                  <a:lnTo>
                    <a:pt x="2220722" y="444500"/>
                  </a:lnTo>
                  <a:lnTo>
                    <a:pt x="2251468" y="472490"/>
                  </a:lnTo>
                  <a:lnTo>
                    <a:pt x="2265172" y="477393"/>
                  </a:lnTo>
                  <a:lnTo>
                    <a:pt x="2267458" y="469773"/>
                  </a:lnTo>
                  <a:lnTo>
                    <a:pt x="2256764" y="465035"/>
                  </a:lnTo>
                  <a:lnTo>
                    <a:pt x="2247544" y="458444"/>
                  </a:lnTo>
                  <a:lnTo>
                    <a:pt x="2225141" y="414159"/>
                  </a:lnTo>
                  <a:lnTo>
                    <a:pt x="2222373" y="382524"/>
                  </a:lnTo>
                  <a:lnTo>
                    <a:pt x="2223058" y="366560"/>
                  </a:lnTo>
                  <a:lnTo>
                    <a:pt x="2233549" y="327025"/>
                  </a:lnTo>
                  <a:lnTo>
                    <a:pt x="2256980" y="301917"/>
                  </a:lnTo>
                  <a:lnTo>
                    <a:pt x="2267839" y="297180"/>
                  </a:lnTo>
                  <a:close/>
                </a:path>
                <a:path extrusionOk="0" h="477519" w="3296920">
                  <a:moveTo>
                    <a:pt x="2336419" y="7620"/>
                  </a:moveTo>
                  <a:lnTo>
                    <a:pt x="2333752" y="0"/>
                  </a:lnTo>
                  <a:lnTo>
                    <a:pt x="2320099" y="4927"/>
                  </a:lnTo>
                  <a:lnTo>
                    <a:pt x="2308136" y="12090"/>
                  </a:lnTo>
                  <a:lnTo>
                    <a:pt x="2282533" y="46266"/>
                  </a:lnTo>
                  <a:lnTo>
                    <a:pt x="2273808" y="93980"/>
                  </a:lnTo>
                  <a:lnTo>
                    <a:pt x="2274773" y="111226"/>
                  </a:lnTo>
                  <a:lnTo>
                    <a:pt x="2289302" y="154940"/>
                  </a:lnTo>
                  <a:lnTo>
                    <a:pt x="2320048" y="182930"/>
                  </a:lnTo>
                  <a:lnTo>
                    <a:pt x="2333752" y="187833"/>
                  </a:lnTo>
                  <a:lnTo>
                    <a:pt x="2336038" y="180213"/>
                  </a:lnTo>
                  <a:lnTo>
                    <a:pt x="2325344" y="175475"/>
                  </a:lnTo>
                  <a:lnTo>
                    <a:pt x="2316124" y="168884"/>
                  </a:lnTo>
                  <a:lnTo>
                    <a:pt x="2293721" y="124587"/>
                  </a:lnTo>
                  <a:lnTo>
                    <a:pt x="2290953" y="92964"/>
                  </a:lnTo>
                  <a:lnTo>
                    <a:pt x="2291638" y="77000"/>
                  </a:lnTo>
                  <a:lnTo>
                    <a:pt x="2302129" y="37465"/>
                  </a:lnTo>
                  <a:lnTo>
                    <a:pt x="2325560" y="12357"/>
                  </a:lnTo>
                  <a:lnTo>
                    <a:pt x="2336419" y="7620"/>
                  </a:lnTo>
                  <a:close/>
                </a:path>
                <a:path extrusionOk="0" h="477519" w="3296920">
                  <a:moveTo>
                    <a:pt x="2535682" y="93980"/>
                  </a:moveTo>
                  <a:lnTo>
                    <a:pt x="2526944" y="46266"/>
                  </a:lnTo>
                  <a:lnTo>
                    <a:pt x="2501341" y="12090"/>
                  </a:lnTo>
                  <a:lnTo>
                    <a:pt x="2475738" y="0"/>
                  </a:lnTo>
                  <a:lnTo>
                    <a:pt x="2473071" y="7620"/>
                  </a:lnTo>
                  <a:lnTo>
                    <a:pt x="2483993" y="12357"/>
                  </a:lnTo>
                  <a:lnTo>
                    <a:pt x="2493365" y="18923"/>
                  </a:lnTo>
                  <a:lnTo>
                    <a:pt x="2515768" y="62407"/>
                  </a:lnTo>
                  <a:lnTo>
                    <a:pt x="2518537" y="92964"/>
                  </a:lnTo>
                  <a:lnTo>
                    <a:pt x="2517838" y="109537"/>
                  </a:lnTo>
                  <a:lnTo>
                    <a:pt x="2507361" y="150114"/>
                  </a:lnTo>
                  <a:lnTo>
                    <a:pt x="2473452" y="180213"/>
                  </a:lnTo>
                  <a:lnTo>
                    <a:pt x="2475738" y="187833"/>
                  </a:lnTo>
                  <a:lnTo>
                    <a:pt x="2511628" y="166497"/>
                  </a:lnTo>
                  <a:lnTo>
                    <a:pt x="2531783" y="127127"/>
                  </a:lnTo>
                  <a:lnTo>
                    <a:pt x="2534704" y="111226"/>
                  </a:lnTo>
                  <a:lnTo>
                    <a:pt x="2535682" y="93980"/>
                  </a:lnTo>
                  <a:close/>
                </a:path>
                <a:path extrusionOk="0" h="477519" w="3296920">
                  <a:moveTo>
                    <a:pt x="2759710" y="383540"/>
                  </a:moveTo>
                  <a:lnTo>
                    <a:pt x="2750972" y="335826"/>
                  </a:lnTo>
                  <a:lnTo>
                    <a:pt x="2725369" y="301650"/>
                  </a:lnTo>
                  <a:lnTo>
                    <a:pt x="2699766" y="289560"/>
                  </a:lnTo>
                  <a:lnTo>
                    <a:pt x="2697099" y="297180"/>
                  </a:lnTo>
                  <a:lnTo>
                    <a:pt x="2708021" y="301917"/>
                  </a:lnTo>
                  <a:lnTo>
                    <a:pt x="2717393" y="308483"/>
                  </a:lnTo>
                  <a:lnTo>
                    <a:pt x="2739796" y="351967"/>
                  </a:lnTo>
                  <a:lnTo>
                    <a:pt x="2742565" y="382524"/>
                  </a:lnTo>
                  <a:lnTo>
                    <a:pt x="2741866" y="399110"/>
                  </a:lnTo>
                  <a:lnTo>
                    <a:pt x="2731389" y="439674"/>
                  </a:lnTo>
                  <a:lnTo>
                    <a:pt x="2697480" y="469773"/>
                  </a:lnTo>
                  <a:lnTo>
                    <a:pt x="2699766" y="477393"/>
                  </a:lnTo>
                  <a:lnTo>
                    <a:pt x="2735656" y="456057"/>
                  </a:lnTo>
                  <a:lnTo>
                    <a:pt x="2755811" y="416687"/>
                  </a:lnTo>
                  <a:lnTo>
                    <a:pt x="2758732" y="400786"/>
                  </a:lnTo>
                  <a:lnTo>
                    <a:pt x="2759710" y="383540"/>
                  </a:lnTo>
                  <a:close/>
                </a:path>
                <a:path extrusionOk="0" h="477519" w="3296920">
                  <a:moveTo>
                    <a:pt x="2988691" y="297180"/>
                  </a:moveTo>
                  <a:lnTo>
                    <a:pt x="2986024" y="289560"/>
                  </a:lnTo>
                  <a:lnTo>
                    <a:pt x="2972371" y="294487"/>
                  </a:lnTo>
                  <a:lnTo>
                    <a:pt x="2960408" y="301650"/>
                  </a:lnTo>
                  <a:lnTo>
                    <a:pt x="2934805" y="335826"/>
                  </a:lnTo>
                  <a:lnTo>
                    <a:pt x="2926080" y="383540"/>
                  </a:lnTo>
                  <a:lnTo>
                    <a:pt x="2927045" y="400786"/>
                  </a:lnTo>
                  <a:lnTo>
                    <a:pt x="2941574" y="444500"/>
                  </a:lnTo>
                  <a:lnTo>
                    <a:pt x="2972320" y="472490"/>
                  </a:lnTo>
                  <a:lnTo>
                    <a:pt x="2986024" y="477393"/>
                  </a:lnTo>
                  <a:lnTo>
                    <a:pt x="2988310" y="469773"/>
                  </a:lnTo>
                  <a:lnTo>
                    <a:pt x="2977616" y="465035"/>
                  </a:lnTo>
                  <a:lnTo>
                    <a:pt x="2968396" y="458444"/>
                  </a:lnTo>
                  <a:lnTo>
                    <a:pt x="2945993" y="414159"/>
                  </a:lnTo>
                  <a:lnTo>
                    <a:pt x="2943225" y="382524"/>
                  </a:lnTo>
                  <a:lnTo>
                    <a:pt x="2943910" y="366560"/>
                  </a:lnTo>
                  <a:lnTo>
                    <a:pt x="2954401" y="327025"/>
                  </a:lnTo>
                  <a:lnTo>
                    <a:pt x="2977832" y="301917"/>
                  </a:lnTo>
                  <a:lnTo>
                    <a:pt x="2988691" y="297180"/>
                  </a:lnTo>
                  <a:close/>
                </a:path>
                <a:path extrusionOk="0" h="477519" w="3296920">
                  <a:moveTo>
                    <a:pt x="3277870" y="383540"/>
                  </a:moveTo>
                  <a:lnTo>
                    <a:pt x="3269132" y="335826"/>
                  </a:lnTo>
                  <a:lnTo>
                    <a:pt x="3243529" y="301650"/>
                  </a:lnTo>
                  <a:lnTo>
                    <a:pt x="3217926" y="289560"/>
                  </a:lnTo>
                  <a:lnTo>
                    <a:pt x="3215259" y="297180"/>
                  </a:lnTo>
                  <a:lnTo>
                    <a:pt x="3226181" y="301917"/>
                  </a:lnTo>
                  <a:lnTo>
                    <a:pt x="3235553" y="308483"/>
                  </a:lnTo>
                  <a:lnTo>
                    <a:pt x="3257956" y="351967"/>
                  </a:lnTo>
                  <a:lnTo>
                    <a:pt x="3260725" y="382524"/>
                  </a:lnTo>
                  <a:lnTo>
                    <a:pt x="3260026" y="399110"/>
                  </a:lnTo>
                  <a:lnTo>
                    <a:pt x="3249549" y="439674"/>
                  </a:lnTo>
                  <a:lnTo>
                    <a:pt x="3215627" y="469773"/>
                  </a:lnTo>
                  <a:lnTo>
                    <a:pt x="3217926" y="477393"/>
                  </a:lnTo>
                  <a:lnTo>
                    <a:pt x="3253816" y="456057"/>
                  </a:lnTo>
                  <a:lnTo>
                    <a:pt x="3273971" y="416687"/>
                  </a:lnTo>
                  <a:lnTo>
                    <a:pt x="3276892" y="400786"/>
                  </a:lnTo>
                  <a:lnTo>
                    <a:pt x="3277870" y="383540"/>
                  </a:lnTo>
                  <a:close/>
                </a:path>
                <a:path extrusionOk="0" h="477519" w="3296920">
                  <a:moveTo>
                    <a:pt x="3296920" y="240665"/>
                  </a:moveTo>
                  <a:lnTo>
                    <a:pt x="751840" y="240665"/>
                  </a:lnTo>
                  <a:lnTo>
                    <a:pt x="751840" y="254381"/>
                  </a:lnTo>
                  <a:lnTo>
                    <a:pt x="3296920" y="254381"/>
                  </a:lnTo>
                  <a:lnTo>
                    <a:pt x="3296920" y="240665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31" name="Google Shape;731;p34"/>
          <p:cNvSpPr txBox="1"/>
          <p:nvPr/>
        </p:nvSpPr>
        <p:spPr>
          <a:xfrm>
            <a:off x="3044951" y="1776983"/>
            <a:ext cx="3813175" cy="715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818004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𝐵|𝐴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77800" marR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𝐴|𝐵	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076960" marR="0" rtl="0" algn="l">
              <a:lnSpc>
                <a:spcPct val="8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𝐵|𝐴 𝑃 𝐴	+ 𝑃 𝐵|𝐴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</a:t>
            </a:r>
            <a:endParaRPr baseline="30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4"/>
          <p:cNvSpPr/>
          <p:nvPr/>
        </p:nvSpPr>
        <p:spPr>
          <a:xfrm>
            <a:off x="4041647" y="2122932"/>
            <a:ext cx="2638425" cy="222885"/>
          </a:xfrm>
          <a:custGeom>
            <a:rect b="b" l="l" r="r" t="t"/>
            <a:pathLst>
              <a:path extrusionOk="0" h="222885" w="2638425">
                <a:moveTo>
                  <a:pt x="0" y="111251"/>
                </a:moveTo>
                <a:lnTo>
                  <a:pt x="8739" y="67937"/>
                </a:lnTo>
                <a:lnTo>
                  <a:pt x="32575" y="32575"/>
                </a:lnTo>
                <a:lnTo>
                  <a:pt x="67937" y="8739"/>
                </a:lnTo>
                <a:lnTo>
                  <a:pt x="111251" y="0"/>
                </a:lnTo>
                <a:lnTo>
                  <a:pt x="2526792" y="0"/>
                </a:lnTo>
                <a:lnTo>
                  <a:pt x="2570106" y="8739"/>
                </a:lnTo>
                <a:lnTo>
                  <a:pt x="2605468" y="32575"/>
                </a:lnTo>
                <a:lnTo>
                  <a:pt x="2629304" y="67937"/>
                </a:lnTo>
                <a:lnTo>
                  <a:pt x="2638044" y="111251"/>
                </a:lnTo>
                <a:lnTo>
                  <a:pt x="2629304" y="154566"/>
                </a:lnTo>
                <a:lnTo>
                  <a:pt x="2605468" y="189928"/>
                </a:lnTo>
                <a:lnTo>
                  <a:pt x="2570106" y="213764"/>
                </a:lnTo>
                <a:lnTo>
                  <a:pt x="2526792" y="222503"/>
                </a:lnTo>
                <a:lnTo>
                  <a:pt x="111251" y="222503"/>
                </a:lnTo>
                <a:lnTo>
                  <a:pt x="67937" y="213764"/>
                </a:lnTo>
                <a:lnTo>
                  <a:pt x="32575" y="189928"/>
                </a:lnTo>
                <a:lnTo>
                  <a:pt x="8739" y="154566"/>
                </a:lnTo>
                <a:lnTo>
                  <a:pt x="0" y="111251"/>
                </a:lnTo>
                <a:close/>
              </a:path>
            </a:pathLst>
          </a:cu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5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8" name="Google Shape;738;p3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9" name="Google Shape;739;p3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0" name="Google Shape;740;p35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1" name="Google Shape;741;p35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2" name="Google Shape;742;p35"/>
          <p:cNvSpPr/>
          <p:nvPr/>
        </p:nvSpPr>
        <p:spPr>
          <a:xfrm>
            <a:off x="847344" y="1773935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3" name="Google Shape;743;p35"/>
          <p:cNvSpPr txBox="1"/>
          <p:nvPr/>
        </p:nvSpPr>
        <p:spPr>
          <a:xfrm>
            <a:off x="913891" y="177520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44" name="Google Shape;744;p35"/>
          <p:cNvSpPr/>
          <p:nvPr/>
        </p:nvSpPr>
        <p:spPr>
          <a:xfrm>
            <a:off x="1222247" y="1819655"/>
            <a:ext cx="4485894" cy="25565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5" name="Google Shape;745;p35"/>
          <p:cNvSpPr/>
          <p:nvPr/>
        </p:nvSpPr>
        <p:spPr>
          <a:xfrm>
            <a:off x="554736" y="1449324"/>
            <a:ext cx="1485138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6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1" name="Google Shape;751;p3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2" name="Google Shape;752;p3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3" name="Google Shape;753;p36"/>
          <p:cNvSpPr txBox="1"/>
          <p:nvPr>
            <p:ph type="title"/>
          </p:nvPr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1.2. Probability Rules</a:t>
            </a:r>
            <a:endParaRPr/>
          </a:p>
        </p:txBody>
      </p:sp>
      <p:sp>
        <p:nvSpPr>
          <p:cNvPr id="754" name="Google Shape;754;p36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55" name="Google Shape;755;p36"/>
          <p:cNvSpPr/>
          <p:nvPr/>
        </p:nvSpPr>
        <p:spPr>
          <a:xfrm>
            <a:off x="554736" y="1449324"/>
            <a:ext cx="1485138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6" name="Google Shape;756;p36"/>
          <p:cNvSpPr/>
          <p:nvPr/>
        </p:nvSpPr>
        <p:spPr>
          <a:xfrm>
            <a:off x="847344" y="1773935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7" name="Google Shape;757;p36"/>
          <p:cNvSpPr txBox="1"/>
          <p:nvPr/>
        </p:nvSpPr>
        <p:spPr>
          <a:xfrm>
            <a:off x="913891" y="177520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58" name="Google Shape;758;p36"/>
          <p:cNvSpPr/>
          <p:nvPr/>
        </p:nvSpPr>
        <p:spPr>
          <a:xfrm>
            <a:off x="1222247" y="1819655"/>
            <a:ext cx="4431030" cy="196215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759" name="Google Shape;759;p36"/>
          <p:cNvGrpSpPr/>
          <p:nvPr/>
        </p:nvGrpSpPr>
        <p:grpSpPr>
          <a:xfrm>
            <a:off x="1386839" y="3974591"/>
            <a:ext cx="6756400" cy="1111250"/>
            <a:chOff x="1386839" y="3974591"/>
            <a:chExt cx="6756400" cy="1111250"/>
          </a:xfrm>
        </p:grpSpPr>
        <p:sp>
          <p:nvSpPr>
            <p:cNvPr id="760" name="Google Shape;760;p36"/>
            <p:cNvSpPr/>
            <p:nvPr/>
          </p:nvSpPr>
          <p:spPr>
            <a:xfrm>
              <a:off x="1386839" y="3974591"/>
              <a:ext cx="6756400" cy="1111250"/>
            </a:xfrm>
            <a:custGeom>
              <a:rect b="b" l="l" r="r" t="t"/>
              <a:pathLst>
                <a:path extrusionOk="0" h="1111250" w="6756400">
                  <a:moveTo>
                    <a:pt x="6755892" y="0"/>
                  </a:moveTo>
                  <a:lnTo>
                    <a:pt x="0" y="0"/>
                  </a:lnTo>
                  <a:lnTo>
                    <a:pt x="0" y="1110996"/>
                  </a:lnTo>
                  <a:lnTo>
                    <a:pt x="6755892" y="1110996"/>
                  </a:lnTo>
                  <a:lnTo>
                    <a:pt x="675589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1679955" y="4354448"/>
              <a:ext cx="466090" cy="187960"/>
            </a:xfrm>
            <a:custGeom>
              <a:rect b="b" l="l" r="r" t="t"/>
              <a:pathLst>
                <a:path extrusionOk="0" h="187960" w="466089">
                  <a:moveTo>
                    <a:pt x="406145" y="0"/>
                  </a:moveTo>
                  <a:lnTo>
                    <a:pt x="403479" y="7619"/>
                  </a:lnTo>
                  <a:lnTo>
                    <a:pt x="414337" y="12334"/>
                  </a:lnTo>
                  <a:lnTo>
                    <a:pt x="423671" y="18859"/>
                  </a:lnTo>
                  <a:lnTo>
                    <a:pt x="446119" y="62293"/>
                  </a:lnTo>
                  <a:lnTo>
                    <a:pt x="448944" y="92963"/>
                  </a:lnTo>
                  <a:lnTo>
                    <a:pt x="448234" y="109517"/>
                  </a:lnTo>
                  <a:lnTo>
                    <a:pt x="437769" y="149987"/>
                  </a:lnTo>
                  <a:lnTo>
                    <a:pt x="403732" y="180086"/>
                  </a:lnTo>
                  <a:lnTo>
                    <a:pt x="406145" y="187706"/>
                  </a:lnTo>
                  <a:lnTo>
                    <a:pt x="442025" y="166417"/>
                  </a:lnTo>
                  <a:lnTo>
                    <a:pt x="462137" y="127111"/>
                  </a:lnTo>
                  <a:lnTo>
                    <a:pt x="465963" y="93852"/>
                  </a:lnTo>
                  <a:lnTo>
                    <a:pt x="465006" y="76684"/>
                  </a:lnTo>
                  <a:lnTo>
                    <a:pt x="450469" y="32893"/>
                  </a:lnTo>
                  <a:lnTo>
                    <a:pt x="419768" y="4907"/>
                  </a:lnTo>
                  <a:lnTo>
                    <a:pt x="406145" y="0"/>
                  </a:lnTo>
                  <a:close/>
                </a:path>
                <a:path extrusionOk="0" h="187960" w="466089">
                  <a:moveTo>
                    <a:pt x="59817" y="0"/>
                  </a:moveTo>
                  <a:lnTo>
                    <a:pt x="23991" y="21341"/>
                  </a:lnTo>
                  <a:lnTo>
                    <a:pt x="3825" y="60801"/>
                  </a:lnTo>
                  <a:lnTo>
                    <a:pt x="0" y="93852"/>
                  </a:lnTo>
                  <a:lnTo>
                    <a:pt x="954" y="111166"/>
                  </a:lnTo>
                  <a:lnTo>
                    <a:pt x="15367" y="154939"/>
                  </a:lnTo>
                  <a:lnTo>
                    <a:pt x="46174" y="182800"/>
                  </a:lnTo>
                  <a:lnTo>
                    <a:pt x="59817" y="187706"/>
                  </a:lnTo>
                  <a:lnTo>
                    <a:pt x="62230" y="180086"/>
                  </a:lnTo>
                  <a:lnTo>
                    <a:pt x="51518" y="175347"/>
                  </a:lnTo>
                  <a:lnTo>
                    <a:pt x="42259" y="168751"/>
                  </a:lnTo>
                  <a:lnTo>
                    <a:pt x="19843" y="124523"/>
                  </a:lnTo>
                  <a:lnTo>
                    <a:pt x="17018" y="92963"/>
                  </a:lnTo>
                  <a:lnTo>
                    <a:pt x="17728" y="76914"/>
                  </a:lnTo>
                  <a:lnTo>
                    <a:pt x="28193" y="37337"/>
                  </a:lnTo>
                  <a:lnTo>
                    <a:pt x="62483" y="7619"/>
                  </a:lnTo>
                  <a:lnTo>
                    <a:pt x="59817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62" name="Google Shape;762;p36"/>
          <p:cNvSpPr txBox="1"/>
          <p:nvPr/>
        </p:nvSpPr>
        <p:spPr>
          <a:xfrm>
            <a:off x="1531366" y="4290822"/>
            <a:ext cx="85471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𝐴|𝐵	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6"/>
          <p:cNvSpPr/>
          <p:nvPr/>
        </p:nvSpPr>
        <p:spPr>
          <a:xfrm>
            <a:off x="2430145" y="4200525"/>
            <a:ext cx="2545080" cy="477520"/>
          </a:xfrm>
          <a:custGeom>
            <a:rect b="b" l="l" r="r" t="t"/>
            <a:pathLst>
              <a:path extrusionOk="0" h="477520" w="2545079">
                <a:moveTo>
                  <a:pt x="209931" y="297180"/>
                </a:moveTo>
                <a:lnTo>
                  <a:pt x="207264" y="289560"/>
                </a:lnTo>
                <a:lnTo>
                  <a:pt x="193636" y="294474"/>
                </a:lnTo>
                <a:lnTo>
                  <a:pt x="181698" y="301586"/>
                </a:lnTo>
                <a:lnTo>
                  <a:pt x="156070" y="335775"/>
                </a:lnTo>
                <a:lnTo>
                  <a:pt x="147447" y="383413"/>
                </a:lnTo>
                <a:lnTo>
                  <a:pt x="148399" y="400735"/>
                </a:lnTo>
                <a:lnTo>
                  <a:pt x="162814" y="444500"/>
                </a:lnTo>
                <a:lnTo>
                  <a:pt x="193611" y="472363"/>
                </a:lnTo>
                <a:lnTo>
                  <a:pt x="207264" y="477266"/>
                </a:lnTo>
                <a:lnTo>
                  <a:pt x="209677" y="469646"/>
                </a:lnTo>
                <a:lnTo>
                  <a:pt x="198958" y="464908"/>
                </a:lnTo>
                <a:lnTo>
                  <a:pt x="189699" y="458317"/>
                </a:lnTo>
                <a:lnTo>
                  <a:pt x="167284" y="414096"/>
                </a:lnTo>
                <a:lnTo>
                  <a:pt x="164465" y="382524"/>
                </a:lnTo>
                <a:lnTo>
                  <a:pt x="165163" y="366483"/>
                </a:lnTo>
                <a:lnTo>
                  <a:pt x="175641" y="326898"/>
                </a:lnTo>
                <a:lnTo>
                  <a:pt x="199072" y="301904"/>
                </a:lnTo>
                <a:lnTo>
                  <a:pt x="209931" y="297180"/>
                </a:lnTo>
                <a:close/>
              </a:path>
              <a:path extrusionOk="0" h="477520" w="2545079">
                <a:moveTo>
                  <a:pt x="613410" y="383413"/>
                </a:moveTo>
                <a:lnTo>
                  <a:pt x="604723" y="335775"/>
                </a:lnTo>
                <a:lnTo>
                  <a:pt x="579132" y="301586"/>
                </a:lnTo>
                <a:lnTo>
                  <a:pt x="553593" y="289560"/>
                </a:lnTo>
                <a:lnTo>
                  <a:pt x="550926" y="297180"/>
                </a:lnTo>
                <a:lnTo>
                  <a:pt x="561771" y="301904"/>
                </a:lnTo>
                <a:lnTo>
                  <a:pt x="571119" y="308432"/>
                </a:lnTo>
                <a:lnTo>
                  <a:pt x="593559" y="351853"/>
                </a:lnTo>
                <a:lnTo>
                  <a:pt x="596392" y="382524"/>
                </a:lnTo>
                <a:lnTo>
                  <a:pt x="595680" y="399084"/>
                </a:lnTo>
                <a:lnTo>
                  <a:pt x="585216" y="439547"/>
                </a:lnTo>
                <a:lnTo>
                  <a:pt x="551180" y="469646"/>
                </a:lnTo>
                <a:lnTo>
                  <a:pt x="553593" y="477266"/>
                </a:lnTo>
                <a:lnTo>
                  <a:pt x="589470" y="455980"/>
                </a:lnTo>
                <a:lnTo>
                  <a:pt x="609574" y="416674"/>
                </a:lnTo>
                <a:lnTo>
                  <a:pt x="612444" y="400735"/>
                </a:lnTo>
                <a:lnTo>
                  <a:pt x="613410" y="383413"/>
                </a:lnTo>
                <a:close/>
              </a:path>
              <a:path extrusionOk="0" h="477520" w="2545079">
                <a:moveTo>
                  <a:pt x="843915" y="297180"/>
                </a:moveTo>
                <a:lnTo>
                  <a:pt x="841235" y="289560"/>
                </a:lnTo>
                <a:lnTo>
                  <a:pt x="827620" y="294474"/>
                </a:lnTo>
                <a:lnTo>
                  <a:pt x="815682" y="301586"/>
                </a:lnTo>
                <a:lnTo>
                  <a:pt x="790054" y="335775"/>
                </a:lnTo>
                <a:lnTo>
                  <a:pt x="781431" y="383413"/>
                </a:lnTo>
                <a:lnTo>
                  <a:pt x="782383" y="400735"/>
                </a:lnTo>
                <a:lnTo>
                  <a:pt x="796798" y="444500"/>
                </a:lnTo>
                <a:lnTo>
                  <a:pt x="827595" y="472363"/>
                </a:lnTo>
                <a:lnTo>
                  <a:pt x="841235" y="477266"/>
                </a:lnTo>
                <a:lnTo>
                  <a:pt x="843648" y="469646"/>
                </a:lnTo>
                <a:lnTo>
                  <a:pt x="832942" y="464908"/>
                </a:lnTo>
                <a:lnTo>
                  <a:pt x="823683" y="458317"/>
                </a:lnTo>
                <a:lnTo>
                  <a:pt x="801268" y="414096"/>
                </a:lnTo>
                <a:lnTo>
                  <a:pt x="798449" y="382524"/>
                </a:lnTo>
                <a:lnTo>
                  <a:pt x="799147" y="366483"/>
                </a:lnTo>
                <a:lnTo>
                  <a:pt x="809625" y="326898"/>
                </a:lnTo>
                <a:lnTo>
                  <a:pt x="833056" y="301904"/>
                </a:lnTo>
                <a:lnTo>
                  <a:pt x="843915" y="297180"/>
                </a:lnTo>
                <a:close/>
              </a:path>
              <a:path extrusionOk="0" h="477520" w="2545079">
                <a:moveTo>
                  <a:pt x="950595" y="7620"/>
                </a:moveTo>
                <a:lnTo>
                  <a:pt x="947928" y="0"/>
                </a:lnTo>
                <a:lnTo>
                  <a:pt x="934300" y="4914"/>
                </a:lnTo>
                <a:lnTo>
                  <a:pt x="922362" y="12026"/>
                </a:lnTo>
                <a:lnTo>
                  <a:pt x="896734" y="46215"/>
                </a:lnTo>
                <a:lnTo>
                  <a:pt x="888098" y="93853"/>
                </a:lnTo>
                <a:lnTo>
                  <a:pt x="889063" y="111175"/>
                </a:lnTo>
                <a:lnTo>
                  <a:pt x="903478" y="154940"/>
                </a:lnTo>
                <a:lnTo>
                  <a:pt x="934275" y="182803"/>
                </a:lnTo>
                <a:lnTo>
                  <a:pt x="947928" y="187706"/>
                </a:lnTo>
                <a:lnTo>
                  <a:pt x="950341" y="180086"/>
                </a:lnTo>
                <a:lnTo>
                  <a:pt x="939622" y="175348"/>
                </a:lnTo>
                <a:lnTo>
                  <a:pt x="930363" y="168757"/>
                </a:lnTo>
                <a:lnTo>
                  <a:pt x="907948" y="124523"/>
                </a:lnTo>
                <a:lnTo>
                  <a:pt x="905129" y="92964"/>
                </a:lnTo>
                <a:lnTo>
                  <a:pt x="905827" y="76923"/>
                </a:lnTo>
                <a:lnTo>
                  <a:pt x="916305" y="37338"/>
                </a:lnTo>
                <a:lnTo>
                  <a:pt x="939736" y="12344"/>
                </a:lnTo>
                <a:lnTo>
                  <a:pt x="950595" y="7620"/>
                </a:lnTo>
                <a:close/>
              </a:path>
              <a:path extrusionOk="0" h="477520" w="2545079">
                <a:moveTo>
                  <a:pt x="1043178" y="383413"/>
                </a:moveTo>
                <a:lnTo>
                  <a:pt x="1034491" y="335775"/>
                </a:lnTo>
                <a:lnTo>
                  <a:pt x="1008900" y="301586"/>
                </a:lnTo>
                <a:lnTo>
                  <a:pt x="983361" y="289560"/>
                </a:lnTo>
                <a:lnTo>
                  <a:pt x="980694" y="297180"/>
                </a:lnTo>
                <a:lnTo>
                  <a:pt x="991539" y="301904"/>
                </a:lnTo>
                <a:lnTo>
                  <a:pt x="1000874" y="308432"/>
                </a:lnTo>
                <a:lnTo>
                  <a:pt x="1023327" y="351853"/>
                </a:lnTo>
                <a:lnTo>
                  <a:pt x="1026160" y="382524"/>
                </a:lnTo>
                <a:lnTo>
                  <a:pt x="1025448" y="399084"/>
                </a:lnTo>
                <a:lnTo>
                  <a:pt x="1014984" y="439547"/>
                </a:lnTo>
                <a:lnTo>
                  <a:pt x="980948" y="469646"/>
                </a:lnTo>
                <a:lnTo>
                  <a:pt x="983361" y="477266"/>
                </a:lnTo>
                <a:lnTo>
                  <a:pt x="1019238" y="455980"/>
                </a:lnTo>
                <a:lnTo>
                  <a:pt x="1039342" y="416674"/>
                </a:lnTo>
                <a:lnTo>
                  <a:pt x="1042212" y="400735"/>
                </a:lnTo>
                <a:lnTo>
                  <a:pt x="1043178" y="383413"/>
                </a:lnTo>
                <a:close/>
              </a:path>
              <a:path extrusionOk="0" h="477520" w="2545079">
                <a:moveTo>
                  <a:pt x="1354074" y="93853"/>
                </a:moveTo>
                <a:lnTo>
                  <a:pt x="1345387" y="46215"/>
                </a:lnTo>
                <a:lnTo>
                  <a:pt x="1319796" y="12026"/>
                </a:lnTo>
                <a:lnTo>
                  <a:pt x="1294257" y="0"/>
                </a:lnTo>
                <a:lnTo>
                  <a:pt x="1291590" y="7620"/>
                </a:lnTo>
                <a:lnTo>
                  <a:pt x="1302448" y="12344"/>
                </a:lnTo>
                <a:lnTo>
                  <a:pt x="1311783" y="18859"/>
                </a:lnTo>
                <a:lnTo>
                  <a:pt x="1334223" y="62293"/>
                </a:lnTo>
                <a:lnTo>
                  <a:pt x="1337056" y="92964"/>
                </a:lnTo>
                <a:lnTo>
                  <a:pt x="1336344" y="109524"/>
                </a:lnTo>
                <a:lnTo>
                  <a:pt x="1325880" y="149987"/>
                </a:lnTo>
                <a:lnTo>
                  <a:pt x="1291844" y="180086"/>
                </a:lnTo>
                <a:lnTo>
                  <a:pt x="1294257" y="187706"/>
                </a:lnTo>
                <a:lnTo>
                  <a:pt x="1330134" y="166420"/>
                </a:lnTo>
                <a:lnTo>
                  <a:pt x="1350238" y="127114"/>
                </a:lnTo>
                <a:lnTo>
                  <a:pt x="1353108" y="111175"/>
                </a:lnTo>
                <a:lnTo>
                  <a:pt x="1354074" y="93853"/>
                </a:lnTo>
                <a:close/>
              </a:path>
              <a:path extrusionOk="0" h="477520" w="2545079">
                <a:moveTo>
                  <a:pt x="1515999" y="297180"/>
                </a:moveTo>
                <a:lnTo>
                  <a:pt x="1513332" y="289560"/>
                </a:lnTo>
                <a:lnTo>
                  <a:pt x="1499704" y="294474"/>
                </a:lnTo>
                <a:lnTo>
                  <a:pt x="1487766" y="301586"/>
                </a:lnTo>
                <a:lnTo>
                  <a:pt x="1462138" y="335775"/>
                </a:lnTo>
                <a:lnTo>
                  <a:pt x="1453515" y="383413"/>
                </a:lnTo>
                <a:lnTo>
                  <a:pt x="1454467" y="400735"/>
                </a:lnTo>
                <a:lnTo>
                  <a:pt x="1468882" y="444500"/>
                </a:lnTo>
                <a:lnTo>
                  <a:pt x="1499679" y="472363"/>
                </a:lnTo>
                <a:lnTo>
                  <a:pt x="1513332" y="477266"/>
                </a:lnTo>
                <a:lnTo>
                  <a:pt x="1515745" y="469646"/>
                </a:lnTo>
                <a:lnTo>
                  <a:pt x="1505026" y="464908"/>
                </a:lnTo>
                <a:lnTo>
                  <a:pt x="1495767" y="458317"/>
                </a:lnTo>
                <a:lnTo>
                  <a:pt x="1473352" y="414096"/>
                </a:lnTo>
                <a:lnTo>
                  <a:pt x="1470533" y="382524"/>
                </a:lnTo>
                <a:lnTo>
                  <a:pt x="1471231" y="366483"/>
                </a:lnTo>
                <a:lnTo>
                  <a:pt x="1481709" y="326898"/>
                </a:lnTo>
                <a:lnTo>
                  <a:pt x="1505140" y="301904"/>
                </a:lnTo>
                <a:lnTo>
                  <a:pt x="1515999" y="297180"/>
                </a:lnTo>
                <a:close/>
              </a:path>
              <a:path extrusionOk="0" h="477520" w="2545079">
                <a:moveTo>
                  <a:pt x="1584579" y="7620"/>
                </a:moveTo>
                <a:lnTo>
                  <a:pt x="1581912" y="0"/>
                </a:lnTo>
                <a:lnTo>
                  <a:pt x="1568284" y="4914"/>
                </a:lnTo>
                <a:lnTo>
                  <a:pt x="1556346" y="12026"/>
                </a:lnTo>
                <a:lnTo>
                  <a:pt x="1530718" y="46215"/>
                </a:lnTo>
                <a:lnTo>
                  <a:pt x="1522095" y="93853"/>
                </a:lnTo>
                <a:lnTo>
                  <a:pt x="1523047" y="111175"/>
                </a:lnTo>
                <a:lnTo>
                  <a:pt x="1537462" y="154940"/>
                </a:lnTo>
                <a:lnTo>
                  <a:pt x="1568259" y="182803"/>
                </a:lnTo>
                <a:lnTo>
                  <a:pt x="1581912" y="187706"/>
                </a:lnTo>
                <a:lnTo>
                  <a:pt x="1584325" y="180086"/>
                </a:lnTo>
                <a:lnTo>
                  <a:pt x="1573606" y="175348"/>
                </a:lnTo>
                <a:lnTo>
                  <a:pt x="1564347" y="168757"/>
                </a:lnTo>
                <a:lnTo>
                  <a:pt x="1541932" y="124523"/>
                </a:lnTo>
                <a:lnTo>
                  <a:pt x="1539113" y="92964"/>
                </a:lnTo>
                <a:lnTo>
                  <a:pt x="1539811" y="76923"/>
                </a:lnTo>
                <a:lnTo>
                  <a:pt x="1550289" y="37338"/>
                </a:lnTo>
                <a:lnTo>
                  <a:pt x="1573720" y="12344"/>
                </a:lnTo>
                <a:lnTo>
                  <a:pt x="1584579" y="7620"/>
                </a:lnTo>
                <a:close/>
              </a:path>
              <a:path extrusionOk="0" h="477520" w="2545079">
                <a:moveTo>
                  <a:pt x="1783842" y="93853"/>
                </a:moveTo>
                <a:lnTo>
                  <a:pt x="1775155" y="46215"/>
                </a:lnTo>
                <a:lnTo>
                  <a:pt x="1749564" y="12026"/>
                </a:lnTo>
                <a:lnTo>
                  <a:pt x="1724025" y="0"/>
                </a:lnTo>
                <a:lnTo>
                  <a:pt x="1721358" y="7620"/>
                </a:lnTo>
                <a:lnTo>
                  <a:pt x="1732203" y="12344"/>
                </a:lnTo>
                <a:lnTo>
                  <a:pt x="1741538" y="18859"/>
                </a:lnTo>
                <a:lnTo>
                  <a:pt x="1763991" y="62293"/>
                </a:lnTo>
                <a:lnTo>
                  <a:pt x="1766824" y="92964"/>
                </a:lnTo>
                <a:lnTo>
                  <a:pt x="1766112" y="109524"/>
                </a:lnTo>
                <a:lnTo>
                  <a:pt x="1755648" y="149987"/>
                </a:lnTo>
                <a:lnTo>
                  <a:pt x="1721612" y="180086"/>
                </a:lnTo>
                <a:lnTo>
                  <a:pt x="1724025" y="187706"/>
                </a:lnTo>
                <a:lnTo>
                  <a:pt x="1759902" y="166420"/>
                </a:lnTo>
                <a:lnTo>
                  <a:pt x="1780006" y="127114"/>
                </a:lnTo>
                <a:lnTo>
                  <a:pt x="1782876" y="111175"/>
                </a:lnTo>
                <a:lnTo>
                  <a:pt x="1783842" y="93853"/>
                </a:lnTo>
                <a:close/>
              </a:path>
              <a:path extrusionOk="0" h="477520" w="2545079">
                <a:moveTo>
                  <a:pt x="2007870" y="383413"/>
                </a:moveTo>
                <a:lnTo>
                  <a:pt x="1999183" y="335775"/>
                </a:lnTo>
                <a:lnTo>
                  <a:pt x="1973592" y="301586"/>
                </a:lnTo>
                <a:lnTo>
                  <a:pt x="1948053" y="289560"/>
                </a:lnTo>
                <a:lnTo>
                  <a:pt x="1945386" y="297180"/>
                </a:lnTo>
                <a:lnTo>
                  <a:pt x="1956244" y="301904"/>
                </a:lnTo>
                <a:lnTo>
                  <a:pt x="1965579" y="308432"/>
                </a:lnTo>
                <a:lnTo>
                  <a:pt x="1988019" y="351853"/>
                </a:lnTo>
                <a:lnTo>
                  <a:pt x="1990852" y="382524"/>
                </a:lnTo>
                <a:lnTo>
                  <a:pt x="1990140" y="399084"/>
                </a:lnTo>
                <a:lnTo>
                  <a:pt x="1979676" y="439547"/>
                </a:lnTo>
                <a:lnTo>
                  <a:pt x="1945640" y="469646"/>
                </a:lnTo>
                <a:lnTo>
                  <a:pt x="1948053" y="477266"/>
                </a:lnTo>
                <a:lnTo>
                  <a:pt x="1983930" y="455980"/>
                </a:lnTo>
                <a:lnTo>
                  <a:pt x="2004034" y="416674"/>
                </a:lnTo>
                <a:lnTo>
                  <a:pt x="2006904" y="400735"/>
                </a:lnTo>
                <a:lnTo>
                  <a:pt x="2007870" y="383413"/>
                </a:lnTo>
                <a:close/>
              </a:path>
              <a:path extrusionOk="0" h="477520" w="2545079">
                <a:moveTo>
                  <a:pt x="2236851" y="297180"/>
                </a:moveTo>
                <a:lnTo>
                  <a:pt x="2234184" y="289560"/>
                </a:lnTo>
                <a:lnTo>
                  <a:pt x="2220557" y="294474"/>
                </a:lnTo>
                <a:lnTo>
                  <a:pt x="2208619" y="301586"/>
                </a:lnTo>
                <a:lnTo>
                  <a:pt x="2182990" y="335775"/>
                </a:lnTo>
                <a:lnTo>
                  <a:pt x="2174367" y="383413"/>
                </a:lnTo>
                <a:lnTo>
                  <a:pt x="2175319" y="400735"/>
                </a:lnTo>
                <a:lnTo>
                  <a:pt x="2189734" y="444500"/>
                </a:lnTo>
                <a:lnTo>
                  <a:pt x="2220531" y="472363"/>
                </a:lnTo>
                <a:lnTo>
                  <a:pt x="2234184" y="477266"/>
                </a:lnTo>
                <a:lnTo>
                  <a:pt x="2236597" y="469646"/>
                </a:lnTo>
                <a:lnTo>
                  <a:pt x="2225878" y="464908"/>
                </a:lnTo>
                <a:lnTo>
                  <a:pt x="2216620" y="458317"/>
                </a:lnTo>
                <a:lnTo>
                  <a:pt x="2194204" y="414096"/>
                </a:lnTo>
                <a:lnTo>
                  <a:pt x="2191385" y="382524"/>
                </a:lnTo>
                <a:lnTo>
                  <a:pt x="2192083" y="366483"/>
                </a:lnTo>
                <a:lnTo>
                  <a:pt x="2202561" y="326898"/>
                </a:lnTo>
                <a:lnTo>
                  <a:pt x="2225992" y="301904"/>
                </a:lnTo>
                <a:lnTo>
                  <a:pt x="2236851" y="297180"/>
                </a:lnTo>
                <a:close/>
              </a:path>
              <a:path extrusionOk="0" h="477520" w="2545079">
                <a:moveTo>
                  <a:pt x="2526030" y="383413"/>
                </a:moveTo>
                <a:lnTo>
                  <a:pt x="2517343" y="335775"/>
                </a:lnTo>
                <a:lnTo>
                  <a:pt x="2491752" y="301586"/>
                </a:lnTo>
                <a:lnTo>
                  <a:pt x="2466213" y="289560"/>
                </a:lnTo>
                <a:lnTo>
                  <a:pt x="2463546" y="297180"/>
                </a:lnTo>
                <a:lnTo>
                  <a:pt x="2474391" y="301904"/>
                </a:lnTo>
                <a:lnTo>
                  <a:pt x="2483726" y="308432"/>
                </a:lnTo>
                <a:lnTo>
                  <a:pt x="2506180" y="351853"/>
                </a:lnTo>
                <a:lnTo>
                  <a:pt x="2509012" y="382524"/>
                </a:lnTo>
                <a:lnTo>
                  <a:pt x="2508300" y="399084"/>
                </a:lnTo>
                <a:lnTo>
                  <a:pt x="2497836" y="439547"/>
                </a:lnTo>
                <a:lnTo>
                  <a:pt x="2463800" y="469646"/>
                </a:lnTo>
                <a:lnTo>
                  <a:pt x="2466213" y="477266"/>
                </a:lnTo>
                <a:lnTo>
                  <a:pt x="2502090" y="455980"/>
                </a:lnTo>
                <a:lnTo>
                  <a:pt x="2522194" y="416674"/>
                </a:lnTo>
                <a:lnTo>
                  <a:pt x="2525064" y="400735"/>
                </a:lnTo>
                <a:lnTo>
                  <a:pt x="2526030" y="383413"/>
                </a:lnTo>
                <a:close/>
              </a:path>
              <a:path extrusionOk="0" h="477520" w="2545079">
                <a:moveTo>
                  <a:pt x="2545080" y="240538"/>
                </a:moveTo>
                <a:lnTo>
                  <a:pt x="0" y="240538"/>
                </a:lnTo>
                <a:lnTo>
                  <a:pt x="0" y="254254"/>
                </a:lnTo>
                <a:lnTo>
                  <a:pt x="2545080" y="254254"/>
                </a:lnTo>
                <a:lnTo>
                  <a:pt x="2545080" y="240538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4" name="Google Shape;764;p36"/>
          <p:cNvSpPr txBox="1"/>
          <p:nvPr/>
        </p:nvSpPr>
        <p:spPr>
          <a:xfrm>
            <a:off x="2405126" y="4090568"/>
            <a:ext cx="2508250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𝐵|𝐴 𝑃 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508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𝐵|𝐴 𝑃 𝐴	+ 𝑃 𝐵|𝐴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𝐴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</a:t>
            </a:r>
            <a:endParaRPr baseline="30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6"/>
          <p:cNvSpPr txBox="1"/>
          <p:nvPr/>
        </p:nvSpPr>
        <p:spPr>
          <a:xfrm>
            <a:off x="5825490" y="3977716"/>
            <a:ext cx="74993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×</a:t>
            </a:r>
            <a:r>
              <a:rPr lang="en-US" sz="1600" u="sng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 1 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6"/>
          <p:cNvSpPr txBox="1"/>
          <p:nvPr/>
        </p:nvSpPr>
        <p:spPr>
          <a:xfrm>
            <a:off x="5214365" y="4577334"/>
            <a:ext cx="94678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×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6"/>
          <p:cNvSpPr/>
          <p:nvPr/>
        </p:nvSpPr>
        <p:spPr>
          <a:xfrm>
            <a:off x="6183884" y="4533519"/>
            <a:ext cx="280035" cy="400685"/>
          </a:xfrm>
          <a:custGeom>
            <a:rect b="b" l="l" r="r" t="t"/>
            <a:pathLst>
              <a:path extrusionOk="0" h="400685" w="280035">
                <a:moveTo>
                  <a:pt x="76835" y="6604"/>
                </a:moveTo>
                <a:lnTo>
                  <a:pt x="44348" y="29438"/>
                </a:lnTo>
                <a:lnTo>
                  <a:pt x="21209" y="73152"/>
                </a:lnTo>
                <a:lnTo>
                  <a:pt x="5308" y="130302"/>
                </a:lnTo>
                <a:lnTo>
                  <a:pt x="0" y="200152"/>
                </a:lnTo>
                <a:lnTo>
                  <a:pt x="1320" y="236626"/>
                </a:lnTo>
                <a:lnTo>
                  <a:pt x="11938" y="300202"/>
                </a:lnTo>
                <a:lnTo>
                  <a:pt x="32321" y="350812"/>
                </a:lnTo>
                <a:lnTo>
                  <a:pt x="57277" y="387438"/>
                </a:lnTo>
                <a:lnTo>
                  <a:pt x="71120" y="400431"/>
                </a:lnTo>
                <a:lnTo>
                  <a:pt x="76835" y="393700"/>
                </a:lnTo>
                <a:lnTo>
                  <a:pt x="64871" y="380555"/>
                </a:lnTo>
                <a:lnTo>
                  <a:pt x="53987" y="364172"/>
                </a:lnTo>
                <a:lnTo>
                  <a:pt x="35433" y="321691"/>
                </a:lnTo>
                <a:lnTo>
                  <a:pt x="23253" y="266827"/>
                </a:lnTo>
                <a:lnTo>
                  <a:pt x="19177" y="200025"/>
                </a:lnTo>
                <a:lnTo>
                  <a:pt x="20193" y="165341"/>
                </a:lnTo>
                <a:lnTo>
                  <a:pt x="28333" y="104571"/>
                </a:lnTo>
                <a:lnTo>
                  <a:pt x="44157" y="55753"/>
                </a:lnTo>
                <a:lnTo>
                  <a:pt x="64871" y="19748"/>
                </a:lnTo>
                <a:lnTo>
                  <a:pt x="76835" y="6604"/>
                </a:lnTo>
                <a:close/>
              </a:path>
              <a:path extrusionOk="0" h="400685" w="280035">
                <a:moveTo>
                  <a:pt x="196469" y="194056"/>
                </a:moveTo>
                <a:lnTo>
                  <a:pt x="83693" y="194056"/>
                </a:lnTo>
                <a:lnTo>
                  <a:pt x="83693" y="207772"/>
                </a:lnTo>
                <a:lnTo>
                  <a:pt x="196469" y="207772"/>
                </a:lnTo>
                <a:lnTo>
                  <a:pt x="196469" y="194056"/>
                </a:lnTo>
                <a:close/>
              </a:path>
              <a:path extrusionOk="0" h="400685" w="280035">
                <a:moveTo>
                  <a:pt x="279781" y="200025"/>
                </a:moveTo>
                <a:lnTo>
                  <a:pt x="274497" y="130302"/>
                </a:lnTo>
                <a:lnTo>
                  <a:pt x="258572" y="73152"/>
                </a:lnTo>
                <a:lnTo>
                  <a:pt x="235419" y="29438"/>
                </a:lnTo>
                <a:lnTo>
                  <a:pt x="208661" y="0"/>
                </a:lnTo>
                <a:lnTo>
                  <a:pt x="202946" y="6604"/>
                </a:lnTo>
                <a:lnTo>
                  <a:pt x="214896" y="19748"/>
                </a:lnTo>
                <a:lnTo>
                  <a:pt x="225780" y="36131"/>
                </a:lnTo>
                <a:lnTo>
                  <a:pt x="244348" y="78613"/>
                </a:lnTo>
                <a:lnTo>
                  <a:pt x="256514" y="133477"/>
                </a:lnTo>
                <a:lnTo>
                  <a:pt x="260604" y="200152"/>
                </a:lnTo>
                <a:lnTo>
                  <a:pt x="259575" y="234975"/>
                </a:lnTo>
                <a:lnTo>
                  <a:pt x="251434" y="295744"/>
                </a:lnTo>
                <a:lnTo>
                  <a:pt x="235610" y="344563"/>
                </a:lnTo>
                <a:lnTo>
                  <a:pt x="214896" y="380555"/>
                </a:lnTo>
                <a:lnTo>
                  <a:pt x="202946" y="393700"/>
                </a:lnTo>
                <a:lnTo>
                  <a:pt x="208661" y="400431"/>
                </a:lnTo>
                <a:lnTo>
                  <a:pt x="235419" y="370890"/>
                </a:lnTo>
                <a:lnTo>
                  <a:pt x="258572" y="327152"/>
                </a:lnTo>
                <a:lnTo>
                  <a:pt x="274510" y="270027"/>
                </a:lnTo>
                <a:lnTo>
                  <a:pt x="278460" y="236626"/>
                </a:lnTo>
                <a:lnTo>
                  <a:pt x="279781" y="200025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8" name="Google Shape;768;p36"/>
          <p:cNvSpPr txBox="1"/>
          <p:nvPr/>
        </p:nvSpPr>
        <p:spPr>
          <a:xfrm>
            <a:off x="6481826" y="4418838"/>
            <a:ext cx="9842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6"/>
          <p:cNvSpPr txBox="1"/>
          <p:nvPr/>
        </p:nvSpPr>
        <p:spPr>
          <a:xfrm>
            <a:off x="6243065" y="4679441"/>
            <a:ext cx="94488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36"/>
          <p:cNvSpPr txBox="1"/>
          <p:nvPr/>
        </p:nvSpPr>
        <p:spPr>
          <a:xfrm>
            <a:off x="5586348" y="4458461"/>
            <a:ext cx="15748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600" u="sng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	1	</a:t>
            </a:r>
            <a:r>
              <a:rPr lang="en-US" sz="1600" u="sng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 99 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6"/>
          <p:cNvSpPr txBox="1"/>
          <p:nvPr/>
        </p:nvSpPr>
        <p:spPr>
          <a:xfrm>
            <a:off x="5005323" y="4290822"/>
            <a:ext cx="301053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30000" lang="en-US" sz="2400" u="sng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 	100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≅ 𝟎. 𝟐𝟒𝟒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7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7" name="Google Shape;777;p3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8" name="Google Shape;778;p3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9" name="Google Shape;779;p37"/>
          <p:cNvSpPr txBox="1"/>
          <p:nvPr/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1.2. Probability Rules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0" name="Google Shape;780;p3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1" name="Google Shape;781;p37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2" name="Google Shape;782;p37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3" name="Google Shape;783;p37"/>
          <p:cNvSpPr/>
          <p:nvPr/>
        </p:nvSpPr>
        <p:spPr>
          <a:xfrm>
            <a:off x="1223772" y="1821179"/>
            <a:ext cx="5531358" cy="25687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4" name="Google Shape;784;p37"/>
          <p:cNvSpPr/>
          <p:nvPr/>
        </p:nvSpPr>
        <p:spPr>
          <a:xfrm>
            <a:off x="554736" y="1449324"/>
            <a:ext cx="1485138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8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0" name="Google Shape;790;p3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1" name="Google Shape;791;p3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2" name="Google Shape;792;p38"/>
          <p:cNvSpPr txBox="1"/>
          <p:nvPr>
            <p:ph type="title"/>
          </p:nvPr>
        </p:nvSpPr>
        <p:spPr>
          <a:xfrm>
            <a:off x="437489" y="431419"/>
            <a:ext cx="2115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1.2. Probability Rules</a:t>
            </a:r>
            <a:endParaRPr/>
          </a:p>
        </p:txBody>
      </p:sp>
      <p:sp>
        <p:nvSpPr>
          <p:cNvPr id="793" name="Google Shape;793;p3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4" name="Google Shape;794;p38"/>
          <p:cNvSpPr/>
          <p:nvPr/>
        </p:nvSpPr>
        <p:spPr>
          <a:xfrm>
            <a:off x="554736" y="1449324"/>
            <a:ext cx="1485138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5" name="Google Shape;795;p38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6" name="Google Shape;796;p38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7" name="Google Shape;797;p38"/>
          <p:cNvSpPr/>
          <p:nvPr/>
        </p:nvSpPr>
        <p:spPr>
          <a:xfrm>
            <a:off x="1223772" y="1821179"/>
            <a:ext cx="4458462" cy="226390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798" name="Google Shape;798;p38"/>
          <p:cNvGrpSpPr/>
          <p:nvPr/>
        </p:nvGrpSpPr>
        <p:grpSpPr>
          <a:xfrm>
            <a:off x="1520952" y="4251959"/>
            <a:ext cx="7416165" cy="649605"/>
            <a:chOff x="1520952" y="4251959"/>
            <a:chExt cx="7416165" cy="649605"/>
          </a:xfrm>
        </p:grpSpPr>
        <p:sp>
          <p:nvSpPr>
            <p:cNvPr id="799" name="Google Shape;799;p38"/>
            <p:cNvSpPr/>
            <p:nvPr/>
          </p:nvSpPr>
          <p:spPr>
            <a:xfrm>
              <a:off x="1520952" y="4251959"/>
              <a:ext cx="7416165" cy="649605"/>
            </a:xfrm>
            <a:custGeom>
              <a:rect b="b" l="l" r="r" t="t"/>
              <a:pathLst>
                <a:path extrusionOk="0" h="649604" w="7416165">
                  <a:moveTo>
                    <a:pt x="7415783" y="0"/>
                  </a:moveTo>
                  <a:lnTo>
                    <a:pt x="0" y="0"/>
                  </a:lnTo>
                  <a:lnTo>
                    <a:pt x="0" y="649224"/>
                  </a:lnTo>
                  <a:lnTo>
                    <a:pt x="7415783" y="649224"/>
                  </a:lnTo>
                  <a:lnTo>
                    <a:pt x="741578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0" name="Google Shape;800;p38"/>
            <p:cNvSpPr/>
            <p:nvPr/>
          </p:nvSpPr>
          <p:spPr>
            <a:xfrm>
              <a:off x="1794383" y="4463541"/>
              <a:ext cx="474345" cy="165735"/>
            </a:xfrm>
            <a:custGeom>
              <a:rect b="b" l="l" r="r" t="t"/>
              <a:pathLst>
                <a:path extrusionOk="0" h="165735" w="474344">
                  <a:moveTo>
                    <a:pt x="421259" y="0"/>
                  </a:moveTo>
                  <a:lnTo>
                    <a:pt x="418973" y="6730"/>
                  </a:lnTo>
                  <a:lnTo>
                    <a:pt x="428499" y="10872"/>
                  </a:lnTo>
                  <a:lnTo>
                    <a:pt x="436705" y="16621"/>
                  </a:lnTo>
                  <a:lnTo>
                    <a:pt x="456453" y="54816"/>
                  </a:lnTo>
                  <a:lnTo>
                    <a:pt x="458850" y="81787"/>
                  </a:lnTo>
                  <a:lnTo>
                    <a:pt x="458251" y="96359"/>
                  </a:lnTo>
                  <a:lnTo>
                    <a:pt x="443551" y="141047"/>
                  </a:lnTo>
                  <a:lnTo>
                    <a:pt x="419227" y="158495"/>
                  </a:lnTo>
                  <a:lnTo>
                    <a:pt x="421259" y="165226"/>
                  </a:lnTo>
                  <a:lnTo>
                    <a:pt x="460375" y="136270"/>
                  </a:lnTo>
                  <a:lnTo>
                    <a:pt x="473108" y="97819"/>
                  </a:lnTo>
                  <a:lnTo>
                    <a:pt x="473964" y="82676"/>
                  </a:lnTo>
                  <a:lnTo>
                    <a:pt x="473108" y="67532"/>
                  </a:lnTo>
                  <a:lnTo>
                    <a:pt x="460375" y="28955"/>
                  </a:lnTo>
                  <a:lnTo>
                    <a:pt x="433264" y="4310"/>
                  </a:lnTo>
                  <a:lnTo>
                    <a:pt x="421259" y="0"/>
                  </a:lnTo>
                  <a:close/>
                </a:path>
                <a:path extrusionOk="0" h="165735" w="474344">
                  <a:moveTo>
                    <a:pt x="52705" y="0"/>
                  </a:moveTo>
                  <a:lnTo>
                    <a:pt x="13589" y="28955"/>
                  </a:lnTo>
                  <a:lnTo>
                    <a:pt x="855" y="67532"/>
                  </a:lnTo>
                  <a:lnTo>
                    <a:pt x="0" y="82676"/>
                  </a:lnTo>
                  <a:lnTo>
                    <a:pt x="855" y="97819"/>
                  </a:lnTo>
                  <a:lnTo>
                    <a:pt x="13589" y="136270"/>
                  </a:lnTo>
                  <a:lnTo>
                    <a:pt x="52705" y="165226"/>
                  </a:lnTo>
                  <a:lnTo>
                    <a:pt x="54737" y="158495"/>
                  </a:lnTo>
                  <a:lnTo>
                    <a:pt x="45358" y="154330"/>
                  </a:lnTo>
                  <a:lnTo>
                    <a:pt x="37242" y="148510"/>
                  </a:lnTo>
                  <a:lnTo>
                    <a:pt x="17525" y="109585"/>
                  </a:lnTo>
                  <a:lnTo>
                    <a:pt x="15112" y="81787"/>
                  </a:lnTo>
                  <a:lnTo>
                    <a:pt x="15712" y="67665"/>
                  </a:lnTo>
                  <a:lnTo>
                    <a:pt x="30416" y="23965"/>
                  </a:lnTo>
                  <a:lnTo>
                    <a:pt x="54991" y="6730"/>
                  </a:lnTo>
                  <a:lnTo>
                    <a:pt x="52705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01" name="Google Shape;801;p38"/>
          <p:cNvSpPr txBox="1"/>
          <p:nvPr/>
        </p:nvSpPr>
        <p:spPr>
          <a:xfrm>
            <a:off x="1664842" y="4405376"/>
            <a:ext cx="55753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𝐷| +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2" name="Google Shape;802;p38"/>
          <p:cNvGrpSpPr/>
          <p:nvPr/>
        </p:nvGrpSpPr>
        <p:grpSpPr>
          <a:xfrm>
            <a:off x="2514854" y="4327905"/>
            <a:ext cx="4726305" cy="420243"/>
            <a:chOff x="2514854" y="4327905"/>
            <a:chExt cx="4726305" cy="420243"/>
          </a:xfrm>
        </p:grpSpPr>
        <p:sp>
          <p:nvSpPr>
            <p:cNvPr id="803" name="Google Shape;803;p38"/>
            <p:cNvSpPr/>
            <p:nvPr/>
          </p:nvSpPr>
          <p:spPr>
            <a:xfrm>
              <a:off x="2514854" y="4327905"/>
              <a:ext cx="2306320" cy="223520"/>
            </a:xfrm>
            <a:custGeom>
              <a:rect b="b" l="l" r="r" t="t"/>
              <a:pathLst>
                <a:path extrusionOk="0" h="223520" w="2306320">
                  <a:moveTo>
                    <a:pt x="852424" y="6731"/>
                  </a:moveTo>
                  <a:lnTo>
                    <a:pt x="850138" y="0"/>
                  </a:lnTo>
                  <a:lnTo>
                    <a:pt x="838123" y="4318"/>
                  </a:lnTo>
                  <a:lnTo>
                    <a:pt x="827620" y="10579"/>
                  </a:lnTo>
                  <a:lnTo>
                    <a:pt x="800836" y="53530"/>
                  </a:lnTo>
                  <a:lnTo>
                    <a:pt x="797433" y="82677"/>
                  </a:lnTo>
                  <a:lnTo>
                    <a:pt x="798283" y="97828"/>
                  </a:lnTo>
                  <a:lnTo>
                    <a:pt x="811022" y="136271"/>
                  </a:lnTo>
                  <a:lnTo>
                    <a:pt x="850138" y="165227"/>
                  </a:lnTo>
                  <a:lnTo>
                    <a:pt x="852170" y="158496"/>
                  </a:lnTo>
                  <a:lnTo>
                    <a:pt x="842784" y="154343"/>
                  </a:lnTo>
                  <a:lnTo>
                    <a:pt x="834669" y="148513"/>
                  </a:lnTo>
                  <a:lnTo>
                    <a:pt x="814959" y="109588"/>
                  </a:lnTo>
                  <a:lnTo>
                    <a:pt x="812546" y="81788"/>
                  </a:lnTo>
                  <a:lnTo>
                    <a:pt x="813142" y="67665"/>
                  </a:lnTo>
                  <a:lnTo>
                    <a:pt x="827849" y="23977"/>
                  </a:lnTo>
                  <a:lnTo>
                    <a:pt x="842899" y="10883"/>
                  </a:lnTo>
                  <a:lnTo>
                    <a:pt x="852424" y="6731"/>
                  </a:lnTo>
                  <a:close/>
                </a:path>
                <a:path extrusionOk="0" h="223520" w="2306320">
                  <a:moveTo>
                    <a:pt x="1231773" y="82677"/>
                  </a:moveTo>
                  <a:lnTo>
                    <a:pt x="1224102" y="40678"/>
                  </a:lnTo>
                  <a:lnTo>
                    <a:pt x="1191069" y="4318"/>
                  </a:lnTo>
                  <a:lnTo>
                    <a:pt x="1179068" y="0"/>
                  </a:lnTo>
                  <a:lnTo>
                    <a:pt x="1176782" y="6731"/>
                  </a:lnTo>
                  <a:lnTo>
                    <a:pt x="1186307" y="10883"/>
                  </a:lnTo>
                  <a:lnTo>
                    <a:pt x="1194511" y="16624"/>
                  </a:lnTo>
                  <a:lnTo>
                    <a:pt x="1214259" y="54825"/>
                  </a:lnTo>
                  <a:lnTo>
                    <a:pt x="1216660" y="81788"/>
                  </a:lnTo>
                  <a:lnTo>
                    <a:pt x="1216050" y="96367"/>
                  </a:lnTo>
                  <a:lnTo>
                    <a:pt x="1201356" y="141058"/>
                  </a:lnTo>
                  <a:lnTo>
                    <a:pt x="1177036" y="158496"/>
                  </a:lnTo>
                  <a:lnTo>
                    <a:pt x="1179068" y="165227"/>
                  </a:lnTo>
                  <a:lnTo>
                    <a:pt x="1218184" y="136271"/>
                  </a:lnTo>
                  <a:lnTo>
                    <a:pt x="1230909" y="97828"/>
                  </a:lnTo>
                  <a:lnTo>
                    <a:pt x="1231773" y="82677"/>
                  </a:lnTo>
                  <a:close/>
                </a:path>
                <a:path extrusionOk="0" h="223520" w="2306320">
                  <a:moveTo>
                    <a:pt x="2305812" y="211201"/>
                  </a:moveTo>
                  <a:lnTo>
                    <a:pt x="0" y="211201"/>
                  </a:lnTo>
                  <a:lnTo>
                    <a:pt x="0" y="223393"/>
                  </a:lnTo>
                  <a:lnTo>
                    <a:pt x="2305812" y="223393"/>
                  </a:lnTo>
                  <a:lnTo>
                    <a:pt x="2305812" y="211201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38"/>
            <p:cNvSpPr/>
            <p:nvPr/>
          </p:nvSpPr>
          <p:spPr>
            <a:xfrm>
              <a:off x="3891407" y="4327905"/>
              <a:ext cx="245363" cy="16522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38"/>
            <p:cNvSpPr/>
            <p:nvPr/>
          </p:nvSpPr>
          <p:spPr>
            <a:xfrm>
              <a:off x="2644775" y="4582413"/>
              <a:ext cx="434340" cy="165735"/>
            </a:xfrm>
            <a:custGeom>
              <a:rect b="b" l="l" r="r" t="t"/>
              <a:pathLst>
                <a:path extrusionOk="0" h="165735" w="434339">
                  <a:moveTo>
                    <a:pt x="381635" y="0"/>
                  </a:moveTo>
                  <a:lnTo>
                    <a:pt x="379349" y="6731"/>
                  </a:lnTo>
                  <a:lnTo>
                    <a:pt x="388875" y="10872"/>
                  </a:lnTo>
                  <a:lnTo>
                    <a:pt x="397081" y="16621"/>
                  </a:lnTo>
                  <a:lnTo>
                    <a:pt x="416829" y="54816"/>
                  </a:lnTo>
                  <a:lnTo>
                    <a:pt x="419226" y="81787"/>
                  </a:lnTo>
                  <a:lnTo>
                    <a:pt x="418627" y="96359"/>
                  </a:lnTo>
                  <a:lnTo>
                    <a:pt x="403927" y="141047"/>
                  </a:lnTo>
                  <a:lnTo>
                    <a:pt x="379602" y="158496"/>
                  </a:lnTo>
                  <a:lnTo>
                    <a:pt x="381635" y="165227"/>
                  </a:lnTo>
                  <a:lnTo>
                    <a:pt x="420750" y="136271"/>
                  </a:lnTo>
                  <a:lnTo>
                    <a:pt x="433484" y="97819"/>
                  </a:lnTo>
                  <a:lnTo>
                    <a:pt x="434339" y="82677"/>
                  </a:lnTo>
                  <a:lnTo>
                    <a:pt x="433484" y="67532"/>
                  </a:lnTo>
                  <a:lnTo>
                    <a:pt x="420750" y="28956"/>
                  </a:lnTo>
                  <a:lnTo>
                    <a:pt x="393640" y="4310"/>
                  </a:lnTo>
                  <a:lnTo>
                    <a:pt x="381635" y="0"/>
                  </a:lnTo>
                  <a:close/>
                </a:path>
                <a:path extrusionOk="0" h="165735" w="434339">
                  <a:moveTo>
                    <a:pt x="52705" y="0"/>
                  </a:moveTo>
                  <a:lnTo>
                    <a:pt x="13588" y="28956"/>
                  </a:lnTo>
                  <a:lnTo>
                    <a:pt x="855" y="67532"/>
                  </a:lnTo>
                  <a:lnTo>
                    <a:pt x="0" y="82677"/>
                  </a:lnTo>
                  <a:lnTo>
                    <a:pt x="855" y="97819"/>
                  </a:lnTo>
                  <a:lnTo>
                    <a:pt x="13588" y="136271"/>
                  </a:lnTo>
                  <a:lnTo>
                    <a:pt x="52705" y="165227"/>
                  </a:lnTo>
                  <a:lnTo>
                    <a:pt x="54737" y="158496"/>
                  </a:lnTo>
                  <a:lnTo>
                    <a:pt x="45358" y="154330"/>
                  </a:lnTo>
                  <a:lnTo>
                    <a:pt x="37242" y="148510"/>
                  </a:lnTo>
                  <a:lnTo>
                    <a:pt x="17525" y="109585"/>
                  </a:lnTo>
                  <a:lnTo>
                    <a:pt x="15112" y="81787"/>
                  </a:lnTo>
                  <a:lnTo>
                    <a:pt x="15712" y="67665"/>
                  </a:lnTo>
                  <a:lnTo>
                    <a:pt x="30416" y="23965"/>
                  </a:lnTo>
                  <a:lnTo>
                    <a:pt x="54991" y="6731"/>
                  </a:lnTo>
                  <a:lnTo>
                    <a:pt x="52705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38"/>
            <p:cNvSpPr/>
            <p:nvPr/>
          </p:nvSpPr>
          <p:spPr>
            <a:xfrm>
              <a:off x="3223895" y="4582413"/>
              <a:ext cx="245364" cy="16522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38"/>
            <p:cNvSpPr/>
            <p:nvPr/>
          </p:nvSpPr>
          <p:spPr>
            <a:xfrm>
              <a:off x="3827399" y="4539106"/>
              <a:ext cx="3413760" cy="208915"/>
            </a:xfrm>
            <a:custGeom>
              <a:rect b="b" l="l" r="r" t="t"/>
              <a:pathLst>
                <a:path extrusionOk="0" h="208914" w="3413759">
                  <a:moveTo>
                    <a:pt x="54991" y="50038"/>
                  </a:moveTo>
                  <a:lnTo>
                    <a:pt x="52705" y="43307"/>
                  </a:lnTo>
                  <a:lnTo>
                    <a:pt x="40690" y="47625"/>
                  </a:lnTo>
                  <a:lnTo>
                    <a:pt x="30187" y="53886"/>
                  </a:lnTo>
                  <a:lnTo>
                    <a:pt x="3403" y="96850"/>
                  </a:lnTo>
                  <a:lnTo>
                    <a:pt x="0" y="125984"/>
                  </a:lnTo>
                  <a:lnTo>
                    <a:pt x="850" y="141135"/>
                  </a:lnTo>
                  <a:lnTo>
                    <a:pt x="13589" y="179578"/>
                  </a:lnTo>
                  <a:lnTo>
                    <a:pt x="52705" y="208534"/>
                  </a:lnTo>
                  <a:lnTo>
                    <a:pt x="54737" y="201803"/>
                  </a:lnTo>
                  <a:lnTo>
                    <a:pt x="45351" y="197650"/>
                  </a:lnTo>
                  <a:lnTo>
                    <a:pt x="37236" y="191820"/>
                  </a:lnTo>
                  <a:lnTo>
                    <a:pt x="17526" y="152895"/>
                  </a:lnTo>
                  <a:lnTo>
                    <a:pt x="15113" y="125095"/>
                  </a:lnTo>
                  <a:lnTo>
                    <a:pt x="15709" y="110972"/>
                  </a:lnTo>
                  <a:lnTo>
                    <a:pt x="30416" y="67284"/>
                  </a:lnTo>
                  <a:lnTo>
                    <a:pt x="45466" y="54190"/>
                  </a:lnTo>
                  <a:lnTo>
                    <a:pt x="54991" y="50038"/>
                  </a:lnTo>
                  <a:close/>
                </a:path>
                <a:path extrusionOk="0" h="208914" w="3413759">
                  <a:moveTo>
                    <a:pt x="512064" y="125984"/>
                  </a:moveTo>
                  <a:lnTo>
                    <a:pt x="504393" y="83985"/>
                  </a:lnTo>
                  <a:lnTo>
                    <a:pt x="471360" y="47625"/>
                  </a:lnTo>
                  <a:lnTo>
                    <a:pt x="459359" y="43307"/>
                  </a:lnTo>
                  <a:lnTo>
                    <a:pt x="457073" y="50038"/>
                  </a:lnTo>
                  <a:lnTo>
                    <a:pt x="466598" y="54190"/>
                  </a:lnTo>
                  <a:lnTo>
                    <a:pt x="474802" y="59931"/>
                  </a:lnTo>
                  <a:lnTo>
                    <a:pt x="494550" y="98132"/>
                  </a:lnTo>
                  <a:lnTo>
                    <a:pt x="496951" y="125095"/>
                  </a:lnTo>
                  <a:lnTo>
                    <a:pt x="496341" y="139674"/>
                  </a:lnTo>
                  <a:lnTo>
                    <a:pt x="481647" y="184365"/>
                  </a:lnTo>
                  <a:lnTo>
                    <a:pt x="457327" y="201803"/>
                  </a:lnTo>
                  <a:lnTo>
                    <a:pt x="459359" y="208534"/>
                  </a:lnTo>
                  <a:lnTo>
                    <a:pt x="498475" y="179578"/>
                  </a:lnTo>
                  <a:lnTo>
                    <a:pt x="511200" y="141135"/>
                  </a:lnTo>
                  <a:lnTo>
                    <a:pt x="512064" y="125984"/>
                  </a:lnTo>
                  <a:close/>
                </a:path>
                <a:path extrusionOk="0" h="208914" w="3413759">
                  <a:moveTo>
                    <a:pt x="710311" y="50038"/>
                  </a:moveTo>
                  <a:lnTo>
                    <a:pt x="708025" y="43307"/>
                  </a:lnTo>
                  <a:lnTo>
                    <a:pt x="696010" y="47625"/>
                  </a:lnTo>
                  <a:lnTo>
                    <a:pt x="685507" y="53886"/>
                  </a:lnTo>
                  <a:lnTo>
                    <a:pt x="658723" y="96850"/>
                  </a:lnTo>
                  <a:lnTo>
                    <a:pt x="655320" y="125984"/>
                  </a:lnTo>
                  <a:lnTo>
                    <a:pt x="656170" y="141135"/>
                  </a:lnTo>
                  <a:lnTo>
                    <a:pt x="668909" y="179578"/>
                  </a:lnTo>
                  <a:lnTo>
                    <a:pt x="708025" y="208534"/>
                  </a:lnTo>
                  <a:lnTo>
                    <a:pt x="710057" y="201803"/>
                  </a:lnTo>
                  <a:lnTo>
                    <a:pt x="700671" y="197650"/>
                  </a:lnTo>
                  <a:lnTo>
                    <a:pt x="692556" y="191820"/>
                  </a:lnTo>
                  <a:lnTo>
                    <a:pt x="672846" y="152895"/>
                  </a:lnTo>
                  <a:lnTo>
                    <a:pt x="670433" y="125095"/>
                  </a:lnTo>
                  <a:lnTo>
                    <a:pt x="671029" y="110972"/>
                  </a:lnTo>
                  <a:lnTo>
                    <a:pt x="685736" y="67284"/>
                  </a:lnTo>
                  <a:lnTo>
                    <a:pt x="700786" y="54190"/>
                  </a:lnTo>
                  <a:lnTo>
                    <a:pt x="710311" y="50038"/>
                  </a:lnTo>
                  <a:close/>
                </a:path>
                <a:path extrusionOk="0" h="208914" w="3413759">
                  <a:moveTo>
                    <a:pt x="978408" y="125984"/>
                  </a:moveTo>
                  <a:lnTo>
                    <a:pt x="970737" y="83985"/>
                  </a:lnTo>
                  <a:lnTo>
                    <a:pt x="937704" y="47625"/>
                  </a:lnTo>
                  <a:lnTo>
                    <a:pt x="925703" y="43307"/>
                  </a:lnTo>
                  <a:lnTo>
                    <a:pt x="923417" y="50038"/>
                  </a:lnTo>
                  <a:lnTo>
                    <a:pt x="932942" y="54190"/>
                  </a:lnTo>
                  <a:lnTo>
                    <a:pt x="941146" y="59931"/>
                  </a:lnTo>
                  <a:lnTo>
                    <a:pt x="960894" y="98132"/>
                  </a:lnTo>
                  <a:lnTo>
                    <a:pt x="963295" y="125095"/>
                  </a:lnTo>
                  <a:lnTo>
                    <a:pt x="962685" y="139674"/>
                  </a:lnTo>
                  <a:lnTo>
                    <a:pt x="947991" y="184365"/>
                  </a:lnTo>
                  <a:lnTo>
                    <a:pt x="923671" y="201803"/>
                  </a:lnTo>
                  <a:lnTo>
                    <a:pt x="925703" y="208534"/>
                  </a:lnTo>
                  <a:lnTo>
                    <a:pt x="964819" y="179578"/>
                  </a:lnTo>
                  <a:lnTo>
                    <a:pt x="977544" y="141135"/>
                  </a:lnTo>
                  <a:lnTo>
                    <a:pt x="978408" y="125984"/>
                  </a:lnTo>
                  <a:close/>
                </a:path>
                <a:path extrusionOk="0" h="208914" w="3413759">
                  <a:moveTo>
                    <a:pt x="3413379" y="0"/>
                  </a:moveTo>
                  <a:lnTo>
                    <a:pt x="1224915" y="0"/>
                  </a:lnTo>
                  <a:lnTo>
                    <a:pt x="1224915" y="12192"/>
                  </a:lnTo>
                  <a:lnTo>
                    <a:pt x="3413379" y="12192"/>
                  </a:lnTo>
                  <a:lnTo>
                    <a:pt x="3413379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08" name="Google Shape;808;p38"/>
          <p:cNvSpPr txBox="1"/>
          <p:nvPr/>
        </p:nvSpPr>
        <p:spPr>
          <a:xfrm>
            <a:off x="2295779" y="4229575"/>
            <a:ext cx="5615940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0" marR="3435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+|𝐷 𝑃 𝐷	0.99 × 0.001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baseline="30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+|𝐷 𝑃 𝐷  + 𝑃 +|𝐷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 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𝐷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𝑐	</a:t>
            </a:r>
            <a:r>
              <a:rPr baseline="30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0.99 × 0.001 + 0.05 × 0.999 </a:t>
            </a:r>
            <a:r>
              <a:rPr baseline="30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≅ 𝟎. 𝟎𝟐</a:t>
            </a:r>
            <a:endParaRPr baseline="30000"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9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4" name="Google Shape;814;p39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5" name="Google Shape;815;p39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6" name="Google Shape;816;p3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7" name="Google Shape;817;p3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8" name="Google Shape;818;p39"/>
          <p:cNvSpPr/>
          <p:nvPr/>
        </p:nvSpPr>
        <p:spPr>
          <a:xfrm>
            <a:off x="1019555" y="3220199"/>
            <a:ext cx="5141214" cy="4076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9" name="Google Shape;819;p39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0" name="Google Shape;820;p39"/>
          <p:cNvSpPr/>
          <p:nvPr/>
        </p:nvSpPr>
        <p:spPr>
          <a:xfrm>
            <a:off x="1050036" y="3956303"/>
            <a:ext cx="2757678" cy="144551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0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6" name="Google Shape;826;p4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7" name="Google Shape;827;p4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8" name="Google Shape;828;p40"/>
          <p:cNvSpPr txBox="1"/>
          <p:nvPr/>
        </p:nvSpPr>
        <p:spPr>
          <a:xfrm>
            <a:off x="437489" y="431419"/>
            <a:ext cx="2158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1.3. Random Variable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9" name="Google Shape;829;p40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0" name="Google Shape;830;p40"/>
          <p:cNvSpPr/>
          <p:nvPr/>
        </p:nvSpPr>
        <p:spPr>
          <a:xfrm>
            <a:off x="473963" y="1443164"/>
            <a:ext cx="2273046" cy="2339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1" name="Google Shape;831;p40"/>
          <p:cNvSpPr/>
          <p:nvPr/>
        </p:nvSpPr>
        <p:spPr>
          <a:xfrm>
            <a:off x="847344" y="2269235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2" name="Google Shape;832;p40"/>
          <p:cNvSpPr txBox="1"/>
          <p:nvPr/>
        </p:nvSpPr>
        <p:spPr>
          <a:xfrm>
            <a:off x="913891" y="2269312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3" name="Google Shape;833;p40"/>
          <p:cNvSpPr/>
          <p:nvPr/>
        </p:nvSpPr>
        <p:spPr>
          <a:xfrm>
            <a:off x="1229867" y="2313432"/>
            <a:ext cx="4685537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4" name="Google Shape;834;p40"/>
          <p:cNvSpPr/>
          <p:nvPr/>
        </p:nvSpPr>
        <p:spPr>
          <a:xfrm>
            <a:off x="676655" y="3179064"/>
            <a:ext cx="4395978" cy="16230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5" name="Google Shape;835;p40"/>
          <p:cNvSpPr/>
          <p:nvPr/>
        </p:nvSpPr>
        <p:spPr>
          <a:xfrm>
            <a:off x="847344" y="3529584"/>
            <a:ext cx="289560" cy="224154"/>
          </a:xfrm>
          <a:custGeom>
            <a:rect b="b" l="l" r="r" t="t"/>
            <a:pathLst>
              <a:path extrusionOk="0" h="224154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6" name="Google Shape;836;p40"/>
          <p:cNvSpPr/>
          <p:nvPr/>
        </p:nvSpPr>
        <p:spPr>
          <a:xfrm>
            <a:off x="1243583" y="3572255"/>
            <a:ext cx="4645914" cy="16230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7" name="Google Shape;837;p40"/>
          <p:cNvSpPr/>
          <p:nvPr/>
        </p:nvSpPr>
        <p:spPr>
          <a:xfrm>
            <a:off x="847344" y="3857244"/>
            <a:ext cx="289560" cy="224154"/>
          </a:xfrm>
          <a:custGeom>
            <a:rect b="b" l="l" r="r" t="t"/>
            <a:pathLst>
              <a:path extrusionOk="0" h="224154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8" name="Google Shape;838;p40"/>
          <p:cNvSpPr txBox="1"/>
          <p:nvPr/>
        </p:nvSpPr>
        <p:spPr>
          <a:xfrm>
            <a:off x="913891" y="3530346"/>
            <a:ext cx="157480" cy="55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9" name="Google Shape;839;p40"/>
          <p:cNvSpPr/>
          <p:nvPr/>
        </p:nvSpPr>
        <p:spPr>
          <a:xfrm>
            <a:off x="1228344" y="3899915"/>
            <a:ext cx="5029961" cy="162306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0" name="Google Shape;840;p40"/>
          <p:cNvSpPr/>
          <p:nvPr/>
        </p:nvSpPr>
        <p:spPr>
          <a:xfrm>
            <a:off x="678180" y="4308347"/>
            <a:ext cx="4731258" cy="162306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1" name="Google Shape;841;p40"/>
          <p:cNvSpPr/>
          <p:nvPr/>
        </p:nvSpPr>
        <p:spPr>
          <a:xfrm>
            <a:off x="847344" y="4658867"/>
            <a:ext cx="289560" cy="222885"/>
          </a:xfrm>
          <a:custGeom>
            <a:rect b="b" l="l" r="r" t="t"/>
            <a:pathLst>
              <a:path extrusionOk="0" h="222885" w="289559">
                <a:moveTo>
                  <a:pt x="252475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3"/>
                </a:lnTo>
                <a:lnTo>
                  <a:pt x="0" y="185419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2475" y="222503"/>
                </a:lnTo>
                <a:lnTo>
                  <a:pt x="266912" y="219584"/>
                </a:lnTo>
                <a:lnTo>
                  <a:pt x="278699" y="211629"/>
                </a:lnTo>
                <a:lnTo>
                  <a:pt x="286646" y="199840"/>
                </a:lnTo>
                <a:lnTo>
                  <a:pt x="289559" y="185419"/>
                </a:lnTo>
                <a:lnTo>
                  <a:pt x="289559" y="37083"/>
                </a:lnTo>
                <a:lnTo>
                  <a:pt x="286646" y="22663"/>
                </a:lnTo>
                <a:lnTo>
                  <a:pt x="278699" y="10874"/>
                </a:lnTo>
                <a:lnTo>
                  <a:pt x="266912" y="2919"/>
                </a:lnTo>
                <a:lnTo>
                  <a:pt x="25247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2" name="Google Shape;842;p40"/>
          <p:cNvSpPr/>
          <p:nvPr/>
        </p:nvSpPr>
        <p:spPr>
          <a:xfrm>
            <a:off x="1228344" y="4703064"/>
            <a:ext cx="2841498" cy="162306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3" name="Google Shape;843;p40"/>
          <p:cNvSpPr/>
          <p:nvPr/>
        </p:nvSpPr>
        <p:spPr>
          <a:xfrm>
            <a:off x="847344" y="4986528"/>
            <a:ext cx="289560" cy="222885"/>
          </a:xfrm>
          <a:custGeom>
            <a:rect b="b" l="l" r="r" t="t"/>
            <a:pathLst>
              <a:path extrusionOk="0" h="222885" w="289559">
                <a:moveTo>
                  <a:pt x="252475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20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4"/>
                </a:lnTo>
                <a:lnTo>
                  <a:pt x="252475" y="222504"/>
                </a:lnTo>
                <a:lnTo>
                  <a:pt x="266912" y="219584"/>
                </a:lnTo>
                <a:lnTo>
                  <a:pt x="278699" y="211629"/>
                </a:lnTo>
                <a:lnTo>
                  <a:pt x="286646" y="199840"/>
                </a:lnTo>
                <a:lnTo>
                  <a:pt x="289559" y="185420"/>
                </a:lnTo>
                <a:lnTo>
                  <a:pt x="289559" y="37084"/>
                </a:lnTo>
                <a:lnTo>
                  <a:pt x="286646" y="22663"/>
                </a:lnTo>
                <a:lnTo>
                  <a:pt x="278699" y="10874"/>
                </a:lnTo>
                <a:lnTo>
                  <a:pt x="266912" y="2919"/>
                </a:lnTo>
                <a:lnTo>
                  <a:pt x="25247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4" name="Google Shape;844;p40"/>
          <p:cNvSpPr txBox="1"/>
          <p:nvPr/>
        </p:nvSpPr>
        <p:spPr>
          <a:xfrm>
            <a:off x="913891" y="4659629"/>
            <a:ext cx="157480" cy="55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45" name="Google Shape;845;p40"/>
          <p:cNvSpPr/>
          <p:nvPr/>
        </p:nvSpPr>
        <p:spPr>
          <a:xfrm>
            <a:off x="1228344" y="5030723"/>
            <a:ext cx="2792730" cy="162306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6" name="Google Shape;846;p40"/>
          <p:cNvSpPr/>
          <p:nvPr/>
        </p:nvSpPr>
        <p:spPr>
          <a:xfrm>
            <a:off x="554736" y="1923288"/>
            <a:ext cx="5266182" cy="18973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7" name="Google Shape;847;p40"/>
          <p:cNvSpPr/>
          <p:nvPr/>
        </p:nvSpPr>
        <p:spPr>
          <a:xfrm>
            <a:off x="554736" y="2801111"/>
            <a:ext cx="2472690" cy="189737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1"/>
          <p:cNvSpPr/>
          <p:nvPr/>
        </p:nvSpPr>
        <p:spPr>
          <a:xfrm>
            <a:off x="9384846" y="6524434"/>
            <a:ext cx="60143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3" name="Google Shape;853;p4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4" name="Google Shape;854;p4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5" name="Google Shape;855;p41"/>
          <p:cNvSpPr txBox="1"/>
          <p:nvPr/>
        </p:nvSpPr>
        <p:spPr>
          <a:xfrm>
            <a:off x="437489" y="431419"/>
            <a:ext cx="2158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1.3. Random Variable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6" name="Google Shape;856;p41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7" name="Google Shape;857;p41"/>
          <p:cNvSpPr/>
          <p:nvPr/>
        </p:nvSpPr>
        <p:spPr>
          <a:xfrm>
            <a:off x="883919" y="2465832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60" y="186689"/>
                </a:lnTo>
                <a:lnTo>
                  <a:pt x="289560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8" name="Google Shape;858;p41"/>
          <p:cNvSpPr txBox="1"/>
          <p:nvPr/>
        </p:nvSpPr>
        <p:spPr>
          <a:xfrm>
            <a:off x="950467" y="2467101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59" name="Google Shape;859;p41"/>
          <p:cNvSpPr/>
          <p:nvPr/>
        </p:nvSpPr>
        <p:spPr>
          <a:xfrm>
            <a:off x="1258824" y="2510027"/>
            <a:ext cx="3716274" cy="35890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0" name="Google Shape;860;p41"/>
          <p:cNvSpPr/>
          <p:nvPr/>
        </p:nvSpPr>
        <p:spPr>
          <a:xfrm>
            <a:off x="710183" y="1805939"/>
            <a:ext cx="4804410" cy="45948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1" name="Google Shape;861;p41"/>
          <p:cNvSpPr/>
          <p:nvPr/>
        </p:nvSpPr>
        <p:spPr>
          <a:xfrm>
            <a:off x="710183" y="3462528"/>
            <a:ext cx="4574286" cy="16230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2" name="Google Shape;862;p41"/>
          <p:cNvSpPr/>
          <p:nvPr/>
        </p:nvSpPr>
        <p:spPr>
          <a:xfrm>
            <a:off x="554736" y="1447800"/>
            <a:ext cx="2785110" cy="18973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3" name="Google Shape;863;p41"/>
          <p:cNvSpPr/>
          <p:nvPr/>
        </p:nvSpPr>
        <p:spPr>
          <a:xfrm>
            <a:off x="554736" y="3128772"/>
            <a:ext cx="2687574" cy="197358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2"/>
          <p:cNvSpPr/>
          <p:nvPr/>
        </p:nvSpPr>
        <p:spPr>
          <a:xfrm>
            <a:off x="9358924" y="6524434"/>
            <a:ext cx="83017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9" name="Google Shape;869;p4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0" name="Google Shape;870;p4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1" name="Google Shape;871;p42"/>
          <p:cNvSpPr txBox="1"/>
          <p:nvPr/>
        </p:nvSpPr>
        <p:spPr>
          <a:xfrm>
            <a:off x="437489" y="431419"/>
            <a:ext cx="2158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1.3. Random Variable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2" name="Google Shape;872;p42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3" name="Google Shape;873;p42"/>
          <p:cNvSpPr/>
          <p:nvPr/>
        </p:nvSpPr>
        <p:spPr>
          <a:xfrm>
            <a:off x="554736" y="1449324"/>
            <a:ext cx="2704338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4" name="Google Shape;874;p42"/>
          <p:cNvSpPr/>
          <p:nvPr/>
        </p:nvSpPr>
        <p:spPr>
          <a:xfrm>
            <a:off x="679704" y="1825739"/>
            <a:ext cx="1530858" cy="57075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3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0" name="Google Shape;880;p4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1" name="Google Shape;881;p4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2" name="Google Shape;882;p43"/>
          <p:cNvSpPr txBox="1"/>
          <p:nvPr/>
        </p:nvSpPr>
        <p:spPr>
          <a:xfrm>
            <a:off x="437489" y="431419"/>
            <a:ext cx="2158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1.3. Random Variable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3" name="Google Shape;883;p4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4" name="Google Shape;884;p43"/>
          <p:cNvSpPr/>
          <p:nvPr/>
        </p:nvSpPr>
        <p:spPr>
          <a:xfrm>
            <a:off x="473963" y="1443202"/>
            <a:ext cx="3096006" cy="3010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5" name="Google Shape;885;p43"/>
          <p:cNvSpPr/>
          <p:nvPr/>
        </p:nvSpPr>
        <p:spPr>
          <a:xfrm>
            <a:off x="847344" y="3227832"/>
            <a:ext cx="291465" cy="222885"/>
          </a:xfrm>
          <a:custGeom>
            <a:rect b="b" l="l" r="r" t="t"/>
            <a:pathLst>
              <a:path extrusionOk="0" h="222885" w="291465">
                <a:moveTo>
                  <a:pt x="254000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3"/>
                </a:lnTo>
                <a:lnTo>
                  <a:pt x="0" y="185419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4000" y="222503"/>
                </a:lnTo>
                <a:lnTo>
                  <a:pt x="268436" y="219584"/>
                </a:lnTo>
                <a:lnTo>
                  <a:pt x="280223" y="211629"/>
                </a:lnTo>
                <a:lnTo>
                  <a:pt x="288170" y="199840"/>
                </a:lnTo>
                <a:lnTo>
                  <a:pt x="291084" y="185419"/>
                </a:lnTo>
                <a:lnTo>
                  <a:pt x="291084" y="37083"/>
                </a:lnTo>
                <a:lnTo>
                  <a:pt x="288170" y="22663"/>
                </a:lnTo>
                <a:lnTo>
                  <a:pt x="280223" y="10874"/>
                </a:lnTo>
                <a:lnTo>
                  <a:pt x="268436" y="2919"/>
                </a:lnTo>
                <a:lnTo>
                  <a:pt x="254000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6" name="Google Shape;886;p43"/>
          <p:cNvSpPr txBox="1"/>
          <p:nvPr/>
        </p:nvSpPr>
        <p:spPr>
          <a:xfrm>
            <a:off x="914501" y="3227958"/>
            <a:ext cx="15811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7" name="Google Shape;887;p43"/>
          <p:cNvSpPr/>
          <p:nvPr/>
        </p:nvSpPr>
        <p:spPr>
          <a:xfrm>
            <a:off x="1229867" y="3272028"/>
            <a:ext cx="2867406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8" name="Google Shape;888;p43"/>
          <p:cNvSpPr/>
          <p:nvPr/>
        </p:nvSpPr>
        <p:spPr>
          <a:xfrm>
            <a:off x="682751" y="2321039"/>
            <a:ext cx="2995422" cy="7597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9" name="Google Shape;889;p43"/>
          <p:cNvSpPr/>
          <p:nvPr/>
        </p:nvSpPr>
        <p:spPr>
          <a:xfrm>
            <a:off x="847344" y="4713732"/>
            <a:ext cx="291465" cy="224154"/>
          </a:xfrm>
          <a:custGeom>
            <a:rect b="b" l="l" r="r" t="t"/>
            <a:pathLst>
              <a:path extrusionOk="0" h="224154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8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3746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90"/>
                </a:lnTo>
                <a:lnTo>
                  <a:pt x="291084" y="37338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0" name="Google Shape;890;p43"/>
          <p:cNvSpPr txBox="1"/>
          <p:nvPr/>
        </p:nvSpPr>
        <p:spPr>
          <a:xfrm>
            <a:off x="914501" y="4715002"/>
            <a:ext cx="15811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91" name="Google Shape;891;p43"/>
          <p:cNvSpPr/>
          <p:nvPr/>
        </p:nvSpPr>
        <p:spPr>
          <a:xfrm>
            <a:off x="1229867" y="4757928"/>
            <a:ext cx="2690622" cy="16230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2" name="Google Shape;892;p43"/>
          <p:cNvSpPr/>
          <p:nvPr/>
        </p:nvSpPr>
        <p:spPr>
          <a:xfrm>
            <a:off x="682751" y="4110215"/>
            <a:ext cx="2692146" cy="46102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3" name="Google Shape;893;p43"/>
          <p:cNvSpPr/>
          <p:nvPr/>
        </p:nvSpPr>
        <p:spPr>
          <a:xfrm>
            <a:off x="554736" y="1923288"/>
            <a:ext cx="698754" cy="18973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4" name="Google Shape;894;p43"/>
          <p:cNvSpPr/>
          <p:nvPr/>
        </p:nvSpPr>
        <p:spPr>
          <a:xfrm>
            <a:off x="524289" y="3724711"/>
            <a:ext cx="520412" cy="18511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4"/>
          <p:cNvSpPr/>
          <p:nvPr/>
        </p:nvSpPr>
        <p:spPr>
          <a:xfrm>
            <a:off x="9363656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0" name="Google Shape;900;p4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1" name="Google Shape;901;p4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2" name="Google Shape;902;p44"/>
          <p:cNvSpPr txBox="1"/>
          <p:nvPr/>
        </p:nvSpPr>
        <p:spPr>
          <a:xfrm>
            <a:off x="437489" y="431419"/>
            <a:ext cx="2158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1.3. Random Variable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3" name="Google Shape;903;p44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4" name="Google Shape;904;p44"/>
          <p:cNvSpPr/>
          <p:nvPr/>
        </p:nvSpPr>
        <p:spPr>
          <a:xfrm>
            <a:off x="682751" y="1805927"/>
            <a:ext cx="3656838" cy="46102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5" name="Google Shape;905;p44"/>
          <p:cNvSpPr/>
          <p:nvPr/>
        </p:nvSpPr>
        <p:spPr>
          <a:xfrm>
            <a:off x="554736" y="1449324"/>
            <a:ext cx="5878830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5"/>
          <p:cNvSpPr/>
          <p:nvPr/>
        </p:nvSpPr>
        <p:spPr>
          <a:xfrm>
            <a:off x="9357479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1" name="Google Shape;911;p4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2" name="Google Shape;912;p4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3" name="Google Shape;913;p45"/>
          <p:cNvSpPr txBox="1"/>
          <p:nvPr/>
        </p:nvSpPr>
        <p:spPr>
          <a:xfrm>
            <a:off x="437489" y="431419"/>
            <a:ext cx="2158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1.3. Random Variable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4" name="Google Shape;914;p45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5" name="Google Shape;915;p45"/>
          <p:cNvSpPr/>
          <p:nvPr/>
        </p:nvSpPr>
        <p:spPr>
          <a:xfrm>
            <a:off x="473963" y="1443202"/>
            <a:ext cx="2266950" cy="3010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6" name="Google Shape;916;p45"/>
          <p:cNvSpPr/>
          <p:nvPr/>
        </p:nvSpPr>
        <p:spPr>
          <a:xfrm>
            <a:off x="682751" y="2319527"/>
            <a:ext cx="3510534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7" name="Google Shape;917;p45"/>
          <p:cNvSpPr/>
          <p:nvPr/>
        </p:nvSpPr>
        <p:spPr>
          <a:xfrm>
            <a:off x="847344" y="2688335"/>
            <a:ext cx="3621785" cy="16840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8" name="Google Shape;918;p45"/>
          <p:cNvSpPr/>
          <p:nvPr/>
        </p:nvSpPr>
        <p:spPr>
          <a:xfrm>
            <a:off x="554736" y="1923288"/>
            <a:ext cx="2020062" cy="18973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9" name="Google Shape;919;p45"/>
          <p:cNvSpPr txBox="1"/>
          <p:nvPr/>
        </p:nvSpPr>
        <p:spPr>
          <a:xfrm>
            <a:off x="3776471" y="3069335"/>
            <a:ext cx="2350135" cy="79248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177150">
            <a:spAutoFit/>
          </a:bodyPr>
          <a:lstStyle/>
          <a:p>
            <a:pPr indent="0" lvl="0" marL="1790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𝜇 = 𝐸[𝑋] = ෍ 𝑥 𝑃(𝑥)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4025" marR="0" rtl="0" algn="ctr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𝑎𝑙𝑙  𝑥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0" name="Google Shape;920;p45"/>
          <p:cNvGrpSpPr/>
          <p:nvPr/>
        </p:nvGrpSpPr>
        <p:grpSpPr>
          <a:xfrm>
            <a:off x="3764279" y="4568952"/>
            <a:ext cx="2407920" cy="840105"/>
            <a:chOff x="3764279" y="4568952"/>
            <a:chExt cx="2407920" cy="840105"/>
          </a:xfrm>
        </p:grpSpPr>
        <p:sp>
          <p:nvSpPr>
            <p:cNvPr id="921" name="Google Shape;921;p45"/>
            <p:cNvSpPr/>
            <p:nvPr/>
          </p:nvSpPr>
          <p:spPr>
            <a:xfrm>
              <a:off x="3764279" y="4568952"/>
              <a:ext cx="2407920" cy="840105"/>
            </a:xfrm>
            <a:custGeom>
              <a:rect b="b" l="l" r="r" t="t"/>
              <a:pathLst>
                <a:path extrusionOk="0" h="840104" w="2407920">
                  <a:moveTo>
                    <a:pt x="2407920" y="0"/>
                  </a:moveTo>
                  <a:lnTo>
                    <a:pt x="0" y="0"/>
                  </a:lnTo>
                  <a:lnTo>
                    <a:pt x="0" y="839724"/>
                  </a:lnTo>
                  <a:lnTo>
                    <a:pt x="2407920" y="839724"/>
                  </a:lnTo>
                  <a:lnTo>
                    <a:pt x="240792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45"/>
            <p:cNvSpPr/>
            <p:nvPr/>
          </p:nvSpPr>
          <p:spPr>
            <a:xfrm>
              <a:off x="5496305" y="4824222"/>
              <a:ext cx="246634" cy="187705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23" name="Google Shape;923;p45"/>
          <p:cNvSpPr txBox="1"/>
          <p:nvPr/>
        </p:nvSpPr>
        <p:spPr>
          <a:xfrm>
            <a:off x="3764279" y="4568952"/>
            <a:ext cx="2407920" cy="840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8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𝜇 = 𝐸[𝑋] = න 𝑥 𝑓 𝑥 𝑑𝑥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45"/>
          <p:cNvSpPr/>
          <p:nvPr/>
        </p:nvSpPr>
        <p:spPr>
          <a:xfrm>
            <a:off x="848867" y="4224528"/>
            <a:ext cx="3490722" cy="16992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6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0" name="Google Shape;930;p4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1" name="Google Shape;931;p4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2" name="Google Shape;932;p46"/>
          <p:cNvSpPr txBox="1"/>
          <p:nvPr/>
        </p:nvSpPr>
        <p:spPr>
          <a:xfrm>
            <a:off x="437489" y="431419"/>
            <a:ext cx="2158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1.3. Random Variable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3" name="Google Shape;933;p46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4" name="Google Shape;934;p46"/>
          <p:cNvSpPr/>
          <p:nvPr/>
        </p:nvSpPr>
        <p:spPr>
          <a:xfrm>
            <a:off x="678180" y="3294888"/>
            <a:ext cx="1564386" cy="13487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5" name="Google Shape;935;p46"/>
          <p:cNvSpPr/>
          <p:nvPr/>
        </p:nvSpPr>
        <p:spPr>
          <a:xfrm>
            <a:off x="554736" y="1449324"/>
            <a:ext cx="202006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6" name="Google Shape;936;p46"/>
          <p:cNvSpPr/>
          <p:nvPr/>
        </p:nvSpPr>
        <p:spPr>
          <a:xfrm>
            <a:off x="702563" y="1808975"/>
            <a:ext cx="2414778" cy="124588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7"/>
          <p:cNvSpPr/>
          <p:nvPr/>
        </p:nvSpPr>
        <p:spPr>
          <a:xfrm>
            <a:off x="9368067" y="6524434"/>
            <a:ext cx="83017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2" name="Google Shape;942;p4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3" name="Google Shape;943;p4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4" name="Google Shape;944;p47"/>
          <p:cNvSpPr txBox="1"/>
          <p:nvPr>
            <p:ph type="title"/>
          </p:nvPr>
        </p:nvSpPr>
        <p:spPr>
          <a:xfrm>
            <a:off x="437489" y="431419"/>
            <a:ext cx="2158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1.3. Random Variable</a:t>
            </a:r>
            <a:endParaRPr/>
          </a:p>
        </p:txBody>
      </p:sp>
      <p:sp>
        <p:nvSpPr>
          <p:cNvPr id="945" name="Google Shape;945;p47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6" name="Google Shape;946;p47"/>
          <p:cNvSpPr/>
          <p:nvPr/>
        </p:nvSpPr>
        <p:spPr>
          <a:xfrm>
            <a:off x="473963" y="1443202"/>
            <a:ext cx="2664714" cy="3010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7" name="Google Shape;947;p47"/>
          <p:cNvSpPr/>
          <p:nvPr/>
        </p:nvSpPr>
        <p:spPr>
          <a:xfrm>
            <a:off x="676655" y="2319527"/>
            <a:ext cx="3621786" cy="16840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8" name="Google Shape;948;p47"/>
          <p:cNvSpPr/>
          <p:nvPr/>
        </p:nvSpPr>
        <p:spPr>
          <a:xfrm>
            <a:off x="554736" y="1921764"/>
            <a:ext cx="3220974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9" name="Google Shape;949;p47"/>
          <p:cNvSpPr/>
          <p:nvPr/>
        </p:nvSpPr>
        <p:spPr>
          <a:xfrm>
            <a:off x="678180" y="5323332"/>
            <a:ext cx="2803397" cy="52503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950" name="Google Shape;950;p47"/>
          <p:cNvGrpSpPr/>
          <p:nvPr/>
        </p:nvGrpSpPr>
        <p:grpSpPr>
          <a:xfrm>
            <a:off x="3302508" y="2636520"/>
            <a:ext cx="3286125" cy="792480"/>
            <a:chOff x="3302508" y="2636520"/>
            <a:chExt cx="3286125" cy="792480"/>
          </a:xfrm>
        </p:grpSpPr>
        <p:sp>
          <p:nvSpPr>
            <p:cNvPr id="951" name="Google Shape;951;p47"/>
            <p:cNvSpPr/>
            <p:nvPr/>
          </p:nvSpPr>
          <p:spPr>
            <a:xfrm>
              <a:off x="3302508" y="2636520"/>
              <a:ext cx="3286125" cy="792480"/>
            </a:xfrm>
            <a:custGeom>
              <a:rect b="b" l="l" r="r" t="t"/>
              <a:pathLst>
                <a:path extrusionOk="0" h="792479" w="3286125">
                  <a:moveTo>
                    <a:pt x="3285743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3285743" y="792479"/>
                  </a:lnTo>
                  <a:lnTo>
                    <a:pt x="328574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5223129" y="2866263"/>
              <a:ext cx="606425" cy="187960"/>
            </a:xfrm>
            <a:custGeom>
              <a:rect b="b" l="l" r="r" t="t"/>
              <a:pathLst>
                <a:path extrusionOk="0" h="187960" w="606425">
                  <a:moveTo>
                    <a:pt x="546354" y="0"/>
                  </a:moveTo>
                  <a:lnTo>
                    <a:pt x="543687" y="7620"/>
                  </a:lnTo>
                  <a:lnTo>
                    <a:pt x="554565" y="12334"/>
                  </a:lnTo>
                  <a:lnTo>
                    <a:pt x="563943" y="18859"/>
                  </a:lnTo>
                  <a:lnTo>
                    <a:pt x="586390" y="62293"/>
                  </a:lnTo>
                  <a:lnTo>
                    <a:pt x="589153" y="92963"/>
                  </a:lnTo>
                  <a:lnTo>
                    <a:pt x="588460" y="109464"/>
                  </a:lnTo>
                  <a:lnTo>
                    <a:pt x="577976" y="149987"/>
                  </a:lnTo>
                  <a:lnTo>
                    <a:pt x="544068" y="180086"/>
                  </a:lnTo>
                  <a:lnTo>
                    <a:pt x="546354" y="187706"/>
                  </a:lnTo>
                  <a:lnTo>
                    <a:pt x="582251" y="166417"/>
                  </a:lnTo>
                  <a:lnTo>
                    <a:pt x="602408" y="127063"/>
                  </a:lnTo>
                  <a:lnTo>
                    <a:pt x="606298" y="93852"/>
                  </a:lnTo>
                  <a:lnTo>
                    <a:pt x="605323" y="76684"/>
                  </a:lnTo>
                  <a:lnTo>
                    <a:pt x="590804" y="32892"/>
                  </a:lnTo>
                  <a:lnTo>
                    <a:pt x="559996" y="4907"/>
                  </a:lnTo>
                  <a:lnTo>
                    <a:pt x="546354" y="0"/>
                  </a:lnTo>
                  <a:close/>
                </a:path>
                <a:path extrusionOk="0" h="187960" w="606425">
                  <a:moveTo>
                    <a:pt x="59817" y="0"/>
                  </a:moveTo>
                  <a:lnTo>
                    <a:pt x="24062" y="21341"/>
                  </a:lnTo>
                  <a:lnTo>
                    <a:pt x="3889" y="60801"/>
                  </a:lnTo>
                  <a:lnTo>
                    <a:pt x="0" y="93852"/>
                  </a:lnTo>
                  <a:lnTo>
                    <a:pt x="956" y="111113"/>
                  </a:lnTo>
                  <a:lnTo>
                    <a:pt x="15494" y="154939"/>
                  </a:lnTo>
                  <a:lnTo>
                    <a:pt x="46194" y="182800"/>
                  </a:lnTo>
                  <a:lnTo>
                    <a:pt x="59817" y="187706"/>
                  </a:lnTo>
                  <a:lnTo>
                    <a:pt x="62230" y="180086"/>
                  </a:lnTo>
                  <a:lnTo>
                    <a:pt x="51536" y="175347"/>
                  </a:lnTo>
                  <a:lnTo>
                    <a:pt x="42306" y="168751"/>
                  </a:lnTo>
                  <a:lnTo>
                    <a:pt x="19907" y="124475"/>
                  </a:lnTo>
                  <a:lnTo>
                    <a:pt x="17145" y="92963"/>
                  </a:lnTo>
                  <a:lnTo>
                    <a:pt x="17835" y="76914"/>
                  </a:lnTo>
                  <a:lnTo>
                    <a:pt x="28194" y="37337"/>
                  </a:lnTo>
                  <a:lnTo>
                    <a:pt x="62484" y="7620"/>
                  </a:lnTo>
                  <a:lnTo>
                    <a:pt x="59817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3" name="Google Shape;953;p47"/>
          <p:cNvSpPr txBox="1"/>
          <p:nvPr/>
        </p:nvSpPr>
        <p:spPr>
          <a:xfrm>
            <a:off x="3302508" y="2636520"/>
            <a:ext cx="3286125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800">
            <a:spAutoFit/>
          </a:bodyPr>
          <a:lstStyle/>
          <a:p>
            <a:pPr indent="0" lvl="0" marL="174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𝑉𝑎𝑟(𝑋) = ෍ 𝑥 − 𝜇 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𝑃(𝑥)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ctr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𝑎𝑙𝑙  𝑥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4" name="Google Shape;954;p47"/>
          <p:cNvGrpSpPr/>
          <p:nvPr/>
        </p:nvGrpSpPr>
        <p:grpSpPr>
          <a:xfrm>
            <a:off x="3302508" y="4072128"/>
            <a:ext cx="3298190" cy="841375"/>
            <a:chOff x="3302508" y="4072128"/>
            <a:chExt cx="3298190" cy="841375"/>
          </a:xfrm>
        </p:grpSpPr>
        <p:sp>
          <p:nvSpPr>
            <p:cNvPr id="955" name="Google Shape;955;p47"/>
            <p:cNvSpPr/>
            <p:nvPr/>
          </p:nvSpPr>
          <p:spPr>
            <a:xfrm>
              <a:off x="3302508" y="4072128"/>
              <a:ext cx="3298190" cy="841375"/>
            </a:xfrm>
            <a:custGeom>
              <a:rect b="b" l="l" r="r" t="t"/>
              <a:pathLst>
                <a:path extrusionOk="0" h="841375" w="3298190">
                  <a:moveTo>
                    <a:pt x="3297936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3297936" y="841248"/>
                  </a:lnTo>
                  <a:lnTo>
                    <a:pt x="329793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5060061" y="4327525"/>
              <a:ext cx="608330" cy="187960"/>
            </a:xfrm>
            <a:custGeom>
              <a:rect b="b" l="l" r="r" t="t"/>
              <a:pathLst>
                <a:path extrusionOk="0" h="187960" w="608329">
                  <a:moveTo>
                    <a:pt x="547877" y="0"/>
                  </a:moveTo>
                  <a:lnTo>
                    <a:pt x="545211" y="7619"/>
                  </a:lnTo>
                  <a:lnTo>
                    <a:pt x="556089" y="12354"/>
                  </a:lnTo>
                  <a:lnTo>
                    <a:pt x="565467" y="18923"/>
                  </a:lnTo>
                  <a:lnTo>
                    <a:pt x="587914" y="62404"/>
                  </a:lnTo>
                  <a:lnTo>
                    <a:pt x="590676" y="92963"/>
                  </a:lnTo>
                  <a:lnTo>
                    <a:pt x="589984" y="109537"/>
                  </a:lnTo>
                  <a:lnTo>
                    <a:pt x="579501" y="150113"/>
                  </a:lnTo>
                  <a:lnTo>
                    <a:pt x="545591" y="180212"/>
                  </a:lnTo>
                  <a:lnTo>
                    <a:pt x="547877" y="187832"/>
                  </a:lnTo>
                  <a:lnTo>
                    <a:pt x="583775" y="166491"/>
                  </a:lnTo>
                  <a:lnTo>
                    <a:pt x="603932" y="127126"/>
                  </a:lnTo>
                  <a:lnTo>
                    <a:pt x="607822" y="93980"/>
                  </a:lnTo>
                  <a:lnTo>
                    <a:pt x="606847" y="76739"/>
                  </a:lnTo>
                  <a:lnTo>
                    <a:pt x="592327" y="33019"/>
                  </a:lnTo>
                  <a:lnTo>
                    <a:pt x="561520" y="4927"/>
                  </a:lnTo>
                  <a:lnTo>
                    <a:pt x="547877" y="0"/>
                  </a:lnTo>
                  <a:close/>
                </a:path>
                <a:path extrusionOk="0" h="187960" w="608329">
                  <a:moveTo>
                    <a:pt x="59816" y="0"/>
                  </a:moveTo>
                  <a:lnTo>
                    <a:pt x="24062" y="21449"/>
                  </a:lnTo>
                  <a:lnTo>
                    <a:pt x="3889" y="60833"/>
                  </a:lnTo>
                  <a:lnTo>
                    <a:pt x="0" y="93980"/>
                  </a:lnTo>
                  <a:lnTo>
                    <a:pt x="956" y="111220"/>
                  </a:lnTo>
                  <a:lnTo>
                    <a:pt x="15493" y="154939"/>
                  </a:lnTo>
                  <a:lnTo>
                    <a:pt x="46194" y="182925"/>
                  </a:lnTo>
                  <a:lnTo>
                    <a:pt x="59816" y="187832"/>
                  </a:lnTo>
                  <a:lnTo>
                    <a:pt x="62229" y="180212"/>
                  </a:lnTo>
                  <a:lnTo>
                    <a:pt x="51536" y="175474"/>
                  </a:lnTo>
                  <a:lnTo>
                    <a:pt x="42306" y="168878"/>
                  </a:lnTo>
                  <a:lnTo>
                    <a:pt x="19907" y="124587"/>
                  </a:lnTo>
                  <a:lnTo>
                    <a:pt x="17144" y="92963"/>
                  </a:lnTo>
                  <a:lnTo>
                    <a:pt x="17835" y="76987"/>
                  </a:lnTo>
                  <a:lnTo>
                    <a:pt x="28193" y="37464"/>
                  </a:lnTo>
                  <a:lnTo>
                    <a:pt x="62484" y="7619"/>
                  </a:lnTo>
                  <a:lnTo>
                    <a:pt x="59816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5913501" y="4327525"/>
              <a:ext cx="246634" cy="18783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8" name="Google Shape;958;p47"/>
          <p:cNvSpPr txBox="1"/>
          <p:nvPr/>
        </p:nvSpPr>
        <p:spPr>
          <a:xfrm>
            <a:off x="3302508" y="4072128"/>
            <a:ext cx="3298190" cy="841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825">
            <a:spAutoFit/>
          </a:bodyPr>
          <a:lstStyle/>
          <a:p>
            <a:pPr indent="0" lvl="0" marL="174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𝑉𝑎𝑟(𝑋) = න 𝑥 − 𝜇 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𝑓 𝑥 𝑑𝑥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47"/>
          <p:cNvSpPr/>
          <p:nvPr/>
        </p:nvSpPr>
        <p:spPr>
          <a:xfrm>
            <a:off x="678180" y="3727703"/>
            <a:ext cx="3490722" cy="168401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8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5" name="Google Shape;965;p4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6" name="Google Shape;966;p4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7" name="Google Shape;967;p48"/>
          <p:cNvSpPr txBox="1"/>
          <p:nvPr/>
        </p:nvSpPr>
        <p:spPr>
          <a:xfrm>
            <a:off x="437489" y="431419"/>
            <a:ext cx="2158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1.3. Random Variable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68" name="Google Shape;968;p4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69" name="Google Shape;969;p48"/>
          <p:cNvSpPr/>
          <p:nvPr/>
        </p:nvSpPr>
        <p:spPr>
          <a:xfrm>
            <a:off x="673608" y="1825751"/>
            <a:ext cx="6154673" cy="157200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0" name="Google Shape;970;p48"/>
          <p:cNvSpPr/>
          <p:nvPr/>
        </p:nvSpPr>
        <p:spPr>
          <a:xfrm>
            <a:off x="554736" y="1449324"/>
            <a:ext cx="2201418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1" name="Google Shape;971;p48"/>
          <p:cNvSpPr/>
          <p:nvPr/>
        </p:nvSpPr>
        <p:spPr>
          <a:xfrm>
            <a:off x="678180" y="3654552"/>
            <a:ext cx="1564386" cy="13335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9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7" name="Google Shape;977;p49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8" name="Google Shape;978;p49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9" name="Google Shape;979;p4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0" name="Google Shape;980;p4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1" name="Google Shape;981;p49"/>
          <p:cNvSpPr/>
          <p:nvPr/>
        </p:nvSpPr>
        <p:spPr>
          <a:xfrm>
            <a:off x="1019555" y="3220199"/>
            <a:ext cx="5141214" cy="4076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2" name="Google Shape;982;p49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3" name="Google Shape;983;p49"/>
          <p:cNvSpPr/>
          <p:nvPr/>
        </p:nvSpPr>
        <p:spPr>
          <a:xfrm>
            <a:off x="1050036" y="3956303"/>
            <a:ext cx="3348990" cy="144094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50"/>
          <p:cNvSpPr/>
          <p:nvPr/>
        </p:nvSpPr>
        <p:spPr>
          <a:xfrm>
            <a:off x="9355949" y="6524434"/>
            <a:ext cx="8903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9" name="Google Shape;989;p5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0" name="Google Shape;990;p5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1" name="Google Shape;991;p50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92" name="Google Shape;992;p50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93" name="Google Shape;993;p50"/>
          <p:cNvSpPr/>
          <p:nvPr/>
        </p:nvSpPr>
        <p:spPr>
          <a:xfrm>
            <a:off x="473963" y="1443177"/>
            <a:ext cx="4235958" cy="30256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4" name="Google Shape;994;p50"/>
          <p:cNvSpPr/>
          <p:nvPr/>
        </p:nvSpPr>
        <p:spPr>
          <a:xfrm>
            <a:off x="4022772" y="2483964"/>
            <a:ext cx="1322068" cy="201656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5" name="Google Shape;995;p50"/>
          <p:cNvSpPr/>
          <p:nvPr/>
        </p:nvSpPr>
        <p:spPr>
          <a:xfrm>
            <a:off x="554736" y="1923288"/>
            <a:ext cx="3102102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51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1" name="Google Shape;1001;p5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2" name="Google Shape;1002;p5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3" name="Google Shape;1003;p51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04" name="Google Shape;1004;p51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05" name="Google Shape;1005;p51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6" name="Google Shape;1006;p51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07" name="Google Shape;1007;p51"/>
          <p:cNvSpPr/>
          <p:nvPr/>
        </p:nvSpPr>
        <p:spPr>
          <a:xfrm>
            <a:off x="1232932" y="1825817"/>
            <a:ext cx="614917" cy="15766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008" name="Google Shape;1008;p51"/>
          <p:cNvGrpSpPr/>
          <p:nvPr/>
        </p:nvGrpSpPr>
        <p:grpSpPr>
          <a:xfrm>
            <a:off x="2502407" y="2220467"/>
            <a:ext cx="4897120" cy="2649220"/>
            <a:chOff x="2502407" y="2220467"/>
            <a:chExt cx="4897120" cy="2649220"/>
          </a:xfrm>
        </p:grpSpPr>
        <p:sp>
          <p:nvSpPr>
            <p:cNvPr id="1009" name="Google Shape;1009;p51"/>
            <p:cNvSpPr/>
            <p:nvPr/>
          </p:nvSpPr>
          <p:spPr>
            <a:xfrm>
              <a:off x="2502407" y="2220467"/>
              <a:ext cx="4897120" cy="2649220"/>
            </a:xfrm>
            <a:custGeom>
              <a:rect b="b" l="l" r="r" t="t"/>
              <a:pathLst>
                <a:path extrusionOk="0" h="2649220" w="4897120">
                  <a:moveTo>
                    <a:pt x="4896612" y="0"/>
                  </a:moveTo>
                  <a:lnTo>
                    <a:pt x="0" y="0"/>
                  </a:lnTo>
                  <a:lnTo>
                    <a:pt x="0" y="2648711"/>
                  </a:lnTo>
                  <a:lnTo>
                    <a:pt x="4896612" y="2648711"/>
                  </a:lnTo>
                  <a:lnTo>
                    <a:pt x="489661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51"/>
            <p:cNvSpPr/>
            <p:nvPr/>
          </p:nvSpPr>
          <p:spPr>
            <a:xfrm>
              <a:off x="3989831" y="4453127"/>
              <a:ext cx="363474" cy="182118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51"/>
            <p:cNvSpPr/>
            <p:nvPr/>
          </p:nvSpPr>
          <p:spPr>
            <a:xfrm>
              <a:off x="5649467" y="4518660"/>
              <a:ext cx="157734" cy="15621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51"/>
            <p:cNvSpPr/>
            <p:nvPr/>
          </p:nvSpPr>
          <p:spPr>
            <a:xfrm>
              <a:off x="4122419" y="2625851"/>
              <a:ext cx="108203" cy="10668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51"/>
            <p:cNvSpPr/>
            <p:nvPr/>
          </p:nvSpPr>
          <p:spPr>
            <a:xfrm>
              <a:off x="4258055" y="2679191"/>
              <a:ext cx="371475" cy="0"/>
            </a:xfrm>
            <a:custGeom>
              <a:rect b="b" l="l" r="r" t="t"/>
              <a:pathLst>
                <a:path extrusionOk="0" h="120000" w="371475">
                  <a:moveTo>
                    <a:pt x="0" y="0"/>
                  </a:moveTo>
                  <a:lnTo>
                    <a:pt x="371348" y="0"/>
                  </a:lnTo>
                </a:path>
              </a:pathLst>
            </a:custGeom>
            <a:noFill/>
            <a:ln cap="flat" cmpd="sng" w="12175">
              <a:solidFill>
                <a:srgbClr val="FF4337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51"/>
            <p:cNvSpPr/>
            <p:nvPr/>
          </p:nvSpPr>
          <p:spPr>
            <a:xfrm>
              <a:off x="4736464" y="2677159"/>
              <a:ext cx="97790" cy="15240"/>
            </a:xfrm>
            <a:custGeom>
              <a:rect b="b" l="l" r="r" t="t"/>
              <a:pathLst>
                <a:path extrusionOk="0" h="15239" w="97789">
                  <a:moveTo>
                    <a:pt x="97536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97536" y="15239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15" name="Google Shape;1015;p51"/>
          <p:cNvSpPr txBox="1"/>
          <p:nvPr/>
        </p:nvSpPr>
        <p:spPr>
          <a:xfrm>
            <a:off x="4737227" y="2388870"/>
            <a:ext cx="109855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6" name="Google Shape;1016;p51"/>
          <p:cNvGrpSpPr/>
          <p:nvPr/>
        </p:nvGrpSpPr>
        <p:grpSpPr>
          <a:xfrm>
            <a:off x="5676900" y="2625851"/>
            <a:ext cx="711834" cy="106680"/>
            <a:chOff x="5676900" y="2625851"/>
            <a:chExt cx="711834" cy="106680"/>
          </a:xfrm>
        </p:grpSpPr>
        <p:sp>
          <p:nvSpPr>
            <p:cNvPr id="1017" name="Google Shape;1017;p51"/>
            <p:cNvSpPr/>
            <p:nvPr/>
          </p:nvSpPr>
          <p:spPr>
            <a:xfrm>
              <a:off x="5676900" y="2625851"/>
              <a:ext cx="108203" cy="10668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51"/>
            <p:cNvSpPr/>
            <p:nvPr/>
          </p:nvSpPr>
          <p:spPr>
            <a:xfrm>
              <a:off x="5812536" y="2679191"/>
              <a:ext cx="371475" cy="0"/>
            </a:xfrm>
            <a:custGeom>
              <a:rect b="b" l="l" r="r" t="t"/>
              <a:pathLst>
                <a:path extrusionOk="0" h="120000" w="371475">
                  <a:moveTo>
                    <a:pt x="0" y="0"/>
                  </a:moveTo>
                  <a:lnTo>
                    <a:pt x="371348" y="0"/>
                  </a:lnTo>
                </a:path>
              </a:pathLst>
            </a:custGeom>
            <a:noFill/>
            <a:ln cap="flat" cmpd="sng" w="12175">
              <a:solidFill>
                <a:srgbClr val="FF4337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51"/>
            <p:cNvSpPr/>
            <p:nvPr/>
          </p:nvSpPr>
          <p:spPr>
            <a:xfrm>
              <a:off x="6290944" y="2677159"/>
              <a:ext cx="97790" cy="15240"/>
            </a:xfrm>
            <a:custGeom>
              <a:rect b="b" l="l" r="r" t="t"/>
              <a:pathLst>
                <a:path extrusionOk="0" h="15239" w="97789">
                  <a:moveTo>
                    <a:pt x="97535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97535" y="15239"/>
                  </a:lnTo>
                  <a:lnTo>
                    <a:pt x="97535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0" name="Google Shape;1020;p51"/>
          <p:cNvSpPr txBox="1"/>
          <p:nvPr/>
        </p:nvSpPr>
        <p:spPr>
          <a:xfrm>
            <a:off x="6291960" y="2388870"/>
            <a:ext cx="109855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1" name="Google Shape;1021;p51"/>
          <p:cNvGrpSpPr/>
          <p:nvPr/>
        </p:nvGrpSpPr>
        <p:grpSpPr>
          <a:xfrm>
            <a:off x="2889504" y="4003548"/>
            <a:ext cx="4124325" cy="301625"/>
            <a:chOff x="2889504" y="4003548"/>
            <a:chExt cx="4124325" cy="301625"/>
          </a:xfrm>
        </p:grpSpPr>
        <p:sp>
          <p:nvSpPr>
            <p:cNvPr id="1022" name="Google Shape;1022;p51"/>
            <p:cNvSpPr/>
            <p:nvPr/>
          </p:nvSpPr>
          <p:spPr>
            <a:xfrm>
              <a:off x="4177284" y="4003548"/>
              <a:ext cx="1551940" cy="301625"/>
            </a:xfrm>
            <a:custGeom>
              <a:rect b="b" l="l" r="r" t="t"/>
              <a:pathLst>
                <a:path extrusionOk="0" h="301625" w="1551939">
                  <a:moveTo>
                    <a:pt x="1551431" y="0"/>
                  </a:moveTo>
                  <a:lnTo>
                    <a:pt x="1551431" y="301625"/>
                  </a:lnTo>
                </a:path>
                <a:path extrusionOk="0" h="301625" w="1551939">
                  <a:moveTo>
                    <a:pt x="0" y="0"/>
                  </a:moveTo>
                  <a:lnTo>
                    <a:pt x="0" y="301625"/>
                  </a:lnTo>
                </a:path>
              </a:pathLst>
            </a:custGeom>
            <a:noFill/>
            <a:ln cap="flat" cmpd="sng" w="12175">
              <a:solidFill>
                <a:srgbClr val="FF4337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3" name="Google Shape;1023;p51"/>
            <p:cNvSpPr/>
            <p:nvPr/>
          </p:nvSpPr>
          <p:spPr>
            <a:xfrm>
              <a:off x="2889504" y="4003548"/>
              <a:ext cx="4124325" cy="0"/>
            </a:xfrm>
            <a:custGeom>
              <a:rect b="b" l="l" r="r" t="t"/>
              <a:pathLst>
                <a:path extrusionOk="0" h="120000" w="41243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4" name="Google Shape;1024;p51"/>
          <p:cNvSpPr/>
          <p:nvPr/>
        </p:nvSpPr>
        <p:spPr>
          <a:xfrm>
            <a:off x="554736" y="1449324"/>
            <a:ext cx="3102102" cy="18973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52"/>
          <p:cNvSpPr/>
          <p:nvPr/>
        </p:nvSpPr>
        <p:spPr>
          <a:xfrm>
            <a:off x="9360448" y="6524434"/>
            <a:ext cx="83017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0" name="Google Shape;1030;p5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1" name="Google Shape;1031;p5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2" name="Google Shape;1032;p52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33" name="Google Shape;1033;p5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34" name="Google Shape;1034;p52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5" name="Google Shape;1035;p52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36" name="Google Shape;1036;p52"/>
          <p:cNvSpPr/>
          <p:nvPr/>
        </p:nvSpPr>
        <p:spPr>
          <a:xfrm>
            <a:off x="1228344" y="1821179"/>
            <a:ext cx="1712214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7" name="Google Shape;1037;p52"/>
          <p:cNvSpPr/>
          <p:nvPr/>
        </p:nvSpPr>
        <p:spPr>
          <a:xfrm>
            <a:off x="2502407" y="2220467"/>
            <a:ext cx="4897120" cy="2649220"/>
          </a:xfrm>
          <a:custGeom>
            <a:rect b="b" l="l" r="r" t="t"/>
            <a:pathLst>
              <a:path extrusionOk="0" h="2649220" w="4897120">
                <a:moveTo>
                  <a:pt x="4896612" y="0"/>
                </a:moveTo>
                <a:lnTo>
                  <a:pt x="0" y="0"/>
                </a:lnTo>
                <a:lnTo>
                  <a:pt x="0" y="2648711"/>
                </a:lnTo>
                <a:lnTo>
                  <a:pt x="4896612" y="2648711"/>
                </a:lnTo>
                <a:lnTo>
                  <a:pt x="4896612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8" name="Google Shape;1038;p52"/>
          <p:cNvSpPr txBox="1"/>
          <p:nvPr/>
        </p:nvSpPr>
        <p:spPr>
          <a:xfrm>
            <a:off x="2502407" y="2220467"/>
            <a:ext cx="4897120" cy="264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425">
            <a:spAutoFit/>
          </a:bodyPr>
          <a:lstStyle/>
          <a:p>
            <a:pPr indent="0" lvl="0" marL="0" marR="97663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sz="2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𝑝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1301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sz="2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(1 − 𝑝)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9" name="Google Shape;1039;p52"/>
          <p:cNvGrpSpPr/>
          <p:nvPr/>
        </p:nvGrpSpPr>
        <p:grpSpPr>
          <a:xfrm>
            <a:off x="2889504" y="2538983"/>
            <a:ext cx="4124325" cy="2093215"/>
            <a:chOff x="2889504" y="2538983"/>
            <a:chExt cx="4124325" cy="2093215"/>
          </a:xfrm>
        </p:grpSpPr>
        <p:sp>
          <p:nvSpPr>
            <p:cNvPr id="1040" name="Google Shape;1040;p52"/>
            <p:cNvSpPr/>
            <p:nvPr/>
          </p:nvSpPr>
          <p:spPr>
            <a:xfrm>
              <a:off x="4133088" y="4451604"/>
              <a:ext cx="76962" cy="18059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52"/>
            <p:cNvSpPr/>
            <p:nvPr/>
          </p:nvSpPr>
          <p:spPr>
            <a:xfrm>
              <a:off x="5711952" y="4451604"/>
              <a:ext cx="29717" cy="18059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52"/>
            <p:cNvSpPr/>
            <p:nvPr/>
          </p:nvSpPr>
          <p:spPr>
            <a:xfrm>
              <a:off x="4122420" y="3188207"/>
              <a:ext cx="108203" cy="108203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52"/>
            <p:cNvSpPr/>
            <p:nvPr/>
          </p:nvSpPr>
          <p:spPr>
            <a:xfrm>
              <a:off x="5676900" y="2538983"/>
              <a:ext cx="108203" cy="108203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52"/>
            <p:cNvSpPr/>
            <p:nvPr/>
          </p:nvSpPr>
          <p:spPr>
            <a:xfrm>
              <a:off x="4177284" y="4002023"/>
              <a:ext cx="1551940" cy="301625"/>
            </a:xfrm>
            <a:custGeom>
              <a:rect b="b" l="l" r="r" t="t"/>
              <a:pathLst>
                <a:path extrusionOk="0" h="301625" w="1551939">
                  <a:moveTo>
                    <a:pt x="1551431" y="0"/>
                  </a:moveTo>
                  <a:lnTo>
                    <a:pt x="1551431" y="301625"/>
                  </a:lnTo>
                </a:path>
                <a:path extrusionOk="0" h="301625" w="1551939">
                  <a:moveTo>
                    <a:pt x="0" y="0"/>
                  </a:moveTo>
                  <a:lnTo>
                    <a:pt x="0" y="301625"/>
                  </a:lnTo>
                </a:path>
              </a:pathLst>
            </a:custGeom>
            <a:noFill/>
            <a:ln cap="flat" cmpd="sng" w="12175">
              <a:solidFill>
                <a:srgbClr val="FF4337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52"/>
            <p:cNvSpPr/>
            <p:nvPr/>
          </p:nvSpPr>
          <p:spPr>
            <a:xfrm>
              <a:off x="2889504" y="4002023"/>
              <a:ext cx="4124325" cy="0"/>
            </a:xfrm>
            <a:custGeom>
              <a:rect b="b" l="l" r="r" t="t"/>
              <a:pathLst>
                <a:path extrusionOk="0" h="120000" w="41243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46" name="Google Shape;1046;p52"/>
          <p:cNvSpPr/>
          <p:nvPr/>
        </p:nvSpPr>
        <p:spPr>
          <a:xfrm>
            <a:off x="554736" y="1449324"/>
            <a:ext cx="3102102" cy="18973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3"/>
          <p:cNvSpPr/>
          <p:nvPr/>
        </p:nvSpPr>
        <p:spPr>
          <a:xfrm>
            <a:off x="9357397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2" name="Google Shape;1052;p5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3" name="Google Shape;1053;p5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4" name="Google Shape;1054;p53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55" name="Google Shape;1055;p53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56" name="Google Shape;1056;p53"/>
          <p:cNvSpPr/>
          <p:nvPr/>
        </p:nvSpPr>
        <p:spPr>
          <a:xfrm>
            <a:off x="676655" y="1799844"/>
            <a:ext cx="2843022" cy="145922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7" name="Google Shape;1057;p53"/>
          <p:cNvSpPr/>
          <p:nvPr/>
        </p:nvSpPr>
        <p:spPr>
          <a:xfrm>
            <a:off x="554736" y="1449324"/>
            <a:ext cx="310210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54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3" name="Google Shape;1063;p5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4" name="Google Shape;1064;p5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5" name="Google Shape;1065;p54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66" name="Google Shape;1066;p54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67" name="Google Shape;1067;p54"/>
          <p:cNvSpPr/>
          <p:nvPr/>
        </p:nvSpPr>
        <p:spPr>
          <a:xfrm>
            <a:off x="805650" y="2126854"/>
            <a:ext cx="985180" cy="149828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8" name="Google Shape;1068;p54"/>
          <p:cNvSpPr/>
          <p:nvPr/>
        </p:nvSpPr>
        <p:spPr>
          <a:xfrm>
            <a:off x="2489670" y="2126854"/>
            <a:ext cx="985180" cy="149828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9" name="Google Shape;1069;p54"/>
          <p:cNvSpPr/>
          <p:nvPr/>
        </p:nvSpPr>
        <p:spPr>
          <a:xfrm>
            <a:off x="4172256" y="2126854"/>
            <a:ext cx="986528" cy="149828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0" name="Google Shape;1070;p54"/>
          <p:cNvSpPr/>
          <p:nvPr/>
        </p:nvSpPr>
        <p:spPr>
          <a:xfrm>
            <a:off x="5856277" y="2126854"/>
            <a:ext cx="986528" cy="149828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1" name="Google Shape;1071;p54"/>
          <p:cNvSpPr/>
          <p:nvPr/>
        </p:nvSpPr>
        <p:spPr>
          <a:xfrm>
            <a:off x="7540297" y="2126854"/>
            <a:ext cx="986528" cy="149828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072" name="Google Shape;1072;p54"/>
          <p:cNvGrpSpPr/>
          <p:nvPr/>
        </p:nvGrpSpPr>
        <p:grpSpPr>
          <a:xfrm>
            <a:off x="1994407" y="2735072"/>
            <a:ext cx="289561" cy="289560"/>
            <a:chOff x="1994407" y="2735072"/>
            <a:chExt cx="289561" cy="289560"/>
          </a:xfrm>
        </p:grpSpPr>
        <p:sp>
          <p:nvSpPr>
            <p:cNvPr id="1073" name="Google Shape;1073;p54"/>
            <p:cNvSpPr/>
            <p:nvPr/>
          </p:nvSpPr>
          <p:spPr>
            <a:xfrm>
              <a:off x="1994408" y="2735579"/>
              <a:ext cx="289560" cy="288290"/>
            </a:xfrm>
            <a:custGeom>
              <a:rect b="b" l="l" r="r" t="t"/>
              <a:pathLst>
                <a:path extrusionOk="0" h="288289" w="289560">
                  <a:moveTo>
                    <a:pt x="289052" y="97790"/>
                  </a:moveTo>
                  <a:lnTo>
                    <a:pt x="190754" y="97790"/>
                  </a:lnTo>
                  <a:lnTo>
                    <a:pt x="190754" y="0"/>
                  </a:lnTo>
                  <a:lnTo>
                    <a:pt x="98298" y="0"/>
                  </a:lnTo>
                  <a:lnTo>
                    <a:pt x="98298" y="97790"/>
                  </a:lnTo>
                  <a:lnTo>
                    <a:pt x="0" y="97790"/>
                  </a:lnTo>
                  <a:lnTo>
                    <a:pt x="0" y="190500"/>
                  </a:lnTo>
                  <a:lnTo>
                    <a:pt x="98298" y="190500"/>
                  </a:lnTo>
                  <a:lnTo>
                    <a:pt x="98298" y="288290"/>
                  </a:lnTo>
                  <a:lnTo>
                    <a:pt x="190754" y="288290"/>
                  </a:lnTo>
                  <a:lnTo>
                    <a:pt x="190754" y="190500"/>
                  </a:lnTo>
                  <a:lnTo>
                    <a:pt x="289052" y="190500"/>
                  </a:lnTo>
                  <a:lnTo>
                    <a:pt x="289052" y="9779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54"/>
            <p:cNvSpPr/>
            <p:nvPr/>
          </p:nvSpPr>
          <p:spPr>
            <a:xfrm>
              <a:off x="1994407" y="2735072"/>
              <a:ext cx="289560" cy="289560"/>
            </a:xfrm>
            <a:custGeom>
              <a:rect b="b" l="l" r="r" t="t"/>
              <a:pathLst>
                <a:path extrusionOk="0" h="289560" w="289560">
                  <a:moveTo>
                    <a:pt x="0" y="98298"/>
                  </a:moveTo>
                  <a:lnTo>
                    <a:pt x="98298" y="98298"/>
                  </a:lnTo>
                  <a:lnTo>
                    <a:pt x="98298" y="0"/>
                  </a:lnTo>
                  <a:lnTo>
                    <a:pt x="190754" y="0"/>
                  </a:lnTo>
                  <a:lnTo>
                    <a:pt x="190754" y="98298"/>
                  </a:lnTo>
                  <a:lnTo>
                    <a:pt x="289052" y="98298"/>
                  </a:lnTo>
                  <a:lnTo>
                    <a:pt x="289052" y="190753"/>
                  </a:lnTo>
                  <a:lnTo>
                    <a:pt x="190754" y="190753"/>
                  </a:lnTo>
                  <a:lnTo>
                    <a:pt x="190754" y="289051"/>
                  </a:lnTo>
                  <a:lnTo>
                    <a:pt x="98298" y="289051"/>
                  </a:lnTo>
                  <a:lnTo>
                    <a:pt x="98298" y="190753"/>
                  </a:lnTo>
                  <a:lnTo>
                    <a:pt x="0" y="190753"/>
                  </a:lnTo>
                  <a:lnTo>
                    <a:pt x="0" y="98298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075" name="Google Shape;1075;p54"/>
          <p:cNvGrpSpPr/>
          <p:nvPr/>
        </p:nvGrpSpPr>
        <p:grpSpPr>
          <a:xfrm>
            <a:off x="3678427" y="2735072"/>
            <a:ext cx="289560" cy="289560"/>
            <a:chOff x="3678427" y="2735072"/>
            <a:chExt cx="289560" cy="289560"/>
          </a:xfrm>
        </p:grpSpPr>
        <p:sp>
          <p:nvSpPr>
            <p:cNvPr id="1076" name="Google Shape;1076;p54"/>
            <p:cNvSpPr/>
            <p:nvPr/>
          </p:nvSpPr>
          <p:spPr>
            <a:xfrm>
              <a:off x="3678427" y="2735579"/>
              <a:ext cx="289560" cy="288290"/>
            </a:xfrm>
            <a:custGeom>
              <a:rect b="b" l="l" r="r" t="t"/>
              <a:pathLst>
                <a:path extrusionOk="0" h="288289" w="289560">
                  <a:moveTo>
                    <a:pt x="289052" y="97790"/>
                  </a:moveTo>
                  <a:lnTo>
                    <a:pt x="190754" y="97790"/>
                  </a:lnTo>
                  <a:lnTo>
                    <a:pt x="190754" y="0"/>
                  </a:lnTo>
                  <a:lnTo>
                    <a:pt x="98298" y="0"/>
                  </a:lnTo>
                  <a:lnTo>
                    <a:pt x="98298" y="97790"/>
                  </a:lnTo>
                  <a:lnTo>
                    <a:pt x="0" y="97790"/>
                  </a:lnTo>
                  <a:lnTo>
                    <a:pt x="0" y="190500"/>
                  </a:lnTo>
                  <a:lnTo>
                    <a:pt x="98298" y="190500"/>
                  </a:lnTo>
                  <a:lnTo>
                    <a:pt x="98298" y="288290"/>
                  </a:lnTo>
                  <a:lnTo>
                    <a:pt x="190754" y="288290"/>
                  </a:lnTo>
                  <a:lnTo>
                    <a:pt x="190754" y="190500"/>
                  </a:lnTo>
                  <a:lnTo>
                    <a:pt x="289052" y="190500"/>
                  </a:lnTo>
                  <a:lnTo>
                    <a:pt x="289052" y="9779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54"/>
            <p:cNvSpPr/>
            <p:nvPr/>
          </p:nvSpPr>
          <p:spPr>
            <a:xfrm>
              <a:off x="3678427" y="2735072"/>
              <a:ext cx="289560" cy="289560"/>
            </a:xfrm>
            <a:custGeom>
              <a:rect b="b" l="l" r="r" t="t"/>
              <a:pathLst>
                <a:path extrusionOk="0" h="289560" w="289560">
                  <a:moveTo>
                    <a:pt x="0" y="98298"/>
                  </a:moveTo>
                  <a:lnTo>
                    <a:pt x="98298" y="98298"/>
                  </a:lnTo>
                  <a:lnTo>
                    <a:pt x="98298" y="0"/>
                  </a:lnTo>
                  <a:lnTo>
                    <a:pt x="190754" y="0"/>
                  </a:lnTo>
                  <a:lnTo>
                    <a:pt x="190754" y="98298"/>
                  </a:lnTo>
                  <a:lnTo>
                    <a:pt x="289051" y="98298"/>
                  </a:lnTo>
                  <a:lnTo>
                    <a:pt x="289051" y="190753"/>
                  </a:lnTo>
                  <a:lnTo>
                    <a:pt x="190754" y="190753"/>
                  </a:lnTo>
                  <a:lnTo>
                    <a:pt x="190754" y="289051"/>
                  </a:lnTo>
                  <a:lnTo>
                    <a:pt x="98298" y="289051"/>
                  </a:lnTo>
                  <a:lnTo>
                    <a:pt x="98298" y="190753"/>
                  </a:lnTo>
                  <a:lnTo>
                    <a:pt x="0" y="190753"/>
                  </a:lnTo>
                  <a:lnTo>
                    <a:pt x="0" y="98298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078" name="Google Shape;1078;p54"/>
          <p:cNvGrpSpPr/>
          <p:nvPr/>
        </p:nvGrpSpPr>
        <p:grpSpPr>
          <a:xfrm>
            <a:off x="5361177" y="2735072"/>
            <a:ext cx="290196" cy="289560"/>
            <a:chOff x="5361177" y="2735072"/>
            <a:chExt cx="290196" cy="289560"/>
          </a:xfrm>
        </p:grpSpPr>
        <p:sp>
          <p:nvSpPr>
            <p:cNvPr id="1079" name="Google Shape;1079;p54"/>
            <p:cNvSpPr/>
            <p:nvPr/>
          </p:nvSpPr>
          <p:spPr>
            <a:xfrm>
              <a:off x="5361178" y="2735579"/>
              <a:ext cx="290195" cy="288290"/>
            </a:xfrm>
            <a:custGeom>
              <a:rect b="b" l="l" r="r" t="t"/>
              <a:pathLst>
                <a:path extrusionOk="0" h="288289" w="290195">
                  <a:moveTo>
                    <a:pt x="290068" y="97790"/>
                  </a:moveTo>
                  <a:lnTo>
                    <a:pt x="191262" y="97790"/>
                  </a:lnTo>
                  <a:lnTo>
                    <a:pt x="191262" y="0"/>
                  </a:lnTo>
                  <a:lnTo>
                    <a:pt x="98806" y="0"/>
                  </a:lnTo>
                  <a:lnTo>
                    <a:pt x="98806" y="97790"/>
                  </a:lnTo>
                  <a:lnTo>
                    <a:pt x="0" y="97790"/>
                  </a:lnTo>
                  <a:lnTo>
                    <a:pt x="0" y="190500"/>
                  </a:lnTo>
                  <a:lnTo>
                    <a:pt x="98806" y="190500"/>
                  </a:lnTo>
                  <a:lnTo>
                    <a:pt x="98806" y="288290"/>
                  </a:lnTo>
                  <a:lnTo>
                    <a:pt x="191262" y="288290"/>
                  </a:lnTo>
                  <a:lnTo>
                    <a:pt x="191262" y="190500"/>
                  </a:lnTo>
                  <a:lnTo>
                    <a:pt x="290068" y="190500"/>
                  </a:lnTo>
                  <a:lnTo>
                    <a:pt x="290068" y="9779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54"/>
            <p:cNvSpPr/>
            <p:nvPr/>
          </p:nvSpPr>
          <p:spPr>
            <a:xfrm>
              <a:off x="5361177" y="2735072"/>
              <a:ext cx="290195" cy="289560"/>
            </a:xfrm>
            <a:custGeom>
              <a:rect b="b" l="l" r="r" t="t"/>
              <a:pathLst>
                <a:path extrusionOk="0" h="289560" w="290195">
                  <a:moveTo>
                    <a:pt x="0" y="98298"/>
                  </a:moveTo>
                  <a:lnTo>
                    <a:pt x="98806" y="98298"/>
                  </a:lnTo>
                  <a:lnTo>
                    <a:pt x="98806" y="0"/>
                  </a:lnTo>
                  <a:lnTo>
                    <a:pt x="191262" y="0"/>
                  </a:lnTo>
                  <a:lnTo>
                    <a:pt x="191262" y="98298"/>
                  </a:lnTo>
                  <a:lnTo>
                    <a:pt x="290068" y="98298"/>
                  </a:lnTo>
                  <a:lnTo>
                    <a:pt x="290068" y="190753"/>
                  </a:lnTo>
                  <a:lnTo>
                    <a:pt x="191262" y="190753"/>
                  </a:lnTo>
                  <a:lnTo>
                    <a:pt x="191262" y="289051"/>
                  </a:lnTo>
                  <a:lnTo>
                    <a:pt x="98806" y="289051"/>
                  </a:lnTo>
                  <a:lnTo>
                    <a:pt x="98806" y="190753"/>
                  </a:lnTo>
                  <a:lnTo>
                    <a:pt x="0" y="190753"/>
                  </a:lnTo>
                  <a:lnTo>
                    <a:pt x="0" y="98298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081" name="Google Shape;1081;p54"/>
          <p:cNvGrpSpPr/>
          <p:nvPr/>
        </p:nvGrpSpPr>
        <p:grpSpPr>
          <a:xfrm>
            <a:off x="7045198" y="2735072"/>
            <a:ext cx="290195" cy="289560"/>
            <a:chOff x="7045198" y="2735072"/>
            <a:chExt cx="290195" cy="289560"/>
          </a:xfrm>
        </p:grpSpPr>
        <p:sp>
          <p:nvSpPr>
            <p:cNvPr id="1082" name="Google Shape;1082;p54"/>
            <p:cNvSpPr/>
            <p:nvPr/>
          </p:nvSpPr>
          <p:spPr>
            <a:xfrm>
              <a:off x="7045198" y="2735579"/>
              <a:ext cx="290195" cy="288290"/>
            </a:xfrm>
            <a:custGeom>
              <a:rect b="b" l="l" r="r" t="t"/>
              <a:pathLst>
                <a:path extrusionOk="0" h="288289" w="290195">
                  <a:moveTo>
                    <a:pt x="290068" y="97790"/>
                  </a:moveTo>
                  <a:lnTo>
                    <a:pt x="191262" y="97790"/>
                  </a:lnTo>
                  <a:lnTo>
                    <a:pt x="191262" y="0"/>
                  </a:lnTo>
                  <a:lnTo>
                    <a:pt x="98806" y="0"/>
                  </a:lnTo>
                  <a:lnTo>
                    <a:pt x="98806" y="97790"/>
                  </a:lnTo>
                  <a:lnTo>
                    <a:pt x="0" y="97790"/>
                  </a:lnTo>
                  <a:lnTo>
                    <a:pt x="0" y="190500"/>
                  </a:lnTo>
                  <a:lnTo>
                    <a:pt x="98806" y="190500"/>
                  </a:lnTo>
                  <a:lnTo>
                    <a:pt x="98806" y="288290"/>
                  </a:lnTo>
                  <a:lnTo>
                    <a:pt x="191262" y="288290"/>
                  </a:lnTo>
                  <a:lnTo>
                    <a:pt x="191262" y="190500"/>
                  </a:lnTo>
                  <a:lnTo>
                    <a:pt x="290068" y="190500"/>
                  </a:lnTo>
                  <a:lnTo>
                    <a:pt x="290068" y="9779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54"/>
            <p:cNvSpPr/>
            <p:nvPr/>
          </p:nvSpPr>
          <p:spPr>
            <a:xfrm>
              <a:off x="7045198" y="2735072"/>
              <a:ext cx="290195" cy="289560"/>
            </a:xfrm>
            <a:custGeom>
              <a:rect b="b" l="l" r="r" t="t"/>
              <a:pathLst>
                <a:path extrusionOk="0" h="289560" w="290195">
                  <a:moveTo>
                    <a:pt x="0" y="98298"/>
                  </a:moveTo>
                  <a:lnTo>
                    <a:pt x="98805" y="98298"/>
                  </a:lnTo>
                  <a:lnTo>
                    <a:pt x="98805" y="0"/>
                  </a:lnTo>
                  <a:lnTo>
                    <a:pt x="191261" y="0"/>
                  </a:lnTo>
                  <a:lnTo>
                    <a:pt x="191261" y="98298"/>
                  </a:lnTo>
                  <a:lnTo>
                    <a:pt x="290068" y="98298"/>
                  </a:lnTo>
                  <a:lnTo>
                    <a:pt x="290068" y="190753"/>
                  </a:lnTo>
                  <a:lnTo>
                    <a:pt x="191261" y="190753"/>
                  </a:lnTo>
                  <a:lnTo>
                    <a:pt x="191261" y="289051"/>
                  </a:lnTo>
                  <a:lnTo>
                    <a:pt x="98805" y="289051"/>
                  </a:lnTo>
                  <a:lnTo>
                    <a:pt x="98805" y="190753"/>
                  </a:lnTo>
                  <a:lnTo>
                    <a:pt x="0" y="190753"/>
                  </a:lnTo>
                  <a:lnTo>
                    <a:pt x="0" y="98298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84" name="Google Shape;1084;p54"/>
          <p:cNvSpPr/>
          <p:nvPr/>
        </p:nvSpPr>
        <p:spPr>
          <a:xfrm>
            <a:off x="554736" y="1449324"/>
            <a:ext cx="310210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55"/>
          <p:cNvSpPr/>
          <p:nvPr/>
        </p:nvSpPr>
        <p:spPr>
          <a:xfrm>
            <a:off x="9357560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0" name="Google Shape;1090;p5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1" name="Google Shape;1091;p5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2" name="Google Shape;1092;p55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93" name="Google Shape;1093;p55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94" name="Google Shape;1094;p55"/>
          <p:cNvSpPr/>
          <p:nvPr/>
        </p:nvSpPr>
        <p:spPr>
          <a:xfrm>
            <a:off x="676655" y="1799844"/>
            <a:ext cx="3850386" cy="254126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5" name="Google Shape;1095;p55"/>
          <p:cNvSpPr/>
          <p:nvPr/>
        </p:nvSpPr>
        <p:spPr>
          <a:xfrm>
            <a:off x="554736" y="1449324"/>
            <a:ext cx="310210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6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1" name="Google Shape;1101;p5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2" name="Google Shape;1102;p5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3" name="Google Shape;1103;p56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04" name="Google Shape;1104;p5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105" name="Google Shape;1105;p56"/>
          <p:cNvGrpSpPr/>
          <p:nvPr/>
        </p:nvGrpSpPr>
        <p:grpSpPr>
          <a:xfrm>
            <a:off x="2790444" y="1917192"/>
            <a:ext cx="4320540" cy="3095625"/>
            <a:chOff x="2790444" y="1917192"/>
            <a:chExt cx="4320540" cy="3095625"/>
          </a:xfrm>
        </p:grpSpPr>
        <p:sp>
          <p:nvSpPr>
            <p:cNvPr id="1106" name="Google Shape;1106;p56"/>
            <p:cNvSpPr/>
            <p:nvPr/>
          </p:nvSpPr>
          <p:spPr>
            <a:xfrm>
              <a:off x="2790444" y="1917192"/>
              <a:ext cx="4320540" cy="3095625"/>
            </a:xfrm>
            <a:custGeom>
              <a:rect b="b" l="l" r="r" t="t"/>
              <a:pathLst>
                <a:path extrusionOk="0" h="3095625" w="4320540">
                  <a:moveTo>
                    <a:pt x="4320539" y="0"/>
                  </a:moveTo>
                  <a:lnTo>
                    <a:pt x="0" y="0"/>
                  </a:lnTo>
                  <a:lnTo>
                    <a:pt x="0" y="3095243"/>
                  </a:lnTo>
                  <a:lnTo>
                    <a:pt x="4320539" y="3095243"/>
                  </a:lnTo>
                  <a:lnTo>
                    <a:pt x="432053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56"/>
            <p:cNvSpPr/>
            <p:nvPr/>
          </p:nvSpPr>
          <p:spPr>
            <a:xfrm>
              <a:off x="3363976" y="2596895"/>
              <a:ext cx="3414395" cy="1983739"/>
            </a:xfrm>
            <a:custGeom>
              <a:rect b="b" l="l" r="r" t="t"/>
              <a:pathLst>
                <a:path extrusionOk="0" h="1983739" w="3414395">
                  <a:moveTo>
                    <a:pt x="3414395" y="1920240"/>
                  </a:moveTo>
                  <a:lnTo>
                    <a:pt x="3401695" y="1913890"/>
                  </a:lnTo>
                  <a:lnTo>
                    <a:pt x="3287395" y="1856740"/>
                  </a:lnTo>
                  <a:lnTo>
                    <a:pt x="3333115" y="1913890"/>
                  </a:lnTo>
                  <a:lnTo>
                    <a:pt x="69850" y="1913890"/>
                  </a:lnTo>
                  <a:lnTo>
                    <a:pt x="69850" y="81280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50" y="81280"/>
                  </a:lnTo>
                  <a:lnTo>
                    <a:pt x="57150" y="1921129"/>
                  </a:lnTo>
                  <a:lnTo>
                    <a:pt x="63500" y="1921129"/>
                  </a:lnTo>
                  <a:lnTo>
                    <a:pt x="63500" y="1926590"/>
                  </a:lnTo>
                  <a:lnTo>
                    <a:pt x="3333115" y="1926590"/>
                  </a:lnTo>
                  <a:lnTo>
                    <a:pt x="3287395" y="1983740"/>
                  </a:lnTo>
                  <a:lnTo>
                    <a:pt x="3401695" y="1926590"/>
                  </a:lnTo>
                  <a:lnTo>
                    <a:pt x="3414395" y="1920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08" name="Google Shape;1108;p56"/>
          <p:cNvSpPr txBox="1"/>
          <p:nvPr/>
        </p:nvSpPr>
        <p:spPr>
          <a:xfrm>
            <a:off x="2790444" y="1917192"/>
            <a:ext cx="4320540" cy="309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795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 = 10, 𝑝 = 0.5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9" name="Google Shape;1109;p56"/>
          <p:cNvGrpSpPr/>
          <p:nvPr/>
        </p:nvGrpSpPr>
        <p:grpSpPr>
          <a:xfrm>
            <a:off x="3118104" y="2833116"/>
            <a:ext cx="3531615" cy="1966722"/>
            <a:chOff x="3118104" y="2833116"/>
            <a:chExt cx="3531615" cy="1966722"/>
          </a:xfrm>
        </p:grpSpPr>
        <p:sp>
          <p:nvSpPr>
            <p:cNvPr id="1110" name="Google Shape;1110;p56"/>
            <p:cNvSpPr/>
            <p:nvPr/>
          </p:nvSpPr>
          <p:spPr>
            <a:xfrm>
              <a:off x="3425952" y="4520183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8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56"/>
            <p:cNvSpPr/>
            <p:nvPr/>
          </p:nvSpPr>
          <p:spPr>
            <a:xfrm>
              <a:off x="3393948" y="4657344"/>
              <a:ext cx="61722" cy="14249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56"/>
            <p:cNvSpPr/>
            <p:nvPr/>
          </p:nvSpPr>
          <p:spPr>
            <a:xfrm>
              <a:off x="4061460" y="4520183"/>
              <a:ext cx="2536190" cy="70485"/>
            </a:xfrm>
            <a:custGeom>
              <a:rect b="b" l="l" r="r" t="t"/>
              <a:pathLst>
                <a:path extrusionOk="0" h="70485" w="2536190">
                  <a:moveTo>
                    <a:pt x="0" y="70358"/>
                  </a:moveTo>
                  <a:lnTo>
                    <a:pt x="0" y="0"/>
                  </a:lnTo>
                </a:path>
                <a:path extrusionOk="0" h="70485" w="2536190">
                  <a:moveTo>
                    <a:pt x="633984" y="70358"/>
                  </a:moveTo>
                  <a:lnTo>
                    <a:pt x="633984" y="0"/>
                  </a:lnTo>
                </a:path>
                <a:path extrusionOk="0" h="70485" w="2536190">
                  <a:moveTo>
                    <a:pt x="1267967" y="70358"/>
                  </a:moveTo>
                  <a:lnTo>
                    <a:pt x="1267967" y="0"/>
                  </a:lnTo>
                </a:path>
                <a:path extrusionOk="0" h="70485" w="2536190">
                  <a:moveTo>
                    <a:pt x="1901952" y="70358"/>
                  </a:moveTo>
                  <a:lnTo>
                    <a:pt x="1901952" y="0"/>
                  </a:lnTo>
                </a:path>
                <a:path extrusionOk="0" h="70485" w="2536190">
                  <a:moveTo>
                    <a:pt x="2535936" y="70358"/>
                  </a:moveTo>
                  <a:lnTo>
                    <a:pt x="2535936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56"/>
            <p:cNvSpPr/>
            <p:nvPr/>
          </p:nvSpPr>
          <p:spPr>
            <a:xfrm>
              <a:off x="4027932" y="4657344"/>
              <a:ext cx="60198" cy="14249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56"/>
            <p:cNvSpPr/>
            <p:nvPr/>
          </p:nvSpPr>
          <p:spPr>
            <a:xfrm>
              <a:off x="4658868" y="4657344"/>
              <a:ext cx="66294" cy="14249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56"/>
            <p:cNvSpPr/>
            <p:nvPr/>
          </p:nvSpPr>
          <p:spPr>
            <a:xfrm>
              <a:off x="5297424" y="4657344"/>
              <a:ext cx="61722" cy="142494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56"/>
            <p:cNvSpPr/>
            <p:nvPr/>
          </p:nvSpPr>
          <p:spPr>
            <a:xfrm>
              <a:off x="5932932" y="4657344"/>
              <a:ext cx="61722" cy="14249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56"/>
            <p:cNvSpPr/>
            <p:nvPr/>
          </p:nvSpPr>
          <p:spPr>
            <a:xfrm>
              <a:off x="6545580" y="4657344"/>
              <a:ext cx="101346" cy="142494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56"/>
            <p:cNvSpPr/>
            <p:nvPr/>
          </p:nvSpPr>
          <p:spPr>
            <a:xfrm>
              <a:off x="3360420" y="2875788"/>
              <a:ext cx="70485" cy="1641475"/>
            </a:xfrm>
            <a:custGeom>
              <a:rect b="b" l="l" r="r" t="t"/>
              <a:pathLst>
                <a:path extrusionOk="0" h="1641475" w="70485">
                  <a:moveTo>
                    <a:pt x="0" y="1641348"/>
                  </a:moveTo>
                  <a:lnTo>
                    <a:pt x="70357" y="1641348"/>
                  </a:lnTo>
                </a:path>
                <a:path extrusionOk="0" h="1641475" w="70485">
                  <a:moveTo>
                    <a:pt x="0" y="1094232"/>
                  </a:moveTo>
                  <a:lnTo>
                    <a:pt x="70357" y="1094232"/>
                  </a:lnTo>
                </a:path>
                <a:path extrusionOk="0" h="1641475" w="70485">
                  <a:moveTo>
                    <a:pt x="0" y="547115"/>
                  </a:moveTo>
                  <a:lnTo>
                    <a:pt x="70357" y="547115"/>
                  </a:lnTo>
                </a:path>
                <a:path extrusionOk="0" h="1641475" w="70485">
                  <a:moveTo>
                    <a:pt x="0" y="0"/>
                  </a:moveTo>
                  <a:lnTo>
                    <a:pt x="7035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56"/>
            <p:cNvSpPr/>
            <p:nvPr/>
          </p:nvSpPr>
          <p:spPr>
            <a:xfrm>
              <a:off x="3221736" y="4445508"/>
              <a:ext cx="61722" cy="14249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56"/>
            <p:cNvSpPr/>
            <p:nvPr/>
          </p:nvSpPr>
          <p:spPr>
            <a:xfrm>
              <a:off x="3159252" y="3913632"/>
              <a:ext cx="125729" cy="14401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56"/>
            <p:cNvSpPr/>
            <p:nvPr/>
          </p:nvSpPr>
          <p:spPr>
            <a:xfrm>
              <a:off x="3125724" y="3352800"/>
              <a:ext cx="162305" cy="142494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56"/>
            <p:cNvSpPr/>
            <p:nvPr/>
          </p:nvSpPr>
          <p:spPr>
            <a:xfrm>
              <a:off x="3118104" y="2833116"/>
              <a:ext cx="165354" cy="142494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56"/>
            <p:cNvSpPr/>
            <p:nvPr/>
          </p:nvSpPr>
          <p:spPr>
            <a:xfrm>
              <a:off x="4326636" y="3819144"/>
              <a:ext cx="103631" cy="10668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56"/>
            <p:cNvSpPr/>
            <p:nvPr/>
          </p:nvSpPr>
          <p:spPr>
            <a:xfrm>
              <a:off x="4006596" y="4213860"/>
              <a:ext cx="105155" cy="106679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56"/>
            <p:cNvSpPr/>
            <p:nvPr/>
          </p:nvSpPr>
          <p:spPr>
            <a:xfrm>
              <a:off x="3692652" y="4408932"/>
              <a:ext cx="103632" cy="10668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56"/>
            <p:cNvSpPr/>
            <p:nvPr/>
          </p:nvSpPr>
          <p:spPr>
            <a:xfrm>
              <a:off x="3374136" y="4457700"/>
              <a:ext cx="104139" cy="105410"/>
            </a:xfrm>
            <a:custGeom>
              <a:rect b="b" l="l" r="r" t="t"/>
              <a:pathLst>
                <a:path extrusionOk="0" h="105410" w="104139">
                  <a:moveTo>
                    <a:pt x="51815" y="0"/>
                  </a:moveTo>
                  <a:lnTo>
                    <a:pt x="31664" y="4125"/>
                  </a:lnTo>
                  <a:lnTo>
                    <a:pt x="15192" y="15382"/>
                  </a:lnTo>
                  <a:lnTo>
                    <a:pt x="4077" y="32093"/>
                  </a:lnTo>
                  <a:lnTo>
                    <a:pt x="0" y="52577"/>
                  </a:lnTo>
                  <a:lnTo>
                    <a:pt x="4077" y="73062"/>
                  </a:lnTo>
                  <a:lnTo>
                    <a:pt x="15192" y="89773"/>
                  </a:lnTo>
                  <a:lnTo>
                    <a:pt x="31664" y="101030"/>
                  </a:lnTo>
                  <a:lnTo>
                    <a:pt x="51815" y="105156"/>
                  </a:lnTo>
                  <a:lnTo>
                    <a:pt x="71967" y="101030"/>
                  </a:lnTo>
                  <a:lnTo>
                    <a:pt x="88439" y="89773"/>
                  </a:lnTo>
                  <a:lnTo>
                    <a:pt x="99554" y="73062"/>
                  </a:lnTo>
                  <a:lnTo>
                    <a:pt x="103631" y="52577"/>
                  </a:lnTo>
                  <a:lnTo>
                    <a:pt x="99554" y="32093"/>
                  </a:lnTo>
                  <a:lnTo>
                    <a:pt x="88439" y="15382"/>
                  </a:lnTo>
                  <a:lnTo>
                    <a:pt x="71967" y="4125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56"/>
            <p:cNvSpPr/>
            <p:nvPr/>
          </p:nvSpPr>
          <p:spPr>
            <a:xfrm>
              <a:off x="4640580" y="3348228"/>
              <a:ext cx="103632" cy="105156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56"/>
            <p:cNvSpPr/>
            <p:nvPr/>
          </p:nvSpPr>
          <p:spPr>
            <a:xfrm>
              <a:off x="4963668" y="3113532"/>
              <a:ext cx="105156" cy="106679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56"/>
            <p:cNvSpPr/>
            <p:nvPr/>
          </p:nvSpPr>
          <p:spPr>
            <a:xfrm>
              <a:off x="5288280" y="3342132"/>
              <a:ext cx="103632" cy="106679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56"/>
            <p:cNvSpPr/>
            <p:nvPr/>
          </p:nvSpPr>
          <p:spPr>
            <a:xfrm>
              <a:off x="5602224" y="3814572"/>
              <a:ext cx="105155" cy="106679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56"/>
            <p:cNvSpPr/>
            <p:nvPr/>
          </p:nvSpPr>
          <p:spPr>
            <a:xfrm>
              <a:off x="5920739" y="4218432"/>
              <a:ext cx="105156" cy="10668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2" name="Google Shape;1132;p56"/>
            <p:cNvSpPr/>
            <p:nvPr/>
          </p:nvSpPr>
          <p:spPr>
            <a:xfrm>
              <a:off x="6231636" y="4408932"/>
              <a:ext cx="103631" cy="10668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3" name="Google Shape;1133;p56"/>
            <p:cNvSpPr/>
            <p:nvPr/>
          </p:nvSpPr>
          <p:spPr>
            <a:xfrm>
              <a:off x="6545580" y="4457700"/>
              <a:ext cx="104139" cy="105410"/>
            </a:xfrm>
            <a:custGeom>
              <a:rect b="b" l="l" r="r" t="t"/>
              <a:pathLst>
                <a:path extrusionOk="0" h="105410" w="104140">
                  <a:moveTo>
                    <a:pt x="51816" y="0"/>
                  </a:moveTo>
                  <a:lnTo>
                    <a:pt x="31664" y="4125"/>
                  </a:lnTo>
                  <a:lnTo>
                    <a:pt x="15192" y="15382"/>
                  </a:lnTo>
                  <a:lnTo>
                    <a:pt x="4077" y="32093"/>
                  </a:lnTo>
                  <a:lnTo>
                    <a:pt x="0" y="52577"/>
                  </a:lnTo>
                  <a:lnTo>
                    <a:pt x="4077" y="73062"/>
                  </a:lnTo>
                  <a:lnTo>
                    <a:pt x="15192" y="89773"/>
                  </a:lnTo>
                  <a:lnTo>
                    <a:pt x="31664" y="101030"/>
                  </a:lnTo>
                  <a:lnTo>
                    <a:pt x="51816" y="105156"/>
                  </a:lnTo>
                  <a:lnTo>
                    <a:pt x="71967" y="101030"/>
                  </a:lnTo>
                  <a:lnTo>
                    <a:pt x="88439" y="89773"/>
                  </a:lnTo>
                  <a:lnTo>
                    <a:pt x="99554" y="73062"/>
                  </a:lnTo>
                  <a:lnTo>
                    <a:pt x="103631" y="52577"/>
                  </a:lnTo>
                  <a:lnTo>
                    <a:pt x="99554" y="32093"/>
                  </a:lnTo>
                  <a:lnTo>
                    <a:pt x="88439" y="15382"/>
                  </a:lnTo>
                  <a:lnTo>
                    <a:pt x="71967" y="4125"/>
                  </a:lnTo>
                  <a:lnTo>
                    <a:pt x="51816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34" name="Google Shape;1134;p56"/>
          <p:cNvSpPr/>
          <p:nvPr/>
        </p:nvSpPr>
        <p:spPr>
          <a:xfrm>
            <a:off x="554736" y="1449324"/>
            <a:ext cx="3102102" cy="189737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57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0" name="Google Shape;1140;p5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1" name="Google Shape;1141;p5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2" name="Google Shape;1142;p57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43" name="Google Shape;1143;p57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144" name="Google Shape;1144;p57"/>
          <p:cNvGrpSpPr/>
          <p:nvPr/>
        </p:nvGrpSpPr>
        <p:grpSpPr>
          <a:xfrm>
            <a:off x="2790444" y="1917192"/>
            <a:ext cx="4320540" cy="3095625"/>
            <a:chOff x="2790444" y="1917192"/>
            <a:chExt cx="4320540" cy="3095625"/>
          </a:xfrm>
        </p:grpSpPr>
        <p:sp>
          <p:nvSpPr>
            <p:cNvPr id="1145" name="Google Shape;1145;p57"/>
            <p:cNvSpPr/>
            <p:nvPr/>
          </p:nvSpPr>
          <p:spPr>
            <a:xfrm>
              <a:off x="2790444" y="1917192"/>
              <a:ext cx="4320540" cy="3095625"/>
            </a:xfrm>
            <a:custGeom>
              <a:rect b="b" l="l" r="r" t="t"/>
              <a:pathLst>
                <a:path extrusionOk="0" h="3095625" w="4320540">
                  <a:moveTo>
                    <a:pt x="4320539" y="0"/>
                  </a:moveTo>
                  <a:lnTo>
                    <a:pt x="0" y="0"/>
                  </a:lnTo>
                  <a:lnTo>
                    <a:pt x="0" y="3095243"/>
                  </a:lnTo>
                  <a:lnTo>
                    <a:pt x="4320539" y="3095243"/>
                  </a:lnTo>
                  <a:lnTo>
                    <a:pt x="432053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57"/>
            <p:cNvSpPr/>
            <p:nvPr/>
          </p:nvSpPr>
          <p:spPr>
            <a:xfrm>
              <a:off x="3363976" y="2596895"/>
              <a:ext cx="3414395" cy="1983739"/>
            </a:xfrm>
            <a:custGeom>
              <a:rect b="b" l="l" r="r" t="t"/>
              <a:pathLst>
                <a:path extrusionOk="0" h="1983739" w="3414395">
                  <a:moveTo>
                    <a:pt x="3414395" y="1920240"/>
                  </a:moveTo>
                  <a:lnTo>
                    <a:pt x="3401695" y="1913890"/>
                  </a:lnTo>
                  <a:lnTo>
                    <a:pt x="3287395" y="1856740"/>
                  </a:lnTo>
                  <a:lnTo>
                    <a:pt x="3333115" y="1913890"/>
                  </a:lnTo>
                  <a:lnTo>
                    <a:pt x="69850" y="1913890"/>
                  </a:lnTo>
                  <a:lnTo>
                    <a:pt x="69850" y="81280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50" y="81280"/>
                  </a:lnTo>
                  <a:lnTo>
                    <a:pt x="57150" y="1921129"/>
                  </a:lnTo>
                  <a:lnTo>
                    <a:pt x="63500" y="1921129"/>
                  </a:lnTo>
                  <a:lnTo>
                    <a:pt x="63500" y="1926590"/>
                  </a:lnTo>
                  <a:lnTo>
                    <a:pt x="3333115" y="1926590"/>
                  </a:lnTo>
                  <a:lnTo>
                    <a:pt x="3287395" y="1983740"/>
                  </a:lnTo>
                  <a:lnTo>
                    <a:pt x="3401695" y="1926590"/>
                  </a:lnTo>
                  <a:lnTo>
                    <a:pt x="3414395" y="1920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47" name="Google Shape;1147;p57"/>
          <p:cNvSpPr txBox="1"/>
          <p:nvPr/>
        </p:nvSpPr>
        <p:spPr>
          <a:xfrm>
            <a:off x="2790444" y="1917192"/>
            <a:ext cx="4320540" cy="309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795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 = 10, 𝑝 = 0.3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8" name="Google Shape;1148;p57"/>
          <p:cNvGrpSpPr/>
          <p:nvPr/>
        </p:nvGrpSpPr>
        <p:grpSpPr>
          <a:xfrm>
            <a:off x="3118104" y="2833116"/>
            <a:ext cx="3534662" cy="1966722"/>
            <a:chOff x="3118104" y="2833116"/>
            <a:chExt cx="3534662" cy="1966722"/>
          </a:xfrm>
        </p:grpSpPr>
        <p:sp>
          <p:nvSpPr>
            <p:cNvPr id="1149" name="Google Shape;1149;p57"/>
            <p:cNvSpPr/>
            <p:nvPr/>
          </p:nvSpPr>
          <p:spPr>
            <a:xfrm>
              <a:off x="3425952" y="4520183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8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57"/>
            <p:cNvSpPr/>
            <p:nvPr/>
          </p:nvSpPr>
          <p:spPr>
            <a:xfrm>
              <a:off x="3393948" y="4657344"/>
              <a:ext cx="61722" cy="14249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57"/>
            <p:cNvSpPr/>
            <p:nvPr/>
          </p:nvSpPr>
          <p:spPr>
            <a:xfrm>
              <a:off x="4061460" y="4520183"/>
              <a:ext cx="2536190" cy="70485"/>
            </a:xfrm>
            <a:custGeom>
              <a:rect b="b" l="l" r="r" t="t"/>
              <a:pathLst>
                <a:path extrusionOk="0" h="70485" w="2536190">
                  <a:moveTo>
                    <a:pt x="0" y="70358"/>
                  </a:moveTo>
                  <a:lnTo>
                    <a:pt x="0" y="0"/>
                  </a:lnTo>
                </a:path>
                <a:path extrusionOk="0" h="70485" w="2536190">
                  <a:moveTo>
                    <a:pt x="633984" y="70358"/>
                  </a:moveTo>
                  <a:lnTo>
                    <a:pt x="633984" y="0"/>
                  </a:lnTo>
                </a:path>
                <a:path extrusionOk="0" h="70485" w="2536190">
                  <a:moveTo>
                    <a:pt x="1267967" y="70358"/>
                  </a:moveTo>
                  <a:lnTo>
                    <a:pt x="1267967" y="0"/>
                  </a:lnTo>
                </a:path>
                <a:path extrusionOk="0" h="70485" w="2536190">
                  <a:moveTo>
                    <a:pt x="1901952" y="70358"/>
                  </a:moveTo>
                  <a:lnTo>
                    <a:pt x="1901952" y="0"/>
                  </a:lnTo>
                </a:path>
                <a:path extrusionOk="0" h="70485" w="2536190">
                  <a:moveTo>
                    <a:pt x="2535936" y="70358"/>
                  </a:moveTo>
                  <a:lnTo>
                    <a:pt x="2535936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57"/>
            <p:cNvSpPr/>
            <p:nvPr/>
          </p:nvSpPr>
          <p:spPr>
            <a:xfrm>
              <a:off x="4027932" y="4657344"/>
              <a:ext cx="60198" cy="14249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3" name="Google Shape;1153;p57"/>
            <p:cNvSpPr/>
            <p:nvPr/>
          </p:nvSpPr>
          <p:spPr>
            <a:xfrm>
              <a:off x="4658868" y="4657344"/>
              <a:ext cx="66294" cy="14249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4" name="Google Shape;1154;p57"/>
            <p:cNvSpPr/>
            <p:nvPr/>
          </p:nvSpPr>
          <p:spPr>
            <a:xfrm>
              <a:off x="5297424" y="4657344"/>
              <a:ext cx="61722" cy="142494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5" name="Google Shape;1155;p57"/>
            <p:cNvSpPr/>
            <p:nvPr/>
          </p:nvSpPr>
          <p:spPr>
            <a:xfrm>
              <a:off x="5932932" y="4657344"/>
              <a:ext cx="61722" cy="14249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6" name="Google Shape;1156;p57"/>
            <p:cNvSpPr/>
            <p:nvPr/>
          </p:nvSpPr>
          <p:spPr>
            <a:xfrm>
              <a:off x="6545580" y="4657344"/>
              <a:ext cx="101346" cy="142494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7" name="Google Shape;1157;p57"/>
            <p:cNvSpPr/>
            <p:nvPr/>
          </p:nvSpPr>
          <p:spPr>
            <a:xfrm>
              <a:off x="3360420" y="2875788"/>
              <a:ext cx="70485" cy="1641475"/>
            </a:xfrm>
            <a:custGeom>
              <a:rect b="b" l="l" r="r" t="t"/>
              <a:pathLst>
                <a:path extrusionOk="0" h="1641475" w="70485">
                  <a:moveTo>
                    <a:pt x="0" y="1641348"/>
                  </a:moveTo>
                  <a:lnTo>
                    <a:pt x="70357" y="1641348"/>
                  </a:lnTo>
                </a:path>
                <a:path extrusionOk="0" h="1641475" w="70485">
                  <a:moveTo>
                    <a:pt x="0" y="1094232"/>
                  </a:moveTo>
                  <a:lnTo>
                    <a:pt x="70357" y="1094232"/>
                  </a:lnTo>
                </a:path>
                <a:path extrusionOk="0" h="1641475" w="70485">
                  <a:moveTo>
                    <a:pt x="0" y="547115"/>
                  </a:moveTo>
                  <a:lnTo>
                    <a:pt x="70357" y="547115"/>
                  </a:lnTo>
                </a:path>
                <a:path extrusionOk="0" h="1641475" w="70485">
                  <a:moveTo>
                    <a:pt x="0" y="0"/>
                  </a:moveTo>
                  <a:lnTo>
                    <a:pt x="7035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8" name="Google Shape;1158;p57"/>
            <p:cNvSpPr/>
            <p:nvPr/>
          </p:nvSpPr>
          <p:spPr>
            <a:xfrm>
              <a:off x="3221736" y="4445508"/>
              <a:ext cx="61722" cy="14249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9" name="Google Shape;1159;p57"/>
            <p:cNvSpPr/>
            <p:nvPr/>
          </p:nvSpPr>
          <p:spPr>
            <a:xfrm>
              <a:off x="3159252" y="3913632"/>
              <a:ext cx="125729" cy="14401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0" name="Google Shape;1160;p57"/>
            <p:cNvSpPr/>
            <p:nvPr/>
          </p:nvSpPr>
          <p:spPr>
            <a:xfrm>
              <a:off x="3125724" y="3352800"/>
              <a:ext cx="162305" cy="142494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1" name="Google Shape;1161;p57"/>
            <p:cNvSpPr/>
            <p:nvPr/>
          </p:nvSpPr>
          <p:spPr>
            <a:xfrm>
              <a:off x="3118104" y="2833116"/>
              <a:ext cx="165354" cy="142494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2" name="Google Shape;1162;p57"/>
            <p:cNvSpPr/>
            <p:nvPr/>
          </p:nvSpPr>
          <p:spPr>
            <a:xfrm>
              <a:off x="4328160" y="3022092"/>
              <a:ext cx="105155" cy="10668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3" name="Google Shape;1163;p57"/>
            <p:cNvSpPr/>
            <p:nvPr/>
          </p:nvSpPr>
          <p:spPr>
            <a:xfrm>
              <a:off x="4009644" y="3201924"/>
              <a:ext cx="103631" cy="106679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57"/>
            <p:cNvSpPr/>
            <p:nvPr/>
          </p:nvSpPr>
          <p:spPr>
            <a:xfrm>
              <a:off x="3695700" y="3825240"/>
              <a:ext cx="103632" cy="10668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57"/>
            <p:cNvSpPr/>
            <p:nvPr/>
          </p:nvSpPr>
          <p:spPr>
            <a:xfrm>
              <a:off x="3375660" y="4340352"/>
              <a:ext cx="105155" cy="10668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57"/>
            <p:cNvSpPr/>
            <p:nvPr/>
          </p:nvSpPr>
          <p:spPr>
            <a:xfrm>
              <a:off x="4643628" y="3389376"/>
              <a:ext cx="103632" cy="106679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57"/>
            <p:cNvSpPr/>
            <p:nvPr/>
          </p:nvSpPr>
          <p:spPr>
            <a:xfrm>
              <a:off x="4966716" y="3927348"/>
              <a:ext cx="105156" cy="106679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57"/>
            <p:cNvSpPr/>
            <p:nvPr/>
          </p:nvSpPr>
          <p:spPr>
            <a:xfrm>
              <a:off x="5291327" y="4293108"/>
              <a:ext cx="103632" cy="105156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57"/>
            <p:cNvSpPr/>
            <p:nvPr/>
          </p:nvSpPr>
          <p:spPr>
            <a:xfrm>
              <a:off x="5605272" y="4443983"/>
              <a:ext cx="103631" cy="105156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57"/>
            <p:cNvSpPr/>
            <p:nvPr/>
          </p:nvSpPr>
          <p:spPr>
            <a:xfrm>
              <a:off x="5923788" y="4486655"/>
              <a:ext cx="105410" cy="105410"/>
            </a:xfrm>
            <a:custGeom>
              <a:rect b="b" l="l" r="r" t="t"/>
              <a:pathLst>
                <a:path extrusionOk="0" h="105410" w="105410">
                  <a:moveTo>
                    <a:pt x="52577" y="0"/>
                  </a:moveTo>
                  <a:lnTo>
                    <a:pt x="32093" y="4125"/>
                  </a:lnTo>
                  <a:lnTo>
                    <a:pt x="15382" y="15382"/>
                  </a:lnTo>
                  <a:lnTo>
                    <a:pt x="4125" y="32093"/>
                  </a:lnTo>
                  <a:lnTo>
                    <a:pt x="0" y="52578"/>
                  </a:lnTo>
                  <a:lnTo>
                    <a:pt x="4125" y="73062"/>
                  </a:lnTo>
                  <a:lnTo>
                    <a:pt x="15382" y="89773"/>
                  </a:lnTo>
                  <a:lnTo>
                    <a:pt x="32093" y="101030"/>
                  </a:lnTo>
                  <a:lnTo>
                    <a:pt x="52577" y="105156"/>
                  </a:lnTo>
                  <a:lnTo>
                    <a:pt x="73062" y="101030"/>
                  </a:lnTo>
                  <a:lnTo>
                    <a:pt x="89773" y="89773"/>
                  </a:lnTo>
                  <a:lnTo>
                    <a:pt x="101030" y="73062"/>
                  </a:lnTo>
                  <a:lnTo>
                    <a:pt x="105156" y="52578"/>
                  </a:lnTo>
                  <a:lnTo>
                    <a:pt x="101030" y="32093"/>
                  </a:lnTo>
                  <a:lnTo>
                    <a:pt x="89773" y="15382"/>
                  </a:lnTo>
                  <a:lnTo>
                    <a:pt x="73062" y="4125"/>
                  </a:lnTo>
                  <a:lnTo>
                    <a:pt x="52577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57"/>
            <p:cNvSpPr/>
            <p:nvPr/>
          </p:nvSpPr>
          <p:spPr>
            <a:xfrm>
              <a:off x="6233160" y="4504944"/>
              <a:ext cx="105155" cy="10668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57"/>
            <p:cNvSpPr/>
            <p:nvPr/>
          </p:nvSpPr>
          <p:spPr>
            <a:xfrm>
              <a:off x="6548627" y="4480560"/>
              <a:ext cx="104139" cy="105410"/>
            </a:xfrm>
            <a:custGeom>
              <a:rect b="b" l="l" r="r" t="t"/>
              <a:pathLst>
                <a:path extrusionOk="0" h="105410" w="104140">
                  <a:moveTo>
                    <a:pt x="51816" y="0"/>
                  </a:moveTo>
                  <a:lnTo>
                    <a:pt x="31664" y="4125"/>
                  </a:lnTo>
                  <a:lnTo>
                    <a:pt x="15192" y="15382"/>
                  </a:lnTo>
                  <a:lnTo>
                    <a:pt x="4077" y="32093"/>
                  </a:lnTo>
                  <a:lnTo>
                    <a:pt x="0" y="52577"/>
                  </a:lnTo>
                  <a:lnTo>
                    <a:pt x="4077" y="73062"/>
                  </a:lnTo>
                  <a:lnTo>
                    <a:pt x="15192" y="89773"/>
                  </a:lnTo>
                  <a:lnTo>
                    <a:pt x="31664" y="101030"/>
                  </a:lnTo>
                  <a:lnTo>
                    <a:pt x="51816" y="105156"/>
                  </a:lnTo>
                  <a:lnTo>
                    <a:pt x="71967" y="101030"/>
                  </a:lnTo>
                  <a:lnTo>
                    <a:pt x="88439" y="89773"/>
                  </a:lnTo>
                  <a:lnTo>
                    <a:pt x="99554" y="73062"/>
                  </a:lnTo>
                  <a:lnTo>
                    <a:pt x="103631" y="52577"/>
                  </a:lnTo>
                  <a:lnTo>
                    <a:pt x="99554" y="32093"/>
                  </a:lnTo>
                  <a:lnTo>
                    <a:pt x="88439" y="15382"/>
                  </a:lnTo>
                  <a:lnTo>
                    <a:pt x="71967" y="4125"/>
                  </a:lnTo>
                  <a:lnTo>
                    <a:pt x="51816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73" name="Google Shape;1173;p57"/>
          <p:cNvSpPr/>
          <p:nvPr/>
        </p:nvSpPr>
        <p:spPr>
          <a:xfrm>
            <a:off x="554736" y="1449324"/>
            <a:ext cx="3102102" cy="189737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58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79" name="Google Shape;1179;p5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0" name="Google Shape;1180;p5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1" name="Google Shape;1181;p58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82" name="Google Shape;1182;p5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183" name="Google Shape;1183;p58"/>
          <p:cNvGrpSpPr/>
          <p:nvPr/>
        </p:nvGrpSpPr>
        <p:grpSpPr>
          <a:xfrm>
            <a:off x="2790444" y="1917192"/>
            <a:ext cx="4320540" cy="3095625"/>
            <a:chOff x="2790444" y="1917192"/>
            <a:chExt cx="4320540" cy="3095625"/>
          </a:xfrm>
        </p:grpSpPr>
        <p:sp>
          <p:nvSpPr>
            <p:cNvPr id="1184" name="Google Shape;1184;p58"/>
            <p:cNvSpPr/>
            <p:nvPr/>
          </p:nvSpPr>
          <p:spPr>
            <a:xfrm>
              <a:off x="2790444" y="1917192"/>
              <a:ext cx="4320540" cy="3095625"/>
            </a:xfrm>
            <a:custGeom>
              <a:rect b="b" l="l" r="r" t="t"/>
              <a:pathLst>
                <a:path extrusionOk="0" h="3095625" w="4320540">
                  <a:moveTo>
                    <a:pt x="4320539" y="0"/>
                  </a:moveTo>
                  <a:lnTo>
                    <a:pt x="0" y="0"/>
                  </a:lnTo>
                  <a:lnTo>
                    <a:pt x="0" y="3095243"/>
                  </a:lnTo>
                  <a:lnTo>
                    <a:pt x="4320539" y="3095243"/>
                  </a:lnTo>
                  <a:lnTo>
                    <a:pt x="432053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58"/>
            <p:cNvSpPr/>
            <p:nvPr/>
          </p:nvSpPr>
          <p:spPr>
            <a:xfrm>
              <a:off x="3363976" y="2596895"/>
              <a:ext cx="3414395" cy="1983739"/>
            </a:xfrm>
            <a:custGeom>
              <a:rect b="b" l="l" r="r" t="t"/>
              <a:pathLst>
                <a:path extrusionOk="0" h="1983739" w="3414395">
                  <a:moveTo>
                    <a:pt x="3414395" y="1920240"/>
                  </a:moveTo>
                  <a:lnTo>
                    <a:pt x="3401695" y="1913890"/>
                  </a:lnTo>
                  <a:lnTo>
                    <a:pt x="3287395" y="1856740"/>
                  </a:lnTo>
                  <a:lnTo>
                    <a:pt x="3333115" y="1913890"/>
                  </a:lnTo>
                  <a:lnTo>
                    <a:pt x="69850" y="1913890"/>
                  </a:lnTo>
                  <a:lnTo>
                    <a:pt x="69850" y="81280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50" y="81280"/>
                  </a:lnTo>
                  <a:lnTo>
                    <a:pt x="57150" y="1921129"/>
                  </a:lnTo>
                  <a:lnTo>
                    <a:pt x="63500" y="1921129"/>
                  </a:lnTo>
                  <a:lnTo>
                    <a:pt x="63500" y="1926590"/>
                  </a:lnTo>
                  <a:lnTo>
                    <a:pt x="3333115" y="1926590"/>
                  </a:lnTo>
                  <a:lnTo>
                    <a:pt x="3287395" y="1983740"/>
                  </a:lnTo>
                  <a:lnTo>
                    <a:pt x="3401695" y="1926590"/>
                  </a:lnTo>
                  <a:lnTo>
                    <a:pt x="3414395" y="1920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86" name="Google Shape;1186;p58"/>
          <p:cNvSpPr txBox="1"/>
          <p:nvPr/>
        </p:nvSpPr>
        <p:spPr>
          <a:xfrm>
            <a:off x="2790444" y="1917192"/>
            <a:ext cx="4320540" cy="309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795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 = 10, 𝑝 = 0.7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7" name="Google Shape;1187;p58"/>
          <p:cNvGrpSpPr/>
          <p:nvPr/>
        </p:nvGrpSpPr>
        <p:grpSpPr>
          <a:xfrm>
            <a:off x="3118104" y="2833116"/>
            <a:ext cx="3544823" cy="1966722"/>
            <a:chOff x="3118104" y="2833116"/>
            <a:chExt cx="3544823" cy="1966722"/>
          </a:xfrm>
        </p:grpSpPr>
        <p:sp>
          <p:nvSpPr>
            <p:cNvPr id="1188" name="Google Shape;1188;p58"/>
            <p:cNvSpPr/>
            <p:nvPr/>
          </p:nvSpPr>
          <p:spPr>
            <a:xfrm>
              <a:off x="3425952" y="4520183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8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58"/>
            <p:cNvSpPr/>
            <p:nvPr/>
          </p:nvSpPr>
          <p:spPr>
            <a:xfrm>
              <a:off x="3393948" y="4657344"/>
              <a:ext cx="61722" cy="14249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58"/>
            <p:cNvSpPr/>
            <p:nvPr/>
          </p:nvSpPr>
          <p:spPr>
            <a:xfrm>
              <a:off x="4061460" y="4520183"/>
              <a:ext cx="2536190" cy="70485"/>
            </a:xfrm>
            <a:custGeom>
              <a:rect b="b" l="l" r="r" t="t"/>
              <a:pathLst>
                <a:path extrusionOk="0" h="70485" w="2536190">
                  <a:moveTo>
                    <a:pt x="0" y="70358"/>
                  </a:moveTo>
                  <a:lnTo>
                    <a:pt x="0" y="0"/>
                  </a:lnTo>
                </a:path>
                <a:path extrusionOk="0" h="70485" w="2536190">
                  <a:moveTo>
                    <a:pt x="633984" y="70358"/>
                  </a:moveTo>
                  <a:lnTo>
                    <a:pt x="633984" y="0"/>
                  </a:lnTo>
                </a:path>
                <a:path extrusionOk="0" h="70485" w="2536190">
                  <a:moveTo>
                    <a:pt x="1267967" y="70358"/>
                  </a:moveTo>
                  <a:lnTo>
                    <a:pt x="1267967" y="0"/>
                  </a:lnTo>
                </a:path>
                <a:path extrusionOk="0" h="70485" w="2536190">
                  <a:moveTo>
                    <a:pt x="1901952" y="70358"/>
                  </a:moveTo>
                  <a:lnTo>
                    <a:pt x="1901952" y="0"/>
                  </a:lnTo>
                </a:path>
                <a:path extrusionOk="0" h="70485" w="2536190">
                  <a:moveTo>
                    <a:pt x="2535936" y="70358"/>
                  </a:moveTo>
                  <a:lnTo>
                    <a:pt x="2535936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58"/>
            <p:cNvSpPr/>
            <p:nvPr/>
          </p:nvSpPr>
          <p:spPr>
            <a:xfrm>
              <a:off x="4027932" y="4657344"/>
              <a:ext cx="60198" cy="14249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58"/>
            <p:cNvSpPr/>
            <p:nvPr/>
          </p:nvSpPr>
          <p:spPr>
            <a:xfrm>
              <a:off x="4658868" y="4657344"/>
              <a:ext cx="66294" cy="14249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58"/>
            <p:cNvSpPr/>
            <p:nvPr/>
          </p:nvSpPr>
          <p:spPr>
            <a:xfrm>
              <a:off x="5297424" y="4657344"/>
              <a:ext cx="61722" cy="142494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58"/>
            <p:cNvSpPr/>
            <p:nvPr/>
          </p:nvSpPr>
          <p:spPr>
            <a:xfrm>
              <a:off x="5932932" y="4657344"/>
              <a:ext cx="61722" cy="14249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58"/>
            <p:cNvSpPr/>
            <p:nvPr/>
          </p:nvSpPr>
          <p:spPr>
            <a:xfrm>
              <a:off x="6545580" y="4657344"/>
              <a:ext cx="101346" cy="142494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58"/>
            <p:cNvSpPr/>
            <p:nvPr/>
          </p:nvSpPr>
          <p:spPr>
            <a:xfrm>
              <a:off x="3360420" y="2875788"/>
              <a:ext cx="70485" cy="1641475"/>
            </a:xfrm>
            <a:custGeom>
              <a:rect b="b" l="l" r="r" t="t"/>
              <a:pathLst>
                <a:path extrusionOk="0" h="1641475" w="70485">
                  <a:moveTo>
                    <a:pt x="0" y="1641348"/>
                  </a:moveTo>
                  <a:lnTo>
                    <a:pt x="70357" y="1641348"/>
                  </a:lnTo>
                </a:path>
                <a:path extrusionOk="0" h="1641475" w="70485">
                  <a:moveTo>
                    <a:pt x="0" y="1094232"/>
                  </a:moveTo>
                  <a:lnTo>
                    <a:pt x="70357" y="1094232"/>
                  </a:lnTo>
                </a:path>
                <a:path extrusionOk="0" h="1641475" w="70485">
                  <a:moveTo>
                    <a:pt x="0" y="547115"/>
                  </a:moveTo>
                  <a:lnTo>
                    <a:pt x="70357" y="547115"/>
                  </a:lnTo>
                </a:path>
                <a:path extrusionOk="0" h="1641475" w="70485">
                  <a:moveTo>
                    <a:pt x="0" y="0"/>
                  </a:moveTo>
                  <a:lnTo>
                    <a:pt x="7035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58"/>
            <p:cNvSpPr/>
            <p:nvPr/>
          </p:nvSpPr>
          <p:spPr>
            <a:xfrm>
              <a:off x="3221736" y="4445508"/>
              <a:ext cx="61722" cy="14249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8" name="Google Shape;1198;p58"/>
            <p:cNvSpPr/>
            <p:nvPr/>
          </p:nvSpPr>
          <p:spPr>
            <a:xfrm>
              <a:off x="3159252" y="3913632"/>
              <a:ext cx="125729" cy="14401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9" name="Google Shape;1199;p58"/>
            <p:cNvSpPr/>
            <p:nvPr/>
          </p:nvSpPr>
          <p:spPr>
            <a:xfrm>
              <a:off x="3125724" y="3352800"/>
              <a:ext cx="162305" cy="142494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0" name="Google Shape;1200;p58"/>
            <p:cNvSpPr/>
            <p:nvPr/>
          </p:nvSpPr>
          <p:spPr>
            <a:xfrm>
              <a:off x="3118104" y="2833116"/>
              <a:ext cx="165354" cy="142494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1" name="Google Shape;1201;p58"/>
            <p:cNvSpPr/>
            <p:nvPr/>
          </p:nvSpPr>
          <p:spPr>
            <a:xfrm>
              <a:off x="5605272" y="2997708"/>
              <a:ext cx="105155" cy="105155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2" name="Google Shape;1202;p58"/>
            <p:cNvSpPr/>
            <p:nvPr/>
          </p:nvSpPr>
          <p:spPr>
            <a:xfrm>
              <a:off x="5925311" y="3176016"/>
              <a:ext cx="103632" cy="10668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3" name="Google Shape;1203;p58"/>
            <p:cNvSpPr/>
            <p:nvPr/>
          </p:nvSpPr>
          <p:spPr>
            <a:xfrm>
              <a:off x="6239255" y="3800855"/>
              <a:ext cx="103632" cy="105156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4" name="Google Shape;1204;p58"/>
            <p:cNvSpPr/>
            <p:nvPr/>
          </p:nvSpPr>
          <p:spPr>
            <a:xfrm>
              <a:off x="6557772" y="4314444"/>
              <a:ext cx="105155" cy="10668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5" name="Google Shape;1205;p58"/>
            <p:cNvSpPr/>
            <p:nvPr/>
          </p:nvSpPr>
          <p:spPr>
            <a:xfrm>
              <a:off x="5291327" y="3363468"/>
              <a:ext cx="103632" cy="10668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6" name="Google Shape;1206;p58"/>
            <p:cNvSpPr/>
            <p:nvPr/>
          </p:nvSpPr>
          <p:spPr>
            <a:xfrm>
              <a:off x="4966716" y="3901440"/>
              <a:ext cx="105156" cy="106680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7" name="Google Shape;1207;p58"/>
            <p:cNvSpPr/>
            <p:nvPr/>
          </p:nvSpPr>
          <p:spPr>
            <a:xfrm>
              <a:off x="4643628" y="4267200"/>
              <a:ext cx="103632" cy="10668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8" name="Google Shape;1208;p58"/>
            <p:cNvSpPr/>
            <p:nvPr/>
          </p:nvSpPr>
          <p:spPr>
            <a:xfrm>
              <a:off x="4329684" y="4418076"/>
              <a:ext cx="103631" cy="10668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58"/>
            <p:cNvSpPr/>
            <p:nvPr/>
          </p:nvSpPr>
          <p:spPr>
            <a:xfrm>
              <a:off x="4009644" y="4460748"/>
              <a:ext cx="105410" cy="106680"/>
            </a:xfrm>
            <a:custGeom>
              <a:rect b="b" l="l" r="r" t="t"/>
              <a:pathLst>
                <a:path extrusionOk="0" h="106679" w="105410">
                  <a:moveTo>
                    <a:pt x="52577" y="0"/>
                  </a:moveTo>
                  <a:lnTo>
                    <a:pt x="32093" y="4191"/>
                  </a:lnTo>
                  <a:lnTo>
                    <a:pt x="15382" y="15621"/>
                  </a:lnTo>
                  <a:lnTo>
                    <a:pt x="4125" y="32575"/>
                  </a:lnTo>
                  <a:lnTo>
                    <a:pt x="0" y="53339"/>
                  </a:lnTo>
                  <a:lnTo>
                    <a:pt x="4125" y="74104"/>
                  </a:lnTo>
                  <a:lnTo>
                    <a:pt x="15382" y="91058"/>
                  </a:lnTo>
                  <a:lnTo>
                    <a:pt x="32093" y="102488"/>
                  </a:lnTo>
                  <a:lnTo>
                    <a:pt x="52577" y="106679"/>
                  </a:lnTo>
                  <a:lnTo>
                    <a:pt x="73062" y="102488"/>
                  </a:lnTo>
                  <a:lnTo>
                    <a:pt x="89773" y="91058"/>
                  </a:lnTo>
                  <a:lnTo>
                    <a:pt x="101030" y="74104"/>
                  </a:lnTo>
                  <a:lnTo>
                    <a:pt x="105155" y="53339"/>
                  </a:lnTo>
                  <a:lnTo>
                    <a:pt x="101030" y="32575"/>
                  </a:lnTo>
                  <a:lnTo>
                    <a:pt x="89773" y="15620"/>
                  </a:lnTo>
                  <a:lnTo>
                    <a:pt x="73062" y="4190"/>
                  </a:lnTo>
                  <a:lnTo>
                    <a:pt x="52577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58"/>
            <p:cNvSpPr/>
            <p:nvPr/>
          </p:nvSpPr>
          <p:spPr>
            <a:xfrm>
              <a:off x="3700272" y="4480560"/>
              <a:ext cx="105155" cy="105156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58"/>
            <p:cNvSpPr/>
            <p:nvPr/>
          </p:nvSpPr>
          <p:spPr>
            <a:xfrm>
              <a:off x="3386328" y="4454652"/>
              <a:ext cx="104139" cy="106680"/>
            </a:xfrm>
            <a:custGeom>
              <a:rect b="b" l="l" r="r" t="t"/>
              <a:pathLst>
                <a:path extrusionOk="0" h="106679" w="104139">
                  <a:moveTo>
                    <a:pt x="51816" y="0"/>
                  </a:moveTo>
                  <a:lnTo>
                    <a:pt x="31664" y="4191"/>
                  </a:lnTo>
                  <a:lnTo>
                    <a:pt x="15192" y="15621"/>
                  </a:lnTo>
                  <a:lnTo>
                    <a:pt x="4077" y="32575"/>
                  </a:lnTo>
                  <a:lnTo>
                    <a:pt x="0" y="53340"/>
                  </a:lnTo>
                  <a:lnTo>
                    <a:pt x="4077" y="74104"/>
                  </a:lnTo>
                  <a:lnTo>
                    <a:pt x="15192" y="91059"/>
                  </a:lnTo>
                  <a:lnTo>
                    <a:pt x="31664" y="102489"/>
                  </a:lnTo>
                  <a:lnTo>
                    <a:pt x="51816" y="106680"/>
                  </a:lnTo>
                  <a:lnTo>
                    <a:pt x="71967" y="102488"/>
                  </a:lnTo>
                  <a:lnTo>
                    <a:pt x="88439" y="91058"/>
                  </a:lnTo>
                  <a:lnTo>
                    <a:pt x="99554" y="74104"/>
                  </a:lnTo>
                  <a:lnTo>
                    <a:pt x="103632" y="53340"/>
                  </a:lnTo>
                  <a:lnTo>
                    <a:pt x="99554" y="32575"/>
                  </a:lnTo>
                  <a:lnTo>
                    <a:pt x="88439" y="15620"/>
                  </a:lnTo>
                  <a:lnTo>
                    <a:pt x="71967" y="4190"/>
                  </a:lnTo>
                  <a:lnTo>
                    <a:pt x="51816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12" name="Google Shape;1212;p58"/>
          <p:cNvSpPr/>
          <p:nvPr/>
        </p:nvSpPr>
        <p:spPr>
          <a:xfrm>
            <a:off x="554736" y="1449324"/>
            <a:ext cx="3102102" cy="189737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59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8" name="Google Shape;1218;p5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9" name="Google Shape;1219;p5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0" name="Google Shape;1220;p59"/>
          <p:cNvSpPr txBox="1"/>
          <p:nvPr>
            <p:ph type="title"/>
          </p:nvPr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1.4. Discrete Probability Distribution</a:t>
            </a:r>
            <a:endParaRPr/>
          </a:p>
        </p:txBody>
      </p:sp>
      <p:sp>
        <p:nvSpPr>
          <p:cNvPr id="1221" name="Google Shape;1221;p59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22" name="Google Shape;1222;p59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3" name="Google Shape;1223;p59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24" name="Google Shape;1224;p59"/>
          <p:cNvSpPr/>
          <p:nvPr/>
        </p:nvSpPr>
        <p:spPr>
          <a:xfrm>
            <a:off x="1223772" y="1821167"/>
            <a:ext cx="4165854" cy="453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5" name="Google Shape;1225;p59"/>
          <p:cNvSpPr/>
          <p:nvPr/>
        </p:nvSpPr>
        <p:spPr>
          <a:xfrm>
            <a:off x="554736" y="1449324"/>
            <a:ext cx="310210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226" name="Google Shape;1226;p59"/>
          <p:cNvGrpSpPr/>
          <p:nvPr/>
        </p:nvGrpSpPr>
        <p:grpSpPr>
          <a:xfrm>
            <a:off x="2487167" y="2564892"/>
            <a:ext cx="4711065" cy="501650"/>
            <a:chOff x="2487167" y="2564892"/>
            <a:chExt cx="4711065" cy="501650"/>
          </a:xfrm>
        </p:grpSpPr>
        <p:sp>
          <p:nvSpPr>
            <p:cNvPr id="1227" name="Google Shape;1227;p59"/>
            <p:cNvSpPr/>
            <p:nvPr/>
          </p:nvSpPr>
          <p:spPr>
            <a:xfrm>
              <a:off x="2487167" y="2564892"/>
              <a:ext cx="4711065" cy="501650"/>
            </a:xfrm>
            <a:custGeom>
              <a:rect b="b" l="l" r="r" t="t"/>
              <a:pathLst>
                <a:path extrusionOk="0" h="501650" w="4711065">
                  <a:moveTo>
                    <a:pt x="4710683" y="0"/>
                  </a:moveTo>
                  <a:lnTo>
                    <a:pt x="0" y="0"/>
                  </a:lnTo>
                  <a:lnTo>
                    <a:pt x="0" y="501396"/>
                  </a:lnTo>
                  <a:lnTo>
                    <a:pt x="4710683" y="501396"/>
                  </a:lnTo>
                  <a:lnTo>
                    <a:pt x="471068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8" name="Google Shape;1228;p59"/>
            <p:cNvSpPr/>
            <p:nvPr/>
          </p:nvSpPr>
          <p:spPr>
            <a:xfrm>
              <a:off x="2801238" y="2766187"/>
              <a:ext cx="216408" cy="1651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29" name="Google Shape;1229;p59"/>
          <p:cNvSpPr txBox="1"/>
          <p:nvPr/>
        </p:nvSpPr>
        <p:spPr>
          <a:xfrm>
            <a:off x="2671572" y="2707639"/>
            <a:ext cx="5562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0 =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59"/>
          <p:cNvSpPr/>
          <p:nvPr/>
        </p:nvSpPr>
        <p:spPr>
          <a:xfrm>
            <a:off x="3279399" y="2701544"/>
            <a:ext cx="243204" cy="294005"/>
          </a:xfrm>
          <a:custGeom>
            <a:rect b="b" l="l" r="r" t="t"/>
            <a:pathLst>
              <a:path extrusionOk="0" h="294005" w="243204">
                <a:moveTo>
                  <a:pt x="179191" y="0"/>
                </a:moveTo>
                <a:lnTo>
                  <a:pt x="176397" y="6857"/>
                </a:lnTo>
                <a:lnTo>
                  <a:pt x="187325" y="15809"/>
                </a:lnTo>
                <a:lnTo>
                  <a:pt x="197051" y="27416"/>
                </a:lnTo>
                <a:lnTo>
                  <a:pt x="218607" y="77789"/>
                </a:lnTo>
                <a:lnTo>
                  <a:pt x="225223" y="122037"/>
                </a:lnTo>
                <a:lnTo>
                  <a:pt x="226054" y="147065"/>
                </a:lnTo>
                <a:lnTo>
                  <a:pt x="225241" y="171711"/>
                </a:lnTo>
                <a:lnTo>
                  <a:pt x="218660" y="215717"/>
                </a:lnTo>
                <a:lnTo>
                  <a:pt x="205633" y="252122"/>
                </a:lnTo>
                <a:lnTo>
                  <a:pt x="176397" y="287019"/>
                </a:lnTo>
                <a:lnTo>
                  <a:pt x="179191" y="294004"/>
                </a:lnTo>
                <a:lnTo>
                  <a:pt x="216160" y="257929"/>
                </a:lnTo>
                <a:lnTo>
                  <a:pt x="233047" y="218805"/>
                </a:lnTo>
                <a:lnTo>
                  <a:pt x="241620" y="172513"/>
                </a:lnTo>
                <a:lnTo>
                  <a:pt x="242691" y="146938"/>
                </a:lnTo>
                <a:lnTo>
                  <a:pt x="241620" y="121219"/>
                </a:lnTo>
                <a:lnTo>
                  <a:pt x="233047" y="74876"/>
                </a:lnTo>
                <a:lnTo>
                  <a:pt x="216160" y="36040"/>
                </a:lnTo>
                <a:lnTo>
                  <a:pt x="193006" y="8901"/>
                </a:lnTo>
                <a:lnTo>
                  <a:pt x="179191" y="0"/>
                </a:lnTo>
                <a:close/>
              </a:path>
              <a:path extrusionOk="0" h="294005" w="243204">
                <a:moveTo>
                  <a:pt x="63494" y="0"/>
                </a:moveTo>
                <a:lnTo>
                  <a:pt x="26579" y="36040"/>
                </a:lnTo>
                <a:lnTo>
                  <a:pt x="9692" y="74876"/>
                </a:lnTo>
                <a:lnTo>
                  <a:pt x="1068" y="121219"/>
                </a:lnTo>
                <a:lnTo>
                  <a:pt x="0" y="147065"/>
                </a:lnTo>
                <a:lnTo>
                  <a:pt x="1068" y="172513"/>
                </a:lnTo>
                <a:lnTo>
                  <a:pt x="9692" y="218805"/>
                </a:lnTo>
                <a:lnTo>
                  <a:pt x="26579" y="257929"/>
                </a:lnTo>
                <a:lnTo>
                  <a:pt x="63494" y="294004"/>
                </a:lnTo>
                <a:lnTo>
                  <a:pt x="66415" y="287019"/>
                </a:lnTo>
                <a:lnTo>
                  <a:pt x="55342" y="278118"/>
                </a:lnTo>
                <a:lnTo>
                  <a:pt x="45555" y="266477"/>
                </a:lnTo>
                <a:lnTo>
                  <a:pt x="24079" y="215717"/>
                </a:lnTo>
                <a:lnTo>
                  <a:pt x="17463" y="171711"/>
                </a:lnTo>
                <a:lnTo>
                  <a:pt x="16635" y="146938"/>
                </a:lnTo>
                <a:lnTo>
                  <a:pt x="17465" y="122037"/>
                </a:lnTo>
                <a:lnTo>
                  <a:pt x="24132" y="77789"/>
                </a:lnTo>
                <a:lnTo>
                  <a:pt x="37179" y="41665"/>
                </a:lnTo>
                <a:lnTo>
                  <a:pt x="66415" y="6857"/>
                </a:lnTo>
                <a:lnTo>
                  <a:pt x="63494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1" name="Google Shape;1231;p59"/>
          <p:cNvSpPr txBox="1"/>
          <p:nvPr/>
        </p:nvSpPr>
        <p:spPr>
          <a:xfrm>
            <a:off x="3351529" y="2614676"/>
            <a:ext cx="111760" cy="4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1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59"/>
          <p:cNvSpPr/>
          <p:nvPr/>
        </p:nvSpPr>
        <p:spPr>
          <a:xfrm>
            <a:off x="3898519" y="2766186"/>
            <a:ext cx="660400" cy="165100"/>
          </a:xfrm>
          <a:custGeom>
            <a:rect b="b" l="l" r="r" t="t"/>
            <a:pathLst>
              <a:path extrusionOk="0" h="165100" w="660400">
                <a:moveTo>
                  <a:pt x="607186" y="0"/>
                </a:moveTo>
                <a:lnTo>
                  <a:pt x="604901" y="6603"/>
                </a:lnTo>
                <a:lnTo>
                  <a:pt x="614426" y="10798"/>
                </a:lnTo>
                <a:lnTo>
                  <a:pt x="622617" y="16541"/>
                </a:lnTo>
                <a:lnTo>
                  <a:pt x="642365" y="54784"/>
                </a:lnTo>
                <a:lnTo>
                  <a:pt x="644778" y="81661"/>
                </a:lnTo>
                <a:lnTo>
                  <a:pt x="644161" y="96234"/>
                </a:lnTo>
                <a:lnTo>
                  <a:pt x="629479" y="141027"/>
                </a:lnTo>
                <a:lnTo>
                  <a:pt x="605154" y="158368"/>
                </a:lnTo>
                <a:lnTo>
                  <a:pt x="607186" y="165100"/>
                </a:lnTo>
                <a:lnTo>
                  <a:pt x="646302" y="136271"/>
                </a:lnTo>
                <a:lnTo>
                  <a:pt x="659036" y="97748"/>
                </a:lnTo>
                <a:lnTo>
                  <a:pt x="659891" y="82550"/>
                </a:lnTo>
                <a:lnTo>
                  <a:pt x="659034" y="67407"/>
                </a:lnTo>
                <a:lnTo>
                  <a:pt x="646176" y="28955"/>
                </a:lnTo>
                <a:lnTo>
                  <a:pt x="619136" y="4310"/>
                </a:lnTo>
                <a:lnTo>
                  <a:pt x="607186" y="0"/>
                </a:lnTo>
                <a:close/>
              </a:path>
              <a:path extrusionOk="0" h="165100" w="660400">
                <a:moveTo>
                  <a:pt x="52704" y="0"/>
                </a:moveTo>
                <a:lnTo>
                  <a:pt x="13588" y="28955"/>
                </a:lnTo>
                <a:lnTo>
                  <a:pt x="855" y="67407"/>
                </a:lnTo>
                <a:lnTo>
                  <a:pt x="0" y="82550"/>
                </a:lnTo>
                <a:lnTo>
                  <a:pt x="855" y="97748"/>
                </a:lnTo>
                <a:lnTo>
                  <a:pt x="13588" y="136271"/>
                </a:lnTo>
                <a:lnTo>
                  <a:pt x="52704" y="165100"/>
                </a:lnTo>
                <a:lnTo>
                  <a:pt x="54736" y="158368"/>
                </a:lnTo>
                <a:lnTo>
                  <a:pt x="45358" y="154223"/>
                </a:lnTo>
                <a:lnTo>
                  <a:pt x="37242" y="148447"/>
                </a:lnTo>
                <a:lnTo>
                  <a:pt x="17462" y="109474"/>
                </a:lnTo>
                <a:lnTo>
                  <a:pt x="14985" y="81661"/>
                </a:lnTo>
                <a:lnTo>
                  <a:pt x="15605" y="67609"/>
                </a:lnTo>
                <a:lnTo>
                  <a:pt x="30416" y="23856"/>
                </a:lnTo>
                <a:lnTo>
                  <a:pt x="54990" y="6603"/>
                </a:lnTo>
                <a:lnTo>
                  <a:pt x="52704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3" name="Google Shape;1233;p59"/>
          <p:cNvSpPr txBox="1"/>
          <p:nvPr/>
        </p:nvSpPr>
        <p:spPr>
          <a:xfrm>
            <a:off x="3541014" y="2707639"/>
            <a:ext cx="99758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1 − 0.2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59"/>
          <p:cNvSpPr txBox="1"/>
          <p:nvPr/>
        </p:nvSpPr>
        <p:spPr>
          <a:xfrm>
            <a:off x="4584953" y="2642107"/>
            <a:ext cx="49403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5−0 </a:t>
            </a:r>
            <a:r>
              <a:rPr baseline="-25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aseline="-25000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59"/>
          <p:cNvSpPr/>
          <p:nvPr/>
        </p:nvSpPr>
        <p:spPr>
          <a:xfrm>
            <a:off x="5089778" y="2841625"/>
            <a:ext cx="367665" cy="12700"/>
          </a:xfrm>
          <a:custGeom>
            <a:rect b="b" l="l" r="r" t="t"/>
            <a:pathLst>
              <a:path extrusionOk="0" h="12700" w="367664">
                <a:moveTo>
                  <a:pt x="367284" y="0"/>
                </a:moveTo>
                <a:lnTo>
                  <a:pt x="0" y="0"/>
                </a:lnTo>
                <a:lnTo>
                  <a:pt x="0" y="12191"/>
                </a:lnTo>
                <a:lnTo>
                  <a:pt x="367284" y="12191"/>
                </a:lnTo>
                <a:lnTo>
                  <a:pt x="367284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6" name="Google Shape;1236;p59"/>
          <p:cNvSpPr txBox="1"/>
          <p:nvPr/>
        </p:nvSpPr>
        <p:spPr>
          <a:xfrm>
            <a:off x="5065014" y="2572004"/>
            <a:ext cx="1988820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3335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5!	</a:t>
            </a:r>
            <a:r>
              <a:rPr baseline="-25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	5</a:t>
            </a:r>
            <a:endParaRPr baseline="-25000" sz="1500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654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0! 5!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0.8	= 0.8	= 0.328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60"/>
          <p:cNvSpPr/>
          <p:nvPr/>
        </p:nvSpPr>
        <p:spPr>
          <a:xfrm>
            <a:off x="9355949" y="6524434"/>
            <a:ext cx="8903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2" name="Google Shape;1242;p6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3" name="Google Shape;1243;p6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4" name="Google Shape;1244;p60"/>
          <p:cNvSpPr txBox="1"/>
          <p:nvPr>
            <p:ph type="title"/>
          </p:nvPr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1.4. Discrete Probability Distribution</a:t>
            </a:r>
            <a:endParaRPr/>
          </a:p>
        </p:txBody>
      </p:sp>
      <p:sp>
        <p:nvSpPr>
          <p:cNvPr id="1245" name="Google Shape;1245;p60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46" name="Google Shape;1246;p60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7" name="Google Shape;1247;p60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8" name="Google Shape;1248;p60"/>
          <p:cNvSpPr/>
          <p:nvPr/>
        </p:nvSpPr>
        <p:spPr>
          <a:xfrm>
            <a:off x="1223772" y="1821167"/>
            <a:ext cx="4165854" cy="46102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9" name="Google Shape;1249;p60"/>
          <p:cNvSpPr/>
          <p:nvPr/>
        </p:nvSpPr>
        <p:spPr>
          <a:xfrm>
            <a:off x="554736" y="1449324"/>
            <a:ext cx="310210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250" name="Google Shape;1250;p60"/>
          <p:cNvGrpSpPr/>
          <p:nvPr/>
        </p:nvGrpSpPr>
        <p:grpSpPr>
          <a:xfrm>
            <a:off x="1792223" y="2564892"/>
            <a:ext cx="6101080" cy="501650"/>
            <a:chOff x="1792223" y="2564892"/>
            <a:chExt cx="6101080" cy="501650"/>
          </a:xfrm>
        </p:grpSpPr>
        <p:sp>
          <p:nvSpPr>
            <p:cNvPr id="1251" name="Google Shape;1251;p60"/>
            <p:cNvSpPr/>
            <p:nvPr/>
          </p:nvSpPr>
          <p:spPr>
            <a:xfrm>
              <a:off x="1792223" y="2564892"/>
              <a:ext cx="6101080" cy="501650"/>
            </a:xfrm>
            <a:custGeom>
              <a:rect b="b" l="l" r="r" t="t"/>
              <a:pathLst>
                <a:path extrusionOk="0" h="501650" w="6101080">
                  <a:moveTo>
                    <a:pt x="6100572" y="0"/>
                  </a:moveTo>
                  <a:lnTo>
                    <a:pt x="0" y="0"/>
                  </a:lnTo>
                  <a:lnTo>
                    <a:pt x="0" y="501396"/>
                  </a:lnTo>
                  <a:lnTo>
                    <a:pt x="6100572" y="501396"/>
                  </a:lnTo>
                  <a:lnTo>
                    <a:pt x="610057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60"/>
            <p:cNvSpPr/>
            <p:nvPr/>
          </p:nvSpPr>
          <p:spPr>
            <a:xfrm>
              <a:off x="2117089" y="2766187"/>
              <a:ext cx="216408" cy="1651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53" name="Google Shape;1253;p60"/>
          <p:cNvSpPr txBox="1"/>
          <p:nvPr/>
        </p:nvSpPr>
        <p:spPr>
          <a:xfrm>
            <a:off x="1987295" y="2707639"/>
            <a:ext cx="5562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2 =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60"/>
          <p:cNvSpPr/>
          <p:nvPr/>
        </p:nvSpPr>
        <p:spPr>
          <a:xfrm>
            <a:off x="2595250" y="2701544"/>
            <a:ext cx="243204" cy="294005"/>
          </a:xfrm>
          <a:custGeom>
            <a:rect b="b" l="l" r="r" t="t"/>
            <a:pathLst>
              <a:path extrusionOk="0" h="294005" w="243205">
                <a:moveTo>
                  <a:pt x="179064" y="0"/>
                </a:moveTo>
                <a:lnTo>
                  <a:pt x="176397" y="6857"/>
                </a:lnTo>
                <a:lnTo>
                  <a:pt x="187323" y="15809"/>
                </a:lnTo>
                <a:lnTo>
                  <a:pt x="197035" y="27416"/>
                </a:lnTo>
                <a:lnTo>
                  <a:pt x="218553" y="77789"/>
                </a:lnTo>
                <a:lnTo>
                  <a:pt x="225221" y="122037"/>
                </a:lnTo>
                <a:lnTo>
                  <a:pt x="226054" y="147065"/>
                </a:lnTo>
                <a:lnTo>
                  <a:pt x="225223" y="171711"/>
                </a:lnTo>
                <a:lnTo>
                  <a:pt x="218607" y="215717"/>
                </a:lnTo>
                <a:lnTo>
                  <a:pt x="205633" y="252122"/>
                </a:lnTo>
                <a:lnTo>
                  <a:pt x="176397" y="287019"/>
                </a:lnTo>
                <a:lnTo>
                  <a:pt x="179064" y="294004"/>
                </a:lnTo>
                <a:lnTo>
                  <a:pt x="216158" y="257929"/>
                </a:lnTo>
                <a:lnTo>
                  <a:pt x="233047" y="218805"/>
                </a:lnTo>
                <a:lnTo>
                  <a:pt x="241620" y="172513"/>
                </a:lnTo>
                <a:lnTo>
                  <a:pt x="242691" y="146938"/>
                </a:lnTo>
                <a:lnTo>
                  <a:pt x="241620" y="121219"/>
                </a:lnTo>
                <a:lnTo>
                  <a:pt x="233047" y="74876"/>
                </a:lnTo>
                <a:lnTo>
                  <a:pt x="216158" y="36040"/>
                </a:lnTo>
                <a:lnTo>
                  <a:pt x="192953" y="8901"/>
                </a:lnTo>
                <a:lnTo>
                  <a:pt x="179064" y="0"/>
                </a:lnTo>
                <a:close/>
              </a:path>
              <a:path extrusionOk="0" h="294005" w="243205">
                <a:moveTo>
                  <a:pt x="63494" y="0"/>
                </a:moveTo>
                <a:lnTo>
                  <a:pt x="26525" y="36040"/>
                </a:lnTo>
                <a:lnTo>
                  <a:pt x="9638" y="74876"/>
                </a:lnTo>
                <a:lnTo>
                  <a:pt x="1066" y="121219"/>
                </a:lnTo>
                <a:lnTo>
                  <a:pt x="0" y="147065"/>
                </a:lnTo>
                <a:lnTo>
                  <a:pt x="1066" y="172513"/>
                </a:lnTo>
                <a:lnTo>
                  <a:pt x="9638" y="218805"/>
                </a:lnTo>
                <a:lnTo>
                  <a:pt x="26525" y="257929"/>
                </a:lnTo>
                <a:lnTo>
                  <a:pt x="63494" y="294004"/>
                </a:lnTo>
                <a:lnTo>
                  <a:pt x="66288" y="287019"/>
                </a:lnTo>
                <a:lnTo>
                  <a:pt x="55215" y="278118"/>
                </a:lnTo>
                <a:lnTo>
                  <a:pt x="45428" y="266477"/>
                </a:lnTo>
                <a:lnTo>
                  <a:pt x="23971" y="215717"/>
                </a:lnTo>
                <a:lnTo>
                  <a:pt x="17443" y="171711"/>
                </a:lnTo>
                <a:lnTo>
                  <a:pt x="16635" y="146938"/>
                </a:lnTo>
                <a:lnTo>
                  <a:pt x="17463" y="122037"/>
                </a:lnTo>
                <a:lnTo>
                  <a:pt x="24079" y="77789"/>
                </a:lnTo>
                <a:lnTo>
                  <a:pt x="37124" y="41665"/>
                </a:lnTo>
                <a:lnTo>
                  <a:pt x="66288" y="6857"/>
                </a:lnTo>
                <a:lnTo>
                  <a:pt x="63494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5" name="Google Shape;1255;p60"/>
          <p:cNvSpPr txBox="1"/>
          <p:nvPr/>
        </p:nvSpPr>
        <p:spPr>
          <a:xfrm>
            <a:off x="2667254" y="2614676"/>
            <a:ext cx="111760" cy="44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60"/>
          <p:cNvSpPr/>
          <p:nvPr/>
        </p:nvSpPr>
        <p:spPr>
          <a:xfrm>
            <a:off x="3214370" y="2766186"/>
            <a:ext cx="661670" cy="165100"/>
          </a:xfrm>
          <a:custGeom>
            <a:rect b="b" l="l" r="r" t="t"/>
            <a:pathLst>
              <a:path extrusionOk="0" h="165100" w="661670">
                <a:moveTo>
                  <a:pt x="608710" y="0"/>
                </a:moveTo>
                <a:lnTo>
                  <a:pt x="606297" y="6603"/>
                </a:lnTo>
                <a:lnTo>
                  <a:pt x="615896" y="10798"/>
                </a:lnTo>
                <a:lnTo>
                  <a:pt x="624125" y="16541"/>
                </a:lnTo>
                <a:lnTo>
                  <a:pt x="643842" y="54784"/>
                </a:lnTo>
                <a:lnTo>
                  <a:pt x="646303" y="81661"/>
                </a:lnTo>
                <a:lnTo>
                  <a:pt x="645685" y="96234"/>
                </a:lnTo>
                <a:lnTo>
                  <a:pt x="630947" y="141027"/>
                </a:lnTo>
                <a:lnTo>
                  <a:pt x="606552" y="158368"/>
                </a:lnTo>
                <a:lnTo>
                  <a:pt x="608710" y="165100"/>
                </a:lnTo>
                <a:lnTo>
                  <a:pt x="647827" y="136271"/>
                </a:lnTo>
                <a:lnTo>
                  <a:pt x="660560" y="97748"/>
                </a:lnTo>
                <a:lnTo>
                  <a:pt x="661416" y="82550"/>
                </a:lnTo>
                <a:lnTo>
                  <a:pt x="660558" y="67407"/>
                </a:lnTo>
                <a:lnTo>
                  <a:pt x="647700" y="28955"/>
                </a:lnTo>
                <a:lnTo>
                  <a:pt x="620660" y="4310"/>
                </a:lnTo>
                <a:lnTo>
                  <a:pt x="608710" y="0"/>
                </a:lnTo>
                <a:close/>
              </a:path>
              <a:path extrusionOk="0" h="165100" w="661670">
                <a:moveTo>
                  <a:pt x="52578" y="0"/>
                </a:moveTo>
                <a:lnTo>
                  <a:pt x="13588" y="28955"/>
                </a:lnTo>
                <a:lnTo>
                  <a:pt x="837" y="67407"/>
                </a:lnTo>
                <a:lnTo>
                  <a:pt x="0" y="82550"/>
                </a:lnTo>
                <a:lnTo>
                  <a:pt x="837" y="97748"/>
                </a:lnTo>
                <a:lnTo>
                  <a:pt x="13588" y="136271"/>
                </a:lnTo>
                <a:lnTo>
                  <a:pt x="52578" y="165100"/>
                </a:lnTo>
                <a:lnTo>
                  <a:pt x="54737" y="158368"/>
                </a:lnTo>
                <a:lnTo>
                  <a:pt x="45303" y="154223"/>
                </a:lnTo>
                <a:lnTo>
                  <a:pt x="37179" y="148447"/>
                </a:lnTo>
                <a:lnTo>
                  <a:pt x="17446" y="109474"/>
                </a:lnTo>
                <a:lnTo>
                  <a:pt x="14986" y="81661"/>
                </a:lnTo>
                <a:lnTo>
                  <a:pt x="15603" y="67609"/>
                </a:lnTo>
                <a:lnTo>
                  <a:pt x="30362" y="23856"/>
                </a:lnTo>
                <a:lnTo>
                  <a:pt x="54991" y="6603"/>
                </a:lnTo>
                <a:lnTo>
                  <a:pt x="52578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7" name="Google Shape;1257;p60"/>
          <p:cNvSpPr txBox="1"/>
          <p:nvPr/>
        </p:nvSpPr>
        <p:spPr>
          <a:xfrm>
            <a:off x="2856738" y="2707639"/>
            <a:ext cx="99949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1 − 0.2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60"/>
          <p:cNvSpPr txBox="1"/>
          <p:nvPr/>
        </p:nvSpPr>
        <p:spPr>
          <a:xfrm>
            <a:off x="3900678" y="2642107"/>
            <a:ext cx="495934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5−2 </a:t>
            </a:r>
            <a:r>
              <a:rPr baseline="-25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aseline="-25000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60"/>
          <p:cNvSpPr/>
          <p:nvPr/>
        </p:nvSpPr>
        <p:spPr>
          <a:xfrm>
            <a:off x="4407153" y="2841625"/>
            <a:ext cx="327660" cy="12700"/>
          </a:xfrm>
          <a:custGeom>
            <a:rect b="b" l="l" r="r" t="t"/>
            <a:pathLst>
              <a:path extrusionOk="0" h="12700" w="327660">
                <a:moveTo>
                  <a:pt x="327660" y="0"/>
                </a:moveTo>
                <a:lnTo>
                  <a:pt x="0" y="0"/>
                </a:lnTo>
                <a:lnTo>
                  <a:pt x="0" y="12191"/>
                </a:lnTo>
                <a:lnTo>
                  <a:pt x="327660" y="12191"/>
                </a:lnTo>
                <a:lnTo>
                  <a:pt x="3276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0" name="Google Shape;1260;p60"/>
          <p:cNvSpPr txBox="1"/>
          <p:nvPr/>
        </p:nvSpPr>
        <p:spPr>
          <a:xfrm>
            <a:off x="4382261" y="2642107"/>
            <a:ext cx="3354704" cy="305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13664" marR="0" rtl="0" algn="l">
              <a:lnSpc>
                <a:spcPct val="52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5!	</a:t>
            </a: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3	2	3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52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2! 3! 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0.2 × 0.8	= 10 × 0.2 × 0.8	= 0.205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61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6" name="Google Shape;1266;p6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7" name="Google Shape;1267;p6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8" name="Google Shape;1268;p61"/>
          <p:cNvSpPr txBox="1"/>
          <p:nvPr>
            <p:ph type="title"/>
          </p:nvPr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1.4. Discrete Probability Distribution</a:t>
            </a:r>
            <a:endParaRPr/>
          </a:p>
        </p:txBody>
      </p:sp>
      <p:sp>
        <p:nvSpPr>
          <p:cNvPr id="1269" name="Google Shape;1269;p6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70" name="Google Shape;1270;p61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1" name="Google Shape;1271;p61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2" name="Google Shape;1272;p61"/>
          <p:cNvSpPr/>
          <p:nvPr/>
        </p:nvSpPr>
        <p:spPr>
          <a:xfrm>
            <a:off x="1223772" y="1821167"/>
            <a:ext cx="4165854" cy="46102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3" name="Google Shape;1273;p61"/>
          <p:cNvSpPr/>
          <p:nvPr/>
        </p:nvSpPr>
        <p:spPr>
          <a:xfrm>
            <a:off x="554736" y="1449324"/>
            <a:ext cx="310210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274" name="Google Shape;1274;p61"/>
          <p:cNvGrpSpPr/>
          <p:nvPr/>
        </p:nvGrpSpPr>
        <p:grpSpPr>
          <a:xfrm>
            <a:off x="1499616" y="2493264"/>
            <a:ext cx="6685915" cy="1833880"/>
            <a:chOff x="1499616" y="2493264"/>
            <a:chExt cx="6685915" cy="1833880"/>
          </a:xfrm>
        </p:grpSpPr>
        <p:sp>
          <p:nvSpPr>
            <p:cNvPr id="1275" name="Google Shape;1275;p61"/>
            <p:cNvSpPr/>
            <p:nvPr/>
          </p:nvSpPr>
          <p:spPr>
            <a:xfrm>
              <a:off x="1499616" y="2493264"/>
              <a:ext cx="6685915" cy="1833880"/>
            </a:xfrm>
            <a:custGeom>
              <a:rect b="b" l="l" r="r" t="t"/>
              <a:pathLst>
                <a:path extrusionOk="0" h="1833879" w="6685915">
                  <a:moveTo>
                    <a:pt x="6685788" y="0"/>
                  </a:moveTo>
                  <a:lnTo>
                    <a:pt x="0" y="0"/>
                  </a:lnTo>
                  <a:lnTo>
                    <a:pt x="0" y="1833372"/>
                  </a:lnTo>
                  <a:lnTo>
                    <a:pt x="6685788" y="1833372"/>
                  </a:lnTo>
                  <a:lnTo>
                    <a:pt x="668578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6" name="Google Shape;1276;p61"/>
            <p:cNvSpPr/>
            <p:nvPr/>
          </p:nvSpPr>
          <p:spPr>
            <a:xfrm>
              <a:off x="1773301" y="2587752"/>
              <a:ext cx="565785" cy="165735"/>
            </a:xfrm>
            <a:custGeom>
              <a:rect b="b" l="l" r="r" t="t"/>
              <a:pathLst>
                <a:path extrusionOk="0" h="165735" w="565785">
                  <a:moveTo>
                    <a:pt x="512825" y="0"/>
                  </a:moveTo>
                  <a:lnTo>
                    <a:pt x="510413" y="6731"/>
                  </a:lnTo>
                  <a:lnTo>
                    <a:pt x="519957" y="10872"/>
                  </a:lnTo>
                  <a:lnTo>
                    <a:pt x="528192" y="16621"/>
                  </a:lnTo>
                  <a:lnTo>
                    <a:pt x="547957" y="54864"/>
                  </a:lnTo>
                  <a:lnTo>
                    <a:pt x="550418" y="81787"/>
                  </a:lnTo>
                  <a:lnTo>
                    <a:pt x="549800" y="96361"/>
                  </a:lnTo>
                  <a:lnTo>
                    <a:pt x="535062" y="141100"/>
                  </a:lnTo>
                  <a:lnTo>
                    <a:pt x="510667" y="158496"/>
                  </a:lnTo>
                  <a:lnTo>
                    <a:pt x="512825" y="165226"/>
                  </a:lnTo>
                  <a:lnTo>
                    <a:pt x="551815" y="136398"/>
                  </a:lnTo>
                  <a:lnTo>
                    <a:pt x="564566" y="97821"/>
                  </a:lnTo>
                  <a:lnTo>
                    <a:pt x="565404" y="82676"/>
                  </a:lnTo>
                  <a:lnTo>
                    <a:pt x="564566" y="67532"/>
                  </a:lnTo>
                  <a:lnTo>
                    <a:pt x="551815" y="28956"/>
                  </a:lnTo>
                  <a:lnTo>
                    <a:pt x="524758" y="4310"/>
                  </a:lnTo>
                  <a:lnTo>
                    <a:pt x="512825" y="0"/>
                  </a:lnTo>
                  <a:close/>
                </a:path>
                <a:path extrusionOk="0" h="165735" w="565785">
                  <a:moveTo>
                    <a:pt x="52705" y="0"/>
                  </a:moveTo>
                  <a:lnTo>
                    <a:pt x="13716" y="28956"/>
                  </a:lnTo>
                  <a:lnTo>
                    <a:pt x="857" y="67532"/>
                  </a:lnTo>
                  <a:lnTo>
                    <a:pt x="0" y="82676"/>
                  </a:lnTo>
                  <a:lnTo>
                    <a:pt x="855" y="97821"/>
                  </a:lnTo>
                  <a:lnTo>
                    <a:pt x="13588" y="136398"/>
                  </a:lnTo>
                  <a:lnTo>
                    <a:pt x="52705" y="165226"/>
                  </a:lnTo>
                  <a:lnTo>
                    <a:pt x="54863" y="158496"/>
                  </a:lnTo>
                  <a:lnTo>
                    <a:pt x="45430" y="154332"/>
                  </a:lnTo>
                  <a:lnTo>
                    <a:pt x="37306" y="148526"/>
                  </a:lnTo>
                  <a:lnTo>
                    <a:pt x="17573" y="109601"/>
                  </a:lnTo>
                  <a:lnTo>
                    <a:pt x="15112" y="81787"/>
                  </a:lnTo>
                  <a:lnTo>
                    <a:pt x="15730" y="67718"/>
                  </a:lnTo>
                  <a:lnTo>
                    <a:pt x="30489" y="23965"/>
                  </a:lnTo>
                  <a:lnTo>
                    <a:pt x="55118" y="6731"/>
                  </a:lnTo>
                  <a:lnTo>
                    <a:pt x="52705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7" name="Google Shape;1277;p61"/>
            <p:cNvSpPr/>
            <p:nvPr/>
          </p:nvSpPr>
          <p:spPr>
            <a:xfrm>
              <a:off x="2715133" y="2587752"/>
              <a:ext cx="216408" cy="16522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8" name="Google Shape;1278;p61"/>
            <p:cNvSpPr/>
            <p:nvPr/>
          </p:nvSpPr>
          <p:spPr>
            <a:xfrm>
              <a:off x="3288157" y="2587752"/>
              <a:ext cx="216407" cy="16522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9" name="Google Shape;1279;p61"/>
            <p:cNvSpPr/>
            <p:nvPr/>
          </p:nvSpPr>
          <p:spPr>
            <a:xfrm>
              <a:off x="3859657" y="2587752"/>
              <a:ext cx="216407" cy="16522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80" name="Google Shape;1280;p61"/>
          <p:cNvSpPr txBox="1"/>
          <p:nvPr/>
        </p:nvSpPr>
        <p:spPr>
          <a:xfrm>
            <a:off x="1643507" y="2529332"/>
            <a:ext cx="23876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𝑋 ≤ 2 = 𝑃 0 + 𝑃 1 + 𝑃 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61"/>
          <p:cNvSpPr txBox="1"/>
          <p:nvPr/>
        </p:nvSpPr>
        <p:spPr>
          <a:xfrm>
            <a:off x="2535301" y="2916427"/>
            <a:ext cx="1460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61"/>
          <p:cNvSpPr/>
          <p:nvPr/>
        </p:nvSpPr>
        <p:spPr>
          <a:xfrm>
            <a:off x="2733167" y="2910204"/>
            <a:ext cx="244475" cy="294640"/>
          </a:xfrm>
          <a:custGeom>
            <a:rect b="b" l="l" r="r" t="t"/>
            <a:pathLst>
              <a:path extrusionOk="0" h="294639" w="244475">
                <a:moveTo>
                  <a:pt x="180594" y="0"/>
                </a:moveTo>
                <a:lnTo>
                  <a:pt x="177800" y="6985"/>
                </a:lnTo>
                <a:lnTo>
                  <a:pt x="188781" y="15918"/>
                </a:lnTo>
                <a:lnTo>
                  <a:pt x="198500" y="27495"/>
                </a:lnTo>
                <a:lnTo>
                  <a:pt x="220083" y="77916"/>
                </a:lnTo>
                <a:lnTo>
                  <a:pt x="226750" y="122164"/>
                </a:lnTo>
                <a:lnTo>
                  <a:pt x="227583" y="147193"/>
                </a:lnTo>
                <a:lnTo>
                  <a:pt x="226752" y="171819"/>
                </a:lnTo>
                <a:lnTo>
                  <a:pt x="220136" y="215737"/>
                </a:lnTo>
                <a:lnTo>
                  <a:pt x="207160" y="252196"/>
                </a:lnTo>
                <a:lnTo>
                  <a:pt x="177800" y="287147"/>
                </a:lnTo>
                <a:lnTo>
                  <a:pt x="180594" y="294132"/>
                </a:lnTo>
                <a:lnTo>
                  <a:pt x="217616" y="257984"/>
                </a:lnTo>
                <a:lnTo>
                  <a:pt x="234469" y="218912"/>
                </a:lnTo>
                <a:lnTo>
                  <a:pt x="243129" y="172533"/>
                </a:lnTo>
                <a:lnTo>
                  <a:pt x="244220" y="146939"/>
                </a:lnTo>
                <a:lnTo>
                  <a:pt x="243129" y="121292"/>
                </a:lnTo>
                <a:lnTo>
                  <a:pt x="234469" y="75001"/>
                </a:lnTo>
                <a:lnTo>
                  <a:pt x="217616" y="36165"/>
                </a:lnTo>
                <a:lnTo>
                  <a:pt x="194427" y="8975"/>
                </a:lnTo>
                <a:lnTo>
                  <a:pt x="180594" y="0"/>
                </a:lnTo>
                <a:close/>
              </a:path>
              <a:path extrusionOk="0" h="294639" w="244475">
                <a:moveTo>
                  <a:pt x="63372" y="0"/>
                </a:moveTo>
                <a:lnTo>
                  <a:pt x="26475" y="36165"/>
                </a:lnTo>
                <a:lnTo>
                  <a:pt x="9644" y="75001"/>
                </a:lnTo>
                <a:lnTo>
                  <a:pt x="1071" y="121292"/>
                </a:lnTo>
                <a:lnTo>
                  <a:pt x="0" y="146939"/>
                </a:lnTo>
                <a:lnTo>
                  <a:pt x="1071" y="172533"/>
                </a:lnTo>
                <a:lnTo>
                  <a:pt x="9644" y="218912"/>
                </a:lnTo>
                <a:lnTo>
                  <a:pt x="26475" y="257984"/>
                </a:lnTo>
                <a:lnTo>
                  <a:pt x="63372" y="294132"/>
                </a:lnTo>
                <a:lnTo>
                  <a:pt x="66293" y="287147"/>
                </a:lnTo>
                <a:lnTo>
                  <a:pt x="55221" y="278243"/>
                </a:lnTo>
                <a:lnTo>
                  <a:pt x="45434" y="266588"/>
                </a:lnTo>
                <a:lnTo>
                  <a:pt x="23977" y="215737"/>
                </a:lnTo>
                <a:lnTo>
                  <a:pt x="17448" y="171819"/>
                </a:lnTo>
                <a:lnTo>
                  <a:pt x="16637" y="147193"/>
                </a:lnTo>
                <a:lnTo>
                  <a:pt x="17450" y="122164"/>
                </a:lnTo>
                <a:lnTo>
                  <a:pt x="24030" y="77916"/>
                </a:lnTo>
                <a:lnTo>
                  <a:pt x="37111" y="41739"/>
                </a:lnTo>
                <a:lnTo>
                  <a:pt x="66293" y="6985"/>
                </a:lnTo>
                <a:lnTo>
                  <a:pt x="63372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3" name="Google Shape;1283;p61"/>
          <p:cNvSpPr txBox="1"/>
          <p:nvPr/>
        </p:nvSpPr>
        <p:spPr>
          <a:xfrm>
            <a:off x="2806573" y="2823463"/>
            <a:ext cx="111760" cy="4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1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61"/>
          <p:cNvSpPr/>
          <p:nvPr/>
        </p:nvSpPr>
        <p:spPr>
          <a:xfrm>
            <a:off x="3353689" y="2974848"/>
            <a:ext cx="660400" cy="165735"/>
          </a:xfrm>
          <a:custGeom>
            <a:rect b="b" l="l" r="r" t="t"/>
            <a:pathLst>
              <a:path extrusionOk="0" h="165735" w="660400">
                <a:moveTo>
                  <a:pt x="607313" y="0"/>
                </a:moveTo>
                <a:lnTo>
                  <a:pt x="604901" y="6730"/>
                </a:lnTo>
                <a:lnTo>
                  <a:pt x="614445" y="10872"/>
                </a:lnTo>
                <a:lnTo>
                  <a:pt x="622681" y="16621"/>
                </a:lnTo>
                <a:lnTo>
                  <a:pt x="642445" y="54863"/>
                </a:lnTo>
                <a:lnTo>
                  <a:pt x="644906" y="81787"/>
                </a:lnTo>
                <a:lnTo>
                  <a:pt x="644288" y="96361"/>
                </a:lnTo>
                <a:lnTo>
                  <a:pt x="629550" y="141100"/>
                </a:lnTo>
                <a:lnTo>
                  <a:pt x="605155" y="158496"/>
                </a:lnTo>
                <a:lnTo>
                  <a:pt x="607313" y="165226"/>
                </a:lnTo>
                <a:lnTo>
                  <a:pt x="646302" y="136398"/>
                </a:lnTo>
                <a:lnTo>
                  <a:pt x="659054" y="97821"/>
                </a:lnTo>
                <a:lnTo>
                  <a:pt x="659891" y="82676"/>
                </a:lnTo>
                <a:lnTo>
                  <a:pt x="659054" y="67532"/>
                </a:lnTo>
                <a:lnTo>
                  <a:pt x="646302" y="28955"/>
                </a:lnTo>
                <a:lnTo>
                  <a:pt x="619246" y="4310"/>
                </a:lnTo>
                <a:lnTo>
                  <a:pt x="607313" y="0"/>
                </a:lnTo>
                <a:close/>
              </a:path>
              <a:path extrusionOk="0" h="165735" w="660400">
                <a:moveTo>
                  <a:pt x="52705" y="0"/>
                </a:moveTo>
                <a:lnTo>
                  <a:pt x="13715" y="28955"/>
                </a:lnTo>
                <a:lnTo>
                  <a:pt x="857" y="67532"/>
                </a:lnTo>
                <a:lnTo>
                  <a:pt x="0" y="82676"/>
                </a:lnTo>
                <a:lnTo>
                  <a:pt x="855" y="97821"/>
                </a:lnTo>
                <a:lnTo>
                  <a:pt x="13588" y="136398"/>
                </a:lnTo>
                <a:lnTo>
                  <a:pt x="52705" y="165226"/>
                </a:lnTo>
                <a:lnTo>
                  <a:pt x="54863" y="158496"/>
                </a:lnTo>
                <a:lnTo>
                  <a:pt x="45430" y="154332"/>
                </a:lnTo>
                <a:lnTo>
                  <a:pt x="37306" y="148526"/>
                </a:lnTo>
                <a:lnTo>
                  <a:pt x="17573" y="109600"/>
                </a:lnTo>
                <a:lnTo>
                  <a:pt x="15112" y="81787"/>
                </a:lnTo>
                <a:lnTo>
                  <a:pt x="15730" y="67718"/>
                </a:lnTo>
                <a:lnTo>
                  <a:pt x="30489" y="23965"/>
                </a:lnTo>
                <a:lnTo>
                  <a:pt x="55118" y="6730"/>
                </a:lnTo>
                <a:lnTo>
                  <a:pt x="52705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5" name="Google Shape;1285;p61"/>
          <p:cNvSpPr txBox="1"/>
          <p:nvPr/>
        </p:nvSpPr>
        <p:spPr>
          <a:xfrm>
            <a:off x="2996057" y="2916427"/>
            <a:ext cx="998219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1 − 0.2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61"/>
          <p:cNvSpPr txBox="1"/>
          <p:nvPr/>
        </p:nvSpPr>
        <p:spPr>
          <a:xfrm>
            <a:off x="4040378" y="2850895"/>
            <a:ext cx="48514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5−0 </a:t>
            </a:r>
            <a:r>
              <a:rPr baseline="-25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aseline="-25000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61"/>
          <p:cNvSpPr/>
          <p:nvPr/>
        </p:nvSpPr>
        <p:spPr>
          <a:xfrm>
            <a:off x="4540630" y="2910204"/>
            <a:ext cx="243204" cy="294640"/>
          </a:xfrm>
          <a:custGeom>
            <a:rect b="b" l="l" r="r" t="t"/>
            <a:pathLst>
              <a:path extrusionOk="0" h="294639" w="243204">
                <a:moveTo>
                  <a:pt x="179070" y="0"/>
                </a:moveTo>
                <a:lnTo>
                  <a:pt x="176276" y="6985"/>
                </a:lnTo>
                <a:lnTo>
                  <a:pt x="187257" y="15918"/>
                </a:lnTo>
                <a:lnTo>
                  <a:pt x="196977" y="27495"/>
                </a:lnTo>
                <a:lnTo>
                  <a:pt x="218559" y="77916"/>
                </a:lnTo>
                <a:lnTo>
                  <a:pt x="225226" y="122164"/>
                </a:lnTo>
                <a:lnTo>
                  <a:pt x="226060" y="147193"/>
                </a:lnTo>
                <a:lnTo>
                  <a:pt x="225228" y="171819"/>
                </a:lnTo>
                <a:lnTo>
                  <a:pt x="218612" y="215737"/>
                </a:lnTo>
                <a:lnTo>
                  <a:pt x="205636" y="252196"/>
                </a:lnTo>
                <a:lnTo>
                  <a:pt x="176276" y="287147"/>
                </a:lnTo>
                <a:lnTo>
                  <a:pt x="179070" y="294132"/>
                </a:lnTo>
                <a:lnTo>
                  <a:pt x="216092" y="257984"/>
                </a:lnTo>
                <a:lnTo>
                  <a:pt x="232945" y="218912"/>
                </a:lnTo>
                <a:lnTo>
                  <a:pt x="241605" y="172533"/>
                </a:lnTo>
                <a:lnTo>
                  <a:pt x="242697" y="146939"/>
                </a:lnTo>
                <a:lnTo>
                  <a:pt x="241605" y="121292"/>
                </a:lnTo>
                <a:lnTo>
                  <a:pt x="232945" y="75001"/>
                </a:lnTo>
                <a:lnTo>
                  <a:pt x="216092" y="36165"/>
                </a:lnTo>
                <a:lnTo>
                  <a:pt x="192903" y="8975"/>
                </a:lnTo>
                <a:lnTo>
                  <a:pt x="179070" y="0"/>
                </a:lnTo>
                <a:close/>
              </a:path>
              <a:path extrusionOk="0" h="294639" w="243204">
                <a:moveTo>
                  <a:pt x="63373" y="0"/>
                </a:moveTo>
                <a:lnTo>
                  <a:pt x="26475" y="36165"/>
                </a:lnTo>
                <a:lnTo>
                  <a:pt x="9644" y="75001"/>
                </a:lnTo>
                <a:lnTo>
                  <a:pt x="1071" y="121292"/>
                </a:lnTo>
                <a:lnTo>
                  <a:pt x="0" y="146939"/>
                </a:lnTo>
                <a:lnTo>
                  <a:pt x="1071" y="172533"/>
                </a:lnTo>
                <a:lnTo>
                  <a:pt x="9644" y="218912"/>
                </a:lnTo>
                <a:lnTo>
                  <a:pt x="26475" y="257984"/>
                </a:lnTo>
                <a:lnTo>
                  <a:pt x="63373" y="294132"/>
                </a:lnTo>
                <a:lnTo>
                  <a:pt x="66294" y="287147"/>
                </a:lnTo>
                <a:lnTo>
                  <a:pt x="55221" y="278243"/>
                </a:lnTo>
                <a:lnTo>
                  <a:pt x="45434" y="266588"/>
                </a:lnTo>
                <a:lnTo>
                  <a:pt x="23977" y="215737"/>
                </a:lnTo>
                <a:lnTo>
                  <a:pt x="17448" y="171819"/>
                </a:lnTo>
                <a:lnTo>
                  <a:pt x="16637" y="147193"/>
                </a:lnTo>
                <a:lnTo>
                  <a:pt x="17450" y="122164"/>
                </a:lnTo>
                <a:lnTo>
                  <a:pt x="24030" y="77916"/>
                </a:lnTo>
                <a:lnTo>
                  <a:pt x="37111" y="41739"/>
                </a:lnTo>
                <a:lnTo>
                  <a:pt x="66294" y="6985"/>
                </a:lnTo>
                <a:lnTo>
                  <a:pt x="63373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8" name="Google Shape;1288;p61"/>
          <p:cNvSpPr txBox="1"/>
          <p:nvPr/>
        </p:nvSpPr>
        <p:spPr>
          <a:xfrm>
            <a:off x="4612894" y="2823463"/>
            <a:ext cx="111760" cy="44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61"/>
          <p:cNvSpPr/>
          <p:nvPr/>
        </p:nvSpPr>
        <p:spPr>
          <a:xfrm>
            <a:off x="5156580" y="2974848"/>
            <a:ext cx="660400" cy="165735"/>
          </a:xfrm>
          <a:custGeom>
            <a:rect b="b" l="l" r="r" t="t"/>
            <a:pathLst>
              <a:path extrusionOk="0" h="165735" w="660400">
                <a:moveTo>
                  <a:pt x="607314" y="0"/>
                </a:moveTo>
                <a:lnTo>
                  <a:pt x="604901" y="6730"/>
                </a:lnTo>
                <a:lnTo>
                  <a:pt x="614445" y="10872"/>
                </a:lnTo>
                <a:lnTo>
                  <a:pt x="622681" y="16621"/>
                </a:lnTo>
                <a:lnTo>
                  <a:pt x="642445" y="54863"/>
                </a:lnTo>
                <a:lnTo>
                  <a:pt x="644906" y="81787"/>
                </a:lnTo>
                <a:lnTo>
                  <a:pt x="644288" y="96361"/>
                </a:lnTo>
                <a:lnTo>
                  <a:pt x="629550" y="141100"/>
                </a:lnTo>
                <a:lnTo>
                  <a:pt x="605155" y="158496"/>
                </a:lnTo>
                <a:lnTo>
                  <a:pt x="607314" y="165226"/>
                </a:lnTo>
                <a:lnTo>
                  <a:pt x="646303" y="136398"/>
                </a:lnTo>
                <a:lnTo>
                  <a:pt x="659054" y="97821"/>
                </a:lnTo>
                <a:lnTo>
                  <a:pt x="659892" y="82676"/>
                </a:lnTo>
                <a:lnTo>
                  <a:pt x="659054" y="67532"/>
                </a:lnTo>
                <a:lnTo>
                  <a:pt x="646303" y="28955"/>
                </a:lnTo>
                <a:lnTo>
                  <a:pt x="619246" y="4310"/>
                </a:lnTo>
                <a:lnTo>
                  <a:pt x="607314" y="0"/>
                </a:lnTo>
                <a:close/>
              </a:path>
              <a:path extrusionOk="0" h="165735" w="660400">
                <a:moveTo>
                  <a:pt x="52705" y="0"/>
                </a:moveTo>
                <a:lnTo>
                  <a:pt x="13716" y="28955"/>
                </a:lnTo>
                <a:lnTo>
                  <a:pt x="857" y="67532"/>
                </a:lnTo>
                <a:lnTo>
                  <a:pt x="0" y="82676"/>
                </a:lnTo>
                <a:lnTo>
                  <a:pt x="855" y="97821"/>
                </a:lnTo>
                <a:lnTo>
                  <a:pt x="13589" y="136398"/>
                </a:lnTo>
                <a:lnTo>
                  <a:pt x="52705" y="165226"/>
                </a:lnTo>
                <a:lnTo>
                  <a:pt x="54864" y="158496"/>
                </a:lnTo>
                <a:lnTo>
                  <a:pt x="45430" y="154332"/>
                </a:lnTo>
                <a:lnTo>
                  <a:pt x="37306" y="148526"/>
                </a:lnTo>
                <a:lnTo>
                  <a:pt x="17573" y="109600"/>
                </a:lnTo>
                <a:lnTo>
                  <a:pt x="15113" y="81787"/>
                </a:lnTo>
                <a:lnTo>
                  <a:pt x="15730" y="67718"/>
                </a:lnTo>
                <a:lnTo>
                  <a:pt x="30489" y="23965"/>
                </a:lnTo>
                <a:lnTo>
                  <a:pt x="55118" y="6730"/>
                </a:lnTo>
                <a:lnTo>
                  <a:pt x="52705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0" name="Google Shape;1290;p61"/>
          <p:cNvSpPr txBox="1"/>
          <p:nvPr/>
        </p:nvSpPr>
        <p:spPr>
          <a:xfrm>
            <a:off x="4803902" y="2916427"/>
            <a:ext cx="99314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1 − 0.2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1"/>
          <p:cNvSpPr txBox="1"/>
          <p:nvPr/>
        </p:nvSpPr>
        <p:spPr>
          <a:xfrm>
            <a:off x="5843270" y="2850895"/>
            <a:ext cx="48514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5−1 </a:t>
            </a:r>
            <a:r>
              <a:rPr baseline="-25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aseline="-25000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61"/>
          <p:cNvSpPr/>
          <p:nvPr/>
        </p:nvSpPr>
        <p:spPr>
          <a:xfrm>
            <a:off x="6343522" y="2910204"/>
            <a:ext cx="243204" cy="294640"/>
          </a:xfrm>
          <a:custGeom>
            <a:rect b="b" l="l" r="r" t="t"/>
            <a:pathLst>
              <a:path extrusionOk="0" h="294639" w="243204">
                <a:moveTo>
                  <a:pt x="179070" y="0"/>
                </a:moveTo>
                <a:lnTo>
                  <a:pt x="176275" y="6985"/>
                </a:lnTo>
                <a:lnTo>
                  <a:pt x="187257" y="15918"/>
                </a:lnTo>
                <a:lnTo>
                  <a:pt x="196976" y="27495"/>
                </a:lnTo>
                <a:lnTo>
                  <a:pt x="218559" y="77916"/>
                </a:lnTo>
                <a:lnTo>
                  <a:pt x="225226" y="122164"/>
                </a:lnTo>
                <a:lnTo>
                  <a:pt x="226059" y="147193"/>
                </a:lnTo>
                <a:lnTo>
                  <a:pt x="225228" y="171819"/>
                </a:lnTo>
                <a:lnTo>
                  <a:pt x="218612" y="215737"/>
                </a:lnTo>
                <a:lnTo>
                  <a:pt x="205636" y="252196"/>
                </a:lnTo>
                <a:lnTo>
                  <a:pt x="176275" y="287147"/>
                </a:lnTo>
                <a:lnTo>
                  <a:pt x="179070" y="294132"/>
                </a:lnTo>
                <a:lnTo>
                  <a:pt x="216092" y="257984"/>
                </a:lnTo>
                <a:lnTo>
                  <a:pt x="232945" y="218912"/>
                </a:lnTo>
                <a:lnTo>
                  <a:pt x="241605" y="172533"/>
                </a:lnTo>
                <a:lnTo>
                  <a:pt x="242697" y="146939"/>
                </a:lnTo>
                <a:lnTo>
                  <a:pt x="241605" y="121292"/>
                </a:lnTo>
                <a:lnTo>
                  <a:pt x="232945" y="75001"/>
                </a:lnTo>
                <a:lnTo>
                  <a:pt x="216092" y="36165"/>
                </a:lnTo>
                <a:lnTo>
                  <a:pt x="192903" y="8975"/>
                </a:lnTo>
                <a:lnTo>
                  <a:pt x="179070" y="0"/>
                </a:lnTo>
                <a:close/>
              </a:path>
              <a:path extrusionOk="0" h="294639" w="243204">
                <a:moveTo>
                  <a:pt x="63373" y="0"/>
                </a:moveTo>
                <a:lnTo>
                  <a:pt x="26475" y="36165"/>
                </a:lnTo>
                <a:lnTo>
                  <a:pt x="9644" y="75001"/>
                </a:lnTo>
                <a:lnTo>
                  <a:pt x="1071" y="121292"/>
                </a:lnTo>
                <a:lnTo>
                  <a:pt x="0" y="146939"/>
                </a:lnTo>
                <a:lnTo>
                  <a:pt x="1071" y="172533"/>
                </a:lnTo>
                <a:lnTo>
                  <a:pt x="9644" y="218912"/>
                </a:lnTo>
                <a:lnTo>
                  <a:pt x="26475" y="257984"/>
                </a:lnTo>
                <a:lnTo>
                  <a:pt x="63373" y="294132"/>
                </a:lnTo>
                <a:lnTo>
                  <a:pt x="66293" y="287147"/>
                </a:lnTo>
                <a:lnTo>
                  <a:pt x="55221" y="278243"/>
                </a:lnTo>
                <a:lnTo>
                  <a:pt x="45434" y="266588"/>
                </a:lnTo>
                <a:lnTo>
                  <a:pt x="23977" y="215737"/>
                </a:lnTo>
                <a:lnTo>
                  <a:pt x="17448" y="171819"/>
                </a:lnTo>
                <a:lnTo>
                  <a:pt x="16637" y="147193"/>
                </a:lnTo>
                <a:lnTo>
                  <a:pt x="17450" y="122164"/>
                </a:lnTo>
                <a:lnTo>
                  <a:pt x="24030" y="77916"/>
                </a:lnTo>
                <a:lnTo>
                  <a:pt x="37111" y="41739"/>
                </a:lnTo>
                <a:lnTo>
                  <a:pt x="66293" y="6985"/>
                </a:lnTo>
                <a:lnTo>
                  <a:pt x="63373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3" name="Google Shape;1293;p61"/>
          <p:cNvSpPr txBox="1"/>
          <p:nvPr/>
        </p:nvSpPr>
        <p:spPr>
          <a:xfrm>
            <a:off x="6416040" y="2823463"/>
            <a:ext cx="111760" cy="44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61"/>
          <p:cNvSpPr/>
          <p:nvPr/>
        </p:nvSpPr>
        <p:spPr>
          <a:xfrm>
            <a:off x="6964044" y="2974848"/>
            <a:ext cx="660400" cy="165735"/>
          </a:xfrm>
          <a:custGeom>
            <a:rect b="b" l="l" r="r" t="t"/>
            <a:pathLst>
              <a:path extrusionOk="0" h="165735" w="660400">
                <a:moveTo>
                  <a:pt x="607313" y="0"/>
                </a:moveTo>
                <a:lnTo>
                  <a:pt x="604901" y="6730"/>
                </a:lnTo>
                <a:lnTo>
                  <a:pt x="614445" y="10872"/>
                </a:lnTo>
                <a:lnTo>
                  <a:pt x="622680" y="16621"/>
                </a:lnTo>
                <a:lnTo>
                  <a:pt x="642445" y="54863"/>
                </a:lnTo>
                <a:lnTo>
                  <a:pt x="644905" y="81787"/>
                </a:lnTo>
                <a:lnTo>
                  <a:pt x="644288" y="96361"/>
                </a:lnTo>
                <a:lnTo>
                  <a:pt x="629550" y="141100"/>
                </a:lnTo>
                <a:lnTo>
                  <a:pt x="605154" y="158496"/>
                </a:lnTo>
                <a:lnTo>
                  <a:pt x="607313" y="165226"/>
                </a:lnTo>
                <a:lnTo>
                  <a:pt x="646302" y="136398"/>
                </a:lnTo>
                <a:lnTo>
                  <a:pt x="659054" y="97821"/>
                </a:lnTo>
                <a:lnTo>
                  <a:pt x="659891" y="82676"/>
                </a:lnTo>
                <a:lnTo>
                  <a:pt x="659054" y="67532"/>
                </a:lnTo>
                <a:lnTo>
                  <a:pt x="646302" y="28955"/>
                </a:lnTo>
                <a:lnTo>
                  <a:pt x="619246" y="4310"/>
                </a:lnTo>
                <a:lnTo>
                  <a:pt x="607313" y="0"/>
                </a:lnTo>
                <a:close/>
              </a:path>
              <a:path extrusionOk="0" h="165735" w="660400">
                <a:moveTo>
                  <a:pt x="52704" y="0"/>
                </a:moveTo>
                <a:lnTo>
                  <a:pt x="13715" y="28955"/>
                </a:lnTo>
                <a:lnTo>
                  <a:pt x="857" y="67532"/>
                </a:lnTo>
                <a:lnTo>
                  <a:pt x="0" y="82676"/>
                </a:lnTo>
                <a:lnTo>
                  <a:pt x="855" y="97821"/>
                </a:lnTo>
                <a:lnTo>
                  <a:pt x="13588" y="136398"/>
                </a:lnTo>
                <a:lnTo>
                  <a:pt x="52704" y="165226"/>
                </a:lnTo>
                <a:lnTo>
                  <a:pt x="54863" y="158496"/>
                </a:lnTo>
                <a:lnTo>
                  <a:pt x="45430" y="154332"/>
                </a:lnTo>
                <a:lnTo>
                  <a:pt x="37306" y="148526"/>
                </a:lnTo>
                <a:lnTo>
                  <a:pt x="17573" y="109600"/>
                </a:lnTo>
                <a:lnTo>
                  <a:pt x="15112" y="81787"/>
                </a:lnTo>
                <a:lnTo>
                  <a:pt x="15730" y="67718"/>
                </a:lnTo>
                <a:lnTo>
                  <a:pt x="30489" y="23965"/>
                </a:lnTo>
                <a:lnTo>
                  <a:pt x="55118" y="6730"/>
                </a:lnTo>
                <a:lnTo>
                  <a:pt x="52704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5" name="Google Shape;1295;p61"/>
          <p:cNvSpPr txBox="1"/>
          <p:nvPr/>
        </p:nvSpPr>
        <p:spPr>
          <a:xfrm>
            <a:off x="6607047" y="2916427"/>
            <a:ext cx="99758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1 − 0.2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61"/>
          <p:cNvSpPr txBox="1"/>
          <p:nvPr/>
        </p:nvSpPr>
        <p:spPr>
          <a:xfrm>
            <a:off x="7674864" y="2899663"/>
            <a:ext cx="257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5−2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61"/>
          <p:cNvSpPr txBox="1"/>
          <p:nvPr/>
        </p:nvSpPr>
        <p:spPr>
          <a:xfrm>
            <a:off x="2509901" y="3208976"/>
            <a:ext cx="385064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1 × 1 × 0.8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5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+ 5 × 0.2 × 0.8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+ 10 × 0.2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× 0.8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aseline="30000" sz="1500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0.328 + 0.41 + 0.205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0.942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62"/>
          <p:cNvSpPr/>
          <p:nvPr/>
        </p:nvSpPr>
        <p:spPr>
          <a:xfrm>
            <a:off x="9359003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3" name="Google Shape;1303;p6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4" name="Google Shape;1304;p6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5" name="Google Shape;1305;p62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06" name="Google Shape;1306;p6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07" name="Google Shape;1307;p62"/>
          <p:cNvSpPr/>
          <p:nvPr/>
        </p:nvSpPr>
        <p:spPr>
          <a:xfrm>
            <a:off x="682751" y="1805939"/>
            <a:ext cx="3969258" cy="45948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8" name="Google Shape;1308;p62"/>
          <p:cNvSpPr/>
          <p:nvPr/>
        </p:nvSpPr>
        <p:spPr>
          <a:xfrm>
            <a:off x="847344" y="2465832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9" name="Google Shape;1309;p62"/>
          <p:cNvSpPr/>
          <p:nvPr/>
        </p:nvSpPr>
        <p:spPr>
          <a:xfrm>
            <a:off x="1229867" y="2510027"/>
            <a:ext cx="1869186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0" name="Google Shape;1310;p62"/>
          <p:cNvSpPr/>
          <p:nvPr/>
        </p:nvSpPr>
        <p:spPr>
          <a:xfrm>
            <a:off x="847344" y="2842260"/>
            <a:ext cx="291465" cy="222885"/>
          </a:xfrm>
          <a:custGeom>
            <a:rect b="b" l="l" r="r" t="t"/>
            <a:pathLst>
              <a:path extrusionOk="0" h="222885" w="291465">
                <a:moveTo>
                  <a:pt x="254000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19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4000" y="222503"/>
                </a:lnTo>
                <a:lnTo>
                  <a:pt x="268436" y="219584"/>
                </a:lnTo>
                <a:lnTo>
                  <a:pt x="280223" y="211629"/>
                </a:lnTo>
                <a:lnTo>
                  <a:pt x="288170" y="199840"/>
                </a:lnTo>
                <a:lnTo>
                  <a:pt x="291084" y="185419"/>
                </a:lnTo>
                <a:lnTo>
                  <a:pt x="291084" y="37084"/>
                </a:lnTo>
                <a:lnTo>
                  <a:pt x="288170" y="22663"/>
                </a:lnTo>
                <a:lnTo>
                  <a:pt x="280223" y="10874"/>
                </a:lnTo>
                <a:lnTo>
                  <a:pt x="268436" y="2919"/>
                </a:lnTo>
                <a:lnTo>
                  <a:pt x="254000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1" name="Google Shape;1311;p62"/>
          <p:cNvSpPr/>
          <p:nvPr/>
        </p:nvSpPr>
        <p:spPr>
          <a:xfrm>
            <a:off x="1229867" y="2886455"/>
            <a:ext cx="1684782" cy="16230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2" name="Google Shape;1312;p62"/>
          <p:cNvSpPr/>
          <p:nvPr/>
        </p:nvSpPr>
        <p:spPr>
          <a:xfrm>
            <a:off x="847344" y="3226307"/>
            <a:ext cx="291465" cy="224154"/>
          </a:xfrm>
          <a:custGeom>
            <a:rect b="b" l="l" r="r" t="t"/>
            <a:pathLst>
              <a:path extrusionOk="0" h="224154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3" name="Google Shape;1313;p62"/>
          <p:cNvSpPr txBox="1"/>
          <p:nvPr/>
        </p:nvSpPr>
        <p:spPr>
          <a:xfrm>
            <a:off x="914501" y="2466593"/>
            <a:ext cx="157480" cy="9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233076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  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4" name="Google Shape;1314;p62"/>
          <p:cNvSpPr/>
          <p:nvPr/>
        </p:nvSpPr>
        <p:spPr>
          <a:xfrm>
            <a:off x="1229867" y="3272028"/>
            <a:ext cx="1948433" cy="16078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5" name="Google Shape;1315;p62"/>
          <p:cNvSpPr/>
          <p:nvPr/>
        </p:nvSpPr>
        <p:spPr>
          <a:xfrm>
            <a:off x="554736" y="1449324"/>
            <a:ext cx="3038093" cy="18973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63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1" name="Google Shape;1321;p6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2" name="Google Shape;1322;p6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3" name="Google Shape;1323;p63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24" name="Google Shape;1324;p6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25" name="Google Shape;1325;p63"/>
          <p:cNvSpPr/>
          <p:nvPr/>
        </p:nvSpPr>
        <p:spPr>
          <a:xfrm>
            <a:off x="676655" y="1804416"/>
            <a:ext cx="5505450" cy="187528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6" name="Google Shape;1326;p63"/>
          <p:cNvSpPr/>
          <p:nvPr/>
        </p:nvSpPr>
        <p:spPr>
          <a:xfrm>
            <a:off x="554736" y="1449324"/>
            <a:ext cx="3038093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64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2" name="Google Shape;1332;p6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3" name="Google Shape;1333;p6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4" name="Google Shape;1334;p64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35" name="Google Shape;1335;p64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36" name="Google Shape;1336;p64"/>
          <p:cNvGrpSpPr/>
          <p:nvPr/>
        </p:nvGrpSpPr>
        <p:grpSpPr>
          <a:xfrm>
            <a:off x="2790444" y="1917192"/>
            <a:ext cx="4320540" cy="3095625"/>
            <a:chOff x="2790444" y="1917192"/>
            <a:chExt cx="4320540" cy="3095625"/>
          </a:xfrm>
        </p:grpSpPr>
        <p:sp>
          <p:nvSpPr>
            <p:cNvPr id="1337" name="Google Shape;1337;p64"/>
            <p:cNvSpPr/>
            <p:nvPr/>
          </p:nvSpPr>
          <p:spPr>
            <a:xfrm>
              <a:off x="2790444" y="1917192"/>
              <a:ext cx="4320540" cy="3095625"/>
            </a:xfrm>
            <a:custGeom>
              <a:rect b="b" l="l" r="r" t="t"/>
              <a:pathLst>
                <a:path extrusionOk="0" h="3095625" w="4320540">
                  <a:moveTo>
                    <a:pt x="4320539" y="0"/>
                  </a:moveTo>
                  <a:lnTo>
                    <a:pt x="0" y="0"/>
                  </a:lnTo>
                  <a:lnTo>
                    <a:pt x="0" y="3095243"/>
                  </a:lnTo>
                  <a:lnTo>
                    <a:pt x="4320539" y="3095243"/>
                  </a:lnTo>
                  <a:lnTo>
                    <a:pt x="432053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8" name="Google Shape;1338;p64"/>
            <p:cNvSpPr/>
            <p:nvPr/>
          </p:nvSpPr>
          <p:spPr>
            <a:xfrm>
              <a:off x="3458464" y="2574035"/>
              <a:ext cx="3414395" cy="1983739"/>
            </a:xfrm>
            <a:custGeom>
              <a:rect b="b" l="l" r="r" t="t"/>
              <a:pathLst>
                <a:path extrusionOk="0" h="1983739" w="3414395">
                  <a:moveTo>
                    <a:pt x="3414395" y="1920240"/>
                  </a:moveTo>
                  <a:lnTo>
                    <a:pt x="3401695" y="1913890"/>
                  </a:lnTo>
                  <a:lnTo>
                    <a:pt x="3287395" y="1856740"/>
                  </a:lnTo>
                  <a:lnTo>
                    <a:pt x="3333115" y="1913890"/>
                  </a:lnTo>
                  <a:lnTo>
                    <a:pt x="69850" y="1913890"/>
                  </a:lnTo>
                  <a:lnTo>
                    <a:pt x="69850" y="81292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37" y="81292"/>
                  </a:lnTo>
                  <a:lnTo>
                    <a:pt x="57150" y="76200"/>
                  </a:lnTo>
                  <a:lnTo>
                    <a:pt x="57150" y="81292"/>
                  </a:lnTo>
                  <a:lnTo>
                    <a:pt x="57150" y="1921129"/>
                  </a:lnTo>
                  <a:lnTo>
                    <a:pt x="63500" y="1921129"/>
                  </a:lnTo>
                  <a:lnTo>
                    <a:pt x="63500" y="1926590"/>
                  </a:lnTo>
                  <a:lnTo>
                    <a:pt x="3333115" y="1926590"/>
                  </a:lnTo>
                  <a:lnTo>
                    <a:pt x="3287395" y="1983740"/>
                  </a:lnTo>
                  <a:lnTo>
                    <a:pt x="3401695" y="1926590"/>
                  </a:lnTo>
                  <a:lnTo>
                    <a:pt x="3414395" y="1920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39" name="Google Shape;1339;p64"/>
          <p:cNvSpPr txBox="1"/>
          <p:nvPr/>
        </p:nvSpPr>
        <p:spPr>
          <a:xfrm>
            <a:off x="2790444" y="1917192"/>
            <a:ext cx="4320540" cy="309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845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𝑙𝑎𝑚𝑏𝑑𝑎  = 2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0" name="Google Shape;1340;p64"/>
          <p:cNvGrpSpPr/>
          <p:nvPr/>
        </p:nvGrpSpPr>
        <p:grpSpPr>
          <a:xfrm>
            <a:off x="3233927" y="2787395"/>
            <a:ext cx="3510280" cy="1977390"/>
            <a:chOff x="3233927" y="2787395"/>
            <a:chExt cx="3510280" cy="1977390"/>
          </a:xfrm>
        </p:grpSpPr>
        <p:sp>
          <p:nvSpPr>
            <p:cNvPr id="1341" name="Google Shape;1341;p64"/>
            <p:cNvSpPr/>
            <p:nvPr/>
          </p:nvSpPr>
          <p:spPr>
            <a:xfrm>
              <a:off x="3521963" y="4497323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2" name="Google Shape;1342;p64"/>
            <p:cNvSpPr/>
            <p:nvPr/>
          </p:nvSpPr>
          <p:spPr>
            <a:xfrm>
              <a:off x="3489959" y="4631435"/>
              <a:ext cx="58674" cy="13335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3" name="Google Shape;1343;p64"/>
            <p:cNvSpPr/>
            <p:nvPr/>
          </p:nvSpPr>
          <p:spPr>
            <a:xfrm>
              <a:off x="4155947" y="4497323"/>
              <a:ext cx="2536190" cy="70485"/>
            </a:xfrm>
            <a:custGeom>
              <a:rect b="b" l="l" r="r" t="t"/>
              <a:pathLst>
                <a:path extrusionOk="0" h="70485" w="2536190">
                  <a:moveTo>
                    <a:pt x="0" y="70357"/>
                  </a:moveTo>
                  <a:lnTo>
                    <a:pt x="0" y="0"/>
                  </a:lnTo>
                </a:path>
                <a:path extrusionOk="0" h="70485" w="2536190">
                  <a:moveTo>
                    <a:pt x="633984" y="70357"/>
                  </a:moveTo>
                  <a:lnTo>
                    <a:pt x="633984" y="0"/>
                  </a:lnTo>
                </a:path>
                <a:path extrusionOk="0" h="70485" w="2536190">
                  <a:moveTo>
                    <a:pt x="1267967" y="70357"/>
                  </a:moveTo>
                  <a:lnTo>
                    <a:pt x="1267967" y="0"/>
                  </a:lnTo>
                </a:path>
                <a:path extrusionOk="0" h="70485" w="2536190">
                  <a:moveTo>
                    <a:pt x="1901952" y="70357"/>
                  </a:moveTo>
                  <a:lnTo>
                    <a:pt x="1901952" y="0"/>
                  </a:lnTo>
                </a:path>
                <a:path extrusionOk="0" h="70485" w="2536190">
                  <a:moveTo>
                    <a:pt x="2535935" y="70357"/>
                  </a:moveTo>
                  <a:lnTo>
                    <a:pt x="2535935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4" name="Google Shape;1344;p64"/>
            <p:cNvSpPr/>
            <p:nvPr/>
          </p:nvSpPr>
          <p:spPr>
            <a:xfrm>
              <a:off x="4125467" y="4631435"/>
              <a:ext cx="57150" cy="13335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5" name="Google Shape;1345;p64"/>
            <p:cNvSpPr/>
            <p:nvPr/>
          </p:nvSpPr>
          <p:spPr>
            <a:xfrm>
              <a:off x="4756403" y="4631435"/>
              <a:ext cx="61722" cy="13335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6" name="Google Shape;1346;p64"/>
            <p:cNvSpPr/>
            <p:nvPr/>
          </p:nvSpPr>
          <p:spPr>
            <a:xfrm>
              <a:off x="5394960" y="4631435"/>
              <a:ext cx="55625" cy="13335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64"/>
            <p:cNvSpPr/>
            <p:nvPr/>
          </p:nvSpPr>
          <p:spPr>
            <a:xfrm>
              <a:off x="6028944" y="4631435"/>
              <a:ext cx="58674" cy="13335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64"/>
            <p:cNvSpPr/>
            <p:nvPr/>
          </p:nvSpPr>
          <p:spPr>
            <a:xfrm>
              <a:off x="6644639" y="4631435"/>
              <a:ext cx="93724" cy="13335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64"/>
            <p:cNvSpPr/>
            <p:nvPr/>
          </p:nvSpPr>
          <p:spPr>
            <a:xfrm>
              <a:off x="3454907" y="2852927"/>
              <a:ext cx="70485" cy="1641475"/>
            </a:xfrm>
            <a:custGeom>
              <a:rect b="b" l="l" r="r" t="t"/>
              <a:pathLst>
                <a:path extrusionOk="0" h="1641475" w="70485">
                  <a:moveTo>
                    <a:pt x="0" y="1641348"/>
                  </a:moveTo>
                  <a:lnTo>
                    <a:pt x="70357" y="1641348"/>
                  </a:lnTo>
                </a:path>
                <a:path extrusionOk="0" h="1641475" w="70485">
                  <a:moveTo>
                    <a:pt x="0" y="1094232"/>
                  </a:moveTo>
                  <a:lnTo>
                    <a:pt x="70357" y="1094232"/>
                  </a:lnTo>
                </a:path>
                <a:path extrusionOk="0" h="1641475" w="70485">
                  <a:moveTo>
                    <a:pt x="0" y="547116"/>
                  </a:moveTo>
                  <a:lnTo>
                    <a:pt x="70357" y="547116"/>
                  </a:lnTo>
                </a:path>
                <a:path extrusionOk="0" h="1641475" w="70485">
                  <a:moveTo>
                    <a:pt x="0" y="0"/>
                  </a:moveTo>
                  <a:lnTo>
                    <a:pt x="7035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64"/>
            <p:cNvSpPr/>
            <p:nvPr/>
          </p:nvSpPr>
          <p:spPr>
            <a:xfrm>
              <a:off x="3329939" y="4430267"/>
              <a:ext cx="58674" cy="131825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64"/>
            <p:cNvSpPr/>
            <p:nvPr/>
          </p:nvSpPr>
          <p:spPr>
            <a:xfrm>
              <a:off x="3272027" y="3883151"/>
              <a:ext cx="116586" cy="131825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64"/>
            <p:cNvSpPr/>
            <p:nvPr/>
          </p:nvSpPr>
          <p:spPr>
            <a:xfrm>
              <a:off x="3240023" y="3332987"/>
              <a:ext cx="151637" cy="131825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64"/>
            <p:cNvSpPr/>
            <p:nvPr/>
          </p:nvSpPr>
          <p:spPr>
            <a:xfrm>
              <a:off x="3233927" y="2787395"/>
              <a:ext cx="154686" cy="13335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64"/>
            <p:cNvSpPr/>
            <p:nvPr/>
          </p:nvSpPr>
          <p:spPr>
            <a:xfrm>
              <a:off x="4421124" y="3459479"/>
              <a:ext cx="103631" cy="10668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64"/>
            <p:cNvSpPr/>
            <p:nvPr/>
          </p:nvSpPr>
          <p:spPr>
            <a:xfrm>
              <a:off x="4101083" y="2953511"/>
              <a:ext cx="105155" cy="105155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64"/>
            <p:cNvSpPr/>
            <p:nvPr/>
          </p:nvSpPr>
          <p:spPr>
            <a:xfrm>
              <a:off x="3787140" y="2948939"/>
              <a:ext cx="105156" cy="105156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64"/>
            <p:cNvSpPr/>
            <p:nvPr/>
          </p:nvSpPr>
          <p:spPr>
            <a:xfrm>
              <a:off x="3468623" y="3697223"/>
              <a:ext cx="103631" cy="10668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64"/>
            <p:cNvSpPr/>
            <p:nvPr/>
          </p:nvSpPr>
          <p:spPr>
            <a:xfrm>
              <a:off x="4735067" y="3953255"/>
              <a:ext cx="103632" cy="10668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64"/>
            <p:cNvSpPr/>
            <p:nvPr/>
          </p:nvSpPr>
          <p:spPr>
            <a:xfrm>
              <a:off x="5058155" y="4244339"/>
              <a:ext cx="105156" cy="105156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0" name="Google Shape;1360;p64"/>
            <p:cNvSpPr/>
            <p:nvPr/>
          </p:nvSpPr>
          <p:spPr>
            <a:xfrm>
              <a:off x="5382767" y="4379975"/>
              <a:ext cx="104139" cy="106680"/>
            </a:xfrm>
            <a:custGeom>
              <a:rect b="b" l="l" r="r" t="t"/>
              <a:pathLst>
                <a:path extrusionOk="0" h="106679" w="104139">
                  <a:moveTo>
                    <a:pt x="51816" y="0"/>
                  </a:moveTo>
                  <a:lnTo>
                    <a:pt x="31664" y="4190"/>
                  </a:lnTo>
                  <a:lnTo>
                    <a:pt x="15192" y="15620"/>
                  </a:lnTo>
                  <a:lnTo>
                    <a:pt x="4077" y="32575"/>
                  </a:lnTo>
                  <a:lnTo>
                    <a:pt x="0" y="53340"/>
                  </a:lnTo>
                  <a:lnTo>
                    <a:pt x="4077" y="74104"/>
                  </a:lnTo>
                  <a:lnTo>
                    <a:pt x="15192" y="91058"/>
                  </a:lnTo>
                  <a:lnTo>
                    <a:pt x="31664" y="102488"/>
                  </a:lnTo>
                  <a:lnTo>
                    <a:pt x="51816" y="106680"/>
                  </a:lnTo>
                  <a:lnTo>
                    <a:pt x="71967" y="102489"/>
                  </a:lnTo>
                  <a:lnTo>
                    <a:pt x="88439" y="91059"/>
                  </a:lnTo>
                  <a:lnTo>
                    <a:pt x="99554" y="74104"/>
                  </a:lnTo>
                  <a:lnTo>
                    <a:pt x="103632" y="53340"/>
                  </a:lnTo>
                  <a:lnTo>
                    <a:pt x="99554" y="32575"/>
                  </a:lnTo>
                  <a:lnTo>
                    <a:pt x="88439" y="15621"/>
                  </a:lnTo>
                  <a:lnTo>
                    <a:pt x="71967" y="4191"/>
                  </a:lnTo>
                  <a:lnTo>
                    <a:pt x="51816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1" name="Google Shape;1361;p64"/>
            <p:cNvSpPr/>
            <p:nvPr/>
          </p:nvSpPr>
          <p:spPr>
            <a:xfrm>
              <a:off x="5696711" y="4436363"/>
              <a:ext cx="105155" cy="105156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2" name="Google Shape;1362;p64"/>
            <p:cNvSpPr/>
            <p:nvPr/>
          </p:nvSpPr>
          <p:spPr>
            <a:xfrm>
              <a:off x="6016751" y="4440935"/>
              <a:ext cx="104139" cy="105410"/>
            </a:xfrm>
            <a:custGeom>
              <a:rect b="b" l="l" r="r" t="t"/>
              <a:pathLst>
                <a:path extrusionOk="0" h="105410" w="104139">
                  <a:moveTo>
                    <a:pt x="51815" y="0"/>
                  </a:moveTo>
                  <a:lnTo>
                    <a:pt x="31664" y="4125"/>
                  </a:lnTo>
                  <a:lnTo>
                    <a:pt x="15192" y="15382"/>
                  </a:lnTo>
                  <a:lnTo>
                    <a:pt x="4077" y="32093"/>
                  </a:lnTo>
                  <a:lnTo>
                    <a:pt x="0" y="52577"/>
                  </a:lnTo>
                  <a:lnTo>
                    <a:pt x="4077" y="73062"/>
                  </a:lnTo>
                  <a:lnTo>
                    <a:pt x="15192" y="89773"/>
                  </a:lnTo>
                  <a:lnTo>
                    <a:pt x="31664" y="101030"/>
                  </a:lnTo>
                  <a:lnTo>
                    <a:pt x="51815" y="105156"/>
                  </a:lnTo>
                  <a:lnTo>
                    <a:pt x="71967" y="101030"/>
                  </a:lnTo>
                  <a:lnTo>
                    <a:pt x="88439" y="89773"/>
                  </a:lnTo>
                  <a:lnTo>
                    <a:pt x="99554" y="73062"/>
                  </a:lnTo>
                  <a:lnTo>
                    <a:pt x="103632" y="52577"/>
                  </a:lnTo>
                  <a:lnTo>
                    <a:pt x="99554" y="32093"/>
                  </a:lnTo>
                  <a:lnTo>
                    <a:pt x="88439" y="15382"/>
                  </a:lnTo>
                  <a:lnTo>
                    <a:pt x="71967" y="4125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3" name="Google Shape;1363;p64"/>
            <p:cNvSpPr/>
            <p:nvPr/>
          </p:nvSpPr>
          <p:spPr>
            <a:xfrm>
              <a:off x="6326123" y="4447031"/>
              <a:ext cx="103631" cy="10668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4" name="Google Shape;1364;p64"/>
            <p:cNvSpPr/>
            <p:nvPr/>
          </p:nvSpPr>
          <p:spPr>
            <a:xfrm>
              <a:off x="6640068" y="4453127"/>
              <a:ext cx="104139" cy="106680"/>
            </a:xfrm>
            <a:custGeom>
              <a:rect b="b" l="l" r="r" t="t"/>
              <a:pathLst>
                <a:path extrusionOk="0" h="106679" w="104140">
                  <a:moveTo>
                    <a:pt x="51815" y="0"/>
                  </a:moveTo>
                  <a:lnTo>
                    <a:pt x="31664" y="4191"/>
                  </a:lnTo>
                  <a:lnTo>
                    <a:pt x="15192" y="15621"/>
                  </a:lnTo>
                  <a:lnTo>
                    <a:pt x="4077" y="32575"/>
                  </a:lnTo>
                  <a:lnTo>
                    <a:pt x="0" y="53340"/>
                  </a:lnTo>
                  <a:lnTo>
                    <a:pt x="4077" y="74104"/>
                  </a:lnTo>
                  <a:lnTo>
                    <a:pt x="15192" y="91058"/>
                  </a:lnTo>
                  <a:lnTo>
                    <a:pt x="31664" y="102488"/>
                  </a:lnTo>
                  <a:lnTo>
                    <a:pt x="51815" y="106680"/>
                  </a:lnTo>
                  <a:lnTo>
                    <a:pt x="71967" y="102489"/>
                  </a:lnTo>
                  <a:lnTo>
                    <a:pt x="88439" y="91059"/>
                  </a:lnTo>
                  <a:lnTo>
                    <a:pt x="99554" y="74104"/>
                  </a:lnTo>
                  <a:lnTo>
                    <a:pt x="103631" y="53340"/>
                  </a:lnTo>
                  <a:lnTo>
                    <a:pt x="99554" y="32575"/>
                  </a:lnTo>
                  <a:lnTo>
                    <a:pt x="88439" y="15621"/>
                  </a:lnTo>
                  <a:lnTo>
                    <a:pt x="71967" y="4191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5" name="Google Shape;1365;p64"/>
          <p:cNvSpPr/>
          <p:nvPr/>
        </p:nvSpPr>
        <p:spPr>
          <a:xfrm>
            <a:off x="554736" y="1449324"/>
            <a:ext cx="3038093" cy="189737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65"/>
          <p:cNvSpPr/>
          <p:nvPr/>
        </p:nvSpPr>
        <p:spPr>
          <a:xfrm>
            <a:off x="9356036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1" name="Google Shape;1371;p6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2" name="Google Shape;1372;p6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3" name="Google Shape;1373;p65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74" name="Google Shape;1374;p65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75" name="Google Shape;1375;p65"/>
          <p:cNvGrpSpPr/>
          <p:nvPr/>
        </p:nvGrpSpPr>
        <p:grpSpPr>
          <a:xfrm>
            <a:off x="2790444" y="1917192"/>
            <a:ext cx="4320540" cy="3095625"/>
            <a:chOff x="2790444" y="1917192"/>
            <a:chExt cx="4320540" cy="3095625"/>
          </a:xfrm>
        </p:grpSpPr>
        <p:sp>
          <p:nvSpPr>
            <p:cNvPr id="1376" name="Google Shape;1376;p65"/>
            <p:cNvSpPr/>
            <p:nvPr/>
          </p:nvSpPr>
          <p:spPr>
            <a:xfrm>
              <a:off x="2790444" y="1917192"/>
              <a:ext cx="4320540" cy="3095625"/>
            </a:xfrm>
            <a:custGeom>
              <a:rect b="b" l="l" r="r" t="t"/>
              <a:pathLst>
                <a:path extrusionOk="0" h="3095625" w="4320540">
                  <a:moveTo>
                    <a:pt x="4320539" y="0"/>
                  </a:moveTo>
                  <a:lnTo>
                    <a:pt x="0" y="0"/>
                  </a:lnTo>
                  <a:lnTo>
                    <a:pt x="0" y="3095243"/>
                  </a:lnTo>
                  <a:lnTo>
                    <a:pt x="4320539" y="3095243"/>
                  </a:lnTo>
                  <a:lnTo>
                    <a:pt x="432053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65"/>
            <p:cNvSpPr/>
            <p:nvPr/>
          </p:nvSpPr>
          <p:spPr>
            <a:xfrm>
              <a:off x="3458464" y="2574035"/>
              <a:ext cx="3414395" cy="1983739"/>
            </a:xfrm>
            <a:custGeom>
              <a:rect b="b" l="l" r="r" t="t"/>
              <a:pathLst>
                <a:path extrusionOk="0" h="1983739" w="3414395">
                  <a:moveTo>
                    <a:pt x="3414395" y="1920240"/>
                  </a:moveTo>
                  <a:lnTo>
                    <a:pt x="3401695" y="1913890"/>
                  </a:lnTo>
                  <a:lnTo>
                    <a:pt x="3287395" y="1856740"/>
                  </a:lnTo>
                  <a:lnTo>
                    <a:pt x="3333115" y="1913890"/>
                  </a:lnTo>
                  <a:lnTo>
                    <a:pt x="69850" y="1913890"/>
                  </a:lnTo>
                  <a:lnTo>
                    <a:pt x="69850" y="81292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37" y="81292"/>
                  </a:lnTo>
                  <a:lnTo>
                    <a:pt x="57150" y="76200"/>
                  </a:lnTo>
                  <a:lnTo>
                    <a:pt x="57150" y="81292"/>
                  </a:lnTo>
                  <a:lnTo>
                    <a:pt x="57150" y="1921129"/>
                  </a:lnTo>
                  <a:lnTo>
                    <a:pt x="63500" y="1921129"/>
                  </a:lnTo>
                  <a:lnTo>
                    <a:pt x="63500" y="1926590"/>
                  </a:lnTo>
                  <a:lnTo>
                    <a:pt x="3333115" y="1926590"/>
                  </a:lnTo>
                  <a:lnTo>
                    <a:pt x="3287395" y="1983740"/>
                  </a:lnTo>
                  <a:lnTo>
                    <a:pt x="3401695" y="1926590"/>
                  </a:lnTo>
                  <a:lnTo>
                    <a:pt x="3414395" y="1920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78" name="Google Shape;1378;p65"/>
          <p:cNvSpPr txBox="1"/>
          <p:nvPr/>
        </p:nvSpPr>
        <p:spPr>
          <a:xfrm>
            <a:off x="2790444" y="1917192"/>
            <a:ext cx="4320540" cy="309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845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𝑙𝑎𝑚𝑏𝑑𝑎 = 4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9" name="Google Shape;1379;p65"/>
          <p:cNvGrpSpPr/>
          <p:nvPr/>
        </p:nvGrpSpPr>
        <p:grpSpPr>
          <a:xfrm>
            <a:off x="3233927" y="2787395"/>
            <a:ext cx="3517646" cy="1977390"/>
            <a:chOff x="3233927" y="2787395"/>
            <a:chExt cx="3517646" cy="1977390"/>
          </a:xfrm>
        </p:grpSpPr>
        <p:sp>
          <p:nvSpPr>
            <p:cNvPr id="1380" name="Google Shape;1380;p65"/>
            <p:cNvSpPr/>
            <p:nvPr/>
          </p:nvSpPr>
          <p:spPr>
            <a:xfrm>
              <a:off x="3521963" y="4497323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65"/>
            <p:cNvSpPr/>
            <p:nvPr/>
          </p:nvSpPr>
          <p:spPr>
            <a:xfrm>
              <a:off x="3489959" y="4631435"/>
              <a:ext cx="58674" cy="13335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65"/>
            <p:cNvSpPr/>
            <p:nvPr/>
          </p:nvSpPr>
          <p:spPr>
            <a:xfrm>
              <a:off x="4155947" y="4497323"/>
              <a:ext cx="2536190" cy="70485"/>
            </a:xfrm>
            <a:custGeom>
              <a:rect b="b" l="l" r="r" t="t"/>
              <a:pathLst>
                <a:path extrusionOk="0" h="70485" w="2536190">
                  <a:moveTo>
                    <a:pt x="0" y="70357"/>
                  </a:moveTo>
                  <a:lnTo>
                    <a:pt x="0" y="0"/>
                  </a:lnTo>
                </a:path>
                <a:path extrusionOk="0" h="70485" w="2536190">
                  <a:moveTo>
                    <a:pt x="633984" y="70357"/>
                  </a:moveTo>
                  <a:lnTo>
                    <a:pt x="633984" y="0"/>
                  </a:lnTo>
                </a:path>
                <a:path extrusionOk="0" h="70485" w="2536190">
                  <a:moveTo>
                    <a:pt x="1267967" y="70357"/>
                  </a:moveTo>
                  <a:lnTo>
                    <a:pt x="1267967" y="0"/>
                  </a:lnTo>
                </a:path>
                <a:path extrusionOk="0" h="70485" w="2536190">
                  <a:moveTo>
                    <a:pt x="1901952" y="70357"/>
                  </a:moveTo>
                  <a:lnTo>
                    <a:pt x="1901952" y="0"/>
                  </a:lnTo>
                </a:path>
                <a:path extrusionOk="0" h="70485" w="2536190">
                  <a:moveTo>
                    <a:pt x="2535935" y="70357"/>
                  </a:moveTo>
                  <a:lnTo>
                    <a:pt x="2535935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65"/>
            <p:cNvSpPr/>
            <p:nvPr/>
          </p:nvSpPr>
          <p:spPr>
            <a:xfrm>
              <a:off x="4125467" y="4631435"/>
              <a:ext cx="57150" cy="13335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65"/>
            <p:cNvSpPr/>
            <p:nvPr/>
          </p:nvSpPr>
          <p:spPr>
            <a:xfrm>
              <a:off x="4756403" y="4631435"/>
              <a:ext cx="61722" cy="13335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65"/>
            <p:cNvSpPr/>
            <p:nvPr/>
          </p:nvSpPr>
          <p:spPr>
            <a:xfrm>
              <a:off x="5394960" y="4631435"/>
              <a:ext cx="55625" cy="13335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65"/>
            <p:cNvSpPr/>
            <p:nvPr/>
          </p:nvSpPr>
          <p:spPr>
            <a:xfrm>
              <a:off x="6028944" y="4631435"/>
              <a:ext cx="58674" cy="13335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65"/>
            <p:cNvSpPr/>
            <p:nvPr/>
          </p:nvSpPr>
          <p:spPr>
            <a:xfrm>
              <a:off x="6644639" y="4631435"/>
              <a:ext cx="93724" cy="13335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65"/>
            <p:cNvSpPr/>
            <p:nvPr/>
          </p:nvSpPr>
          <p:spPr>
            <a:xfrm>
              <a:off x="3454907" y="2852927"/>
              <a:ext cx="70485" cy="1641475"/>
            </a:xfrm>
            <a:custGeom>
              <a:rect b="b" l="l" r="r" t="t"/>
              <a:pathLst>
                <a:path extrusionOk="0" h="1641475" w="70485">
                  <a:moveTo>
                    <a:pt x="0" y="1641348"/>
                  </a:moveTo>
                  <a:lnTo>
                    <a:pt x="70357" y="1641348"/>
                  </a:lnTo>
                </a:path>
                <a:path extrusionOk="0" h="1641475" w="70485">
                  <a:moveTo>
                    <a:pt x="0" y="1094232"/>
                  </a:moveTo>
                  <a:lnTo>
                    <a:pt x="70357" y="1094232"/>
                  </a:lnTo>
                </a:path>
                <a:path extrusionOk="0" h="1641475" w="70485">
                  <a:moveTo>
                    <a:pt x="0" y="547116"/>
                  </a:moveTo>
                  <a:lnTo>
                    <a:pt x="70357" y="547116"/>
                  </a:lnTo>
                </a:path>
                <a:path extrusionOk="0" h="1641475" w="70485">
                  <a:moveTo>
                    <a:pt x="0" y="0"/>
                  </a:moveTo>
                  <a:lnTo>
                    <a:pt x="7035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65"/>
            <p:cNvSpPr/>
            <p:nvPr/>
          </p:nvSpPr>
          <p:spPr>
            <a:xfrm>
              <a:off x="3329939" y="4430267"/>
              <a:ext cx="58674" cy="131825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65"/>
            <p:cNvSpPr/>
            <p:nvPr/>
          </p:nvSpPr>
          <p:spPr>
            <a:xfrm>
              <a:off x="3272027" y="3883151"/>
              <a:ext cx="116586" cy="131825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65"/>
            <p:cNvSpPr/>
            <p:nvPr/>
          </p:nvSpPr>
          <p:spPr>
            <a:xfrm>
              <a:off x="3240023" y="3332987"/>
              <a:ext cx="151637" cy="131825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65"/>
            <p:cNvSpPr/>
            <p:nvPr/>
          </p:nvSpPr>
          <p:spPr>
            <a:xfrm>
              <a:off x="3233927" y="2787395"/>
              <a:ext cx="154686" cy="13335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65"/>
            <p:cNvSpPr/>
            <p:nvPr/>
          </p:nvSpPr>
          <p:spPr>
            <a:xfrm>
              <a:off x="4427219" y="3393947"/>
              <a:ext cx="105155" cy="106679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65"/>
            <p:cNvSpPr/>
            <p:nvPr/>
          </p:nvSpPr>
          <p:spPr>
            <a:xfrm>
              <a:off x="4108703" y="3656075"/>
              <a:ext cx="103632" cy="105156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65"/>
            <p:cNvSpPr/>
            <p:nvPr/>
          </p:nvSpPr>
          <p:spPr>
            <a:xfrm>
              <a:off x="3794759" y="4062983"/>
              <a:ext cx="103631" cy="10668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65"/>
            <p:cNvSpPr/>
            <p:nvPr/>
          </p:nvSpPr>
          <p:spPr>
            <a:xfrm>
              <a:off x="3474719" y="4361687"/>
              <a:ext cx="105155" cy="10668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65"/>
            <p:cNvSpPr/>
            <p:nvPr/>
          </p:nvSpPr>
          <p:spPr>
            <a:xfrm>
              <a:off x="4741163" y="3392423"/>
              <a:ext cx="105156" cy="105155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65"/>
            <p:cNvSpPr/>
            <p:nvPr/>
          </p:nvSpPr>
          <p:spPr>
            <a:xfrm>
              <a:off x="5065776" y="3605783"/>
              <a:ext cx="103632" cy="106679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65"/>
            <p:cNvSpPr/>
            <p:nvPr/>
          </p:nvSpPr>
          <p:spPr>
            <a:xfrm>
              <a:off x="5388863" y="3889247"/>
              <a:ext cx="105156" cy="106679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65"/>
            <p:cNvSpPr/>
            <p:nvPr/>
          </p:nvSpPr>
          <p:spPr>
            <a:xfrm>
              <a:off x="5704332" y="4140707"/>
              <a:ext cx="103631" cy="10668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65"/>
            <p:cNvSpPr/>
            <p:nvPr/>
          </p:nvSpPr>
          <p:spPr>
            <a:xfrm>
              <a:off x="6022848" y="4299203"/>
              <a:ext cx="105155" cy="105156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65"/>
            <p:cNvSpPr/>
            <p:nvPr/>
          </p:nvSpPr>
          <p:spPr>
            <a:xfrm>
              <a:off x="6332220" y="4393691"/>
              <a:ext cx="105155" cy="10668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65"/>
            <p:cNvSpPr/>
            <p:nvPr/>
          </p:nvSpPr>
          <p:spPr>
            <a:xfrm>
              <a:off x="6646163" y="4443983"/>
              <a:ext cx="105410" cy="106680"/>
            </a:xfrm>
            <a:custGeom>
              <a:rect b="b" l="l" r="r" t="t"/>
              <a:pathLst>
                <a:path extrusionOk="0" h="106679" w="105409">
                  <a:moveTo>
                    <a:pt x="52577" y="0"/>
                  </a:moveTo>
                  <a:lnTo>
                    <a:pt x="32093" y="4191"/>
                  </a:lnTo>
                  <a:lnTo>
                    <a:pt x="15382" y="15621"/>
                  </a:lnTo>
                  <a:lnTo>
                    <a:pt x="4125" y="32575"/>
                  </a:lnTo>
                  <a:lnTo>
                    <a:pt x="0" y="53340"/>
                  </a:lnTo>
                  <a:lnTo>
                    <a:pt x="4125" y="74104"/>
                  </a:lnTo>
                  <a:lnTo>
                    <a:pt x="15382" y="91059"/>
                  </a:lnTo>
                  <a:lnTo>
                    <a:pt x="32093" y="102489"/>
                  </a:lnTo>
                  <a:lnTo>
                    <a:pt x="52577" y="106680"/>
                  </a:lnTo>
                  <a:lnTo>
                    <a:pt x="73062" y="102489"/>
                  </a:lnTo>
                  <a:lnTo>
                    <a:pt x="89773" y="91059"/>
                  </a:lnTo>
                  <a:lnTo>
                    <a:pt x="101030" y="74104"/>
                  </a:lnTo>
                  <a:lnTo>
                    <a:pt x="105155" y="53340"/>
                  </a:lnTo>
                  <a:lnTo>
                    <a:pt x="101030" y="32575"/>
                  </a:lnTo>
                  <a:lnTo>
                    <a:pt x="89773" y="15621"/>
                  </a:lnTo>
                  <a:lnTo>
                    <a:pt x="73062" y="4191"/>
                  </a:lnTo>
                  <a:lnTo>
                    <a:pt x="52577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04" name="Google Shape;1404;p65"/>
          <p:cNvSpPr/>
          <p:nvPr/>
        </p:nvSpPr>
        <p:spPr>
          <a:xfrm>
            <a:off x="554736" y="1449324"/>
            <a:ext cx="3038093" cy="189737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66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10" name="Google Shape;1410;p6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11" name="Google Shape;1411;p6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12" name="Google Shape;1412;p66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13" name="Google Shape;1413;p66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414" name="Google Shape;1414;p66"/>
          <p:cNvGrpSpPr/>
          <p:nvPr/>
        </p:nvGrpSpPr>
        <p:grpSpPr>
          <a:xfrm>
            <a:off x="2790444" y="1917192"/>
            <a:ext cx="4320540" cy="3095625"/>
            <a:chOff x="2790444" y="1917192"/>
            <a:chExt cx="4320540" cy="3095625"/>
          </a:xfrm>
        </p:grpSpPr>
        <p:sp>
          <p:nvSpPr>
            <p:cNvPr id="1415" name="Google Shape;1415;p66"/>
            <p:cNvSpPr/>
            <p:nvPr/>
          </p:nvSpPr>
          <p:spPr>
            <a:xfrm>
              <a:off x="2790444" y="1917192"/>
              <a:ext cx="4320540" cy="3095625"/>
            </a:xfrm>
            <a:custGeom>
              <a:rect b="b" l="l" r="r" t="t"/>
              <a:pathLst>
                <a:path extrusionOk="0" h="3095625" w="4320540">
                  <a:moveTo>
                    <a:pt x="4320539" y="0"/>
                  </a:moveTo>
                  <a:lnTo>
                    <a:pt x="0" y="0"/>
                  </a:lnTo>
                  <a:lnTo>
                    <a:pt x="0" y="3095243"/>
                  </a:lnTo>
                  <a:lnTo>
                    <a:pt x="4320539" y="3095243"/>
                  </a:lnTo>
                  <a:lnTo>
                    <a:pt x="432053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66"/>
            <p:cNvSpPr/>
            <p:nvPr/>
          </p:nvSpPr>
          <p:spPr>
            <a:xfrm>
              <a:off x="3458464" y="2574035"/>
              <a:ext cx="3414395" cy="1983739"/>
            </a:xfrm>
            <a:custGeom>
              <a:rect b="b" l="l" r="r" t="t"/>
              <a:pathLst>
                <a:path extrusionOk="0" h="1983739" w="3414395">
                  <a:moveTo>
                    <a:pt x="3414395" y="1920240"/>
                  </a:moveTo>
                  <a:lnTo>
                    <a:pt x="3401695" y="1913890"/>
                  </a:lnTo>
                  <a:lnTo>
                    <a:pt x="3287395" y="1856740"/>
                  </a:lnTo>
                  <a:lnTo>
                    <a:pt x="3333115" y="1913890"/>
                  </a:lnTo>
                  <a:lnTo>
                    <a:pt x="69850" y="1913890"/>
                  </a:lnTo>
                  <a:lnTo>
                    <a:pt x="69850" y="81292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37" y="81292"/>
                  </a:lnTo>
                  <a:lnTo>
                    <a:pt x="57150" y="76200"/>
                  </a:lnTo>
                  <a:lnTo>
                    <a:pt x="57150" y="81292"/>
                  </a:lnTo>
                  <a:lnTo>
                    <a:pt x="57150" y="1921129"/>
                  </a:lnTo>
                  <a:lnTo>
                    <a:pt x="63500" y="1921129"/>
                  </a:lnTo>
                  <a:lnTo>
                    <a:pt x="63500" y="1926590"/>
                  </a:lnTo>
                  <a:lnTo>
                    <a:pt x="3333115" y="1926590"/>
                  </a:lnTo>
                  <a:lnTo>
                    <a:pt x="3287395" y="1983740"/>
                  </a:lnTo>
                  <a:lnTo>
                    <a:pt x="3401695" y="1926590"/>
                  </a:lnTo>
                  <a:lnTo>
                    <a:pt x="3414395" y="1920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17" name="Google Shape;1417;p66"/>
          <p:cNvSpPr txBox="1"/>
          <p:nvPr/>
        </p:nvSpPr>
        <p:spPr>
          <a:xfrm>
            <a:off x="2790444" y="1917192"/>
            <a:ext cx="4320540" cy="309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845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𝑙𝑎𝑚𝑏𝑑𝑎 = 6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8" name="Google Shape;1418;p66"/>
          <p:cNvGrpSpPr/>
          <p:nvPr/>
        </p:nvGrpSpPr>
        <p:grpSpPr>
          <a:xfrm>
            <a:off x="3233927" y="2787395"/>
            <a:ext cx="3526536" cy="1977390"/>
            <a:chOff x="3233927" y="2787395"/>
            <a:chExt cx="3526536" cy="1977390"/>
          </a:xfrm>
        </p:grpSpPr>
        <p:sp>
          <p:nvSpPr>
            <p:cNvPr id="1419" name="Google Shape;1419;p66"/>
            <p:cNvSpPr/>
            <p:nvPr/>
          </p:nvSpPr>
          <p:spPr>
            <a:xfrm>
              <a:off x="3521963" y="4497323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66"/>
            <p:cNvSpPr/>
            <p:nvPr/>
          </p:nvSpPr>
          <p:spPr>
            <a:xfrm>
              <a:off x="3489959" y="4631435"/>
              <a:ext cx="58674" cy="13335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66"/>
            <p:cNvSpPr/>
            <p:nvPr/>
          </p:nvSpPr>
          <p:spPr>
            <a:xfrm>
              <a:off x="4155947" y="4497323"/>
              <a:ext cx="2536190" cy="70485"/>
            </a:xfrm>
            <a:custGeom>
              <a:rect b="b" l="l" r="r" t="t"/>
              <a:pathLst>
                <a:path extrusionOk="0" h="70485" w="2536190">
                  <a:moveTo>
                    <a:pt x="0" y="70357"/>
                  </a:moveTo>
                  <a:lnTo>
                    <a:pt x="0" y="0"/>
                  </a:lnTo>
                </a:path>
                <a:path extrusionOk="0" h="70485" w="2536190">
                  <a:moveTo>
                    <a:pt x="633984" y="70357"/>
                  </a:moveTo>
                  <a:lnTo>
                    <a:pt x="633984" y="0"/>
                  </a:lnTo>
                </a:path>
                <a:path extrusionOk="0" h="70485" w="2536190">
                  <a:moveTo>
                    <a:pt x="1267967" y="70357"/>
                  </a:moveTo>
                  <a:lnTo>
                    <a:pt x="1267967" y="0"/>
                  </a:lnTo>
                </a:path>
                <a:path extrusionOk="0" h="70485" w="2536190">
                  <a:moveTo>
                    <a:pt x="1901952" y="70357"/>
                  </a:moveTo>
                  <a:lnTo>
                    <a:pt x="1901952" y="0"/>
                  </a:lnTo>
                </a:path>
                <a:path extrusionOk="0" h="70485" w="2536190">
                  <a:moveTo>
                    <a:pt x="2535935" y="70357"/>
                  </a:moveTo>
                  <a:lnTo>
                    <a:pt x="2535935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66"/>
            <p:cNvSpPr/>
            <p:nvPr/>
          </p:nvSpPr>
          <p:spPr>
            <a:xfrm>
              <a:off x="4125467" y="4631435"/>
              <a:ext cx="57150" cy="13335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66"/>
            <p:cNvSpPr/>
            <p:nvPr/>
          </p:nvSpPr>
          <p:spPr>
            <a:xfrm>
              <a:off x="4756403" y="4631435"/>
              <a:ext cx="61722" cy="13335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66"/>
            <p:cNvSpPr/>
            <p:nvPr/>
          </p:nvSpPr>
          <p:spPr>
            <a:xfrm>
              <a:off x="5394960" y="4631435"/>
              <a:ext cx="55625" cy="13335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66"/>
            <p:cNvSpPr/>
            <p:nvPr/>
          </p:nvSpPr>
          <p:spPr>
            <a:xfrm>
              <a:off x="6028944" y="4631435"/>
              <a:ext cx="58674" cy="13335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66"/>
            <p:cNvSpPr/>
            <p:nvPr/>
          </p:nvSpPr>
          <p:spPr>
            <a:xfrm>
              <a:off x="6644639" y="4631435"/>
              <a:ext cx="93724" cy="13335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66"/>
            <p:cNvSpPr/>
            <p:nvPr/>
          </p:nvSpPr>
          <p:spPr>
            <a:xfrm>
              <a:off x="3454907" y="2852927"/>
              <a:ext cx="70485" cy="1641475"/>
            </a:xfrm>
            <a:custGeom>
              <a:rect b="b" l="l" r="r" t="t"/>
              <a:pathLst>
                <a:path extrusionOk="0" h="1641475" w="70485">
                  <a:moveTo>
                    <a:pt x="0" y="1641348"/>
                  </a:moveTo>
                  <a:lnTo>
                    <a:pt x="70357" y="1641348"/>
                  </a:lnTo>
                </a:path>
                <a:path extrusionOk="0" h="1641475" w="70485">
                  <a:moveTo>
                    <a:pt x="0" y="1094232"/>
                  </a:moveTo>
                  <a:lnTo>
                    <a:pt x="70357" y="1094232"/>
                  </a:lnTo>
                </a:path>
                <a:path extrusionOk="0" h="1641475" w="70485">
                  <a:moveTo>
                    <a:pt x="0" y="547116"/>
                  </a:moveTo>
                  <a:lnTo>
                    <a:pt x="70357" y="547116"/>
                  </a:lnTo>
                </a:path>
                <a:path extrusionOk="0" h="1641475" w="70485">
                  <a:moveTo>
                    <a:pt x="0" y="0"/>
                  </a:moveTo>
                  <a:lnTo>
                    <a:pt x="7035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66"/>
            <p:cNvSpPr/>
            <p:nvPr/>
          </p:nvSpPr>
          <p:spPr>
            <a:xfrm>
              <a:off x="3329939" y="4430267"/>
              <a:ext cx="58674" cy="131825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9" name="Google Shape;1429;p66"/>
            <p:cNvSpPr/>
            <p:nvPr/>
          </p:nvSpPr>
          <p:spPr>
            <a:xfrm>
              <a:off x="3272027" y="3883151"/>
              <a:ext cx="116586" cy="131825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0" name="Google Shape;1430;p66"/>
            <p:cNvSpPr/>
            <p:nvPr/>
          </p:nvSpPr>
          <p:spPr>
            <a:xfrm>
              <a:off x="3240023" y="3332987"/>
              <a:ext cx="151637" cy="131825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1" name="Google Shape;1431;p66"/>
            <p:cNvSpPr/>
            <p:nvPr/>
          </p:nvSpPr>
          <p:spPr>
            <a:xfrm>
              <a:off x="3233927" y="2787395"/>
              <a:ext cx="154686" cy="13335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2" name="Google Shape;1432;p66"/>
            <p:cNvSpPr/>
            <p:nvPr/>
          </p:nvSpPr>
          <p:spPr>
            <a:xfrm>
              <a:off x="4436363" y="3948683"/>
              <a:ext cx="105156" cy="10668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3" name="Google Shape;1433;p66"/>
            <p:cNvSpPr/>
            <p:nvPr/>
          </p:nvSpPr>
          <p:spPr>
            <a:xfrm>
              <a:off x="4117847" y="4197095"/>
              <a:ext cx="103631" cy="10668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4" name="Google Shape;1434;p66"/>
            <p:cNvSpPr/>
            <p:nvPr/>
          </p:nvSpPr>
          <p:spPr>
            <a:xfrm>
              <a:off x="3803904" y="4358639"/>
              <a:ext cx="103632" cy="105156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5" name="Google Shape;1435;p66"/>
            <p:cNvSpPr/>
            <p:nvPr/>
          </p:nvSpPr>
          <p:spPr>
            <a:xfrm>
              <a:off x="3483863" y="4440935"/>
              <a:ext cx="105410" cy="105410"/>
            </a:xfrm>
            <a:custGeom>
              <a:rect b="b" l="l" r="r" t="t"/>
              <a:pathLst>
                <a:path extrusionOk="0" h="105410" w="105410">
                  <a:moveTo>
                    <a:pt x="52577" y="0"/>
                  </a:moveTo>
                  <a:lnTo>
                    <a:pt x="32093" y="4125"/>
                  </a:lnTo>
                  <a:lnTo>
                    <a:pt x="15382" y="15382"/>
                  </a:lnTo>
                  <a:lnTo>
                    <a:pt x="4125" y="32093"/>
                  </a:lnTo>
                  <a:lnTo>
                    <a:pt x="0" y="52577"/>
                  </a:lnTo>
                  <a:lnTo>
                    <a:pt x="4125" y="73062"/>
                  </a:lnTo>
                  <a:lnTo>
                    <a:pt x="15382" y="89773"/>
                  </a:lnTo>
                  <a:lnTo>
                    <a:pt x="32093" y="101030"/>
                  </a:lnTo>
                  <a:lnTo>
                    <a:pt x="52577" y="105156"/>
                  </a:lnTo>
                  <a:lnTo>
                    <a:pt x="73062" y="101030"/>
                  </a:lnTo>
                  <a:lnTo>
                    <a:pt x="89773" y="89773"/>
                  </a:lnTo>
                  <a:lnTo>
                    <a:pt x="101030" y="73062"/>
                  </a:lnTo>
                  <a:lnTo>
                    <a:pt x="105156" y="52577"/>
                  </a:lnTo>
                  <a:lnTo>
                    <a:pt x="101030" y="32093"/>
                  </a:lnTo>
                  <a:lnTo>
                    <a:pt x="89773" y="15382"/>
                  </a:lnTo>
                  <a:lnTo>
                    <a:pt x="73062" y="4125"/>
                  </a:lnTo>
                  <a:lnTo>
                    <a:pt x="52577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6" name="Google Shape;1436;p66"/>
            <p:cNvSpPr/>
            <p:nvPr/>
          </p:nvSpPr>
          <p:spPr>
            <a:xfrm>
              <a:off x="4750308" y="3712463"/>
              <a:ext cx="105155" cy="105156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7" name="Google Shape;1437;p66"/>
            <p:cNvSpPr/>
            <p:nvPr/>
          </p:nvSpPr>
          <p:spPr>
            <a:xfrm>
              <a:off x="5074920" y="3558539"/>
              <a:ext cx="103631" cy="105156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8" name="Google Shape;1438;p66"/>
            <p:cNvSpPr/>
            <p:nvPr/>
          </p:nvSpPr>
          <p:spPr>
            <a:xfrm>
              <a:off x="5398007" y="3553967"/>
              <a:ext cx="105155" cy="106680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9" name="Google Shape;1439;p66"/>
            <p:cNvSpPr/>
            <p:nvPr/>
          </p:nvSpPr>
          <p:spPr>
            <a:xfrm>
              <a:off x="5713476" y="3686555"/>
              <a:ext cx="103632" cy="106680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0" name="Google Shape;1440;p66"/>
            <p:cNvSpPr/>
            <p:nvPr/>
          </p:nvSpPr>
          <p:spPr>
            <a:xfrm>
              <a:off x="6031992" y="3875531"/>
              <a:ext cx="105156" cy="106680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1" name="Google Shape;1441;p66"/>
            <p:cNvSpPr/>
            <p:nvPr/>
          </p:nvSpPr>
          <p:spPr>
            <a:xfrm>
              <a:off x="6341363" y="4066031"/>
              <a:ext cx="105156" cy="106680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66"/>
            <p:cNvSpPr/>
            <p:nvPr/>
          </p:nvSpPr>
          <p:spPr>
            <a:xfrm>
              <a:off x="6655307" y="4224527"/>
              <a:ext cx="105156" cy="106680"/>
            </a:xfrm>
            <a:prstGeom prst="rect">
              <a:avLst/>
            </a:pr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43" name="Google Shape;1443;p66"/>
          <p:cNvSpPr/>
          <p:nvPr/>
        </p:nvSpPr>
        <p:spPr>
          <a:xfrm>
            <a:off x="554736" y="1449324"/>
            <a:ext cx="3038093" cy="189737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67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49" name="Google Shape;1449;p6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50" name="Google Shape;1450;p6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51" name="Google Shape;1451;p67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52" name="Google Shape;1452;p6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53" name="Google Shape;1453;p67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54" name="Google Shape;1454;p67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455" name="Google Shape;1455;p67"/>
          <p:cNvGrpSpPr/>
          <p:nvPr/>
        </p:nvGrpSpPr>
        <p:grpSpPr>
          <a:xfrm>
            <a:off x="1222247" y="1821167"/>
            <a:ext cx="3532886" cy="1448067"/>
            <a:chOff x="1222247" y="1821167"/>
            <a:chExt cx="3532886" cy="1448067"/>
          </a:xfrm>
        </p:grpSpPr>
        <p:sp>
          <p:nvSpPr>
            <p:cNvPr id="1456" name="Google Shape;1456;p67"/>
            <p:cNvSpPr/>
            <p:nvPr/>
          </p:nvSpPr>
          <p:spPr>
            <a:xfrm>
              <a:off x="1222247" y="1821167"/>
              <a:ext cx="3502914" cy="115901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67"/>
            <p:cNvSpPr/>
            <p:nvPr/>
          </p:nvSpPr>
          <p:spPr>
            <a:xfrm>
              <a:off x="1746503" y="2744724"/>
              <a:ext cx="3008630" cy="524510"/>
            </a:xfrm>
            <a:custGeom>
              <a:rect b="b" l="l" r="r" t="t"/>
              <a:pathLst>
                <a:path extrusionOk="0" h="524510" w="3008629">
                  <a:moveTo>
                    <a:pt x="3008375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3008375" y="524255"/>
                  </a:lnTo>
                  <a:lnTo>
                    <a:pt x="300837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67"/>
            <p:cNvSpPr/>
            <p:nvPr/>
          </p:nvSpPr>
          <p:spPr>
            <a:xfrm>
              <a:off x="2054605" y="2969133"/>
              <a:ext cx="216407" cy="1651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59" name="Google Shape;1459;p67"/>
          <p:cNvSpPr/>
          <p:nvPr/>
        </p:nvSpPr>
        <p:spPr>
          <a:xfrm>
            <a:off x="554736" y="1449324"/>
            <a:ext cx="3038093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0" name="Google Shape;1460;p67"/>
          <p:cNvSpPr txBox="1"/>
          <p:nvPr/>
        </p:nvSpPr>
        <p:spPr>
          <a:xfrm>
            <a:off x="1924811" y="2910586"/>
            <a:ext cx="5562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0 =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67"/>
          <p:cNvSpPr/>
          <p:nvPr/>
        </p:nvSpPr>
        <p:spPr>
          <a:xfrm>
            <a:off x="2517394" y="3044698"/>
            <a:ext cx="690880" cy="12700"/>
          </a:xfrm>
          <a:custGeom>
            <a:rect b="b" l="l" r="r" t="t"/>
            <a:pathLst>
              <a:path extrusionOk="0" h="12700" w="690880">
                <a:moveTo>
                  <a:pt x="690372" y="0"/>
                </a:moveTo>
                <a:lnTo>
                  <a:pt x="0" y="0"/>
                </a:lnTo>
                <a:lnTo>
                  <a:pt x="0" y="12191"/>
                </a:lnTo>
                <a:lnTo>
                  <a:pt x="690372" y="12191"/>
                </a:lnTo>
                <a:lnTo>
                  <a:pt x="690372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2" name="Google Shape;1462;p67"/>
          <p:cNvSpPr txBox="1"/>
          <p:nvPr/>
        </p:nvSpPr>
        <p:spPr>
          <a:xfrm>
            <a:off x="2492248" y="2603347"/>
            <a:ext cx="74866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375">
            <a:spAutoFit/>
          </a:bodyPr>
          <a:lstStyle/>
          <a:p>
            <a:pPr indent="0" lvl="0" marL="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0.4</a:t>
            </a: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-25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𝑒</a:t>
            </a: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−0.4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0!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67"/>
          <p:cNvSpPr txBox="1"/>
          <p:nvPr/>
        </p:nvSpPr>
        <p:spPr>
          <a:xfrm>
            <a:off x="3233166" y="2910586"/>
            <a:ext cx="138493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𝑒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−0.4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0.6703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68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9" name="Google Shape;1469;p6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0" name="Google Shape;1470;p6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1" name="Google Shape;1471;p68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72" name="Google Shape;1472;p6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73" name="Google Shape;1473;p68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4" name="Google Shape;1474;p68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5" name="Google Shape;1475;p68"/>
          <p:cNvSpPr/>
          <p:nvPr/>
        </p:nvSpPr>
        <p:spPr>
          <a:xfrm>
            <a:off x="1222247" y="1821179"/>
            <a:ext cx="4330446" cy="144856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6" name="Google Shape;1476;p68"/>
          <p:cNvSpPr/>
          <p:nvPr/>
        </p:nvSpPr>
        <p:spPr>
          <a:xfrm>
            <a:off x="554736" y="1449324"/>
            <a:ext cx="3038093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69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82" name="Google Shape;1482;p6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83" name="Google Shape;1483;p6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84" name="Google Shape;1484;p69"/>
          <p:cNvSpPr/>
          <p:nvPr/>
        </p:nvSpPr>
        <p:spPr>
          <a:xfrm>
            <a:off x="557783" y="1591043"/>
            <a:ext cx="2977133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85" name="Google Shape;1485;p69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486" name="Google Shape;1486;p69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1487" name="Google Shape;1487;p69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69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69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69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69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92" name="Google Shape;1492;p69"/>
          <p:cNvSpPr txBox="1"/>
          <p:nvPr/>
        </p:nvSpPr>
        <p:spPr>
          <a:xfrm>
            <a:off x="437489" y="431419"/>
            <a:ext cx="3637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1.4. Discrete Probability Distribution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93" name="Google Shape;1493;p69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01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70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99" name="Google Shape;1499;p70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00" name="Google Shape;1500;p70"/>
          <p:cNvSpPr/>
          <p:nvPr/>
        </p:nvSpPr>
        <p:spPr>
          <a:xfrm>
            <a:off x="9363667" y="6524434"/>
            <a:ext cx="81322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01" name="Google Shape;1501;p7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02" name="Google Shape;1502;p7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03" name="Google Shape;1503;p70"/>
          <p:cNvSpPr/>
          <p:nvPr/>
        </p:nvSpPr>
        <p:spPr>
          <a:xfrm>
            <a:off x="1019555" y="3220199"/>
            <a:ext cx="4994910" cy="4076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04" name="Google Shape;1504;p70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05" name="Google Shape;1505;p70"/>
          <p:cNvSpPr/>
          <p:nvPr/>
        </p:nvSpPr>
        <p:spPr>
          <a:xfrm>
            <a:off x="1050036" y="3963923"/>
            <a:ext cx="3588258" cy="69570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71"/>
          <p:cNvSpPr/>
          <p:nvPr/>
        </p:nvSpPr>
        <p:spPr>
          <a:xfrm>
            <a:off x="9391205" y="6524434"/>
            <a:ext cx="53784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1" name="Google Shape;1511;p7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2" name="Google Shape;1512;p7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3" name="Google Shape;1513;p71"/>
          <p:cNvSpPr txBox="1"/>
          <p:nvPr/>
        </p:nvSpPr>
        <p:spPr>
          <a:xfrm>
            <a:off x="437489" y="431419"/>
            <a:ext cx="354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14" name="Google Shape;1514;p71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15" name="Google Shape;1515;p71"/>
          <p:cNvSpPr/>
          <p:nvPr/>
        </p:nvSpPr>
        <p:spPr>
          <a:xfrm>
            <a:off x="460248" y="1443177"/>
            <a:ext cx="4150614" cy="30256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6" name="Google Shape;1516;p71"/>
          <p:cNvSpPr/>
          <p:nvPr/>
        </p:nvSpPr>
        <p:spPr>
          <a:xfrm>
            <a:off x="682751" y="2325623"/>
            <a:ext cx="4298442" cy="16939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7" name="Google Shape;1517;p71"/>
          <p:cNvSpPr/>
          <p:nvPr/>
        </p:nvSpPr>
        <p:spPr>
          <a:xfrm>
            <a:off x="554736" y="1923288"/>
            <a:ext cx="2989326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72"/>
          <p:cNvSpPr/>
          <p:nvPr/>
        </p:nvSpPr>
        <p:spPr>
          <a:xfrm>
            <a:off x="9363498" y="6524434"/>
            <a:ext cx="78443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3" name="Google Shape;1523;p7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4" name="Google Shape;1524;p7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5" name="Google Shape;1525;p72"/>
          <p:cNvSpPr txBox="1"/>
          <p:nvPr/>
        </p:nvSpPr>
        <p:spPr>
          <a:xfrm>
            <a:off x="437489" y="431419"/>
            <a:ext cx="354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26" name="Google Shape;1526;p72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27" name="Google Shape;1527;p72"/>
          <p:cNvSpPr/>
          <p:nvPr/>
        </p:nvSpPr>
        <p:spPr>
          <a:xfrm>
            <a:off x="676655" y="1825751"/>
            <a:ext cx="1285494" cy="54482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528" name="Google Shape;1528;p72"/>
          <p:cNvGrpSpPr/>
          <p:nvPr/>
        </p:nvGrpSpPr>
        <p:grpSpPr>
          <a:xfrm>
            <a:off x="1415796" y="2852166"/>
            <a:ext cx="3380104" cy="1618742"/>
            <a:chOff x="1415796" y="2852166"/>
            <a:chExt cx="3380104" cy="1618742"/>
          </a:xfrm>
        </p:grpSpPr>
        <p:sp>
          <p:nvSpPr>
            <p:cNvPr id="1529" name="Google Shape;1529;p72"/>
            <p:cNvSpPr/>
            <p:nvPr/>
          </p:nvSpPr>
          <p:spPr>
            <a:xfrm>
              <a:off x="1840230" y="2852166"/>
              <a:ext cx="2542540" cy="1536700"/>
            </a:xfrm>
            <a:custGeom>
              <a:rect b="b" l="l" r="r" t="t"/>
              <a:pathLst>
                <a:path extrusionOk="0" h="1536700" w="2542540">
                  <a:moveTo>
                    <a:pt x="1262633" y="0"/>
                  </a:moveTo>
                  <a:lnTo>
                    <a:pt x="1217258" y="5804"/>
                  </a:lnTo>
                  <a:lnTo>
                    <a:pt x="1175047" y="22650"/>
                  </a:lnTo>
                  <a:lnTo>
                    <a:pt x="1135607" y="49683"/>
                  </a:lnTo>
                  <a:lnTo>
                    <a:pt x="1098547" y="86051"/>
                  </a:lnTo>
                  <a:lnTo>
                    <a:pt x="1063474" y="130899"/>
                  </a:lnTo>
                  <a:lnTo>
                    <a:pt x="1029996" y="183375"/>
                  </a:lnTo>
                  <a:lnTo>
                    <a:pt x="997719" y="242625"/>
                  </a:lnTo>
                  <a:lnTo>
                    <a:pt x="966251" y="307797"/>
                  </a:lnTo>
                  <a:lnTo>
                    <a:pt x="935199" y="378036"/>
                  </a:lnTo>
                  <a:lnTo>
                    <a:pt x="919707" y="414790"/>
                  </a:lnTo>
                  <a:lnTo>
                    <a:pt x="888545" y="491031"/>
                  </a:lnTo>
                  <a:lnTo>
                    <a:pt x="824133" y="651463"/>
                  </a:lnTo>
                  <a:lnTo>
                    <a:pt x="807309" y="692606"/>
                  </a:lnTo>
                  <a:lnTo>
                    <a:pt x="790098" y="733948"/>
                  </a:lnTo>
                  <a:lnTo>
                    <a:pt x="772452" y="775385"/>
                  </a:lnTo>
                  <a:lnTo>
                    <a:pt x="754321" y="816808"/>
                  </a:lnTo>
                  <a:lnTo>
                    <a:pt x="735657" y="858112"/>
                  </a:lnTo>
                  <a:lnTo>
                    <a:pt x="716409" y="899189"/>
                  </a:lnTo>
                  <a:lnTo>
                    <a:pt x="696530" y="939934"/>
                  </a:lnTo>
                  <a:lnTo>
                    <a:pt x="675970" y="980239"/>
                  </a:lnTo>
                  <a:lnTo>
                    <a:pt x="654679" y="1019997"/>
                  </a:lnTo>
                  <a:lnTo>
                    <a:pt x="632610" y="1059103"/>
                  </a:lnTo>
                  <a:lnTo>
                    <a:pt x="609712" y="1097449"/>
                  </a:lnTo>
                  <a:lnTo>
                    <a:pt x="585938" y="1134929"/>
                  </a:lnTo>
                  <a:lnTo>
                    <a:pt x="561236" y="1171435"/>
                  </a:lnTo>
                  <a:lnTo>
                    <a:pt x="535560" y="1206863"/>
                  </a:lnTo>
                  <a:lnTo>
                    <a:pt x="508859" y="1241104"/>
                  </a:lnTo>
                  <a:lnTo>
                    <a:pt x="481085" y="1274052"/>
                  </a:lnTo>
                  <a:lnTo>
                    <a:pt x="452187" y="1305600"/>
                  </a:lnTo>
                  <a:lnTo>
                    <a:pt x="422119" y="1335643"/>
                  </a:lnTo>
                  <a:lnTo>
                    <a:pt x="390829" y="1364072"/>
                  </a:lnTo>
                  <a:lnTo>
                    <a:pt x="358270" y="1390782"/>
                  </a:lnTo>
                  <a:lnTo>
                    <a:pt x="324392" y="1415665"/>
                  </a:lnTo>
                  <a:lnTo>
                    <a:pt x="289146" y="1438616"/>
                  </a:lnTo>
                  <a:lnTo>
                    <a:pt x="252483" y="1459527"/>
                  </a:lnTo>
                  <a:lnTo>
                    <a:pt x="214354" y="1478292"/>
                  </a:lnTo>
                  <a:lnTo>
                    <a:pt x="174709" y="1494805"/>
                  </a:lnTo>
                  <a:lnTo>
                    <a:pt x="133501" y="1508957"/>
                  </a:lnTo>
                  <a:lnTo>
                    <a:pt x="90679" y="1520644"/>
                  </a:lnTo>
                  <a:lnTo>
                    <a:pt x="46195" y="1529757"/>
                  </a:lnTo>
                  <a:lnTo>
                    <a:pt x="0" y="1536192"/>
                  </a:lnTo>
                  <a:lnTo>
                    <a:pt x="2542032" y="1536192"/>
                  </a:lnTo>
                  <a:lnTo>
                    <a:pt x="2500804" y="1533796"/>
                  </a:lnTo>
                  <a:lnTo>
                    <a:pt x="2460872" y="1528303"/>
                  </a:lnTo>
                  <a:lnTo>
                    <a:pt x="2422199" y="1519833"/>
                  </a:lnTo>
                  <a:lnTo>
                    <a:pt x="2384748" y="1508509"/>
                  </a:lnTo>
                  <a:lnTo>
                    <a:pt x="2348479" y="1494453"/>
                  </a:lnTo>
                  <a:lnTo>
                    <a:pt x="2313357" y="1477787"/>
                  </a:lnTo>
                  <a:lnTo>
                    <a:pt x="2279343" y="1458633"/>
                  </a:lnTo>
                  <a:lnTo>
                    <a:pt x="2246399" y="1437113"/>
                  </a:lnTo>
                  <a:lnTo>
                    <a:pt x="2214489" y="1413349"/>
                  </a:lnTo>
                  <a:lnTo>
                    <a:pt x="2183574" y="1387464"/>
                  </a:lnTo>
                  <a:lnTo>
                    <a:pt x="2153618" y="1359580"/>
                  </a:lnTo>
                  <a:lnTo>
                    <a:pt x="2124581" y="1329817"/>
                  </a:lnTo>
                  <a:lnTo>
                    <a:pt x="2096427" y="1298300"/>
                  </a:lnTo>
                  <a:lnTo>
                    <a:pt x="2069119" y="1265149"/>
                  </a:lnTo>
                  <a:lnTo>
                    <a:pt x="2042618" y="1230488"/>
                  </a:lnTo>
                  <a:lnTo>
                    <a:pt x="2016887" y="1194437"/>
                  </a:lnTo>
                  <a:lnTo>
                    <a:pt x="1991889" y="1157120"/>
                  </a:lnTo>
                  <a:lnTo>
                    <a:pt x="1967585" y="1118657"/>
                  </a:lnTo>
                  <a:lnTo>
                    <a:pt x="1943939" y="1079172"/>
                  </a:lnTo>
                  <a:lnTo>
                    <a:pt x="1920912" y="1038787"/>
                  </a:lnTo>
                  <a:lnTo>
                    <a:pt x="1898467" y="997623"/>
                  </a:lnTo>
                  <a:lnTo>
                    <a:pt x="1876567" y="955802"/>
                  </a:lnTo>
                  <a:lnTo>
                    <a:pt x="1855174" y="913447"/>
                  </a:lnTo>
                  <a:lnTo>
                    <a:pt x="1834250" y="870681"/>
                  </a:lnTo>
                  <a:lnTo>
                    <a:pt x="1813758" y="827624"/>
                  </a:lnTo>
                  <a:lnTo>
                    <a:pt x="1793659" y="784399"/>
                  </a:lnTo>
                  <a:lnTo>
                    <a:pt x="1773918" y="741128"/>
                  </a:lnTo>
                  <a:lnTo>
                    <a:pt x="1660850" y="487378"/>
                  </a:lnTo>
                  <a:lnTo>
                    <a:pt x="1642551" y="447205"/>
                  </a:lnTo>
                  <a:lnTo>
                    <a:pt x="1624308" y="407963"/>
                  </a:lnTo>
                  <a:lnTo>
                    <a:pt x="1606084" y="369774"/>
                  </a:lnTo>
                  <a:lnTo>
                    <a:pt x="1587840" y="332761"/>
                  </a:lnTo>
                  <a:lnTo>
                    <a:pt x="1569539" y="297044"/>
                  </a:lnTo>
                  <a:lnTo>
                    <a:pt x="1551144" y="262747"/>
                  </a:lnTo>
                  <a:lnTo>
                    <a:pt x="1513920" y="198900"/>
                  </a:lnTo>
                  <a:lnTo>
                    <a:pt x="1475866" y="142195"/>
                  </a:lnTo>
                  <a:lnTo>
                    <a:pt x="1436682" y="93609"/>
                  </a:lnTo>
                  <a:lnTo>
                    <a:pt x="1396068" y="54120"/>
                  </a:lnTo>
                  <a:lnTo>
                    <a:pt x="1353722" y="24704"/>
                  </a:lnTo>
                  <a:lnTo>
                    <a:pt x="1309344" y="6339"/>
                  </a:lnTo>
                  <a:lnTo>
                    <a:pt x="1286299" y="1605"/>
                  </a:lnTo>
                  <a:lnTo>
                    <a:pt x="126263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72"/>
            <p:cNvSpPr/>
            <p:nvPr/>
          </p:nvSpPr>
          <p:spPr>
            <a:xfrm>
              <a:off x="1840230" y="2852166"/>
              <a:ext cx="2542540" cy="1536700"/>
            </a:xfrm>
            <a:custGeom>
              <a:rect b="b" l="l" r="r" t="t"/>
              <a:pathLst>
                <a:path extrusionOk="0" h="1536700" w="2542540">
                  <a:moveTo>
                    <a:pt x="2542032" y="1536192"/>
                  </a:moveTo>
                  <a:lnTo>
                    <a:pt x="2500804" y="1533796"/>
                  </a:lnTo>
                  <a:lnTo>
                    <a:pt x="2460872" y="1528303"/>
                  </a:lnTo>
                  <a:lnTo>
                    <a:pt x="2422199" y="1519833"/>
                  </a:lnTo>
                  <a:lnTo>
                    <a:pt x="2384748" y="1508509"/>
                  </a:lnTo>
                  <a:lnTo>
                    <a:pt x="2348479" y="1494453"/>
                  </a:lnTo>
                  <a:lnTo>
                    <a:pt x="2313357" y="1477787"/>
                  </a:lnTo>
                  <a:lnTo>
                    <a:pt x="2279343" y="1458633"/>
                  </a:lnTo>
                  <a:lnTo>
                    <a:pt x="2246399" y="1437113"/>
                  </a:lnTo>
                  <a:lnTo>
                    <a:pt x="2214489" y="1413349"/>
                  </a:lnTo>
                  <a:lnTo>
                    <a:pt x="2183574" y="1387464"/>
                  </a:lnTo>
                  <a:lnTo>
                    <a:pt x="2153618" y="1359580"/>
                  </a:lnTo>
                  <a:lnTo>
                    <a:pt x="2124581" y="1329817"/>
                  </a:lnTo>
                  <a:lnTo>
                    <a:pt x="2096427" y="1298300"/>
                  </a:lnTo>
                  <a:lnTo>
                    <a:pt x="2069119" y="1265149"/>
                  </a:lnTo>
                  <a:lnTo>
                    <a:pt x="2042618" y="1230488"/>
                  </a:lnTo>
                  <a:lnTo>
                    <a:pt x="2016887" y="1194437"/>
                  </a:lnTo>
                  <a:lnTo>
                    <a:pt x="1991889" y="1157120"/>
                  </a:lnTo>
                  <a:lnTo>
                    <a:pt x="1967585" y="1118657"/>
                  </a:lnTo>
                  <a:lnTo>
                    <a:pt x="1943939" y="1079172"/>
                  </a:lnTo>
                  <a:lnTo>
                    <a:pt x="1920912" y="1038787"/>
                  </a:lnTo>
                  <a:lnTo>
                    <a:pt x="1898467" y="997623"/>
                  </a:lnTo>
                  <a:lnTo>
                    <a:pt x="1876567" y="955802"/>
                  </a:lnTo>
                  <a:lnTo>
                    <a:pt x="1855174" y="913447"/>
                  </a:lnTo>
                  <a:lnTo>
                    <a:pt x="1834250" y="870681"/>
                  </a:lnTo>
                  <a:lnTo>
                    <a:pt x="1813758" y="827624"/>
                  </a:lnTo>
                  <a:lnTo>
                    <a:pt x="1793659" y="784399"/>
                  </a:lnTo>
                  <a:lnTo>
                    <a:pt x="1773918" y="741128"/>
                  </a:lnTo>
                  <a:lnTo>
                    <a:pt x="1754495" y="697933"/>
                  </a:lnTo>
                  <a:lnTo>
                    <a:pt x="1735353" y="654937"/>
                  </a:lnTo>
                  <a:lnTo>
                    <a:pt x="1716456" y="612262"/>
                  </a:lnTo>
                  <a:lnTo>
                    <a:pt x="1697764" y="570028"/>
                  </a:lnTo>
                  <a:lnTo>
                    <a:pt x="1679242" y="528360"/>
                  </a:lnTo>
                  <a:lnTo>
                    <a:pt x="1660850" y="487378"/>
                  </a:lnTo>
                  <a:lnTo>
                    <a:pt x="1642551" y="447205"/>
                  </a:lnTo>
                  <a:lnTo>
                    <a:pt x="1624308" y="407963"/>
                  </a:lnTo>
                  <a:lnTo>
                    <a:pt x="1606084" y="369774"/>
                  </a:lnTo>
                  <a:lnTo>
                    <a:pt x="1587840" y="332761"/>
                  </a:lnTo>
                  <a:lnTo>
                    <a:pt x="1569539" y="297044"/>
                  </a:lnTo>
                  <a:lnTo>
                    <a:pt x="1551144" y="262747"/>
                  </a:lnTo>
                  <a:lnTo>
                    <a:pt x="1513920" y="198900"/>
                  </a:lnTo>
                  <a:lnTo>
                    <a:pt x="1475866" y="142195"/>
                  </a:lnTo>
                  <a:lnTo>
                    <a:pt x="1436682" y="93609"/>
                  </a:lnTo>
                  <a:lnTo>
                    <a:pt x="1396068" y="54120"/>
                  </a:lnTo>
                  <a:lnTo>
                    <a:pt x="1353722" y="24704"/>
                  </a:lnTo>
                  <a:lnTo>
                    <a:pt x="1309344" y="6339"/>
                  </a:lnTo>
                  <a:lnTo>
                    <a:pt x="1262633" y="0"/>
                  </a:lnTo>
                  <a:lnTo>
                    <a:pt x="1239526" y="1468"/>
                  </a:lnTo>
                  <a:lnTo>
                    <a:pt x="1195781" y="12900"/>
                  </a:lnTo>
                  <a:lnTo>
                    <a:pt x="1155005" y="34946"/>
                  </a:lnTo>
                  <a:lnTo>
                    <a:pt x="1116805" y="66753"/>
                  </a:lnTo>
                  <a:lnTo>
                    <a:pt x="1080787" y="107468"/>
                  </a:lnTo>
                  <a:lnTo>
                    <a:pt x="1046560" y="156237"/>
                  </a:lnTo>
                  <a:lnTo>
                    <a:pt x="1013731" y="212207"/>
                  </a:lnTo>
                  <a:lnTo>
                    <a:pt x="981908" y="274524"/>
                  </a:lnTo>
                  <a:lnTo>
                    <a:pt x="950697" y="342336"/>
                  </a:lnTo>
                  <a:lnTo>
                    <a:pt x="935199" y="378036"/>
                  </a:lnTo>
                  <a:lnTo>
                    <a:pt x="919707" y="414790"/>
                  </a:lnTo>
                  <a:lnTo>
                    <a:pt x="904172" y="452490"/>
                  </a:lnTo>
                  <a:lnTo>
                    <a:pt x="888545" y="491031"/>
                  </a:lnTo>
                  <a:lnTo>
                    <a:pt x="872776" y="530305"/>
                  </a:lnTo>
                  <a:lnTo>
                    <a:pt x="856817" y="570206"/>
                  </a:lnTo>
                  <a:lnTo>
                    <a:pt x="840619" y="610628"/>
                  </a:lnTo>
                  <a:lnTo>
                    <a:pt x="824133" y="651463"/>
                  </a:lnTo>
                  <a:lnTo>
                    <a:pt x="807309" y="692606"/>
                  </a:lnTo>
                  <a:lnTo>
                    <a:pt x="790098" y="733948"/>
                  </a:lnTo>
                  <a:lnTo>
                    <a:pt x="772452" y="775385"/>
                  </a:lnTo>
                  <a:lnTo>
                    <a:pt x="754321" y="816808"/>
                  </a:lnTo>
                  <a:lnTo>
                    <a:pt x="735657" y="858112"/>
                  </a:lnTo>
                  <a:lnTo>
                    <a:pt x="716409" y="899189"/>
                  </a:lnTo>
                  <a:lnTo>
                    <a:pt x="696530" y="939934"/>
                  </a:lnTo>
                  <a:lnTo>
                    <a:pt x="675970" y="980239"/>
                  </a:lnTo>
                  <a:lnTo>
                    <a:pt x="654679" y="1019997"/>
                  </a:lnTo>
                  <a:lnTo>
                    <a:pt x="632610" y="1059103"/>
                  </a:lnTo>
                  <a:lnTo>
                    <a:pt x="609712" y="1097449"/>
                  </a:lnTo>
                  <a:lnTo>
                    <a:pt x="585938" y="1134929"/>
                  </a:lnTo>
                  <a:lnTo>
                    <a:pt x="561236" y="1171435"/>
                  </a:lnTo>
                  <a:lnTo>
                    <a:pt x="535560" y="1206863"/>
                  </a:lnTo>
                  <a:lnTo>
                    <a:pt x="508859" y="1241104"/>
                  </a:lnTo>
                  <a:lnTo>
                    <a:pt x="481085" y="1274052"/>
                  </a:lnTo>
                  <a:lnTo>
                    <a:pt x="452187" y="1305600"/>
                  </a:lnTo>
                  <a:lnTo>
                    <a:pt x="422119" y="1335643"/>
                  </a:lnTo>
                  <a:lnTo>
                    <a:pt x="390829" y="1364072"/>
                  </a:lnTo>
                  <a:lnTo>
                    <a:pt x="358270" y="1390782"/>
                  </a:lnTo>
                  <a:lnTo>
                    <a:pt x="324392" y="1415665"/>
                  </a:lnTo>
                  <a:lnTo>
                    <a:pt x="289146" y="1438616"/>
                  </a:lnTo>
                  <a:lnTo>
                    <a:pt x="252483" y="1459527"/>
                  </a:lnTo>
                  <a:lnTo>
                    <a:pt x="214354" y="1478292"/>
                  </a:lnTo>
                  <a:lnTo>
                    <a:pt x="174709" y="1494805"/>
                  </a:lnTo>
                  <a:lnTo>
                    <a:pt x="133501" y="1508957"/>
                  </a:lnTo>
                  <a:lnTo>
                    <a:pt x="90679" y="1520644"/>
                  </a:lnTo>
                  <a:lnTo>
                    <a:pt x="46195" y="1529757"/>
                  </a:lnTo>
                  <a:lnTo>
                    <a:pt x="0" y="1536192"/>
                  </a:lnTo>
                </a:path>
              </a:pathLst>
            </a:custGeom>
            <a:noFill/>
            <a:ln cap="flat" cmpd="sng" w="28950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72"/>
            <p:cNvSpPr/>
            <p:nvPr/>
          </p:nvSpPr>
          <p:spPr>
            <a:xfrm>
              <a:off x="1415796" y="4343908"/>
              <a:ext cx="3380104" cy="127000"/>
            </a:xfrm>
            <a:custGeom>
              <a:rect b="b" l="l" r="r" t="t"/>
              <a:pathLst>
                <a:path extrusionOk="0" h="127000" w="3380104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81280" y="69850"/>
                  </a:lnTo>
                  <a:lnTo>
                    <a:pt x="76200" y="69850"/>
                  </a:lnTo>
                  <a:lnTo>
                    <a:pt x="76200" y="57150"/>
                  </a:lnTo>
                  <a:lnTo>
                    <a:pt x="81280" y="57150"/>
                  </a:lnTo>
                  <a:lnTo>
                    <a:pt x="127000" y="0"/>
                  </a:lnTo>
                  <a:close/>
                </a:path>
                <a:path extrusionOk="0" h="127000" w="3380104">
                  <a:moveTo>
                    <a:pt x="3303904" y="63500"/>
                  </a:moveTo>
                  <a:lnTo>
                    <a:pt x="3253104" y="127000"/>
                  </a:lnTo>
                  <a:lnTo>
                    <a:pt x="3367404" y="69850"/>
                  </a:lnTo>
                  <a:lnTo>
                    <a:pt x="3303904" y="69850"/>
                  </a:lnTo>
                  <a:lnTo>
                    <a:pt x="3303904" y="63500"/>
                  </a:lnTo>
                  <a:close/>
                </a:path>
                <a:path extrusionOk="0" h="127000" w="3380104">
                  <a:moveTo>
                    <a:pt x="76200" y="63500"/>
                  </a:moveTo>
                  <a:lnTo>
                    <a:pt x="76200" y="69850"/>
                  </a:lnTo>
                  <a:lnTo>
                    <a:pt x="81280" y="69850"/>
                  </a:lnTo>
                  <a:lnTo>
                    <a:pt x="76200" y="63500"/>
                  </a:lnTo>
                  <a:close/>
                </a:path>
                <a:path extrusionOk="0" h="127000" w="3380104">
                  <a:moveTo>
                    <a:pt x="3298825" y="57150"/>
                  </a:moveTo>
                  <a:lnTo>
                    <a:pt x="81280" y="57150"/>
                  </a:lnTo>
                  <a:lnTo>
                    <a:pt x="76200" y="63500"/>
                  </a:lnTo>
                  <a:lnTo>
                    <a:pt x="81280" y="69850"/>
                  </a:lnTo>
                  <a:lnTo>
                    <a:pt x="3298825" y="69850"/>
                  </a:lnTo>
                  <a:lnTo>
                    <a:pt x="3303904" y="63500"/>
                  </a:lnTo>
                  <a:lnTo>
                    <a:pt x="3298825" y="57150"/>
                  </a:lnTo>
                  <a:close/>
                </a:path>
                <a:path extrusionOk="0" h="127000" w="3380104">
                  <a:moveTo>
                    <a:pt x="3367404" y="57150"/>
                  </a:moveTo>
                  <a:lnTo>
                    <a:pt x="3303904" y="57150"/>
                  </a:lnTo>
                  <a:lnTo>
                    <a:pt x="3303904" y="69850"/>
                  </a:lnTo>
                  <a:lnTo>
                    <a:pt x="3367404" y="69850"/>
                  </a:lnTo>
                  <a:lnTo>
                    <a:pt x="3380104" y="63500"/>
                  </a:lnTo>
                  <a:lnTo>
                    <a:pt x="3367404" y="57150"/>
                  </a:lnTo>
                  <a:close/>
                </a:path>
                <a:path extrusionOk="0" h="127000" w="3380104">
                  <a:moveTo>
                    <a:pt x="81280" y="57150"/>
                  </a:moveTo>
                  <a:lnTo>
                    <a:pt x="76200" y="57150"/>
                  </a:lnTo>
                  <a:lnTo>
                    <a:pt x="76200" y="63500"/>
                  </a:lnTo>
                  <a:lnTo>
                    <a:pt x="81280" y="57150"/>
                  </a:lnTo>
                  <a:close/>
                </a:path>
                <a:path extrusionOk="0" h="127000" w="3380104">
                  <a:moveTo>
                    <a:pt x="3253104" y="0"/>
                  </a:moveTo>
                  <a:lnTo>
                    <a:pt x="3303904" y="63500"/>
                  </a:lnTo>
                  <a:lnTo>
                    <a:pt x="3303904" y="57150"/>
                  </a:lnTo>
                  <a:lnTo>
                    <a:pt x="3367404" y="57150"/>
                  </a:lnTo>
                  <a:lnTo>
                    <a:pt x="32531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72"/>
            <p:cNvSpPr/>
            <p:nvPr/>
          </p:nvSpPr>
          <p:spPr>
            <a:xfrm>
              <a:off x="2900172" y="3869436"/>
              <a:ext cx="406146" cy="13335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533" name="Google Shape;1533;p72"/>
          <p:cNvGrpSpPr/>
          <p:nvPr/>
        </p:nvGrpSpPr>
        <p:grpSpPr>
          <a:xfrm>
            <a:off x="5114544" y="3522725"/>
            <a:ext cx="3380104" cy="948182"/>
            <a:chOff x="5114544" y="3522725"/>
            <a:chExt cx="3380104" cy="948182"/>
          </a:xfrm>
        </p:grpSpPr>
        <p:sp>
          <p:nvSpPr>
            <p:cNvPr id="1534" name="Google Shape;1534;p72"/>
            <p:cNvSpPr/>
            <p:nvPr/>
          </p:nvSpPr>
          <p:spPr>
            <a:xfrm>
              <a:off x="5676138" y="3522725"/>
              <a:ext cx="2269490" cy="866140"/>
            </a:xfrm>
            <a:custGeom>
              <a:rect b="b" l="l" r="r" t="t"/>
              <a:pathLst>
                <a:path extrusionOk="0" h="866139" w="2269490">
                  <a:moveTo>
                    <a:pt x="2269236" y="0"/>
                  </a:moveTo>
                  <a:lnTo>
                    <a:pt x="0" y="0"/>
                  </a:lnTo>
                  <a:lnTo>
                    <a:pt x="0" y="865632"/>
                  </a:lnTo>
                  <a:lnTo>
                    <a:pt x="2269236" y="865632"/>
                  </a:lnTo>
                  <a:lnTo>
                    <a:pt x="226923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72"/>
            <p:cNvSpPr/>
            <p:nvPr/>
          </p:nvSpPr>
          <p:spPr>
            <a:xfrm>
              <a:off x="5676138" y="3522725"/>
              <a:ext cx="2269490" cy="866140"/>
            </a:xfrm>
            <a:custGeom>
              <a:rect b="b" l="l" r="r" t="t"/>
              <a:pathLst>
                <a:path extrusionOk="0" h="866139" w="2269490">
                  <a:moveTo>
                    <a:pt x="0" y="865632"/>
                  </a:moveTo>
                  <a:lnTo>
                    <a:pt x="0" y="0"/>
                  </a:lnTo>
                  <a:lnTo>
                    <a:pt x="2269236" y="0"/>
                  </a:lnTo>
                  <a:lnTo>
                    <a:pt x="2269236" y="865632"/>
                  </a:lnTo>
                </a:path>
              </a:pathLst>
            </a:custGeom>
            <a:noFill/>
            <a:ln cap="flat" cmpd="sng" w="28950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72"/>
            <p:cNvSpPr/>
            <p:nvPr/>
          </p:nvSpPr>
          <p:spPr>
            <a:xfrm>
              <a:off x="5114544" y="4343907"/>
              <a:ext cx="3380104" cy="127000"/>
            </a:xfrm>
            <a:custGeom>
              <a:rect b="b" l="l" r="r" t="t"/>
              <a:pathLst>
                <a:path extrusionOk="0" h="127000" w="3380104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81279" y="69850"/>
                  </a:lnTo>
                  <a:lnTo>
                    <a:pt x="76200" y="69850"/>
                  </a:lnTo>
                  <a:lnTo>
                    <a:pt x="76200" y="57150"/>
                  </a:lnTo>
                  <a:lnTo>
                    <a:pt x="81279" y="57150"/>
                  </a:lnTo>
                  <a:lnTo>
                    <a:pt x="127000" y="0"/>
                  </a:lnTo>
                  <a:close/>
                </a:path>
                <a:path extrusionOk="0" h="127000" w="3380104">
                  <a:moveTo>
                    <a:pt x="3303904" y="63500"/>
                  </a:moveTo>
                  <a:lnTo>
                    <a:pt x="3253104" y="127000"/>
                  </a:lnTo>
                  <a:lnTo>
                    <a:pt x="3367404" y="69850"/>
                  </a:lnTo>
                  <a:lnTo>
                    <a:pt x="3303904" y="69850"/>
                  </a:lnTo>
                  <a:lnTo>
                    <a:pt x="3303904" y="63500"/>
                  </a:lnTo>
                  <a:close/>
                </a:path>
                <a:path extrusionOk="0" h="127000" w="3380104">
                  <a:moveTo>
                    <a:pt x="76200" y="63500"/>
                  </a:moveTo>
                  <a:lnTo>
                    <a:pt x="76200" y="69850"/>
                  </a:lnTo>
                  <a:lnTo>
                    <a:pt x="81279" y="69850"/>
                  </a:lnTo>
                  <a:lnTo>
                    <a:pt x="76200" y="63500"/>
                  </a:lnTo>
                  <a:close/>
                </a:path>
                <a:path extrusionOk="0" h="127000" w="3380104">
                  <a:moveTo>
                    <a:pt x="3298825" y="57150"/>
                  </a:moveTo>
                  <a:lnTo>
                    <a:pt x="81279" y="57150"/>
                  </a:lnTo>
                  <a:lnTo>
                    <a:pt x="76200" y="63500"/>
                  </a:lnTo>
                  <a:lnTo>
                    <a:pt x="81279" y="69850"/>
                  </a:lnTo>
                  <a:lnTo>
                    <a:pt x="3298825" y="69850"/>
                  </a:lnTo>
                  <a:lnTo>
                    <a:pt x="3303904" y="63500"/>
                  </a:lnTo>
                  <a:lnTo>
                    <a:pt x="3298825" y="57150"/>
                  </a:lnTo>
                  <a:close/>
                </a:path>
                <a:path extrusionOk="0" h="127000" w="3380104">
                  <a:moveTo>
                    <a:pt x="3367404" y="57150"/>
                  </a:moveTo>
                  <a:lnTo>
                    <a:pt x="3303904" y="57150"/>
                  </a:lnTo>
                  <a:lnTo>
                    <a:pt x="3303904" y="69850"/>
                  </a:lnTo>
                  <a:lnTo>
                    <a:pt x="3367404" y="69850"/>
                  </a:lnTo>
                  <a:lnTo>
                    <a:pt x="3380104" y="63500"/>
                  </a:lnTo>
                  <a:lnTo>
                    <a:pt x="3367404" y="57150"/>
                  </a:lnTo>
                  <a:close/>
                </a:path>
                <a:path extrusionOk="0" h="127000" w="3380104">
                  <a:moveTo>
                    <a:pt x="81279" y="57150"/>
                  </a:moveTo>
                  <a:lnTo>
                    <a:pt x="76200" y="57150"/>
                  </a:lnTo>
                  <a:lnTo>
                    <a:pt x="76200" y="63500"/>
                  </a:lnTo>
                  <a:lnTo>
                    <a:pt x="81279" y="57150"/>
                  </a:lnTo>
                  <a:close/>
                </a:path>
                <a:path extrusionOk="0" h="127000" w="3380104">
                  <a:moveTo>
                    <a:pt x="3253104" y="0"/>
                  </a:moveTo>
                  <a:lnTo>
                    <a:pt x="3303904" y="63500"/>
                  </a:lnTo>
                  <a:lnTo>
                    <a:pt x="3303904" y="57150"/>
                  </a:lnTo>
                  <a:lnTo>
                    <a:pt x="3367404" y="57150"/>
                  </a:lnTo>
                  <a:lnTo>
                    <a:pt x="32531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72"/>
            <p:cNvSpPr/>
            <p:nvPr/>
          </p:nvSpPr>
          <p:spPr>
            <a:xfrm>
              <a:off x="6598919" y="3869435"/>
              <a:ext cx="406146" cy="13335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38" name="Google Shape;1538;p72"/>
          <p:cNvSpPr/>
          <p:nvPr/>
        </p:nvSpPr>
        <p:spPr>
          <a:xfrm>
            <a:off x="554736" y="1449324"/>
            <a:ext cx="2623566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73"/>
          <p:cNvSpPr/>
          <p:nvPr/>
        </p:nvSpPr>
        <p:spPr>
          <a:xfrm>
            <a:off x="9363582" y="6524434"/>
            <a:ext cx="7988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4" name="Google Shape;1544;p7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5" name="Google Shape;1545;p7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6" name="Google Shape;1546;p73"/>
          <p:cNvSpPr txBox="1"/>
          <p:nvPr/>
        </p:nvSpPr>
        <p:spPr>
          <a:xfrm>
            <a:off x="437489" y="431419"/>
            <a:ext cx="354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47" name="Google Shape;1547;p7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48" name="Google Shape;1548;p73"/>
          <p:cNvSpPr/>
          <p:nvPr/>
        </p:nvSpPr>
        <p:spPr>
          <a:xfrm>
            <a:off x="676655" y="1804416"/>
            <a:ext cx="4216146" cy="180212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9" name="Google Shape;1549;p73"/>
          <p:cNvSpPr/>
          <p:nvPr/>
        </p:nvSpPr>
        <p:spPr>
          <a:xfrm>
            <a:off x="554736" y="1449324"/>
            <a:ext cx="282016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74"/>
          <p:cNvSpPr/>
          <p:nvPr/>
        </p:nvSpPr>
        <p:spPr>
          <a:xfrm>
            <a:off x="9369679" y="6524434"/>
            <a:ext cx="7988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5" name="Google Shape;1555;p7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6" name="Google Shape;1556;p7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7" name="Google Shape;1557;p74"/>
          <p:cNvSpPr txBox="1"/>
          <p:nvPr/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58" name="Google Shape;1558;p74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59" name="Google Shape;1559;p74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0" name="Google Shape;1560;p74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61" name="Google Shape;1561;p74"/>
          <p:cNvSpPr/>
          <p:nvPr/>
        </p:nvSpPr>
        <p:spPr>
          <a:xfrm>
            <a:off x="1228344" y="1839467"/>
            <a:ext cx="1375409" cy="18211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562" name="Google Shape;1562;p74"/>
          <p:cNvGrpSpPr/>
          <p:nvPr/>
        </p:nvGrpSpPr>
        <p:grpSpPr>
          <a:xfrm>
            <a:off x="2502407" y="2316479"/>
            <a:ext cx="4897120" cy="3442970"/>
            <a:chOff x="2502407" y="2316479"/>
            <a:chExt cx="4897120" cy="3442970"/>
          </a:xfrm>
        </p:grpSpPr>
        <p:sp>
          <p:nvSpPr>
            <p:cNvPr id="1563" name="Google Shape;1563;p74"/>
            <p:cNvSpPr/>
            <p:nvPr/>
          </p:nvSpPr>
          <p:spPr>
            <a:xfrm>
              <a:off x="2502407" y="2316479"/>
              <a:ext cx="4897120" cy="3442970"/>
            </a:xfrm>
            <a:custGeom>
              <a:rect b="b" l="l" r="r" t="t"/>
              <a:pathLst>
                <a:path extrusionOk="0" h="3442970" w="4897120">
                  <a:moveTo>
                    <a:pt x="4896612" y="0"/>
                  </a:moveTo>
                  <a:lnTo>
                    <a:pt x="0" y="0"/>
                  </a:lnTo>
                  <a:lnTo>
                    <a:pt x="0" y="3442716"/>
                  </a:lnTo>
                  <a:lnTo>
                    <a:pt x="4896612" y="3442716"/>
                  </a:lnTo>
                  <a:lnTo>
                    <a:pt x="489661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74"/>
            <p:cNvSpPr/>
            <p:nvPr/>
          </p:nvSpPr>
          <p:spPr>
            <a:xfrm>
              <a:off x="2938272" y="3270503"/>
              <a:ext cx="4027170" cy="1983739"/>
            </a:xfrm>
            <a:custGeom>
              <a:rect b="b" l="l" r="r" t="t"/>
              <a:pathLst>
                <a:path extrusionOk="0" h="1983739" w="4027170">
                  <a:moveTo>
                    <a:pt x="4027170" y="1920240"/>
                  </a:moveTo>
                  <a:lnTo>
                    <a:pt x="4014470" y="1913890"/>
                  </a:lnTo>
                  <a:lnTo>
                    <a:pt x="3900170" y="1856740"/>
                  </a:lnTo>
                  <a:lnTo>
                    <a:pt x="3945890" y="1913890"/>
                  </a:lnTo>
                  <a:lnTo>
                    <a:pt x="2019554" y="1913890"/>
                  </a:lnTo>
                  <a:lnTo>
                    <a:pt x="2019554" y="81280"/>
                  </a:lnTo>
                  <a:lnTo>
                    <a:pt x="2076704" y="127000"/>
                  </a:lnTo>
                  <a:lnTo>
                    <a:pt x="2051304" y="76200"/>
                  </a:lnTo>
                  <a:lnTo>
                    <a:pt x="2013204" y="0"/>
                  </a:lnTo>
                  <a:lnTo>
                    <a:pt x="1949704" y="127000"/>
                  </a:lnTo>
                  <a:lnTo>
                    <a:pt x="2006854" y="81280"/>
                  </a:lnTo>
                  <a:lnTo>
                    <a:pt x="2006854" y="1913890"/>
                  </a:lnTo>
                  <a:lnTo>
                    <a:pt x="81280" y="1913890"/>
                  </a:lnTo>
                  <a:lnTo>
                    <a:pt x="127000" y="1856740"/>
                  </a:lnTo>
                  <a:lnTo>
                    <a:pt x="0" y="1920240"/>
                  </a:lnTo>
                  <a:lnTo>
                    <a:pt x="127000" y="1983740"/>
                  </a:lnTo>
                  <a:lnTo>
                    <a:pt x="81280" y="1926590"/>
                  </a:lnTo>
                  <a:lnTo>
                    <a:pt x="3945890" y="1926590"/>
                  </a:lnTo>
                  <a:lnTo>
                    <a:pt x="3900170" y="1983740"/>
                  </a:lnTo>
                  <a:lnTo>
                    <a:pt x="4014470" y="1926590"/>
                  </a:lnTo>
                  <a:lnTo>
                    <a:pt x="4027170" y="1920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74"/>
            <p:cNvSpPr/>
            <p:nvPr/>
          </p:nvSpPr>
          <p:spPr>
            <a:xfrm>
              <a:off x="3374135" y="3709415"/>
              <a:ext cx="3350895" cy="0"/>
            </a:xfrm>
            <a:custGeom>
              <a:rect b="b" l="l" r="r" t="t"/>
              <a:pathLst>
                <a:path extrusionOk="0" h="120000" w="3350895">
                  <a:moveTo>
                    <a:pt x="0" y="0"/>
                  </a:moveTo>
                  <a:lnTo>
                    <a:pt x="3350894" y="0"/>
                  </a:lnTo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74"/>
            <p:cNvSpPr/>
            <p:nvPr/>
          </p:nvSpPr>
          <p:spPr>
            <a:xfrm>
              <a:off x="5856731" y="5320283"/>
              <a:ext cx="90677" cy="13335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74"/>
            <p:cNvSpPr/>
            <p:nvPr/>
          </p:nvSpPr>
          <p:spPr>
            <a:xfrm>
              <a:off x="4875275" y="3710939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74"/>
            <p:cNvSpPr/>
            <p:nvPr/>
          </p:nvSpPr>
          <p:spPr>
            <a:xfrm>
              <a:off x="4785359" y="3646931"/>
              <a:ext cx="23622" cy="13335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74"/>
            <p:cNvSpPr/>
            <p:nvPr/>
          </p:nvSpPr>
          <p:spPr>
            <a:xfrm>
              <a:off x="4178807" y="5320283"/>
              <a:ext cx="70865" cy="13335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74"/>
            <p:cNvSpPr/>
            <p:nvPr/>
          </p:nvSpPr>
          <p:spPr>
            <a:xfrm>
              <a:off x="3348989" y="4461509"/>
              <a:ext cx="3214370" cy="730250"/>
            </a:xfrm>
            <a:custGeom>
              <a:rect b="b" l="l" r="r" t="t"/>
              <a:pathLst>
                <a:path extrusionOk="0" h="730250" w="3214370">
                  <a:moveTo>
                    <a:pt x="0" y="726820"/>
                  </a:moveTo>
                  <a:lnTo>
                    <a:pt x="792861" y="729995"/>
                  </a:lnTo>
                  <a:lnTo>
                    <a:pt x="792861" y="0"/>
                  </a:lnTo>
                  <a:lnTo>
                    <a:pt x="2414016" y="0"/>
                  </a:lnTo>
                  <a:lnTo>
                    <a:pt x="2414016" y="729995"/>
                  </a:lnTo>
                  <a:lnTo>
                    <a:pt x="3214116" y="729360"/>
                  </a:lnTo>
                </a:path>
              </a:pathLst>
            </a:custGeom>
            <a:noFill/>
            <a:ln cap="flat" cmpd="sng" w="19800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74"/>
            <p:cNvSpPr/>
            <p:nvPr/>
          </p:nvSpPr>
          <p:spPr>
            <a:xfrm>
              <a:off x="4654295" y="4294631"/>
              <a:ext cx="151637" cy="13335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74"/>
            <p:cNvSpPr/>
            <p:nvPr/>
          </p:nvSpPr>
          <p:spPr>
            <a:xfrm>
              <a:off x="4750307" y="5033772"/>
              <a:ext cx="57150" cy="13335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3" name="Google Shape;1573;p74"/>
            <p:cNvSpPr/>
            <p:nvPr/>
          </p:nvSpPr>
          <p:spPr>
            <a:xfrm>
              <a:off x="3344417" y="3708653"/>
              <a:ext cx="3215640" cy="1483360"/>
            </a:xfrm>
            <a:custGeom>
              <a:rect b="b" l="l" r="r" t="t"/>
              <a:pathLst>
                <a:path extrusionOk="0" h="1483360" w="3215640">
                  <a:moveTo>
                    <a:pt x="0" y="1481074"/>
                  </a:moveTo>
                  <a:lnTo>
                    <a:pt x="822452" y="1482852"/>
                  </a:lnTo>
                  <a:lnTo>
                    <a:pt x="2417318" y="0"/>
                  </a:lnTo>
                  <a:lnTo>
                    <a:pt x="3215640" y="1016"/>
                  </a:lnTo>
                </a:path>
              </a:pathLst>
            </a:custGeom>
            <a:noFill/>
            <a:ln cap="flat" cmpd="sng" w="198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4" name="Google Shape;1574;p74"/>
            <p:cNvSpPr/>
            <p:nvPr/>
          </p:nvSpPr>
          <p:spPr>
            <a:xfrm>
              <a:off x="4207002" y="2678175"/>
              <a:ext cx="2057400" cy="212090"/>
            </a:xfrm>
            <a:custGeom>
              <a:rect b="b" l="l" r="r" t="t"/>
              <a:pathLst>
                <a:path extrusionOk="0" h="212089" w="2057400">
                  <a:moveTo>
                    <a:pt x="70612" y="8636"/>
                  </a:moveTo>
                  <a:lnTo>
                    <a:pt x="67564" y="0"/>
                  </a:lnTo>
                  <a:lnTo>
                    <a:pt x="52197" y="5549"/>
                  </a:lnTo>
                  <a:lnTo>
                    <a:pt x="38735" y="13589"/>
                  </a:lnTo>
                  <a:lnTo>
                    <a:pt x="9855" y="52108"/>
                  </a:lnTo>
                  <a:lnTo>
                    <a:pt x="0" y="105918"/>
                  </a:lnTo>
                  <a:lnTo>
                    <a:pt x="1092" y="125374"/>
                  </a:lnTo>
                  <a:lnTo>
                    <a:pt x="17399" y="174752"/>
                  </a:lnTo>
                  <a:lnTo>
                    <a:pt x="52146" y="206184"/>
                  </a:lnTo>
                  <a:lnTo>
                    <a:pt x="67564" y="211709"/>
                  </a:lnTo>
                  <a:lnTo>
                    <a:pt x="70231" y="203200"/>
                  </a:lnTo>
                  <a:lnTo>
                    <a:pt x="58178" y="197866"/>
                  </a:lnTo>
                  <a:lnTo>
                    <a:pt x="47764" y="190436"/>
                  </a:lnTo>
                  <a:lnTo>
                    <a:pt x="26365" y="155765"/>
                  </a:lnTo>
                  <a:lnTo>
                    <a:pt x="19304" y="104902"/>
                  </a:lnTo>
                  <a:lnTo>
                    <a:pt x="20078" y="86779"/>
                  </a:lnTo>
                  <a:lnTo>
                    <a:pt x="31877" y="42164"/>
                  </a:lnTo>
                  <a:lnTo>
                    <a:pt x="58343" y="13957"/>
                  </a:lnTo>
                  <a:lnTo>
                    <a:pt x="70612" y="8636"/>
                  </a:lnTo>
                  <a:close/>
                </a:path>
                <a:path extrusionOk="0" h="212089" w="2057400">
                  <a:moveTo>
                    <a:pt x="278765" y="105918"/>
                  </a:moveTo>
                  <a:lnTo>
                    <a:pt x="268897" y="52108"/>
                  </a:lnTo>
                  <a:lnTo>
                    <a:pt x="240030" y="13589"/>
                  </a:lnTo>
                  <a:lnTo>
                    <a:pt x="211201" y="0"/>
                  </a:lnTo>
                  <a:lnTo>
                    <a:pt x="208153" y="8636"/>
                  </a:lnTo>
                  <a:lnTo>
                    <a:pt x="220433" y="13957"/>
                  </a:lnTo>
                  <a:lnTo>
                    <a:pt x="230987" y="21310"/>
                  </a:lnTo>
                  <a:lnTo>
                    <a:pt x="252387" y="55435"/>
                  </a:lnTo>
                  <a:lnTo>
                    <a:pt x="259461" y="104902"/>
                  </a:lnTo>
                  <a:lnTo>
                    <a:pt x="258673" y="123571"/>
                  </a:lnTo>
                  <a:lnTo>
                    <a:pt x="246888" y="169291"/>
                  </a:lnTo>
                  <a:lnTo>
                    <a:pt x="220573" y="197866"/>
                  </a:lnTo>
                  <a:lnTo>
                    <a:pt x="208534" y="203200"/>
                  </a:lnTo>
                  <a:lnTo>
                    <a:pt x="211201" y="211709"/>
                  </a:lnTo>
                  <a:lnTo>
                    <a:pt x="251663" y="187706"/>
                  </a:lnTo>
                  <a:lnTo>
                    <a:pt x="274396" y="143344"/>
                  </a:lnTo>
                  <a:lnTo>
                    <a:pt x="277660" y="125374"/>
                  </a:lnTo>
                  <a:lnTo>
                    <a:pt x="278765" y="105918"/>
                  </a:lnTo>
                  <a:close/>
                </a:path>
                <a:path extrusionOk="0" h="212089" w="2057400">
                  <a:moveTo>
                    <a:pt x="1849247" y="8636"/>
                  </a:moveTo>
                  <a:lnTo>
                    <a:pt x="1846199" y="0"/>
                  </a:lnTo>
                  <a:lnTo>
                    <a:pt x="1830857" y="5549"/>
                  </a:lnTo>
                  <a:lnTo>
                    <a:pt x="1817408" y="13589"/>
                  </a:lnTo>
                  <a:lnTo>
                    <a:pt x="1788502" y="52108"/>
                  </a:lnTo>
                  <a:lnTo>
                    <a:pt x="1778762" y="105918"/>
                  </a:lnTo>
                  <a:lnTo>
                    <a:pt x="1779828" y="125374"/>
                  </a:lnTo>
                  <a:lnTo>
                    <a:pt x="1796161" y="174752"/>
                  </a:lnTo>
                  <a:lnTo>
                    <a:pt x="1830832" y="206184"/>
                  </a:lnTo>
                  <a:lnTo>
                    <a:pt x="1846199" y="211709"/>
                  </a:lnTo>
                  <a:lnTo>
                    <a:pt x="1848866" y="203200"/>
                  </a:lnTo>
                  <a:lnTo>
                    <a:pt x="1836813" y="197866"/>
                  </a:lnTo>
                  <a:lnTo>
                    <a:pt x="1826399" y="190436"/>
                  </a:lnTo>
                  <a:lnTo>
                    <a:pt x="1805076" y="155765"/>
                  </a:lnTo>
                  <a:lnTo>
                    <a:pt x="1798066" y="104902"/>
                  </a:lnTo>
                  <a:lnTo>
                    <a:pt x="1798840" y="86779"/>
                  </a:lnTo>
                  <a:lnTo>
                    <a:pt x="1810512" y="42164"/>
                  </a:lnTo>
                  <a:lnTo>
                    <a:pt x="1837029" y="13957"/>
                  </a:lnTo>
                  <a:lnTo>
                    <a:pt x="1849247" y="8636"/>
                  </a:lnTo>
                  <a:close/>
                </a:path>
                <a:path extrusionOk="0" h="212089" w="2057400">
                  <a:moveTo>
                    <a:pt x="2057400" y="105918"/>
                  </a:moveTo>
                  <a:lnTo>
                    <a:pt x="2047582" y="52108"/>
                  </a:lnTo>
                  <a:lnTo>
                    <a:pt x="2018728" y="13589"/>
                  </a:lnTo>
                  <a:lnTo>
                    <a:pt x="1989836" y="0"/>
                  </a:lnTo>
                  <a:lnTo>
                    <a:pt x="1986915" y="8636"/>
                  </a:lnTo>
                  <a:lnTo>
                    <a:pt x="1999119" y="13957"/>
                  </a:lnTo>
                  <a:lnTo>
                    <a:pt x="2009660" y="21310"/>
                  </a:lnTo>
                  <a:lnTo>
                    <a:pt x="2031072" y="55435"/>
                  </a:lnTo>
                  <a:lnTo>
                    <a:pt x="2038096" y="104902"/>
                  </a:lnTo>
                  <a:lnTo>
                    <a:pt x="2037308" y="123571"/>
                  </a:lnTo>
                  <a:lnTo>
                    <a:pt x="2025523" y="169291"/>
                  </a:lnTo>
                  <a:lnTo>
                    <a:pt x="1999259" y="197866"/>
                  </a:lnTo>
                  <a:lnTo>
                    <a:pt x="1987169" y="203200"/>
                  </a:lnTo>
                  <a:lnTo>
                    <a:pt x="1989836" y="211709"/>
                  </a:lnTo>
                  <a:lnTo>
                    <a:pt x="2030349" y="187706"/>
                  </a:lnTo>
                  <a:lnTo>
                    <a:pt x="2053031" y="143344"/>
                  </a:lnTo>
                  <a:lnTo>
                    <a:pt x="2056295" y="125374"/>
                  </a:lnTo>
                  <a:lnTo>
                    <a:pt x="2057400" y="105918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75" name="Google Shape;1575;p74"/>
          <p:cNvSpPr txBox="1"/>
          <p:nvPr/>
        </p:nvSpPr>
        <p:spPr>
          <a:xfrm>
            <a:off x="2502407" y="2316479"/>
            <a:ext cx="4897120" cy="3442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59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𝑓  𝑥	𝐶𝐷𝐹 𝑥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6" name="Google Shape;1576;p74"/>
          <p:cNvGrpSpPr/>
          <p:nvPr/>
        </p:nvGrpSpPr>
        <p:grpSpPr>
          <a:xfrm>
            <a:off x="3495294" y="2772917"/>
            <a:ext cx="1905508" cy="0"/>
            <a:chOff x="3495294" y="2772917"/>
            <a:chExt cx="1905508" cy="0"/>
          </a:xfrm>
        </p:grpSpPr>
        <p:sp>
          <p:nvSpPr>
            <p:cNvPr id="1577" name="Google Shape;1577;p74"/>
            <p:cNvSpPr/>
            <p:nvPr/>
          </p:nvSpPr>
          <p:spPr>
            <a:xfrm>
              <a:off x="3495294" y="2772917"/>
              <a:ext cx="439420" cy="0"/>
            </a:xfrm>
            <a:custGeom>
              <a:rect b="b" l="l" r="r" t="t"/>
              <a:pathLst>
                <a:path extrusionOk="0" h="120000" w="439420">
                  <a:moveTo>
                    <a:pt x="0" y="0"/>
                  </a:moveTo>
                  <a:lnTo>
                    <a:pt x="439165" y="0"/>
                  </a:lnTo>
                </a:path>
              </a:pathLst>
            </a:custGeom>
            <a:noFill/>
            <a:ln cap="flat" cmpd="sng" w="19800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8" name="Google Shape;1578;p74"/>
            <p:cNvSpPr/>
            <p:nvPr/>
          </p:nvSpPr>
          <p:spPr>
            <a:xfrm>
              <a:off x="4961382" y="2772917"/>
              <a:ext cx="439420" cy="0"/>
            </a:xfrm>
            <a:custGeom>
              <a:rect b="b" l="l" r="r" t="t"/>
              <a:pathLst>
                <a:path extrusionOk="0" h="120000" w="439420">
                  <a:moveTo>
                    <a:pt x="0" y="0"/>
                  </a:moveTo>
                  <a:lnTo>
                    <a:pt x="439165" y="0"/>
                  </a:lnTo>
                </a:path>
              </a:pathLst>
            </a:custGeom>
            <a:noFill/>
            <a:ln cap="flat" cmpd="sng" w="198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79" name="Google Shape;1579;p74"/>
          <p:cNvSpPr/>
          <p:nvPr/>
        </p:nvSpPr>
        <p:spPr>
          <a:xfrm>
            <a:off x="554736" y="1449324"/>
            <a:ext cx="2820162" cy="18973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75"/>
          <p:cNvSpPr/>
          <p:nvPr/>
        </p:nvSpPr>
        <p:spPr>
          <a:xfrm>
            <a:off x="9363498" y="6524434"/>
            <a:ext cx="78443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85" name="Google Shape;1585;p7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86" name="Google Shape;1586;p7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87" name="Google Shape;1587;p75"/>
          <p:cNvSpPr txBox="1"/>
          <p:nvPr>
            <p:ph type="title"/>
          </p:nvPr>
        </p:nvSpPr>
        <p:spPr>
          <a:xfrm>
            <a:off x="437489" y="431419"/>
            <a:ext cx="354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2.1. Continuous Probability Density</a:t>
            </a:r>
            <a:endParaRPr/>
          </a:p>
        </p:txBody>
      </p:sp>
      <p:sp>
        <p:nvSpPr>
          <p:cNvPr id="1588" name="Google Shape;1588;p75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89" name="Google Shape;1589;p75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90" name="Google Shape;1590;p75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1" name="Google Shape;1591;p75"/>
          <p:cNvSpPr/>
          <p:nvPr/>
        </p:nvSpPr>
        <p:spPr>
          <a:xfrm>
            <a:off x="1222247" y="1821154"/>
            <a:ext cx="4821174" cy="45951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92" name="Google Shape;1592;p75"/>
          <p:cNvSpPr/>
          <p:nvPr/>
        </p:nvSpPr>
        <p:spPr>
          <a:xfrm>
            <a:off x="554736" y="1449324"/>
            <a:ext cx="282016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593" name="Google Shape;1593;p75"/>
          <p:cNvGrpSpPr/>
          <p:nvPr/>
        </p:nvGrpSpPr>
        <p:grpSpPr>
          <a:xfrm>
            <a:off x="2180844" y="2519172"/>
            <a:ext cx="4872355" cy="579120"/>
            <a:chOff x="2180844" y="2519172"/>
            <a:chExt cx="4872355" cy="579120"/>
          </a:xfrm>
        </p:grpSpPr>
        <p:sp>
          <p:nvSpPr>
            <p:cNvPr id="1594" name="Google Shape;1594;p75"/>
            <p:cNvSpPr/>
            <p:nvPr/>
          </p:nvSpPr>
          <p:spPr>
            <a:xfrm>
              <a:off x="2180844" y="2519172"/>
              <a:ext cx="4872355" cy="579120"/>
            </a:xfrm>
            <a:custGeom>
              <a:rect b="b" l="l" r="r" t="t"/>
              <a:pathLst>
                <a:path extrusionOk="0" h="579119" w="4872355">
                  <a:moveTo>
                    <a:pt x="4872228" y="0"/>
                  </a:moveTo>
                  <a:lnTo>
                    <a:pt x="0" y="0"/>
                  </a:lnTo>
                  <a:lnTo>
                    <a:pt x="0" y="579120"/>
                  </a:lnTo>
                  <a:lnTo>
                    <a:pt x="4872228" y="579120"/>
                  </a:lnTo>
                  <a:lnTo>
                    <a:pt x="487222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75"/>
            <p:cNvSpPr/>
            <p:nvPr/>
          </p:nvSpPr>
          <p:spPr>
            <a:xfrm>
              <a:off x="2454529" y="2749550"/>
              <a:ext cx="1684020" cy="165735"/>
            </a:xfrm>
            <a:custGeom>
              <a:rect b="b" l="l" r="r" t="t"/>
              <a:pathLst>
                <a:path extrusionOk="0" h="165735" w="1684020">
                  <a:moveTo>
                    <a:pt x="1631442" y="0"/>
                  </a:moveTo>
                  <a:lnTo>
                    <a:pt x="1629029" y="6730"/>
                  </a:lnTo>
                  <a:lnTo>
                    <a:pt x="1638573" y="10872"/>
                  </a:lnTo>
                  <a:lnTo>
                    <a:pt x="1646809" y="16621"/>
                  </a:lnTo>
                  <a:lnTo>
                    <a:pt x="1666573" y="54816"/>
                  </a:lnTo>
                  <a:lnTo>
                    <a:pt x="1669033" y="81787"/>
                  </a:lnTo>
                  <a:lnTo>
                    <a:pt x="1668416" y="96359"/>
                  </a:lnTo>
                  <a:lnTo>
                    <a:pt x="1653678" y="141047"/>
                  </a:lnTo>
                  <a:lnTo>
                    <a:pt x="1629283" y="158496"/>
                  </a:lnTo>
                  <a:lnTo>
                    <a:pt x="1631442" y="165226"/>
                  </a:lnTo>
                  <a:lnTo>
                    <a:pt x="1670431" y="136271"/>
                  </a:lnTo>
                  <a:lnTo>
                    <a:pt x="1683182" y="97819"/>
                  </a:lnTo>
                  <a:lnTo>
                    <a:pt x="1684020" y="82676"/>
                  </a:lnTo>
                  <a:lnTo>
                    <a:pt x="1683182" y="67532"/>
                  </a:lnTo>
                  <a:lnTo>
                    <a:pt x="1670431" y="28955"/>
                  </a:lnTo>
                  <a:lnTo>
                    <a:pt x="1643391" y="4310"/>
                  </a:lnTo>
                  <a:lnTo>
                    <a:pt x="1631442" y="0"/>
                  </a:lnTo>
                  <a:close/>
                </a:path>
                <a:path extrusionOk="0" h="165735" w="1684020">
                  <a:moveTo>
                    <a:pt x="52704" y="0"/>
                  </a:moveTo>
                  <a:lnTo>
                    <a:pt x="13715" y="28955"/>
                  </a:lnTo>
                  <a:lnTo>
                    <a:pt x="857" y="67532"/>
                  </a:lnTo>
                  <a:lnTo>
                    <a:pt x="0" y="82676"/>
                  </a:lnTo>
                  <a:lnTo>
                    <a:pt x="855" y="97819"/>
                  </a:lnTo>
                  <a:lnTo>
                    <a:pt x="13588" y="136271"/>
                  </a:lnTo>
                  <a:lnTo>
                    <a:pt x="52704" y="165226"/>
                  </a:lnTo>
                  <a:lnTo>
                    <a:pt x="54863" y="158496"/>
                  </a:lnTo>
                  <a:lnTo>
                    <a:pt x="45430" y="154330"/>
                  </a:lnTo>
                  <a:lnTo>
                    <a:pt x="37306" y="148510"/>
                  </a:lnTo>
                  <a:lnTo>
                    <a:pt x="17573" y="109585"/>
                  </a:lnTo>
                  <a:lnTo>
                    <a:pt x="15112" y="81787"/>
                  </a:lnTo>
                  <a:lnTo>
                    <a:pt x="15730" y="67665"/>
                  </a:lnTo>
                  <a:lnTo>
                    <a:pt x="30489" y="23965"/>
                  </a:lnTo>
                  <a:lnTo>
                    <a:pt x="55118" y="6730"/>
                  </a:lnTo>
                  <a:lnTo>
                    <a:pt x="52704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96" name="Google Shape;1596;p75"/>
          <p:cNvSpPr txBox="1"/>
          <p:nvPr/>
        </p:nvSpPr>
        <p:spPr>
          <a:xfrm>
            <a:off x="2324989" y="2537206"/>
            <a:ext cx="2590165" cy="553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0" marR="508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15000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12000 ≤ 𝑋 ≤ 15000 = න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70485" rtl="0" algn="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12000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75"/>
          <p:cNvSpPr/>
          <p:nvPr/>
        </p:nvSpPr>
        <p:spPr>
          <a:xfrm>
            <a:off x="4932171" y="2825114"/>
            <a:ext cx="1196340" cy="12700"/>
          </a:xfrm>
          <a:custGeom>
            <a:rect b="b" l="l" r="r" t="t"/>
            <a:pathLst>
              <a:path extrusionOk="0" h="12700" w="1196339">
                <a:moveTo>
                  <a:pt x="1196339" y="0"/>
                </a:moveTo>
                <a:lnTo>
                  <a:pt x="0" y="0"/>
                </a:lnTo>
                <a:lnTo>
                  <a:pt x="0" y="12192"/>
                </a:lnTo>
                <a:lnTo>
                  <a:pt x="1196339" y="12192"/>
                </a:lnTo>
                <a:lnTo>
                  <a:pt x="1196339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98" name="Google Shape;1598;p75"/>
          <p:cNvSpPr txBox="1"/>
          <p:nvPr/>
        </p:nvSpPr>
        <p:spPr>
          <a:xfrm>
            <a:off x="4907534" y="2514955"/>
            <a:ext cx="1959610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5734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20000 − 10000 </a:t>
            </a:r>
            <a:r>
              <a:rPr baseline="30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𝑑𝑥 = 0.3</a:t>
            </a:r>
            <a:endParaRPr baseline="30000"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76"/>
          <p:cNvSpPr/>
          <p:nvPr/>
        </p:nvSpPr>
        <p:spPr>
          <a:xfrm>
            <a:off x="9363582" y="6524434"/>
            <a:ext cx="7988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4" name="Google Shape;1604;p7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5" name="Google Shape;1605;p7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6" name="Google Shape;1606;p76"/>
          <p:cNvSpPr txBox="1"/>
          <p:nvPr>
            <p:ph type="title"/>
          </p:nvPr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2.1. Continuous Probability Density</a:t>
            </a:r>
            <a:endParaRPr/>
          </a:p>
        </p:txBody>
      </p:sp>
      <p:sp>
        <p:nvSpPr>
          <p:cNvPr id="1607" name="Google Shape;1607;p76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08" name="Google Shape;1608;p76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9" name="Google Shape;1609;p76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10" name="Google Shape;1610;p76"/>
          <p:cNvSpPr/>
          <p:nvPr/>
        </p:nvSpPr>
        <p:spPr>
          <a:xfrm>
            <a:off x="1222247" y="1821154"/>
            <a:ext cx="4421886" cy="45951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11" name="Google Shape;1611;p76"/>
          <p:cNvSpPr/>
          <p:nvPr/>
        </p:nvSpPr>
        <p:spPr>
          <a:xfrm>
            <a:off x="554736" y="1449324"/>
            <a:ext cx="282016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612" name="Google Shape;1612;p76"/>
          <p:cNvGrpSpPr/>
          <p:nvPr/>
        </p:nvGrpSpPr>
        <p:grpSpPr>
          <a:xfrm>
            <a:off x="2180844" y="2520695"/>
            <a:ext cx="4876800" cy="576580"/>
            <a:chOff x="2180844" y="2520695"/>
            <a:chExt cx="4876800" cy="576580"/>
          </a:xfrm>
        </p:grpSpPr>
        <p:sp>
          <p:nvSpPr>
            <p:cNvPr id="1613" name="Google Shape;1613;p76"/>
            <p:cNvSpPr/>
            <p:nvPr/>
          </p:nvSpPr>
          <p:spPr>
            <a:xfrm>
              <a:off x="2180844" y="2520695"/>
              <a:ext cx="4876800" cy="576580"/>
            </a:xfrm>
            <a:custGeom>
              <a:rect b="b" l="l" r="r" t="t"/>
              <a:pathLst>
                <a:path extrusionOk="0" h="576580" w="4876800">
                  <a:moveTo>
                    <a:pt x="4876800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4876800" y="576072"/>
                  </a:lnTo>
                  <a:lnTo>
                    <a:pt x="487680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76"/>
            <p:cNvSpPr/>
            <p:nvPr/>
          </p:nvSpPr>
          <p:spPr>
            <a:xfrm>
              <a:off x="2454529" y="2748025"/>
              <a:ext cx="1684020" cy="165735"/>
            </a:xfrm>
            <a:custGeom>
              <a:rect b="b" l="l" r="r" t="t"/>
              <a:pathLst>
                <a:path extrusionOk="0" h="165735" w="1684020">
                  <a:moveTo>
                    <a:pt x="1631442" y="0"/>
                  </a:moveTo>
                  <a:lnTo>
                    <a:pt x="1629029" y="6731"/>
                  </a:lnTo>
                  <a:lnTo>
                    <a:pt x="1638573" y="10872"/>
                  </a:lnTo>
                  <a:lnTo>
                    <a:pt x="1646809" y="16621"/>
                  </a:lnTo>
                  <a:lnTo>
                    <a:pt x="1666573" y="54816"/>
                  </a:lnTo>
                  <a:lnTo>
                    <a:pt x="1669033" y="81787"/>
                  </a:lnTo>
                  <a:lnTo>
                    <a:pt x="1668416" y="96359"/>
                  </a:lnTo>
                  <a:lnTo>
                    <a:pt x="1653678" y="141047"/>
                  </a:lnTo>
                  <a:lnTo>
                    <a:pt x="1629283" y="158496"/>
                  </a:lnTo>
                  <a:lnTo>
                    <a:pt x="1631442" y="165226"/>
                  </a:lnTo>
                  <a:lnTo>
                    <a:pt x="1670431" y="136271"/>
                  </a:lnTo>
                  <a:lnTo>
                    <a:pt x="1683182" y="97819"/>
                  </a:lnTo>
                  <a:lnTo>
                    <a:pt x="1684020" y="82676"/>
                  </a:lnTo>
                  <a:lnTo>
                    <a:pt x="1683182" y="67532"/>
                  </a:lnTo>
                  <a:lnTo>
                    <a:pt x="1670431" y="28956"/>
                  </a:lnTo>
                  <a:lnTo>
                    <a:pt x="1643391" y="4310"/>
                  </a:lnTo>
                  <a:lnTo>
                    <a:pt x="1631442" y="0"/>
                  </a:lnTo>
                  <a:close/>
                </a:path>
                <a:path extrusionOk="0" h="165735" w="1684020">
                  <a:moveTo>
                    <a:pt x="52704" y="0"/>
                  </a:moveTo>
                  <a:lnTo>
                    <a:pt x="13715" y="28956"/>
                  </a:lnTo>
                  <a:lnTo>
                    <a:pt x="857" y="67532"/>
                  </a:lnTo>
                  <a:lnTo>
                    <a:pt x="0" y="82676"/>
                  </a:lnTo>
                  <a:lnTo>
                    <a:pt x="855" y="97819"/>
                  </a:lnTo>
                  <a:lnTo>
                    <a:pt x="13588" y="136271"/>
                  </a:lnTo>
                  <a:lnTo>
                    <a:pt x="52704" y="165226"/>
                  </a:lnTo>
                  <a:lnTo>
                    <a:pt x="54863" y="158496"/>
                  </a:lnTo>
                  <a:lnTo>
                    <a:pt x="45430" y="154330"/>
                  </a:lnTo>
                  <a:lnTo>
                    <a:pt x="37306" y="148510"/>
                  </a:lnTo>
                  <a:lnTo>
                    <a:pt x="17573" y="109585"/>
                  </a:lnTo>
                  <a:lnTo>
                    <a:pt x="15112" y="81787"/>
                  </a:lnTo>
                  <a:lnTo>
                    <a:pt x="15730" y="67665"/>
                  </a:lnTo>
                  <a:lnTo>
                    <a:pt x="30489" y="23965"/>
                  </a:lnTo>
                  <a:lnTo>
                    <a:pt x="55118" y="6731"/>
                  </a:lnTo>
                  <a:lnTo>
                    <a:pt x="52704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15" name="Google Shape;1615;p76"/>
          <p:cNvSpPr txBox="1"/>
          <p:nvPr/>
        </p:nvSpPr>
        <p:spPr>
          <a:xfrm>
            <a:off x="2324989" y="2535681"/>
            <a:ext cx="2590165" cy="553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0" marR="508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20000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15000 ≤ 𝑋 ≤ 20000 = න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70485" rtl="0" algn="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15000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76"/>
          <p:cNvSpPr/>
          <p:nvPr/>
        </p:nvSpPr>
        <p:spPr>
          <a:xfrm>
            <a:off x="4932171" y="2823591"/>
            <a:ext cx="1196340" cy="12700"/>
          </a:xfrm>
          <a:custGeom>
            <a:rect b="b" l="l" r="r" t="t"/>
            <a:pathLst>
              <a:path extrusionOk="0" h="12700" w="1196339">
                <a:moveTo>
                  <a:pt x="1196339" y="0"/>
                </a:moveTo>
                <a:lnTo>
                  <a:pt x="0" y="0"/>
                </a:lnTo>
                <a:lnTo>
                  <a:pt x="0" y="12192"/>
                </a:lnTo>
                <a:lnTo>
                  <a:pt x="1196339" y="12192"/>
                </a:lnTo>
                <a:lnTo>
                  <a:pt x="1196339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17" name="Google Shape;1617;p76"/>
          <p:cNvSpPr txBox="1"/>
          <p:nvPr/>
        </p:nvSpPr>
        <p:spPr>
          <a:xfrm>
            <a:off x="4907534" y="2513432"/>
            <a:ext cx="1959610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5734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20000 − 10000 </a:t>
            </a:r>
            <a:r>
              <a:rPr baseline="30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𝑑𝑥 = 0.5</a:t>
            </a:r>
            <a:endParaRPr baseline="30000"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77"/>
          <p:cNvSpPr/>
          <p:nvPr/>
        </p:nvSpPr>
        <p:spPr>
          <a:xfrm>
            <a:off x="9374347" y="6524434"/>
            <a:ext cx="76737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23" name="Google Shape;1623;p7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24" name="Google Shape;1624;p7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25" name="Google Shape;1625;p77"/>
          <p:cNvSpPr txBox="1"/>
          <p:nvPr/>
        </p:nvSpPr>
        <p:spPr>
          <a:xfrm>
            <a:off x="437489" y="431419"/>
            <a:ext cx="354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26" name="Google Shape;1626;p7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27" name="Google Shape;1627;p77"/>
          <p:cNvSpPr/>
          <p:nvPr/>
        </p:nvSpPr>
        <p:spPr>
          <a:xfrm>
            <a:off x="676655" y="1793748"/>
            <a:ext cx="4490466" cy="16040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28" name="Google Shape;1628;p77"/>
          <p:cNvSpPr/>
          <p:nvPr/>
        </p:nvSpPr>
        <p:spPr>
          <a:xfrm>
            <a:off x="554736" y="1449324"/>
            <a:ext cx="2777490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78"/>
          <p:cNvSpPr/>
          <p:nvPr/>
        </p:nvSpPr>
        <p:spPr>
          <a:xfrm>
            <a:off x="9363582" y="6524434"/>
            <a:ext cx="7988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34" name="Google Shape;1634;p7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35" name="Google Shape;1635;p7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36" name="Google Shape;1636;p78"/>
          <p:cNvSpPr txBox="1"/>
          <p:nvPr/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37" name="Google Shape;1637;p78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638" name="Google Shape;1638;p78"/>
          <p:cNvGrpSpPr/>
          <p:nvPr/>
        </p:nvGrpSpPr>
        <p:grpSpPr>
          <a:xfrm>
            <a:off x="2182367" y="1831848"/>
            <a:ext cx="5617845" cy="3299460"/>
            <a:chOff x="2182367" y="1831848"/>
            <a:chExt cx="5617845" cy="3299460"/>
          </a:xfrm>
        </p:grpSpPr>
        <p:sp>
          <p:nvSpPr>
            <p:cNvPr id="1639" name="Google Shape;1639;p78"/>
            <p:cNvSpPr/>
            <p:nvPr/>
          </p:nvSpPr>
          <p:spPr>
            <a:xfrm>
              <a:off x="2182367" y="1831848"/>
              <a:ext cx="5617845" cy="3299460"/>
            </a:xfrm>
            <a:custGeom>
              <a:rect b="b" l="l" r="r" t="t"/>
              <a:pathLst>
                <a:path extrusionOk="0" h="3299460" w="5617845">
                  <a:moveTo>
                    <a:pt x="5617463" y="0"/>
                  </a:moveTo>
                  <a:lnTo>
                    <a:pt x="0" y="0"/>
                  </a:lnTo>
                  <a:lnTo>
                    <a:pt x="0" y="3299459"/>
                  </a:lnTo>
                  <a:lnTo>
                    <a:pt x="5617463" y="3299459"/>
                  </a:lnTo>
                  <a:lnTo>
                    <a:pt x="561746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0" name="Google Shape;1640;p78"/>
            <p:cNvSpPr/>
            <p:nvPr/>
          </p:nvSpPr>
          <p:spPr>
            <a:xfrm>
              <a:off x="3435095" y="2400300"/>
              <a:ext cx="557022" cy="16230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1" name="Google Shape;1641;p78"/>
            <p:cNvSpPr/>
            <p:nvPr/>
          </p:nvSpPr>
          <p:spPr>
            <a:xfrm>
              <a:off x="4768595" y="2188464"/>
              <a:ext cx="427481" cy="16078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2" name="Google Shape;1642;p78"/>
            <p:cNvSpPr/>
            <p:nvPr/>
          </p:nvSpPr>
          <p:spPr>
            <a:xfrm>
              <a:off x="5993891" y="2372868"/>
              <a:ext cx="558545" cy="16230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3" name="Google Shape;1643;p78"/>
            <p:cNvSpPr/>
            <p:nvPr/>
          </p:nvSpPr>
          <p:spPr>
            <a:xfrm>
              <a:off x="3644645" y="2583942"/>
              <a:ext cx="2674620" cy="1847214"/>
            </a:xfrm>
            <a:custGeom>
              <a:rect b="b" l="l" r="r" t="t"/>
              <a:pathLst>
                <a:path extrusionOk="0" h="1847214" w="2674620">
                  <a:moveTo>
                    <a:pt x="2674619" y="1847088"/>
                  </a:moveTo>
                  <a:lnTo>
                    <a:pt x="2635541" y="1844671"/>
                  </a:lnTo>
                  <a:lnTo>
                    <a:pt x="2597472" y="1839237"/>
                  </a:lnTo>
                  <a:lnTo>
                    <a:pt x="2524271" y="1819739"/>
                  </a:lnTo>
                  <a:lnTo>
                    <a:pt x="2454827" y="1789445"/>
                  </a:lnTo>
                  <a:lnTo>
                    <a:pt x="2421455" y="1770516"/>
                  </a:lnTo>
                  <a:lnTo>
                    <a:pt x="2388951" y="1749207"/>
                  </a:lnTo>
                  <a:lnTo>
                    <a:pt x="2357292" y="1725625"/>
                  </a:lnTo>
                  <a:lnTo>
                    <a:pt x="2326454" y="1699876"/>
                  </a:lnTo>
                  <a:lnTo>
                    <a:pt x="2296412" y="1672066"/>
                  </a:lnTo>
                  <a:lnTo>
                    <a:pt x="2267145" y="1642303"/>
                  </a:lnTo>
                  <a:lnTo>
                    <a:pt x="2238628" y="1610692"/>
                  </a:lnTo>
                  <a:lnTo>
                    <a:pt x="2210837" y="1577340"/>
                  </a:lnTo>
                  <a:lnTo>
                    <a:pt x="2183748" y="1542353"/>
                  </a:lnTo>
                  <a:lnTo>
                    <a:pt x="2157339" y="1505838"/>
                  </a:lnTo>
                  <a:lnTo>
                    <a:pt x="2131585" y="1467901"/>
                  </a:lnTo>
                  <a:lnTo>
                    <a:pt x="2106463" y="1428648"/>
                  </a:lnTo>
                  <a:lnTo>
                    <a:pt x="2081949" y="1388186"/>
                  </a:lnTo>
                  <a:lnTo>
                    <a:pt x="2058019" y="1346622"/>
                  </a:lnTo>
                  <a:lnTo>
                    <a:pt x="2034650" y="1304062"/>
                  </a:lnTo>
                  <a:lnTo>
                    <a:pt x="2011818" y="1260611"/>
                  </a:lnTo>
                  <a:lnTo>
                    <a:pt x="1989500" y="1216378"/>
                  </a:lnTo>
                  <a:lnTo>
                    <a:pt x="1967671" y="1171467"/>
                  </a:lnTo>
                  <a:lnTo>
                    <a:pt x="1946308" y="1125986"/>
                  </a:lnTo>
                  <a:lnTo>
                    <a:pt x="1925388" y="1080041"/>
                  </a:lnTo>
                  <a:lnTo>
                    <a:pt x="1904887" y="1033738"/>
                  </a:lnTo>
                  <a:lnTo>
                    <a:pt x="1884781" y="987184"/>
                  </a:lnTo>
                  <a:lnTo>
                    <a:pt x="1865046" y="940485"/>
                  </a:lnTo>
                  <a:lnTo>
                    <a:pt x="1845659" y="893747"/>
                  </a:lnTo>
                  <a:lnTo>
                    <a:pt x="1826597" y="847078"/>
                  </a:lnTo>
                  <a:lnTo>
                    <a:pt x="1807835" y="800583"/>
                  </a:lnTo>
                  <a:lnTo>
                    <a:pt x="1789350" y="754368"/>
                  </a:lnTo>
                  <a:lnTo>
                    <a:pt x="1771118" y="708541"/>
                  </a:lnTo>
                  <a:lnTo>
                    <a:pt x="1753115" y="663208"/>
                  </a:lnTo>
                  <a:lnTo>
                    <a:pt x="1735319" y="618475"/>
                  </a:lnTo>
                  <a:lnTo>
                    <a:pt x="1717704" y="574448"/>
                  </a:lnTo>
                  <a:lnTo>
                    <a:pt x="1700249" y="531234"/>
                  </a:lnTo>
                  <a:lnTo>
                    <a:pt x="1682928" y="488940"/>
                  </a:lnTo>
                  <a:lnTo>
                    <a:pt x="1665719" y="447671"/>
                  </a:lnTo>
                  <a:lnTo>
                    <a:pt x="1648597" y="407534"/>
                  </a:lnTo>
                  <a:lnTo>
                    <a:pt x="1631539" y="368636"/>
                  </a:lnTo>
                  <a:lnTo>
                    <a:pt x="1614521" y="331084"/>
                  </a:lnTo>
                  <a:lnTo>
                    <a:pt x="1597520" y="294982"/>
                  </a:lnTo>
                  <a:lnTo>
                    <a:pt x="1580513" y="260438"/>
                  </a:lnTo>
                  <a:lnTo>
                    <a:pt x="1546381" y="196451"/>
                  </a:lnTo>
                  <a:lnTo>
                    <a:pt x="1511938" y="139971"/>
                  </a:lnTo>
                  <a:lnTo>
                    <a:pt x="1476993" y="91852"/>
                  </a:lnTo>
                  <a:lnTo>
                    <a:pt x="1441359" y="52943"/>
                  </a:lnTo>
                  <a:lnTo>
                    <a:pt x="1404844" y="24098"/>
                  </a:lnTo>
                  <a:lnTo>
                    <a:pt x="1367261" y="6166"/>
                  </a:lnTo>
                  <a:lnTo>
                    <a:pt x="1328419" y="0"/>
                  </a:lnTo>
                  <a:lnTo>
                    <a:pt x="1309267" y="1432"/>
                  </a:lnTo>
                  <a:lnTo>
                    <a:pt x="1272530" y="12610"/>
                  </a:lnTo>
                  <a:lnTo>
                    <a:pt x="1237668" y="34250"/>
                  </a:lnTo>
                  <a:lnTo>
                    <a:pt x="1204416" y="65603"/>
                  </a:lnTo>
                  <a:lnTo>
                    <a:pt x="1172513" y="105922"/>
                  </a:lnTo>
                  <a:lnTo>
                    <a:pt x="1141694" y="154459"/>
                  </a:lnTo>
                  <a:lnTo>
                    <a:pt x="1111697" y="210465"/>
                  </a:lnTo>
                  <a:lnTo>
                    <a:pt x="1082260" y="273194"/>
                  </a:lnTo>
                  <a:lnTo>
                    <a:pt x="1053118" y="341898"/>
                  </a:lnTo>
                  <a:lnTo>
                    <a:pt x="1038576" y="378256"/>
                  </a:lnTo>
                  <a:lnTo>
                    <a:pt x="1024010" y="415827"/>
                  </a:lnTo>
                  <a:lnTo>
                    <a:pt x="1009386" y="454518"/>
                  </a:lnTo>
                  <a:lnTo>
                    <a:pt x="994672" y="494236"/>
                  </a:lnTo>
                  <a:lnTo>
                    <a:pt x="979835" y="534885"/>
                  </a:lnTo>
                  <a:lnTo>
                    <a:pt x="964841" y="576375"/>
                  </a:lnTo>
                  <a:lnTo>
                    <a:pt x="949659" y="618609"/>
                  </a:lnTo>
                  <a:lnTo>
                    <a:pt x="934255" y="661496"/>
                  </a:lnTo>
                  <a:lnTo>
                    <a:pt x="918596" y="704942"/>
                  </a:lnTo>
                  <a:lnTo>
                    <a:pt x="902650" y="748853"/>
                  </a:lnTo>
                  <a:lnTo>
                    <a:pt x="886383" y="793136"/>
                  </a:lnTo>
                  <a:lnTo>
                    <a:pt x="869763" y="837697"/>
                  </a:lnTo>
                  <a:lnTo>
                    <a:pt x="852757" y="882443"/>
                  </a:lnTo>
                  <a:lnTo>
                    <a:pt x="835332" y="927280"/>
                  </a:lnTo>
                  <a:lnTo>
                    <a:pt x="817455" y="972116"/>
                  </a:lnTo>
                  <a:lnTo>
                    <a:pt x="799093" y="1016855"/>
                  </a:lnTo>
                  <a:lnTo>
                    <a:pt x="780214" y="1061405"/>
                  </a:lnTo>
                  <a:lnTo>
                    <a:pt x="760784" y="1105673"/>
                  </a:lnTo>
                  <a:lnTo>
                    <a:pt x="740771" y="1149565"/>
                  </a:lnTo>
                  <a:lnTo>
                    <a:pt x="720142" y="1192987"/>
                  </a:lnTo>
                  <a:lnTo>
                    <a:pt x="698864" y="1235846"/>
                  </a:lnTo>
                  <a:lnTo>
                    <a:pt x="676903" y="1278049"/>
                  </a:lnTo>
                  <a:lnTo>
                    <a:pt x="654228" y="1319501"/>
                  </a:lnTo>
                  <a:lnTo>
                    <a:pt x="630805" y="1360110"/>
                  </a:lnTo>
                  <a:lnTo>
                    <a:pt x="606602" y="1399782"/>
                  </a:lnTo>
                  <a:lnTo>
                    <a:pt x="581585" y="1438424"/>
                  </a:lnTo>
                  <a:lnTo>
                    <a:pt x="555722" y="1475942"/>
                  </a:lnTo>
                  <a:lnTo>
                    <a:pt x="528980" y="1512242"/>
                  </a:lnTo>
                  <a:lnTo>
                    <a:pt x="501326" y="1547231"/>
                  </a:lnTo>
                  <a:lnTo>
                    <a:pt x="472727" y="1580816"/>
                  </a:lnTo>
                  <a:lnTo>
                    <a:pt x="443150" y="1612904"/>
                  </a:lnTo>
                  <a:lnTo>
                    <a:pt x="412563" y="1643399"/>
                  </a:lnTo>
                  <a:lnTo>
                    <a:pt x="380932" y="1672210"/>
                  </a:lnTo>
                  <a:lnTo>
                    <a:pt x="348225" y="1699243"/>
                  </a:lnTo>
                  <a:lnTo>
                    <a:pt x="314408" y="1724404"/>
                  </a:lnTo>
                  <a:lnTo>
                    <a:pt x="279449" y="1747599"/>
                  </a:lnTo>
                  <a:lnTo>
                    <a:pt x="243316" y="1768736"/>
                  </a:lnTo>
                  <a:lnTo>
                    <a:pt x="205974" y="1787721"/>
                  </a:lnTo>
                  <a:lnTo>
                    <a:pt x="167392" y="1804459"/>
                  </a:lnTo>
                  <a:lnTo>
                    <a:pt x="127537" y="1818859"/>
                  </a:lnTo>
                  <a:lnTo>
                    <a:pt x="86375" y="1830826"/>
                  </a:lnTo>
                  <a:lnTo>
                    <a:pt x="43873" y="1840266"/>
                  </a:lnTo>
                  <a:lnTo>
                    <a:pt x="0" y="1847088"/>
                  </a:lnTo>
                </a:path>
              </a:pathLst>
            </a:custGeom>
            <a:noFill/>
            <a:ln cap="flat" cmpd="sng" w="28950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4" name="Google Shape;1644;p78"/>
            <p:cNvSpPr/>
            <p:nvPr/>
          </p:nvSpPr>
          <p:spPr>
            <a:xfrm>
              <a:off x="2773679" y="4386580"/>
              <a:ext cx="4434840" cy="127000"/>
            </a:xfrm>
            <a:custGeom>
              <a:rect b="b" l="l" r="r" t="t"/>
              <a:pathLst>
                <a:path extrusionOk="0" h="127000" w="443484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81280" y="69850"/>
                  </a:lnTo>
                  <a:lnTo>
                    <a:pt x="76200" y="69850"/>
                  </a:lnTo>
                  <a:lnTo>
                    <a:pt x="76200" y="57150"/>
                  </a:lnTo>
                  <a:lnTo>
                    <a:pt x="81280" y="57150"/>
                  </a:lnTo>
                  <a:lnTo>
                    <a:pt x="127000" y="0"/>
                  </a:lnTo>
                  <a:close/>
                </a:path>
                <a:path extrusionOk="0" h="127000" w="4434840">
                  <a:moveTo>
                    <a:pt x="4358640" y="63500"/>
                  </a:moveTo>
                  <a:lnTo>
                    <a:pt x="4307840" y="127000"/>
                  </a:lnTo>
                  <a:lnTo>
                    <a:pt x="4422140" y="69850"/>
                  </a:lnTo>
                  <a:lnTo>
                    <a:pt x="4358640" y="69850"/>
                  </a:lnTo>
                  <a:lnTo>
                    <a:pt x="4358640" y="63500"/>
                  </a:lnTo>
                  <a:close/>
                </a:path>
                <a:path extrusionOk="0" h="127000" w="4434840">
                  <a:moveTo>
                    <a:pt x="76200" y="63500"/>
                  </a:moveTo>
                  <a:lnTo>
                    <a:pt x="76200" y="69850"/>
                  </a:lnTo>
                  <a:lnTo>
                    <a:pt x="81280" y="69850"/>
                  </a:lnTo>
                  <a:lnTo>
                    <a:pt x="76200" y="63500"/>
                  </a:lnTo>
                  <a:close/>
                </a:path>
                <a:path extrusionOk="0" h="127000" w="4434840">
                  <a:moveTo>
                    <a:pt x="4353560" y="57150"/>
                  </a:moveTo>
                  <a:lnTo>
                    <a:pt x="81280" y="57150"/>
                  </a:lnTo>
                  <a:lnTo>
                    <a:pt x="76200" y="63500"/>
                  </a:lnTo>
                  <a:lnTo>
                    <a:pt x="81280" y="69850"/>
                  </a:lnTo>
                  <a:lnTo>
                    <a:pt x="4353560" y="69850"/>
                  </a:lnTo>
                  <a:lnTo>
                    <a:pt x="4358640" y="63500"/>
                  </a:lnTo>
                  <a:lnTo>
                    <a:pt x="4353560" y="57150"/>
                  </a:lnTo>
                  <a:close/>
                </a:path>
                <a:path extrusionOk="0" h="127000" w="4434840">
                  <a:moveTo>
                    <a:pt x="4422140" y="57150"/>
                  </a:moveTo>
                  <a:lnTo>
                    <a:pt x="4358640" y="57150"/>
                  </a:lnTo>
                  <a:lnTo>
                    <a:pt x="4358640" y="69850"/>
                  </a:lnTo>
                  <a:lnTo>
                    <a:pt x="4422140" y="69850"/>
                  </a:lnTo>
                  <a:lnTo>
                    <a:pt x="4434840" y="63500"/>
                  </a:lnTo>
                  <a:lnTo>
                    <a:pt x="4422140" y="57150"/>
                  </a:lnTo>
                  <a:close/>
                </a:path>
                <a:path extrusionOk="0" h="127000" w="4434840">
                  <a:moveTo>
                    <a:pt x="81280" y="57150"/>
                  </a:moveTo>
                  <a:lnTo>
                    <a:pt x="76200" y="57150"/>
                  </a:lnTo>
                  <a:lnTo>
                    <a:pt x="76200" y="63500"/>
                  </a:lnTo>
                  <a:lnTo>
                    <a:pt x="81280" y="57150"/>
                  </a:lnTo>
                  <a:close/>
                </a:path>
                <a:path extrusionOk="0" h="127000" w="4434840">
                  <a:moveTo>
                    <a:pt x="4307840" y="0"/>
                  </a:moveTo>
                  <a:lnTo>
                    <a:pt x="4358640" y="63500"/>
                  </a:lnTo>
                  <a:lnTo>
                    <a:pt x="4358640" y="57150"/>
                  </a:lnTo>
                  <a:lnTo>
                    <a:pt x="4422140" y="57150"/>
                  </a:lnTo>
                  <a:lnTo>
                    <a:pt x="43078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5" name="Google Shape;1645;p78"/>
            <p:cNvSpPr/>
            <p:nvPr/>
          </p:nvSpPr>
          <p:spPr>
            <a:xfrm>
              <a:off x="3205733" y="2583942"/>
              <a:ext cx="2674620" cy="1847214"/>
            </a:xfrm>
            <a:custGeom>
              <a:rect b="b" l="l" r="r" t="t"/>
              <a:pathLst>
                <a:path extrusionOk="0" h="1847214" w="2674620">
                  <a:moveTo>
                    <a:pt x="2674620" y="1847088"/>
                  </a:moveTo>
                  <a:lnTo>
                    <a:pt x="2635541" y="1844671"/>
                  </a:lnTo>
                  <a:lnTo>
                    <a:pt x="2597472" y="1839237"/>
                  </a:lnTo>
                  <a:lnTo>
                    <a:pt x="2524271" y="1819739"/>
                  </a:lnTo>
                  <a:lnTo>
                    <a:pt x="2454827" y="1789445"/>
                  </a:lnTo>
                  <a:lnTo>
                    <a:pt x="2421455" y="1770516"/>
                  </a:lnTo>
                  <a:lnTo>
                    <a:pt x="2388951" y="1749207"/>
                  </a:lnTo>
                  <a:lnTo>
                    <a:pt x="2357292" y="1725625"/>
                  </a:lnTo>
                  <a:lnTo>
                    <a:pt x="2326454" y="1699876"/>
                  </a:lnTo>
                  <a:lnTo>
                    <a:pt x="2296412" y="1672066"/>
                  </a:lnTo>
                  <a:lnTo>
                    <a:pt x="2267145" y="1642303"/>
                  </a:lnTo>
                  <a:lnTo>
                    <a:pt x="2238628" y="1610692"/>
                  </a:lnTo>
                  <a:lnTo>
                    <a:pt x="2210837" y="1577340"/>
                  </a:lnTo>
                  <a:lnTo>
                    <a:pt x="2183748" y="1542353"/>
                  </a:lnTo>
                  <a:lnTo>
                    <a:pt x="2157339" y="1505838"/>
                  </a:lnTo>
                  <a:lnTo>
                    <a:pt x="2131585" y="1467901"/>
                  </a:lnTo>
                  <a:lnTo>
                    <a:pt x="2106463" y="1428648"/>
                  </a:lnTo>
                  <a:lnTo>
                    <a:pt x="2081949" y="1388186"/>
                  </a:lnTo>
                  <a:lnTo>
                    <a:pt x="2058019" y="1346622"/>
                  </a:lnTo>
                  <a:lnTo>
                    <a:pt x="2034650" y="1304062"/>
                  </a:lnTo>
                  <a:lnTo>
                    <a:pt x="2011818" y="1260611"/>
                  </a:lnTo>
                  <a:lnTo>
                    <a:pt x="1989500" y="1216378"/>
                  </a:lnTo>
                  <a:lnTo>
                    <a:pt x="1967671" y="1171467"/>
                  </a:lnTo>
                  <a:lnTo>
                    <a:pt x="1946308" y="1125986"/>
                  </a:lnTo>
                  <a:lnTo>
                    <a:pt x="1925388" y="1080041"/>
                  </a:lnTo>
                  <a:lnTo>
                    <a:pt x="1904887" y="1033738"/>
                  </a:lnTo>
                  <a:lnTo>
                    <a:pt x="1884781" y="987184"/>
                  </a:lnTo>
                  <a:lnTo>
                    <a:pt x="1865046" y="940485"/>
                  </a:lnTo>
                  <a:lnTo>
                    <a:pt x="1845659" y="893747"/>
                  </a:lnTo>
                  <a:lnTo>
                    <a:pt x="1826597" y="847078"/>
                  </a:lnTo>
                  <a:lnTo>
                    <a:pt x="1807835" y="800583"/>
                  </a:lnTo>
                  <a:lnTo>
                    <a:pt x="1789350" y="754368"/>
                  </a:lnTo>
                  <a:lnTo>
                    <a:pt x="1771118" y="708541"/>
                  </a:lnTo>
                  <a:lnTo>
                    <a:pt x="1753115" y="663208"/>
                  </a:lnTo>
                  <a:lnTo>
                    <a:pt x="1735319" y="618475"/>
                  </a:lnTo>
                  <a:lnTo>
                    <a:pt x="1717704" y="574448"/>
                  </a:lnTo>
                  <a:lnTo>
                    <a:pt x="1700249" y="531234"/>
                  </a:lnTo>
                  <a:lnTo>
                    <a:pt x="1682928" y="488940"/>
                  </a:lnTo>
                  <a:lnTo>
                    <a:pt x="1665719" y="447671"/>
                  </a:lnTo>
                  <a:lnTo>
                    <a:pt x="1648597" y="407534"/>
                  </a:lnTo>
                  <a:lnTo>
                    <a:pt x="1631539" y="368636"/>
                  </a:lnTo>
                  <a:lnTo>
                    <a:pt x="1614521" y="331084"/>
                  </a:lnTo>
                  <a:lnTo>
                    <a:pt x="1597520" y="294982"/>
                  </a:lnTo>
                  <a:lnTo>
                    <a:pt x="1580513" y="260438"/>
                  </a:lnTo>
                  <a:lnTo>
                    <a:pt x="1546381" y="196451"/>
                  </a:lnTo>
                  <a:lnTo>
                    <a:pt x="1511938" y="139971"/>
                  </a:lnTo>
                  <a:lnTo>
                    <a:pt x="1476993" y="91852"/>
                  </a:lnTo>
                  <a:lnTo>
                    <a:pt x="1441359" y="52943"/>
                  </a:lnTo>
                  <a:lnTo>
                    <a:pt x="1404844" y="24098"/>
                  </a:lnTo>
                  <a:lnTo>
                    <a:pt x="1367261" y="6166"/>
                  </a:lnTo>
                  <a:lnTo>
                    <a:pt x="1328420" y="0"/>
                  </a:lnTo>
                  <a:lnTo>
                    <a:pt x="1309267" y="1432"/>
                  </a:lnTo>
                  <a:lnTo>
                    <a:pt x="1272530" y="12610"/>
                  </a:lnTo>
                  <a:lnTo>
                    <a:pt x="1237668" y="34250"/>
                  </a:lnTo>
                  <a:lnTo>
                    <a:pt x="1204416" y="65603"/>
                  </a:lnTo>
                  <a:lnTo>
                    <a:pt x="1172513" y="105922"/>
                  </a:lnTo>
                  <a:lnTo>
                    <a:pt x="1141694" y="154459"/>
                  </a:lnTo>
                  <a:lnTo>
                    <a:pt x="1111697" y="210465"/>
                  </a:lnTo>
                  <a:lnTo>
                    <a:pt x="1082260" y="273194"/>
                  </a:lnTo>
                  <a:lnTo>
                    <a:pt x="1053118" y="341898"/>
                  </a:lnTo>
                  <a:lnTo>
                    <a:pt x="1038576" y="378256"/>
                  </a:lnTo>
                  <a:lnTo>
                    <a:pt x="1024010" y="415827"/>
                  </a:lnTo>
                  <a:lnTo>
                    <a:pt x="1009386" y="454518"/>
                  </a:lnTo>
                  <a:lnTo>
                    <a:pt x="994672" y="494236"/>
                  </a:lnTo>
                  <a:lnTo>
                    <a:pt x="979835" y="534885"/>
                  </a:lnTo>
                  <a:lnTo>
                    <a:pt x="964841" y="576375"/>
                  </a:lnTo>
                  <a:lnTo>
                    <a:pt x="949659" y="618609"/>
                  </a:lnTo>
                  <a:lnTo>
                    <a:pt x="934255" y="661496"/>
                  </a:lnTo>
                  <a:lnTo>
                    <a:pt x="918596" y="704942"/>
                  </a:lnTo>
                  <a:lnTo>
                    <a:pt x="902650" y="748853"/>
                  </a:lnTo>
                  <a:lnTo>
                    <a:pt x="886383" y="793136"/>
                  </a:lnTo>
                  <a:lnTo>
                    <a:pt x="869763" y="837697"/>
                  </a:lnTo>
                  <a:lnTo>
                    <a:pt x="852757" y="882443"/>
                  </a:lnTo>
                  <a:lnTo>
                    <a:pt x="835332" y="927280"/>
                  </a:lnTo>
                  <a:lnTo>
                    <a:pt x="817455" y="972116"/>
                  </a:lnTo>
                  <a:lnTo>
                    <a:pt x="799093" y="1016855"/>
                  </a:lnTo>
                  <a:lnTo>
                    <a:pt x="780214" y="1061405"/>
                  </a:lnTo>
                  <a:lnTo>
                    <a:pt x="760784" y="1105673"/>
                  </a:lnTo>
                  <a:lnTo>
                    <a:pt x="740771" y="1149565"/>
                  </a:lnTo>
                  <a:lnTo>
                    <a:pt x="720142" y="1192987"/>
                  </a:lnTo>
                  <a:lnTo>
                    <a:pt x="698864" y="1235846"/>
                  </a:lnTo>
                  <a:lnTo>
                    <a:pt x="676903" y="1278049"/>
                  </a:lnTo>
                  <a:lnTo>
                    <a:pt x="654228" y="1319501"/>
                  </a:lnTo>
                  <a:lnTo>
                    <a:pt x="630805" y="1360110"/>
                  </a:lnTo>
                  <a:lnTo>
                    <a:pt x="606602" y="1399782"/>
                  </a:lnTo>
                  <a:lnTo>
                    <a:pt x="581585" y="1438424"/>
                  </a:lnTo>
                  <a:lnTo>
                    <a:pt x="555722" y="1475942"/>
                  </a:lnTo>
                  <a:lnTo>
                    <a:pt x="528980" y="1512242"/>
                  </a:lnTo>
                  <a:lnTo>
                    <a:pt x="501326" y="1547231"/>
                  </a:lnTo>
                  <a:lnTo>
                    <a:pt x="472727" y="1580816"/>
                  </a:lnTo>
                  <a:lnTo>
                    <a:pt x="443150" y="1612904"/>
                  </a:lnTo>
                  <a:lnTo>
                    <a:pt x="412563" y="1643399"/>
                  </a:lnTo>
                  <a:lnTo>
                    <a:pt x="380932" y="1672210"/>
                  </a:lnTo>
                  <a:lnTo>
                    <a:pt x="348225" y="1699243"/>
                  </a:lnTo>
                  <a:lnTo>
                    <a:pt x="314408" y="1724404"/>
                  </a:lnTo>
                  <a:lnTo>
                    <a:pt x="279449" y="1747599"/>
                  </a:lnTo>
                  <a:lnTo>
                    <a:pt x="243316" y="1768736"/>
                  </a:lnTo>
                  <a:lnTo>
                    <a:pt x="205974" y="1787721"/>
                  </a:lnTo>
                  <a:lnTo>
                    <a:pt x="167392" y="1804459"/>
                  </a:lnTo>
                  <a:lnTo>
                    <a:pt x="127537" y="1818859"/>
                  </a:lnTo>
                  <a:lnTo>
                    <a:pt x="86375" y="1830826"/>
                  </a:lnTo>
                  <a:lnTo>
                    <a:pt x="43873" y="1840266"/>
                  </a:lnTo>
                  <a:lnTo>
                    <a:pt x="0" y="1847088"/>
                  </a:lnTo>
                </a:path>
              </a:pathLst>
            </a:custGeom>
            <a:noFill/>
            <a:ln cap="flat" cmpd="sng" w="2895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6" name="Google Shape;1646;p78"/>
            <p:cNvSpPr/>
            <p:nvPr/>
          </p:nvSpPr>
          <p:spPr>
            <a:xfrm>
              <a:off x="4089653" y="2583942"/>
              <a:ext cx="2674620" cy="1847214"/>
            </a:xfrm>
            <a:custGeom>
              <a:rect b="b" l="l" r="r" t="t"/>
              <a:pathLst>
                <a:path extrusionOk="0" h="1847214" w="2674620">
                  <a:moveTo>
                    <a:pt x="2674620" y="1847088"/>
                  </a:moveTo>
                  <a:lnTo>
                    <a:pt x="2635541" y="1844671"/>
                  </a:lnTo>
                  <a:lnTo>
                    <a:pt x="2597472" y="1839237"/>
                  </a:lnTo>
                  <a:lnTo>
                    <a:pt x="2524271" y="1819739"/>
                  </a:lnTo>
                  <a:lnTo>
                    <a:pt x="2454828" y="1789445"/>
                  </a:lnTo>
                  <a:lnTo>
                    <a:pt x="2421455" y="1770516"/>
                  </a:lnTo>
                  <a:lnTo>
                    <a:pt x="2388952" y="1749207"/>
                  </a:lnTo>
                  <a:lnTo>
                    <a:pt x="2357292" y="1725625"/>
                  </a:lnTo>
                  <a:lnTo>
                    <a:pt x="2326454" y="1699876"/>
                  </a:lnTo>
                  <a:lnTo>
                    <a:pt x="2296413" y="1672066"/>
                  </a:lnTo>
                  <a:lnTo>
                    <a:pt x="2267146" y="1642303"/>
                  </a:lnTo>
                  <a:lnTo>
                    <a:pt x="2238629" y="1610692"/>
                  </a:lnTo>
                  <a:lnTo>
                    <a:pt x="2210838" y="1577340"/>
                  </a:lnTo>
                  <a:lnTo>
                    <a:pt x="2183750" y="1542353"/>
                  </a:lnTo>
                  <a:lnTo>
                    <a:pt x="2157342" y="1505838"/>
                  </a:lnTo>
                  <a:lnTo>
                    <a:pt x="2131588" y="1467901"/>
                  </a:lnTo>
                  <a:lnTo>
                    <a:pt x="2106466" y="1428648"/>
                  </a:lnTo>
                  <a:lnTo>
                    <a:pt x="2081953" y="1388186"/>
                  </a:lnTo>
                  <a:lnTo>
                    <a:pt x="2058024" y="1346622"/>
                  </a:lnTo>
                  <a:lnTo>
                    <a:pt x="2034656" y="1304062"/>
                  </a:lnTo>
                  <a:lnTo>
                    <a:pt x="2011825" y="1260611"/>
                  </a:lnTo>
                  <a:lnTo>
                    <a:pt x="1989507" y="1216378"/>
                  </a:lnTo>
                  <a:lnTo>
                    <a:pt x="1967679" y="1171467"/>
                  </a:lnTo>
                  <a:lnTo>
                    <a:pt x="1946318" y="1125986"/>
                  </a:lnTo>
                  <a:lnTo>
                    <a:pt x="1925399" y="1080041"/>
                  </a:lnTo>
                  <a:lnTo>
                    <a:pt x="1904899" y="1033738"/>
                  </a:lnTo>
                  <a:lnTo>
                    <a:pt x="1884794" y="987184"/>
                  </a:lnTo>
                  <a:lnTo>
                    <a:pt x="1865061" y="940485"/>
                  </a:lnTo>
                  <a:lnTo>
                    <a:pt x="1845676" y="893747"/>
                  </a:lnTo>
                  <a:lnTo>
                    <a:pt x="1826615" y="847078"/>
                  </a:lnTo>
                  <a:lnTo>
                    <a:pt x="1807855" y="800583"/>
                  </a:lnTo>
                  <a:lnTo>
                    <a:pt x="1789372" y="754368"/>
                  </a:lnTo>
                  <a:lnTo>
                    <a:pt x="1771142" y="708541"/>
                  </a:lnTo>
                  <a:lnTo>
                    <a:pt x="1753142" y="663208"/>
                  </a:lnTo>
                  <a:lnTo>
                    <a:pt x="1735347" y="618475"/>
                  </a:lnTo>
                  <a:lnTo>
                    <a:pt x="1717736" y="574448"/>
                  </a:lnTo>
                  <a:lnTo>
                    <a:pt x="1700283" y="531234"/>
                  </a:lnTo>
                  <a:lnTo>
                    <a:pt x="1682965" y="488940"/>
                  </a:lnTo>
                  <a:lnTo>
                    <a:pt x="1665758" y="447671"/>
                  </a:lnTo>
                  <a:lnTo>
                    <a:pt x="1648639" y="407534"/>
                  </a:lnTo>
                  <a:lnTo>
                    <a:pt x="1631585" y="368636"/>
                  </a:lnTo>
                  <a:lnTo>
                    <a:pt x="1614571" y="331084"/>
                  </a:lnTo>
                  <a:lnTo>
                    <a:pt x="1597573" y="294982"/>
                  </a:lnTo>
                  <a:lnTo>
                    <a:pt x="1580569" y="260438"/>
                  </a:lnTo>
                  <a:lnTo>
                    <a:pt x="1546445" y="196451"/>
                  </a:lnTo>
                  <a:lnTo>
                    <a:pt x="1512011" y="139971"/>
                  </a:lnTo>
                  <a:lnTo>
                    <a:pt x="1477076" y="91852"/>
                  </a:lnTo>
                  <a:lnTo>
                    <a:pt x="1441451" y="52943"/>
                  </a:lnTo>
                  <a:lnTo>
                    <a:pt x="1404947" y="24098"/>
                  </a:lnTo>
                  <a:lnTo>
                    <a:pt x="1367375" y="6166"/>
                  </a:lnTo>
                  <a:lnTo>
                    <a:pt x="1328547" y="0"/>
                  </a:lnTo>
                  <a:lnTo>
                    <a:pt x="1309387" y="1432"/>
                  </a:lnTo>
                  <a:lnTo>
                    <a:pt x="1272639" y="12610"/>
                  </a:lnTo>
                  <a:lnTo>
                    <a:pt x="1237766" y="34250"/>
                  </a:lnTo>
                  <a:lnTo>
                    <a:pt x="1204504" y="65603"/>
                  </a:lnTo>
                  <a:lnTo>
                    <a:pt x="1172591" y="105922"/>
                  </a:lnTo>
                  <a:lnTo>
                    <a:pt x="1141763" y="154459"/>
                  </a:lnTo>
                  <a:lnTo>
                    <a:pt x="1111758" y="210465"/>
                  </a:lnTo>
                  <a:lnTo>
                    <a:pt x="1082313" y="273194"/>
                  </a:lnTo>
                  <a:lnTo>
                    <a:pt x="1053165" y="341898"/>
                  </a:lnTo>
                  <a:lnTo>
                    <a:pt x="1038620" y="378256"/>
                  </a:lnTo>
                  <a:lnTo>
                    <a:pt x="1024050" y="415827"/>
                  </a:lnTo>
                  <a:lnTo>
                    <a:pt x="1009424" y="454518"/>
                  </a:lnTo>
                  <a:lnTo>
                    <a:pt x="994707" y="494236"/>
                  </a:lnTo>
                  <a:lnTo>
                    <a:pt x="979867" y="534885"/>
                  </a:lnTo>
                  <a:lnTo>
                    <a:pt x="964871" y="576375"/>
                  </a:lnTo>
                  <a:lnTo>
                    <a:pt x="949686" y="618609"/>
                  </a:lnTo>
                  <a:lnTo>
                    <a:pt x="934280" y="661496"/>
                  </a:lnTo>
                  <a:lnTo>
                    <a:pt x="918619" y="704942"/>
                  </a:lnTo>
                  <a:lnTo>
                    <a:pt x="902671" y="748853"/>
                  </a:lnTo>
                  <a:lnTo>
                    <a:pt x="886402" y="793136"/>
                  </a:lnTo>
                  <a:lnTo>
                    <a:pt x="869780" y="837697"/>
                  </a:lnTo>
                  <a:lnTo>
                    <a:pt x="852773" y="882443"/>
                  </a:lnTo>
                  <a:lnTo>
                    <a:pt x="835346" y="927280"/>
                  </a:lnTo>
                  <a:lnTo>
                    <a:pt x="817468" y="972116"/>
                  </a:lnTo>
                  <a:lnTo>
                    <a:pt x="799105" y="1016855"/>
                  </a:lnTo>
                  <a:lnTo>
                    <a:pt x="780224" y="1061405"/>
                  </a:lnTo>
                  <a:lnTo>
                    <a:pt x="760793" y="1105673"/>
                  </a:lnTo>
                  <a:lnTo>
                    <a:pt x="740779" y="1149565"/>
                  </a:lnTo>
                  <a:lnTo>
                    <a:pt x="720149" y="1192987"/>
                  </a:lnTo>
                  <a:lnTo>
                    <a:pt x="698870" y="1235846"/>
                  </a:lnTo>
                  <a:lnTo>
                    <a:pt x="676909" y="1278049"/>
                  </a:lnTo>
                  <a:lnTo>
                    <a:pt x="654233" y="1319501"/>
                  </a:lnTo>
                  <a:lnTo>
                    <a:pt x="630810" y="1360110"/>
                  </a:lnTo>
                  <a:lnTo>
                    <a:pt x="606606" y="1399782"/>
                  </a:lnTo>
                  <a:lnTo>
                    <a:pt x="581588" y="1438424"/>
                  </a:lnTo>
                  <a:lnTo>
                    <a:pt x="555725" y="1475942"/>
                  </a:lnTo>
                  <a:lnTo>
                    <a:pt x="528982" y="1512242"/>
                  </a:lnTo>
                  <a:lnTo>
                    <a:pt x="501328" y="1547231"/>
                  </a:lnTo>
                  <a:lnTo>
                    <a:pt x="472728" y="1580816"/>
                  </a:lnTo>
                  <a:lnTo>
                    <a:pt x="443151" y="1612904"/>
                  </a:lnTo>
                  <a:lnTo>
                    <a:pt x="412564" y="1643399"/>
                  </a:lnTo>
                  <a:lnTo>
                    <a:pt x="380932" y="1672210"/>
                  </a:lnTo>
                  <a:lnTo>
                    <a:pt x="348225" y="1699243"/>
                  </a:lnTo>
                  <a:lnTo>
                    <a:pt x="314408" y="1724404"/>
                  </a:lnTo>
                  <a:lnTo>
                    <a:pt x="279450" y="1747599"/>
                  </a:lnTo>
                  <a:lnTo>
                    <a:pt x="243316" y="1768736"/>
                  </a:lnTo>
                  <a:lnTo>
                    <a:pt x="205975" y="1787721"/>
                  </a:lnTo>
                  <a:lnTo>
                    <a:pt x="167392" y="1804459"/>
                  </a:lnTo>
                  <a:lnTo>
                    <a:pt x="127537" y="1818859"/>
                  </a:lnTo>
                  <a:lnTo>
                    <a:pt x="86375" y="1830826"/>
                  </a:lnTo>
                  <a:lnTo>
                    <a:pt x="43873" y="1840266"/>
                  </a:lnTo>
                  <a:lnTo>
                    <a:pt x="0" y="1847088"/>
                  </a:lnTo>
                </a:path>
              </a:pathLst>
            </a:custGeom>
            <a:noFill/>
            <a:ln cap="flat" cmpd="sng" w="28950">
              <a:solidFill>
                <a:srgbClr val="00AF5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7" name="Google Shape;1647;p78"/>
            <p:cNvSpPr/>
            <p:nvPr/>
          </p:nvSpPr>
          <p:spPr>
            <a:xfrm>
              <a:off x="4512563" y="4604004"/>
              <a:ext cx="70865" cy="13335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4055363" y="4604004"/>
              <a:ext cx="105917" cy="13335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3611879" y="4604004"/>
              <a:ext cx="107441" cy="13335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3172967" y="4604004"/>
              <a:ext cx="107442" cy="13335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2729483" y="4604004"/>
              <a:ext cx="105918" cy="13335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78"/>
            <p:cNvSpPr/>
            <p:nvPr/>
          </p:nvSpPr>
          <p:spPr>
            <a:xfrm>
              <a:off x="4960619" y="4604004"/>
              <a:ext cx="58674" cy="13335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78"/>
            <p:cNvSpPr/>
            <p:nvPr/>
          </p:nvSpPr>
          <p:spPr>
            <a:xfrm>
              <a:off x="5417819" y="4604004"/>
              <a:ext cx="23622" cy="13335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5843015" y="4604004"/>
              <a:ext cx="57150" cy="13335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284976" y="4604004"/>
              <a:ext cx="57150" cy="13335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720839" y="4604004"/>
              <a:ext cx="63246" cy="13335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65847" y="4604004"/>
              <a:ext cx="55624" cy="13335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58" name="Google Shape;1658;p78"/>
          <p:cNvSpPr/>
          <p:nvPr/>
        </p:nvSpPr>
        <p:spPr>
          <a:xfrm>
            <a:off x="682751" y="5439155"/>
            <a:ext cx="2279142" cy="163830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59" name="Google Shape;1659;p78"/>
          <p:cNvSpPr/>
          <p:nvPr/>
        </p:nvSpPr>
        <p:spPr>
          <a:xfrm>
            <a:off x="554736" y="1449324"/>
            <a:ext cx="2777490" cy="189737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79"/>
          <p:cNvSpPr/>
          <p:nvPr/>
        </p:nvSpPr>
        <p:spPr>
          <a:xfrm>
            <a:off x="9363582" y="6524434"/>
            <a:ext cx="7988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65" name="Google Shape;1665;p7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66" name="Google Shape;1666;p7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67" name="Google Shape;1667;p79"/>
          <p:cNvSpPr txBox="1"/>
          <p:nvPr/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68" name="Google Shape;1668;p79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69" name="Google Shape;1669;p79"/>
          <p:cNvSpPr/>
          <p:nvPr/>
        </p:nvSpPr>
        <p:spPr>
          <a:xfrm>
            <a:off x="682751" y="5439155"/>
            <a:ext cx="2173986" cy="16230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670" name="Google Shape;1670;p79"/>
          <p:cNvGrpSpPr/>
          <p:nvPr/>
        </p:nvGrpSpPr>
        <p:grpSpPr>
          <a:xfrm>
            <a:off x="2182367" y="1839467"/>
            <a:ext cx="5617845" cy="3299460"/>
            <a:chOff x="2182367" y="1839467"/>
            <a:chExt cx="5617845" cy="3299460"/>
          </a:xfrm>
        </p:grpSpPr>
        <p:sp>
          <p:nvSpPr>
            <p:cNvPr id="1671" name="Google Shape;1671;p79"/>
            <p:cNvSpPr/>
            <p:nvPr/>
          </p:nvSpPr>
          <p:spPr>
            <a:xfrm>
              <a:off x="2182367" y="1839467"/>
              <a:ext cx="5617845" cy="3299460"/>
            </a:xfrm>
            <a:custGeom>
              <a:rect b="b" l="l" r="r" t="t"/>
              <a:pathLst>
                <a:path extrusionOk="0" h="3299460" w="5617845">
                  <a:moveTo>
                    <a:pt x="5617463" y="0"/>
                  </a:moveTo>
                  <a:lnTo>
                    <a:pt x="0" y="0"/>
                  </a:lnTo>
                  <a:lnTo>
                    <a:pt x="0" y="3299460"/>
                  </a:lnTo>
                  <a:lnTo>
                    <a:pt x="5617463" y="3299460"/>
                  </a:lnTo>
                  <a:lnTo>
                    <a:pt x="561746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79"/>
            <p:cNvSpPr/>
            <p:nvPr/>
          </p:nvSpPr>
          <p:spPr>
            <a:xfrm>
              <a:off x="4166616" y="2378963"/>
              <a:ext cx="561593" cy="13335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79"/>
            <p:cNvSpPr/>
            <p:nvPr/>
          </p:nvSpPr>
          <p:spPr>
            <a:xfrm>
              <a:off x="5521452" y="3576827"/>
              <a:ext cx="425958" cy="128778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79"/>
            <p:cNvSpPr/>
            <p:nvPr/>
          </p:nvSpPr>
          <p:spPr>
            <a:xfrm>
              <a:off x="3055619" y="4069079"/>
              <a:ext cx="425957" cy="127254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79"/>
            <p:cNvSpPr/>
            <p:nvPr/>
          </p:nvSpPr>
          <p:spPr>
            <a:xfrm>
              <a:off x="3644645" y="3405377"/>
              <a:ext cx="2674620" cy="1009015"/>
            </a:xfrm>
            <a:custGeom>
              <a:rect b="b" l="l" r="r" t="t"/>
              <a:pathLst>
                <a:path extrusionOk="0" h="1009014" w="2674620">
                  <a:moveTo>
                    <a:pt x="2674619" y="1008888"/>
                  </a:moveTo>
                  <a:lnTo>
                    <a:pt x="2621259" y="1006650"/>
                  </a:lnTo>
                  <a:lnTo>
                    <a:pt x="2569784" y="1001351"/>
                  </a:lnTo>
                  <a:lnTo>
                    <a:pt x="2520133" y="993138"/>
                  </a:lnTo>
                  <a:lnTo>
                    <a:pt x="2472245" y="982164"/>
                  </a:lnTo>
                  <a:lnTo>
                    <a:pt x="2426059" y="968577"/>
                  </a:lnTo>
                  <a:lnTo>
                    <a:pt x="2381514" y="952527"/>
                  </a:lnTo>
                  <a:lnTo>
                    <a:pt x="2338549" y="934166"/>
                  </a:lnTo>
                  <a:lnTo>
                    <a:pt x="2297102" y="913643"/>
                  </a:lnTo>
                  <a:lnTo>
                    <a:pt x="2257113" y="891109"/>
                  </a:lnTo>
                  <a:lnTo>
                    <a:pt x="2218521" y="866712"/>
                  </a:lnTo>
                  <a:lnTo>
                    <a:pt x="2181263" y="840605"/>
                  </a:lnTo>
                  <a:lnTo>
                    <a:pt x="2145280" y="812936"/>
                  </a:lnTo>
                  <a:lnTo>
                    <a:pt x="2110510" y="783856"/>
                  </a:lnTo>
                  <a:lnTo>
                    <a:pt x="2076893" y="753515"/>
                  </a:lnTo>
                  <a:lnTo>
                    <a:pt x="2044366" y="722063"/>
                  </a:lnTo>
                  <a:lnTo>
                    <a:pt x="2012868" y="689651"/>
                  </a:lnTo>
                  <a:lnTo>
                    <a:pt x="1982340" y="656428"/>
                  </a:lnTo>
                  <a:lnTo>
                    <a:pt x="1952719" y="622544"/>
                  </a:lnTo>
                  <a:lnTo>
                    <a:pt x="1923945" y="588151"/>
                  </a:lnTo>
                  <a:lnTo>
                    <a:pt x="1895955" y="553397"/>
                  </a:lnTo>
                  <a:lnTo>
                    <a:pt x="1868691" y="518433"/>
                  </a:lnTo>
                  <a:lnTo>
                    <a:pt x="1842089" y="483409"/>
                  </a:lnTo>
                  <a:lnTo>
                    <a:pt x="1816089" y="448476"/>
                  </a:lnTo>
                  <a:lnTo>
                    <a:pt x="1790631" y="413783"/>
                  </a:lnTo>
                  <a:lnTo>
                    <a:pt x="1765652" y="379481"/>
                  </a:lnTo>
                  <a:lnTo>
                    <a:pt x="1741092" y="345720"/>
                  </a:lnTo>
                  <a:lnTo>
                    <a:pt x="1716889" y="312649"/>
                  </a:lnTo>
                  <a:lnTo>
                    <a:pt x="1692983" y="280420"/>
                  </a:lnTo>
                  <a:lnTo>
                    <a:pt x="1669312" y="249181"/>
                  </a:lnTo>
                  <a:lnTo>
                    <a:pt x="1645816" y="219084"/>
                  </a:lnTo>
                  <a:lnTo>
                    <a:pt x="1599102" y="162915"/>
                  </a:lnTo>
                  <a:lnTo>
                    <a:pt x="1552351" y="113112"/>
                  </a:lnTo>
                  <a:lnTo>
                    <a:pt x="1505076" y="70878"/>
                  </a:lnTo>
                  <a:lnTo>
                    <a:pt x="1456787" y="37413"/>
                  </a:lnTo>
                  <a:lnTo>
                    <a:pt x="1406995" y="13919"/>
                  </a:lnTo>
                  <a:lnTo>
                    <a:pt x="1355211" y="1596"/>
                  </a:lnTo>
                  <a:lnTo>
                    <a:pt x="1328419" y="0"/>
                  </a:lnTo>
                  <a:lnTo>
                    <a:pt x="1302436" y="1449"/>
                  </a:lnTo>
                  <a:lnTo>
                    <a:pt x="1253299" y="12653"/>
                  </a:lnTo>
                  <a:lnTo>
                    <a:pt x="1207380" y="34069"/>
                  </a:lnTo>
                  <a:lnTo>
                    <a:pt x="1164011" y="64660"/>
                  </a:lnTo>
                  <a:lnTo>
                    <a:pt x="1122527" y="103391"/>
                  </a:lnTo>
                  <a:lnTo>
                    <a:pt x="1082260" y="149226"/>
                  </a:lnTo>
                  <a:lnTo>
                    <a:pt x="1042543" y="201130"/>
                  </a:lnTo>
                  <a:lnTo>
                    <a:pt x="1002711" y="258065"/>
                  </a:lnTo>
                  <a:lnTo>
                    <a:pt x="962096" y="318997"/>
                  </a:lnTo>
                  <a:lnTo>
                    <a:pt x="941286" y="350638"/>
                  </a:lnTo>
                  <a:lnTo>
                    <a:pt x="920031" y="382889"/>
                  </a:lnTo>
                  <a:lnTo>
                    <a:pt x="898246" y="415622"/>
                  </a:lnTo>
                  <a:lnTo>
                    <a:pt x="875850" y="448706"/>
                  </a:lnTo>
                  <a:lnTo>
                    <a:pt x="852757" y="482012"/>
                  </a:lnTo>
                  <a:lnTo>
                    <a:pt x="828885" y="515411"/>
                  </a:lnTo>
                  <a:lnTo>
                    <a:pt x="804151" y="548773"/>
                  </a:lnTo>
                  <a:lnTo>
                    <a:pt x="778471" y="581969"/>
                  </a:lnTo>
                  <a:lnTo>
                    <a:pt x="751762" y="614870"/>
                  </a:lnTo>
                  <a:lnTo>
                    <a:pt x="723940" y="647345"/>
                  </a:lnTo>
                  <a:lnTo>
                    <a:pt x="694923" y="679265"/>
                  </a:lnTo>
                  <a:lnTo>
                    <a:pt x="664626" y="710501"/>
                  </a:lnTo>
                  <a:lnTo>
                    <a:pt x="632967" y="740923"/>
                  </a:lnTo>
                  <a:lnTo>
                    <a:pt x="599861" y="770403"/>
                  </a:lnTo>
                  <a:lnTo>
                    <a:pt x="565227" y="798809"/>
                  </a:lnTo>
                  <a:lnTo>
                    <a:pt x="528980" y="826013"/>
                  </a:lnTo>
                  <a:lnTo>
                    <a:pt x="491038" y="851886"/>
                  </a:lnTo>
                  <a:lnTo>
                    <a:pt x="451316" y="876298"/>
                  </a:lnTo>
                  <a:lnTo>
                    <a:pt x="409731" y="899119"/>
                  </a:lnTo>
                  <a:lnTo>
                    <a:pt x="366200" y="920220"/>
                  </a:lnTo>
                  <a:lnTo>
                    <a:pt x="320641" y="939471"/>
                  </a:lnTo>
                  <a:lnTo>
                    <a:pt x="272968" y="956744"/>
                  </a:lnTo>
                  <a:lnTo>
                    <a:pt x="223100" y="971907"/>
                  </a:lnTo>
                  <a:lnTo>
                    <a:pt x="170952" y="984833"/>
                  </a:lnTo>
                  <a:lnTo>
                    <a:pt x="116442" y="995391"/>
                  </a:lnTo>
                  <a:lnTo>
                    <a:pt x="59485" y="1003453"/>
                  </a:lnTo>
                  <a:lnTo>
                    <a:pt x="0" y="1008888"/>
                  </a:lnTo>
                </a:path>
              </a:pathLst>
            </a:custGeom>
            <a:noFill/>
            <a:ln cap="flat" cmpd="sng" w="28950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79"/>
            <p:cNvSpPr/>
            <p:nvPr/>
          </p:nvSpPr>
          <p:spPr>
            <a:xfrm>
              <a:off x="2773679" y="4369816"/>
              <a:ext cx="4434840" cy="127000"/>
            </a:xfrm>
            <a:custGeom>
              <a:rect b="b" l="l" r="r" t="t"/>
              <a:pathLst>
                <a:path extrusionOk="0" h="127000" w="4434840">
                  <a:moveTo>
                    <a:pt x="127000" y="0"/>
                  </a:moveTo>
                  <a:lnTo>
                    <a:pt x="0" y="63499"/>
                  </a:lnTo>
                  <a:lnTo>
                    <a:pt x="127000" y="126999"/>
                  </a:lnTo>
                  <a:lnTo>
                    <a:pt x="81280" y="69849"/>
                  </a:lnTo>
                  <a:lnTo>
                    <a:pt x="76200" y="69849"/>
                  </a:lnTo>
                  <a:lnTo>
                    <a:pt x="76200" y="57149"/>
                  </a:lnTo>
                  <a:lnTo>
                    <a:pt x="81280" y="57149"/>
                  </a:lnTo>
                  <a:lnTo>
                    <a:pt x="127000" y="0"/>
                  </a:lnTo>
                  <a:close/>
                </a:path>
                <a:path extrusionOk="0" h="127000" w="4434840">
                  <a:moveTo>
                    <a:pt x="4358640" y="63499"/>
                  </a:moveTo>
                  <a:lnTo>
                    <a:pt x="4307840" y="126999"/>
                  </a:lnTo>
                  <a:lnTo>
                    <a:pt x="4422140" y="69849"/>
                  </a:lnTo>
                  <a:lnTo>
                    <a:pt x="4358640" y="69849"/>
                  </a:lnTo>
                  <a:lnTo>
                    <a:pt x="4358640" y="63499"/>
                  </a:lnTo>
                  <a:close/>
                </a:path>
                <a:path extrusionOk="0" h="127000" w="4434840">
                  <a:moveTo>
                    <a:pt x="76200" y="63499"/>
                  </a:moveTo>
                  <a:lnTo>
                    <a:pt x="76200" y="69849"/>
                  </a:lnTo>
                  <a:lnTo>
                    <a:pt x="81280" y="69849"/>
                  </a:lnTo>
                  <a:lnTo>
                    <a:pt x="76200" y="63499"/>
                  </a:lnTo>
                  <a:close/>
                </a:path>
                <a:path extrusionOk="0" h="127000" w="4434840">
                  <a:moveTo>
                    <a:pt x="4353560" y="57149"/>
                  </a:moveTo>
                  <a:lnTo>
                    <a:pt x="81280" y="57149"/>
                  </a:lnTo>
                  <a:lnTo>
                    <a:pt x="76200" y="63499"/>
                  </a:lnTo>
                  <a:lnTo>
                    <a:pt x="81280" y="69849"/>
                  </a:lnTo>
                  <a:lnTo>
                    <a:pt x="4353560" y="69849"/>
                  </a:lnTo>
                  <a:lnTo>
                    <a:pt x="4358640" y="63499"/>
                  </a:lnTo>
                  <a:lnTo>
                    <a:pt x="4353560" y="57149"/>
                  </a:lnTo>
                  <a:close/>
                </a:path>
                <a:path extrusionOk="0" h="127000" w="4434840">
                  <a:moveTo>
                    <a:pt x="4422140" y="57149"/>
                  </a:moveTo>
                  <a:lnTo>
                    <a:pt x="4358640" y="57149"/>
                  </a:lnTo>
                  <a:lnTo>
                    <a:pt x="4358640" y="69849"/>
                  </a:lnTo>
                  <a:lnTo>
                    <a:pt x="4422140" y="69849"/>
                  </a:lnTo>
                  <a:lnTo>
                    <a:pt x="4434840" y="63499"/>
                  </a:lnTo>
                  <a:lnTo>
                    <a:pt x="4422140" y="57149"/>
                  </a:lnTo>
                  <a:close/>
                </a:path>
                <a:path extrusionOk="0" h="127000" w="4434840">
                  <a:moveTo>
                    <a:pt x="81280" y="57149"/>
                  </a:moveTo>
                  <a:lnTo>
                    <a:pt x="76200" y="57149"/>
                  </a:lnTo>
                  <a:lnTo>
                    <a:pt x="76200" y="63499"/>
                  </a:lnTo>
                  <a:lnTo>
                    <a:pt x="81280" y="57149"/>
                  </a:lnTo>
                  <a:close/>
                </a:path>
                <a:path extrusionOk="0" h="127000" w="4434840">
                  <a:moveTo>
                    <a:pt x="4307840" y="0"/>
                  </a:moveTo>
                  <a:lnTo>
                    <a:pt x="4358640" y="63499"/>
                  </a:lnTo>
                  <a:lnTo>
                    <a:pt x="4358640" y="57149"/>
                  </a:lnTo>
                  <a:lnTo>
                    <a:pt x="4422140" y="57149"/>
                  </a:lnTo>
                  <a:lnTo>
                    <a:pt x="43078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79"/>
            <p:cNvSpPr/>
            <p:nvPr/>
          </p:nvSpPr>
          <p:spPr>
            <a:xfrm>
              <a:off x="4283201" y="2367533"/>
              <a:ext cx="1490980" cy="2056130"/>
            </a:xfrm>
            <a:custGeom>
              <a:rect b="b" l="l" r="r" t="t"/>
              <a:pathLst>
                <a:path extrusionOk="0" h="2056129" w="1490979">
                  <a:moveTo>
                    <a:pt x="1490472" y="2046351"/>
                  </a:moveTo>
                  <a:lnTo>
                    <a:pt x="1429551" y="2041768"/>
                  </a:lnTo>
                  <a:lnTo>
                    <a:pt x="1373029" y="2022752"/>
                  </a:lnTo>
                  <a:lnTo>
                    <a:pt x="1320684" y="1990384"/>
                  </a:lnTo>
                  <a:lnTo>
                    <a:pt x="1272296" y="1945743"/>
                  </a:lnTo>
                  <a:lnTo>
                    <a:pt x="1227645" y="1889910"/>
                  </a:lnTo>
                  <a:lnTo>
                    <a:pt x="1186509" y="1823966"/>
                  </a:lnTo>
                  <a:lnTo>
                    <a:pt x="1167190" y="1787540"/>
                  </a:lnTo>
                  <a:lnTo>
                    <a:pt x="1148668" y="1748991"/>
                  </a:lnTo>
                  <a:lnTo>
                    <a:pt x="1130914" y="1708455"/>
                  </a:lnTo>
                  <a:lnTo>
                    <a:pt x="1113902" y="1666066"/>
                  </a:lnTo>
                  <a:lnTo>
                    <a:pt x="1097602" y="1621960"/>
                  </a:lnTo>
                  <a:lnTo>
                    <a:pt x="1081989" y="1576272"/>
                  </a:lnTo>
                  <a:lnTo>
                    <a:pt x="1067035" y="1529136"/>
                  </a:lnTo>
                  <a:lnTo>
                    <a:pt x="1052711" y="1480688"/>
                  </a:lnTo>
                  <a:lnTo>
                    <a:pt x="1038990" y="1431063"/>
                  </a:lnTo>
                  <a:lnTo>
                    <a:pt x="1025845" y="1380396"/>
                  </a:lnTo>
                  <a:lnTo>
                    <a:pt x="1013248" y="1328821"/>
                  </a:lnTo>
                  <a:lnTo>
                    <a:pt x="1001172" y="1276475"/>
                  </a:lnTo>
                  <a:lnTo>
                    <a:pt x="989589" y="1223492"/>
                  </a:lnTo>
                  <a:lnTo>
                    <a:pt x="978471" y="1170007"/>
                  </a:lnTo>
                  <a:lnTo>
                    <a:pt x="967791" y="1116156"/>
                  </a:lnTo>
                  <a:lnTo>
                    <a:pt x="957521" y="1062072"/>
                  </a:lnTo>
                  <a:lnTo>
                    <a:pt x="947634" y="1007892"/>
                  </a:lnTo>
                  <a:lnTo>
                    <a:pt x="938102" y="953751"/>
                  </a:lnTo>
                  <a:lnTo>
                    <a:pt x="928897" y="899783"/>
                  </a:lnTo>
                  <a:lnTo>
                    <a:pt x="919993" y="846124"/>
                  </a:lnTo>
                  <a:lnTo>
                    <a:pt x="911361" y="792908"/>
                  </a:lnTo>
                  <a:lnTo>
                    <a:pt x="902974" y="740271"/>
                  </a:lnTo>
                  <a:lnTo>
                    <a:pt x="894804" y="688348"/>
                  </a:lnTo>
                  <a:lnTo>
                    <a:pt x="886824" y="637273"/>
                  </a:lnTo>
                  <a:lnTo>
                    <a:pt x="879006" y="587183"/>
                  </a:lnTo>
                  <a:lnTo>
                    <a:pt x="871323" y="538211"/>
                  </a:lnTo>
                  <a:lnTo>
                    <a:pt x="863747" y="490494"/>
                  </a:lnTo>
                  <a:lnTo>
                    <a:pt x="856250" y="444166"/>
                  </a:lnTo>
                  <a:lnTo>
                    <a:pt x="848805" y="399362"/>
                  </a:lnTo>
                  <a:lnTo>
                    <a:pt x="841384" y="356217"/>
                  </a:lnTo>
                  <a:lnTo>
                    <a:pt x="833960" y="314866"/>
                  </a:lnTo>
                  <a:lnTo>
                    <a:pt x="826506" y="275445"/>
                  </a:lnTo>
                  <a:lnTo>
                    <a:pt x="818993" y="238088"/>
                  </a:lnTo>
                  <a:lnTo>
                    <a:pt x="803681" y="170109"/>
                  </a:lnTo>
                  <a:lnTo>
                    <a:pt x="787805" y="112007"/>
                  </a:lnTo>
                  <a:lnTo>
                    <a:pt x="771145" y="64865"/>
                  </a:lnTo>
                  <a:lnTo>
                    <a:pt x="753478" y="29763"/>
                  </a:lnTo>
                  <a:lnTo>
                    <a:pt x="724611" y="2048"/>
                  </a:lnTo>
                  <a:lnTo>
                    <a:pt x="714248" y="0"/>
                  </a:lnTo>
                  <a:lnTo>
                    <a:pt x="703324" y="1865"/>
                  </a:lnTo>
                  <a:lnTo>
                    <a:pt x="673090" y="30681"/>
                  </a:lnTo>
                  <a:lnTo>
                    <a:pt x="654741" y="67739"/>
                  </a:lnTo>
                  <a:lnTo>
                    <a:pt x="637552" y="117672"/>
                  </a:lnTo>
                  <a:lnTo>
                    <a:pt x="621280" y="179280"/>
                  </a:lnTo>
                  <a:lnTo>
                    <a:pt x="605678" y="251359"/>
                  </a:lnTo>
                  <a:lnTo>
                    <a:pt x="598053" y="290950"/>
                  </a:lnTo>
                  <a:lnTo>
                    <a:pt x="590503" y="332709"/>
                  </a:lnTo>
                  <a:lnTo>
                    <a:pt x="582999" y="376485"/>
                  </a:lnTo>
                  <a:lnTo>
                    <a:pt x="575510" y="422128"/>
                  </a:lnTo>
                  <a:lnTo>
                    <a:pt x="568006" y="469487"/>
                  </a:lnTo>
                  <a:lnTo>
                    <a:pt x="560455" y="518413"/>
                  </a:lnTo>
                  <a:lnTo>
                    <a:pt x="552828" y="568756"/>
                  </a:lnTo>
                  <a:lnTo>
                    <a:pt x="545093" y="620365"/>
                  </a:lnTo>
                  <a:lnTo>
                    <a:pt x="537220" y="673089"/>
                  </a:lnTo>
                  <a:lnTo>
                    <a:pt x="529179" y="726779"/>
                  </a:lnTo>
                  <a:lnTo>
                    <a:pt x="520939" y="781285"/>
                  </a:lnTo>
                  <a:lnTo>
                    <a:pt x="512470" y="836456"/>
                  </a:lnTo>
                  <a:lnTo>
                    <a:pt x="503740" y="892142"/>
                  </a:lnTo>
                  <a:lnTo>
                    <a:pt x="494719" y="948193"/>
                  </a:lnTo>
                  <a:lnTo>
                    <a:pt x="485378" y="1004458"/>
                  </a:lnTo>
                  <a:lnTo>
                    <a:pt x="475684" y="1060788"/>
                  </a:lnTo>
                  <a:lnTo>
                    <a:pt x="465608" y="1117032"/>
                  </a:lnTo>
                  <a:lnTo>
                    <a:pt x="455119" y="1173040"/>
                  </a:lnTo>
                  <a:lnTo>
                    <a:pt x="444186" y="1228662"/>
                  </a:lnTo>
                  <a:lnTo>
                    <a:pt x="432779" y="1283748"/>
                  </a:lnTo>
                  <a:lnTo>
                    <a:pt x="420868" y="1338147"/>
                  </a:lnTo>
                  <a:lnTo>
                    <a:pt x="408421" y="1391708"/>
                  </a:lnTo>
                  <a:lnTo>
                    <a:pt x="395408" y="1444283"/>
                  </a:lnTo>
                  <a:lnTo>
                    <a:pt x="381799" y="1495721"/>
                  </a:lnTo>
                  <a:lnTo>
                    <a:pt x="367563" y="1545871"/>
                  </a:lnTo>
                  <a:lnTo>
                    <a:pt x="352669" y="1594583"/>
                  </a:lnTo>
                  <a:lnTo>
                    <a:pt x="337088" y="1641708"/>
                  </a:lnTo>
                  <a:lnTo>
                    <a:pt x="320787" y="1687094"/>
                  </a:lnTo>
                  <a:lnTo>
                    <a:pt x="303738" y="1730592"/>
                  </a:lnTo>
                  <a:lnTo>
                    <a:pt x="285908" y="1772051"/>
                  </a:lnTo>
                  <a:lnTo>
                    <a:pt x="267268" y="1811321"/>
                  </a:lnTo>
                  <a:lnTo>
                    <a:pt x="247787" y="1848253"/>
                  </a:lnTo>
                  <a:lnTo>
                    <a:pt x="227435" y="1882695"/>
                  </a:lnTo>
                  <a:lnTo>
                    <a:pt x="206180" y="1914498"/>
                  </a:lnTo>
                  <a:lnTo>
                    <a:pt x="160842" y="1969584"/>
                  </a:lnTo>
                  <a:lnTo>
                    <a:pt x="111529" y="2012311"/>
                  </a:lnTo>
                  <a:lnTo>
                    <a:pt x="57997" y="2041475"/>
                  </a:lnTo>
                  <a:lnTo>
                    <a:pt x="29571" y="2050596"/>
                  </a:lnTo>
                  <a:lnTo>
                    <a:pt x="0" y="2055876"/>
                  </a:lnTo>
                </a:path>
              </a:pathLst>
            </a:custGeom>
            <a:noFill/>
            <a:ln cap="flat" cmpd="sng" w="2895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79"/>
            <p:cNvSpPr/>
            <p:nvPr/>
          </p:nvSpPr>
          <p:spPr>
            <a:xfrm>
              <a:off x="3251453" y="3905250"/>
              <a:ext cx="3481070" cy="462280"/>
            </a:xfrm>
            <a:custGeom>
              <a:rect b="b" l="l" r="r" t="t"/>
              <a:pathLst>
                <a:path extrusionOk="0" h="462279" w="3481070">
                  <a:moveTo>
                    <a:pt x="3480816" y="461772"/>
                  </a:moveTo>
                  <a:lnTo>
                    <a:pt x="3414110" y="447977"/>
                  </a:lnTo>
                  <a:lnTo>
                    <a:pt x="3348742" y="433579"/>
                  </a:lnTo>
                  <a:lnTo>
                    <a:pt x="3284685" y="418634"/>
                  </a:lnTo>
                  <a:lnTo>
                    <a:pt x="3221912" y="403201"/>
                  </a:lnTo>
                  <a:lnTo>
                    <a:pt x="3160396" y="387338"/>
                  </a:lnTo>
                  <a:lnTo>
                    <a:pt x="3100110" y="371104"/>
                  </a:lnTo>
                  <a:lnTo>
                    <a:pt x="3041027" y="354556"/>
                  </a:lnTo>
                  <a:lnTo>
                    <a:pt x="2983119" y="337754"/>
                  </a:lnTo>
                  <a:lnTo>
                    <a:pt x="2926359" y="320754"/>
                  </a:lnTo>
                  <a:lnTo>
                    <a:pt x="2870721" y="303615"/>
                  </a:lnTo>
                  <a:lnTo>
                    <a:pt x="2816178" y="286396"/>
                  </a:lnTo>
                  <a:lnTo>
                    <a:pt x="2762701" y="269155"/>
                  </a:lnTo>
                  <a:lnTo>
                    <a:pt x="2710265" y="251949"/>
                  </a:lnTo>
                  <a:lnTo>
                    <a:pt x="2658841" y="234838"/>
                  </a:lnTo>
                  <a:lnTo>
                    <a:pt x="2608404" y="217879"/>
                  </a:lnTo>
                  <a:lnTo>
                    <a:pt x="2558925" y="201130"/>
                  </a:lnTo>
                  <a:lnTo>
                    <a:pt x="2510378" y="184650"/>
                  </a:lnTo>
                  <a:lnTo>
                    <a:pt x="2462736" y="168497"/>
                  </a:lnTo>
                  <a:lnTo>
                    <a:pt x="2415971" y="152729"/>
                  </a:lnTo>
                  <a:lnTo>
                    <a:pt x="2370057" y="137404"/>
                  </a:lnTo>
                  <a:lnTo>
                    <a:pt x="2324966" y="122581"/>
                  </a:lnTo>
                  <a:lnTo>
                    <a:pt x="2280671" y="108318"/>
                  </a:lnTo>
                  <a:lnTo>
                    <a:pt x="2237145" y="94672"/>
                  </a:lnTo>
                  <a:lnTo>
                    <a:pt x="2194362" y="81703"/>
                  </a:lnTo>
                  <a:lnTo>
                    <a:pt x="2152293" y="69468"/>
                  </a:lnTo>
                  <a:lnTo>
                    <a:pt x="2110913" y="58026"/>
                  </a:lnTo>
                  <a:lnTo>
                    <a:pt x="2070193" y="47434"/>
                  </a:lnTo>
                  <a:lnTo>
                    <a:pt x="2030107" y="37751"/>
                  </a:lnTo>
                  <a:lnTo>
                    <a:pt x="1990627" y="29036"/>
                  </a:lnTo>
                  <a:lnTo>
                    <a:pt x="1951727" y="21346"/>
                  </a:lnTo>
                  <a:lnTo>
                    <a:pt x="1913379" y="14740"/>
                  </a:lnTo>
                  <a:lnTo>
                    <a:pt x="1875556" y="9275"/>
                  </a:lnTo>
                  <a:lnTo>
                    <a:pt x="1801379" y="2004"/>
                  </a:lnTo>
                  <a:lnTo>
                    <a:pt x="1728978" y="0"/>
                  </a:lnTo>
                  <a:lnTo>
                    <a:pt x="1694651" y="869"/>
                  </a:lnTo>
                  <a:lnTo>
                    <a:pt x="1628636" y="5401"/>
                  </a:lnTo>
                  <a:lnTo>
                    <a:pt x="1565218" y="13488"/>
                  </a:lnTo>
                  <a:lnTo>
                    <a:pt x="1503288" y="24929"/>
                  </a:lnTo>
                  <a:lnTo>
                    <a:pt x="1441740" y="39523"/>
                  </a:lnTo>
                  <a:lnTo>
                    <a:pt x="1379465" y="57066"/>
                  </a:lnTo>
                  <a:lnTo>
                    <a:pt x="1315358" y="77358"/>
                  </a:lnTo>
                  <a:lnTo>
                    <a:pt x="1248309" y="100196"/>
                  </a:lnTo>
                  <a:lnTo>
                    <a:pt x="1177213" y="125380"/>
                  </a:lnTo>
                  <a:lnTo>
                    <a:pt x="1139801" y="138787"/>
                  </a:lnTo>
                  <a:lnTo>
                    <a:pt x="1100961" y="152706"/>
                  </a:lnTo>
                  <a:lnTo>
                    <a:pt x="1060556" y="167109"/>
                  </a:lnTo>
                  <a:lnTo>
                    <a:pt x="1018447" y="181973"/>
                  </a:lnTo>
                  <a:lnTo>
                    <a:pt x="974495" y="197271"/>
                  </a:lnTo>
                  <a:lnTo>
                    <a:pt x="928563" y="212980"/>
                  </a:lnTo>
                  <a:lnTo>
                    <a:pt x="880511" y="229072"/>
                  </a:lnTo>
                  <a:lnTo>
                    <a:pt x="830201" y="245523"/>
                  </a:lnTo>
                  <a:lnTo>
                    <a:pt x="777496" y="262309"/>
                  </a:lnTo>
                  <a:lnTo>
                    <a:pt x="722255" y="279403"/>
                  </a:lnTo>
                  <a:lnTo>
                    <a:pt x="664342" y="296781"/>
                  </a:lnTo>
                  <a:lnTo>
                    <a:pt x="603617" y="314416"/>
                  </a:lnTo>
                  <a:lnTo>
                    <a:pt x="539943" y="332285"/>
                  </a:lnTo>
                  <a:lnTo>
                    <a:pt x="473180" y="350362"/>
                  </a:lnTo>
                  <a:lnTo>
                    <a:pt x="403191" y="368621"/>
                  </a:lnTo>
                  <a:lnTo>
                    <a:pt x="329836" y="387037"/>
                  </a:lnTo>
                  <a:lnTo>
                    <a:pt x="252978" y="405586"/>
                  </a:lnTo>
                  <a:lnTo>
                    <a:pt x="172478" y="424241"/>
                  </a:lnTo>
                  <a:lnTo>
                    <a:pt x="88198" y="442978"/>
                  </a:lnTo>
                  <a:lnTo>
                    <a:pt x="0" y="461772"/>
                  </a:lnTo>
                </a:path>
              </a:pathLst>
            </a:custGeom>
            <a:noFill/>
            <a:ln cap="flat" cmpd="sng" w="28950">
              <a:solidFill>
                <a:srgbClr val="00AF5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79"/>
            <p:cNvSpPr/>
            <p:nvPr/>
          </p:nvSpPr>
          <p:spPr>
            <a:xfrm>
              <a:off x="4512563" y="4587239"/>
              <a:ext cx="70865" cy="13335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79"/>
            <p:cNvSpPr/>
            <p:nvPr/>
          </p:nvSpPr>
          <p:spPr>
            <a:xfrm>
              <a:off x="4055363" y="4587239"/>
              <a:ext cx="105917" cy="13335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79"/>
            <p:cNvSpPr/>
            <p:nvPr/>
          </p:nvSpPr>
          <p:spPr>
            <a:xfrm>
              <a:off x="3611879" y="4587239"/>
              <a:ext cx="107441" cy="13335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79"/>
            <p:cNvSpPr/>
            <p:nvPr/>
          </p:nvSpPr>
          <p:spPr>
            <a:xfrm>
              <a:off x="3172967" y="4587239"/>
              <a:ext cx="107442" cy="13335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79"/>
            <p:cNvSpPr/>
            <p:nvPr/>
          </p:nvSpPr>
          <p:spPr>
            <a:xfrm>
              <a:off x="2729483" y="4587239"/>
              <a:ext cx="105918" cy="13335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4" name="Google Shape;1684;p79"/>
            <p:cNvSpPr/>
            <p:nvPr/>
          </p:nvSpPr>
          <p:spPr>
            <a:xfrm>
              <a:off x="4960619" y="4587239"/>
              <a:ext cx="58674" cy="13335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5" name="Google Shape;1685;p79"/>
            <p:cNvSpPr/>
            <p:nvPr/>
          </p:nvSpPr>
          <p:spPr>
            <a:xfrm>
              <a:off x="5417819" y="4587239"/>
              <a:ext cx="23622" cy="13335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6" name="Google Shape;1686;p79"/>
            <p:cNvSpPr/>
            <p:nvPr/>
          </p:nvSpPr>
          <p:spPr>
            <a:xfrm>
              <a:off x="5843015" y="4587239"/>
              <a:ext cx="57150" cy="13335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7" name="Google Shape;1687;p79"/>
            <p:cNvSpPr/>
            <p:nvPr/>
          </p:nvSpPr>
          <p:spPr>
            <a:xfrm>
              <a:off x="6284976" y="4587239"/>
              <a:ext cx="57150" cy="13335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8" name="Google Shape;1688;p79"/>
            <p:cNvSpPr/>
            <p:nvPr/>
          </p:nvSpPr>
          <p:spPr>
            <a:xfrm>
              <a:off x="6720839" y="4587239"/>
              <a:ext cx="63246" cy="13335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9" name="Google Shape;1689;p79"/>
            <p:cNvSpPr/>
            <p:nvPr/>
          </p:nvSpPr>
          <p:spPr>
            <a:xfrm>
              <a:off x="7165847" y="4587239"/>
              <a:ext cx="55624" cy="133350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90" name="Google Shape;1690;p79"/>
          <p:cNvSpPr/>
          <p:nvPr/>
        </p:nvSpPr>
        <p:spPr>
          <a:xfrm>
            <a:off x="554736" y="1449324"/>
            <a:ext cx="2777490" cy="189737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80"/>
          <p:cNvSpPr/>
          <p:nvPr/>
        </p:nvSpPr>
        <p:spPr>
          <a:xfrm>
            <a:off x="9355949" y="6524434"/>
            <a:ext cx="8903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96" name="Google Shape;1696;p8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97" name="Google Shape;1697;p8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98" name="Google Shape;1698;p80"/>
          <p:cNvSpPr txBox="1"/>
          <p:nvPr/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99" name="Google Shape;1699;p80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00" name="Google Shape;1700;p80"/>
          <p:cNvSpPr/>
          <p:nvPr/>
        </p:nvSpPr>
        <p:spPr>
          <a:xfrm>
            <a:off x="676655" y="1804416"/>
            <a:ext cx="3765042" cy="158267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01" name="Google Shape;1701;p80"/>
          <p:cNvSpPr/>
          <p:nvPr/>
        </p:nvSpPr>
        <p:spPr>
          <a:xfrm>
            <a:off x="554736" y="1449324"/>
            <a:ext cx="3312414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81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07" name="Google Shape;1707;p8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08" name="Google Shape;1708;p8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09" name="Google Shape;1709;p81"/>
          <p:cNvSpPr txBox="1"/>
          <p:nvPr>
            <p:ph type="title"/>
          </p:nvPr>
        </p:nvSpPr>
        <p:spPr>
          <a:xfrm>
            <a:off x="437489" y="431419"/>
            <a:ext cx="354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2.1. Continuous Probability Density</a:t>
            </a:r>
            <a:endParaRPr/>
          </a:p>
        </p:txBody>
      </p:sp>
      <p:sp>
        <p:nvSpPr>
          <p:cNvPr id="1710" name="Google Shape;1710;p8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11" name="Google Shape;1711;p81"/>
          <p:cNvSpPr/>
          <p:nvPr/>
        </p:nvSpPr>
        <p:spPr>
          <a:xfrm>
            <a:off x="682751" y="1793722"/>
            <a:ext cx="3501390" cy="47322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12" name="Google Shape;1712;p81"/>
          <p:cNvSpPr/>
          <p:nvPr/>
        </p:nvSpPr>
        <p:spPr>
          <a:xfrm>
            <a:off x="554736" y="1449324"/>
            <a:ext cx="4301490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713" name="Google Shape;1713;p81"/>
          <p:cNvGrpSpPr/>
          <p:nvPr/>
        </p:nvGrpSpPr>
        <p:grpSpPr>
          <a:xfrm>
            <a:off x="810768" y="2429255"/>
            <a:ext cx="2871470" cy="631190"/>
            <a:chOff x="810768" y="2429255"/>
            <a:chExt cx="2871470" cy="631190"/>
          </a:xfrm>
        </p:grpSpPr>
        <p:sp>
          <p:nvSpPr>
            <p:cNvPr id="1714" name="Google Shape;1714;p81"/>
            <p:cNvSpPr/>
            <p:nvPr/>
          </p:nvSpPr>
          <p:spPr>
            <a:xfrm>
              <a:off x="810768" y="2429255"/>
              <a:ext cx="2871470" cy="631190"/>
            </a:xfrm>
            <a:custGeom>
              <a:rect b="b" l="l" r="r" t="t"/>
              <a:pathLst>
                <a:path extrusionOk="0" h="631189" w="2871470">
                  <a:moveTo>
                    <a:pt x="2871216" y="0"/>
                  </a:moveTo>
                  <a:lnTo>
                    <a:pt x="0" y="0"/>
                  </a:lnTo>
                  <a:lnTo>
                    <a:pt x="0" y="630936"/>
                  </a:lnTo>
                  <a:lnTo>
                    <a:pt x="2871216" y="630936"/>
                  </a:lnTo>
                  <a:lnTo>
                    <a:pt x="287121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5" name="Google Shape;1715;p81"/>
            <p:cNvSpPr/>
            <p:nvPr/>
          </p:nvSpPr>
          <p:spPr>
            <a:xfrm>
              <a:off x="1950593" y="2520949"/>
              <a:ext cx="1434465" cy="165100"/>
            </a:xfrm>
            <a:custGeom>
              <a:rect b="b" l="l" r="r" t="t"/>
              <a:pathLst>
                <a:path extrusionOk="0" h="165100" w="1434464">
                  <a:moveTo>
                    <a:pt x="1381379" y="0"/>
                  </a:moveTo>
                  <a:lnTo>
                    <a:pt x="1378966" y="6603"/>
                  </a:lnTo>
                  <a:lnTo>
                    <a:pt x="1388564" y="10798"/>
                  </a:lnTo>
                  <a:lnTo>
                    <a:pt x="1396793" y="16541"/>
                  </a:lnTo>
                  <a:lnTo>
                    <a:pt x="1416510" y="54784"/>
                  </a:lnTo>
                  <a:lnTo>
                    <a:pt x="1418970" y="81661"/>
                  </a:lnTo>
                  <a:lnTo>
                    <a:pt x="1418353" y="96234"/>
                  </a:lnTo>
                  <a:lnTo>
                    <a:pt x="1403615" y="141027"/>
                  </a:lnTo>
                  <a:lnTo>
                    <a:pt x="1379220" y="158369"/>
                  </a:lnTo>
                  <a:lnTo>
                    <a:pt x="1381379" y="165100"/>
                  </a:lnTo>
                  <a:lnTo>
                    <a:pt x="1420495" y="136271"/>
                  </a:lnTo>
                  <a:lnTo>
                    <a:pt x="1433228" y="97766"/>
                  </a:lnTo>
                  <a:lnTo>
                    <a:pt x="1434083" y="82550"/>
                  </a:lnTo>
                  <a:lnTo>
                    <a:pt x="1433226" y="67407"/>
                  </a:lnTo>
                  <a:lnTo>
                    <a:pt x="1420368" y="28955"/>
                  </a:lnTo>
                  <a:lnTo>
                    <a:pt x="1393328" y="4310"/>
                  </a:lnTo>
                  <a:lnTo>
                    <a:pt x="1381379" y="0"/>
                  </a:lnTo>
                  <a:close/>
                </a:path>
                <a:path extrusionOk="0" h="165100" w="1434464">
                  <a:moveTo>
                    <a:pt x="52577" y="0"/>
                  </a:moveTo>
                  <a:lnTo>
                    <a:pt x="13588" y="28955"/>
                  </a:lnTo>
                  <a:lnTo>
                    <a:pt x="837" y="67407"/>
                  </a:lnTo>
                  <a:lnTo>
                    <a:pt x="0" y="82550"/>
                  </a:lnTo>
                  <a:lnTo>
                    <a:pt x="837" y="97766"/>
                  </a:lnTo>
                  <a:lnTo>
                    <a:pt x="13588" y="136271"/>
                  </a:lnTo>
                  <a:lnTo>
                    <a:pt x="52577" y="165100"/>
                  </a:lnTo>
                  <a:lnTo>
                    <a:pt x="54737" y="158369"/>
                  </a:lnTo>
                  <a:lnTo>
                    <a:pt x="45303" y="154223"/>
                  </a:lnTo>
                  <a:lnTo>
                    <a:pt x="37179" y="148447"/>
                  </a:lnTo>
                  <a:lnTo>
                    <a:pt x="17446" y="109474"/>
                  </a:lnTo>
                  <a:lnTo>
                    <a:pt x="14986" y="81661"/>
                  </a:lnTo>
                  <a:lnTo>
                    <a:pt x="15603" y="67609"/>
                  </a:lnTo>
                  <a:lnTo>
                    <a:pt x="30362" y="23856"/>
                  </a:lnTo>
                  <a:lnTo>
                    <a:pt x="54990" y="6603"/>
                  </a:lnTo>
                  <a:lnTo>
                    <a:pt x="52577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16" name="Google Shape;1716;p81"/>
          <p:cNvSpPr txBox="1"/>
          <p:nvPr/>
        </p:nvSpPr>
        <p:spPr>
          <a:xfrm>
            <a:off x="904443" y="2461971"/>
            <a:ext cx="2592070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50800" marR="0" rtl="0" algn="l">
              <a:lnSpc>
                <a:spcPct val="79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1)    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+ 𝑌 ~ 𝑁 𝜇</a:t>
            </a:r>
            <a:r>
              <a:rPr baseline="-25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𝜇</a:t>
            </a:r>
            <a:r>
              <a:rPr baseline="-25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, 𝜎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𝜎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30000" sz="1500">
              <a:latin typeface="Arial"/>
              <a:ea typeface="Arial"/>
              <a:cs typeface="Arial"/>
              <a:sym typeface="Arial"/>
            </a:endParaRPr>
          </a:p>
          <a:p>
            <a:pPr indent="0" lvl="0" marL="1902460" marR="0" rtl="0" algn="l">
              <a:lnSpc>
                <a:spcPct val="7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	2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50800" marR="0" rtl="0" algn="l">
              <a:lnSpc>
                <a:spcPct val="7966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2)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− 𝑌 ~ 𝑁( 𝜇</a:t>
            </a:r>
            <a:r>
              <a:rPr baseline="-25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𝜇</a:t>
            </a:r>
            <a:r>
              <a:rPr baseline="-25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, 𝜎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𝜎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934210" marR="0" rtl="0" algn="l">
              <a:lnSpc>
                <a:spcPct val="7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	2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82"/>
          <p:cNvSpPr/>
          <p:nvPr/>
        </p:nvSpPr>
        <p:spPr>
          <a:xfrm>
            <a:off x="9359003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22" name="Google Shape;1722;p8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23" name="Google Shape;1723;p8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24" name="Google Shape;1724;p82"/>
          <p:cNvSpPr txBox="1"/>
          <p:nvPr/>
        </p:nvSpPr>
        <p:spPr>
          <a:xfrm>
            <a:off x="437489" y="431419"/>
            <a:ext cx="354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25" name="Google Shape;1725;p8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726" name="Google Shape;1726;p82"/>
          <p:cNvGrpSpPr/>
          <p:nvPr/>
        </p:nvGrpSpPr>
        <p:grpSpPr>
          <a:xfrm>
            <a:off x="2340864" y="1880616"/>
            <a:ext cx="5615940" cy="3299460"/>
            <a:chOff x="2340864" y="1880616"/>
            <a:chExt cx="5615940" cy="3299460"/>
          </a:xfrm>
        </p:grpSpPr>
        <p:sp>
          <p:nvSpPr>
            <p:cNvPr id="1727" name="Google Shape;1727;p82"/>
            <p:cNvSpPr/>
            <p:nvPr/>
          </p:nvSpPr>
          <p:spPr>
            <a:xfrm>
              <a:off x="2340864" y="1880616"/>
              <a:ext cx="5615940" cy="3299460"/>
            </a:xfrm>
            <a:custGeom>
              <a:rect b="b" l="l" r="r" t="t"/>
              <a:pathLst>
                <a:path extrusionOk="0" h="3299460" w="5615940">
                  <a:moveTo>
                    <a:pt x="5615940" y="0"/>
                  </a:moveTo>
                  <a:lnTo>
                    <a:pt x="0" y="0"/>
                  </a:lnTo>
                  <a:lnTo>
                    <a:pt x="0" y="3299460"/>
                  </a:lnTo>
                  <a:lnTo>
                    <a:pt x="5615940" y="3299460"/>
                  </a:lnTo>
                  <a:lnTo>
                    <a:pt x="561594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82"/>
            <p:cNvSpPr/>
            <p:nvPr/>
          </p:nvSpPr>
          <p:spPr>
            <a:xfrm>
              <a:off x="3134868" y="2910839"/>
              <a:ext cx="4027170" cy="1985645"/>
            </a:xfrm>
            <a:custGeom>
              <a:rect b="b" l="l" r="r" t="t"/>
              <a:pathLst>
                <a:path extrusionOk="0" h="1985645" w="4027170">
                  <a:moveTo>
                    <a:pt x="4027170" y="1921764"/>
                  </a:moveTo>
                  <a:lnTo>
                    <a:pt x="4014470" y="1915414"/>
                  </a:lnTo>
                  <a:lnTo>
                    <a:pt x="3900170" y="1858264"/>
                  </a:lnTo>
                  <a:lnTo>
                    <a:pt x="3945890" y="1915414"/>
                  </a:lnTo>
                  <a:lnTo>
                    <a:pt x="2021078" y="1915414"/>
                  </a:lnTo>
                  <a:lnTo>
                    <a:pt x="2021078" y="81280"/>
                  </a:lnTo>
                  <a:lnTo>
                    <a:pt x="2078228" y="127000"/>
                  </a:lnTo>
                  <a:lnTo>
                    <a:pt x="2052828" y="76200"/>
                  </a:lnTo>
                  <a:lnTo>
                    <a:pt x="2014728" y="0"/>
                  </a:lnTo>
                  <a:lnTo>
                    <a:pt x="1951228" y="127000"/>
                  </a:lnTo>
                  <a:lnTo>
                    <a:pt x="2008365" y="81280"/>
                  </a:lnTo>
                  <a:lnTo>
                    <a:pt x="2008378" y="76200"/>
                  </a:lnTo>
                  <a:lnTo>
                    <a:pt x="2008378" y="81280"/>
                  </a:lnTo>
                  <a:lnTo>
                    <a:pt x="2008378" y="1915414"/>
                  </a:lnTo>
                  <a:lnTo>
                    <a:pt x="81280" y="1915414"/>
                  </a:lnTo>
                  <a:lnTo>
                    <a:pt x="126987" y="1858264"/>
                  </a:lnTo>
                  <a:lnTo>
                    <a:pt x="0" y="1921764"/>
                  </a:lnTo>
                  <a:lnTo>
                    <a:pt x="126987" y="1985264"/>
                  </a:lnTo>
                  <a:lnTo>
                    <a:pt x="81280" y="1928114"/>
                  </a:lnTo>
                  <a:lnTo>
                    <a:pt x="3945890" y="1928114"/>
                  </a:lnTo>
                  <a:lnTo>
                    <a:pt x="3900170" y="1985264"/>
                  </a:lnTo>
                  <a:lnTo>
                    <a:pt x="4014470" y="1928114"/>
                  </a:lnTo>
                  <a:lnTo>
                    <a:pt x="4027170" y="19217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82"/>
            <p:cNvSpPr/>
            <p:nvPr/>
          </p:nvSpPr>
          <p:spPr>
            <a:xfrm>
              <a:off x="3572256" y="3351276"/>
              <a:ext cx="3350895" cy="0"/>
            </a:xfrm>
            <a:custGeom>
              <a:rect b="b" l="l" r="r" t="t"/>
              <a:pathLst>
                <a:path extrusionOk="0" h="120000" w="3350895">
                  <a:moveTo>
                    <a:pt x="0" y="0"/>
                  </a:moveTo>
                  <a:lnTo>
                    <a:pt x="3350895" y="0"/>
                  </a:lnTo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82"/>
            <p:cNvSpPr/>
            <p:nvPr/>
          </p:nvSpPr>
          <p:spPr>
            <a:xfrm>
              <a:off x="5073396" y="3352800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82"/>
            <p:cNvSpPr/>
            <p:nvPr/>
          </p:nvSpPr>
          <p:spPr>
            <a:xfrm>
              <a:off x="4985004" y="3288791"/>
              <a:ext cx="22098" cy="13335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82"/>
            <p:cNvSpPr/>
            <p:nvPr/>
          </p:nvSpPr>
          <p:spPr>
            <a:xfrm>
              <a:off x="4852416" y="4027932"/>
              <a:ext cx="153162" cy="13335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82"/>
            <p:cNvSpPr/>
            <p:nvPr/>
          </p:nvSpPr>
          <p:spPr>
            <a:xfrm>
              <a:off x="4948428" y="4675632"/>
              <a:ext cx="58674" cy="13182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82"/>
            <p:cNvSpPr/>
            <p:nvPr/>
          </p:nvSpPr>
          <p:spPr>
            <a:xfrm>
              <a:off x="3542538" y="3339864"/>
              <a:ext cx="3215640" cy="1480185"/>
            </a:xfrm>
            <a:custGeom>
              <a:rect b="b" l="l" r="r" t="t"/>
              <a:pathLst>
                <a:path extrusionOk="0" h="1480185" w="3215640">
                  <a:moveTo>
                    <a:pt x="0" y="1479785"/>
                  </a:moveTo>
                  <a:lnTo>
                    <a:pt x="58223" y="1477142"/>
                  </a:lnTo>
                  <a:lnTo>
                    <a:pt x="114785" y="1474948"/>
                  </a:lnTo>
                  <a:lnTo>
                    <a:pt x="169738" y="1473112"/>
                  </a:lnTo>
                  <a:lnTo>
                    <a:pt x="223138" y="1471538"/>
                  </a:lnTo>
                  <a:lnTo>
                    <a:pt x="275039" y="1470135"/>
                  </a:lnTo>
                  <a:lnTo>
                    <a:pt x="325497" y="1468809"/>
                  </a:lnTo>
                  <a:lnTo>
                    <a:pt x="374566" y="1467467"/>
                  </a:lnTo>
                  <a:lnTo>
                    <a:pt x="422300" y="1466016"/>
                  </a:lnTo>
                  <a:lnTo>
                    <a:pt x="468755" y="1464362"/>
                  </a:lnTo>
                  <a:lnTo>
                    <a:pt x="513986" y="1462413"/>
                  </a:lnTo>
                  <a:lnTo>
                    <a:pt x="558047" y="1460074"/>
                  </a:lnTo>
                  <a:lnTo>
                    <a:pt x="600993" y="1457254"/>
                  </a:lnTo>
                  <a:lnTo>
                    <a:pt x="642878" y="1453858"/>
                  </a:lnTo>
                  <a:lnTo>
                    <a:pt x="683758" y="1449794"/>
                  </a:lnTo>
                  <a:lnTo>
                    <a:pt x="723687" y="1444969"/>
                  </a:lnTo>
                  <a:lnTo>
                    <a:pt x="762720" y="1439288"/>
                  </a:lnTo>
                  <a:lnTo>
                    <a:pt x="800912" y="1432659"/>
                  </a:lnTo>
                  <a:lnTo>
                    <a:pt x="838318" y="1424990"/>
                  </a:lnTo>
                  <a:lnTo>
                    <a:pt x="910989" y="1406154"/>
                  </a:lnTo>
                  <a:lnTo>
                    <a:pt x="981171" y="1382035"/>
                  </a:lnTo>
                  <a:lnTo>
                    <a:pt x="1049303" y="1351887"/>
                  </a:lnTo>
                  <a:lnTo>
                    <a:pt x="1115823" y="1314965"/>
                  </a:lnTo>
                  <a:lnTo>
                    <a:pt x="1148616" y="1293730"/>
                  </a:lnTo>
                  <a:lnTo>
                    <a:pt x="1181169" y="1270523"/>
                  </a:lnTo>
                  <a:lnTo>
                    <a:pt x="1213539" y="1245249"/>
                  </a:lnTo>
                  <a:lnTo>
                    <a:pt x="1245780" y="1217816"/>
                  </a:lnTo>
                  <a:lnTo>
                    <a:pt x="1277946" y="1188130"/>
                  </a:lnTo>
                  <a:lnTo>
                    <a:pt x="1310092" y="1156098"/>
                  </a:lnTo>
                  <a:lnTo>
                    <a:pt x="1342274" y="1121627"/>
                  </a:lnTo>
                  <a:lnTo>
                    <a:pt x="1374546" y="1084624"/>
                  </a:lnTo>
                  <a:lnTo>
                    <a:pt x="1406962" y="1044995"/>
                  </a:lnTo>
                  <a:lnTo>
                    <a:pt x="1439578" y="1002647"/>
                  </a:lnTo>
                  <a:lnTo>
                    <a:pt x="1472448" y="957488"/>
                  </a:lnTo>
                  <a:lnTo>
                    <a:pt x="1505627" y="909424"/>
                  </a:lnTo>
                  <a:lnTo>
                    <a:pt x="1539169" y="858361"/>
                  </a:lnTo>
                  <a:lnTo>
                    <a:pt x="1573131" y="804207"/>
                  </a:lnTo>
                  <a:lnTo>
                    <a:pt x="1607565" y="746868"/>
                  </a:lnTo>
                  <a:lnTo>
                    <a:pt x="1642009" y="689448"/>
                  </a:lnTo>
                  <a:lnTo>
                    <a:pt x="1675996" y="635040"/>
                  </a:lnTo>
                  <a:lnTo>
                    <a:pt x="1709580" y="583562"/>
                  </a:lnTo>
                  <a:lnTo>
                    <a:pt x="1742815" y="534934"/>
                  </a:lnTo>
                  <a:lnTo>
                    <a:pt x="1775753" y="489076"/>
                  </a:lnTo>
                  <a:lnTo>
                    <a:pt x="1808449" y="445906"/>
                  </a:lnTo>
                  <a:lnTo>
                    <a:pt x="1840956" y="405343"/>
                  </a:lnTo>
                  <a:lnTo>
                    <a:pt x="1873328" y="367307"/>
                  </a:lnTo>
                  <a:lnTo>
                    <a:pt x="1905617" y="331717"/>
                  </a:lnTo>
                  <a:lnTo>
                    <a:pt x="1937878" y="298492"/>
                  </a:lnTo>
                  <a:lnTo>
                    <a:pt x="1970164" y="267551"/>
                  </a:lnTo>
                  <a:lnTo>
                    <a:pt x="2002528" y="238813"/>
                  </a:lnTo>
                  <a:lnTo>
                    <a:pt x="2035024" y="212198"/>
                  </a:lnTo>
                  <a:lnTo>
                    <a:pt x="2067706" y="187625"/>
                  </a:lnTo>
                  <a:lnTo>
                    <a:pt x="2100626" y="165013"/>
                  </a:lnTo>
                  <a:lnTo>
                    <a:pt x="2133839" y="144281"/>
                  </a:lnTo>
                  <a:lnTo>
                    <a:pt x="2167398" y="125348"/>
                  </a:lnTo>
                  <a:lnTo>
                    <a:pt x="2235767" y="92557"/>
                  </a:lnTo>
                  <a:lnTo>
                    <a:pt x="2306161" y="65993"/>
                  </a:lnTo>
                  <a:lnTo>
                    <a:pt x="2379008" y="45010"/>
                  </a:lnTo>
                  <a:lnTo>
                    <a:pt x="2416486" y="36409"/>
                  </a:lnTo>
                  <a:lnTo>
                    <a:pt x="2454737" y="28961"/>
                  </a:lnTo>
                  <a:lnTo>
                    <a:pt x="2493816" y="22585"/>
                  </a:lnTo>
                  <a:lnTo>
                    <a:pt x="2533775" y="17200"/>
                  </a:lnTo>
                  <a:lnTo>
                    <a:pt x="2574668" y="12726"/>
                  </a:lnTo>
                  <a:lnTo>
                    <a:pt x="2616550" y="9080"/>
                  </a:lnTo>
                  <a:lnTo>
                    <a:pt x="2659472" y="6184"/>
                  </a:lnTo>
                  <a:lnTo>
                    <a:pt x="2703490" y="3955"/>
                  </a:lnTo>
                  <a:lnTo>
                    <a:pt x="2748655" y="2313"/>
                  </a:lnTo>
                  <a:lnTo>
                    <a:pt x="2795022" y="1178"/>
                  </a:lnTo>
                  <a:lnTo>
                    <a:pt x="2842645" y="467"/>
                  </a:lnTo>
                  <a:lnTo>
                    <a:pt x="2891576" y="102"/>
                  </a:lnTo>
                  <a:lnTo>
                    <a:pt x="2941869" y="0"/>
                  </a:lnTo>
                  <a:lnTo>
                    <a:pt x="2993578" y="80"/>
                  </a:lnTo>
                  <a:lnTo>
                    <a:pt x="3046756" y="263"/>
                  </a:lnTo>
                  <a:lnTo>
                    <a:pt x="3101456" y="467"/>
                  </a:lnTo>
                  <a:lnTo>
                    <a:pt x="3157733" y="612"/>
                  </a:lnTo>
                  <a:lnTo>
                    <a:pt x="3215640" y="616"/>
                  </a:lnTo>
                </a:path>
              </a:pathLst>
            </a:custGeom>
            <a:noFill/>
            <a:ln cap="flat" cmpd="sng" w="198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82"/>
            <p:cNvSpPr/>
            <p:nvPr/>
          </p:nvSpPr>
          <p:spPr>
            <a:xfrm>
              <a:off x="4404868" y="2319146"/>
              <a:ext cx="2057400" cy="212090"/>
            </a:xfrm>
            <a:custGeom>
              <a:rect b="b" l="l" r="r" t="t"/>
              <a:pathLst>
                <a:path extrusionOk="0" h="212089" w="2057400">
                  <a:moveTo>
                    <a:pt x="70485" y="8636"/>
                  </a:moveTo>
                  <a:lnTo>
                    <a:pt x="67437" y="0"/>
                  </a:lnTo>
                  <a:lnTo>
                    <a:pt x="52095" y="5549"/>
                  </a:lnTo>
                  <a:lnTo>
                    <a:pt x="38646" y="13589"/>
                  </a:lnTo>
                  <a:lnTo>
                    <a:pt x="9740" y="52108"/>
                  </a:lnTo>
                  <a:lnTo>
                    <a:pt x="0" y="105918"/>
                  </a:lnTo>
                  <a:lnTo>
                    <a:pt x="1066" y="125374"/>
                  </a:lnTo>
                  <a:lnTo>
                    <a:pt x="17399" y="174752"/>
                  </a:lnTo>
                  <a:lnTo>
                    <a:pt x="52070" y="206184"/>
                  </a:lnTo>
                  <a:lnTo>
                    <a:pt x="67437" y="211709"/>
                  </a:lnTo>
                  <a:lnTo>
                    <a:pt x="70104" y="203200"/>
                  </a:lnTo>
                  <a:lnTo>
                    <a:pt x="58051" y="197878"/>
                  </a:lnTo>
                  <a:lnTo>
                    <a:pt x="47637" y="190436"/>
                  </a:lnTo>
                  <a:lnTo>
                    <a:pt x="26314" y="155765"/>
                  </a:lnTo>
                  <a:lnTo>
                    <a:pt x="19304" y="104775"/>
                  </a:lnTo>
                  <a:lnTo>
                    <a:pt x="20078" y="86728"/>
                  </a:lnTo>
                  <a:lnTo>
                    <a:pt x="31750" y="42164"/>
                  </a:lnTo>
                  <a:lnTo>
                    <a:pt x="58267" y="13957"/>
                  </a:lnTo>
                  <a:lnTo>
                    <a:pt x="70485" y="8636"/>
                  </a:lnTo>
                  <a:close/>
                </a:path>
                <a:path extrusionOk="0" h="212089" w="2057400">
                  <a:moveTo>
                    <a:pt x="278638" y="105918"/>
                  </a:moveTo>
                  <a:lnTo>
                    <a:pt x="268820" y="52108"/>
                  </a:lnTo>
                  <a:lnTo>
                    <a:pt x="239966" y="13589"/>
                  </a:lnTo>
                  <a:lnTo>
                    <a:pt x="211074" y="0"/>
                  </a:lnTo>
                  <a:lnTo>
                    <a:pt x="208153" y="8636"/>
                  </a:lnTo>
                  <a:lnTo>
                    <a:pt x="220357" y="13957"/>
                  </a:lnTo>
                  <a:lnTo>
                    <a:pt x="230898" y="21310"/>
                  </a:lnTo>
                  <a:lnTo>
                    <a:pt x="252310" y="55435"/>
                  </a:lnTo>
                  <a:lnTo>
                    <a:pt x="259334" y="104775"/>
                  </a:lnTo>
                  <a:lnTo>
                    <a:pt x="258546" y="123520"/>
                  </a:lnTo>
                  <a:lnTo>
                    <a:pt x="246761" y="169291"/>
                  </a:lnTo>
                  <a:lnTo>
                    <a:pt x="220497" y="197866"/>
                  </a:lnTo>
                  <a:lnTo>
                    <a:pt x="208407" y="203200"/>
                  </a:lnTo>
                  <a:lnTo>
                    <a:pt x="211074" y="211709"/>
                  </a:lnTo>
                  <a:lnTo>
                    <a:pt x="251587" y="187706"/>
                  </a:lnTo>
                  <a:lnTo>
                    <a:pt x="274320" y="143344"/>
                  </a:lnTo>
                  <a:lnTo>
                    <a:pt x="277558" y="125374"/>
                  </a:lnTo>
                  <a:lnTo>
                    <a:pt x="278638" y="105918"/>
                  </a:lnTo>
                  <a:close/>
                </a:path>
                <a:path extrusionOk="0" h="212089" w="2057400">
                  <a:moveTo>
                    <a:pt x="1849120" y="8636"/>
                  </a:moveTo>
                  <a:lnTo>
                    <a:pt x="1846199" y="0"/>
                  </a:lnTo>
                  <a:lnTo>
                    <a:pt x="1830832" y="5549"/>
                  </a:lnTo>
                  <a:lnTo>
                    <a:pt x="1817344" y="13589"/>
                  </a:lnTo>
                  <a:lnTo>
                    <a:pt x="1788439" y="52108"/>
                  </a:lnTo>
                  <a:lnTo>
                    <a:pt x="1778635" y="105918"/>
                  </a:lnTo>
                  <a:lnTo>
                    <a:pt x="1779727" y="125374"/>
                  </a:lnTo>
                  <a:lnTo>
                    <a:pt x="1796034" y="174752"/>
                  </a:lnTo>
                  <a:lnTo>
                    <a:pt x="1830768" y="206184"/>
                  </a:lnTo>
                  <a:lnTo>
                    <a:pt x="1846199" y="211709"/>
                  </a:lnTo>
                  <a:lnTo>
                    <a:pt x="1848866" y="203200"/>
                  </a:lnTo>
                  <a:lnTo>
                    <a:pt x="1836762" y="197878"/>
                  </a:lnTo>
                  <a:lnTo>
                    <a:pt x="1826348" y="190436"/>
                  </a:lnTo>
                  <a:lnTo>
                    <a:pt x="1805000" y="155765"/>
                  </a:lnTo>
                  <a:lnTo>
                    <a:pt x="1797939" y="104775"/>
                  </a:lnTo>
                  <a:lnTo>
                    <a:pt x="1798713" y="86728"/>
                  </a:lnTo>
                  <a:lnTo>
                    <a:pt x="1810512" y="42164"/>
                  </a:lnTo>
                  <a:lnTo>
                    <a:pt x="1836915" y="13957"/>
                  </a:lnTo>
                  <a:lnTo>
                    <a:pt x="1849120" y="8636"/>
                  </a:lnTo>
                  <a:close/>
                </a:path>
                <a:path extrusionOk="0" h="212089" w="2057400">
                  <a:moveTo>
                    <a:pt x="2057400" y="105918"/>
                  </a:moveTo>
                  <a:lnTo>
                    <a:pt x="2047532" y="52108"/>
                  </a:lnTo>
                  <a:lnTo>
                    <a:pt x="2018614" y="13589"/>
                  </a:lnTo>
                  <a:lnTo>
                    <a:pt x="1989836" y="0"/>
                  </a:lnTo>
                  <a:lnTo>
                    <a:pt x="1986788" y="8636"/>
                  </a:lnTo>
                  <a:lnTo>
                    <a:pt x="1999043" y="13957"/>
                  </a:lnTo>
                  <a:lnTo>
                    <a:pt x="2009584" y="21310"/>
                  </a:lnTo>
                  <a:lnTo>
                    <a:pt x="2031022" y="55435"/>
                  </a:lnTo>
                  <a:lnTo>
                    <a:pt x="2038096" y="104775"/>
                  </a:lnTo>
                  <a:lnTo>
                    <a:pt x="2037308" y="123520"/>
                  </a:lnTo>
                  <a:lnTo>
                    <a:pt x="2025523" y="169291"/>
                  </a:lnTo>
                  <a:lnTo>
                    <a:pt x="1999208" y="197866"/>
                  </a:lnTo>
                  <a:lnTo>
                    <a:pt x="1987169" y="203200"/>
                  </a:lnTo>
                  <a:lnTo>
                    <a:pt x="1989836" y="211709"/>
                  </a:lnTo>
                  <a:lnTo>
                    <a:pt x="2030298" y="187706"/>
                  </a:lnTo>
                  <a:lnTo>
                    <a:pt x="2053031" y="143344"/>
                  </a:lnTo>
                  <a:lnTo>
                    <a:pt x="2056295" y="125374"/>
                  </a:lnTo>
                  <a:lnTo>
                    <a:pt x="2057400" y="105918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36" name="Google Shape;1736;p82"/>
          <p:cNvSpPr txBox="1"/>
          <p:nvPr/>
        </p:nvSpPr>
        <p:spPr>
          <a:xfrm>
            <a:off x="2340864" y="1880616"/>
            <a:ext cx="5615940" cy="329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52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𝑓  𝑥	𝐶𝐷𝐹 𝑥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7" name="Google Shape;1737;p82"/>
          <p:cNvGrpSpPr/>
          <p:nvPr/>
        </p:nvGrpSpPr>
        <p:grpSpPr>
          <a:xfrm>
            <a:off x="3693414" y="2414778"/>
            <a:ext cx="2738628" cy="2406396"/>
            <a:chOff x="3693414" y="2414778"/>
            <a:chExt cx="2738628" cy="2406396"/>
          </a:xfrm>
        </p:grpSpPr>
        <p:sp>
          <p:nvSpPr>
            <p:cNvPr id="1738" name="Google Shape;1738;p82"/>
            <p:cNvSpPr/>
            <p:nvPr/>
          </p:nvSpPr>
          <p:spPr>
            <a:xfrm>
              <a:off x="3693414" y="2414778"/>
              <a:ext cx="439420" cy="0"/>
            </a:xfrm>
            <a:custGeom>
              <a:rect b="b" l="l" r="r" t="t"/>
              <a:pathLst>
                <a:path extrusionOk="0" h="120000" w="439420">
                  <a:moveTo>
                    <a:pt x="0" y="0"/>
                  </a:moveTo>
                  <a:lnTo>
                    <a:pt x="439165" y="0"/>
                  </a:lnTo>
                </a:path>
              </a:pathLst>
            </a:custGeom>
            <a:noFill/>
            <a:ln cap="flat" cmpd="sng" w="19800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82"/>
            <p:cNvSpPr/>
            <p:nvPr/>
          </p:nvSpPr>
          <p:spPr>
            <a:xfrm>
              <a:off x="5159502" y="2414778"/>
              <a:ext cx="439420" cy="0"/>
            </a:xfrm>
            <a:custGeom>
              <a:rect b="b" l="l" r="r" t="t"/>
              <a:pathLst>
                <a:path extrusionOk="0" h="120000" w="439420">
                  <a:moveTo>
                    <a:pt x="0" y="0"/>
                  </a:moveTo>
                  <a:lnTo>
                    <a:pt x="439165" y="0"/>
                  </a:lnTo>
                </a:path>
              </a:pathLst>
            </a:custGeom>
            <a:noFill/>
            <a:ln cap="flat" cmpd="sng" w="198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82"/>
            <p:cNvSpPr/>
            <p:nvPr/>
          </p:nvSpPr>
          <p:spPr>
            <a:xfrm>
              <a:off x="3879342" y="3632454"/>
              <a:ext cx="2552700" cy="1188720"/>
            </a:xfrm>
            <a:custGeom>
              <a:rect b="b" l="l" r="r" t="t"/>
              <a:pathLst>
                <a:path extrusionOk="0" h="1188720" w="2552700">
                  <a:moveTo>
                    <a:pt x="2552700" y="1188720"/>
                  </a:moveTo>
                  <a:lnTo>
                    <a:pt x="2500797" y="1187035"/>
                  </a:lnTo>
                  <a:lnTo>
                    <a:pt x="2450856" y="1182267"/>
                  </a:lnTo>
                  <a:lnTo>
                    <a:pt x="2402815" y="1174553"/>
                  </a:lnTo>
                  <a:lnTo>
                    <a:pt x="2356616" y="1164029"/>
                  </a:lnTo>
                  <a:lnTo>
                    <a:pt x="2312199" y="1150834"/>
                  </a:lnTo>
                  <a:lnTo>
                    <a:pt x="2269505" y="1135104"/>
                  </a:lnTo>
                  <a:lnTo>
                    <a:pt x="2228474" y="1116976"/>
                  </a:lnTo>
                  <a:lnTo>
                    <a:pt x="2189046" y="1096588"/>
                  </a:lnTo>
                  <a:lnTo>
                    <a:pt x="2151162" y="1074076"/>
                  </a:lnTo>
                  <a:lnTo>
                    <a:pt x="2114763" y="1049578"/>
                  </a:lnTo>
                  <a:lnTo>
                    <a:pt x="2079790" y="1023231"/>
                  </a:lnTo>
                  <a:lnTo>
                    <a:pt x="2046181" y="995171"/>
                  </a:lnTo>
                  <a:lnTo>
                    <a:pt x="2013879" y="965537"/>
                  </a:lnTo>
                  <a:lnTo>
                    <a:pt x="1982824" y="934465"/>
                  </a:lnTo>
                  <a:lnTo>
                    <a:pt x="1952955" y="902092"/>
                  </a:lnTo>
                  <a:lnTo>
                    <a:pt x="1924215" y="868556"/>
                  </a:lnTo>
                  <a:lnTo>
                    <a:pt x="1896542" y="833993"/>
                  </a:lnTo>
                  <a:lnTo>
                    <a:pt x="1869878" y="798541"/>
                  </a:lnTo>
                  <a:lnTo>
                    <a:pt x="1844163" y="762337"/>
                  </a:lnTo>
                  <a:lnTo>
                    <a:pt x="1819338" y="725518"/>
                  </a:lnTo>
                  <a:lnTo>
                    <a:pt x="1795343" y="688221"/>
                  </a:lnTo>
                  <a:lnTo>
                    <a:pt x="1772119" y="650584"/>
                  </a:lnTo>
                  <a:lnTo>
                    <a:pt x="1749606" y="612742"/>
                  </a:lnTo>
                  <a:lnTo>
                    <a:pt x="1727745" y="574834"/>
                  </a:lnTo>
                  <a:lnTo>
                    <a:pt x="1706476" y="536997"/>
                  </a:lnTo>
                  <a:lnTo>
                    <a:pt x="1685739" y="499368"/>
                  </a:lnTo>
                  <a:lnTo>
                    <a:pt x="1665476" y="462083"/>
                  </a:lnTo>
                  <a:lnTo>
                    <a:pt x="1645627" y="425281"/>
                  </a:lnTo>
                  <a:lnTo>
                    <a:pt x="1626131" y="389097"/>
                  </a:lnTo>
                  <a:lnTo>
                    <a:pt x="1606931" y="353670"/>
                  </a:lnTo>
                  <a:lnTo>
                    <a:pt x="1587965" y="319136"/>
                  </a:lnTo>
                  <a:lnTo>
                    <a:pt x="1569176" y="285633"/>
                  </a:lnTo>
                  <a:lnTo>
                    <a:pt x="1531886" y="222267"/>
                  </a:lnTo>
                  <a:lnTo>
                    <a:pt x="1494585" y="164669"/>
                  </a:lnTo>
                  <a:lnTo>
                    <a:pt x="1456798" y="113935"/>
                  </a:lnTo>
                  <a:lnTo>
                    <a:pt x="1418047" y="71163"/>
                  </a:lnTo>
                  <a:lnTo>
                    <a:pt x="1377858" y="37450"/>
                  </a:lnTo>
                  <a:lnTo>
                    <a:pt x="1335754" y="13893"/>
                  </a:lnTo>
                  <a:lnTo>
                    <a:pt x="1291260" y="1589"/>
                  </a:lnTo>
                  <a:lnTo>
                    <a:pt x="1267968" y="0"/>
                  </a:lnTo>
                  <a:lnTo>
                    <a:pt x="1244776" y="1497"/>
                  </a:lnTo>
                  <a:lnTo>
                    <a:pt x="1201098" y="13104"/>
                  </a:lnTo>
                  <a:lnTo>
                    <a:pt x="1160542" y="35358"/>
                  </a:lnTo>
                  <a:lnTo>
                    <a:pt x="1122527" y="67258"/>
                  </a:lnTo>
                  <a:lnTo>
                    <a:pt x="1086470" y="107802"/>
                  </a:lnTo>
                  <a:lnTo>
                    <a:pt x="1051791" y="155989"/>
                  </a:lnTo>
                  <a:lnTo>
                    <a:pt x="1017907" y="210817"/>
                  </a:lnTo>
                  <a:lnTo>
                    <a:pt x="984237" y="271286"/>
                  </a:lnTo>
                  <a:lnTo>
                    <a:pt x="950199" y="336394"/>
                  </a:lnTo>
                  <a:lnTo>
                    <a:pt x="932861" y="370374"/>
                  </a:lnTo>
                  <a:lnTo>
                    <a:pt x="915212" y="405139"/>
                  </a:lnTo>
                  <a:lnTo>
                    <a:pt x="897181" y="440563"/>
                  </a:lnTo>
                  <a:lnTo>
                    <a:pt x="878694" y="476520"/>
                  </a:lnTo>
                  <a:lnTo>
                    <a:pt x="859680" y="512886"/>
                  </a:lnTo>
                  <a:lnTo>
                    <a:pt x="840064" y="549536"/>
                  </a:lnTo>
                  <a:lnTo>
                    <a:pt x="819775" y="586344"/>
                  </a:lnTo>
                  <a:lnTo>
                    <a:pt x="798739" y="623185"/>
                  </a:lnTo>
                  <a:lnTo>
                    <a:pt x="776885" y="659934"/>
                  </a:lnTo>
                  <a:lnTo>
                    <a:pt x="754138" y="696465"/>
                  </a:lnTo>
                  <a:lnTo>
                    <a:pt x="730428" y="732655"/>
                  </a:lnTo>
                  <a:lnTo>
                    <a:pt x="705680" y="768377"/>
                  </a:lnTo>
                  <a:lnTo>
                    <a:pt x="679823" y="803506"/>
                  </a:lnTo>
                  <a:lnTo>
                    <a:pt x="652783" y="837917"/>
                  </a:lnTo>
                  <a:lnTo>
                    <a:pt x="624488" y="871485"/>
                  </a:lnTo>
                  <a:lnTo>
                    <a:pt x="594865" y="904085"/>
                  </a:lnTo>
                  <a:lnTo>
                    <a:pt x="563841" y="935591"/>
                  </a:lnTo>
                  <a:lnTo>
                    <a:pt x="531344" y="965879"/>
                  </a:lnTo>
                  <a:lnTo>
                    <a:pt x="497302" y="994823"/>
                  </a:lnTo>
                  <a:lnTo>
                    <a:pt x="461640" y="1022298"/>
                  </a:lnTo>
                  <a:lnTo>
                    <a:pt x="424287" y="1048179"/>
                  </a:lnTo>
                  <a:lnTo>
                    <a:pt x="385170" y="1072341"/>
                  </a:lnTo>
                  <a:lnTo>
                    <a:pt x="344216" y="1094658"/>
                  </a:lnTo>
                  <a:lnTo>
                    <a:pt x="301352" y="1115006"/>
                  </a:lnTo>
                  <a:lnTo>
                    <a:pt x="256506" y="1133259"/>
                  </a:lnTo>
                  <a:lnTo>
                    <a:pt x="209606" y="1149292"/>
                  </a:lnTo>
                  <a:lnTo>
                    <a:pt x="160577" y="1162979"/>
                  </a:lnTo>
                  <a:lnTo>
                    <a:pt x="109349" y="1174197"/>
                  </a:lnTo>
                  <a:lnTo>
                    <a:pt x="55847" y="1182818"/>
                  </a:lnTo>
                  <a:lnTo>
                    <a:pt x="0" y="1188720"/>
                  </a:lnTo>
                </a:path>
              </a:pathLst>
            </a:custGeom>
            <a:noFill/>
            <a:ln cap="flat" cmpd="sng" w="28950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82"/>
            <p:cNvSpPr/>
            <p:nvPr/>
          </p:nvSpPr>
          <p:spPr>
            <a:xfrm>
              <a:off x="5073396" y="4091939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42" name="Google Shape;1742;p82"/>
          <p:cNvSpPr/>
          <p:nvPr/>
        </p:nvSpPr>
        <p:spPr>
          <a:xfrm>
            <a:off x="554736" y="1449324"/>
            <a:ext cx="3312414" cy="18973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83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48" name="Google Shape;1748;p8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49" name="Google Shape;1749;p8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0" name="Google Shape;1750;p83"/>
          <p:cNvSpPr txBox="1"/>
          <p:nvPr/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51" name="Google Shape;1751;p8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752" name="Google Shape;1752;p83"/>
          <p:cNvGrpSpPr/>
          <p:nvPr/>
        </p:nvGrpSpPr>
        <p:grpSpPr>
          <a:xfrm>
            <a:off x="4335779" y="2005583"/>
            <a:ext cx="1231900" cy="655320"/>
            <a:chOff x="4335779" y="2005583"/>
            <a:chExt cx="1231900" cy="655320"/>
          </a:xfrm>
        </p:grpSpPr>
        <p:sp>
          <p:nvSpPr>
            <p:cNvPr id="1753" name="Google Shape;1753;p83"/>
            <p:cNvSpPr/>
            <p:nvPr/>
          </p:nvSpPr>
          <p:spPr>
            <a:xfrm>
              <a:off x="4335779" y="2005583"/>
              <a:ext cx="1231900" cy="655320"/>
            </a:xfrm>
            <a:custGeom>
              <a:rect b="b" l="l" r="r" t="t"/>
              <a:pathLst>
                <a:path extrusionOk="0" h="655319" w="1231900">
                  <a:moveTo>
                    <a:pt x="1231391" y="0"/>
                  </a:moveTo>
                  <a:lnTo>
                    <a:pt x="0" y="0"/>
                  </a:lnTo>
                  <a:lnTo>
                    <a:pt x="0" y="655320"/>
                  </a:lnTo>
                  <a:lnTo>
                    <a:pt x="1231391" y="655320"/>
                  </a:lnTo>
                  <a:lnTo>
                    <a:pt x="1231391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83"/>
            <p:cNvSpPr/>
            <p:nvPr/>
          </p:nvSpPr>
          <p:spPr>
            <a:xfrm>
              <a:off x="4891277" y="2308986"/>
              <a:ext cx="495300" cy="13970"/>
            </a:xfrm>
            <a:custGeom>
              <a:rect b="b" l="l" r="r" t="t"/>
              <a:pathLst>
                <a:path extrusionOk="0" h="13969" w="495300">
                  <a:moveTo>
                    <a:pt x="495300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495300" y="13715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55" name="Google Shape;1755;p83"/>
          <p:cNvSpPr txBox="1"/>
          <p:nvPr/>
        </p:nvSpPr>
        <p:spPr>
          <a:xfrm>
            <a:off x="4335779" y="2005583"/>
            <a:ext cx="123190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0" lvl="0" marL="556260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− 𝜇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65735" marR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𝑍 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741680" marR="0" rtl="0" algn="l">
              <a:lnSpc>
                <a:spcPct val="9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6" name="Google Shape;1756;p83"/>
          <p:cNvGrpSpPr/>
          <p:nvPr/>
        </p:nvGrpSpPr>
        <p:grpSpPr>
          <a:xfrm>
            <a:off x="4027932" y="3208020"/>
            <a:ext cx="1847214" cy="617220"/>
            <a:chOff x="4027932" y="3208020"/>
            <a:chExt cx="1847214" cy="617220"/>
          </a:xfrm>
        </p:grpSpPr>
        <p:sp>
          <p:nvSpPr>
            <p:cNvPr id="1757" name="Google Shape;1757;p83"/>
            <p:cNvSpPr/>
            <p:nvPr/>
          </p:nvSpPr>
          <p:spPr>
            <a:xfrm>
              <a:off x="4027932" y="3208020"/>
              <a:ext cx="1847214" cy="617220"/>
            </a:xfrm>
            <a:custGeom>
              <a:rect b="b" l="l" r="r" t="t"/>
              <a:pathLst>
                <a:path extrusionOk="0" h="617220" w="1847214">
                  <a:moveTo>
                    <a:pt x="1847088" y="0"/>
                  </a:moveTo>
                  <a:lnTo>
                    <a:pt x="0" y="0"/>
                  </a:lnTo>
                  <a:lnTo>
                    <a:pt x="0" y="617220"/>
                  </a:lnTo>
                  <a:lnTo>
                    <a:pt x="1847088" y="617220"/>
                  </a:lnTo>
                  <a:lnTo>
                    <a:pt x="184708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8" name="Google Shape;1758;p83"/>
            <p:cNvSpPr/>
            <p:nvPr/>
          </p:nvSpPr>
          <p:spPr>
            <a:xfrm>
              <a:off x="5217795" y="3473450"/>
              <a:ext cx="474345" cy="13970"/>
            </a:xfrm>
            <a:custGeom>
              <a:rect b="b" l="l" r="r" t="t"/>
              <a:pathLst>
                <a:path extrusionOk="0" h="13970" w="474345">
                  <a:moveTo>
                    <a:pt x="473963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473963" y="13715"/>
                  </a:lnTo>
                  <a:lnTo>
                    <a:pt x="473963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59" name="Google Shape;1759;p83"/>
          <p:cNvSpPr txBox="1"/>
          <p:nvPr/>
        </p:nvSpPr>
        <p:spPr>
          <a:xfrm>
            <a:off x="4027932" y="3208020"/>
            <a:ext cx="1847214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89990" marR="0" rtl="0" algn="l">
              <a:lnSpc>
                <a:spcPct val="8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 − 𝜇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68910" marR="0" rtl="0" algn="l">
              <a:lnSpc>
                <a:spcPct val="7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z−score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365250" marR="0" rtl="0" algn="l">
              <a:lnSpc>
                <a:spcPct val="9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83"/>
          <p:cNvSpPr txBox="1"/>
          <p:nvPr/>
        </p:nvSpPr>
        <p:spPr>
          <a:xfrm>
            <a:off x="4227576" y="4482084"/>
            <a:ext cx="1447800" cy="44069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670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= 𝜎 𝑍 + 𝜇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83"/>
          <p:cNvSpPr/>
          <p:nvPr/>
        </p:nvSpPr>
        <p:spPr>
          <a:xfrm>
            <a:off x="554736" y="1447761"/>
            <a:ext cx="9097518" cy="3711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2" name="Google Shape;1762;p83"/>
          <p:cNvSpPr/>
          <p:nvPr/>
        </p:nvSpPr>
        <p:spPr>
          <a:xfrm>
            <a:off x="554736" y="2854451"/>
            <a:ext cx="2501646" cy="15925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3" name="Google Shape;1763;p83"/>
          <p:cNvSpPr/>
          <p:nvPr/>
        </p:nvSpPr>
        <p:spPr>
          <a:xfrm>
            <a:off x="554736" y="4125467"/>
            <a:ext cx="4851654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84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9" name="Google Shape;1769;p8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70" name="Google Shape;1770;p8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71" name="Google Shape;1771;p84"/>
          <p:cNvSpPr txBox="1"/>
          <p:nvPr>
            <p:ph type="title"/>
          </p:nvPr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2.1. Continuous Probability Density</a:t>
            </a:r>
            <a:endParaRPr/>
          </a:p>
        </p:txBody>
      </p:sp>
      <p:sp>
        <p:nvSpPr>
          <p:cNvPr id="1772" name="Google Shape;1772;p84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73" name="Google Shape;1773;p84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74" name="Google Shape;1774;p84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75" name="Google Shape;1775;p84"/>
          <p:cNvSpPr/>
          <p:nvPr/>
        </p:nvSpPr>
        <p:spPr>
          <a:xfrm>
            <a:off x="1223772" y="1821167"/>
            <a:ext cx="5452109" cy="73077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776" name="Google Shape;1776;p84"/>
          <p:cNvGraphicFramePr/>
          <p:nvPr/>
        </p:nvGraphicFramePr>
        <p:xfrm>
          <a:off x="6383146" y="29905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{5CB56259-AA10-4C71-BC1D-53083881A770}</a:tableStyleId>
              </a:tblPr>
              <a:tblGrid>
                <a:gridCol w="1480175"/>
                <a:gridCol w="1480175"/>
              </a:tblGrid>
              <a:tr h="32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77" name="Google Shape;1777;p84"/>
          <p:cNvGrpSpPr/>
          <p:nvPr/>
        </p:nvGrpSpPr>
        <p:grpSpPr>
          <a:xfrm>
            <a:off x="6383147" y="2996894"/>
            <a:ext cx="2961005" cy="320675"/>
            <a:chOff x="6383147" y="2996894"/>
            <a:chExt cx="2961005" cy="320675"/>
          </a:xfrm>
        </p:grpSpPr>
        <p:sp>
          <p:nvSpPr>
            <p:cNvPr id="1778" name="Google Shape;1778;p84"/>
            <p:cNvSpPr/>
            <p:nvPr/>
          </p:nvSpPr>
          <p:spPr>
            <a:xfrm>
              <a:off x="6383147" y="2996894"/>
              <a:ext cx="2961005" cy="320675"/>
            </a:xfrm>
            <a:custGeom>
              <a:rect b="b" l="l" r="r" t="t"/>
              <a:pathLst>
                <a:path extrusionOk="0" h="320675" w="2961004">
                  <a:moveTo>
                    <a:pt x="2960878" y="0"/>
                  </a:moveTo>
                  <a:lnTo>
                    <a:pt x="1480439" y="0"/>
                  </a:lnTo>
                  <a:lnTo>
                    <a:pt x="0" y="0"/>
                  </a:lnTo>
                  <a:lnTo>
                    <a:pt x="0" y="320217"/>
                  </a:lnTo>
                  <a:lnTo>
                    <a:pt x="1480439" y="320217"/>
                  </a:lnTo>
                  <a:lnTo>
                    <a:pt x="2960878" y="320217"/>
                  </a:lnTo>
                  <a:lnTo>
                    <a:pt x="296087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84"/>
            <p:cNvSpPr/>
            <p:nvPr/>
          </p:nvSpPr>
          <p:spPr>
            <a:xfrm>
              <a:off x="7059167" y="3139312"/>
              <a:ext cx="81787" cy="8331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84"/>
            <p:cNvSpPr/>
            <p:nvPr/>
          </p:nvSpPr>
          <p:spPr>
            <a:xfrm>
              <a:off x="8319134" y="3102355"/>
              <a:ext cx="297561" cy="12166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84"/>
            <p:cNvSpPr/>
            <p:nvPr/>
          </p:nvSpPr>
          <p:spPr>
            <a:xfrm>
              <a:off x="8638412" y="3096767"/>
              <a:ext cx="202691" cy="16522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782" name="Google Shape;1782;p84"/>
          <p:cNvGrpSpPr/>
          <p:nvPr/>
        </p:nvGrpSpPr>
        <p:grpSpPr>
          <a:xfrm>
            <a:off x="7025131" y="3415538"/>
            <a:ext cx="195453" cy="125729"/>
            <a:chOff x="7025131" y="3415538"/>
            <a:chExt cx="195453" cy="125729"/>
          </a:xfrm>
        </p:grpSpPr>
        <p:sp>
          <p:nvSpPr>
            <p:cNvPr id="1783" name="Google Shape;1783;p84"/>
            <p:cNvSpPr/>
            <p:nvPr/>
          </p:nvSpPr>
          <p:spPr>
            <a:xfrm>
              <a:off x="7025131" y="3488376"/>
              <a:ext cx="33111" cy="9965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4" name="Google Shape;1784;p84"/>
            <p:cNvSpPr/>
            <p:nvPr/>
          </p:nvSpPr>
          <p:spPr>
            <a:xfrm>
              <a:off x="7076185" y="3415538"/>
              <a:ext cx="144399" cy="12572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5" name="Google Shape;1785;p84"/>
          <p:cNvSpPr/>
          <p:nvPr/>
        </p:nvSpPr>
        <p:spPr>
          <a:xfrm>
            <a:off x="8436356" y="3415538"/>
            <a:ext cx="341122" cy="12572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786" name="Google Shape;1786;p84"/>
          <p:cNvGrpSpPr/>
          <p:nvPr/>
        </p:nvGrpSpPr>
        <p:grpSpPr>
          <a:xfrm>
            <a:off x="7041895" y="3735704"/>
            <a:ext cx="161162" cy="125856"/>
            <a:chOff x="7041895" y="3735704"/>
            <a:chExt cx="161162" cy="125856"/>
          </a:xfrm>
        </p:grpSpPr>
        <p:sp>
          <p:nvSpPr>
            <p:cNvPr id="1787" name="Google Shape;1787;p84"/>
            <p:cNvSpPr/>
            <p:nvPr/>
          </p:nvSpPr>
          <p:spPr>
            <a:xfrm>
              <a:off x="7041895" y="3808543"/>
              <a:ext cx="33111" cy="9965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8" name="Google Shape;1788;p84"/>
            <p:cNvSpPr/>
            <p:nvPr/>
          </p:nvSpPr>
          <p:spPr>
            <a:xfrm>
              <a:off x="7092949" y="3735704"/>
              <a:ext cx="110108" cy="125856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9" name="Google Shape;1789;p84"/>
          <p:cNvSpPr/>
          <p:nvPr/>
        </p:nvSpPr>
        <p:spPr>
          <a:xfrm>
            <a:off x="8430259" y="3735704"/>
            <a:ext cx="348488" cy="125856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0" name="Google Shape;1790;p84"/>
          <p:cNvSpPr/>
          <p:nvPr/>
        </p:nvSpPr>
        <p:spPr>
          <a:xfrm>
            <a:off x="7087621" y="4068571"/>
            <a:ext cx="70931" cy="11290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1" name="Google Shape;1791;p84"/>
          <p:cNvSpPr/>
          <p:nvPr/>
        </p:nvSpPr>
        <p:spPr>
          <a:xfrm>
            <a:off x="8505704" y="4068571"/>
            <a:ext cx="189478" cy="11290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2" name="Google Shape;1792;p84"/>
          <p:cNvSpPr/>
          <p:nvPr/>
        </p:nvSpPr>
        <p:spPr>
          <a:xfrm>
            <a:off x="7068566" y="4376165"/>
            <a:ext cx="110108" cy="125856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3" name="Google Shape;1793;p84"/>
          <p:cNvSpPr/>
          <p:nvPr/>
        </p:nvSpPr>
        <p:spPr>
          <a:xfrm>
            <a:off x="8424164" y="4376165"/>
            <a:ext cx="358520" cy="125856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4" name="Google Shape;1794;p84"/>
          <p:cNvSpPr/>
          <p:nvPr/>
        </p:nvSpPr>
        <p:spPr>
          <a:xfrm>
            <a:off x="7051802" y="4696459"/>
            <a:ext cx="144272" cy="12572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5" name="Google Shape;1795;p84"/>
          <p:cNvSpPr/>
          <p:nvPr/>
        </p:nvSpPr>
        <p:spPr>
          <a:xfrm>
            <a:off x="8430132" y="4696459"/>
            <a:ext cx="347472" cy="12572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6" name="Google Shape;1796;p84"/>
          <p:cNvSpPr/>
          <p:nvPr/>
        </p:nvSpPr>
        <p:spPr>
          <a:xfrm>
            <a:off x="554736" y="1449324"/>
            <a:ext cx="3312414" cy="189737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7" name="Google Shape;1797;p84"/>
          <p:cNvSpPr/>
          <p:nvPr/>
        </p:nvSpPr>
        <p:spPr>
          <a:xfrm>
            <a:off x="1222247" y="2997707"/>
            <a:ext cx="4919980" cy="1478280"/>
          </a:xfrm>
          <a:custGeom>
            <a:rect b="b" l="l" r="r" t="t"/>
            <a:pathLst>
              <a:path extrusionOk="0" h="1478279" w="4919980">
                <a:moveTo>
                  <a:pt x="4919472" y="0"/>
                </a:moveTo>
                <a:lnTo>
                  <a:pt x="0" y="0"/>
                </a:lnTo>
                <a:lnTo>
                  <a:pt x="0" y="1478280"/>
                </a:lnTo>
                <a:lnTo>
                  <a:pt x="4919472" y="1478280"/>
                </a:lnTo>
                <a:lnTo>
                  <a:pt x="4919472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8" name="Google Shape;1798;p84"/>
          <p:cNvSpPr txBox="1"/>
          <p:nvPr/>
        </p:nvSpPr>
        <p:spPr>
          <a:xfrm>
            <a:off x="1366774" y="3057524"/>
            <a:ext cx="1663064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1) First of all, let us standardize: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99" name="Google Shape;1799;p84"/>
          <p:cNvSpPr txBox="1"/>
          <p:nvPr/>
        </p:nvSpPr>
        <p:spPr>
          <a:xfrm>
            <a:off x="1524253" y="3483102"/>
            <a:ext cx="13271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48	</a:t>
            </a:r>
            <a:r>
              <a:rPr lang="en-US" sz="1600">
                <a:solidFill>
                  <a:srgbClr val="252525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16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𝑧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84"/>
          <p:cNvSpPr/>
          <p:nvPr/>
        </p:nvSpPr>
        <p:spPr>
          <a:xfrm>
            <a:off x="3086989" y="3633469"/>
            <a:ext cx="2190115" cy="13970"/>
          </a:xfrm>
          <a:custGeom>
            <a:rect b="b" l="l" r="r" t="t"/>
            <a:pathLst>
              <a:path extrusionOk="0" h="13970" w="2190115">
                <a:moveTo>
                  <a:pt x="554736" y="0"/>
                </a:moveTo>
                <a:lnTo>
                  <a:pt x="0" y="0"/>
                </a:lnTo>
                <a:lnTo>
                  <a:pt x="0" y="13716"/>
                </a:lnTo>
                <a:lnTo>
                  <a:pt x="554736" y="13716"/>
                </a:lnTo>
                <a:lnTo>
                  <a:pt x="554736" y="0"/>
                </a:lnTo>
                <a:close/>
              </a:path>
              <a:path extrusionOk="0" h="13970" w="2190115">
                <a:moveTo>
                  <a:pt x="1513332" y="0"/>
                </a:moveTo>
                <a:lnTo>
                  <a:pt x="819912" y="0"/>
                </a:lnTo>
                <a:lnTo>
                  <a:pt x="819912" y="13716"/>
                </a:lnTo>
                <a:lnTo>
                  <a:pt x="1513332" y="13716"/>
                </a:lnTo>
                <a:lnTo>
                  <a:pt x="1513332" y="0"/>
                </a:lnTo>
                <a:close/>
              </a:path>
              <a:path extrusionOk="0" h="13970" w="2190115">
                <a:moveTo>
                  <a:pt x="2189988" y="0"/>
                </a:moveTo>
                <a:lnTo>
                  <a:pt x="1964436" y="0"/>
                </a:lnTo>
                <a:lnTo>
                  <a:pt x="1964436" y="13716"/>
                </a:lnTo>
                <a:lnTo>
                  <a:pt x="2189988" y="13716"/>
                </a:lnTo>
                <a:lnTo>
                  <a:pt x="2189988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01" name="Google Shape;1801;p84"/>
          <p:cNvSpPr txBox="1"/>
          <p:nvPr/>
        </p:nvSpPr>
        <p:spPr>
          <a:xfrm>
            <a:off x="3302508" y="3618738"/>
            <a:ext cx="198818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	20	20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84"/>
          <p:cNvSpPr txBox="1"/>
          <p:nvPr/>
        </p:nvSpPr>
        <p:spPr>
          <a:xfrm>
            <a:off x="2929635" y="3329178"/>
            <a:ext cx="31464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33679" marR="0" rtl="0" algn="l">
              <a:lnSpc>
                <a:spcPct val="90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𝜇	48 − 50	2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	=	= −	= </a:t>
            </a:r>
            <a:r>
              <a:rPr lang="en-US" sz="1600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−0.1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84"/>
          <p:cNvSpPr txBox="1"/>
          <p:nvPr/>
        </p:nvSpPr>
        <p:spPr>
          <a:xfrm>
            <a:off x="1524253" y="3946397"/>
            <a:ext cx="138684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54	</a:t>
            </a:r>
            <a:r>
              <a:rPr lang="en-US" sz="1600">
                <a:solidFill>
                  <a:srgbClr val="252525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16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𝑧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84"/>
          <p:cNvSpPr/>
          <p:nvPr/>
        </p:nvSpPr>
        <p:spPr>
          <a:xfrm>
            <a:off x="3146425" y="4096765"/>
            <a:ext cx="559435" cy="13970"/>
          </a:xfrm>
          <a:custGeom>
            <a:rect b="b" l="l" r="r" t="t"/>
            <a:pathLst>
              <a:path extrusionOk="0" h="13970" w="559435">
                <a:moveTo>
                  <a:pt x="559308" y="0"/>
                </a:moveTo>
                <a:lnTo>
                  <a:pt x="0" y="0"/>
                </a:lnTo>
                <a:lnTo>
                  <a:pt x="0" y="13716"/>
                </a:lnTo>
                <a:lnTo>
                  <a:pt x="559308" y="13716"/>
                </a:lnTo>
                <a:lnTo>
                  <a:pt x="559308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05" name="Google Shape;1805;p84"/>
          <p:cNvSpPr txBox="1"/>
          <p:nvPr/>
        </p:nvSpPr>
        <p:spPr>
          <a:xfrm>
            <a:off x="3364991" y="4082034"/>
            <a:ext cx="13144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84"/>
          <p:cNvSpPr/>
          <p:nvPr/>
        </p:nvSpPr>
        <p:spPr>
          <a:xfrm>
            <a:off x="3972433" y="4096765"/>
            <a:ext cx="693420" cy="13970"/>
          </a:xfrm>
          <a:custGeom>
            <a:rect b="b" l="l" r="r" t="t"/>
            <a:pathLst>
              <a:path extrusionOk="0" h="13970" w="693420">
                <a:moveTo>
                  <a:pt x="693420" y="0"/>
                </a:moveTo>
                <a:lnTo>
                  <a:pt x="0" y="0"/>
                </a:lnTo>
                <a:lnTo>
                  <a:pt x="0" y="13716"/>
                </a:lnTo>
                <a:lnTo>
                  <a:pt x="693420" y="13716"/>
                </a:lnTo>
                <a:lnTo>
                  <a:pt x="69342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07" name="Google Shape;1807;p84"/>
          <p:cNvSpPr txBox="1"/>
          <p:nvPr/>
        </p:nvSpPr>
        <p:spPr>
          <a:xfrm>
            <a:off x="4206240" y="4082034"/>
            <a:ext cx="2387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84"/>
          <p:cNvSpPr/>
          <p:nvPr/>
        </p:nvSpPr>
        <p:spPr>
          <a:xfrm>
            <a:off x="4931028" y="4096765"/>
            <a:ext cx="226060" cy="13970"/>
          </a:xfrm>
          <a:custGeom>
            <a:rect b="b" l="l" r="r" t="t"/>
            <a:pathLst>
              <a:path extrusionOk="0" h="13970" w="226060">
                <a:moveTo>
                  <a:pt x="225551" y="0"/>
                </a:moveTo>
                <a:lnTo>
                  <a:pt x="0" y="0"/>
                </a:lnTo>
                <a:lnTo>
                  <a:pt x="0" y="13716"/>
                </a:lnTo>
                <a:lnTo>
                  <a:pt x="225551" y="13716"/>
                </a:lnTo>
                <a:lnTo>
                  <a:pt x="225551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09" name="Google Shape;1809;p84"/>
          <p:cNvSpPr txBox="1"/>
          <p:nvPr/>
        </p:nvSpPr>
        <p:spPr>
          <a:xfrm>
            <a:off x="4931664" y="4082034"/>
            <a:ext cx="2393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84"/>
          <p:cNvSpPr txBox="1"/>
          <p:nvPr/>
        </p:nvSpPr>
        <p:spPr>
          <a:xfrm>
            <a:off x="2912872" y="3792473"/>
            <a:ext cx="28143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33679" marR="0" rtl="0" algn="l">
              <a:lnSpc>
                <a:spcPct val="90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baseline="-25000" lang="en-US" sz="18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𝜇	54 − 50	4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	=	=	= </a:t>
            </a:r>
            <a:r>
              <a:rPr lang="en-US" sz="1700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85"/>
          <p:cNvSpPr/>
          <p:nvPr/>
        </p:nvSpPr>
        <p:spPr>
          <a:xfrm>
            <a:off x="9356036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6" name="Google Shape;1816;p8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7" name="Google Shape;1817;p8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8" name="Google Shape;1818;p85"/>
          <p:cNvSpPr txBox="1"/>
          <p:nvPr>
            <p:ph type="title"/>
          </p:nvPr>
        </p:nvSpPr>
        <p:spPr>
          <a:xfrm>
            <a:off x="437489" y="431419"/>
            <a:ext cx="354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2.1. Continuous Probability Density</a:t>
            </a:r>
            <a:endParaRPr/>
          </a:p>
        </p:txBody>
      </p:sp>
      <p:sp>
        <p:nvSpPr>
          <p:cNvPr id="1819" name="Google Shape;1819;p85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20" name="Google Shape;1820;p85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21" name="Google Shape;1821;p85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22" name="Google Shape;1822;p85"/>
          <p:cNvSpPr/>
          <p:nvPr/>
        </p:nvSpPr>
        <p:spPr>
          <a:xfrm>
            <a:off x="1223772" y="1821167"/>
            <a:ext cx="5452109" cy="73077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823" name="Google Shape;1823;p85"/>
          <p:cNvGraphicFramePr/>
          <p:nvPr/>
        </p:nvGraphicFramePr>
        <p:xfrm>
          <a:off x="6383909" y="29905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{5CB56259-AA10-4C71-BC1D-53083881A770}</a:tableStyleId>
              </a:tblPr>
              <a:tblGrid>
                <a:gridCol w="1480175"/>
                <a:gridCol w="1480175"/>
              </a:tblGrid>
              <a:tr h="32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24" name="Google Shape;1824;p85"/>
          <p:cNvGrpSpPr/>
          <p:nvPr/>
        </p:nvGrpSpPr>
        <p:grpSpPr>
          <a:xfrm>
            <a:off x="6383909" y="2996894"/>
            <a:ext cx="2961005" cy="320675"/>
            <a:chOff x="6383909" y="2996894"/>
            <a:chExt cx="2961005" cy="320675"/>
          </a:xfrm>
        </p:grpSpPr>
        <p:sp>
          <p:nvSpPr>
            <p:cNvPr id="1825" name="Google Shape;1825;p85"/>
            <p:cNvSpPr/>
            <p:nvPr/>
          </p:nvSpPr>
          <p:spPr>
            <a:xfrm>
              <a:off x="6383909" y="2996894"/>
              <a:ext cx="2961005" cy="320675"/>
            </a:xfrm>
            <a:custGeom>
              <a:rect b="b" l="l" r="r" t="t"/>
              <a:pathLst>
                <a:path extrusionOk="0" h="320675" w="2961004">
                  <a:moveTo>
                    <a:pt x="2960878" y="0"/>
                  </a:moveTo>
                  <a:lnTo>
                    <a:pt x="1480439" y="0"/>
                  </a:lnTo>
                  <a:lnTo>
                    <a:pt x="0" y="0"/>
                  </a:lnTo>
                  <a:lnTo>
                    <a:pt x="0" y="320217"/>
                  </a:lnTo>
                  <a:lnTo>
                    <a:pt x="1480439" y="320217"/>
                  </a:lnTo>
                  <a:lnTo>
                    <a:pt x="2960878" y="320217"/>
                  </a:lnTo>
                  <a:lnTo>
                    <a:pt x="296087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85"/>
            <p:cNvSpPr/>
            <p:nvPr/>
          </p:nvSpPr>
          <p:spPr>
            <a:xfrm>
              <a:off x="7059930" y="3139312"/>
              <a:ext cx="81788" cy="8331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85"/>
            <p:cNvSpPr/>
            <p:nvPr/>
          </p:nvSpPr>
          <p:spPr>
            <a:xfrm>
              <a:off x="8319897" y="3102355"/>
              <a:ext cx="297433" cy="12166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85"/>
            <p:cNvSpPr/>
            <p:nvPr/>
          </p:nvSpPr>
          <p:spPr>
            <a:xfrm>
              <a:off x="8639175" y="3096767"/>
              <a:ext cx="202692" cy="16522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829" name="Google Shape;1829;p85"/>
          <p:cNvGrpSpPr/>
          <p:nvPr/>
        </p:nvGrpSpPr>
        <p:grpSpPr>
          <a:xfrm>
            <a:off x="7025893" y="3415538"/>
            <a:ext cx="195453" cy="125729"/>
            <a:chOff x="7025893" y="3415538"/>
            <a:chExt cx="195453" cy="125729"/>
          </a:xfrm>
        </p:grpSpPr>
        <p:sp>
          <p:nvSpPr>
            <p:cNvPr id="1830" name="Google Shape;1830;p85"/>
            <p:cNvSpPr/>
            <p:nvPr/>
          </p:nvSpPr>
          <p:spPr>
            <a:xfrm>
              <a:off x="7025893" y="3488376"/>
              <a:ext cx="33111" cy="9965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1" name="Google Shape;1831;p85"/>
            <p:cNvSpPr/>
            <p:nvPr/>
          </p:nvSpPr>
          <p:spPr>
            <a:xfrm>
              <a:off x="7076947" y="3415538"/>
              <a:ext cx="144399" cy="12572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32" name="Google Shape;1832;p85"/>
          <p:cNvSpPr/>
          <p:nvPr/>
        </p:nvSpPr>
        <p:spPr>
          <a:xfrm>
            <a:off x="8436991" y="3415538"/>
            <a:ext cx="341249" cy="12572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833" name="Google Shape;1833;p85"/>
          <p:cNvGrpSpPr/>
          <p:nvPr/>
        </p:nvGrpSpPr>
        <p:grpSpPr>
          <a:xfrm>
            <a:off x="7042657" y="3735704"/>
            <a:ext cx="161163" cy="125856"/>
            <a:chOff x="7042657" y="3735704"/>
            <a:chExt cx="161163" cy="125856"/>
          </a:xfrm>
        </p:grpSpPr>
        <p:sp>
          <p:nvSpPr>
            <p:cNvPr id="1834" name="Google Shape;1834;p85"/>
            <p:cNvSpPr/>
            <p:nvPr/>
          </p:nvSpPr>
          <p:spPr>
            <a:xfrm>
              <a:off x="7042657" y="3808543"/>
              <a:ext cx="33111" cy="9965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5" name="Google Shape;1835;p85"/>
            <p:cNvSpPr/>
            <p:nvPr/>
          </p:nvSpPr>
          <p:spPr>
            <a:xfrm>
              <a:off x="7093711" y="3735704"/>
              <a:ext cx="110109" cy="125856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36" name="Google Shape;1836;p85"/>
          <p:cNvSpPr/>
          <p:nvPr/>
        </p:nvSpPr>
        <p:spPr>
          <a:xfrm>
            <a:off x="8430894" y="3735704"/>
            <a:ext cx="348614" cy="125856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37" name="Google Shape;1837;p85"/>
          <p:cNvSpPr/>
          <p:nvPr/>
        </p:nvSpPr>
        <p:spPr>
          <a:xfrm>
            <a:off x="7088383" y="4068571"/>
            <a:ext cx="70932" cy="11290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38" name="Google Shape;1838;p85"/>
          <p:cNvSpPr/>
          <p:nvPr/>
        </p:nvSpPr>
        <p:spPr>
          <a:xfrm>
            <a:off x="8506466" y="4068571"/>
            <a:ext cx="189478" cy="11290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39" name="Google Shape;1839;p85"/>
          <p:cNvSpPr/>
          <p:nvPr/>
        </p:nvSpPr>
        <p:spPr>
          <a:xfrm>
            <a:off x="7069328" y="4376165"/>
            <a:ext cx="110108" cy="125856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40" name="Google Shape;1840;p85"/>
          <p:cNvSpPr/>
          <p:nvPr/>
        </p:nvSpPr>
        <p:spPr>
          <a:xfrm>
            <a:off x="8424798" y="4376165"/>
            <a:ext cx="358648" cy="125856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41" name="Google Shape;1841;p85"/>
          <p:cNvSpPr/>
          <p:nvPr/>
        </p:nvSpPr>
        <p:spPr>
          <a:xfrm>
            <a:off x="7052564" y="4696459"/>
            <a:ext cx="144271" cy="12572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42" name="Google Shape;1842;p85"/>
          <p:cNvSpPr/>
          <p:nvPr/>
        </p:nvSpPr>
        <p:spPr>
          <a:xfrm>
            <a:off x="8430894" y="4696459"/>
            <a:ext cx="347472" cy="12572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43" name="Google Shape;1843;p85"/>
          <p:cNvSpPr/>
          <p:nvPr/>
        </p:nvSpPr>
        <p:spPr>
          <a:xfrm>
            <a:off x="554736" y="1449324"/>
            <a:ext cx="3312414" cy="189737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844" name="Google Shape;1844;p85"/>
          <p:cNvGrpSpPr/>
          <p:nvPr/>
        </p:nvGrpSpPr>
        <p:grpSpPr>
          <a:xfrm>
            <a:off x="1222247" y="2985516"/>
            <a:ext cx="4919980" cy="1036319"/>
            <a:chOff x="1222247" y="2985516"/>
            <a:chExt cx="4919980" cy="1036319"/>
          </a:xfrm>
        </p:grpSpPr>
        <p:sp>
          <p:nvSpPr>
            <p:cNvPr id="1845" name="Google Shape;1845;p85"/>
            <p:cNvSpPr/>
            <p:nvPr/>
          </p:nvSpPr>
          <p:spPr>
            <a:xfrm>
              <a:off x="1222247" y="2985516"/>
              <a:ext cx="4919980" cy="1036319"/>
            </a:xfrm>
            <a:custGeom>
              <a:rect b="b" l="l" r="r" t="t"/>
              <a:pathLst>
                <a:path extrusionOk="0" h="1036320" w="4919980">
                  <a:moveTo>
                    <a:pt x="4919472" y="0"/>
                  </a:moveTo>
                  <a:lnTo>
                    <a:pt x="0" y="0"/>
                  </a:lnTo>
                  <a:lnTo>
                    <a:pt x="0" y="1036319"/>
                  </a:lnTo>
                  <a:lnTo>
                    <a:pt x="4919472" y="1036319"/>
                  </a:lnTo>
                  <a:lnTo>
                    <a:pt x="491947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85"/>
            <p:cNvSpPr/>
            <p:nvPr/>
          </p:nvSpPr>
          <p:spPr>
            <a:xfrm>
              <a:off x="1684528" y="3081654"/>
              <a:ext cx="3500754" cy="532130"/>
            </a:xfrm>
            <a:custGeom>
              <a:rect b="b" l="l" r="r" t="t"/>
              <a:pathLst>
                <a:path extrusionOk="0" h="532129" w="3500754">
                  <a:moveTo>
                    <a:pt x="62484" y="7620"/>
                  </a:moveTo>
                  <a:lnTo>
                    <a:pt x="59817" y="0"/>
                  </a:lnTo>
                  <a:lnTo>
                    <a:pt x="46240" y="4914"/>
                  </a:lnTo>
                  <a:lnTo>
                    <a:pt x="34315" y="12026"/>
                  </a:lnTo>
                  <a:lnTo>
                    <a:pt x="8674" y="46215"/>
                  </a:lnTo>
                  <a:lnTo>
                    <a:pt x="0" y="93980"/>
                  </a:lnTo>
                  <a:lnTo>
                    <a:pt x="952" y="111226"/>
                  </a:lnTo>
                  <a:lnTo>
                    <a:pt x="15367" y="154940"/>
                  </a:lnTo>
                  <a:lnTo>
                    <a:pt x="46164" y="182803"/>
                  </a:lnTo>
                  <a:lnTo>
                    <a:pt x="59817" y="187706"/>
                  </a:lnTo>
                  <a:lnTo>
                    <a:pt x="62230" y="180086"/>
                  </a:lnTo>
                  <a:lnTo>
                    <a:pt x="51523" y="175348"/>
                  </a:lnTo>
                  <a:lnTo>
                    <a:pt x="42303" y="168757"/>
                  </a:lnTo>
                  <a:lnTo>
                    <a:pt x="19900" y="124523"/>
                  </a:lnTo>
                  <a:lnTo>
                    <a:pt x="17145" y="92964"/>
                  </a:lnTo>
                  <a:lnTo>
                    <a:pt x="17830" y="76923"/>
                  </a:lnTo>
                  <a:lnTo>
                    <a:pt x="28194" y="37338"/>
                  </a:lnTo>
                  <a:lnTo>
                    <a:pt x="51689" y="12344"/>
                  </a:lnTo>
                  <a:lnTo>
                    <a:pt x="62484" y="7620"/>
                  </a:lnTo>
                  <a:close/>
                </a:path>
                <a:path extrusionOk="0" h="532129" w="3500754">
                  <a:moveTo>
                    <a:pt x="1159510" y="93980"/>
                  </a:moveTo>
                  <a:lnTo>
                    <a:pt x="1150772" y="46215"/>
                  </a:lnTo>
                  <a:lnTo>
                    <a:pt x="1125118" y="12026"/>
                  </a:lnTo>
                  <a:lnTo>
                    <a:pt x="1099566" y="0"/>
                  </a:lnTo>
                  <a:lnTo>
                    <a:pt x="1096899" y="7620"/>
                  </a:lnTo>
                  <a:lnTo>
                    <a:pt x="1107757" y="12344"/>
                  </a:lnTo>
                  <a:lnTo>
                    <a:pt x="1117104" y="18859"/>
                  </a:lnTo>
                  <a:lnTo>
                    <a:pt x="1139596" y="62293"/>
                  </a:lnTo>
                  <a:lnTo>
                    <a:pt x="1142365" y="92964"/>
                  </a:lnTo>
                  <a:lnTo>
                    <a:pt x="1141666" y="109524"/>
                  </a:lnTo>
                  <a:lnTo>
                    <a:pt x="1131189" y="149987"/>
                  </a:lnTo>
                  <a:lnTo>
                    <a:pt x="1097153" y="180086"/>
                  </a:lnTo>
                  <a:lnTo>
                    <a:pt x="1099566" y="187706"/>
                  </a:lnTo>
                  <a:lnTo>
                    <a:pt x="1135443" y="166420"/>
                  </a:lnTo>
                  <a:lnTo>
                    <a:pt x="1155611" y="127127"/>
                  </a:lnTo>
                  <a:lnTo>
                    <a:pt x="1158532" y="111226"/>
                  </a:lnTo>
                  <a:lnTo>
                    <a:pt x="1159510" y="93980"/>
                  </a:lnTo>
                  <a:close/>
                </a:path>
                <a:path extrusionOk="0" h="532129" w="3500754">
                  <a:moveTo>
                    <a:pt x="1917192" y="7620"/>
                  </a:moveTo>
                  <a:lnTo>
                    <a:pt x="1914525" y="0"/>
                  </a:lnTo>
                  <a:lnTo>
                    <a:pt x="1900948" y="4914"/>
                  </a:lnTo>
                  <a:lnTo>
                    <a:pt x="1889023" y="12026"/>
                  </a:lnTo>
                  <a:lnTo>
                    <a:pt x="1863382" y="46215"/>
                  </a:lnTo>
                  <a:lnTo>
                    <a:pt x="1854708" y="93980"/>
                  </a:lnTo>
                  <a:lnTo>
                    <a:pt x="1855660" y="111226"/>
                  </a:lnTo>
                  <a:lnTo>
                    <a:pt x="1870075" y="154940"/>
                  </a:lnTo>
                  <a:lnTo>
                    <a:pt x="1900872" y="182803"/>
                  </a:lnTo>
                  <a:lnTo>
                    <a:pt x="1914525" y="187706"/>
                  </a:lnTo>
                  <a:lnTo>
                    <a:pt x="1916938" y="180086"/>
                  </a:lnTo>
                  <a:lnTo>
                    <a:pt x="1906231" y="175348"/>
                  </a:lnTo>
                  <a:lnTo>
                    <a:pt x="1897011" y="168757"/>
                  </a:lnTo>
                  <a:lnTo>
                    <a:pt x="1874608" y="124523"/>
                  </a:lnTo>
                  <a:lnTo>
                    <a:pt x="1871853" y="92964"/>
                  </a:lnTo>
                  <a:lnTo>
                    <a:pt x="1872538" y="76923"/>
                  </a:lnTo>
                  <a:lnTo>
                    <a:pt x="1882902" y="37338"/>
                  </a:lnTo>
                  <a:lnTo>
                    <a:pt x="1906397" y="12344"/>
                  </a:lnTo>
                  <a:lnTo>
                    <a:pt x="1917192" y="7620"/>
                  </a:lnTo>
                  <a:close/>
                </a:path>
                <a:path extrusionOk="0" h="532129" w="3500754">
                  <a:moveTo>
                    <a:pt x="1940052" y="352044"/>
                  </a:moveTo>
                  <a:lnTo>
                    <a:pt x="1937385" y="344424"/>
                  </a:lnTo>
                  <a:lnTo>
                    <a:pt x="1923808" y="349338"/>
                  </a:lnTo>
                  <a:lnTo>
                    <a:pt x="1911883" y="356450"/>
                  </a:lnTo>
                  <a:lnTo>
                    <a:pt x="1886242" y="390639"/>
                  </a:lnTo>
                  <a:lnTo>
                    <a:pt x="1877568" y="438404"/>
                  </a:lnTo>
                  <a:lnTo>
                    <a:pt x="1878520" y="455650"/>
                  </a:lnTo>
                  <a:lnTo>
                    <a:pt x="1892935" y="499376"/>
                  </a:lnTo>
                  <a:lnTo>
                    <a:pt x="1923732" y="527227"/>
                  </a:lnTo>
                  <a:lnTo>
                    <a:pt x="1937385" y="532130"/>
                  </a:lnTo>
                  <a:lnTo>
                    <a:pt x="1939798" y="524510"/>
                  </a:lnTo>
                  <a:lnTo>
                    <a:pt x="1929091" y="519772"/>
                  </a:lnTo>
                  <a:lnTo>
                    <a:pt x="1919871" y="513181"/>
                  </a:lnTo>
                  <a:lnTo>
                    <a:pt x="1897468" y="468947"/>
                  </a:lnTo>
                  <a:lnTo>
                    <a:pt x="1894713" y="437388"/>
                  </a:lnTo>
                  <a:lnTo>
                    <a:pt x="1895398" y="421347"/>
                  </a:lnTo>
                  <a:lnTo>
                    <a:pt x="1905762" y="381762"/>
                  </a:lnTo>
                  <a:lnTo>
                    <a:pt x="1929257" y="356768"/>
                  </a:lnTo>
                  <a:lnTo>
                    <a:pt x="1940052" y="352044"/>
                  </a:lnTo>
                  <a:close/>
                </a:path>
                <a:path extrusionOk="0" h="532129" w="3500754">
                  <a:moveTo>
                    <a:pt x="2174494" y="93980"/>
                  </a:moveTo>
                  <a:lnTo>
                    <a:pt x="2165756" y="46215"/>
                  </a:lnTo>
                  <a:lnTo>
                    <a:pt x="2140102" y="12026"/>
                  </a:lnTo>
                  <a:lnTo>
                    <a:pt x="2114550" y="0"/>
                  </a:lnTo>
                  <a:lnTo>
                    <a:pt x="2111883" y="7620"/>
                  </a:lnTo>
                  <a:lnTo>
                    <a:pt x="2122741" y="12344"/>
                  </a:lnTo>
                  <a:lnTo>
                    <a:pt x="2132088" y="18859"/>
                  </a:lnTo>
                  <a:lnTo>
                    <a:pt x="2154580" y="62293"/>
                  </a:lnTo>
                  <a:lnTo>
                    <a:pt x="2157349" y="92964"/>
                  </a:lnTo>
                  <a:lnTo>
                    <a:pt x="2156650" y="109524"/>
                  </a:lnTo>
                  <a:lnTo>
                    <a:pt x="2146173" y="149987"/>
                  </a:lnTo>
                  <a:lnTo>
                    <a:pt x="2112137" y="180086"/>
                  </a:lnTo>
                  <a:lnTo>
                    <a:pt x="2114550" y="187706"/>
                  </a:lnTo>
                  <a:lnTo>
                    <a:pt x="2150427" y="166420"/>
                  </a:lnTo>
                  <a:lnTo>
                    <a:pt x="2170595" y="127127"/>
                  </a:lnTo>
                  <a:lnTo>
                    <a:pt x="2173516" y="111226"/>
                  </a:lnTo>
                  <a:lnTo>
                    <a:pt x="2174494" y="93980"/>
                  </a:lnTo>
                  <a:close/>
                </a:path>
                <a:path extrusionOk="0" h="532129" w="3500754">
                  <a:moveTo>
                    <a:pt x="2276602" y="438404"/>
                  </a:moveTo>
                  <a:lnTo>
                    <a:pt x="2267864" y="390639"/>
                  </a:lnTo>
                  <a:lnTo>
                    <a:pt x="2242210" y="356450"/>
                  </a:lnTo>
                  <a:lnTo>
                    <a:pt x="2216658" y="344424"/>
                  </a:lnTo>
                  <a:lnTo>
                    <a:pt x="2213991" y="352044"/>
                  </a:lnTo>
                  <a:lnTo>
                    <a:pt x="2224849" y="356768"/>
                  </a:lnTo>
                  <a:lnTo>
                    <a:pt x="2234196" y="363283"/>
                  </a:lnTo>
                  <a:lnTo>
                    <a:pt x="2256688" y="406717"/>
                  </a:lnTo>
                  <a:lnTo>
                    <a:pt x="2259457" y="437388"/>
                  </a:lnTo>
                  <a:lnTo>
                    <a:pt x="2258758" y="453948"/>
                  </a:lnTo>
                  <a:lnTo>
                    <a:pt x="2248281" y="494411"/>
                  </a:lnTo>
                  <a:lnTo>
                    <a:pt x="2214245" y="524510"/>
                  </a:lnTo>
                  <a:lnTo>
                    <a:pt x="2216658" y="532130"/>
                  </a:lnTo>
                  <a:lnTo>
                    <a:pt x="2252535" y="510844"/>
                  </a:lnTo>
                  <a:lnTo>
                    <a:pt x="2272703" y="471563"/>
                  </a:lnTo>
                  <a:lnTo>
                    <a:pt x="2275624" y="455650"/>
                  </a:lnTo>
                  <a:lnTo>
                    <a:pt x="2276602" y="438404"/>
                  </a:lnTo>
                  <a:close/>
                </a:path>
                <a:path extrusionOk="0" h="532129" w="3500754">
                  <a:moveTo>
                    <a:pt x="2909316" y="7620"/>
                  </a:moveTo>
                  <a:lnTo>
                    <a:pt x="2906649" y="0"/>
                  </a:lnTo>
                  <a:lnTo>
                    <a:pt x="2893072" y="4914"/>
                  </a:lnTo>
                  <a:lnTo>
                    <a:pt x="2881147" y="12026"/>
                  </a:lnTo>
                  <a:lnTo>
                    <a:pt x="2855506" y="46215"/>
                  </a:lnTo>
                  <a:lnTo>
                    <a:pt x="2846832" y="93980"/>
                  </a:lnTo>
                  <a:lnTo>
                    <a:pt x="2847784" y="111226"/>
                  </a:lnTo>
                  <a:lnTo>
                    <a:pt x="2862199" y="154940"/>
                  </a:lnTo>
                  <a:lnTo>
                    <a:pt x="2892996" y="182803"/>
                  </a:lnTo>
                  <a:lnTo>
                    <a:pt x="2906649" y="187706"/>
                  </a:lnTo>
                  <a:lnTo>
                    <a:pt x="2909062" y="180086"/>
                  </a:lnTo>
                  <a:lnTo>
                    <a:pt x="2898356" y="175348"/>
                  </a:lnTo>
                  <a:lnTo>
                    <a:pt x="2889135" y="168757"/>
                  </a:lnTo>
                  <a:lnTo>
                    <a:pt x="2866733" y="124523"/>
                  </a:lnTo>
                  <a:lnTo>
                    <a:pt x="2863977" y="92964"/>
                  </a:lnTo>
                  <a:lnTo>
                    <a:pt x="2864662" y="76923"/>
                  </a:lnTo>
                  <a:lnTo>
                    <a:pt x="2875026" y="37338"/>
                  </a:lnTo>
                  <a:lnTo>
                    <a:pt x="2898521" y="12344"/>
                  </a:lnTo>
                  <a:lnTo>
                    <a:pt x="2909316" y="7620"/>
                  </a:lnTo>
                  <a:close/>
                </a:path>
                <a:path extrusionOk="0" h="532129" w="3500754">
                  <a:moveTo>
                    <a:pt x="3011424" y="352044"/>
                  </a:moveTo>
                  <a:lnTo>
                    <a:pt x="3008757" y="344424"/>
                  </a:lnTo>
                  <a:lnTo>
                    <a:pt x="2995180" y="349338"/>
                  </a:lnTo>
                  <a:lnTo>
                    <a:pt x="2983255" y="356450"/>
                  </a:lnTo>
                  <a:lnTo>
                    <a:pt x="2957614" y="390639"/>
                  </a:lnTo>
                  <a:lnTo>
                    <a:pt x="2948940" y="438404"/>
                  </a:lnTo>
                  <a:lnTo>
                    <a:pt x="2949892" y="455650"/>
                  </a:lnTo>
                  <a:lnTo>
                    <a:pt x="2964307" y="499376"/>
                  </a:lnTo>
                  <a:lnTo>
                    <a:pt x="2995104" y="527227"/>
                  </a:lnTo>
                  <a:lnTo>
                    <a:pt x="3008757" y="532130"/>
                  </a:lnTo>
                  <a:lnTo>
                    <a:pt x="3011170" y="524510"/>
                  </a:lnTo>
                  <a:lnTo>
                    <a:pt x="3000464" y="519772"/>
                  </a:lnTo>
                  <a:lnTo>
                    <a:pt x="2991243" y="513181"/>
                  </a:lnTo>
                  <a:lnTo>
                    <a:pt x="2968841" y="468947"/>
                  </a:lnTo>
                  <a:lnTo>
                    <a:pt x="2966085" y="437388"/>
                  </a:lnTo>
                  <a:lnTo>
                    <a:pt x="2966770" y="421347"/>
                  </a:lnTo>
                  <a:lnTo>
                    <a:pt x="2977134" y="381762"/>
                  </a:lnTo>
                  <a:lnTo>
                    <a:pt x="3000629" y="356768"/>
                  </a:lnTo>
                  <a:lnTo>
                    <a:pt x="3011424" y="352044"/>
                  </a:lnTo>
                  <a:close/>
                </a:path>
                <a:path extrusionOk="0" h="532129" w="3500754">
                  <a:moveTo>
                    <a:pt x="3163570" y="93980"/>
                  </a:moveTo>
                  <a:lnTo>
                    <a:pt x="3154832" y="46215"/>
                  </a:lnTo>
                  <a:lnTo>
                    <a:pt x="3129178" y="12026"/>
                  </a:lnTo>
                  <a:lnTo>
                    <a:pt x="3103626" y="0"/>
                  </a:lnTo>
                  <a:lnTo>
                    <a:pt x="3100959" y="7620"/>
                  </a:lnTo>
                  <a:lnTo>
                    <a:pt x="3111817" y="12344"/>
                  </a:lnTo>
                  <a:lnTo>
                    <a:pt x="3121164" y="18859"/>
                  </a:lnTo>
                  <a:lnTo>
                    <a:pt x="3143656" y="62293"/>
                  </a:lnTo>
                  <a:lnTo>
                    <a:pt x="3146425" y="92964"/>
                  </a:lnTo>
                  <a:lnTo>
                    <a:pt x="3145726" y="109524"/>
                  </a:lnTo>
                  <a:lnTo>
                    <a:pt x="3135249" y="149987"/>
                  </a:lnTo>
                  <a:lnTo>
                    <a:pt x="3101213" y="180086"/>
                  </a:lnTo>
                  <a:lnTo>
                    <a:pt x="3103626" y="187706"/>
                  </a:lnTo>
                  <a:lnTo>
                    <a:pt x="3139503" y="166420"/>
                  </a:lnTo>
                  <a:lnTo>
                    <a:pt x="3159671" y="127127"/>
                  </a:lnTo>
                  <a:lnTo>
                    <a:pt x="3162592" y="111226"/>
                  </a:lnTo>
                  <a:lnTo>
                    <a:pt x="3163570" y="93980"/>
                  </a:lnTo>
                  <a:close/>
                </a:path>
                <a:path extrusionOk="0" h="532129" w="3500754">
                  <a:moveTo>
                    <a:pt x="3500374" y="438404"/>
                  </a:moveTo>
                  <a:lnTo>
                    <a:pt x="3491636" y="390639"/>
                  </a:lnTo>
                  <a:lnTo>
                    <a:pt x="3465982" y="356450"/>
                  </a:lnTo>
                  <a:lnTo>
                    <a:pt x="3440430" y="344424"/>
                  </a:lnTo>
                  <a:lnTo>
                    <a:pt x="3437763" y="352044"/>
                  </a:lnTo>
                  <a:lnTo>
                    <a:pt x="3448621" y="356768"/>
                  </a:lnTo>
                  <a:lnTo>
                    <a:pt x="3457968" y="363283"/>
                  </a:lnTo>
                  <a:lnTo>
                    <a:pt x="3480460" y="406717"/>
                  </a:lnTo>
                  <a:lnTo>
                    <a:pt x="3483229" y="437388"/>
                  </a:lnTo>
                  <a:lnTo>
                    <a:pt x="3482530" y="453948"/>
                  </a:lnTo>
                  <a:lnTo>
                    <a:pt x="3472053" y="494411"/>
                  </a:lnTo>
                  <a:lnTo>
                    <a:pt x="3438017" y="524510"/>
                  </a:lnTo>
                  <a:lnTo>
                    <a:pt x="3440430" y="532130"/>
                  </a:lnTo>
                  <a:lnTo>
                    <a:pt x="3476307" y="510844"/>
                  </a:lnTo>
                  <a:lnTo>
                    <a:pt x="3496475" y="471563"/>
                  </a:lnTo>
                  <a:lnTo>
                    <a:pt x="3499396" y="455650"/>
                  </a:lnTo>
                  <a:lnTo>
                    <a:pt x="3500374" y="43840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47" name="Google Shape;1847;p85"/>
          <p:cNvSpPr txBox="1"/>
          <p:nvPr/>
        </p:nvSpPr>
        <p:spPr>
          <a:xfrm>
            <a:off x="1222247" y="2985516"/>
            <a:ext cx="4919980" cy="1036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0" lvl="0" marL="1765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2)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 𝑧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≤ 𝑍 ≤ 𝑧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𝐶𝐷𝐹 𝑧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𝐶𝐷𝐹 𝑧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  <a:p>
            <a:pPr indent="0" lvl="0" marL="1718945" marR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𝐶𝐷𝐹 0.2	− 𝐶𝐷𝐹 −0.1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718945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600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0.5793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</a:t>
            </a:r>
            <a:r>
              <a:rPr lang="en-US" sz="1600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0.4602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600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0.1191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86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53" name="Google Shape;1853;p8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54" name="Google Shape;1854;p8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55" name="Google Shape;1855;p86"/>
          <p:cNvSpPr txBox="1"/>
          <p:nvPr/>
        </p:nvSpPr>
        <p:spPr>
          <a:xfrm>
            <a:off x="437489" y="431419"/>
            <a:ext cx="354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56" name="Google Shape;1856;p8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57" name="Google Shape;1857;p86"/>
          <p:cNvSpPr/>
          <p:nvPr/>
        </p:nvSpPr>
        <p:spPr>
          <a:xfrm>
            <a:off x="676655" y="1804416"/>
            <a:ext cx="4874514" cy="244068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58" name="Google Shape;1858;p86"/>
          <p:cNvSpPr/>
          <p:nvPr/>
        </p:nvSpPr>
        <p:spPr>
          <a:xfrm>
            <a:off x="554736" y="1449324"/>
            <a:ext cx="2989326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87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64" name="Google Shape;1864;p8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65" name="Google Shape;1865;p8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66" name="Google Shape;1866;p87"/>
          <p:cNvSpPr txBox="1"/>
          <p:nvPr/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67" name="Google Shape;1867;p87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868" name="Google Shape;1868;p87"/>
          <p:cNvGrpSpPr/>
          <p:nvPr/>
        </p:nvGrpSpPr>
        <p:grpSpPr>
          <a:xfrm>
            <a:off x="2543555" y="1880616"/>
            <a:ext cx="5212080" cy="3299460"/>
            <a:chOff x="2543555" y="1880616"/>
            <a:chExt cx="5212080" cy="3299460"/>
          </a:xfrm>
        </p:grpSpPr>
        <p:sp>
          <p:nvSpPr>
            <p:cNvPr id="1869" name="Google Shape;1869;p87"/>
            <p:cNvSpPr/>
            <p:nvPr/>
          </p:nvSpPr>
          <p:spPr>
            <a:xfrm>
              <a:off x="2543555" y="1880616"/>
              <a:ext cx="5212080" cy="3299460"/>
            </a:xfrm>
            <a:custGeom>
              <a:rect b="b" l="l" r="r" t="t"/>
              <a:pathLst>
                <a:path extrusionOk="0" h="3299460" w="5212080">
                  <a:moveTo>
                    <a:pt x="5212080" y="0"/>
                  </a:moveTo>
                  <a:lnTo>
                    <a:pt x="0" y="0"/>
                  </a:lnTo>
                  <a:lnTo>
                    <a:pt x="0" y="3299460"/>
                  </a:lnTo>
                  <a:lnTo>
                    <a:pt x="5212080" y="3299460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0" name="Google Shape;1870;p87"/>
            <p:cNvSpPr/>
            <p:nvPr/>
          </p:nvSpPr>
          <p:spPr>
            <a:xfrm>
              <a:off x="3486911" y="2959608"/>
              <a:ext cx="418338" cy="13335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1" name="Google Shape;1871;p87"/>
            <p:cNvSpPr/>
            <p:nvPr/>
          </p:nvSpPr>
          <p:spPr>
            <a:xfrm>
              <a:off x="3253740" y="2223515"/>
              <a:ext cx="4143375" cy="2397125"/>
            </a:xfrm>
            <a:custGeom>
              <a:rect b="b" l="l" r="r" t="t"/>
              <a:pathLst>
                <a:path extrusionOk="0" h="2397125" w="4143375">
                  <a:moveTo>
                    <a:pt x="4142867" y="2325624"/>
                  </a:moveTo>
                  <a:lnTo>
                    <a:pt x="4130167" y="2319274"/>
                  </a:lnTo>
                  <a:lnTo>
                    <a:pt x="4015867" y="2262124"/>
                  </a:lnTo>
                  <a:lnTo>
                    <a:pt x="4061587" y="2319274"/>
                  </a:lnTo>
                  <a:lnTo>
                    <a:pt x="76454" y="2319274"/>
                  </a:lnTo>
                  <a:lnTo>
                    <a:pt x="76454" y="81280"/>
                  </a:lnTo>
                  <a:lnTo>
                    <a:pt x="133604" y="127000"/>
                  </a:lnTo>
                  <a:lnTo>
                    <a:pt x="108204" y="76200"/>
                  </a:lnTo>
                  <a:lnTo>
                    <a:pt x="70104" y="0"/>
                  </a:lnTo>
                  <a:lnTo>
                    <a:pt x="6604" y="127000"/>
                  </a:lnTo>
                  <a:lnTo>
                    <a:pt x="63741" y="81280"/>
                  </a:lnTo>
                  <a:lnTo>
                    <a:pt x="63754" y="76200"/>
                  </a:lnTo>
                  <a:lnTo>
                    <a:pt x="63754" y="81280"/>
                  </a:lnTo>
                  <a:lnTo>
                    <a:pt x="63754" y="2319274"/>
                  </a:lnTo>
                  <a:lnTo>
                    <a:pt x="0" y="2319274"/>
                  </a:lnTo>
                  <a:lnTo>
                    <a:pt x="0" y="2331974"/>
                  </a:lnTo>
                  <a:lnTo>
                    <a:pt x="63754" y="2331974"/>
                  </a:lnTo>
                  <a:lnTo>
                    <a:pt x="63754" y="2397125"/>
                  </a:lnTo>
                  <a:lnTo>
                    <a:pt x="76454" y="2397125"/>
                  </a:lnTo>
                  <a:lnTo>
                    <a:pt x="76454" y="2331974"/>
                  </a:lnTo>
                  <a:lnTo>
                    <a:pt x="4061587" y="2331974"/>
                  </a:lnTo>
                  <a:lnTo>
                    <a:pt x="4015867" y="2389124"/>
                  </a:lnTo>
                  <a:lnTo>
                    <a:pt x="4130167" y="2331974"/>
                  </a:lnTo>
                  <a:lnTo>
                    <a:pt x="4142867" y="23256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2" name="Google Shape;1872;p87"/>
            <p:cNvSpPr/>
            <p:nvPr/>
          </p:nvSpPr>
          <p:spPr>
            <a:xfrm>
              <a:off x="3379469" y="2199894"/>
              <a:ext cx="3776979" cy="2345690"/>
            </a:xfrm>
            <a:custGeom>
              <a:rect b="b" l="l" r="r" t="t"/>
              <a:pathLst>
                <a:path extrusionOk="0" h="2345690" w="3776979">
                  <a:moveTo>
                    <a:pt x="3776472" y="2344038"/>
                  </a:moveTo>
                  <a:lnTo>
                    <a:pt x="3659315" y="2344672"/>
                  </a:lnTo>
                  <a:lnTo>
                    <a:pt x="3544961" y="2345111"/>
                  </a:lnTo>
                  <a:lnTo>
                    <a:pt x="3433372" y="2345359"/>
                  </a:lnTo>
                  <a:lnTo>
                    <a:pt x="3324510" y="2345416"/>
                  </a:lnTo>
                  <a:lnTo>
                    <a:pt x="3218337" y="2345282"/>
                  </a:lnTo>
                  <a:lnTo>
                    <a:pt x="3114815" y="2344961"/>
                  </a:lnTo>
                  <a:lnTo>
                    <a:pt x="3013906" y="2344452"/>
                  </a:lnTo>
                  <a:lnTo>
                    <a:pt x="2915572" y="2343757"/>
                  </a:lnTo>
                  <a:lnTo>
                    <a:pt x="2819775" y="2342877"/>
                  </a:lnTo>
                  <a:lnTo>
                    <a:pt x="2726478" y="2341813"/>
                  </a:lnTo>
                  <a:lnTo>
                    <a:pt x="2635642" y="2340567"/>
                  </a:lnTo>
                  <a:lnTo>
                    <a:pt x="2547229" y="2339140"/>
                  </a:lnTo>
                  <a:lnTo>
                    <a:pt x="2461202" y="2337533"/>
                  </a:lnTo>
                  <a:lnTo>
                    <a:pt x="2377523" y="2335747"/>
                  </a:lnTo>
                  <a:lnTo>
                    <a:pt x="2296153" y="2333784"/>
                  </a:lnTo>
                  <a:lnTo>
                    <a:pt x="2217055" y="2331644"/>
                  </a:lnTo>
                  <a:lnTo>
                    <a:pt x="2140191" y="2329329"/>
                  </a:lnTo>
                  <a:lnTo>
                    <a:pt x="2065524" y="2326840"/>
                  </a:lnTo>
                  <a:lnTo>
                    <a:pt x="1993014" y="2324178"/>
                  </a:lnTo>
                  <a:lnTo>
                    <a:pt x="1922624" y="2321345"/>
                  </a:lnTo>
                  <a:lnTo>
                    <a:pt x="1854316" y="2318342"/>
                  </a:lnTo>
                  <a:lnTo>
                    <a:pt x="1788053" y="2315170"/>
                  </a:lnTo>
                  <a:lnTo>
                    <a:pt x="1723796" y="2311830"/>
                  </a:lnTo>
                  <a:lnTo>
                    <a:pt x="1661508" y="2308323"/>
                  </a:lnTo>
                  <a:lnTo>
                    <a:pt x="1601150" y="2304651"/>
                  </a:lnTo>
                  <a:lnTo>
                    <a:pt x="1542684" y="2300815"/>
                  </a:lnTo>
                  <a:lnTo>
                    <a:pt x="1486074" y="2296816"/>
                  </a:lnTo>
                  <a:lnTo>
                    <a:pt x="1431280" y="2292655"/>
                  </a:lnTo>
                  <a:lnTo>
                    <a:pt x="1378265" y="2288334"/>
                  </a:lnTo>
                  <a:lnTo>
                    <a:pt x="1326991" y="2283854"/>
                  </a:lnTo>
                  <a:lnTo>
                    <a:pt x="1277420" y="2279215"/>
                  </a:lnTo>
                  <a:lnTo>
                    <a:pt x="1229514" y="2274420"/>
                  </a:lnTo>
                  <a:lnTo>
                    <a:pt x="1183235" y="2269468"/>
                  </a:lnTo>
                  <a:lnTo>
                    <a:pt x="1138545" y="2264363"/>
                  </a:lnTo>
                  <a:lnTo>
                    <a:pt x="1095407" y="2259104"/>
                  </a:lnTo>
                  <a:lnTo>
                    <a:pt x="1053782" y="2253694"/>
                  </a:lnTo>
                  <a:lnTo>
                    <a:pt x="1013633" y="2248133"/>
                  </a:lnTo>
                  <a:lnTo>
                    <a:pt x="974921" y="2242422"/>
                  </a:lnTo>
                  <a:lnTo>
                    <a:pt x="901658" y="2230556"/>
                  </a:lnTo>
                  <a:lnTo>
                    <a:pt x="833691" y="2218108"/>
                  </a:lnTo>
                  <a:lnTo>
                    <a:pt x="770716" y="2205085"/>
                  </a:lnTo>
                  <a:lnTo>
                    <a:pt x="712429" y="2191499"/>
                  </a:lnTo>
                  <a:lnTo>
                    <a:pt x="658527" y="2177358"/>
                  </a:lnTo>
                  <a:lnTo>
                    <a:pt x="608708" y="2162673"/>
                  </a:lnTo>
                  <a:lnTo>
                    <a:pt x="562666" y="2147453"/>
                  </a:lnTo>
                  <a:lnTo>
                    <a:pt x="520100" y="2131708"/>
                  </a:lnTo>
                  <a:lnTo>
                    <a:pt x="480706" y="2115448"/>
                  </a:lnTo>
                  <a:lnTo>
                    <a:pt x="444180" y="2098683"/>
                  </a:lnTo>
                  <a:lnTo>
                    <a:pt x="394106" y="2072609"/>
                  </a:lnTo>
                  <a:lnTo>
                    <a:pt x="348779" y="2045452"/>
                  </a:lnTo>
                  <a:lnTo>
                    <a:pt x="307176" y="2017245"/>
                  </a:lnTo>
                  <a:lnTo>
                    <a:pt x="268273" y="1988022"/>
                  </a:lnTo>
                  <a:lnTo>
                    <a:pt x="222841" y="1949522"/>
                  </a:lnTo>
                  <a:lnTo>
                    <a:pt x="185661" y="1906122"/>
                  </a:lnTo>
                  <a:lnTo>
                    <a:pt x="153267" y="1854500"/>
                  </a:lnTo>
                  <a:lnTo>
                    <a:pt x="125321" y="1795130"/>
                  </a:lnTo>
                  <a:lnTo>
                    <a:pt x="101484" y="1728485"/>
                  </a:lnTo>
                  <a:lnTo>
                    <a:pt x="81418" y="1655039"/>
                  </a:lnTo>
                  <a:lnTo>
                    <a:pt x="72693" y="1615913"/>
                  </a:lnTo>
                  <a:lnTo>
                    <a:pt x="64784" y="1575265"/>
                  </a:lnTo>
                  <a:lnTo>
                    <a:pt x="57648" y="1533153"/>
                  </a:lnTo>
                  <a:lnTo>
                    <a:pt x="51243" y="1489636"/>
                  </a:lnTo>
                  <a:lnTo>
                    <a:pt x="45527" y="1444774"/>
                  </a:lnTo>
                  <a:lnTo>
                    <a:pt x="40458" y="1398626"/>
                  </a:lnTo>
                  <a:lnTo>
                    <a:pt x="35992" y="1351251"/>
                  </a:lnTo>
                  <a:lnTo>
                    <a:pt x="32088" y="1302709"/>
                  </a:lnTo>
                  <a:lnTo>
                    <a:pt x="28704" y="1253057"/>
                  </a:lnTo>
                  <a:lnTo>
                    <a:pt x="25796" y="1202356"/>
                  </a:lnTo>
                  <a:lnTo>
                    <a:pt x="23324" y="1150665"/>
                  </a:lnTo>
                  <a:lnTo>
                    <a:pt x="21244" y="1098043"/>
                  </a:lnTo>
                  <a:lnTo>
                    <a:pt x="19514" y="1044548"/>
                  </a:lnTo>
                  <a:lnTo>
                    <a:pt x="18092" y="990241"/>
                  </a:lnTo>
                  <a:lnTo>
                    <a:pt x="16935" y="935180"/>
                  </a:lnTo>
                  <a:lnTo>
                    <a:pt x="16002" y="879425"/>
                  </a:lnTo>
                  <a:lnTo>
                    <a:pt x="15249" y="823035"/>
                  </a:lnTo>
                  <a:lnTo>
                    <a:pt x="14635" y="766068"/>
                  </a:lnTo>
                  <a:lnTo>
                    <a:pt x="14117" y="708585"/>
                  </a:lnTo>
                  <a:lnTo>
                    <a:pt x="13653" y="650643"/>
                  </a:lnTo>
                  <a:lnTo>
                    <a:pt x="13200" y="592304"/>
                  </a:lnTo>
                  <a:lnTo>
                    <a:pt x="12717" y="533624"/>
                  </a:lnTo>
                  <a:lnTo>
                    <a:pt x="12161" y="474665"/>
                  </a:lnTo>
                  <a:lnTo>
                    <a:pt x="11489" y="415484"/>
                  </a:lnTo>
                  <a:lnTo>
                    <a:pt x="10659" y="356142"/>
                  </a:lnTo>
                  <a:lnTo>
                    <a:pt x="9630" y="296696"/>
                  </a:lnTo>
                  <a:lnTo>
                    <a:pt x="8358" y="237207"/>
                  </a:lnTo>
                  <a:lnTo>
                    <a:pt x="6801" y="177734"/>
                  </a:lnTo>
                  <a:lnTo>
                    <a:pt x="4917" y="118336"/>
                  </a:lnTo>
                  <a:lnTo>
                    <a:pt x="2664" y="59071"/>
                  </a:lnTo>
                  <a:lnTo>
                    <a:pt x="0" y="0"/>
                  </a:lnTo>
                </a:path>
              </a:pathLst>
            </a:custGeom>
            <a:noFill/>
            <a:ln cap="flat" cmpd="sng" w="19800">
              <a:solidFill>
                <a:srgbClr val="FF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3" name="Google Shape;1873;p87"/>
            <p:cNvSpPr/>
            <p:nvPr/>
          </p:nvSpPr>
          <p:spPr>
            <a:xfrm>
              <a:off x="3253739" y="3535680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4" name="Google Shape;1874;p87"/>
            <p:cNvSpPr/>
            <p:nvPr/>
          </p:nvSpPr>
          <p:spPr>
            <a:xfrm>
              <a:off x="3163823" y="3476244"/>
              <a:ext cx="23622" cy="13334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5" name="Google Shape;1875;p87"/>
            <p:cNvSpPr/>
            <p:nvPr/>
          </p:nvSpPr>
          <p:spPr>
            <a:xfrm>
              <a:off x="3253739" y="2523744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6" name="Google Shape;1876;p87"/>
            <p:cNvSpPr/>
            <p:nvPr/>
          </p:nvSpPr>
          <p:spPr>
            <a:xfrm>
              <a:off x="3133343" y="2461260"/>
              <a:ext cx="55625" cy="13182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7" name="Google Shape;1877;p87"/>
            <p:cNvSpPr/>
            <p:nvPr/>
          </p:nvSpPr>
          <p:spPr>
            <a:xfrm>
              <a:off x="3253739" y="3029712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8" name="Google Shape;1878;p87"/>
            <p:cNvSpPr/>
            <p:nvPr/>
          </p:nvSpPr>
          <p:spPr>
            <a:xfrm>
              <a:off x="3067811" y="2965704"/>
              <a:ext cx="116586" cy="131825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9" name="Google Shape;1879;p87"/>
            <p:cNvSpPr/>
            <p:nvPr/>
          </p:nvSpPr>
          <p:spPr>
            <a:xfrm>
              <a:off x="3253739" y="4043172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0" name="Google Shape;1880;p87"/>
            <p:cNvSpPr/>
            <p:nvPr/>
          </p:nvSpPr>
          <p:spPr>
            <a:xfrm>
              <a:off x="3032759" y="3980688"/>
              <a:ext cx="151637" cy="131825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1" name="Google Shape;1881;p87"/>
            <p:cNvSpPr/>
            <p:nvPr/>
          </p:nvSpPr>
          <p:spPr>
            <a:xfrm>
              <a:off x="3128772" y="4486655"/>
              <a:ext cx="57150" cy="13335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2" name="Google Shape;1882;p87"/>
            <p:cNvSpPr/>
            <p:nvPr/>
          </p:nvSpPr>
          <p:spPr>
            <a:xfrm>
              <a:off x="4283963" y="4549139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8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3" name="Google Shape;1883;p87"/>
            <p:cNvSpPr/>
            <p:nvPr/>
          </p:nvSpPr>
          <p:spPr>
            <a:xfrm>
              <a:off x="4255007" y="4695444"/>
              <a:ext cx="57150" cy="131825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4" name="Google Shape;1884;p87"/>
            <p:cNvSpPr/>
            <p:nvPr/>
          </p:nvSpPr>
          <p:spPr>
            <a:xfrm>
              <a:off x="5244083" y="4549139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8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5" name="Google Shape;1885;p87"/>
            <p:cNvSpPr/>
            <p:nvPr/>
          </p:nvSpPr>
          <p:spPr>
            <a:xfrm>
              <a:off x="5212079" y="4695444"/>
              <a:ext cx="63246" cy="131825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6" name="Google Shape;1886;p87"/>
            <p:cNvSpPr/>
            <p:nvPr/>
          </p:nvSpPr>
          <p:spPr>
            <a:xfrm>
              <a:off x="6204203" y="4549139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8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7" name="Google Shape;1887;p87"/>
            <p:cNvSpPr/>
            <p:nvPr/>
          </p:nvSpPr>
          <p:spPr>
            <a:xfrm>
              <a:off x="6170676" y="4695444"/>
              <a:ext cx="57150" cy="131825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8" name="Google Shape;1888;p87"/>
            <p:cNvSpPr/>
            <p:nvPr/>
          </p:nvSpPr>
          <p:spPr>
            <a:xfrm>
              <a:off x="7164323" y="4549139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8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9" name="Google Shape;1889;p87"/>
            <p:cNvSpPr/>
            <p:nvPr/>
          </p:nvSpPr>
          <p:spPr>
            <a:xfrm>
              <a:off x="7139940" y="4695444"/>
              <a:ext cx="57150" cy="131825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0" name="Google Shape;1890;p87"/>
            <p:cNvSpPr/>
            <p:nvPr/>
          </p:nvSpPr>
          <p:spPr>
            <a:xfrm>
              <a:off x="3293363" y="4695444"/>
              <a:ext cx="57150" cy="131825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1" name="Google Shape;1891;p87"/>
            <p:cNvSpPr/>
            <p:nvPr/>
          </p:nvSpPr>
          <p:spPr>
            <a:xfrm>
              <a:off x="3355086" y="4060698"/>
              <a:ext cx="3801110" cy="463550"/>
            </a:xfrm>
            <a:custGeom>
              <a:rect b="b" l="l" r="r" t="t"/>
              <a:pathLst>
                <a:path extrusionOk="0" h="463550" w="3801109">
                  <a:moveTo>
                    <a:pt x="3800856" y="462533"/>
                  </a:moveTo>
                  <a:lnTo>
                    <a:pt x="3691151" y="463069"/>
                  </a:lnTo>
                  <a:lnTo>
                    <a:pt x="3583817" y="463314"/>
                  </a:lnTo>
                  <a:lnTo>
                    <a:pt x="3478823" y="463272"/>
                  </a:lnTo>
                  <a:lnTo>
                    <a:pt x="3376137" y="462949"/>
                  </a:lnTo>
                  <a:lnTo>
                    <a:pt x="3275728" y="462349"/>
                  </a:lnTo>
                  <a:lnTo>
                    <a:pt x="3177565" y="461476"/>
                  </a:lnTo>
                  <a:lnTo>
                    <a:pt x="3081617" y="460337"/>
                  </a:lnTo>
                  <a:lnTo>
                    <a:pt x="2987851" y="458935"/>
                  </a:lnTo>
                  <a:lnTo>
                    <a:pt x="2896237" y="457275"/>
                  </a:lnTo>
                  <a:lnTo>
                    <a:pt x="2806744" y="455362"/>
                  </a:lnTo>
                  <a:lnTo>
                    <a:pt x="2719340" y="453201"/>
                  </a:lnTo>
                  <a:lnTo>
                    <a:pt x="2633993" y="450796"/>
                  </a:lnTo>
                  <a:lnTo>
                    <a:pt x="2550673" y="448152"/>
                  </a:lnTo>
                  <a:lnTo>
                    <a:pt x="2469348" y="445275"/>
                  </a:lnTo>
                  <a:lnTo>
                    <a:pt x="2389987" y="442168"/>
                  </a:lnTo>
                  <a:lnTo>
                    <a:pt x="2312559" y="438837"/>
                  </a:lnTo>
                  <a:lnTo>
                    <a:pt x="2237031" y="435286"/>
                  </a:lnTo>
                  <a:lnTo>
                    <a:pt x="2163374" y="431520"/>
                  </a:lnTo>
                  <a:lnTo>
                    <a:pt x="2091555" y="427543"/>
                  </a:lnTo>
                  <a:lnTo>
                    <a:pt x="2021543" y="423362"/>
                  </a:lnTo>
                  <a:lnTo>
                    <a:pt x="1953307" y="418979"/>
                  </a:lnTo>
                  <a:lnTo>
                    <a:pt x="1886816" y="414401"/>
                  </a:lnTo>
                  <a:lnTo>
                    <a:pt x="1822038" y="409631"/>
                  </a:lnTo>
                  <a:lnTo>
                    <a:pt x="1758942" y="404675"/>
                  </a:lnTo>
                  <a:lnTo>
                    <a:pt x="1697496" y="399537"/>
                  </a:lnTo>
                  <a:lnTo>
                    <a:pt x="1637670" y="394223"/>
                  </a:lnTo>
                  <a:lnTo>
                    <a:pt x="1579432" y="388736"/>
                  </a:lnTo>
                  <a:lnTo>
                    <a:pt x="1522750" y="383082"/>
                  </a:lnTo>
                  <a:lnTo>
                    <a:pt x="1467594" y="377265"/>
                  </a:lnTo>
                  <a:lnTo>
                    <a:pt x="1413932" y="371290"/>
                  </a:lnTo>
                  <a:lnTo>
                    <a:pt x="1361732" y="365162"/>
                  </a:lnTo>
                  <a:lnTo>
                    <a:pt x="1310964" y="358886"/>
                  </a:lnTo>
                  <a:lnTo>
                    <a:pt x="1261596" y="352466"/>
                  </a:lnTo>
                  <a:lnTo>
                    <a:pt x="1213597" y="345907"/>
                  </a:lnTo>
                  <a:lnTo>
                    <a:pt x="1166935" y="339214"/>
                  </a:lnTo>
                  <a:lnTo>
                    <a:pt x="1121579" y="332391"/>
                  </a:lnTo>
                  <a:lnTo>
                    <a:pt x="1077498" y="325444"/>
                  </a:lnTo>
                  <a:lnTo>
                    <a:pt x="1034660" y="318378"/>
                  </a:lnTo>
                  <a:lnTo>
                    <a:pt x="993034" y="311196"/>
                  </a:lnTo>
                  <a:lnTo>
                    <a:pt x="952590" y="303903"/>
                  </a:lnTo>
                  <a:lnTo>
                    <a:pt x="913294" y="296506"/>
                  </a:lnTo>
                  <a:lnTo>
                    <a:pt x="875117" y="289007"/>
                  </a:lnTo>
                  <a:lnTo>
                    <a:pt x="801992" y="273726"/>
                  </a:lnTo>
                  <a:lnTo>
                    <a:pt x="732964" y="258099"/>
                  </a:lnTo>
                  <a:lnTo>
                    <a:pt x="667782" y="242164"/>
                  </a:lnTo>
                  <a:lnTo>
                    <a:pt x="606196" y="225959"/>
                  </a:lnTo>
                  <a:lnTo>
                    <a:pt x="547955" y="209522"/>
                  </a:lnTo>
                  <a:lnTo>
                    <a:pt x="492808" y="192891"/>
                  </a:lnTo>
                  <a:lnTo>
                    <a:pt x="440505" y="176104"/>
                  </a:lnTo>
                  <a:lnTo>
                    <a:pt x="390796" y="159199"/>
                  </a:lnTo>
                  <a:lnTo>
                    <a:pt x="343430" y="142214"/>
                  </a:lnTo>
                  <a:lnTo>
                    <a:pt x="298156" y="125188"/>
                  </a:lnTo>
                  <a:lnTo>
                    <a:pt x="254723" y="108158"/>
                  </a:lnTo>
                  <a:lnTo>
                    <a:pt x="212882" y="91162"/>
                  </a:lnTo>
                  <a:lnTo>
                    <a:pt x="172381" y="74238"/>
                  </a:lnTo>
                  <a:lnTo>
                    <a:pt x="132971" y="57425"/>
                  </a:lnTo>
                  <a:lnTo>
                    <a:pt x="94399" y="40761"/>
                  </a:lnTo>
                  <a:lnTo>
                    <a:pt x="75350" y="32496"/>
                  </a:lnTo>
                  <a:lnTo>
                    <a:pt x="56417" y="24283"/>
                  </a:lnTo>
                  <a:lnTo>
                    <a:pt x="37568" y="16126"/>
                  </a:lnTo>
                  <a:lnTo>
                    <a:pt x="18773" y="8030"/>
                  </a:lnTo>
                  <a:lnTo>
                    <a:pt x="0" y="0"/>
                  </a:lnTo>
                </a:path>
              </a:pathLst>
            </a:custGeom>
            <a:noFill/>
            <a:ln cap="flat" cmpd="sng" w="19800">
              <a:solidFill>
                <a:srgbClr val="13299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2" name="Google Shape;1892;p87"/>
            <p:cNvSpPr/>
            <p:nvPr/>
          </p:nvSpPr>
          <p:spPr>
            <a:xfrm>
              <a:off x="3339845" y="4396020"/>
              <a:ext cx="3816350" cy="139065"/>
            </a:xfrm>
            <a:custGeom>
              <a:rect b="b" l="l" r="r" t="t"/>
              <a:pathLst>
                <a:path extrusionOk="0" h="139064" w="3816350">
                  <a:moveTo>
                    <a:pt x="3816096" y="82888"/>
                  </a:moveTo>
                  <a:lnTo>
                    <a:pt x="3723380" y="78974"/>
                  </a:lnTo>
                  <a:lnTo>
                    <a:pt x="3632546" y="75126"/>
                  </a:lnTo>
                  <a:lnTo>
                    <a:pt x="3543563" y="71345"/>
                  </a:lnTo>
                  <a:lnTo>
                    <a:pt x="3456401" y="67634"/>
                  </a:lnTo>
                  <a:lnTo>
                    <a:pt x="3371028" y="63995"/>
                  </a:lnTo>
                  <a:lnTo>
                    <a:pt x="3287416" y="60432"/>
                  </a:lnTo>
                  <a:lnTo>
                    <a:pt x="3205533" y="56945"/>
                  </a:lnTo>
                  <a:lnTo>
                    <a:pt x="3125349" y="53538"/>
                  </a:lnTo>
                  <a:lnTo>
                    <a:pt x="3046834" y="50212"/>
                  </a:lnTo>
                  <a:lnTo>
                    <a:pt x="2969958" y="46971"/>
                  </a:lnTo>
                  <a:lnTo>
                    <a:pt x="2894690" y="43816"/>
                  </a:lnTo>
                  <a:lnTo>
                    <a:pt x="2821001" y="40751"/>
                  </a:lnTo>
                  <a:lnTo>
                    <a:pt x="2748859" y="37776"/>
                  </a:lnTo>
                  <a:lnTo>
                    <a:pt x="2678234" y="34896"/>
                  </a:lnTo>
                  <a:lnTo>
                    <a:pt x="2609096" y="32112"/>
                  </a:lnTo>
                  <a:lnTo>
                    <a:pt x="2541416" y="29426"/>
                  </a:lnTo>
                  <a:lnTo>
                    <a:pt x="2475161" y="26841"/>
                  </a:lnTo>
                  <a:lnTo>
                    <a:pt x="2410303" y="24359"/>
                  </a:lnTo>
                  <a:lnTo>
                    <a:pt x="2346811" y="21983"/>
                  </a:lnTo>
                  <a:lnTo>
                    <a:pt x="2284654" y="19715"/>
                  </a:lnTo>
                  <a:lnTo>
                    <a:pt x="2223802" y="17558"/>
                  </a:lnTo>
                  <a:lnTo>
                    <a:pt x="2164225" y="15513"/>
                  </a:lnTo>
                  <a:lnTo>
                    <a:pt x="2105893" y="13584"/>
                  </a:lnTo>
                  <a:lnTo>
                    <a:pt x="2048775" y="11772"/>
                  </a:lnTo>
                  <a:lnTo>
                    <a:pt x="1992841" y="10080"/>
                  </a:lnTo>
                  <a:lnTo>
                    <a:pt x="1938061" y="8510"/>
                  </a:lnTo>
                  <a:lnTo>
                    <a:pt x="1884404" y="7065"/>
                  </a:lnTo>
                  <a:lnTo>
                    <a:pt x="1831840" y="5747"/>
                  </a:lnTo>
                  <a:lnTo>
                    <a:pt x="1780338" y="4559"/>
                  </a:lnTo>
                  <a:lnTo>
                    <a:pt x="1729869" y="3503"/>
                  </a:lnTo>
                  <a:lnTo>
                    <a:pt x="1680402" y="2580"/>
                  </a:lnTo>
                  <a:lnTo>
                    <a:pt x="1631907" y="1795"/>
                  </a:lnTo>
                  <a:lnTo>
                    <a:pt x="1584354" y="1148"/>
                  </a:lnTo>
                  <a:lnTo>
                    <a:pt x="1537711" y="643"/>
                  </a:lnTo>
                  <a:lnTo>
                    <a:pt x="1491949" y="282"/>
                  </a:lnTo>
                  <a:lnTo>
                    <a:pt x="1447038" y="66"/>
                  </a:lnTo>
                  <a:lnTo>
                    <a:pt x="1402947" y="0"/>
                  </a:lnTo>
                  <a:lnTo>
                    <a:pt x="1359646" y="84"/>
                  </a:lnTo>
                  <a:lnTo>
                    <a:pt x="1317104" y="321"/>
                  </a:lnTo>
                  <a:lnTo>
                    <a:pt x="1275292" y="714"/>
                  </a:lnTo>
                  <a:lnTo>
                    <a:pt x="1234178" y="1265"/>
                  </a:lnTo>
                  <a:lnTo>
                    <a:pt x="1193733" y="1977"/>
                  </a:lnTo>
                  <a:lnTo>
                    <a:pt x="1153927" y="2852"/>
                  </a:lnTo>
                  <a:lnTo>
                    <a:pt x="1114728" y="3891"/>
                  </a:lnTo>
                  <a:lnTo>
                    <a:pt x="1076107" y="5099"/>
                  </a:lnTo>
                  <a:lnTo>
                    <a:pt x="1000477" y="8025"/>
                  </a:lnTo>
                  <a:lnTo>
                    <a:pt x="926794" y="11651"/>
                  </a:lnTo>
                  <a:lnTo>
                    <a:pt x="854816" y="15995"/>
                  </a:lnTo>
                  <a:lnTo>
                    <a:pt x="784299" y="21076"/>
                  </a:lnTo>
                  <a:lnTo>
                    <a:pt x="715002" y="26912"/>
                  </a:lnTo>
                  <a:lnTo>
                    <a:pt x="646682" y="33524"/>
                  </a:lnTo>
                  <a:lnTo>
                    <a:pt x="579096" y="40931"/>
                  </a:lnTo>
                  <a:lnTo>
                    <a:pt x="512002" y="49150"/>
                  </a:lnTo>
                  <a:lnTo>
                    <a:pt x="445157" y="58202"/>
                  </a:lnTo>
                  <a:lnTo>
                    <a:pt x="378320" y="68105"/>
                  </a:lnTo>
                  <a:lnTo>
                    <a:pt x="311247" y="78878"/>
                  </a:lnTo>
                  <a:lnTo>
                    <a:pt x="243695" y="90541"/>
                  </a:lnTo>
                  <a:lnTo>
                    <a:pt x="175423" y="103112"/>
                  </a:lnTo>
                  <a:lnTo>
                    <a:pt x="106188" y="116611"/>
                  </a:lnTo>
                  <a:lnTo>
                    <a:pt x="35748" y="131057"/>
                  </a:lnTo>
                  <a:lnTo>
                    <a:pt x="0" y="138641"/>
                  </a:lnTo>
                </a:path>
              </a:pathLst>
            </a:custGeom>
            <a:noFill/>
            <a:ln cap="flat" cmpd="sng" w="19800">
              <a:solidFill>
                <a:srgbClr val="00AF5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3" name="Google Shape;1893;p87"/>
            <p:cNvSpPr/>
            <p:nvPr/>
          </p:nvSpPr>
          <p:spPr>
            <a:xfrm>
              <a:off x="2790443" y="3774948"/>
              <a:ext cx="418338" cy="131825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4" name="Google Shape;1894;p87"/>
            <p:cNvSpPr/>
            <p:nvPr/>
          </p:nvSpPr>
          <p:spPr>
            <a:xfrm>
              <a:off x="2790443" y="4306823"/>
              <a:ext cx="419862" cy="13335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95" name="Google Shape;1895;p87"/>
          <p:cNvSpPr/>
          <p:nvPr/>
        </p:nvSpPr>
        <p:spPr>
          <a:xfrm>
            <a:off x="554736" y="1449324"/>
            <a:ext cx="2989326" cy="189737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88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1" name="Google Shape;1901;p8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2" name="Google Shape;1902;p8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3" name="Google Shape;1903;p88"/>
          <p:cNvSpPr txBox="1"/>
          <p:nvPr>
            <p:ph type="title"/>
          </p:nvPr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2.1. Continuous Probability Density</a:t>
            </a:r>
            <a:endParaRPr/>
          </a:p>
        </p:txBody>
      </p:sp>
      <p:sp>
        <p:nvSpPr>
          <p:cNvPr id="1904" name="Google Shape;1904;p8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05" name="Google Shape;1905;p88"/>
          <p:cNvSpPr/>
          <p:nvPr/>
        </p:nvSpPr>
        <p:spPr>
          <a:xfrm>
            <a:off x="684276" y="1822691"/>
            <a:ext cx="5010150" cy="5509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6" name="Google Shape;1906;p88"/>
          <p:cNvSpPr/>
          <p:nvPr/>
        </p:nvSpPr>
        <p:spPr>
          <a:xfrm>
            <a:off x="684276" y="3904488"/>
            <a:ext cx="3144774" cy="21869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7" name="Google Shape;1907;p88"/>
          <p:cNvSpPr/>
          <p:nvPr/>
        </p:nvSpPr>
        <p:spPr>
          <a:xfrm>
            <a:off x="554736" y="1449324"/>
            <a:ext cx="3601974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8" name="Google Shape;1908;p88"/>
          <p:cNvSpPr/>
          <p:nvPr/>
        </p:nvSpPr>
        <p:spPr>
          <a:xfrm>
            <a:off x="554736" y="2673095"/>
            <a:ext cx="1738122" cy="19126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909" name="Google Shape;1909;p88"/>
          <p:cNvGrpSpPr/>
          <p:nvPr/>
        </p:nvGrpSpPr>
        <p:grpSpPr>
          <a:xfrm>
            <a:off x="667512" y="3076955"/>
            <a:ext cx="4572000" cy="626745"/>
            <a:chOff x="667512" y="3076955"/>
            <a:chExt cx="4572000" cy="626745"/>
          </a:xfrm>
        </p:grpSpPr>
        <p:sp>
          <p:nvSpPr>
            <p:cNvPr id="1910" name="Google Shape;1910;p88"/>
            <p:cNvSpPr/>
            <p:nvPr/>
          </p:nvSpPr>
          <p:spPr>
            <a:xfrm>
              <a:off x="667512" y="3076955"/>
              <a:ext cx="4572000" cy="626745"/>
            </a:xfrm>
            <a:custGeom>
              <a:rect b="b" l="l" r="r" t="t"/>
              <a:pathLst>
                <a:path extrusionOk="0" h="626745" w="4572000">
                  <a:moveTo>
                    <a:pt x="4572000" y="0"/>
                  </a:moveTo>
                  <a:lnTo>
                    <a:pt x="0" y="0"/>
                  </a:lnTo>
                  <a:lnTo>
                    <a:pt x="0" y="626364"/>
                  </a:lnTo>
                  <a:lnTo>
                    <a:pt x="4572000" y="626364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1" name="Google Shape;1911;p88"/>
            <p:cNvSpPr/>
            <p:nvPr/>
          </p:nvSpPr>
          <p:spPr>
            <a:xfrm>
              <a:off x="1652651" y="3167252"/>
              <a:ext cx="2844800" cy="166370"/>
            </a:xfrm>
            <a:custGeom>
              <a:rect b="b" l="l" r="r" t="t"/>
              <a:pathLst>
                <a:path extrusionOk="0" h="166370" w="2844800">
                  <a:moveTo>
                    <a:pt x="55499" y="0"/>
                  </a:moveTo>
                  <a:lnTo>
                    <a:pt x="53340" y="0"/>
                  </a:lnTo>
                  <a:lnTo>
                    <a:pt x="43713" y="736"/>
                  </a:lnTo>
                  <a:lnTo>
                    <a:pt x="13195" y="27978"/>
                  </a:lnTo>
                  <a:lnTo>
                    <a:pt x="12573" y="36449"/>
                  </a:lnTo>
                  <a:lnTo>
                    <a:pt x="12573" y="41275"/>
                  </a:lnTo>
                  <a:lnTo>
                    <a:pt x="13208" y="46736"/>
                  </a:lnTo>
                  <a:lnTo>
                    <a:pt x="14605" y="52959"/>
                  </a:lnTo>
                  <a:lnTo>
                    <a:pt x="16002" y="59055"/>
                  </a:lnTo>
                  <a:lnTo>
                    <a:pt x="16637" y="63119"/>
                  </a:lnTo>
                  <a:lnTo>
                    <a:pt x="16637" y="69215"/>
                  </a:lnTo>
                  <a:lnTo>
                    <a:pt x="15240" y="72517"/>
                  </a:lnTo>
                  <a:lnTo>
                    <a:pt x="12446" y="75057"/>
                  </a:lnTo>
                  <a:lnTo>
                    <a:pt x="9779" y="77597"/>
                  </a:lnTo>
                  <a:lnTo>
                    <a:pt x="5588" y="78994"/>
                  </a:lnTo>
                  <a:lnTo>
                    <a:pt x="0" y="79121"/>
                  </a:lnTo>
                  <a:lnTo>
                    <a:pt x="0" y="86233"/>
                  </a:lnTo>
                  <a:lnTo>
                    <a:pt x="5588" y="86487"/>
                  </a:lnTo>
                  <a:lnTo>
                    <a:pt x="9779" y="87757"/>
                  </a:lnTo>
                  <a:lnTo>
                    <a:pt x="12446" y="90297"/>
                  </a:lnTo>
                  <a:lnTo>
                    <a:pt x="15240" y="92837"/>
                  </a:lnTo>
                  <a:lnTo>
                    <a:pt x="16637" y="96139"/>
                  </a:lnTo>
                  <a:lnTo>
                    <a:pt x="16637" y="102235"/>
                  </a:lnTo>
                  <a:lnTo>
                    <a:pt x="16002" y="106299"/>
                  </a:lnTo>
                  <a:lnTo>
                    <a:pt x="14605" y="112522"/>
                  </a:lnTo>
                  <a:lnTo>
                    <a:pt x="13208" y="118618"/>
                  </a:lnTo>
                  <a:lnTo>
                    <a:pt x="12573" y="124079"/>
                  </a:lnTo>
                  <a:lnTo>
                    <a:pt x="12573" y="128905"/>
                  </a:lnTo>
                  <a:lnTo>
                    <a:pt x="13195" y="137718"/>
                  </a:lnTo>
                  <a:lnTo>
                    <a:pt x="43713" y="165392"/>
                  </a:lnTo>
                  <a:lnTo>
                    <a:pt x="53340" y="166116"/>
                  </a:lnTo>
                  <a:lnTo>
                    <a:pt x="55499" y="166116"/>
                  </a:lnTo>
                  <a:lnTo>
                    <a:pt x="55499" y="159512"/>
                  </a:lnTo>
                  <a:lnTo>
                    <a:pt x="45847" y="159512"/>
                  </a:lnTo>
                  <a:lnTo>
                    <a:pt x="39243" y="157226"/>
                  </a:lnTo>
                  <a:lnTo>
                    <a:pt x="34417" y="152908"/>
                  </a:lnTo>
                  <a:lnTo>
                    <a:pt x="29718" y="148463"/>
                  </a:lnTo>
                  <a:lnTo>
                    <a:pt x="27305" y="141097"/>
                  </a:lnTo>
                  <a:lnTo>
                    <a:pt x="27305" y="126365"/>
                  </a:lnTo>
                  <a:lnTo>
                    <a:pt x="27940" y="121412"/>
                  </a:lnTo>
                  <a:lnTo>
                    <a:pt x="30226" y="109474"/>
                  </a:lnTo>
                  <a:lnTo>
                    <a:pt x="30861" y="105156"/>
                  </a:lnTo>
                  <a:lnTo>
                    <a:pt x="30861" y="97663"/>
                  </a:lnTo>
                  <a:lnTo>
                    <a:pt x="29337" y="93599"/>
                  </a:lnTo>
                  <a:lnTo>
                    <a:pt x="26301" y="90297"/>
                  </a:lnTo>
                  <a:lnTo>
                    <a:pt x="23622" y="87249"/>
                  </a:lnTo>
                  <a:lnTo>
                    <a:pt x="20066" y="84963"/>
                  </a:lnTo>
                  <a:lnTo>
                    <a:pt x="16129" y="83439"/>
                  </a:lnTo>
                  <a:lnTo>
                    <a:pt x="16129" y="81915"/>
                  </a:lnTo>
                  <a:lnTo>
                    <a:pt x="20066" y="80391"/>
                  </a:lnTo>
                  <a:lnTo>
                    <a:pt x="23622" y="78105"/>
                  </a:lnTo>
                  <a:lnTo>
                    <a:pt x="26416" y="74930"/>
                  </a:lnTo>
                  <a:lnTo>
                    <a:pt x="29337" y="71755"/>
                  </a:lnTo>
                  <a:lnTo>
                    <a:pt x="30861" y="67691"/>
                  </a:lnTo>
                  <a:lnTo>
                    <a:pt x="30861" y="60198"/>
                  </a:lnTo>
                  <a:lnTo>
                    <a:pt x="30226" y="55880"/>
                  </a:lnTo>
                  <a:lnTo>
                    <a:pt x="27940" y="43942"/>
                  </a:lnTo>
                  <a:lnTo>
                    <a:pt x="27305" y="38989"/>
                  </a:lnTo>
                  <a:lnTo>
                    <a:pt x="27305" y="24892"/>
                  </a:lnTo>
                  <a:lnTo>
                    <a:pt x="29718" y="17653"/>
                  </a:lnTo>
                  <a:lnTo>
                    <a:pt x="34417" y="13208"/>
                  </a:lnTo>
                  <a:lnTo>
                    <a:pt x="39243" y="8890"/>
                  </a:lnTo>
                  <a:lnTo>
                    <a:pt x="45847" y="6731"/>
                  </a:lnTo>
                  <a:lnTo>
                    <a:pt x="55499" y="6731"/>
                  </a:lnTo>
                  <a:lnTo>
                    <a:pt x="55499" y="0"/>
                  </a:lnTo>
                  <a:close/>
                </a:path>
                <a:path extrusionOk="0" h="166370" w="2844800">
                  <a:moveTo>
                    <a:pt x="1517015" y="79248"/>
                  </a:moveTo>
                  <a:lnTo>
                    <a:pt x="1511427" y="78994"/>
                  </a:lnTo>
                  <a:lnTo>
                    <a:pt x="1507363" y="77724"/>
                  </a:lnTo>
                  <a:lnTo>
                    <a:pt x="1501775" y="72644"/>
                  </a:lnTo>
                  <a:lnTo>
                    <a:pt x="1500378" y="69342"/>
                  </a:lnTo>
                  <a:lnTo>
                    <a:pt x="1500378" y="63246"/>
                  </a:lnTo>
                  <a:lnTo>
                    <a:pt x="1501140" y="59182"/>
                  </a:lnTo>
                  <a:lnTo>
                    <a:pt x="1502537" y="52959"/>
                  </a:lnTo>
                  <a:lnTo>
                    <a:pt x="1503807" y="46863"/>
                  </a:lnTo>
                  <a:lnTo>
                    <a:pt x="1504569" y="41402"/>
                  </a:lnTo>
                  <a:lnTo>
                    <a:pt x="1504569" y="36576"/>
                  </a:lnTo>
                  <a:lnTo>
                    <a:pt x="1481670" y="2565"/>
                  </a:lnTo>
                  <a:lnTo>
                    <a:pt x="1463802" y="0"/>
                  </a:lnTo>
                  <a:lnTo>
                    <a:pt x="1461516" y="0"/>
                  </a:lnTo>
                  <a:lnTo>
                    <a:pt x="1461516" y="6731"/>
                  </a:lnTo>
                  <a:lnTo>
                    <a:pt x="1471295" y="6731"/>
                  </a:lnTo>
                  <a:lnTo>
                    <a:pt x="1477772" y="8890"/>
                  </a:lnTo>
                  <a:lnTo>
                    <a:pt x="1482598" y="13208"/>
                  </a:lnTo>
                  <a:lnTo>
                    <a:pt x="1487297" y="17653"/>
                  </a:lnTo>
                  <a:lnTo>
                    <a:pt x="1489710" y="24892"/>
                  </a:lnTo>
                  <a:lnTo>
                    <a:pt x="1489710" y="38989"/>
                  </a:lnTo>
                  <a:lnTo>
                    <a:pt x="1489202" y="44069"/>
                  </a:lnTo>
                  <a:lnTo>
                    <a:pt x="1487932" y="50038"/>
                  </a:lnTo>
                  <a:lnTo>
                    <a:pt x="1486789" y="56007"/>
                  </a:lnTo>
                  <a:lnTo>
                    <a:pt x="1486281" y="60325"/>
                  </a:lnTo>
                  <a:lnTo>
                    <a:pt x="1486281" y="67818"/>
                  </a:lnTo>
                  <a:lnTo>
                    <a:pt x="1487678" y="71755"/>
                  </a:lnTo>
                  <a:lnTo>
                    <a:pt x="1493520" y="78105"/>
                  </a:lnTo>
                  <a:lnTo>
                    <a:pt x="1496949" y="80518"/>
                  </a:lnTo>
                  <a:lnTo>
                    <a:pt x="1501013" y="82042"/>
                  </a:lnTo>
                  <a:lnTo>
                    <a:pt x="1501013" y="83566"/>
                  </a:lnTo>
                  <a:lnTo>
                    <a:pt x="1496949" y="85090"/>
                  </a:lnTo>
                  <a:lnTo>
                    <a:pt x="1493520" y="87376"/>
                  </a:lnTo>
                  <a:lnTo>
                    <a:pt x="1487678" y="93726"/>
                  </a:lnTo>
                  <a:lnTo>
                    <a:pt x="1486281" y="97790"/>
                  </a:lnTo>
                  <a:lnTo>
                    <a:pt x="1486281" y="105283"/>
                  </a:lnTo>
                  <a:lnTo>
                    <a:pt x="1486789" y="109474"/>
                  </a:lnTo>
                  <a:lnTo>
                    <a:pt x="1487932" y="115570"/>
                  </a:lnTo>
                  <a:lnTo>
                    <a:pt x="1489202" y="121539"/>
                  </a:lnTo>
                  <a:lnTo>
                    <a:pt x="1489710" y="126492"/>
                  </a:lnTo>
                  <a:lnTo>
                    <a:pt x="1489710" y="141097"/>
                  </a:lnTo>
                  <a:lnTo>
                    <a:pt x="1487297" y="148463"/>
                  </a:lnTo>
                  <a:lnTo>
                    <a:pt x="1482598" y="152908"/>
                  </a:lnTo>
                  <a:lnTo>
                    <a:pt x="1477772" y="157226"/>
                  </a:lnTo>
                  <a:lnTo>
                    <a:pt x="1471295" y="159512"/>
                  </a:lnTo>
                  <a:lnTo>
                    <a:pt x="1461516" y="159512"/>
                  </a:lnTo>
                  <a:lnTo>
                    <a:pt x="1461516" y="166116"/>
                  </a:lnTo>
                  <a:lnTo>
                    <a:pt x="1463802" y="166116"/>
                  </a:lnTo>
                  <a:lnTo>
                    <a:pt x="1473365" y="165392"/>
                  </a:lnTo>
                  <a:lnTo>
                    <a:pt x="1503921" y="137769"/>
                  </a:lnTo>
                  <a:lnTo>
                    <a:pt x="1504569" y="129032"/>
                  </a:lnTo>
                  <a:lnTo>
                    <a:pt x="1504569" y="124206"/>
                  </a:lnTo>
                  <a:lnTo>
                    <a:pt x="1503807" y="118745"/>
                  </a:lnTo>
                  <a:lnTo>
                    <a:pt x="1502537" y="112522"/>
                  </a:lnTo>
                  <a:lnTo>
                    <a:pt x="1501140" y="106426"/>
                  </a:lnTo>
                  <a:lnTo>
                    <a:pt x="1500378" y="102235"/>
                  </a:lnTo>
                  <a:lnTo>
                    <a:pt x="1500378" y="96139"/>
                  </a:lnTo>
                  <a:lnTo>
                    <a:pt x="1501775" y="92964"/>
                  </a:lnTo>
                  <a:lnTo>
                    <a:pt x="1507363" y="87884"/>
                  </a:lnTo>
                  <a:lnTo>
                    <a:pt x="1511427" y="86487"/>
                  </a:lnTo>
                  <a:lnTo>
                    <a:pt x="1517015" y="86360"/>
                  </a:lnTo>
                  <a:lnTo>
                    <a:pt x="1517015" y="79248"/>
                  </a:lnTo>
                  <a:close/>
                </a:path>
                <a:path extrusionOk="0" h="166370" w="2844800">
                  <a:moveTo>
                    <a:pt x="1800479" y="0"/>
                  </a:moveTo>
                  <a:lnTo>
                    <a:pt x="1798320" y="0"/>
                  </a:lnTo>
                  <a:lnTo>
                    <a:pt x="1788693" y="736"/>
                  </a:lnTo>
                  <a:lnTo>
                    <a:pt x="1758175" y="27978"/>
                  </a:lnTo>
                  <a:lnTo>
                    <a:pt x="1757553" y="36449"/>
                  </a:lnTo>
                  <a:lnTo>
                    <a:pt x="1757553" y="41275"/>
                  </a:lnTo>
                  <a:lnTo>
                    <a:pt x="1758188" y="46736"/>
                  </a:lnTo>
                  <a:lnTo>
                    <a:pt x="1759585" y="52959"/>
                  </a:lnTo>
                  <a:lnTo>
                    <a:pt x="1760982" y="59055"/>
                  </a:lnTo>
                  <a:lnTo>
                    <a:pt x="1761617" y="63119"/>
                  </a:lnTo>
                  <a:lnTo>
                    <a:pt x="1761617" y="69215"/>
                  </a:lnTo>
                  <a:lnTo>
                    <a:pt x="1760220" y="72517"/>
                  </a:lnTo>
                  <a:lnTo>
                    <a:pt x="1757426" y="75057"/>
                  </a:lnTo>
                  <a:lnTo>
                    <a:pt x="1754759" y="77597"/>
                  </a:lnTo>
                  <a:lnTo>
                    <a:pt x="1750568" y="78994"/>
                  </a:lnTo>
                  <a:lnTo>
                    <a:pt x="1744980" y="79121"/>
                  </a:lnTo>
                  <a:lnTo>
                    <a:pt x="1744980" y="86233"/>
                  </a:lnTo>
                  <a:lnTo>
                    <a:pt x="1750568" y="86487"/>
                  </a:lnTo>
                  <a:lnTo>
                    <a:pt x="1754759" y="87757"/>
                  </a:lnTo>
                  <a:lnTo>
                    <a:pt x="1757426" y="90297"/>
                  </a:lnTo>
                  <a:lnTo>
                    <a:pt x="1760220" y="92837"/>
                  </a:lnTo>
                  <a:lnTo>
                    <a:pt x="1761617" y="96139"/>
                  </a:lnTo>
                  <a:lnTo>
                    <a:pt x="1761617" y="102235"/>
                  </a:lnTo>
                  <a:lnTo>
                    <a:pt x="1760982" y="106299"/>
                  </a:lnTo>
                  <a:lnTo>
                    <a:pt x="1759585" y="112522"/>
                  </a:lnTo>
                  <a:lnTo>
                    <a:pt x="1758188" y="118618"/>
                  </a:lnTo>
                  <a:lnTo>
                    <a:pt x="1757553" y="124079"/>
                  </a:lnTo>
                  <a:lnTo>
                    <a:pt x="1757553" y="128905"/>
                  </a:lnTo>
                  <a:lnTo>
                    <a:pt x="1758175" y="137718"/>
                  </a:lnTo>
                  <a:lnTo>
                    <a:pt x="1788693" y="165392"/>
                  </a:lnTo>
                  <a:lnTo>
                    <a:pt x="1798320" y="166116"/>
                  </a:lnTo>
                  <a:lnTo>
                    <a:pt x="1800479" y="166116"/>
                  </a:lnTo>
                  <a:lnTo>
                    <a:pt x="1800479" y="159512"/>
                  </a:lnTo>
                  <a:lnTo>
                    <a:pt x="1790827" y="159512"/>
                  </a:lnTo>
                  <a:lnTo>
                    <a:pt x="1784223" y="157226"/>
                  </a:lnTo>
                  <a:lnTo>
                    <a:pt x="1779397" y="152908"/>
                  </a:lnTo>
                  <a:lnTo>
                    <a:pt x="1774698" y="148463"/>
                  </a:lnTo>
                  <a:lnTo>
                    <a:pt x="1772285" y="141097"/>
                  </a:lnTo>
                  <a:lnTo>
                    <a:pt x="1772285" y="126365"/>
                  </a:lnTo>
                  <a:lnTo>
                    <a:pt x="1772920" y="121412"/>
                  </a:lnTo>
                  <a:lnTo>
                    <a:pt x="1775206" y="109474"/>
                  </a:lnTo>
                  <a:lnTo>
                    <a:pt x="1775841" y="105156"/>
                  </a:lnTo>
                  <a:lnTo>
                    <a:pt x="1775841" y="97663"/>
                  </a:lnTo>
                  <a:lnTo>
                    <a:pt x="1774317" y="93599"/>
                  </a:lnTo>
                  <a:lnTo>
                    <a:pt x="1771281" y="90297"/>
                  </a:lnTo>
                  <a:lnTo>
                    <a:pt x="1768602" y="87249"/>
                  </a:lnTo>
                  <a:lnTo>
                    <a:pt x="1765046" y="84963"/>
                  </a:lnTo>
                  <a:lnTo>
                    <a:pt x="1761109" y="83439"/>
                  </a:lnTo>
                  <a:lnTo>
                    <a:pt x="1761109" y="81915"/>
                  </a:lnTo>
                  <a:lnTo>
                    <a:pt x="1765046" y="80391"/>
                  </a:lnTo>
                  <a:lnTo>
                    <a:pt x="1768602" y="78105"/>
                  </a:lnTo>
                  <a:lnTo>
                    <a:pt x="1771396" y="74930"/>
                  </a:lnTo>
                  <a:lnTo>
                    <a:pt x="1774317" y="71755"/>
                  </a:lnTo>
                  <a:lnTo>
                    <a:pt x="1775841" y="67691"/>
                  </a:lnTo>
                  <a:lnTo>
                    <a:pt x="1775841" y="60198"/>
                  </a:lnTo>
                  <a:lnTo>
                    <a:pt x="1775206" y="55880"/>
                  </a:lnTo>
                  <a:lnTo>
                    <a:pt x="1772920" y="43942"/>
                  </a:lnTo>
                  <a:lnTo>
                    <a:pt x="1772285" y="38989"/>
                  </a:lnTo>
                  <a:lnTo>
                    <a:pt x="1772285" y="24892"/>
                  </a:lnTo>
                  <a:lnTo>
                    <a:pt x="1774698" y="17653"/>
                  </a:lnTo>
                  <a:lnTo>
                    <a:pt x="1779397" y="13208"/>
                  </a:lnTo>
                  <a:lnTo>
                    <a:pt x="1784223" y="8890"/>
                  </a:lnTo>
                  <a:lnTo>
                    <a:pt x="1790827" y="6731"/>
                  </a:lnTo>
                  <a:lnTo>
                    <a:pt x="1800479" y="6731"/>
                  </a:lnTo>
                  <a:lnTo>
                    <a:pt x="1800479" y="0"/>
                  </a:lnTo>
                  <a:close/>
                </a:path>
                <a:path extrusionOk="0" h="166370" w="2844800">
                  <a:moveTo>
                    <a:pt x="2844419" y="79248"/>
                  </a:moveTo>
                  <a:lnTo>
                    <a:pt x="2838831" y="78994"/>
                  </a:lnTo>
                  <a:lnTo>
                    <a:pt x="2834767" y="77724"/>
                  </a:lnTo>
                  <a:lnTo>
                    <a:pt x="2829179" y="72644"/>
                  </a:lnTo>
                  <a:lnTo>
                    <a:pt x="2827782" y="69342"/>
                  </a:lnTo>
                  <a:lnTo>
                    <a:pt x="2827782" y="63246"/>
                  </a:lnTo>
                  <a:lnTo>
                    <a:pt x="2828544" y="59182"/>
                  </a:lnTo>
                  <a:lnTo>
                    <a:pt x="2829941" y="52959"/>
                  </a:lnTo>
                  <a:lnTo>
                    <a:pt x="2831211" y="46863"/>
                  </a:lnTo>
                  <a:lnTo>
                    <a:pt x="2831973" y="41402"/>
                  </a:lnTo>
                  <a:lnTo>
                    <a:pt x="2831973" y="36576"/>
                  </a:lnTo>
                  <a:lnTo>
                    <a:pt x="2809075" y="2565"/>
                  </a:lnTo>
                  <a:lnTo>
                    <a:pt x="2791206" y="0"/>
                  </a:lnTo>
                  <a:lnTo>
                    <a:pt x="2788920" y="0"/>
                  </a:lnTo>
                  <a:lnTo>
                    <a:pt x="2788920" y="6731"/>
                  </a:lnTo>
                  <a:lnTo>
                    <a:pt x="2798699" y="6731"/>
                  </a:lnTo>
                  <a:lnTo>
                    <a:pt x="2805176" y="8890"/>
                  </a:lnTo>
                  <a:lnTo>
                    <a:pt x="2810002" y="13208"/>
                  </a:lnTo>
                  <a:lnTo>
                    <a:pt x="2814701" y="17653"/>
                  </a:lnTo>
                  <a:lnTo>
                    <a:pt x="2817114" y="24892"/>
                  </a:lnTo>
                  <a:lnTo>
                    <a:pt x="2817114" y="38989"/>
                  </a:lnTo>
                  <a:lnTo>
                    <a:pt x="2816606" y="44069"/>
                  </a:lnTo>
                  <a:lnTo>
                    <a:pt x="2815336" y="50038"/>
                  </a:lnTo>
                  <a:lnTo>
                    <a:pt x="2814193" y="56007"/>
                  </a:lnTo>
                  <a:lnTo>
                    <a:pt x="2813685" y="60325"/>
                  </a:lnTo>
                  <a:lnTo>
                    <a:pt x="2813685" y="67818"/>
                  </a:lnTo>
                  <a:lnTo>
                    <a:pt x="2815082" y="71755"/>
                  </a:lnTo>
                  <a:lnTo>
                    <a:pt x="2820924" y="78105"/>
                  </a:lnTo>
                  <a:lnTo>
                    <a:pt x="2824353" y="80518"/>
                  </a:lnTo>
                  <a:lnTo>
                    <a:pt x="2828417" y="82042"/>
                  </a:lnTo>
                  <a:lnTo>
                    <a:pt x="2828417" y="83566"/>
                  </a:lnTo>
                  <a:lnTo>
                    <a:pt x="2824353" y="85090"/>
                  </a:lnTo>
                  <a:lnTo>
                    <a:pt x="2820924" y="87376"/>
                  </a:lnTo>
                  <a:lnTo>
                    <a:pt x="2815082" y="93726"/>
                  </a:lnTo>
                  <a:lnTo>
                    <a:pt x="2813685" y="97790"/>
                  </a:lnTo>
                  <a:lnTo>
                    <a:pt x="2813685" y="105283"/>
                  </a:lnTo>
                  <a:lnTo>
                    <a:pt x="2814193" y="109474"/>
                  </a:lnTo>
                  <a:lnTo>
                    <a:pt x="2815336" y="115570"/>
                  </a:lnTo>
                  <a:lnTo>
                    <a:pt x="2816606" y="121539"/>
                  </a:lnTo>
                  <a:lnTo>
                    <a:pt x="2817114" y="126492"/>
                  </a:lnTo>
                  <a:lnTo>
                    <a:pt x="2817114" y="141097"/>
                  </a:lnTo>
                  <a:lnTo>
                    <a:pt x="2814701" y="148463"/>
                  </a:lnTo>
                  <a:lnTo>
                    <a:pt x="2810002" y="152908"/>
                  </a:lnTo>
                  <a:lnTo>
                    <a:pt x="2805176" y="157226"/>
                  </a:lnTo>
                  <a:lnTo>
                    <a:pt x="2798699" y="159512"/>
                  </a:lnTo>
                  <a:lnTo>
                    <a:pt x="2788920" y="159512"/>
                  </a:lnTo>
                  <a:lnTo>
                    <a:pt x="2788920" y="166116"/>
                  </a:lnTo>
                  <a:lnTo>
                    <a:pt x="2791206" y="166116"/>
                  </a:lnTo>
                  <a:lnTo>
                    <a:pt x="2800769" y="165392"/>
                  </a:lnTo>
                  <a:lnTo>
                    <a:pt x="2831325" y="137769"/>
                  </a:lnTo>
                  <a:lnTo>
                    <a:pt x="2831973" y="129032"/>
                  </a:lnTo>
                  <a:lnTo>
                    <a:pt x="2831973" y="124206"/>
                  </a:lnTo>
                  <a:lnTo>
                    <a:pt x="2831211" y="118745"/>
                  </a:lnTo>
                  <a:lnTo>
                    <a:pt x="2829941" y="112522"/>
                  </a:lnTo>
                  <a:lnTo>
                    <a:pt x="2828544" y="106426"/>
                  </a:lnTo>
                  <a:lnTo>
                    <a:pt x="2827782" y="102235"/>
                  </a:lnTo>
                  <a:lnTo>
                    <a:pt x="2827782" y="96139"/>
                  </a:lnTo>
                  <a:lnTo>
                    <a:pt x="2829179" y="92964"/>
                  </a:lnTo>
                  <a:lnTo>
                    <a:pt x="2834767" y="87884"/>
                  </a:lnTo>
                  <a:lnTo>
                    <a:pt x="2838831" y="86487"/>
                  </a:lnTo>
                  <a:lnTo>
                    <a:pt x="2844419" y="86360"/>
                  </a:lnTo>
                  <a:lnTo>
                    <a:pt x="2844419" y="79248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12" name="Google Shape;1912;p88"/>
          <p:cNvSpPr txBox="1"/>
          <p:nvPr/>
        </p:nvSpPr>
        <p:spPr>
          <a:xfrm>
            <a:off x="667512" y="3076955"/>
            <a:ext cx="457200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0" lvl="0" marL="0" marR="65849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𝑄</a:t>
            </a:r>
            <a:r>
              <a:rPr baseline="-25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𝑄</a:t>
            </a:r>
            <a:r>
              <a:rPr baseline="-25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𝑋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𝑋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⋯ + 𝑋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𝑋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⋯ + 𝑋</a:t>
            </a:r>
            <a:r>
              <a:rPr baseline="30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3000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marR="67945" rtl="0" algn="ctr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3299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lang="en-US" sz="1400">
                <a:solidFill>
                  <a:srgbClr val="1329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𝒌</a:t>
            </a:r>
            <a:r>
              <a:rPr baseline="-25000" lang="en-US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𝟏	</a:t>
            </a:r>
            <a:r>
              <a:rPr lang="en-US" sz="1400">
                <a:solidFill>
                  <a:srgbClr val="13299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lang="en-US" sz="1400">
                <a:solidFill>
                  <a:srgbClr val="1329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400">
                <a:solidFill>
                  <a:srgbClr val="13299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lang="en-US" sz="1400">
                <a:solidFill>
                  <a:srgbClr val="1329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𝒌</a:t>
            </a:r>
            <a:r>
              <a:rPr baseline="-25000" lang="en-US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𝟐	</a:t>
            </a:r>
            <a:r>
              <a:rPr lang="en-US" sz="1400">
                <a:solidFill>
                  <a:srgbClr val="13299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endParaRPr sz="14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89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18" name="Google Shape;1918;p8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19" name="Google Shape;1919;p8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20" name="Google Shape;1920;p89"/>
          <p:cNvSpPr txBox="1"/>
          <p:nvPr/>
        </p:nvSpPr>
        <p:spPr>
          <a:xfrm>
            <a:off x="437489" y="431419"/>
            <a:ext cx="354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21" name="Google Shape;1921;p89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22" name="Google Shape;1922;p89"/>
          <p:cNvSpPr/>
          <p:nvPr/>
        </p:nvSpPr>
        <p:spPr>
          <a:xfrm>
            <a:off x="676655" y="1793748"/>
            <a:ext cx="5226558" cy="18059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23" name="Google Shape;1923;p89"/>
          <p:cNvSpPr/>
          <p:nvPr/>
        </p:nvSpPr>
        <p:spPr>
          <a:xfrm>
            <a:off x="554736" y="1449324"/>
            <a:ext cx="2899410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924" name="Google Shape;1924;p89"/>
          <p:cNvGrpSpPr/>
          <p:nvPr/>
        </p:nvGrpSpPr>
        <p:grpSpPr>
          <a:xfrm>
            <a:off x="4331208" y="2069592"/>
            <a:ext cx="1240790" cy="657225"/>
            <a:chOff x="4331208" y="2069592"/>
            <a:chExt cx="1240790" cy="657225"/>
          </a:xfrm>
        </p:grpSpPr>
        <p:sp>
          <p:nvSpPr>
            <p:cNvPr id="1925" name="Google Shape;1925;p89"/>
            <p:cNvSpPr/>
            <p:nvPr/>
          </p:nvSpPr>
          <p:spPr>
            <a:xfrm>
              <a:off x="4331208" y="2069592"/>
              <a:ext cx="1240790" cy="657225"/>
            </a:xfrm>
            <a:custGeom>
              <a:rect b="b" l="l" r="r" t="t"/>
              <a:pathLst>
                <a:path extrusionOk="0" h="657225" w="1240789">
                  <a:moveTo>
                    <a:pt x="1240536" y="0"/>
                  </a:moveTo>
                  <a:lnTo>
                    <a:pt x="0" y="0"/>
                  </a:lnTo>
                  <a:lnTo>
                    <a:pt x="0" y="656843"/>
                  </a:lnTo>
                  <a:lnTo>
                    <a:pt x="1240536" y="656843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6" name="Google Shape;1926;p89"/>
            <p:cNvSpPr/>
            <p:nvPr/>
          </p:nvSpPr>
          <p:spPr>
            <a:xfrm>
              <a:off x="4865878" y="2373248"/>
              <a:ext cx="501650" cy="304800"/>
            </a:xfrm>
            <a:custGeom>
              <a:rect b="b" l="l" r="r" t="t"/>
              <a:pathLst>
                <a:path extrusionOk="0" h="304800" w="501650">
                  <a:moveTo>
                    <a:pt x="501396" y="53340"/>
                  </a:moveTo>
                  <a:lnTo>
                    <a:pt x="157988" y="53340"/>
                  </a:lnTo>
                  <a:lnTo>
                    <a:pt x="157988" y="53086"/>
                  </a:lnTo>
                  <a:lnTo>
                    <a:pt x="130175" y="53086"/>
                  </a:lnTo>
                  <a:lnTo>
                    <a:pt x="70104" y="278257"/>
                  </a:lnTo>
                  <a:lnTo>
                    <a:pt x="35941" y="201803"/>
                  </a:lnTo>
                  <a:lnTo>
                    <a:pt x="3429" y="216662"/>
                  </a:lnTo>
                  <a:lnTo>
                    <a:pt x="6477" y="224155"/>
                  </a:lnTo>
                  <a:lnTo>
                    <a:pt x="23241" y="216662"/>
                  </a:lnTo>
                  <a:lnTo>
                    <a:pt x="64262" y="304800"/>
                  </a:lnTo>
                  <a:lnTo>
                    <a:pt x="73787" y="304800"/>
                  </a:lnTo>
                  <a:lnTo>
                    <a:pt x="138176" y="66294"/>
                  </a:lnTo>
                  <a:lnTo>
                    <a:pt x="150876" y="66294"/>
                  </a:lnTo>
                  <a:lnTo>
                    <a:pt x="150876" y="67056"/>
                  </a:lnTo>
                  <a:lnTo>
                    <a:pt x="501396" y="67056"/>
                  </a:lnTo>
                  <a:lnTo>
                    <a:pt x="501396" y="53340"/>
                  </a:lnTo>
                  <a:close/>
                </a:path>
                <a:path extrusionOk="0" h="304800" w="501650">
                  <a:moveTo>
                    <a:pt x="501396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501396" y="13716"/>
                  </a:lnTo>
                  <a:lnTo>
                    <a:pt x="501396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27" name="Google Shape;1927;p89"/>
          <p:cNvSpPr txBox="1"/>
          <p:nvPr/>
        </p:nvSpPr>
        <p:spPr>
          <a:xfrm>
            <a:off x="4331208" y="2069592"/>
            <a:ext cx="124079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0" lvl="0" marL="722630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𝑍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44780" marR="0" rtl="0" algn="l">
              <a:lnSpc>
                <a:spcPct val="8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𝑇 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685800" marR="0" rtl="0" algn="l">
              <a:lnSpc>
                <a:spcPct val="10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𝑄/</a:t>
            </a:r>
            <a:r>
              <a:rPr i="1" lang="en-US" sz="1650">
                <a:solidFill>
                  <a:srgbClr val="252525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ν</a:t>
            </a:r>
            <a:endParaRPr sz="16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28" name="Google Shape;1928;p89"/>
          <p:cNvSpPr/>
          <p:nvPr/>
        </p:nvSpPr>
        <p:spPr>
          <a:xfrm>
            <a:off x="678180" y="2993135"/>
            <a:ext cx="4900422" cy="214045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90"/>
          <p:cNvSpPr/>
          <p:nvPr/>
        </p:nvSpPr>
        <p:spPr>
          <a:xfrm>
            <a:off x="9355949" y="6524434"/>
            <a:ext cx="8903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34" name="Google Shape;1934;p9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35" name="Google Shape;1935;p9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36" name="Google Shape;1936;p90"/>
          <p:cNvSpPr txBox="1"/>
          <p:nvPr/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37" name="Google Shape;1937;p90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38" name="Google Shape;1938;p90"/>
          <p:cNvSpPr/>
          <p:nvPr/>
        </p:nvSpPr>
        <p:spPr>
          <a:xfrm>
            <a:off x="682751" y="1805939"/>
            <a:ext cx="5398770" cy="10706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39" name="Google Shape;1939;p90"/>
          <p:cNvSpPr/>
          <p:nvPr/>
        </p:nvSpPr>
        <p:spPr>
          <a:xfrm>
            <a:off x="554736" y="1449324"/>
            <a:ext cx="2899410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91"/>
          <p:cNvSpPr/>
          <p:nvPr/>
        </p:nvSpPr>
        <p:spPr>
          <a:xfrm>
            <a:off x="9383431" y="6524434"/>
            <a:ext cx="6155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45" name="Google Shape;1945;p9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46" name="Google Shape;1946;p9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47" name="Google Shape;1947;p91"/>
          <p:cNvSpPr txBox="1"/>
          <p:nvPr/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48" name="Google Shape;1948;p9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949" name="Google Shape;1949;p91"/>
          <p:cNvGrpSpPr/>
          <p:nvPr/>
        </p:nvGrpSpPr>
        <p:grpSpPr>
          <a:xfrm>
            <a:off x="2470404" y="1839467"/>
            <a:ext cx="5041900" cy="3299460"/>
            <a:chOff x="2470404" y="1839467"/>
            <a:chExt cx="5041900" cy="3299460"/>
          </a:xfrm>
        </p:grpSpPr>
        <p:sp>
          <p:nvSpPr>
            <p:cNvPr id="1950" name="Google Shape;1950;p91"/>
            <p:cNvSpPr/>
            <p:nvPr/>
          </p:nvSpPr>
          <p:spPr>
            <a:xfrm>
              <a:off x="2470404" y="1839467"/>
              <a:ext cx="5041900" cy="3299460"/>
            </a:xfrm>
            <a:custGeom>
              <a:rect b="b" l="l" r="r" t="t"/>
              <a:pathLst>
                <a:path extrusionOk="0" h="3299460" w="5041900">
                  <a:moveTo>
                    <a:pt x="5041392" y="0"/>
                  </a:moveTo>
                  <a:lnTo>
                    <a:pt x="0" y="0"/>
                  </a:lnTo>
                  <a:lnTo>
                    <a:pt x="0" y="3299460"/>
                  </a:lnTo>
                  <a:lnTo>
                    <a:pt x="5041392" y="3299460"/>
                  </a:lnTo>
                  <a:lnTo>
                    <a:pt x="504139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1" name="Google Shape;1951;p91"/>
            <p:cNvSpPr/>
            <p:nvPr/>
          </p:nvSpPr>
          <p:spPr>
            <a:xfrm>
              <a:off x="5286755" y="3939539"/>
              <a:ext cx="412241" cy="13030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2" name="Google Shape;1952;p91"/>
            <p:cNvSpPr/>
            <p:nvPr/>
          </p:nvSpPr>
          <p:spPr>
            <a:xfrm>
              <a:off x="6033516" y="3474719"/>
              <a:ext cx="412241" cy="128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3" name="Google Shape;1953;p91"/>
            <p:cNvSpPr/>
            <p:nvPr/>
          </p:nvSpPr>
          <p:spPr>
            <a:xfrm>
              <a:off x="5623560" y="2872739"/>
              <a:ext cx="514350" cy="13030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4" name="Google Shape;1954;p91"/>
            <p:cNvSpPr/>
            <p:nvPr/>
          </p:nvSpPr>
          <p:spPr>
            <a:xfrm>
              <a:off x="3608832" y="2851378"/>
              <a:ext cx="598182" cy="34521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5" name="Google Shape;1955;p91"/>
            <p:cNvSpPr/>
            <p:nvPr/>
          </p:nvSpPr>
          <p:spPr>
            <a:xfrm>
              <a:off x="2818638" y="3062477"/>
              <a:ext cx="4342130" cy="1333500"/>
            </a:xfrm>
            <a:custGeom>
              <a:rect b="b" l="l" r="r" t="t"/>
              <a:pathLst>
                <a:path extrusionOk="0" h="1333500" w="4342130">
                  <a:moveTo>
                    <a:pt x="4341876" y="1333500"/>
                  </a:moveTo>
                  <a:lnTo>
                    <a:pt x="4272548" y="1331715"/>
                  </a:lnTo>
                  <a:lnTo>
                    <a:pt x="4204889" y="1328036"/>
                  </a:lnTo>
                  <a:lnTo>
                    <a:pt x="4138871" y="1322526"/>
                  </a:lnTo>
                  <a:lnTo>
                    <a:pt x="4074467" y="1315246"/>
                  </a:lnTo>
                  <a:lnTo>
                    <a:pt x="4011649" y="1306258"/>
                  </a:lnTo>
                  <a:lnTo>
                    <a:pt x="3950392" y="1295627"/>
                  </a:lnTo>
                  <a:lnTo>
                    <a:pt x="3890667" y="1283412"/>
                  </a:lnTo>
                  <a:lnTo>
                    <a:pt x="3832448" y="1269678"/>
                  </a:lnTo>
                  <a:lnTo>
                    <a:pt x="3775708" y="1254487"/>
                  </a:lnTo>
                  <a:lnTo>
                    <a:pt x="3720419" y="1237901"/>
                  </a:lnTo>
                  <a:lnTo>
                    <a:pt x="3666554" y="1219982"/>
                  </a:lnTo>
                  <a:lnTo>
                    <a:pt x="3614087" y="1200792"/>
                  </a:lnTo>
                  <a:lnTo>
                    <a:pt x="3562990" y="1180395"/>
                  </a:lnTo>
                  <a:lnTo>
                    <a:pt x="3513236" y="1158853"/>
                  </a:lnTo>
                  <a:lnTo>
                    <a:pt x="3464798" y="1136228"/>
                  </a:lnTo>
                  <a:lnTo>
                    <a:pt x="3417649" y="1112582"/>
                  </a:lnTo>
                  <a:lnTo>
                    <a:pt x="3371762" y="1087978"/>
                  </a:lnTo>
                  <a:lnTo>
                    <a:pt x="3327110" y="1062479"/>
                  </a:lnTo>
                  <a:lnTo>
                    <a:pt x="3283665" y="1036146"/>
                  </a:lnTo>
                  <a:lnTo>
                    <a:pt x="3241402" y="1009042"/>
                  </a:lnTo>
                  <a:lnTo>
                    <a:pt x="3200291" y="981230"/>
                  </a:lnTo>
                  <a:lnTo>
                    <a:pt x="3160307" y="952771"/>
                  </a:lnTo>
                  <a:lnTo>
                    <a:pt x="3121423" y="923730"/>
                  </a:lnTo>
                  <a:lnTo>
                    <a:pt x="3083611" y="894167"/>
                  </a:lnTo>
                  <a:lnTo>
                    <a:pt x="3046844" y="864145"/>
                  </a:lnTo>
                  <a:lnTo>
                    <a:pt x="3011095" y="833726"/>
                  </a:lnTo>
                  <a:lnTo>
                    <a:pt x="2976337" y="802974"/>
                  </a:lnTo>
                  <a:lnTo>
                    <a:pt x="2942543" y="771950"/>
                  </a:lnTo>
                  <a:lnTo>
                    <a:pt x="2909686" y="740718"/>
                  </a:lnTo>
                  <a:lnTo>
                    <a:pt x="2877739" y="709338"/>
                  </a:lnTo>
                  <a:lnTo>
                    <a:pt x="2846674" y="677874"/>
                  </a:lnTo>
                  <a:lnTo>
                    <a:pt x="2816465" y="646388"/>
                  </a:lnTo>
                  <a:lnTo>
                    <a:pt x="2787085" y="614943"/>
                  </a:lnTo>
                  <a:lnTo>
                    <a:pt x="2758506" y="583600"/>
                  </a:lnTo>
                  <a:lnTo>
                    <a:pt x="2730701" y="552423"/>
                  </a:lnTo>
                  <a:lnTo>
                    <a:pt x="2703644" y="521474"/>
                  </a:lnTo>
                  <a:lnTo>
                    <a:pt x="2677306" y="490815"/>
                  </a:lnTo>
                  <a:lnTo>
                    <a:pt x="2651662" y="460508"/>
                  </a:lnTo>
                  <a:lnTo>
                    <a:pt x="2626684" y="430617"/>
                  </a:lnTo>
                  <a:lnTo>
                    <a:pt x="2602345" y="401203"/>
                  </a:lnTo>
                  <a:lnTo>
                    <a:pt x="2555475" y="344057"/>
                  </a:lnTo>
                  <a:lnTo>
                    <a:pt x="2532890" y="316449"/>
                  </a:lnTo>
                  <a:lnTo>
                    <a:pt x="2510835" y="289569"/>
                  </a:lnTo>
                  <a:lnTo>
                    <a:pt x="2468210" y="238239"/>
                  </a:lnTo>
                  <a:lnTo>
                    <a:pt x="2427382" y="190567"/>
                  </a:lnTo>
                  <a:lnTo>
                    <a:pt x="2388134" y="147051"/>
                  </a:lnTo>
                  <a:lnTo>
                    <a:pt x="2350250" y="108191"/>
                  </a:lnTo>
                  <a:lnTo>
                    <a:pt x="2313514" y="74487"/>
                  </a:lnTo>
                  <a:lnTo>
                    <a:pt x="2277708" y="46437"/>
                  </a:lnTo>
                  <a:lnTo>
                    <a:pt x="2242616" y="24540"/>
                  </a:lnTo>
                  <a:lnTo>
                    <a:pt x="2190842" y="4327"/>
                  </a:lnTo>
                  <a:lnTo>
                    <a:pt x="2156587" y="0"/>
                  </a:lnTo>
                  <a:lnTo>
                    <a:pt x="2139846" y="690"/>
                  </a:lnTo>
                  <a:lnTo>
                    <a:pt x="2090690" y="13311"/>
                  </a:lnTo>
                  <a:lnTo>
                    <a:pt x="2042383" y="40582"/>
                  </a:lnTo>
                  <a:lnTo>
                    <a:pt x="2010171" y="66157"/>
                  </a:lnTo>
                  <a:lnTo>
                    <a:pt x="1977620" y="97124"/>
                  </a:lnTo>
                  <a:lnTo>
                    <a:pt x="1944444" y="133036"/>
                  </a:lnTo>
                  <a:lnTo>
                    <a:pt x="1910355" y="173445"/>
                  </a:lnTo>
                  <a:lnTo>
                    <a:pt x="1875068" y="217904"/>
                  </a:lnTo>
                  <a:lnTo>
                    <a:pt x="1838296" y="265966"/>
                  </a:lnTo>
                  <a:lnTo>
                    <a:pt x="1799752" y="317183"/>
                  </a:lnTo>
                  <a:lnTo>
                    <a:pt x="1779727" y="343835"/>
                  </a:lnTo>
                  <a:lnTo>
                    <a:pt x="1737990" y="398944"/>
                  </a:lnTo>
                  <a:lnTo>
                    <a:pt x="1693765" y="456090"/>
                  </a:lnTo>
                  <a:lnTo>
                    <a:pt x="1646767" y="514825"/>
                  </a:lnTo>
                  <a:lnTo>
                    <a:pt x="1622138" y="544648"/>
                  </a:lnTo>
                  <a:lnTo>
                    <a:pt x="1596708" y="574700"/>
                  </a:lnTo>
                  <a:lnTo>
                    <a:pt x="1570442" y="604926"/>
                  </a:lnTo>
                  <a:lnTo>
                    <a:pt x="1543304" y="635269"/>
                  </a:lnTo>
                  <a:lnTo>
                    <a:pt x="1515257" y="665674"/>
                  </a:lnTo>
                  <a:lnTo>
                    <a:pt x="1486266" y="696084"/>
                  </a:lnTo>
                  <a:lnTo>
                    <a:pt x="1456295" y="726444"/>
                  </a:lnTo>
                  <a:lnTo>
                    <a:pt x="1425309" y="756698"/>
                  </a:lnTo>
                  <a:lnTo>
                    <a:pt x="1393271" y="786789"/>
                  </a:lnTo>
                  <a:lnTo>
                    <a:pt x="1360146" y="816662"/>
                  </a:lnTo>
                  <a:lnTo>
                    <a:pt x="1325898" y="846261"/>
                  </a:lnTo>
                  <a:lnTo>
                    <a:pt x="1290491" y="875529"/>
                  </a:lnTo>
                  <a:lnTo>
                    <a:pt x="1253890" y="904412"/>
                  </a:lnTo>
                  <a:lnTo>
                    <a:pt x="1216058" y="932853"/>
                  </a:lnTo>
                  <a:lnTo>
                    <a:pt x="1176960" y="960795"/>
                  </a:lnTo>
                  <a:lnTo>
                    <a:pt x="1136560" y="988184"/>
                  </a:lnTo>
                  <a:lnTo>
                    <a:pt x="1094822" y="1014963"/>
                  </a:lnTo>
                  <a:lnTo>
                    <a:pt x="1051710" y="1041077"/>
                  </a:lnTo>
                  <a:lnTo>
                    <a:pt x="1007189" y="1066468"/>
                  </a:lnTo>
                  <a:lnTo>
                    <a:pt x="961223" y="1091082"/>
                  </a:lnTo>
                  <a:lnTo>
                    <a:pt x="913776" y="1114863"/>
                  </a:lnTo>
                  <a:lnTo>
                    <a:pt x="864811" y="1137754"/>
                  </a:lnTo>
                  <a:lnTo>
                    <a:pt x="814295" y="1159699"/>
                  </a:lnTo>
                  <a:lnTo>
                    <a:pt x="762190" y="1180643"/>
                  </a:lnTo>
                  <a:lnTo>
                    <a:pt x="708460" y="1200530"/>
                  </a:lnTo>
                  <a:lnTo>
                    <a:pt x="653071" y="1219303"/>
                  </a:lnTo>
                  <a:lnTo>
                    <a:pt x="595986" y="1236907"/>
                  </a:lnTo>
                  <a:lnTo>
                    <a:pt x="537169" y="1253286"/>
                  </a:lnTo>
                  <a:lnTo>
                    <a:pt x="476585" y="1268384"/>
                  </a:lnTo>
                  <a:lnTo>
                    <a:pt x="414197" y="1282145"/>
                  </a:lnTo>
                  <a:lnTo>
                    <a:pt x="349971" y="1294513"/>
                  </a:lnTo>
                  <a:lnTo>
                    <a:pt x="283869" y="1305432"/>
                  </a:lnTo>
                  <a:lnTo>
                    <a:pt x="215857" y="1314846"/>
                  </a:lnTo>
                  <a:lnTo>
                    <a:pt x="145899" y="1322699"/>
                  </a:lnTo>
                  <a:lnTo>
                    <a:pt x="73958" y="1328936"/>
                  </a:lnTo>
                  <a:lnTo>
                    <a:pt x="0" y="1333500"/>
                  </a:lnTo>
                </a:path>
              </a:pathLst>
            </a:custGeom>
            <a:noFill/>
            <a:ln cap="flat" cmpd="sng" w="2895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6" name="Google Shape;1956;p91"/>
            <p:cNvSpPr/>
            <p:nvPr/>
          </p:nvSpPr>
          <p:spPr>
            <a:xfrm>
              <a:off x="2818638" y="2836925"/>
              <a:ext cx="4342130" cy="1602105"/>
            </a:xfrm>
            <a:custGeom>
              <a:rect b="b" l="l" r="r" t="t"/>
              <a:pathLst>
                <a:path extrusionOk="0" h="1602104" w="4342130">
                  <a:moveTo>
                    <a:pt x="4341876" y="1601724"/>
                  </a:moveTo>
                  <a:lnTo>
                    <a:pt x="4279325" y="1596128"/>
                  </a:lnTo>
                  <a:lnTo>
                    <a:pt x="4218374" y="1588888"/>
                  </a:lnTo>
                  <a:lnTo>
                    <a:pt x="4158993" y="1580056"/>
                  </a:lnTo>
                  <a:lnTo>
                    <a:pt x="4101149" y="1569680"/>
                  </a:lnTo>
                  <a:lnTo>
                    <a:pt x="4044814" y="1557812"/>
                  </a:lnTo>
                  <a:lnTo>
                    <a:pt x="3989957" y="1544502"/>
                  </a:lnTo>
                  <a:lnTo>
                    <a:pt x="3936546" y="1529800"/>
                  </a:lnTo>
                  <a:lnTo>
                    <a:pt x="3884552" y="1513757"/>
                  </a:lnTo>
                  <a:lnTo>
                    <a:pt x="3833944" y="1496423"/>
                  </a:lnTo>
                  <a:lnTo>
                    <a:pt x="3784692" y="1477849"/>
                  </a:lnTo>
                  <a:lnTo>
                    <a:pt x="3736764" y="1458084"/>
                  </a:lnTo>
                  <a:lnTo>
                    <a:pt x="3690131" y="1437180"/>
                  </a:lnTo>
                  <a:lnTo>
                    <a:pt x="3644763" y="1415187"/>
                  </a:lnTo>
                  <a:lnTo>
                    <a:pt x="3600627" y="1392155"/>
                  </a:lnTo>
                  <a:lnTo>
                    <a:pt x="3557695" y="1368135"/>
                  </a:lnTo>
                  <a:lnTo>
                    <a:pt x="3515935" y="1343177"/>
                  </a:lnTo>
                  <a:lnTo>
                    <a:pt x="3475318" y="1317331"/>
                  </a:lnTo>
                  <a:lnTo>
                    <a:pt x="3435811" y="1290648"/>
                  </a:lnTo>
                  <a:lnTo>
                    <a:pt x="3397386" y="1263179"/>
                  </a:lnTo>
                  <a:lnTo>
                    <a:pt x="3360011" y="1234973"/>
                  </a:lnTo>
                  <a:lnTo>
                    <a:pt x="3323657" y="1206081"/>
                  </a:lnTo>
                  <a:lnTo>
                    <a:pt x="3288292" y="1176554"/>
                  </a:lnTo>
                  <a:lnTo>
                    <a:pt x="3253886" y="1146441"/>
                  </a:lnTo>
                  <a:lnTo>
                    <a:pt x="3220408" y="1115794"/>
                  </a:lnTo>
                  <a:lnTo>
                    <a:pt x="3187828" y="1084663"/>
                  </a:lnTo>
                  <a:lnTo>
                    <a:pt x="3156116" y="1053098"/>
                  </a:lnTo>
                  <a:lnTo>
                    <a:pt x="3125241" y="1021150"/>
                  </a:lnTo>
                  <a:lnTo>
                    <a:pt x="3095172" y="988868"/>
                  </a:lnTo>
                  <a:lnTo>
                    <a:pt x="3065880" y="956304"/>
                  </a:lnTo>
                  <a:lnTo>
                    <a:pt x="3037333" y="923508"/>
                  </a:lnTo>
                  <a:lnTo>
                    <a:pt x="3009500" y="890530"/>
                  </a:lnTo>
                  <a:lnTo>
                    <a:pt x="2982353" y="857421"/>
                  </a:lnTo>
                  <a:lnTo>
                    <a:pt x="2955859" y="824230"/>
                  </a:lnTo>
                  <a:lnTo>
                    <a:pt x="2929989" y="791009"/>
                  </a:lnTo>
                  <a:lnTo>
                    <a:pt x="2904712" y="757808"/>
                  </a:lnTo>
                  <a:lnTo>
                    <a:pt x="2879997" y="724678"/>
                  </a:lnTo>
                  <a:lnTo>
                    <a:pt x="2855814" y="691668"/>
                  </a:lnTo>
                  <a:lnTo>
                    <a:pt x="2832133" y="658829"/>
                  </a:lnTo>
                  <a:lnTo>
                    <a:pt x="2808923" y="626212"/>
                  </a:lnTo>
                  <a:lnTo>
                    <a:pt x="2786153" y="593866"/>
                  </a:lnTo>
                  <a:lnTo>
                    <a:pt x="2763793" y="561843"/>
                  </a:lnTo>
                  <a:lnTo>
                    <a:pt x="2741813" y="530193"/>
                  </a:lnTo>
                  <a:lnTo>
                    <a:pt x="2720181" y="498966"/>
                  </a:lnTo>
                  <a:lnTo>
                    <a:pt x="2698868" y="468212"/>
                  </a:lnTo>
                  <a:lnTo>
                    <a:pt x="2657076" y="408328"/>
                  </a:lnTo>
                  <a:lnTo>
                    <a:pt x="2616191" y="350942"/>
                  </a:lnTo>
                  <a:lnTo>
                    <a:pt x="2575970" y="296460"/>
                  </a:lnTo>
                  <a:lnTo>
                    <a:pt x="2536169" y="245283"/>
                  </a:lnTo>
                  <a:lnTo>
                    <a:pt x="2496544" y="197815"/>
                  </a:lnTo>
                  <a:lnTo>
                    <a:pt x="2456850" y="154460"/>
                  </a:lnTo>
                  <a:lnTo>
                    <a:pt x="2416844" y="115621"/>
                  </a:lnTo>
                  <a:lnTo>
                    <a:pt x="2376282" y="81700"/>
                  </a:lnTo>
                  <a:lnTo>
                    <a:pt x="2334920" y="53102"/>
                  </a:lnTo>
                  <a:lnTo>
                    <a:pt x="2292513" y="30230"/>
                  </a:lnTo>
                  <a:lnTo>
                    <a:pt x="2248818" y="13486"/>
                  </a:lnTo>
                  <a:lnTo>
                    <a:pt x="2203590" y="3275"/>
                  </a:lnTo>
                  <a:lnTo>
                    <a:pt x="2156587" y="0"/>
                  </a:lnTo>
                  <a:lnTo>
                    <a:pt x="2132892" y="1046"/>
                  </a:lnTo>
                  <a:lnTo>
                    <a:pt x="2087152" y="8295"/>
                  </a:lnTo>
                  <a:lnTo>
                    <a:pt x="2043385" y="22094"/>
                  </a:lnTo>
                  <a:lnTo>
                    <a:pt x="2001322" y="42053"/>
                  </a:lnTo>
                  <a:lnTo>
                    <a:pt x="1960690" y="67785"/>
                  </a:lnTo>
                  <a:lnTo>
                    <a:pt x="1921220" y="98899"/>
                  </a:lnTo>
                  <a:lnTo>
                    <a:pt x="1882640" y="135008"/>
                  </a:lnTo>
                  <a:lnTo>
                    <a:pt x="1844680" y="175722"/>
                  </a:lnTo>
                  <a:lnTo>
                    <a:pt x="1807069" y="220653"/>
                  </a:lnTo>
                  <a:lnTo>
                    <a:pt x="1769535" y="269411"/>
                  </a:lnTo>
                  <a:lnTo>
                    <a:pt x="1731809" y="321609"/>
                  </a:lnTo>
                  <a:lnTo>
                    <a:pt x="1693619" y="376856"/>
                  </a:lnTo>
                  <a:lnTo>
                    <a:pt x="1654694" y="434765"/>
                  </a:lnTo>
                  <a:lnTo>
                    <a:pt x="1614765" y="494946"/>
                  </a:lnTo>
                  <a:lnTo>
                    <a:pt x="1594338" y="525767"/>
                  </a:lnTo>
                  <a:lnTo>
                    <a:pt x="1552393" y="588628"/>
                  </a:lnTo>
                  <a:lnTo>
                    <a:pt x="1530806" y="620570"/>
                  </a:lnTo>
                  <a:lnTo>
                    <a:pt x="1508765" y="652789"/>
                  </a:lnTo>
                  <a:lnTo>
                    <a:pt x="1486235" y="685235"/>
                  </a:lnTo>
                  <a:lnTo>
                    <a:pt x="1463184" y="717861"/>
                  </a:lnTo>
                  <a:lnTo>
                    <a:pt x="1439576" y="750617"/>
                  </a:lnTo>
                  <a:lnTo>
                    <a:pt x="1415379" y="783456"/>
                  </a:lnTo>
                  <a:lnTo>
                    <a:pt x="1390558" y="816327"/>
                  </a:lnTo>
                  <a:lnTo>
                    <a:pt x="1365079" y="849184"/>
                  </a:lnTo>
                  <a:lnTo>
                    <a:pt x="1338909" y="881977"/>
                  </a:lnTo>
                  <a:lnTo>
                    <a:pt x="1312014" y="914657"/>
                  </a:lnTo>
                  <a:lnTo>
                    <a:pt x="1284359" y="947177"/>
                  </a:lnTo>
                  <a:lnTo>
                    <a:pt x="1255912" y="979486"/>
                  </a:lnTo>
                  <a:lnTo>
                    <a:pt x="1226637" y="1011538"/>
                  </a:lnTo>
                  <a:lnTo>
                    <a:pt x="1196502" y="1043283"/>
                  </a:lnTo>
                  <a:lnTo>
                    <a:pt x="1165473" y="1074672"/>
                  </a:lnTo>
                  <a:lnTo>
                    <a:pt x="1133515" y="1105658"/>
                  </a:lnTo>
                  <a:lnTo>
                    <a:pt x="1100595" y="1136190"/>
                  </a:lnTo>
                  <a:lnTo>
                    <a:pt x="1066679" y="1166222"/>
                  </a:lnTo>
                  <a:lnTo>
                    <a:pt x="1031733" y="1195704"/>
                  </a:lnTo>
                  <a:lnTo>
                    <a:pt x="995723" y="1224587"/>
                  </a:lnTo>
                  <a:lnTo>
                    <a:pt x="958616" y="1252823"/>
                  </a:lnTo>
                  <a:lnTo>
                    <a:pt x="920377" y="1280363"/>
                  </a:lnTo>
                  <a:lnTo>
                    <a:pt x="880972" y="1307160"/>
                  </a:lnTo>
                  <a:lnTo>
                    <a:pt x="840369" y="1333163"/>
                  </a:lnTo>
                  <a:lnTo>
                    <a:pt x="798532" y="1358325"/>
                  </a:lnTo>
                  <a:lnTo>
                    <a:pt x="755429" y="1382597"/>
                  </a:lnTo>
                  <a:lnTo>
                    <a:pt x="711025" y="1405930"/>
                  </a:lnTo>
                  <a:lnTo>
                    <a:pt x="665286" y="1428276"/>
                  </a:lnTo>
                  <a:lnTo>
                    <a:pt x="618179" y="1449585"/>
                  </a:lnTo>
                  <a:lnTo>
                    <a:pt x="569669" y="1469811"/>
                  </a:lnTo>
                  <a:lnTo>
                    <a:pt x="519724" y="1488903"/>
                  </a:lnTo>
                  <a:lnTo>
                    <a:pt x="468308" y="1506814"/>
                  </a:lnTo>
                  <a:lnTo>
                    <a:pt x="415388" y="1523494"/>
                  </a:lnTo>
                  <a:lnTo>
                    <a:pt x="360931" y="1538895"/>
                  </a:lnTo>
                  <a:lnTo>
                    <a:pt x="304902" y="1552969"/>
                  </a:lnTo>
                  <a:lnTo>
                    <a:pt x="247268" y="1565667"/>
                  </a:lnTo>
                  <a:lnTo>
                    <a:pt x="187994" y="1576939"/>
                  </a:lnTo>
                  <a:lnTo>
                    <a:pt x="127048" y="1586739"/>
                  </a:lnTo>
                  <a:lnTo>
                    <a:pt x="64394" y="1595017"/>
                  </a:lnTo>
                  <a:lnTo>
                    <a:pt x="0" y="1601724"/>
                  </a:lnTo>
                </a:path>
              </a:pathLst>
            </a:custGeom>
            <a:noFill/>
            <a:ln cap="flat" cmpd="sng" w="28950">
              <a:solidFill>
                <a:srgbClr val="13299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7" name="Google Shape;1957;p91"/>
            <p:cNvSpPr/>
            <p:nvPr/>
          </p:nvSpPr>
          <p:spPr>
            <a:xfrm>
              <a:off x="2818638" y="2736341"/>
              <a:ext cx="4342130" cy="1754505"/>
            </a:xfrm>
            <a:custGeom>
              <a:rect b="b" l="l" r="r" t="t"/>
              <a:pathLst>
                <a:path extrusionOk="0" h="1754504" w="4342130">
                  <a:moveTo>
                    <a:pt x="4341876" y="1754124"/>
                  </a:moveTo>
                  <a:lnTo>
                    <a:pt x="4289986" y="1752591"/>
                  </a:lnTo>
                  <a:lnTo>
                    <a:pt x="4239095" y="1749054"/>
                  </a:lnTo>
                  <a:lnTo>
                    <a:pt x="4189188" y="1743569"/>
                  </a:lnTo>
                  <a:lnTo>
                    <a:pt x="4140245" y="1736195"/>
                  </a:lnTo>
                  <a:lnTo>
                    <a:pt x="4092251" y="1726990"/>
                  </a:lnTo>
                  <a:lnTo>
                    <a:pt x="4045188" y="1716014"/>
                  </a:lnTo>
                  <a:lnTo>
                    <a:pt x="3999038" y="1703324"/>
                  </a:lnTo>
                  <a:lnTo>
                    <a:pt x="3953784" y="1688979"/>
                  </a:lnTo>
                  <a:lnTo>
                    <a:pt x="3909409" y="1673037"/>
                  </a:lnTo>
                  <a:lnTo>
                    <a:pt x="3865897" y="1655557"/>
                  </a:lnTo>
                  <a:lnTo>
                    <a:pt x="3823228" y="1636597"/>
                  </a:lnTo>
                  <a:lnTo>
                    <a:pt x="3781387" y="1616215"/>
                  </a:lnTo>
                  <a:lnTo>
                    <a:pt x="3740357" y="1594470"/>
                  </a:lnTo>
                  <a:lnTo>
                    <a:pt x="3700119" y="1571421"/>
                  </a:lnTo>
                  <a:lnTo>
                    <a:pt x="3660656" y="1547125"/>
                  </a:lnTo>
                  <a:lnTo>
                    <a:pt x="3621953" y="1521641"/>
                  </a:lnTo>
                  <a:lnTo>
                    <a:pt x="3583990" y="1495028"/>
                  </a:lnTo>
                  <a:lnTo>
                    <a:pt x="3546751" y="1467344"/>
                  </a:lnTo>
                  <a:lnTo>
                    <a:pt x="3510218" y="1438647"/>
                  </a:lnTo>
                  <a:lnTo>
                    <a:pt x="3474375" y="1408997"/>
                  </a:lnTo>
                  <a:lnTo>
                    <a:pt x="3439205" y="1378450"/>
                  </a:lnTo>
                  <a:lnTo>
                    <a:pt x="3404689" y="1347066"/>
                  </a:lnTo>
                  <a:lnTo>
                    <a:pt x="3370811" y="1314903"/>
                  </a:lnTo>
                  <a:lnTo>
                    <a:pt x="3337553" y="1282019"/>
                  </a:lnTo>
                  <a:lnTo>
                    <a:pt x="3304898" y="1248474"/>
                  </a:lnTo>
                  <a:lnTo>
                    <a:pt x="3272830" y="1214325"/>
                  </a:lnTo>
                  <a:lnTo>
                    <a:pt x="3241330" y="1179630"/>
                  </a:lnTo>
                  <a:lnTo>
                    <a:pt x="3210381" y="1144449"/>
                  </a:lnTo>
                  <a:lnTo>
                    <a:pt x="3179967" y="1108839"/>
                  </a:lnTo>
                  <a:lnTo>
                    <a:pt x="3150069" y="1072859"/>
                  </a:lnTo>
                  <a:lnTo>
                    <a:pt x="3120672" y="1036567"/>
                  </a:lnTo>
                  <a:lnTo>
                    <a:pt x="3091756" y="1000023"/>
                  </a:lnTo>
                  <a:lnTo>
                    <a:pt x="3063306" y="963283"/>
                  </a:lnTo>
                  <a:lnTo>
                    <a:pt x="3035305" y="926407"/>
                  </a:lnTo>
                  <a:lnTo>
                    <a:pt x="3007733" y="889453"/>
                  </a:lnTo>
                  <a:lnTo>
                    <a:pt x="2980576" y="852480"/>
                  </a:lnTo>
                  <a:lnTo>
                    <a:pt x="2953814" y="815546"/>
                  </a:lnTo>
                  <a:lnTo>
                    <a:pt x="2927432" y="778708"/>
                  </a:lnTo>
                  <a:lnTo>
                    <a:pt x="2901411" y="742027"/>
                  </a:lnTo>
                  <a:lnTo>
                    <a:pt x="2875735" y="705560"/>
                  </a:lnTo>
                  <a:lnTo>
                    <a:pt x="2850386" y="669365"/>
                  </a:lnTo>
                  <a:lnTo>
                    <a:pt x="2825347" y="633501"/>
                  </a:lnTo>
                  <a:lnTo>
                    <a:pt x="2800601" y="598027"/>
                  </a:lnTo>
                  <a:lnTo>
                    <a:pt x="2776131" y="563000"/>
                  </a:lnTo>
                  <a:lnTo>
                    <a:pt x="2751919" y="528480"/>
                  </a:lnTo>
                  <a:lnTo>
                    <a:pt x="2727948" y="494524"/>
                  </a:lnTo>
                  <a:lnTo>
                    <a:pt x="2704201" y="461191"/>
                  </a:lnTo>
                  <a:lnTo>
                    <a:pt x="2680660" y="428540"/>
                  </a:lnTo>
                  <a:lnTo>
                    <a:pt x="2657309" y="396628"/>
                  </a:lnTo>
                  <a:lnTo>
                    <a:pt x="2634130" y="365515"/>
                  </a:lnTo>
                  <a:lnTo>
                    <a:pt x="2588219" y="305917"/>
                  </a:lnTo>
                  <a:lnTo>
                    <a:pt x="2542789" y="250214"/>
                  </a:lnTo>
                  <a:lnTo>
                    <a:pt x="2497704" y="198872"/>
                  </a:lnTo>
                  <a:lnTo>
                    <a:pt x="2452823" y="152358"/>
                  </a:lnTo>
                  <a:lnTo>
                    <a:pt x="2408011" y="111141"/>
                  </a:lnTo>
                  <a:lnTo>
                    <a:pt x="2363128" y="75688"/>
                  </a:lnTo>
                  <a:lnTo>
                    <a:pt x="2318037" y="46465"/>
                  </a:lnTo>
                  <a:lnTo>
                    <a:pt x="2272599" y="23940"/>
                  </a:lnTo>
                  <a:lnTo>
                    <a:pt x="2226678" y="8581"/>
                  </a:lnTo>
                  <a:lnTo>
                    <a:pt x="2180135" y="854"/>
                  </a:lnTo>
                  <a:lnTo>
                    <a:pt x="2156587" y="0"/>
                  </a:lnTo>
                  <a:lnTo>
                    <a:pt x="2133101" y="1190"/>
                  </a:lnTo>
                  <a:lnTo>
                    <a:pt x="2087045" y="9479"/>
                  </a:lnTo>
                  <a:lnTo>
                    <a:pt x="2042061" y="25263"/>
                  </a:lnTo>
                  <a:lnTo>
                    <a:pt x="1997971" y="48085"/>
                  </a:lnTo>
                  <a:lnTo>
                    <a:pt x="1954600" y="77488"/>
                  </a:lnTo>
                  <a:lnTo>
                    <a:pt x="1911769" y="113012"/>
                  </a:lnTo>
                  <a:lnTo>
                    <a:pt x="1869301" y="154200"/>
                  </a:lnTo>
                  <a:lnTo>
                    <a:pt x="1827020" y="200594"/>
                  </a:lnTo>
                  <a:lnTo>
                    <a:pt x="1784749" y="251736"/>
                  </a:lnTo>
                  <a:lnTo>
                    <a:pt x="1742310" y="307169"/>
                  </a:lnTo>
                  <a:lnTo>
                    <a:pt x="1699526" y="366434"/>
                  </a:lnTo>
                  <a:lnTo>
                    <a:pt x="1656221" y="429073"/>
                  </a:lnTo>
                  <a:lnTo>
                    <a:pt x="1634317" y="461515"/>
                  </a:lnTo>
                  <a:lnTo>
                    <a:pt x="1612217" y="494629"/>
                  </a:lnTo>
                  <a:lnTo>
                    <a:pt x="1589897" y="528357"/>
                  </a:lnTo>
                  <a:lnTo>
                    <a:pt x="1567337" y="562643"/>
                  </a:lnTo>
                  <a:lnTo>
                    <a:pt x="1544513" y="597429"/>
                  </a:lnTo>
                  <a:lnTo>
                    <a:pt x="1521404" y="632658"/>
                  </a:lnTo>
                  <a:lnTo>
                    <a:pt x="1497987" y="668273"/>
                  </a:lnTo>
                  <a:lnTo>
                    <a:pt x="1474241" y="704216"/>
                  </a:lnTo>
                  <a:lnTo>
                    <a:pt x="1450142" y="740430"/>
                  </a:lnTo>
                  <a:lnTo>
                    <a:pt x="1425670" y="776858"/>
                  </a:lnTo>
                  <a:lnTo>
                    <a:pt x="1400802" y="813443"/>
                  </a:lnTo>
                  <a:lnTo>
                    <a:pt x="1375516" y="850127"/>
                  </a:lnTo>
                  <a:lnTo>
                    <a:pt x="1349790" y="886854"/>
                  </a:lnTo>
                  <a:lnTo>
                    <a:pt x="1323601" y="923566"/>
                  </a:lnTo>
                  <a:lnTo>
                    <a:pt x="1296927" y="960205"/>
                  </a:lnTo>
                  <a:lnTo>
                    <a:pt x="1269747" y="996715"/>
                  </a:lnTo>
                  <a:lnTo>
                    <a:pt x="1242038" y="1033038"/>
                  </a:lnTo>
                  <a:lnTo>
                    <a:pt x="1213778" y="1069117"/>
                  </a:lnTo>
                  <a:lnTo>
                    <a:pt x="1184945" y="1104895"/>
                  </a:lnTo>
                  <a:lnTo>
                    <a:pt x="1155517" y="1140314"/>
                  </a:lnTo>
                  <a:lnTo>
                    <a:pt x="1125471" y="1175318"/>
                  </a:lnTo>
                  <a:lnTo>
                    <a:pt x="1094786" y="1209848"/>
                  </a:lnTo>
                  <a:lnTo>
                    <a:pt x="1063439" y="1243849"/>
                  </a:lnTo>
                  <a:lnTo>
                    <a:pt x="1031409" y="1277262"/>
                  </a:lnTo>
                  <a:lnTo>
                    <a:pt x="998672" y="1310030"/>
                  </a:lnTo>
                  <a:lnTo>
                    <a:pt x="965208" y="1342097"/>
                  </a:lnTo>
                  <a:lnTo>
                    <a:pt x="930993" y="1373404"/>
                  </a:lnTo>
                  <a:lnTo>
                    <a:pt x="896006" y="1403895"/>
                  </a:lnTo>
                  <a:lnTo>
                    <a:pt x="860225" y="1433513"/>
                  </a:lnTo>
                  <a:lnTo>
                    <a:pt x="823627" y="1462199"/>
                  </a:lnTo>
                  <a:lnTo>
                    <a:pt x="786190" y="1489898"/>
                  </a:lnTo>
                  <a:lnTo>
                    <a:pt x="747893" y="1516551"/>
                  </a:lnTo>
                  <a:lnTo>
                    <a:pt x="708712" y="1542101"/>
                  </a:lnTo>
                  <a:lnTo>
                    <a:pt x="668627" y="1566492"/>
                  </a:lnTo>
                  <a:lnTo>
                    <a:pt x="627614" y="1589666"/>
                  </a:lnTo>
                  <a:lnTo>
                    <a:pt x="585652" y="1611565"/>
                  </a:lnTo>
                  <a:lnTo>
                    <a:pt x="542718" y="1632132"/>
                  </a:lnTo>
                  <a:lnTo>
                    <a:pt x="498791" y="1651311"/>
                  </a:lnTo>
                  <a:lnTo>
                    <a:pt x="453848" y="1669044"/>
                  </a:lnTo>
                  <a:lnTo>
                    <a:pt x="407867" y="1685274"/>
                  </a:lnTo>
                  <a:lnTo>
                    <a:pt x="360826" y="1699943"/>
                  </a:lnTo>
                  <a:lnTo>
                    <a:pt x="312703" y="1712994"/>
                  </a:lnTo>
                  <a:lnTo>
                    <a:pt x="263476" y="1724370"/>
                  </a:lnTo>
                  <a:lnTo>
                    <a:pt x="213122" y="1734015"/>
                  </a:lnTo>
                  <a:lnTo>
                    <a:pt x="161619" y="1741869"/>
                  </a:lnTo>
                  <a:lnTo>
                    <a:pt x="108946" y="1747877"/>
                  </a:lnTo>
                  <a:lnTo>
                    <a:pt x="55080" y="1751981"/>
                  </a:lnTo>
                  <a:lnTo>
                    <a:pt x="0" y="1754124"/>
                  </a:lnTo>
                </a:path>
              </a:pathLst>
            </a:custGeom>
            <a:noFill/>
            <a:ln cap="flat" cmpd="sng" w="28950">
              <a:solidFill>
                <a:srgbClr val="00AF5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8" name="Google Shape;1958;p91"/>
            <p:cNvSpPr/>
            <p:nvPr/>
          </p:nvSpPr>
          <p:spPr>
            <a:xfrm>
              <a:off x="2818638" y="2673857"/>
              <a:ext cx="4342130" cy="1854835"/>
            </a:xfrm>
            <a:custGeom>
              <a:rect b="b" l="l" r="r" t="t"/>
              <a:pathLst>
                <a:path extrusionOk="0" h="1854835" w="4342130">
                  <a:moveTo>
                    <a:pt x="4341876" y="1854708"/>
                  </a:moveTo>
                  <a:lnTo>
                    <a:pt x="4291394" y="1853163"/>
                  </a:lnTo>
                  <a:lnTo>
                    <a:pt x="4241858" y="1849610"/>
                  </a:lnTo>
                  <a:lnTo>
                    <a:pt x="4193253" y="1844107"/>
                  </a:lnTo>
                  <a:lnTo>
                    <a:pt x="4145562" y="1836709"/>
                  </a:lnTo>
                  <a:lnTo>
                    <a:pt x="4098770" y="1827474"/>
                  </a:lnTo>
                  <a:lnTo>
                    <a:pt x="4052861" y="1816458"/>
                  </a:lnTo>
                  <a:lnTo>
                    <a:pt x="4007818" y="1803719"/>
                  </a:lnTo>
                  <a:lnTo>
                    <a:pt x="3963627" y="1789313"/>
                  </a:lnTo>
                  <a:lnTo>
                    <a:pt x="3920270" y="1773297"/>
                  </a:lnTo>
                  <a:lnTo>
                    <a:pt x="3877733" y="1755728"/>
                  </a:lnTo>
                  <a:lnTo>
                    <a:pt x="3835999" y="1736662"/>
                  </a:lnTo>
                  <a:lnTo>
                    <a:pt x="3795053" y="1716157"/>
                  </a:lnTo>
                  <a:lnTo>
                    <a:pt x="3754879" y="1694269"/>
                  </a:lnTo>
                  <a:lnTo>
                    <a:pt x="3715460" y="1671055"/>
                  </a:lnTo>
                  <a:lnTo>
                    <a:pt x="3676781" y="1646573"/>
                  </a:lnTo>
                  <a:lnTo>
                    <a:pt x="3638826" y="1620878"/>
                  </a:lnTo>
                  <a:lnTo>
                    <a:pt x="3601580" y="1594027"/>
                  </a:lnTo>
                  <a:lnTo>
                    <a:pt x="3565026" y="1566079"/>
                  </a:lnTo>
                  <a:lnTo>
                    <a:pt x="3529148" y="1537088"/>
                  </a:lnTo>
                  <a:lnTo>
                    <a:pt x="3493931" y="1507113"/>
                  </a:lnTo>
                  <a:lnTo>
                    <a:pt x="3459359" y="1476209"/>
                  </a:lnTo>
                  <a:lnTo>
                    <a:pt x="3425415" y="1444435"/>
                  </a:lnTo>
                  <a:lnTo>
                    <a:pt x="3392085" y="1411846"/>
                  </a:lnTo>
                  <a:lnTo>
                    <a:pt x="3359352" y="1378499"/>
                  </a:lnTo>
                  <a:lnTo>
                    <a:pt x="3327200" y="1344452"/>
                  </a:lnTo>
                  <a:lnTo>
                    <a:pt x="3295614" y="1309761"/>
                  </a:lnTo>
                  <a:lnTo>
                    <a:pt x="3264577" y="1274482"/>
                  </a:lnTo>
                  <a:lnTo>
                    <a:pt x="3234074" y="1238674"/>
                  </a:lnTo>
                  <a:lnTo>
                    <a:pt x="3204088" y="1202392"/>
                  </a:lnTo>
                  <a:lnTo>
                    <a:pt x="3174605" y="1165693"/>
                  </a:lnTo>
                  <a:lnTo>
                    <a:pt x="3145608" y="1128635"/>
                  </a:lnTo>
                  <a:lnTo>
                    <a:pt x="3117081" y="1091274"/>
                  </a:lnTo>
                  <a:lnTo>
                    <a:pt x="3089008" y="1053667"/>
                  </a:lnTo>
                  <a:lnTo>
                    <a:pt x="3061374" y="1015870"/>
                  </a:lnTo>
                  <a:lnTo>
                    <a:pt x="3034163" y="977941"/>
                  </a:lnTo>
                  <a:lnTo>
                    <a:pt x="3007359" y="939937"/>
                  </a:lnTo>
                  <a:lnTo>
                    <a:pt x="2980945" y="901914"/>
                  </a:lnTo>
                  <a:lnTo>
                    <a:pt x="2954906" y="863929"/>
                  </a:lnTo>
                  <a:lnTo>
                    <a:pt x="2929227" y="826038"/>
                  </a:lnTo>
                  <a:lnTo>
                    <a:pt x="2903891" y="788300"/>
                  </a:lnTo>
                  <a:lnTo>
                    <a:pt x="2878883" y="750770"/>
                  </a:lnTo>
                  <a:lnTo>
                    <a:pt x="2854186" y="713505"/>
                  </a:lnTo>
                  <a:lnTo>
                    <a:pt x="2829784" y="676563"/>
                  </a:lnTo>
                  <a:lnTo>
                    <a:pt x="2805663" y="639999"/>
                  </a:lnTo>
                  <a:lnTo>
                    <a:pt x="2781806" y="603872"/>
                  </a:lnTo>
                  <a:lnTo>
                    <a:pt x="2758197" y="568237"/>
                  </a:lnTo>
                  <a:lnTo>
                    <a:pt x="2734820" y="533152"/>
                  </a:lnTo>
                  <a:lnTo>
                    <a:pt x="2711660" y="498673"/>
                  </a:lnTo>
                  <a:lnTo>
                    <a:pt x="2688700" y="464857"/>
                  </a:lnTo>
                  <a:lnTo>
                    <a:pt x="2665925" y="431762"/>
                  </a:lnTo>
                  <a:lnTo>
                    <a:pt x="2643318" y="399443"/>
                  </a:lnTo>
                  <a:lnTo>
                    <a:pt x="2620865" y="367958"/>
                  </a:lnTo>
                  <a:lnTo>
                    <a:pt x="2576354" y="307716"/>
                  </a:lnTo>
                  <a:lnTo>
                    <a:pt x="2532264" y="251491"/>
                  </a:lnTo>
                  <a:lnTo>
                    <a:pt x="2488469" y="199737"/>
                  </a:lnTo>
                  <a:lnTo>
                    <a:pt x="2444842" y="152910"/>
                  </a:lnTo>
                  <a:lnTo>
                    <a:pt x="2401255" y="111462"/>
                  </a:lnTo>
                  <a:lnTo>
                    <a:pt x="2357583" y="75851"/>
                  </a:lnTo>
                  <a:lnTo>
                    <a:pt x="2313697" y="46529"/>
                  </a:lnTo>
                  <a:lnTo>
                    <a:pt x="2269471" y="23952"/>
                  </a:lnTo>
                  <a:lnTo>
                    <a:pt x="2224778" y="8574"/>
                  </a:lnTo>
                  <a:lnTo>
                    <a:pt x="2179492" y="849"/>
                  </a:lnTo>
                  <a:lnTo>
                    <a:pt x="2156587" y="0"/>
                  </a:lnTo>
                  <a:lnTo>
                    <a:pt x="2133740" y="1196"/>
                  </a:lnTo>
                  <a:lnTo>
                    <a:pt x="2088915" y="9504"/>
                  </a:lnTo>
                  <a:lnTo>
                    <a:pt x="2045111" y="25327"/>
                  </a:lnTo>
                  <a:lnTo>
                    <a:pt x="2002165" y="48220"/>
                  </a:lnTo>
                  <a:lnTo>
                    <a:pt x="1959914" y="77738"/>
                  </a:lnTo>
                  <a:lnTo>
                    <a:pt x="1918195" y="113436"/>
                  </a:lnTo>
                  <a:lnTo>
                    <a:pt x="1876845" y="154867"/>
                  </a:lnTo>
                  <a:lnTo>
                    <a:pt x="1835702" y="201586"/>
                  </a:lnTo>
                  <a:lnTo>
                    <a:pt x="1794601" y="253149"/>
                  </a:lnTo>
                  <a:lnTo>
                    <a:pt x="1753382" y="309109"/>
                  </a:lnTo>
                  <a:lnTo>
                    <a:pt x="1711880" y="369021"/>
                  </a:lnTo>
                  <a:lnTo>
                    <a:pt x="1669932" y="432440"/>
                  </a:lnTo>
                  <a:lnTo>
                    <a:pt x="1648740" y="465325"/>
                  </a:lnTo>
                  <a:lnTo>
                    <a:pt x="1627376" y="498920"/>
                  </a:lnTo>
                  <a:lnTo>
                    <a:pt x="1605819" y="533169"/>
                  </a:lnTo>
                  <a:lnTo>
                    <a:pt x="1584049" y="568016"/>
                  </a:lnTo>
                  <a:lnTo>
                    <a:pt x="1562046" y="603405"/>
                  </a:lnTo>
                  <a:lnTo>
                    <a:pt x="1539788" y="639282"/>
                  </a:lnTo>
                  <a:lnTo>
                    <a:pt x="1517257" y="675590"/>
                  </a:lnTo>
                  <a:lnTo>
                    <a:pt x="1494430" y="712273"/>
                  </a:lnTo>
                  <a:lnTo>
                    <a:pt x="1471289" y="749277"/>
                  </a:lnTo>
                  <a:lnTo>
                    <a:pt x="1447812" y="786544"/>
                  </a:lnTo>
                  <a:lnTo>
                    <a:pt x="1423980" y="824020"/>
                  </a:lnTo>
                  <a:lnTo>
                    <a:pt x="1399772" y="861649"/>
                  </a:lnTo>
                  <a:lnTo>
                    <a:pt x="1375167" y="899375"/>
                  </a:lnTo>
                  <a:lnTo>
                    <a:pt x="1350145" y="937143"/>
                  </a:lnTo>
                  <a:lnTo>
                    <a:pt x="1324687" y="974896"/>
                  </a:lnTo>
                  <a:lnTo>
                    <a:pt x="1298770" y="1012580"/>
                  </a:lnTo>
                  <a:lnTo>
                    <a:pt x="1272376" y="1050138"/>
                  </a:lnTo>
                  <a:lnTo>
                    <a:pt x="1245484" y="1087514"/>
                  </a:lnTo>
                  <a:lnTo>
                    <a:pt x="1218073" y="1124654"/>
                  </a:lnTo>
                  <a:lnTo>
                    <a:pt x="1190123" y="1161501"/>
                  </a:lnTo>
                  <a:lnTo>
                    <a:pt x="1161614" y="1198000"/>
                  </a:lnTo>
                  <a:lnTo>
                    <a:pt x="1132525" y="1234096"/>
                  </a:lnTo>
                  <a:lnTo>
                    <a:pt x="1102836" y="1269731"/>
                  </a:lnTo>
                  <a:lnTo>
                    <a:pt x="1072526" y="1304851"/>
                  </a:lnTo>
                  <a:lnTo>
                    <a:pt x="1041576" y="1339400"/>
                  </a:lnTo>
                  <a:lnTo>
                    <a:pt x="1009964" y="1373323"/>
                  </a:lnTo>
                  <a:lnTo>
                    <a:pt x="977671" y="1406563"/>
                  </a:lnTo>
                  <a:lnTo>
                    <a:pt x="944677" y="1439066"/>
                  </a:lnTo>
                  <a:lnTo>
                    <a:pt x="910960" y="1470774"/>
                  </a:lnTo>
                  <a:lnTo>
                    <a:pt x="876500" y="1501633"/>
                  </a:lnTo>
                  <a:lnTo>
                    <a:pt x="841277" y="1531588"/>
                  </a:lnTo>
                  <a:lnTo>
                    <a:pt x="805271" y="1560581"/>
                  </a:lnTo>
                  <a:lnTo>
                    <a:pt x="768462" y="1588558"/>
                  </a:lnTo>
                  <a:lnTo>
                    <a:pt x="730828" y="1615463"/>
                  </a:lnTo>
                  <a:lnTo>
                    <a:pt x="692350" y="1641240"/>
                  </a:lnTo>
                  <a:lnTo>
                    <a:pt x="653007" y="1665834"/>
                  </a:lnTo>
                  <a:lnTo>
                    <a:pt x="612779" y="1689189"/>
                  </a:lnTo>
                  <a:lnTo>
                    <a:pt x="571645" y="1711249"/>
                  </a:lnTo>
                  <a:lnTo>
                    <a:pt x="529586" y="1731958"/>
                  </a:lnTo>
                  <a:lnTo>
                    <a:pt x="486580" y="1751262"/>
                  </a:lnTo>
                  <a:lnTo>
                    <a:pt x="442608" y="1769103"/>
                  </a:lnTo>
                  <a:lnTo>
                    <a:pt x="397648" y="1785427"/>
                  </a:lnTo>
                  <a:lnTo>
                    <a:pt x="351682" y="1800178"/>
                  </a:lnTo>
                  <a:lnTo>
                    <a:pt x="304687" y="1813300"/>
                  </a:lnTo>
                  <a:lnTo>
                    <a:pt x="256645" y="1824737"/>
                  </a:lnTo>
                  <a:lnTo>
                    <a:pt x="207534" y="1834434"/>
                  </a:lnTo>
                  <a:lnTo>
                    <a:pt x="157335" y="1842336"/>
                  </a:lnTo>
                  <a:lnTo>
                    <a:pt x="106026" y="1848385"/>
                  </a:lnTo>
                  <a:lnTo>
                    <a:pt x="53588" y="1852528"/>
                  </a:lnTo>
                  <a:lnTo>
                    <a:pt x="0" y="1854708"/>
                  </a:lnTo>
                </a:path>
              </a:pathLst>
            </a:custGeom>
            <a:noFill/>
            <a:ln cap="flat" cmpd="sng" w="2895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9" name="Google Shape;1959;p91"/>
            <p:cNvSpPr/>
            <p:nvPr/>
          </p:nvSpPr>
          <p:spPr>
            <a:xfrm>
              <a:off x="4216908" y="4696967"/>
              <a:ext cx="70865" cy="13335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0" name="Google Shape;1960;p91"/>
            <p:cNvSpPr/>
            <p:nvPr/>
          </p:nvSpPr>
          <p:spPr>
            <a:xfrm>
              <a:off x="3467100" y="4696967"/>
              <a:ext cx="104394" cy="13335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1" name="Google Shape;1961;p91"/>
            <p:cNvSpPr/>
            <p:nvPr/>
          </p:nvSpPr>
          <p:spPr>
            <a:xfrm>
              <a:off x="2718816" y="4696967"/>
              <a:ext cx="107442" cy="13335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2" name="Google Shape;1962;p91"/>
            <p:cNvSpPr/>
            <p:nvPr/>
          </p:nvSpPr>
          <p:spPr>
            <a:xfrm>
              <a:off x="5715000" y="4696967"/>
              <a:ext cx="23622" cy="13335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3" name="Google Shape;1963;p91"/>
            <p:cNvSpPr/>
            <p:nvPr/>
          </p:nvSpPr>
          <p:spPr>
            <a:xfrm>
              <a:off x="6441948" y="4696967"/>
              <a:ext cx="55625" cy="13335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4" name="Google Shape;1964;p91"/>
            <p:cNvSpPr/>
            <p:nvPr/>
          </p:nvSpPr>
          <p:spPr>
            <a:xfrm>
              <a:off x="7179563" y="4696967"/>
              <a:ext cx="57150" cy="13335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5" name="Google Shape;1965;p91"/>
            <p:cNvSpPr/>
            <p:nvPr/>
          </p:nvSpPr>
          <p:spPr>
            <a:xfrm>
              <a:off x="2778252" y="4541519"/>
              <a:ext cx="737870" cy="70485"/>
            </a:xfrm>
            <a:custGeom>
              <a:rect b="b" l="l" r="r" t="t"/>
              <a:pathLst>
                <a:path extrusionOk="0" h="70485" w="737870">
                  <a:moveTo>
                    <a:pt x="0" y="70357"/>
                  </a:moveTo>
                  <a:lnTo>
                    <a:pt x="0" y="0"/>
                  </a:lnTo>
                </a:path>
                <a:path extrusionOk="0" h="70485" w="737870">
                  <a:moveTo>
                    <a:pt x="737615" y="70357"/>
                  </a:moveTo>
                  <a:lnTo>
                    <a:pt x="737615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6" name="Google Shape;1966;p91"/>
            <p:cNvSpPr/>
            <p:nvPr/>
          </p:nvSpPr>
          <p:spPr>
            <a:xfrm>
              <a:off x="4253483" y="4541519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7" name="Google Shape;1967;p91"/>
            <p:cNvSpPr/>
            <p:nvPr/>
          </p:nvSpPr>
          <p:spPr>
            <a:xfrm>
              <a:off x="5728716" y="4541519"/>
              <a:ext cx="1475740" cy="70485"/>
            </a:xfrm>
            <a:custGeom>
              <a:rect b="b" l="l" r="r" t="t"/>
              <a:pathLst>
                <a:path extrusionOk="0" h="70485" w="1475740">
                  <a:moveTo>
                    <a:pt x="0" y="70357"/>
                  </a:moveTo>
                  <a:lnTo>
                    <a:pt x="0" y="0"/>
                  </a:lnTo>
                </a:path>
                <a:path extrusionOk="0" h="70485" w="1475740">
                  <a:moveTo>
                    <a:pt x="737616" y="70357"/>
                  </a:moveTo>
                  <a:lnTo>
                    <a:pt x="737616" y="0"/>
                  </a:lnTo>
                </a:path>
                <a:path extrusionOk="0" h="70485" w="1475740">
                  <a:moveTo>
                    <a:pt x="1475232" y="70357"/>
                  </a:moveTo>
                  <a:lnTo>
                    <a:pt x="1475232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8" name="Google Shape;1968;p91"/>
            <p:cNvSpPr/>
            <p:nvPr/>
          </p:nvSpPr>
          <p:spPr>
            <a:xfrm>
              <a:off x="2773680" y="4479544"/>
              <a:ext cx="4434840" cy="127000"/>
            </a:xfrm>
            <a:custGeom>
              <a:rect b="b" l="l" r="r" t="t"/>
              <a:pathLst>
                <a:path extrusionOk="0" h="127000" w="4434840">
                  <a:moveTo>
                    <a:pt x="4358640" y="63499"/>
                  </a:moveTo>
                  <a:lnTo>
                    <a:pt x="4307840" y="126999"/>
                  </a:lnTo>
                  <a:lnTo>
                    <a:pt x="4422140" y="69849"/>
                  </a:lnTo>
                  <a:lnTo>
                    <a:pt x="4358640" y="69849"/>
                  </a:lnTo>
                  <a:lnTo>
                    <a:pt x="4358640" y="63499"/>
                  </a:lnTo>
                  <a:close/>
                </a:path>
                <a:path extrusionOk="0" h="127000" w="4434840">
                  <a:moveTo>
                    <a:pt x="4353560" y="57149"/>
                  </a:moveTo>
                  <a:lnTo>
                    <a:pt x="0" y="57149"/>
                  </a:lnTo>
                  <a:lnTo>
                    <a:pt x="0" y="69849"/>
                  </a:lnTo>
                  <a:lnTo>
                    <a:pt x="4353560" y="69849"/>
                  </a:lnTo>
                  <a:lnTo>
                    <a:pt x="4358640" y="63499"/>
                  </a:lnTo>
                  <a:lnTo>
                    <a:pt x="4353560" y="57149"/>
                  </a:lnTo>
                  <a:close/>
                </a:path>
                <a:path extrusionOk="0" h="127000" w="4434840">
                  <a:moveTo>
                    <a:pt x="4422140" y="57149"/>
                  </a:moveTo>
                  <a:lnTo>
                    <a:pt x="4358640" y="57149"/>
                  </a:lnTo>
                  <a:lnTo>
                    <a:pt x="4358640" y="69849"/>
                  </a:lnTo>
                  <a:lnTo>
                    <a:pt x="4422140" y="69849"/>
                  </a:lnTo>
                  <a:lnTo>
                    <a:pt x="4434840" y="63499"/>
                  </a:lnTo>
                  <a:lnTo>
                    <a:pt x="4422140" y="57149"/>
                  </a:lnTo>
                  <a:close/>
                </a:path>
                <a:path extrusionOk="0" h="127000" w="4434840">
                  <a:moveTo>
                    <a:pt x="4307840" y="0"/>
                  </a:moveTo>
                  <a:lnTo>
                    <a:pt x="4358640" y="63499"/>
                  </a:lnTo>
                  <a:lnTo>
                    <a:pt x="4358640" y="57149"/>
                  </a:lnTo>
                  <a:lnTo>
                    <a:pt x="4422140" y="57149"/>
                  </a:lnTo>
                  <a:lnTo>
                    <a:pt x="43078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9" name="Google Shape;1969;p91"/>
            <p:cNvSpPr/>
            <p:nvPr/>
          </p:nvSpPr>
          <p:spPr>
            <a:xfrm>
              <a:off x="4959096" y="4696967"/>
              <a:ext cx="58674" cy="13335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0" name="Google Shape;1970;p91"/>
            <p:cNvSpPr/>
            <p:nvPr/>
          </p:nvSpPr>
          <p:spPr>
            <a:xfrm>
              <a:off x="4927600" y="2218943"/>
              <a:ext cx="127000" cy="2393950"/>
            </a:xfrm>
            <a:custGeom>
              <a:rect b="b" l="l" r="r" t="t"/>
              <a:pathLst>
                <a:path extrusionOk="0" h="2393950" w="127000">
                  <a:moveTo>
                    <a:pt x="63500" y="76200"/>
                  </a:moveTo>
                  <a:lnTo>
                    <a:pt x="57150" y="81279"/>
                  </a:lnTo>
                  <a:lnTo>
                    <a:pt x="57150" y="2393695"/>
                  </a:lnTo>
                  <a:lnTo>
                    <a:pt x="69850" y="2393695"/>
                  </a:lnTo>
                  <a:lnTo>
                    <a:pt x="69850" y="81279"/>
                  </a:lnTo>
                  <a:lnTo>
                    <a:pt x="63500" y="76200"/>
                  </a:lnTo>
                  <a:close/>
                </a:path>
                <a:path extrusionOk="0" h="2393950" w="127000">
                  <a:moveTo>
                    <a:pt x="63500" y="0"/>
                  </a:moveTo>
                  <a:lnTo>
                    <a:pt x="0" y="127000"/>
                  </a:lnTo>
                  <a:lnTo>
                    <a:pt x="57150" y="81279"/>
                  </a:lnTo>
                  <a:lnTo>
                    <a:pt x="57150" y="76200"/>
                  </a:lnTo>
                  <a:lnTo>
                    <a:pt x="101600" y="76200"/>
                  </a:lnTo>
                  <a:lnTo>
                    <a:pt x="63500" y="0"/>
                  </a:lnTo>
                  <a:close/>
                </a:path>
                <a:path extrusionOk="0" h="2393950" w="127000">
                  <a:moveTo>
                    <a:pt x="101600" y="76200"/>
                  </a:moveTo>
                  <a:lnTo>
                    <a:pt x="69850" y="76200"/>
                  </a:lnTo>
                  <a:lnTo>
                    <a:pt x="69850" y="81279"/>
                  </a:lnTo>
                  <a:lnTo>
                    <a:pt x="127000" y="127000"/>
                  </a:lnTo>
                  <a:lnTo>
                    <a:pt x="101600" y="76200"/>
                  </a:lnTo>
                  <a:close/>
                </a:path>
                <a:path extrusionOk="0" h="2393950" w="127000">
                  <a:moveTo>
                    <a:pt x="63500" y="76200"/>
                  </a:moveTo>
                  <a:lnTo>
                    <a:pt x="57150" y="76200"/>
                  </a:lnTo>
                  <a:lnTo>
                    <a:pt x="57150" y="81279"/>
                  </a:lnTo>
                  <a:lnTo>
                    <a:pt x="63500" y="76200"/>
                  </a:lnTo>
                  <a:close/>
                </a:path>
                <a:path extrusionOk="0" h="2393950" w="127000">
                  <a:moveTo>
                    <a:pt x="69850" y="76200"/>
                  </a:moveTo>
                  <a:lnTo>
                    <a:pt x="63500" y="76200"/>
                  </a:lnTo>
                  <a:lnTo>
                    <a:pt x="69850" y="81279"/>
                  </a:lnTo>
                  <a:lnTo>
                    <a:pt x="6985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1" name="Google Shape;1971;p91"/>
            <p:cNvSpPr/>
            <p:nvPr/>
          </p:nvSpPr>
          <p:spPr>
            <a:xfrm>
              <a:off x="4914900" y="2223515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2" name="Google Shape;1972;p91"/>
            <p:cNvSpPr/>
            <p:nvPr/>
          </p:nvSpPr>
          <p:spPr>
            <a:xfrm>
              <a:off x="4695444" y="2179319"/>
              <a:ext cx="151637" cy="131825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3" name="Google Shape;1973;p91"/>
            <p:cNvSpPr/>
            <p:nvPr/>
          </p:nvSpPr>
          <p:spPr>
            <a:xfrm>
              <a:off x="4914900" y="2688335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4" name="Google Shape;1974;p91"/>
            <p:cNvSpPr/>
            <p:nvPr/>
          </p:nvSpPr>
          <p:spPr>
            <a:xfrm>
              <a:off x="4703064" y="2645663"/>
              <a:ext cx="153162" cy="131825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5" name="Google Shape;1975;p91"/>
            <p:cNvSpPr/>
            <p:nvPr/>
          </p:nvSpPr>
          <p:spPr>
            <a:xfrm>
              <a:off x="4914900" y="3151631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6" name="Google Shape;1976;p91"/>
            <p:cNvSpPr/>
            <p:nvPr/>
          </p:nvSpPr>
          <p:spPr>
            <a:xfrm>
              <a:off x="4695444" y="3110483"/>
              <a:ext cx="153162" cy="13335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7" name="Google Shape;1977;p91"/>
            <p:cNvSpPr/>
            <p:nvPr/>
          </p:nvSpPr>
          <p:spPr>
            <a:xfrm>
              <a:off x="4914900" y="3614927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8" name="Google Shape;1978;p91"/>
            <p:cNvSpPr/>
            <p:nvPr/>
          </p:nvSpPr>
          <p:spPr>
            <a:xfrm>
              <a:off x="4701539" y="3576827"/>
              <a:ext cx="150113" cy="133350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9" name="Google Shape;1979;p91"/>
            <p:cNvSpPr/>
            <p:nvPr/>
          </p:nvSpPr>
          <p:spPr>
            <a:xfrm>
              <a:off x="4914900" y="4079747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0" name="Google Shape;1980;p91"/>
            <p:cNvSpPr/>
            <p:nvPr/>
          </p:nvSpPr>
          <p:spPr>
            <a:xfrm>
              <a:off x="4733544" y="4043172"/>
              <a:ext cx="116586" cy="133350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1" name="Google Shape;1981;p91"/>
            <p:cNvSpPr/>
            <p:nvPr/>
          </p:nvSpPr>
          <p:spPr>
            <a:xfrm>
              <a:off x="4791455" y="4393691"/>
              <a:ext cx="57150" cy="131825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82" name="Google Shape;1982;p91"/>
          <p:cNvSpPr/>
          <p:nvPr/>
        </p:nvSpPr>
        <p:spPr>
          <a:xfrm>
            <a:off x="682751" y="5437632"/>
            <a:ext cx="4709922" cy="163830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83" name="Google Shape;1983;p91"/>
          <p:cNvSpPr/>
          <p:nvPr/>
        </p:nvSpPr>
        <p:spPr>
          <a:xfrm>
            <a:off x="554736" y="1449324"/>
            <a:ext cx="2899410" cy="189737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92"/>
          <p:cNvSpPr/>
          <p:nvPr/>
        </p:nvSpPr>
        <p:spPr>
          <a:xfrm>
            <a:off x="9359003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89" name="Google Shape;1989;p9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90" name="Google Shape;1990;p9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91" name="Google Shape;1991;p92"/>
          <p:cNvSpPr txBox="1"/>
          <p:nvPr/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92" name="Google Shape;1992;p9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93" name="Google Shape;1993;p92"/>
          <p:cNvSpPr/>
          <p:nvPr/>
        </p:nvSpPr>
        <p:spPr>
          <a:xfrm>
            <a:off x="676655" y="1793748"/>
            <a:ext cx="5028438" cy="18059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94" name="Google Shape;1994;p92"/>
          <p:cNvSpPr/>
          <p:nvPr/>
        </p:nvSpPr>
        <p:spPr>
          <a:xfrm>
            <a:off x="554736" y="1449324"/>
            <a:ext cx="2433066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95" name="Google Shape;1995;p92"/>
          <p:cNvSpPr/>
          <p:nvPr/>
        </p:nvSpPr>
        <p:spPr>
          <a:xfrm>
            <a:off x="4331208" y="2060448"/>
            <a:ext cx="1268095" cy="944880"/>
          </a:xfrm>
          <a:custGeom>
            <a:rect b="b" l="l" r="r" t="t"/>
            <a:pathLst>
              <a:path extrusionOk="0" h="944880" w="1268095">
                <a:moveTo>
                  <a:pt x="1267967" y="0"/>
                </a:moveTo>
                <a:lnTo>
                  <a:pt x="0" y="0"/>
                </a:lnTo>
                <a:lnTo>
                  <a:pt x="0" y="944879"/>
                </a:lnTo>
                <a:lnTo>
                  <a:pt x="1267967" y="944879"/>
                </a:lnTo>
                <a:lnTo>
                  <a:pt x="1267967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96" name="Google Shape;1996;p92"/>
          <p:cNvSpPr txBox="1"/>
          <p:nvPr/>
        </p:nvSpPr>
        <p:spPr>
          <a:xfrm>
            <a:off x="4476241" y="2391282"/>
            <a:ext cx="35814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7" name="Google Shape;1997;p92"/>
          <p:cNvSpPr/>
          <p:nvPr/>
        </p:nvSpPr>
        <p:spPr>
          <a:xfrm>
            <a:off x="4878070" y="2542158"/>
            <a:ext cx="516890" cy="13970"/>
          </a:xfrm>
          <a:custGeom>
            <a:rect b="b" l="l" r="r" t="t"/>
            <a:pathLst>
              <a:path extrusionOk="0" h="13969" w="516889">
                <a:moveTo>
                  <a:pt x="516635" y="0"/>
                </a:moveTo>
                <a:lnTo>
                  <a:pt x="0" y="0"/>
                </a:lnTo>
                <a:lnTo>
                  <a:pt x="0" y="13715"/>
                </a:lnTo>
                <a:lnTo>
                  <a:pt x="516635" y="13715"/>
                </a:lnTo>
                <a:lnTo>
                  <a:pt x="516635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98" name="Google Shape;1998;p92"/>
          <p:cNvSpPr txBox="1"/>
          <p:nvPr/>
        </p:nvSpPr>
        <p:spPr>
          <a:xfrm>
            <a:off x="4857750" y="2063623"/>
            <a:ext cx="48196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𝑄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ൗ𝑑</a:t>
            </a:r>
            <a:endParaRPr baseline="-25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92"/>
          <p:cNvSpPr txBox="1"/>
          <p:nvPr/>
        </p:nvSpPr>
        <p:spPr>
          <a:xfrm>
            <a:off x="5296534" y="2356231"/>
            <a:ext cx="9842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0" name="Google Shape;2000;p92"/>
          <p:cNvSpPr txBox="1"/>
          <p:nvPr/>
        </p:nvSpPr>
        <p:spPr>
          <a:xfrm>
            <a:off x="4853178" y="2503754"/>
            <a:ext cx="48640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𝑄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ൗ𝑑</a:t>
            </a:r>
            <a:endParaRPr baseline="-25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p92"/>
          <p:cNvSpPr txBox="1"/>
          <p:nvPr/>
        </p:nvSpPr>
        <p:spPr>
          <a:xfrm>
            <a:off x="5301107" y="2796920"/>
            <a:ext cx="9842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92"/>
          <p:cNvSpPr/>
          <p:nvPr/>
        </p:nvSpPr>
        <p:spPr>
          <a:xfrm>
            <a:off x="678180" y="3244595"/>
            <a:ext cx="5115306" cy="202768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93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08" name="Google Shape;2008;p9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09" name="Google Shape;2009;p9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10" name="Google Shape;2010;p93"/>
          <p:cNvSpPr txBox="1"/>
          <p:nvPr/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11" name="Google Shape;2011;p9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12" name="Google Shape;2012;p93"/>
          <p:cNvSpPr/>
          <p:nvPr/>
        </p:nvSpPr>
        <p:spPr>
          <a:xfrm>
            <a:off x="682751" y="1805939"/>
            <a:ext cx="4335018" cy="81152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13" name="Google Shape;2013;p93"/>
          <p:cNvSpPr/>
          <p:nvPr/>
        </p:nvSpPr>
        <p:spPr>
          <a:xfrm>
            <a:off x="554736" y="1449324"/>
            <a:ext cx="2433066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94"/>
          <p:cNvSpPr/>
          <p:nvPr/>
        </p:nvSpPr>
        <p:spPr>
          <a:xfrm>
            <a:off x="9361970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19" name="Google Shape;2019;p9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20" name="Google Shape;2020;p9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21" name="Google Shape;2021;p94"/>
          <p:cNvSpPr txBox="1"/>
          <p:nvPr/>
        </p:nvSpPr>
        <p:spPr>
          <a:xfrm>
            <a:off x="437489" y="431419"/>
            <a:ext cx="3541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22" name="Google Shape;2022;p94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23" name="Google Shape;2023;p94"/>
          <p:cNvSpPr/>
          <p:nvPr/>
        </p:nvSpPr>
        <p:spPr>
          <a:xfrm>
            <a:off x="682751" y="5439155"/>
            <a:ext cx="2628138" cy="16535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024" name="Google Shape;2024;p94"/>
          <p:cNvGrpSpPr/>
          <p:nvPr/>
        </p:nvGrpSpPr>
        <p:grpSpPr>
          <a:xfrm>
            <a:off x="2039111" y="1839467"/>
            <a:ext cx="5904230" cy="3299460"/>
            <a:chOff x="2039111" y="1839467"/>
            <a:chExt cx="5904230" cy="3299460"/>
          </a:xfrm>
        </p:grpSpPr>
        <p:sp>
          <p:nvSpPr>
            <p:cNvPr id="2025" name="Google Shape;2025;p94"/>
            <p:cNvSpPr/>
            <p:nvPr/>
          </p:nvSpPr>
          <p:spPr>
            <a:xfrm>
              <a:off x="2039111" y="1839467"/>
              <a:ext cx="5904230" cy="3299460"/>
            </a:xfrm>
            <a:custGeom>
              <a:rect b="b" l="l" r="r" t="t"/>
              <a:pathLst>
                <a:path extrusionOk="0" h="3299460" w="5904230">
                  <a:moveTo>
                    <a:pt x="5903976" y="0"/>
                  </a:moveTo>
                  <a:lnTo>
                    <a:pt x="0" y="0"/>
                  </a:lnTo>
                  <a:lnTo>
                    <a:pt x="0" y="3299460"/>
                  </a:lnTo>
                  <a:lnTo>
                    <a:pt x="5903976" y="3299460"/>
                  </a:lnTo>
                  <a:lnTo>
                    <a:pt x="590397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6" name="Google Shape;2026;p94"/>
            <p:cNvSpPr/>
            <p:nvPr/>
          </p:nvSpPr>
          <p:spPr>
            <a:xfrm>
              <a:off x="2281427" y="3378707"/>
              <a:ext cx="1076705" cy="16840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7" name="Google Shape;2027;p94"/>
            <p:cNvSpPr/>
            <p:nvPr/>
          </p:nvSpPr>
          <p:spPr>
            <a:xfrm>
              <a:off x="4951476" y="3965447"/>
              <a:ext cx="1460753" cy="15468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8" name="Google Shape;2028;p94"/>
            <p:cNvSpPr/>
            <p:nvPr/>
          </p:nvSpPr>
          <p:spPr>
            <a:xfrm>
              <a:off x="4474463" y="2330195"/>
              <a:ext cx="1376934" cy="16840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9" name="Google Shape;2029;p94"/>
            <p:cNvSpPr/>
            <p:nvPr/>
          </p:nvSpPr>
          <p:spPr>
            <a:xfrm>
              <a:off x="3431031" y="2194559"/>
              <a:ext cx="127000" cy="2395855"/>
            </a:xfrm>
            <a:custGeom>
              <a:rect b="b" l="l" r="r" t="t"/>
              <a:pathLst>
                <a:path extrusionOk="0" h="2395854" w="127000">
                  <a:moveTo>
                    <a:pt x="63500" y="76200"/>
                  </a:moveTo>
                  <a:lnTo>
                    <a:pt x="57150" y="81280"/>
                  </a:lnTo>
                  <a:lnTo>
                    <a:pt x="57150" y="2395601"/>
                  </a:lnTo>
                  <a:lnTo>
                    <a:pt x="69850" y="2395601"/>
                  </a:lnTo>
                  <a:lnTo>
                    <a:pt x="69850" y="81280"/>
                  </a:lnTo>
                  <a:lnTo>
                    <a:pt x="63500" y="76200"/>
                  </a:lnTo>
                  <a:close/>
                </a:path>
                <a:path extrusionOk="0" h="2395854" w="127000">
                  <a:moveTo>
                    <a:pt x="63500" y="0"/>
                  </a:moveTo>
                  <a:lnTo>
                    <a:pt x="0" y="127000"/>
                  </a:lnTo>
                  <a:lnTo>
                    <a:pt x="57149" y="81280"/>
                  </a:lnTo>
                  <a:lnTo>
                    <a:pt x="57150" y="76200"/>
                  </a:lnTo>
                  <a:lnTo>
                    <a:pt x="101600" y="76200"/>
                  </a:lnTo>
                  <a:lnTo>
                    <a:pt x="63500" y="0"/>
                  </a:lnTo>
                  <a:close/>
                </a:path>
                <a:path extrusionOk="0" h="2395854" w="127000">
                  <a:moveTo>
                    <a:pt x="101600" y="76200"/>
                  </a:moveTo>
                  <a:lnTo>
                    <a:pt x="69850" y="76200"/>
                  </a:lnTo>
                  <a:lnTo>
                    <a:pt x="69850" y="81280"/>
                  </a:lnTo>
                  <a:lnTo>
                    <a:pt x="127000" y="127000"/>
                  </a:lnTo>
                  <a:lnTo>
                    <a:pt x="101600" y="76200"/>
                  </a:lnTo>
                  <a:close/>
                </a:path>
                <a:path extrusionOk="0" h="2395854" w="127000">
                  <a:moveTo>
                    <a:pt x="63500" y="76200"/>
                  </a:moveTo>
                  <a:lnTo>
                    <a:pt x="57150" y="76200"/>
                  </a:lnTo>
                  <a:lnTo>
                    <a:pt x="57150" y="81280"/>
                  </a:lnTo>
                  <a:lnTo>
                    <a:pt x="63500" y="76200"/>
                  </a:lnTo>
                  <a:close/>
                </a:path>
                <a:path extrusionOk="0" h="2395854" w="127000">
                  <a:moveTo>
                    <a:pt x="69850" y="76200"/>
                  </a:moveTo>
                  <a:lnTo>
                    <a:pt x="63500" y="76200"/>
                  </a:lnTo>
                  <a:lnTo>
                    <a:pt x="69850" y="81280"/>
                  </a:lnTo>
                  <a:lnTo>
                    <a:pt x="6985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0" name="Google Shape;2030;p94"/>
            <p:cNvSpPr/>
            <p:nvPr/>
          </p:nvSpPr>
          <p:spPr>
            <a:xfrm>
              <a:off x="3496817" y="3231641"/>
              <a:ext cx="4058920" cy="1248410"/>
            </a:xfrm>
            <a:custGeom>
              <a:rect b="b" l="l" r="r" t="t"/>
              <a:pathLst>
                <a:path extrusionOk="0" h="1248410" w="4058920">
                  <a:moveTo>
                    <a:pt x="4058412" y="1248029"/>
                  </a:moveTo>
                  <a:lnTo>
                    <a:pt x="3995670" y="1248144"/>
                  </a:lnTo>
                  <a:lnTo>
                    <a:pt x="3933169" y="1248153"/>
                  </a:lnTo>
                  <a:lnTo>
                    <a:pt x="3870918" y="1248054"/>
                  </a:lnTo>
                  <a:lnTo>
                    <a:pt x="3808926" y="1247843"/>
                  </a:lnTo>
                  <a:lnTo>
                    <a:pt x="3747203" y="1247519"/>
                  </a:lnTo>
                  <a:lnTo>
                    <a:pt x="3685758" y="1247079"/>
                  </a:lnTo>
                  <a:lnTo>
                    <a:pt x="3624600" y="1246521"/>
                  </a:lnTo>
                  <a:lnTo>
                    <a:pt x="3563738" y="1245842"/>
                  </a:lnTo>
                  <a:lnTo>
                    <a:pt x="3503183" y="1245040"/>
                  </a:lnTo>
                  <a:lnTo>
                    <a:pt x="3442943" y="1244113"/>
                  </a:lnTo>
                  <a:lnTo>
                    <a:pt x="3383028" y="1243059"/>
                  </a:lnTo>
                  <a:lnTo>
                    <a:pt x="3323446" y="1241874"/>
                  </a:lnTo>
                  <a:lnTo>
                    <a:pt x="3264208" y="1240557"/>
                  </a:lnTo>
                  <a:lnTo>
                    <a:pt x="3205323" y="1239105"/>
                  </a:lnTo>
                  <a:lnTo>
                    <a:pt x="3146800" y="1237516"/>
                  </a:lnTo>
                  <a:lnTo>
                    <a:pt x="3088649" y="1235787"/>
                  </a:lnTo>
                  <a:lnTo>
                    <a:pt x="3030878" y="1233917"/>
                  </a:lnTo>
                  <a:lnTo>
                    <a:pt x="2973497" y="1231902"/>
                  </a:lnTo>
                  <a:lnTo>
                    <a:pt x="2916516" y="1229740"/>
                  </a:lnTo>
                  <a:lnTo>
                    <a:pt x="2859944" y="1227430"/>
                  </a:lnTo>
                  <a:lnTo>
                    <a:pt x="2803790" y="1224968"/>
                  </a:lnTo>
                  <a:lnTo>
                    <a:pt x="2748064" y="1222352"/>
                  </a:lnTo>
                  <a:lnTo>
                    <a:pt x="2692774" y="1219580"/>
                  </a:lnTo>
                  <a:lnTo>
                    <a:pt x="2637931" y="1216650"/>
                  </a:lnTo>
                  <a:lnTo>
                    <a:pt x="2583544" y="1213559"/>
                  </a:lnTo>
                  <a:lnTo>
                    <a:pt x="2529621" y="1210304"/>
                  </a:lnTo>
                  <a:lnTo>
                    <a:pt x="2476173" y="1206884"/>
                  </a:lnTo>
                  <a:lnTo>
                    <a:pt x="2423209" y="1203296"/>
                  </a:lnTo>
                  <a:lnTo>
                    <a:pt x="2370737" y="1199537"/>
                  </a:lnTo>
                  <a:lnTo>
                    <a:pt x="2318768" y="1195606"/>
                  </a:lnTo>
                  <a:lnTo>
                    <a:pt x="2267311" y="1191500"/>
                  </a:lnTo>
                  <a:lnTo>
                    <a:pt x="2216375" y="1187216"/>
                  </a:lnTo>
                  <a:lnTo>
                    <a:pt x="2165969" y="1182753"/>
                  </a:lnTo>
                  <a:lnTo>
                    <a:pt x="2116104" y="1178107"/>
                  </a:lnTo>
                  <a:lnTo>
                    <a:pt x="2066787" y="1173276"/>
                  </a:lnTo>
                  <a:lnTo>
                    <a:pt x="2018029" y="1168259"/>
                  </a:lnTo>
                  <a:lnTo>
                    <a:pt x="1969839" y="1163052"/>
                  </a:lnTo>
                  <a:lnTo>
                    <a:pt x="1922226" y="1157654"/>
                  </a:lnTo>
                  <a:lnTo>
                    <a:pt x="1875199" y="1152062"/>
                  </a:lnTo>
                  <a:lnTo>
                    <a:pt x="1828769" y="1146273"/>
                  </a:lnTo>
                  <a:lnTo>
                    <a:pt x="1782944" y="1140285"/>
                  </a:lnTo>
                  <a:lnTo>
                    <a:pt x="1737733" y="1134096"/>
                  </a:lnTo>
                  <a:lnTo>
                    <a:pt x="1693147" y="1127704"/>
                  </a:lnTo>
                  <a:lnTo>
                    <a:pt x="1649194" y="1121105"/>
                  </a:lnTo>
                  <a:lnTo>
                    <a:pt x="1605883" y="1114299"/>
                  </a:lnTo>
                  <a:lnTo>
                    <a:pt x="1563225" y="1107281"/>
                  </a:lnTo>
                  <a:lnTo>
                    <a:pt x="1521228" y="1100051"/>
                  </a:lnTo>
                  <a:lnTo>
                    <a:pt x="1479902" y="1092605"/>
                  </a:lnTo>
                  <a:lnTo>
                    <a:pt x="1439256" y="1084941"/>
                  </a:lnTo>
                  <a:lnTo>
                    <a:pt x="1399299" y="1077058"/>
                  </a:lnTo>
                  <a:lnTo>
                    <a:pt x="1360042" y="1068952"/>
                  </a:lnTo>
                  <a:lnTo>
                    <a:pt x="1321492" y="1060620"/>
                  </a:lnTo>
                  <a:lnTo>
                    <a:pt x="1283660" y="1052062"/>
                  </a:lnTo>
                  <a:lnTo>
                    <a:pt x="1246555" y="1043274"/>
                  </a:lnTo>
                  <a:lnTo>
                    <a:pt x="1174563" y="1025000"/>
                  </a:lnTo>
                  <a:lnTo>
                    <a:pt x="1105591" y="1005778"/>
                  </a:lnTo>
                  <a:lnTo>
                    <a:pt x="1010754" y="975955"/>
                  </a:lnTo>
                  <a:lnTo>
                    <a:pt x="951581" y="954826"/>
                  </a:lnTo>
                  <a:lnTo>
                    <a:pt x="894688" y="932469"/>
                  </a:lnTo>
                  <a:lnTo>
                    <a:pt x="840018" y="908929"/>
                  </a:lnTo>
                  <a:lnTo>
                    <a:pt x="787515" y="884255"/>
                  </a:lnTo>
                  <a:lnTo>
                    <a:pt x="737123" y="858494"/>
                  </a:lnTo>
                  <a:lnTo>
                    <a:pt x="688786" y="831694"/>
                  </a:lnTo>
                  <a:lnTo>
                    <a:pt x="642449" y="803902"/>
                  </a:lnTo>
                  <a:lnTo>
                    <a:pt x="598056" y="775165"/>
                  </a:lnTo>
                  <a:lnTo>
                    <a:pt x="555550" y="745530"/>
                  </a:lnTo>
                  <a:lnTo>
                    <a:pt x="514876" y="715047"/>
                  </a:lnTo>
                  <a:lnTo>
                    <a:pt x="475977" y="683760"/>
                  </a:lnTo>
                  <a:lnTo>
                    <a:pt x="438799" y="651719"/>
                  </a:lnTo>
                  <a:lnTo>
                    <a:pt x="403285" y="618971"/>
                  </a:lnTo>
                  <a:lnTo>
                    <a:pt x="369379" y="585563"/>
                  </a:lnTo>
                  <a:lnTo>
                    <a:pt x="337026" y="551542"/>
                  </a:lnTo>
                  <a:lnTo>
                    <a:pt x="306169" y="516956"/>
                  </a:lnTo>
                  <a:lnTo>
                    <a:pt x="276752" y="481853"/>
                  </a:lnTo>
                  <a:lnTo>
                    <a:pt x="248720" y="446280"/>
                  </a:lnTo>
                  <a:lnTo>
                    <a:pt x="222017" y="410284"/>
                  </a:lnTo>
                  <a:lnTo>
                    <a:pt x="196587" y="373912"/>
                  </a:lnTo>
                  <a:lnTo>
                    <a:pt x="172374" y="337213"/>
                  </a:lnTo>
                  <a:lnTo>
                    <a:pt x="149322" y="300234"/>
                  </a:lnTo>
                  <a:lnTo>
                    <a:pt x="127375" y="263021"/>
                  </a:lnTo>
                  <a:lnTo>
                    <a:pt x="106478" y="225624"/>
                  </a:lnTo>
                  <a:lnTo>
                    <a:pt x="86574" y="188088"/>
                  </a:lnTo>
                  <a:lnTo>
                    <a:pt x="67607" y="150461"/>
                  </a:lnTo>
                  <a:lnTo>
                    <a:pt x="49523" y="112792"/>
                  </a:lnTo>
                  <a:lnTo>
                    <a:pt x="32264" y="75127"/>
                  </a:lnTo>
                  <a:lnTo>
                    <a:pt x="15775" y="37514"/>
                  </a:lnTo>
                  <a:lnTo>
                    <a:pt x="0" y="0"/>
                  </a:lnTo>
                </a:path>
              </a:pathLst>
            </a:custGeom>
            <a:noFill/>
            <a:ln cap="flat" cmpd="sng" w="19800">
              <a:solidFill>
                <a:srgbClr val="FF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1" name="Google Shape;2031;p94"/>
            <p:cNvSpPr/>
            <p:nvPr/>
          </p:nvSpPr>
          <p:spPr>
            <a:xfrm>
              <a:off x="3424427" y="3220211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2" name="Google Shape;2032;p94"/>
            <p:cNvSpPr/>
            <p:nvPr/>
          </p:nvSpPr>
          <p:spPr>
            <a:xfrm>
              <a:off x="3336036" y="3163823"/>
              <a:ext cx="22098" cy="131825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3" name="Google Shape;2033;p94"/>
            <p:cNvSpPr/>
            <p:nvPr/>
          </p:nvSpPr>
          <p:spPr>
            <a:xfrm>
              <a:off x="3424427" y="2569463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4" name="Google Shape;2034;p94"/>
            <p:cNvSpPr/>
            <p:nvPr/>
          </p:nvSpPr>
          <p:spPr>
            <a:xfrm>
              <a:off x="3240023" y="2508503"/>
              <a:ext cx="116586" cy="13335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5" name="Google Shape;2035;p94"/>
            <p:cNvSpPr/>
            <p:nvPr/>
          </p:nvSpPr>
          <p:spPr>
            <a:xfrm>
              <a:off x="3424427" y="3869435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6" name="Google Shape;2036;p94"/>
            <p:cNvSpPr/>
            <p:nvPr/>
          </p:nvSpPr>
          <p:spPr>
            <a:xfrm>
              <a:off x="3203447" y="3805427"/>
              <a:ext cx="153162" cy="131825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7" name="Google Shape;2037;p94"/>
            <p:cNvSpPr/>
            <p:nvPr/>
          </p:nvSpPr>
          <p:spPr>
            <a:xfrm>
              <a:off x="3299459" y="4459223"/>
              <a:ext cx="58674" cy="13335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8" name="Google Shape;2038;p94"/>
            <p:cNvSpPr/>
            <p:nvPr/>
          </p:nvSpPr>
          <p:spPr>
            <a:xfrm>
              <a:off x="4309872" y="4518660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9" name="Google Shape;2039;p94"/>
            <p:cNvSpPr/>
            <p:nvPr/>
          </p:nvSpPr>
          <p:spPr>
            <a:xfrm>
              <a:off x="4291583" y="4663439"/>
              <a:ext cx="22098" cy="13335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0" name="Google Shape;2040;p94"/>
            <p:cNvSpPr/>
            <p:nvPr/>
          </p:nvSpPr>
          <p:spPr>
            <a:xfrm>
              <a:off x="5942076" y="4518660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1" name="Google Shape;2041;p94"/>
            <p:cNvSpPr/>
            <p:nvPr/>
          </p:nvSpPr>
          <p:spPr>
            <a:xfrm>
              <a:off x="5908547" y="4663439"/>
              <a:ext cx="57150" cy="13335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2" name="Google Shape;2042;p94"/>
            <p:cNvSpPr/>
            <p:nvPr/>
          </p:nvSpPr>
          <p:spPr>
            <a:xfrm>
              <a:off x="6757415" y="4518660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3" name="Google Shape;2043;p94"/>
            <p:cNvSpPr/>
            <p:nvPr/>
          </p:nvSpPr>
          <p:spPr>
            <a:xfrm>
              <a:off x="6722364" y="4663439"/>
              <a:ext cx="61722" cy="13335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4" name="Google Shape;2044;p94"/>
            <p:cNvSpPr/>
            <p:nvPr/>
          </p:nvSpPr>
          <p:spPr>
            <a:xfrm>
              <a:off x="7572755" y="4518660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5" name="Google Shape;2045;p94"/>
            <p:cNvSpPr/>
            <p:nvPr/>
          </p:nvSpPr>
          <p:spPr>
            <a:xfrm>
              <a:off x="7545323" y="4663439"/>
              <a:ext cx="55624" cy="13335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6" name="Google Shape;2046;p94"/>
            <p:cNvSpPr/>
            <p:nvPr/>
          </p:nvSpPr>
          <p:spPr>
            <a:xfrm>
              <a:off x="3464051" y="4663439"/>
              <a:ext cx="57150" cy="13335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7" name="Google Shape;2047;p94"/>
            <p:cNvSpPr/>
            <p:nvPr/>
          </p:nvSpPr>
          <p:spPr>
            <a:xfrm>
              <a:off x="3493769" y="3547110"/>
              <a:ext cx="4041775" cy="965200"/>
            </a:xfrm>
            <a:custGeom>
              <a:rect b="b" l="l" r="r" t="t"/>
              <a:pathLst>
                <a:path extrusionOk="0" h="965200" w="4041775">
                  <a:moveTo>
                    <a:pt x="4041648" y="962787"/>
                  </a:moveTo>
                  <a:lnTo>
                    <a:pt x="3985333" y="963566"/>
                  </a:lnTo>
                  <a:lnTo>
                    <a:pt x="3928776" y="964140"/>
                  </a:lnTo>
                  <a:lnTo>
                    <a:pt x="3872008" y="964509"/>
                  </a:lnTo>
                  <a:lnTo>
                    <a:pt x="3815061" y="964670"/>
                  </a:lnTo>
                  <a:lnTo>
                    <a:pt x="3757967" y="964622"/>
                  </a:lnTo>
                  <a:lnTo>
                    <a:pt x="3700758" y="964363"/>
                  </a:lnTo>
                  <a:lnTo>
                    <a:pt x="3643467" y="963891"/>
                  </a:lnTo>
                  <a:lnTo>
                    <a:pt x="3586127" y="963206"/>
                  </a:lnTo>
                  <a:lnTo>
                    <a:pt x="3528768" y="962306"/>
                  </a:lnTo>
                  <a:lnTo>
                    <a:pt x="3471424" y="961189"/>
                  </a:lnTo>
                  <a:lnTo>
                    <a:pt x="3414126" y="959853"/>
                  </a:lnTo>
                  <a:lnTo>
                    <a:pt x="3356907" y="958298"/>
                  </a:lnTo>
                  <a:lnTo>
                    <a:pt x="3299799" y="956521"/>
                  </a:lnTo>
                  <a:lnTo>
                    <a:pt x="3242834" y="954521"/>
                  </a:lnTo>
                  <a:lnTo>
                    <a:pt x="3186045" y="952297"/>
                  </a:lnTo>
                  <a:lnTo>
                    <a:pt x="3129463" y="949847"/>
                  </a:lnTo>
                  <a:lnTo>
                    <a:pt x="3073121" y="947169"/>
                  </a:lnTo>
                  <a:lnTo>
                    <a:pt x="3017051" y="944262"/>
                  </a:lnTo>
                  <a:lnTo>
                    <a:pt x="2961285" y="941124"/>
                  </a:lnTo>
                  <a:lnTo>
                    <a:pt x="2905855" y="937755"/>
                  </a:lnTo>
                  <a:lnTo>
                    <a:pt x="2850794" y="934151"/>
                  </a:lnTo>
                  <a:lnTo>
                    <a:pt x="2796134" y="930313"/>
                  </a:lnTo>
                  <a:lnTo>
                    <a:pt x="2741907" y="926238"/>
                  </a:lnTo>
                  <a:lnTo>
                    <a:pt x="2688145" y="921924"/>
                  </a:lnTo>
                  <a:lnTo>
                    <a:pt x="2634880" y="917371"/>
                  </a:lnTo>
                  <a:lnTo>
                    <a:pt x="2582146" y="912576"/>
                  </a:lnTo>
                  <a:lnTo>
                    <a:pt x="2529973" y="907539"/>
                  </a:lnTo>
                  <a:lnTo>
                    <a:pt x="2478393" y="902257"/>
                  </a:lnTo>
                  <a:lnTo>
                    <a:pt x="2427441" y="896730"/>
                  </a:lnTo>
                  <a:lnTo>
                    <a:pt x="2377146" y="890955"/>
                  </a:lnTo>
                  <a:lnTo>
                    <a:pt x="2327543" y="884931"/>
                  </a:lnTo>
                  <a:lnTo>
                    <a:pt x="2278662" y="878656"/>
                  </a:lnTo>
                  <a:lnTo>
                    <a:pt x="2230536" y="872130"/>
                  </a:lnTo>
                  <a:lnTo>
                    <a:pt x="2183197" y="865349"/>
                  </a:lnTo>
                  <a:lnTo>
                    <a:pt x="2136678" y="858314"/>
                  </a:lnTo>
                  <a:lnTo>
                    <a:pt x="2091011" y="851023"/>
                  </a:lnTo>
                  <a:lnTo>
                    <a:pt x="2046227" y="843473"/>
                  </a:lnTo>
                  <a:lnTo>
                    <a:pt x="2002360" y="835663"/>
                  </a:lnTo>
                  <a:lnTo>
                    <a:pt x="1959441" y="827592"/>
                  </a:lnTo>
                  <a:lnTo>
                    <a:pt x="1917502" y="819259"/>
                  </a:lnTo>
                  <a:lnTo>
                    <a:pt x="1876576" y="810661"/>
                  </a:lnTo>
                  <a:lnTo>
                    <a:pt x="1836695" y="801798"/>
                  </a:lnTo>
                  <a:lnTo>
                    <a:pt x="1797891" y="792667"/>
                  </a:lnTo>
                  <a:lnTo>
                    <a:pt x="1760196" y="783267"/>
                  </a:lnTo>
                  <a:lnTo>
                    <a:pt x="1688263" y="763655"/>
                  </a:lnTo>
                  <a:lnTo>
                    <a:pt x="1621154" y="742950"/>
                  </a:lnTo>
                  <a:lnTo>
                    <a:pt x="1568273" y="723973"/>
                  </a:lnTo>
                  <a:lnTo>
                    <a:pt x="1516563" y="702359"/>
                  </a:lnTo>
                  <a:lnTo>
                    <a:pt x="1466010" y="678349"/>
                  </a:lnTo>
                  <a:lnTo>
                    <a:pt x="1416600" y="652184"/>
                  </a:lnTo>
                  <a:lnTo>
                    <a:pt x="1368319" y="624102"/>
                  </a:lnTo>
                  <a:lnTo>
                    <a:pt x="1321154" y="594345"/>
                  </a:lnTo>
                  <a:lnTo>
                    <a:pt x="1275089" y="563152"/>
                  </a:lnTo>
                  <a:lnTo>
                    <a:pt x="1230111" y="530765"/>
                  </a:lnTo>
                  <a:lnTo>
                    <a:pt x="1186205" y="497422"/>
                  </a:lnTo>
                  <a:lnTo>
                    <a:pt x="1143359" y="463365"/>
                  </a:lnTo>
                  <a:lnTo>
                    <a:pt x="1101558" y="428833"/>
                  </a:lnTo>
                  <a:lnTo>
                    <a:pt x="1060787" y="394067"/>
                  </a:lnTo>
                  <a:lnTo>
                    <a:pt x="1021033" y="359308"/>
                  </a:lnTo>
                  <a:lnTo>
                    <a:pt x="982282" y="324794"/>
                  </a:lnTo>
                  <a:lnTo>
                    <a:pt x="944520" y="290767"/>
                  </a:lnTo>
                  <a:lnTo>
                    <a:pt x="907733" y="257467"/>
                  </a:lnTo>
                  <a:lnTo>
                    <a:pt x="871906" y="225133"/>
                  </a:lnTo>
                  <a:lnTo>
                    <a:pt x="837025" y="194007"/>
                  </a:lnTo>
                  <a:lnTo>
                    <a:pt x="803078" y="164328"/>
                  </a:lnTo>
                  <a:lnTo>
                    <a:pt x="770049" y="136337"/>
                  </a:lnTo>
                  <a:lnTo>
                    <a:pt x="737924" y="110274"/>
                  </a:lnTo>
                  <a:lnTo>
                    <a:pt x="706690" y="86379"/>
                  </a:lnTo>
                  <a:lnTo>
                    <a:pt x="646838" y="46054"/>
                  </a:lnTo>
                  <a:lnTo>
                    <a:pt x="590379" y="17284"/>
                  </a:lnTo>
                  <a:lnTo>
                    <a:pt x="537202" y="1991"/>
                  </a:lnTo>
                  <a:lnTo>
                    <a:pt x="511809" y="0"/>
                  </a:lnTo>
                  <a:lnTo>
                    <a:pt x="485964" y="3217"/>
                  </a:lnTo>
                  <a:lnTo>
                    <a:pt x="439753" y="27547"/>
                  </a:lnTo>
                  <a:lnTo>
                    <a:pt x="399767" y="72804"/>
                  </a:lnTo>
                  <a:lnTo>
                    <a:pt x="364710" y="135463"/>
                  </a:lnTo>
                  <a:lnTo>
                    <a:pt x="348625" y="172217"/>
                  </a:lnTo>
                  <a:lnTo>
                    <a:pt x="333285" y="212000"/>
                  </a:lnTo>
                  <a:lnTo>
                    <a:pt x="318530" y="254372"/>
                  </a:lnTo>
                  <a:lnTo>
                    <a:pt x="304196" y="298893"/>
                  </a:lnTo>
                  <a:lnTo>
                    <a:pt x="290122" y="345121"/>
                  </a:lnTo>
                  <a:lnTo>
                    <a:pt x="276146" y="392617"/>
                  </a:lnTo>
                  <a:lnTo>
                    <a:pt x="262106" y="440940"/>
                  </a:lnTo>
                  <a:lnTo>
                    <a:pt x="247839" y="489649"/>
                  </a:lnTo>
                  <a:lnTo>
                    <a:pt x="233184" y="538304"/>
                  </a:lnTo>
                  <a:lnTo>
                    <a:pt x="217979" y="586466"/>
                  </a:lnTo>
                  <a:lnTo>
                    <a:pt x="202061" y="633692"/>
                  </a:lnTo>
                  <a:lnTo>
                    <a:pt x="185269" y="679543"/>
                  </a:lnTo>
                  <a:lnTo>
                    <a:pt x="167440" y="723578"/>
                  </a:lnTo>
                  <a:lnTo>
                    <a:pt x="148412" y="765358"/>
                  </a:lnTo>
                  <a:lnTo>
                    <a:pt x="128024" y="804441"/>
                  </a:lnTo>
                  <a:lnTo>
                    <a:pt x="106113" y="840386"/>
                  </a:lnTo>
                  <a:lnTo>
                    <a:pt x="82517" y="872755"/>
                  </a:lnTo>
                  <a:lnTo>
                    <a:pt x="29622" y="924997"/>
                  </a:lnTo>
                  <a:lnTo>
                    <a:pt x="0" y="943990"/>
                  </a:lnTo>
                </a:path>
              </a:pathLst>
            </a:custGeom>
            <a:noFill/>
            <a:ln cap="flat" cmpd="sng" w="19800">
              <a:solidFill>
                <a:srgbClr val="13299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8" name="Google Shape;2048;p94"/>
            <p:cNvSpPr/>
            <p:nvPr/>
          </p:nvSpPr>
          <p:spPr>
            <a:xfrm>
              <a:off x="3510533" y="2404109"/>
              <a:ext cx="4040504" cy="2115820"/>
            </a:xfrm>
            <a:custGeom>
              <a:rect b="b" l="l" r="r" t="t"/>
              <a:pathLst>
                <a:path extrusionOk="0" h="2115820" w="4040504">
                  <a:moveTo>
                    <a:pt x="4040123" y="2092197"/>
                  </a:moveTo>
                  <a:lnTo>
                    <a:pt x="3988607" y="2091630"/>
                  </a:lnTo>
                  <a:lnTo>
                    <a:pt x="3935861" y="2091240"/>
                  </a:lnTo>
                  <a:lnTo>
                    <a:pt x="3881966" y="2091016"/>
                  </a:lnTo>
                  <a:lnTo>
                    <a:pt x="3827002" y="2090948"/>
                  </a:lnTo>
                  <a:lnTo>
                    <a:pt x="3771050" y="2091023"/>
                  </a:lnTo>
                  <a:lnTo>
                    <a:pt x="3714188" y="2091230"/>
                  </a:lnTo>
                  <a:lnTo>
                    <a:pt x="3656499" y="2091557"/>
                  </a:lnTo>
                  <a:lnTo>
                    <a:pt x="3598061" y="2091992"/>
                  </a:lnTo>
                  <a:lnTo>
                    <a:pt x="3538955" y="2092524"/>
                  </a:lnTo>
                  <a:lnTo>
                    <a:pt x="3479261" y="2093141"/>
                  </a:lnTo>
                  <a:lnTo>
                    <a:pt x="3419059" y="2093832"/>
                  </a:lnTo>
                  <a:lnTo>
                    <a:pt x="3358430" y="2094585"/>
                  </a:lnTo>
                  <a:lnTo>
                    <a:pt x="3297453" y="2095388"/>
                  </a:lnTo>
                  <a:lnTo>
                    <a:pt x="3236209" y="2096230"/>
                  </a:lnTo>
                  <a:lnTo>
                    <a:pt x="3174778" y="2097099"/>
                  </a:lnTo>
                  <a:lnTo>
                    <a:pt x="3113240" y="2097983"/>
                  </a:lnTo>
                  <a:lnTo>
                    <a:pt x="3051676" y="2098871"/>
                  </a:lnTo>
                  <a:lnTo>
                    <a:pt x="2990164" y="2099752"/>
                  </a:lnTo>
                  <a:lnTo>
                    <a:pt x="2928787" y="2100613"/>
                  </a:lnTo>
                  <a:lnTo>
                    <a:pt x="2867623" y="2101444"/>
                  </a:lnTo>
                  <a:lnTo>
                    <a:pt x="2806753" y="2102231"/>
                  </a:lnTo>
                  <a:lnTo>
                    <a:pt x="2746258" y="2102965"/>
                  </a:lnTo>
                  <a:lnTo>
                    <a:pt x="2686216" y="2103632"/>
                  </a:lnTo>
                  <a:lnTo>
                    <a:pt x="2626709" y="2104222"/>
                  </a:lnTo>
                  <a:lnTo>
                    <a:pt x="2567817" y="2104723"/>
                  </a:lnTo>
                  <a:lnTo>
                    <a:pt x="2509620" y="2105124"/>
                  </a:lnTo>
                  <a:lnTo>
                    <a:pt x="2452197" y="2105412"/>
                  </a:lnTo>
                  <a:lnTo>
                    <a:pt x="2395630" y="2105576"/>
                  </a:lnTo>
                  <a:lnTo>
                    <a:pt x="2339998" y="2105604"/>
                  </a:lnTo>
                  <a:lnTo>
                    <a:pt x="2285381" y="2105486"/>
                  </a:lnTo>
                  <a:lnTo>
                    <a:pt x="2231860" y="2105208"/>
                  </a:lnTo>
                  <a:lnTo>
                    <a:pt x="2179516" y="2104760"/>
                  </a:lnTo>
                  <a:lnTo>
                    <a:pt x="2128427" y="2104130"/>
                  </a:lnTo>
                  <a:lnTo>
                    <a:pt x="2078674" y="2103307"/>
                  </a:lnTo>
                  <a:lnTo>
                    <a:pt x="2030337" y="2102278"/>
                  </a:lnTo>
                  <a:lnTo>
                    <a:pt x="1983498" y="2101032"/>
                  </a:lnTo>
                  <a:lnTo>
                    <a:pt x="1938234" y="2099558"/>
                  </a:lnTo>
                  <a:lnTo>
                    <a:pt x="1894628" y="2097843"/>
                  </a:lnTo>
                  <a:lnTo>
                    <a:pt x="1852759" y="2095877"/>
                  </a:lnTo>
                  <a:lnTo>
                    <a:pt x="1812707" y="2093648"/>
                  </a:lnTo>
                  <a:lnTo>
                    <a:pt x="1774552" y="2091143"/>
                  </a:lnTo>
                  <a:lnTo>
                    <a:pt x="1704255" y="2085263"/>
                  </a:lnTo>
                  <a:lnTo>
                    <a:pt x="1642510" y="2078143"/>
                  </a:lnTo>
                  <a:lnTo>
                    <a:pt x="1589958" y="2069690"/>
                  </a:lnTo>
                  <a:lnTo>
                    <a:pt x="1547240" y="2059813"/>
                  </a:lnTo>
                  <a:lnTo>
                    <a:pt x="1504882" y="2045699"/>
                  </a:lnTo>
                  <a:lnTo>
                    <a:pt x="1465440" y="2028243"/>
                  </a:lnTo>
                  <a:lnTo>
                    <a:pt x="1428758" y="2007596"/>
                  </a:lnTo>
                  <a:lnTo>
                    <a:pt x="1394679" y="1983908"/>
                  </a:lnTo>
                  <a:lnTo>
                    <a:pt x="1363045" y="1957331"/>
                  </a:lnTo>
                  <a:lnTo>
                    <a:pt x="1333700" y="1928016"/>
                  </a:lnTo>
                  <a:lnTo>
                    <a:pt x="1306486" y="1896114"/>
                  </a:lnTo>
                  <a:lnTo>
                    <a:pt x="1281247" y="1861777"/>
                  </a:lnTo>
                  <a:lnTo>
                    <a:pt x="1257825" y="1825154"/>
                  </a:lnTo>
                  <a:lnTo>
                    <a:pt x="1236063" y="1786399"/>
                  </a:lnTo>
                  <a:lnTo>
                    <a:pt x="1215805" y="1745661"/>
                  </a:lnTo>
                  <a:lnTo>
                    <a:pt x="1196892" y="1703091"/>
                  </a:lnTo>
                  <a:lnTo>
                    <a:pt x="1179169" y="1658842"/>
                  </a:lnTo>
                  <a:lnTo>
                    <a:pt x="1162478" y="1613064"/>
                  </a:lnTo>
                  <a:lnTo>
                    <a:pt x="1146661" y="1565908"/>
                  </a:lnTo>
                  <a:lnTo>
                    <a:pt x="1131562" y="1517526"/>
                  </a:lnTo>
                  <a:lnTo>
                    <a:pt x="1117024" y="1468068"/>
                  </a:lnTo>
                  <a:lnTo>
                    <a:pt x="1102890" y="1417686"/>
                  </a:lnTo>
                  <a:lnTo>
                    <a:pt x="1089002" y="1366531"/>
                  </a:lnTo>
                  <a:lnTo>
                    <a:pt x="1075204" y="1314754"/>
                  </a:lnTo>
                  <a:lnTo>
                    <a:pt x="1061339" y="1262507"/>
                  </a:lnTo>
                  <a:lnTo>
                    <a:pt x="1050946" y="1221225"/>
                  </a:lnTo>
                  <a:lnTo>
                    <a:pt x="1040659" y="1176288"/>
                  </a:lnTo>
                  <a:lnTo>
                    <a:pt x="1030463" y="1128085"/>
                  </a:lnTo>
                  <a:lnTo>
                    <a:pt x="1020342" y="1077005"/>
                  </a:lnTo>
                  <a:lnTo>
                    <a:pt x="1010283" y="1023438"/>
                  </a:lnTo>
                  <a:lnTo>
                    <a:pt x="1000269" y="967773"/>
                  </a:lnTo>
                  <a:lnTo>
                    <a:pt x="990286" y="910399"/>
                  </a:lnTo>
                  <a:lnTo>
                    <a:pt x="980319" y="851705"/>
                  </a:lnTo>
                  <a:lnTo>
                    <a:pt x="970353" y="792080"/>
                  </a:lnTo>
                  <a:lnTo>
                    <a:pt x="960374" y="731914"/>
                  </a:lnTo>
                  <a:lnTo>
                    <a:pt x="950366" y="671595"/>
                  </a:lnTo>
                  <a:lnTo>
                    <a:pt x="940314" y="611513"/>
                  </a:lnTo>
                  <a:lnTo>
                    <a:pt x="930203" y="552057"/>
                  </a:lnTo>
                  <a:lnTo>
                    <a:pt x="920019" y="493617"/>
                  </a:lnTo>
                  <a:lnTo>
                    <a:pt x="909747" y="436581"/>
                  </a:lnTo>
                  <a:lnTo>
                    <a:pt x="899371" y="381338"/>
                  </a:lnTo>
                  <a:lnTo>
                    <a:pt x="888877" y="328279"/>
                  </a:lnTo>
                  <a:lnTo>
                    <a:pt x="878249" y="277791"/>
                  </a:lnTo>
                  <a:lnTo>
                    <a:pt x="867474" y="230265"/>
                  </a:lnTo>
                  <a:lnTo>
                    <a:pt x="856535" y="186089"/>
                  </a:lnTo>
                  <a:lnTo>
                    <a:pt x="845419" y="145653"/>
                  </a:lnTo>
                  <a:lnTo>
                    <a:pt x="822592" y="77556"/>
                  </a:lnTo>
                  <a:lnTo>
                    <a:pt x="798874" y="29087"/>
                  </a:lnTo>
                  <a:lnTo>
                    <a:pt x="761364" y="0"/>
                  </a:lnTo>
                  <a:lnTo>
                    <a:pt x="749771" y="3268"/>
                  </a:lnTo>
                  <a:lnTo>
                    <a:pt x="716163" y="49449"/>
                  </a:lnTo>
                  <a:lnTo>
                    <a:pt x="694772" y="106997"/>
                  </a:lnTo>
                  <a:lnTo>
                    <a:pt x="674228" y="182636"/>
                  </a:lnTo>
                  <a:lnTo>
                    <a:pt x="664284" y="226351"/>
                  </a:lnTo>
                  <a:lnTo>
                    <a:pt x="654563" y="273524"/>
                  </a:lnTo>
                  <a:lnTo>
                    <a:pt x="645070" y="323797"/>
                  </a:lnTo>
                  <a:lnTo>
                    <a:pt x="635807" y="376817"/>
                  </a:lnTo>
                  <a:lnTo>
                    <a:pt x="626780" y="432228"/>
                  </a:lnTo>
                  <a:lnTo>
                    <a:pt x="617992" y="489674"/>
                  </a:lnTo>
                  <a:lnTo>
                    <a:pt x="609446" y="548799"/>
                  </a:lnTo>
                  <a:lnTo>
                    <a:pt x="601147" y="609250"/>
                  </a:lnTo>
                  <a:lnTo>
                    <a:pt x="593099" y="670670"/>
                  </a:lnTo>
                  <a:lnTo>
                    <a:pt x="585305" y="732704"/>
                  </a:lnTo>
                  <a:lnTo>
                    <a:pt x="577769" y="794996"/>
                  </a:lnTo>
                  <a:lnTo>
                    <a:pt x="570495" y="857191"/>
                  </a:lnTo>
                  <a:lnTo>
                    <a:pt x="563488" y="918935"/>
                  </a:lnTo>
                  <a:lnTo>
                    <a:pt x="556750" y="979871"/>
                  </a:lnTo>
                  <a:lnTo>
                    <a:pt x="550286" y="1039644"/>
                  </a:lnTo>
                  <a:lnTo>
                    <a:pt x="544099" y="1097898"/>
                  </a:lnTo>
                  <a:lnTo>
                    <a:pt x="538194" y="1154279"/>
                  </a:lnTo>
                  <a:lnTo>
                    <a:pt x="532574" y="1208432"/>
                  </a:lnTo>
                  <a:lnTo>
                    <a:pt x="527243" y="1260000"/>
                  </a:lnTo>
                  <a:lnTo>
                    <a:pt x="522205" y="1308628"/>
                  </a:lnTo>
                  <a:lnTo>
                    <a:pt x="517464" y="1353961"/>
                  </a:lnTo>
                  <a:lnTo>
                    <a:pt x="513024" y="1395644"/>
                  </a:lnTo>
                  <a:lnTo>
                    <a:pt x="508888" y="1433321"/>
                  </a:lnTo>
                  <a:lnTo>
                    <a:pt x="504067" y="1477643"/>
                  </a:lnTo>
                  <a:lnTo>
                    <a:pt x="499354" y="1522245"/>
                  </a:lnTo>
                  <a:lnTo>
                    <a:pt x="494568" y="1566894"/>
                  </a:lnTo>
                  <a:lnTo>
                    <a:pt x="489525" y="1611358"/>
                  </a:lnTo>
                  <a:lnTo>
                    <a:pt x="484042" y="1655405"/>
                  </a:lnTo>
                  <a:lnTo>
                    <a:pt x="477936" y="1698802"/>
                  </a:lnTo>
                  <a:lnTo>
                    <a:pt x="471024" y="1741317"/>
                  </a:lnTo>
                  <a:lnTo>
                    <a:pt x="463123" y="1782718"/>
                  </a:lnTo>
                  <a:lnTo>
                    <a:pt x="454050" y="1822773"/>
                  </a:lnTo>
                  <a:lnTo>
                    <a:pt x="443621" y="1861249"/>
                  </a:lnTo>
                  <a:lnTo>
                    <a:pt x="431653" y="1897913"/>
                  </a:lnTo>
                  <a:lnTo>
                    <a:pt x="402369" y="1964878"/>
                  </a:lnTo>
                  <a:lnTo>
                    <a:pt x="364733" y="2021811"/>
                  </a:lnTo>
                  <a:lnTo>
                    <a:pt x="317281" y="2066852"/>
                  </a:lnTo>
                  <a:lnTo>
                    <a:pt x="258546" y="2098143"/>
                  </a:lnTo>
                  <a:lnTo>
                    <a:pt x="187064" y="2113825"/>
                  </a:lnTo>
                  <a:lnTo>
                    <a:pt x="146085" y="2115232"/>
                  </a:lnTo>
                  <a:lnTo>
                    <a:pt x="101370" y="2112039"/>
                  </a:lnTo>
                  <a:lnTo>
                    <a:pt x="52736" y="2104015"/>
                  </a:lnTo>
                  <a:lnTo>
                    <a:pt x="0" y="2090927"/>
                  </a:lnTo>
                </a:path>
              </a:pathLst>
            </a:custGeom>
            <a:noFill/>
            <a:ln cap="flat" cmpd="sng" w="19800">
              <a:solidFill>
                <a:srgbClr val="00AF5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9" name="Google Shape;2049;p94"/>
            <p:cNvSpPr/>
            <p:nvPr/>
          </p:nvSpPr>
          <p:spPr>
            <a:xfrm>
              <a:off x="5126735" y="4518660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0" name="Google Shape;2050;p94"/>
            <p:cNvSpPr/>
            <p:nvPr/>
          </p:nvSpPr>
          <p:spPr>
            <a:xfrm>
              <a:off x="5097779" y="4663439"/>
              <a:ext cx="55625" cy="13335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1" name="Google Shape;2051;p94"/>
            <p:cNvSpPr/>
            <p:nvPr/>
          </p:nvSpPr>
          <p:spPr>
            <a:xfrm>
              <a:off x="3424427" y="4455160"/>
              <a:ext cx="4143375" cy="127000"/>
            </a:xfrm>
            <a:custGeom>
              <a:rect b="b" l="l" r="r" t="t"/>
              <a:pathLst>
                <a:path extrusionOk="0" h="127000" w="4143375">
                  <a:moveTo>
                    <a:pt x="4066667" y="63500"/>
                  </a:moveTo>
                  <a:lnTo>
                    <a:pt x="4015867" y="127000"/>
                  </a:lnTo>
                  <a:lnTo>
                    <a:pt x="4130167" y="69850"/>
                  </a:lnTo>
                  <a:lnTo>
                    <a:pt x="4066667" y="69850"/>
                  </a:lnTo>
                  <a:lnTo>
                    <a:pt x="4066667" y="63500"/>
                  </a:lnTo>
                  <a:close/>
                </a:path>
                <a:path extrusionOk="0" h="127000" w="4143375">
                  <a:moveTo>
                    <a:pt x="4061587" y="57150"/>
                  </a:moveTo>
                  <a:lnTo>
                    <a:pt x="0" y="57150"/>
                  </a:lnTo>
                  <a:lnTo>
                    <a:pt x="0" y="69850"/>
                  </a:lnTo>
                  <a:lnTo>
                    <a:pt x="4061587" y="69850"/>
                  </a:lnTo>
                  <a:lnTo>
                    <a:pt x="4066667" y="63500"/>
                  </a:lnTo>
                  <a:lnTo>
                    <a:pt x="4061587" y="57150"/>
                  </a:lnTo>
                  <a:close/>
                </a:path>
                <a:path extrusionOk="0" h="127000" w="4143375">
                  <a:moveTo>
                    <a:pt x="4130167" y="57150"/>
                  </a:moveTo>
                  <a:lnTo>
                    <a:pt x="4066667" y="57150"/>
                  </a:lnTo>
                  <a:lnTo>
                    <a:pt x="4066667" y="69850"/>
                  </a:lnTo>
                  <a:lnTo>
                    <a:pt x="4130167" y="69850"/>
                  </a:lnTo>
                  <a:lnTo>
                    <a:pt x="4142867" y="63500"/>
                  </a:lnTo>
                  <a:lnTo>
                    <a:pt x="4130167" y="57150"/>
                  </a:lnTo>
                  <a:close/>
                </a:path>
                <a:path extrusionOk="0" h="127000" w="4143375">
                  <a:moveTo>
                    <a:pt x="4015867" y="0"/>
                  </a:moveTo>
                  <a:lnTo>
                    <a:pt x="4066667" y="63500"/>
                  </a:lnTo>
                  <a:lnTo>
                    <a:pt x="4066667" y="57150"/>
                  </a:lnTo>
                  <a:lnTo>
                    <a:pt x="4130167" y="57150"/>
                  </a:lnTo>
                  <a:lnTo>
                    <a:pt x="40158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52" name="Google Shape;2052;p94"/>
          <p:cNvSpPr/>
          <p:nvPr/>
        </p:nvSpPr>
        <p:spPr>
          <a:xfrm>
            <a:off x="554736" y="1449324"/>
            <a:ext cx="2433066" cy="189737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95"/>
          <p:cNvSpPr/>
          <p:nvPr/>
        </p:nvSpPr>
        <p:spPr>
          <a:xfrm>
            <a:off x="9356036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58" name="Google Shape;2058;p9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59" name="Google Shape;2059;p9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60" name="Google Shape;2060;p95"/>
          <p:cNvSpPr/>
          <p:nvPr/>
        </p:nvSpPr>
        <p:spPr>
          <a:xfrm>
            <a:off x="557783" y="1591043"/>
            <a:ext cx="3016757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61" name="Google Shape;2061;p95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062" name="Google Shape;2062;p95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2063" name="Google Shape;2063;p95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4" name="Google Shape;2064;p95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5" name="Google Shape;2065;p95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6" name="Google Shape;2066;p95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7" name="Google Shape;2067;p95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68" name="Google Shape;2068;p95"/>
          <p:cNvSpPr txBox="1"/>
          <p:nvPr/>
        </p:nvSpPr>
        <p:spPr>
          <a:xfrm>
            <a:off x="437489" y="431419"/>
            <a:ext cx="3540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2.1. Continuous Probability Density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69" name="Google Shape;2069;p95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73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96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75" name="Google Shape;2075;p96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76" name="Google Shape;2076;p96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77" name="Google Shape;2077;p9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78" name="Google Shape;2078;p9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79" name="Google Shape;2079;p96"/>
          <p:cNvSpPr/>
          <p:nvPr/>
        </p:nvSpPr>
        <p:spPr>
          <a:xfrm>
            <a:off x="1019555" y="3220199"/>
            <a:ext cx="4994910" cy="4076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80" name="Google Shape;2080;p96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81" name="Google Shape;2081;p96"/>
          <p:cNvSpPr/>
          <p:nvPr/>
        </p:nvSpPr>
        <p:spPr>
          <a:xfrm>
            <a:off x="1050036" y="3959352"/>
            <a:ext cx="2905506" cy="69723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p97"/>
          <p:cNvSpPr/>
          <p:nvPr/>
        </p:nvSpPr>
        <p:spPr>
          <a:xfrm>
            <a:off x="9366624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87" name="Google Shape;2087;p9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88" name="Google Shape;2088;p9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89" name="Google Shape;2089;p97"/>
          <p:cNvSpPr txBox="1"/>
          <p:nvPr/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2.2. Conjoint Probability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90" name="Google Shape;2090;p9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91" name="Google Shape;2091;p97"/>
          <p:cNvSpPr/>
          <p:nvPr/>
        </p:nvSpPr>
        <p:spPr>
          <a:xfrm>
            <a:off x="460248" y="1443177"/>
            <a:ext cx="2661666" cy="30256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92" name="Google Shape;2092;p97"/>
          <p:cNvSpPr/>
          <p:nvPr/>
        </p:nvSpPr>
        <p:spPr>
          <a:xfrm>
            <a:off x="682751" y="2706623"/>
            <a:ext cx="2170938" cy="16535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93" name="Google Shape;2093;p97"/>
          <p:cNvSpPr/>
          <p:nvPr/>
        </p:nvSpPr>
        <p:spPr>
          <a:xfrm>
            <a:off x="682751" y="3534155"/>
            <a:ext cx="2576322" cy="16535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94" name="Google Shape;2094;p97"/>
          <p:cNvSpPr/>
          <p:nvPr/>
        </p:nvSpPr>
        <p:spPr>
          <a:xfrm>
            <a:off x="554736" y="1921764"/>
            <a:ext cx="3768090" cy="53568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95" name="Google Shape;2095;p97"/>
          <p:cNvSpPr/>
          <p:nvPr/>
        </p:nvSpPr>
        <p:spPr>
          <a:xfrm>
            <a:off x="554736" y="3118104"/>
            <a:ext cx="2907029" cy="197358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98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01" name="Google Shape;2101;p9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02" name="Google Shape;2102;p9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03" name="Google Shape;2103;p98"/>
          <p:cNvSpPr txBox="1"/>
          <p:nvPr/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2.2. Conjoint Probability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04" name="Google Shape;2104;p98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05" name="Google Shape;2105;p98"/>
          <p:cNvSpPr/>
          <p:nvPr/>
        </p:nvSpPr>
        <p:spPr>
          <a:xfrm>
            <a:off x="682751" y="1804403"/>
            <a:ext cx="4161282" cy="10462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06" name="Google Shape;2106;p98"/>
          <p:cNvSpPr/>
          <p:nvPr/>
        </p:nvSpPr>
        <p:spPr>
          <a:xfrm>
            <a:off x="554736" y="1449324"/>
            <a:ext cx="745998" cy="15773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99"/>
          <p:cNvSpPr/>
          <p:nvPr/>
        </p:nvSpPr>
        <p:spPr>
          <a:xfrm>
            <a:off x="9355873" y="6524434"/>
            <a:ext cx="8759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12" name="Google Shape;2112;p9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13" name="Google Shape;2113;p9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14" name="Google Shape;2114;p99"/>
          <p:cNvSpPr txBox="1"/>
          <p:nvPr/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2.2. Conjoint Probability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15" name="Google Shape;2115;p99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16" name="Google Shape;2116;p99"/>
          <p:cNvSpPr/>
          <p:nvPr/>
        </p:nvSpPr>
        <p:spPr>
          <a:xfrm>
            <a:off x="682751" y="1805939"/>
            <a:ext cx="2222754" cy="1333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17" name="Google Shape;2117;p99"/>
          <p:cNvSpPr/>
          <p:nvPr/>
        </p:nvSpPr>
        <p:spPr>
          <a:xfrm>
            <a:off x="554736" y="1449324"/>
            <a:ext cx="753618" cy="15773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118" name="Google Shape;2118;p99"/>
          <p:cNvGrpSpPr/>
          <p:nvPr/>
        </p:nvGrpSpPr>
        <p:grpSpPr>
          <a:xfrm>
            <a:off x="3787140" y="2127504"/>
            <a:ext cx="1874520" cy="538480"/>
            <a:chOff x="3787140" y="2127504"/>
            <a:chExt cx="1874520" cy="538480"/>
          </a:xfrm>
        </p:grpSpPr>
        <p:sp>
          <p:nvSpPr>
            <p:cNvPr id="2119" name="Google Shape;2119;p99"/>
            <p:cNvSpPr/>
            <p:nvPr/>
          </p:nvSpPr>
          <p:spPr>
            <a:xfrm>
              <a:off x="3787140" y="2127504"/>
              <a:ext cx="1874520" cy="538480"/>
            </a:xfrm>
            <a:custGeom>
              <a:rect b="b" l="l" r="r" t="t"/>
              <a:pathLst>
                <a:path extrusionOk="0" h="538480" w="1874520">
                  <a:moveTo>
                    <a:pt x="1874519" y="0"/>
                  </a:moveTo>
                  <a:lnTo>
                    <a:pt x="0" y="0"/>
                  </a:lnTo>
                  <a:lnTo>
                    <a:pt x="0" y="537972"/>
                  </a:lnTo>
                  <a:lnTo>
                    <a:pt x="1874519" y="537972"/>
                  </a:lnTo>
                  <a:lnTo>
                    <a:pt x="187451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0" name="Google Shape;2120;p99"/>
            <p:cNvSpPr/>
            <p:nvPr/>
          </p:nvSpPr>
          <p:spPr>
            <a:xfrm>
              <a:off x="4667123" y="2405761"/>
              <a:ext cx="745490" cy="12700"/>
            </a:xfrm>
            <a:custGeom>
              <a:rect b="b" l="l" r="r" t="t"/>
              <a:pathLst>
                <a:path extrusionOk="0" h="12700" w="745489">
                  <a:moveTo>
                    <a:pt x="745236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745236" y="12191"/>
                  </a:lnTo>
                  <a:lnTo>
                    <a:pt x="745236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21" name="Google Shape;2121;p99"/>
          <p:cNvSpPr txBox="1"/>
          <p:nvPr/>
        </p:nvSpPr>
        <p:spPr>
          <a:xfrm>
            <a:off x="3787140" y="2127504"/>
            <a:ext cx="1874520" cy="5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632460" marR="0" rtl="0" algn="ctr">
              <a:lnSpc>
                <a:spcPct val="9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𝐶𝑜𝑣(𝑋, 𝑌)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44145" marR="0" rtl="0" algn="l">
              <a:lnSpc>
                <a:spcPct val="7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𝐶𝑜𝑟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)=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619760" marR="0" rtl="0" algn="ctr">
              <a:lnSpc>
                <a:spcPct val="87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15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endParaRPr baseline="-25000"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99"/>
          <p:cNvSpPr/>
          <p:nvPr/>
        </p:nvSpPr>
        <p:spPr>
          <a:xfrm>
            <a:off x="682751" y="2958083"/>
            <a:ext cx="3792474" cy="135712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100"/>
          <p:cNvSpPr/>
          <p:nvPr/>
        </p:nvSpPr>
        <p:spPr>
          <a:xfrm>
            <a:off x="9331604" y="6524434"/>
            <a:ext cx="11338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28" name="Google Shape;2128;p10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29" name="Google Shape;2129;p10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30" name="Google Shape;2130;p100"/>
          <p:cNvSpPr txBox="1"/>
          <p:nvPr/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2.2. Conjoint Probability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31" name="Google Shape;2131;p100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132" name="Google Shape;2132;p100"/>
          <p:cNvGrpSpPr/>
          <p:nvPr/>
        </p:nvGrpSpPr>
        <p:grpSpPr>
          <a:xfrm>
            <a:off x="2753867" y="1917192"/>
            <a:ext cx="4177665" cy="3656329"/>
            <a:chOff x="2753867" y="1917192"/>
            <a:chExt cx="4177665" cy="3656329"/>
          </a:xfrm>
        </p:grpSpPr>
        <p:sp>
          <p:nvSpPr>
            <p:cNvPr id="2133" name="Google Shape;2133;p100"/>
            <p:cNvSpPr/>
            <p:nvPr/>
          </p:nvSpPr>
          <p:spPr>
            <a:xfrm>
              <a:off x="2753867" y="1917192"/>
              <a:ext cx="4177665" cy="3656329"/>
            </a:xfrm>
            <a:custGeom>
              <a:rect b="b" l="l" r="r" t="t"/>
              <a:pathLst>
                <a:path extrusionOk="0" h="3656329" w="4177665">
                  <a:moveTo>
                    <a:pt x="4177283" y="0"/>
                  </a:moveTo>
                  <a:lnTo>
                    <a:pt x="0" y="0"/>
                  </a:lnTo>
                  <a:lnTo>
                    <a:pt x="0" y="3656076"/>
                  </a:lnTo>
                  <a:lnTo>
                    <a:pt x="4177283" y="3656076"/>
                  </a:lnTo>
                  <a:lnTo>
                    <a:pt x="417728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4" name="Google Shape;2134;p100"/>
            <p:cNvSpPr/>
            <p:nvPr/>
          </p:nvSpPr>
          <p:spPr>
            <a:xfrm>
              <a:off x="4043171" y="5070348"/>
              <a:ext cx="1658874" cy="22326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5" name="Google Shape;2135;p100"/>
            <p:cNvSpPr/>
            <p:nvPr/>
          </p:nvSpPr>
          <p:spPr>
            <a:xfrm>
              <a:off x="3635248" y="2170175"/>
              <a:ext cx="2404110" cy="2343785"/>
            </a:xfrm>
            <a:custGeom>
              <a:rect b="b" l="l" r="r" t="t"/>
              <a:pathLst>
                <a:path extrusionOk="0" h="2343785" w="2404110">
                  <a:moveTo>
                    <a:pt x="2403983" y="2279904"/>
                  </a:moveTo>
                  <a:lnTo>
                    <a:pt x="2391283" y="2273554"/>
                  </a:lnTo>
                  <a:lnTo>
                    <a:pt x="2276983" y="2216404"/>
                  </a:lnTo>
                  <a:lnTo>
                    <a:pt x="2322703" y="2273554"/>
                  </a:lnTo>
                  <a:lnTo>
                    <a:pt x="69850" y="2273554"/>
                  </a:lnTo>
                  <a:lnTo>
                    <a:pt x="69850" y="81280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50" y="81280"/>
                  </a:lnTo>
                  <a:lnTo>
                    <a:pt x="57150" y="2280539"/>
                  </a:lnTo>
                  <a:lnTo>
                    <a:pt x="63500" y="2280539"/>
                  </a:lnTo>
                  <a:lnTo>
                    <a:pt x="63500" y="2286254"/>
                  </a:lnTo>
                  <a:lnTo>
                    <a:pt x="2322703" y="2286254"/>
                  </a:lnTo>
                  <a:lnTo>
                    <a:pt x="2276983" y="2343404"/>
                  </a:lnTo>
                  <a:lnTo>
                    <a:pt x="2391283" y="2286254"/>
                  </a:lnTo>
                  <a:lnTo>
                    <a:pt x="2403983" y="22799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6" name="Google Shape;2136;p100"/>
            <p:cNvSpPr/>
            <p:nvPr/>
          </p:nvSpPr>
          <p:spPr>
            <a:xfrm>
              <a:off x="5794247" y="4616196"/>
              <a:ext cx="154686" cy="15925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7" name="Google Shape;2137;p100"/>
            <p:cNvSpPr/>
            <p:nvPr/>
          </p:nvSpPr>
          <p:spPr>
            <a:xfrm>
              <a:off x="3395471" y="2098548"/>
              <a:ext cx="131825" cy="159258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8" name="Google Shape;2138;p100"/>
            <p:cNvSpPr/>
            <p:nvPr/>
          </p:nvSpPr>
          <p:spPr>
            <a:xfrm>
              <a:off x="4251959" y="2528316"/>
              <a:ext cx="71627" cy="7315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9" name="Google Shape;2139;p100"/>
            <p:cNvSpPr/>
            <p:nvPr/>
          </p:nvSpPr>
          <p:spPr>
            <a:xfrm>
              <a:off x="4300727" y="3261360"/>
              <a:ext cx="71627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0" name="Google Shape;2140;p100"/>
            <p:cNvSpPr/>
            <p:nvPr/>
          </p:nvSpPr>
          <p:spPr>
            <a:xfrm>
              <a:off x="4046219" y="3758184"/>
              <a:ext cx="70103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1" name="Google Shape;2141;p100"/>
            <p:cNvSpPr/>
            <p:nvPr/>
          </p:nvSpPr>
          <p:spPr>
            <a:xfrm>
              <a:off x="4456176" y="3596639"/>
              <a:ext cx="437515" cy="161925"/>
            </a:xfrm>
            <a:custGeom>
              <a:rect b="b" l="l" r="r" t="t"/>
              <a:pathLst>
                <a:path extrusionOk="0" h="161925" w="437514">
                  <a:moveTo>
                    <a:pt x="71628" y="125730"/>
                  </a:moveTo>
                  <a:lnTo>
                    <a:pt x="68808" y="111785"/>
                  </a:lnTo>
                  <a:lnTo>
                    <a:pt x="61150" y="100393"/>
                  </a:lnTo>
                  <a:lnTo>
                    <a:pt x="49758" y="92735"/>
                  </a:lnTo>
                  <a:lnTo>
                    <a:pt x="35814" y="89916"/>
                  </a:lnTo>
                  <a:lnTo>
                    <a:pt x="21856" y="92735"/>
                  </a:lnTo>
                  <a:lnTo>
                    <a:pt x="10477" y="100393"/>
                  </a:lnTo>
                  <a:lnTo>
                    <a:pt x="2806" y="111785"/>
                  </a:lnTo>
                  <a:lnTo>
                    <a:pt x="0" y="125730"/>
                  </a:lnTo>
                  <a:lnTo>
                    <a:pt x="2806" y="139687"/>
                  </a:lnTo>
                  <a:lnTo>
                    <a:pt x="10477" y="151066"/>
                  </a:lnTo>
                  <a:lnTo>
                    <a:pt x="21856" y="158737"/>
                  </a:lnTo>
                  <a:lnTo>
                    <a:pt x="35814" y="161544"/>
                  </a:lnTo>
                  <a:lnTo>
                    <a:pt x="49758" y="158737"/>
                  </a:lnTo>
                  <a:lnTo>
                    <a:pt x="61150" y="151066"/>
                  </a:lnTo>
                  <a:lnTo>
                    <a:pt x="68808" y="139687"/>
                  </a:lnTo>
                  <a:lnTo>
                    <a:pt x="71628" y="125730"/>
                  </a:lnTo>
                  <a:close/>
                </a:path>
                <a:path extrusionOk="0" h="161925" w="437514">
                  <a:moveTo>
                    <a:pt x="437388" y="35814"/>
                  </a:moveTo>
                  <a:lnTo>
                    <a:pt x="434568" y="21869"/>
                  </a:lnTo>
                  <a:lnTo>
                    <a:pt x="426910" y="10477"/>
                  </a:lnTo>
                  <a:lnTo>
                    <a:pt x="415518" y="2819"/>
                  </a:lnTo>
                  <a:lnTo>
                    <a:pt x="401574" y="0"/>
                  </a:lnTo>
                  <a:lnTo>
                    <a:pt x="387616" y="2819"/>
                  </a:lnTo>
                  <a:lnTo>
                    <a:pt x="376237" y="10490"/>
                  </a:lnTo>
                  <a:lnTo>
                    <a:pt x="368566" y="21869"/>
                  </a:lnTo>
                  <a:lnTo>
                    <a:pt x="365760" y="35814"/>
                  </a:lnTo>
                  <a:lnTo>
                    <a:pt x="368566" y="49771"/>
                  </a:lnTo>
                  <a:lnTo>
                    <a:pt x="376237" y="61163"/>
                  </a:lnTo>
                  <a:lnTo>
                    <a:pt x="387616" y="68821"/>
                  </a:lnTo>
                  <a:lnTo>
                    <a:pt x="401574" y="71628"/>
                  </a:lnTo>
                  <a:lnTo>
                    <a:pt x="415518" y="68821"/>
                  </a:lnTo>
                  <a:lnTo>
                    <a:pt x="426910" y="61163"/>
                  </a:lnTo>
                  <a:lnTo>
                    <a:pt x="434568" y="49771"/>
                  </a:lnTo>
                  <a:lnTo>
                    <a:pt x="437388" y="35814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2" name="Google Shape;2142;p100"/>
            <p:cNvSpPr/>
            <p:nvPr/>
          </p:nvSpPr>
          <p:spPr>
            <a:xfrm>
              <a:off x="4059935" y="3191256"/>
              <a:ext cx="71627" cy="7162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3" name="Google Shape;2143;p100"/>
            <p:cNvSpPr/>
            <p:nvPr/>
          </p:nvSpPr>
          <p:spPr>
            <a:xfrm>
              <a:off x="4687823" y="3134868"/>
              <a:ext cx="70103" cy="7315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4" name="Google Shape;2144;p100"/>
            <p:cNvSpPr/>
            <p:nvPr/>
          </p:nvSpPr>
          <p:spPr>
            <a:xfrm>
              <a:off x="4177283" y="3514344"/>
              <a:ext cx="70103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5" name="Google Shape;2145;p100"/>
            <p:cNvSpPr/>
            <p:nvPr/>
          </p:nvSpPr>
          <p:spPr>
            <a:xfrm>
              <a:off x="4814316" y="3502152"/>
              <a:ext cx="71755" cy="71755"/>
            </a:xfrm>
            <a:custGeom>
              <a:rect b="b" l="l" r="r" t="t"/>
              <a:pathLst>
                <a:path extrusionOk="0" h="71754" w="71754">
                  <a:moveTo>
                    <a:pt x="35813" y="0"/>
                  </a:moveTo>
                  <a:lnTo>
                    <a:pt x="21859" y="2809"/>
                  </a:lnTo>
                  <a:lnTo>
                    <a:pt x="10477" y="10477"/>
                  </a:lnTo>
                  <a:lnTo>
                    <a:pt x="2809" y="21859"/>
                  </a:lnTo>
                  <a:lnTo>
                    <a:pt x="0" y="35813"/>
                  </a:lnTo>
                  <a:lnTo>
                    <a:pt x="2809" y="49768"/>
                  </a:lnTo>
                  <a:lnTo>
                    <a:pt x="10477" y="61150"/>
                  </a:lnTo>
                  <a:lnTo>
                    <a:pt x="21859" y="68818"/>
                  </a:lnTo>
                  <a:lnTo>
                    <a:pt x="35813" y="71627"/>
                  </a:lnTo>
                  <a:lnTo>
                    <a:pt x="49768" y="68818"/>
                  </a:lnTo>
                  <a:lnTo>
                    <a:pt x="61150" y="61150"/>
                  </a:lnTo>
                  <a:lnTo>
                    <a:pt x="68818" y="49768"/>
                  </a:lnTo>
                  <a:lnTo>
                    <a:pt x="71628" y="35813"/>
                  </a:lnTo>
                  <a:lnTo>
                    <a:pt x="68818" y="21859"/>
                  </a:lnTo>
                  <a:lnTo>
                    <a:pt x="61150" y="10477"/>
                  </a:lnTo>
                  <a:lnTo>
                    <a:pt x="49768" y="2809"/>
                  </a:lnTo>
                  <a:lnTo>
                    <a:pt x="35813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6" name="Google Shape;2146;p100"/>
            <p:cNvSpPr/>
            <p:nvPr/>
          </p:nvSpPr>
          <p:spPr>
            <a:xfrm>
              <a:off x="4823460" y="2781300"/>
              <a:ext cx="71627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7" name="Google Shape;2147;p100"/>
            <p:cNvSpPr/>
            <p:nvPr/>
          </p:nvSpPr>
          <p:spPr>
            <a:xfrm>
              <a:off x="4916423" y="4119372"/>
              <a:ext cx="71627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8" name="Google Shape;2148;p100"/>
            <p:cNvSpPr/>
            <p:nvPr/>
          </p:nvSpPr>
          <p:spPr>
            <a:xfrm>
              <a:off x="4764023" y="3927348"/>
              <a:ext cx="70103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9" name="Google Shape;2149;p100"/>
            <p:cNvSpPr/>
            <p:nvPr/>
          </p:nvSpPr>
          <p:spPr>
            <a:xfrm>
              <a:off x="4309871" y="3854196"/>
              <a:ext cx="70103" cy="7315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0" name="Google Shape;2150;p100"/>
            <p:cNvSpPr/>
            <p:nvPr/>
          </p:nvSpPr>
          <p:spPr>
            <a:xfrm>
              <a:off x="4413503" y="2638044"/>
              <a:ext cx="71755" cy="71755"/>
            </a:xfrm>
            <a:custGeom>
              <a:rect b="b" l="l" r="r" t="t"/>
              <a:pathLst>
                <a:path extrusionOk="0" h="71755" w="71754">
                  <a:moveTo>
                    <a:pt x="35813" y="0"/>
                  </a:moveTo>
                  <a:lnTo>
                    <a:pt x="21859" y="2809"/>
                  </a:lnTo>
                  <a:lnTo>
                    <a:pt x="10477" y="10477"/>
                  </a:lnTo>
                  <a:lnTo>
                    <a:pt x="2809" y="21859"/>
                  </a:lnTo>
                  <a:lnTo>
                    <a:pt x="0" y="35813"/>
                  </a:lnTo>
                  <a:lnTo>
                    <a:pt x="2809" y="49768"/>
                  </a:lnTo>
                  <a:lnTo>
                    <a:pt x="10477" y="61150"/>
                  </a:lnTo>
                  <a:lnTo>
                    <a:pt x="21859" y="68818"/>
                  </a:lnTo>
                  <a:lnTo>
                    <a:pt x="35813" y="71627"/>
                  </a:lnTo>
                  <a:lnTo>
                    <a:pt x="49768" y="68818"/>
                  </a:lnTo>
                  <a:lnTo>
                    <a:pt x="61150" y="61150"/>
                  </a:lnTo>
                  <a:lnTo>
                    <a:pt x="68818" y="49768"/>
                  </a:lnTo>
                  <a:lnTo>
                    <a:pt x="71628" y="35813"/>
                  </a:lnTo>
                  <a:lnTo>
                    <a:pt x="68818" y="21859"/>
                  </a:lnTo>
                  <a:lnTo>
                    <a:pt x="61150" y="10477"/>
                  </a:lnTo>
                  <a:lnTo>
                    <a:pt x="49768" y="2809"/>
                  </a:lnTo>
                  <a:lnTo>
                    <a:pt x="35813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1" name="Google Shape;2151;p100"/>
            <p:cNvSpPr/>
            <p:nvPr/>
          </p:nvSpPr>
          <p:spPr>
            <a:xfrm>
              <a:off x="4229100" y="2951988"/>
              <a:ext cx="70103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2" name="Google Shape;2152;p100"/>
            <p:cNvSpPr/>
            <p:nvPr/>
          </p:nvSpPr>
          <p:spPr>
            <a:xfrm>
              <a:off x="4393691" y="3304032"/>
              <a:ext cx="70104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3" name="Google Shape;2153;p100"/>
            <p:cNvSpPr/>
            <p:nvPr/>
          </p:nvSpPr>
          <p:spPr>
            <a:xfrm>
              <a:off x="4521707" y="3671316"/>
              <a:ext cx="70485" cy="71755"/>
            </a:xfrm>
            <a:custGeom>
              <a:rect b="b" l="l" r="r" t="t"/>
              <a:pathLst>
                <a:path extrusionOk="0" h="71754" w="70485">
                  <a:moveTo>
                    <a:pt x="35051" y="0"/>
                  </a:moveTo>
                  <a:lnTo>
                    <a:pt x="21431" y="2809"/>
                  </a:lnTo>
                  <a:lnTo>
                    <a:pt x="10286" y="10477"/>
                  </a:lnTo>
                  <a:lnTo>
                    <a:pt x="2762" y="21859"/>
                  </a:lnTo>
                  <a:lnTo>
                    <a:pt x="0" y="35813"/>
                  </a:lnTo>
                  <a:lnTo>
                    <a:pt x="2762" y="49768"/>
                  </a:lnTo>
                  <a:lnTo>
                    <a:pt x="10287" y="61150"/>
                  </a:lnTo>
                  <a:lnTo>
                    <a:pt x="21431" y="68818"/>
                  </a:lnTo>
                  <a:lnTo>
                    <a:pt x="35051" y="71627"/>
                  </a:lnTo>
                  <a:lnTo>
                    <a:pt x="48672" y="68818"/>
                  </a:lnTo>
                  <a:lnTo>
                    <a:pt x="59816" y="61150"/>
                  </a:lnTo>
                  <a:lnTo>
                    <a:pt x="67341" y="49768"/>
                  </a:lnTo>
                  <a:lnTo>
                    <a:pt x="70103" y="35813"/>
                  </a:lnTo>
                  <a:lnTo>
                    <a:pt x="67341" y="21859"/>
                  </a:lnTo>
                  <a:lnTo>
                    <a:pt x="59816" y="10477"/>
                  </a:lnTo>
                  <a:lnTo>
                    <a:pt x="48672" y="2809"/>
                  </a:lnTo>
                  <a:lnTo>
                    <a:pt x="35051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4" name="Google Shape;2154;p100"/>
            <p:cNvSpPr/>
            <p:nvPr/>
          </p:nvSpPr>
          <p:spPr>
            <a:xfrm>
              <a:off x="4198619" y="3172968"/>
              <a:ext cx="70103" cy="7315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5" name="Google Shape;2155;p100"/>
            <p:cNvSpPr/>
            <p:nvPr/>
          </p:nvSpPr>
          <p:spPr>
            <a:xfrm>
              <a:off x="4873751" y="3275076"/>
              <a:ext cx="70103" cy="73151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6" name="Google Shape;2156;p100"/>
            <p:cNvSpPr/>
            <p:nvPr/>
          </p:nvSpPr>
          <p:spPr>
            <a:xfrm>
              <a:off x="5068823" y="3863340"/>
              <a:ext cx="71627" cy="71628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7" name="Google Shape;2157;p100"/>
            <p:cNvSpPr/>
            <p:nvPr/>
          </p:nvSpPr>
          <p:spPr>
            <a:xfrm>
              <a:off x="4066031" y="2755392"/>
              <a:ext cx="70103" cy="73152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8" name="Google Shape;2158;p100"/>
            <p:cNvSpPr/>
            <p:nvPr/>
          </p:nvSpPr>
          <p:spPr>
            <a:xfrm>
              <a:off x="4655819" y="2398776"/>
              <a:ext cx="70103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9" name="Google Shape;2159;p100"/>
            <p:cNvSpPr/>
            <p:nvPr/>
          </p:nvSpPr>
          <p:spPr>
            <a:xfrm>
              <a:off x="4241291" y="3352800"/>
              <a:ext cx="71628" cy="7315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0" name="Google Shape;2160;p100"/>
            <p:cNvSpPr/>
            <p:nvPr/>
          </p:nvSpPr>
          <p:spPr>
            <a:xfrm>
              <a:off x="4448556" y="3555491"/>
              <a:ext cx="481965" cy="144780"/>
            </a:xfrm>
            <a:custGeom>
              <a:rect b="b" l="l" r="r" t="t"/>
              <a:pathLst>
                <a:path extrusionOk="0" h="144779" w="481964">
                  <a:moveTo>
                    <a:pt x="70104" y="108204"/>
                  </a:moveTo>
                  <a:lnTo>
                    <a:pt x="67335" y="93980"/>
                  </a:lnTo>
                  <a:lnTo>
                    <a:pt x="59817" y="82346"/>
                  </a:lnTo>
                  <a:lnTo>
                    <a:pt x="48666" y="74510"/>
                  </a:lnTo>
                  <a:lnTo>
                    <a:pt x="35052" y="71628"/>
                  </a:lnTo>
                  <a:lnTo>
                    <a:pt x="21424" y="74510"/>
                  </a:lnTo>
                  <a:lnTo>
                    <a:pt x="10287" y="82346"/>
                  </a:lnTo>
                  <a:lnTo>
                    <a:pt x="2755" y="93980"/>
                  </a:lnTo>
                  <a:lnTo>
                    <a:pt x="0" y="108204"/>
                  </a:lnTo>
                  <a:lnTo>
                    <a:pt x="2755" y="122440"/>
                  </a:lnTo>
                  <a:lnTo>
                    <a:pt x="10287" y="134073"/>
                  </a:lnTo>
                  <a:lnTo>
                    <a:pt x="21424" y="141909"/>
                  </a:lnTo>
                  <a:lnTo>
                    <a:pt x="35052" y="144780"/>
                  </a:lnTo>
                  <a:lnTo>
                    <a:pt x="48666" y="141909"/>
                  </a:lnTo>
                  <a:lnTo>
                    <a:pt x="59817" y="134073"/>
                  </a:lnTo>
                  <a:lnTo>
                    <a:pt x="67335" y="122440"/>
                  </a:lnTo>
                  <a:lnTo>
                    <a:pt x="70104" y="108204"/>
                  </a:lnTo>
                  <a:close/>
                </a:path>
                <a:path extrusionOk="0" h="144779" w="481964">
                  <a:moveTo>
                    <a:pt x="481584" y="35814"/>
                  </a:moveTo>
                  <a:lnTo>
                    <a:pt x="478815" y="21869"/>
                  </a:lnTo>
                  <a:lnTo>
                    <a:pt x="471297" y="10477"/>
                  </a:lnTo>
                  <a:lnTo>
                    <a:pt x="460146" y="2819"/>
                  </a:lnTo>
                  <a:lnTo>
                    <a:pt x="446532" y="0"/>
                  </a:lnTo>
                  <a:lnTo>
                    <a:pt x="432904" y="2819"/>
                  </a:lnTo>
                  <a:lnTo>
                    <a:pt x="421767" y="10477"/>
                  </a:lnTo>
                  <a:lnTo>
                    <a:pt x="414235" y="21869"/>
                  </a:lnTo>
                  <a:lnTo>
                    <a:pt x="411480" y="35814"/>
                  </a:lnTo>
                  <a:lnTo>
                    <a:pt x="414235" y="49771"/>
                  </a:lnTo>
                  <a:lnTo>
                    <a:pt x="421767" y="61150"/>
                  </a:lnTo>
                  <a:lnTo>
                    <a:pt x="432904" y="68821"/>
                  </a:lnTo>
                  <a:lnTo>
                    <a:pt x="446532" y="71628"/>
                  </a:lnTo>
                  <a:lnTo>
                    <a:pt x="460146" y="68821"/>
                  </a:lnTo>
                  <a:lnTo>
                    <a:pt x="471297" y="61150"/>
                  </a:lnTo>
                  <a:lnTo>
                    <a:pt x="478815" y="49771"/>
                  </a:lnTo>
                  <a:lnTo>
                    <a:pt x="481584" y="35814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1" name="Google Shape;2161;p100"/>
            <p:cNvSpPr/>
            <p:nvPr/>
          </p:nvSpPr>
          <p:spPr>
            <a:xfrm>
              <a:off x="5225795" y="3465576"/>
              <a:ext cx="70103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2" name="Google Shape;2162;p100"/>
            <p:cNvSpPr/>
            <p:nvPr/>
          </p:nvSpPr>
          <p:spPr>
            <a:xfrm>
              <a:off x="4925567" y="2837688"/>
              <a:ext cx="70104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3" name="Google Shape;2163;p100"/>
            <p:cNvSpPr/>
            <p:nvPr/>
          </p:nvSpPr>
          <p:spPr>
            <a:xfrm>
              <a:off x="5553455" y="2781300"/>
              <a:ext cx="70104" cy="73151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4" name="Google Shape;2164;p100"/>
            <p:cNvSpPr/>
            <p:nvPr/>
          </p:nvSpPr>
          <p:spPr>
            <a:xfrm>
              <a:off x="4579619" y="3383280"/>
              <a:ext cx="70103" cy="7315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5" name="Google Shape;2165;p100"/>
            <p:cNvSpPr/>
            <p:nvPr/>
          </p:nvSpPr>
          <p:spPr>
            <a:xfrm>
              <a:off x="5218175" y="3371088"/>
              <a:ext cx="70103" cy="73151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6" name="Google Shape;2166;p100"/>
            <p:cNvSpPr/>
            <p:nvPr/>
          </p:nvSpPr>
          <p:spPr>
            <a:xfrm>
              <a:off x="5227319" y="2650236"/>
              <a:ext cx="70103" cy="73151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7" name="Google Shape;2167;p100"/>
            <p:cNvSpPr/>
            <p:nvPr/>
          </p:nvSpPr>
          <p:spPr>
            <a:xfrm>
              <a:off x="5320283" y="3988308"/>
              <a:ext cx="70103" cy="7315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8" name="Google Shape;2168;p100"/>
            <p:cNvSpPr/>
            <p:nvPr/>
          </p:nvSpPr>
          <p:spPr>
            <a:xfrm>
              <a:off x="5166360" y="3796284"/>
              <a:ext cx="71627" cy="71628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9" name="Google Shape;2169;p100"/>
            <p:cNvSpPr/>
            <p:nvPr/>
          </p:nvSpPr>
          <p:spPr>
            <a:xfrm>
              <a:off x="4712207" y="3724656"/>
              <a:ext cx="71627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0" name="Google Shape;2170;p100"/>
            <p:cNvSpPr/>
            <p:nvPr/>
          </p:nvSpPr>
          <p:spPr>
            <a:xfrm>
              <a:off x="4817363" y="2506980"/>
              <a:ext cx="70103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1" name="Google Shape;2171;p100"/>
            <p:cNvSpPr/>
            <p:nvPr/>
          </p:nvSpPr>
          <p:spPr>
            <a:xfrm>
              <a:off x="4631435" y="2820924"/>
              <a:ext cx="71627" cy="71627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2" name="Google Shape;2172;p100"/>
            <p:cNvSpPr/>
            <p:nvPr/>
          </p:nvSpPr>
          <p:spPr>
            <a:xfrm>
              <a:off x="4796027" y="3172968"/>
              <a:ext cx="71627" cy="73152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3" name="Google Shape;2173;p100"/>
            <p:cNvSpPr/>
            <p:nvPr/>
          </p:nvSpPr>
          <p:spPr>
            <a:xfrm>
              <a:off x="4924044" y="3540252"/>
              <a:ext cx="70485" cy="71755"/>
            </a:xfrm>
            <a:custGeom>
              <a:rect b="b" l="l" r="r" t="t"/>
              <a:pathLst>
                <a:path extrusionOk="0" h="71754" w="70485">
                  <a:moveTo>
                    <a:pt x="35051" y="0"/>
                  </a:moveTo>
                  <a:lnTo>
                    <a:pt x="21431" y="2809"/>
                  </a:lnTo>
                  <a:lnTo>
                    <a:pt x="10286" y="10477"/>
                  </a:lnTo>
                  <a:lnTo>
                    <a:pt x="2762" y="21859"/>
                  </a:lnTo>
                  <a:lnTo>
                    <a:pt x="0" y="35813"/>
                  </a:lnTo>
                  <a:lnTo>
                    <a:pt x="2762" y="49768"/>
                  </a:lnTo>
                  <a:lnTo>
                    <a:pt x="10287" y="61150"/>
                  </a:lnTo>
                  <a:lnTo>
                    <a:pt x="21431" y="68818"/>
                  </a:lnTo>
                  <a:lnTo>
                    <a:pt x="35051" y="71628"/>
                  </a:lnTo>
                  <a:lnTo>
                    <a:pt x="48672" y="68818"/>
                  </a:lnTo>
                  <a:lnTo>
                    <a:pt x="59817" y="61150"/>
                  </a:lnTo>
                  <a:lnTo>
                    <a:pt x="67341" y="49768"/>
                  </a:lnTo>
                  <a:lnTo>
                    <a:pt x="70103" y="35813"/>
                  </a:lnTo>
                  <a:lnTo>
                    <a:pt x="67341" y="21859"/>
                  </a:lnTo>
                  <a:lnTo>
                    <a:pt x="59816" y="10477"/>
                  </a:lnTo>
                  <a:lnTo>
                    <a:pt x="48672" y="2809"/>
                  </a:lnTo>
                  <a:lnTo>
                    <a:pt x="35051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4" name="Google Shape;2174;p100"/>
            <p:cNvSpPr/>
            <p:nvPr/>
          </p:nvSpPr>
          <p:spPr>
            <a:xfrm>
              <a:off x="5064251" y="2819400"/>
              <a:ext cx="70103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5" name="Google Shape;2175;p100"/>
            <p:cNvSpPr/>
            <p:nvPr/>
          </p:nvSpPr>
          <p:spPr>
            <a:xfrm>
              <a:off x="5276088" y="3145536"/>
              <a:ext cx="70103" cy="71627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6" name="Google Shape;2176;p100"/>
            <p:cNvSpPr/>
            <p:nvPr/>
          </p:nvSpPr>
          <p:spPr>
            <a:xfrm>
              <a:off x="5472683" y="3732276"/>
              <a:ext cx="70103" cy="73151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7" name="Google Shape;2177;p100"/>
            <p:cNvSpPr/>
            <p:nvPr/>
          </p:nvSpPr>
          <p:spPr>
            <a:xfrm>
              <a:off x="4468367" y="2625852"/>
              <a:ext cx="70485" cy="71755"/>
            </a:xfrm>
            <a:custGeom>
              <a:rect b="b" l="l" r="r" t="t"/>
              <a:pathLst>
                <a:path extrusionOk="0" h="71755" w="70485">
                  <a:moveTo>
                    <a:pt x="35052" y="0"/>
                  </a:moveTo>
                  <a:lnTo>
                    <a:pt x="21431" y="2809"/>
                  </a:lnTo>
                  <a:lnTo>
                    <a:pt x="10287" y="10477"/>
                  </a:lnTo>
                  <a:lnTo>
                    <a:pt x="2762" y="21859"/>
                  </a:lnTo>
                  <a:lnTo>
                    <a:pt x="0" y="35813"/>
                  </a:lnTo>
                  <a:lnTo>
                    <a:pt x="2762" y="49768"/>
                  </a:lnTo>
                  <a:lnTo>
                    <a:pt x="10287" y="61150"/>
                  </a:lnTo>
                  <a:lnTo>
                    <a:pt x="21431" y="68818"/>
                  </a:lnTo>
                  <a:lnTo>
                    <a:pt x="35052" y="71627"/>
                  </a:lnTo>
                  <a:lnTo>
                    <a:pt x="48672" y="68818"/>
                  </a:lnTo>
                  <a:lnTo>
                    <a:pt x="59817" y="61150"/>
                  </a:lnTo>
                  <a:lnTo>
                    <a:pt x="67341" y="49768"/>
                  </a:lnTo>
                  <a:lnTo>
                    <a:pt x="70104" y="35813"/>
                  </a:lnTo>
                  <a:lnTo>
                    <a:pt x="67341" y="21859"/>
                  </a:lnTo>
                  <a:lnTo>
                    <a:pt x="59817" y="10477"/>
                  </a:lnTo>
                  <a:lnTo>
                    <a:pt x="48672" y="2809"/>
                  </a:lnTo>
                  <a:lnTo>
                    <a:pt x="35052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78" name="Google Shape;2178;p100"/>
          <p:cNvSpPr/>
          <p:nvPr/>
        </p:nvSpPr>
        <p:spPr>
          <a:xfrm>
            <a:off x="554736" y="1449324"/>
            <a:ext cx="753618" cy="157734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p101"/>
          <p:cNvSpPr/>
          <p:nvPr/>
        </p:nvSpPr>
        <p:spPr>
          <a:xfrm>
            <a:off x="9359084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84" name="Google Shape;2184;p10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85" name="Google Shape;2185;p10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86" name="Google Shape;2186;p101"/>
          <p:cNvSpPr txBox="1"/>
          <p:nvPr/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2.2. Conjoint Probability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87" name="Google Shape;2187;p10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188" name="Google Shape;2188;p101"/>
          <p:cNvGrpSpPr/>
          <p:nvPr/>
        </p:nvGrpSpPr>
        <p:grpSpPr>
          <a:xfrm>
            <a:off x="830580" y="1880616"/>
            <a:ext cx="8023859" cy="3656329"/>
            <a:chOff x="830580" y="1880616"/>
            <a:chExt cx="8023859" cy="3656329"/>
          </a:xfrm>
        </p:grpSpPr>
        <p:sp>
          <p:nvSpPr>
            <p:cNvPr id="2189" name="Google Shape;2189;p101"/>
            <p:cNvSpPr/>
            <p:nvPr/>
          </p:nvSpPr>
          <p:spPr>
            <a:xfrm>
              <a:off x="830580" y="1880616"/>
              <a:ext cx="8023859" cy="3656329"/>
            </a:xfrm>
            <a:custGeom>
              <a:rect b="b" l="l" r="r" t="t"/>
              <a:pathLst>
                <a:path extrusionOk="0" h="3656329" w="8023859">
                  <a:moveTo>
                    <a:pt x="8023859" y="0"/>
                  </a:moveTo>
                  <a:lnTo>
                    <a:pt x="0" y="0"/>
                  </a:lnTo>
                  <a:lnTo>
                    <a:pt x="0" y="3656076"/>
                  </a:lnTo>
                  <a:lnTo>
                    <a:pt x="8023859" y="3656076"/>
                  </a:lnTo>
                  <a:lnTo>
                    <a:pt x="802385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0" name="Google Shape;2190;p101"/>
            <p:cNvSpPr/>
            <p:nvPr/>
          </p:nvSpPr>
          <p:spPr>
            <a:xfrm>
              <a:off x="1490980" y="2118359"/>
              <a:ext cx="2404110" cy="2343785"/>
            </a:xfrm>
            <a:custGeom>
              <a:rect b="b" l="l" r="r" t="t"/>
              <a:pathLst>
                <a:path extrusionOk="0" h="2343785" w="2404110">
                  <a:moveTo>
                    <a:pt x="2403983" y="2279904"/>
                  </a:moveTo>
                  <a:lnTo>
                    <a:pt x="2391283" y="2273554"/>
                  </a:lnTo>
                  <a:lnTo>
                    <a:pt x="2276983" y="2216404"/>
                  </a:lnTo>
                  <a:lnTo>
                    <a:pt x="2322703" y="2273554"/>
                  </a:lnTo>
                  <a:lnTo>
                    <a:pt x="69850" y="2273554"/>
                  </a:lnTo>
                  <a:lnTo>
                    <a:pt x="69850" y="81292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37" y="81292"/>
                  </a:lnTo>
                  <a:lnTo>
                    <a:pt x="57150" y="76200"/>
                  </a:lnTo>
                  <a:lnTo>
                    <a:pt x="57150" y="81292"/>
                  </a:lnTo>
                  <a:lnTo>
                    <a:pt x="57150" y="2280539"/>
                  </a:lnTo>
                  <a:lnTo>
                    <a:pt x="63500" y="2280539"/>
                  </a:lnTo>
                  <a:lnTo>
                    <a:pt x="63500" y="2286254"/>
                  </a:lnTo>
                  <a:lnTo>
                    <a:pt x="2322703" y="2286254"/>
                  </a:lnTo>
                  <a:lnTo>
                    <a:pt x="2276983" y="2343404"/>
                  </a:lnTo>
                  <a:lnTo>
                    <a:pt x="2391283" y="2286254"/>
                  </a:lnTo>
                  <a:lnTo>
                    <a:pt x="2403983" y="22799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1" name="Google Shape;2191;p101"/>
            <p:cNvSpPr/>
            <p:nvPr/>
          </p:nvSpPr>
          <p:spPr>
            <a:xfrm>
              <a:off x="3646931" y="4562855"/>
              <a:ext cx="154686" cy="15925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2" name="Google Shape;2192;p101"/>
            <p:cNvSpPr/>
            <p:nvPr/>
          </p:nvSpPr>
          <p:spPr>
            <a:xfrm>
              <a:off x="1248156" y="2045208"/>
              <a:ext cx="131825" cy="159258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3" name="Google Shape;2193;p101"/>
            <p:cNvSpPr/>
            <p:nvPr/>
          </p:nvSpPr>
          <p:spPr>
            <a:xfrm>
              <a:off x="1804416" y="4037076"/>
              <a:ext cx="71627" cy="71628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4" name="Google Shape;2194;p101"/>
            <p:cNvSpPr/>
            <p:nvPr/>
          </p:nvSpPr>
          <p:spPr>
            <a:xfrm>
              <a:off x="2081783" y="3814572"/>
              <a:ext cx="71628" cy="7162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5" name="Google Shape;2195;p101"/>
            <p:cNvSpPr/>
            <p:nvPr/>
          </p:nvSpPr>
          <p:spPr>
            <a:xfrm>
              <a:off x="2750819" y="3258312"/>
              <a:ext cx="71628" cy="7162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6" name="Google Shape;2196;p101"/>
            <p:cNvSpPr/>
            <p:nvPr/>
          </p:nvSpPr>
          <p:spPr>
            <a:xfrm>
              <a:off x="2369819" y="3575304"/>
              <a:ext cx="71628" cy="71628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7" name="Google Shape;2197;p101"/>
            <p:cNvSpPr/>
            <p:nvPr/>
          </p:nvSpPr>
          <p:spPr>
            <a:xfrm>
              <a:off x="3083052" y="2971800"/>
              <a:ext cx="70104" cy="7162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8" name="Google Shape;2198;p101"/>
            <p:cNvSpPr/>
            <p:nvPr/>
          </p:nvSpPr>
          <p:spPr>
            <a:xfrm>
              <a:off x="2545080" y="3427476"/>
              <a:ext cx="70103" cy="7162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9" name="Google Shape;2199;p101"/>
            <p:cNvSpPr/>
            <p:nvPr/>
          </p:nvSpPr>
          <p:spPr>
            <a:xfrm>
              <a:off x="2939796" y="3095244"/>
              <a:ext cx="70104" cy="73151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0" name="Google Shape;2200;p101"/>
            <p:cNvSpPr/>
            <p:nvPr/>
          </p:nvSpPr>
          <p:spPr>
            <a:xfrm>
              <a:off x="1967483" y="3901439"/>
              <a:ext cx="71628" cy="71628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1" name="Google Shape;2201;p101"/>
            <p:cNvSpPr/>
            <p:nvPr/>
          </p:nvSpPr>
          <p:spPr>
            <a:xfrm>
              <a:off x="3380231" y="2729483"/>
              <a:ext cx="70103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2" name="Google Shape;2202;p101"/>
            <p:cNvSpPr/>
            <p:nvPr/>
          </p:nvSpPr>
          <p:spPr>
            <a:xfrm>
              <a:off x="3214115" y="2855976"/>
              <a:ext cx="70104" cy="7162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3" name="Google Shape;2203;p101"/>
            <p:cNvSpPr/>
            <p:nvPr/>
          </p:nvSpPr>
          <p:spPr>
            <a:xfrm>
              <a:off x="3590544" y="2569464"/>
              <a:ext cx="70103" cy="7162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4" name="Google Shape;2204;p101"/>
            <p:cNvSpPr/>
            <p:nvPr/>
          </p:nvSpPr>
          <p:spPr>
            <a:xfrm>
              <a:off x="1786127" y="2513076"/>
              <a:ext cx="1931670" cy="1607185"/>
            </a:xfrm>
            <a:custGeom>
              <a:rect b="b" l="l" r="r" t="t"/>
              <a:pathLst>
                <a:path extrusionOk="0" h="1607185" w="1931670">
                  <a:moveTo>
                    <a:pt x="0" y="1606677"/>
                  </a:moveTo>
                  <a:lnTo>
                    <a:pt x="1931416" y="0"/>
                  </a:lnTo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5" name="Google Shape;2205;p101"/>
            <p:cNvSpPr/>
            <p:nvPr/>
          </p:nvSpPr>
          <p:spPr>
            <a:xfrm>
              <a:off x="1677924" y="5099253"/>
              <a:ext cx="2090166" cy="22179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6" name="Google Shape;2206;p101"/>
            <p:cNvSpPr/>
            <p:nvPr/>
          </p:nvSpPr>
          <p:spPr>
            <a:xfrm>
              <a:off x="5678932" y="2118359"/>
              <a:ext cx="2404110" cy="2343785"/>
            </a:xfrm>
            <a:custGeom>
              <a:rect b="b" l="l" r="r" t="t"/>
              <a:pathLst>
                <a:path extrusionOk="0" h="2343785" w="2404109">
                  <a:moveTo>
                    <a:pt x="2403983" y="2279904"/>
                  </a:moveTo>
                  <a:lnTo>
                    <a:pt x="2391283" y="2273554"/>
                  </a:lnTo>
                  <a:lnTo>
                    <a:pt x="2276983" y="2216404"/>
                  </a:lnTo>
                  <a:lnTo>
                    <a:pt x="2322703" y="2273554"/>
                  </a:lnTo>
                  <a:lnTo>
                    <a:pt x="69850" y="2273554"/>
                  </a:lnTo>
                  <a:lnTo>
                    <a:pt x="69850" y="81292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37" y="81292"/>
                  </a:lnTo>
                  <a:lnTo>
                    <a:pt x="57150" y="76200"/>
                  </a:lnTo>
                  <a:lnTo>
                    <a:pt x="57150" y="81292"/>
                  </a:lnTo>
                  <a:lnTo>
                    <a:pt x="57150" y="2280539"/>
                  </a:lnTo>
                  <a:lnTo>
                    <a:pt x="63500" y="2280539"/>
                  </a:lnTo>
                  <a:lnTo>
                    <a:pt x="63500" y="2286254"/>
                  </a:lnTo>
                  <a:lnTo>
                    <a:pt x="2322703" y="2286254"/>
                  </a:lnTo>
                  <a:lnTo>
                    <a:pt x="2276983" y="2343404"/>
                  </a:lnTo>
                  <a:lnTo>
                    <a:pt x="2391283" y="2286254"/>
                  </a:lnTo>
                  <a:lnTo>
                    <a:pt x="2403983" y="22799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7" name="Google Shape;2207;p101"/>
            <p:cNvSpPr/>
            <p:nvPr/>
          </p:nvSpPr>
          <p:spPr>
            <a:xfrm>
              <a:off x="7833360" y="4562855"/>
              <a:ext cx="154685" cy="15925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8" name="Google Shape;2208;p101"/>
            <p:cNvSpPr/>
            <p:nvPr/>
          </p:nvSpPr>
          <p:spPr>
            <a:xfrm>
              <a:off x="5436108" y="2045208"/>
              <a:ext cx="130301" cy="159258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9" name="Google Shape;2209;p101"/>
            <p:cNvSpPr/>
            <p:nvPr/>
          </p:nvSpPr>
          <p:spPr>
            <a:xfrm>
              <a:off x="6004559" y="2569464"/>
              <a:ext cx="1931670" cy="1607185"/>
            </a:xfrm>
            <a:custGeom>
              <a:rect b="b" l="l" r="r" t="t"/>
              <a:pathLst>
                <a:path extrusionOk="0" h="1607185" w="1931670">
                  <a:moveTo>
                    <a:pt x="0" y="1606677"/>
                  </a:moveTo>
                  <a:lnTo>
                    <a:pt x="1931415" y="0"/>
                  </a:lnTo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0" name="Google Shape;2210;p101"/>
            <p:cNvSpPr/>
            <p:nvPr/>
          </p:nvSpPr>
          <p:spPr>
            <a:xfrm>
              <a:off x="5964936" y="3941064"/>
              <a:ext cx="70103" cy="7162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1" name="Google Shape;2211;p101"/>
            <p:cNvSpPr/>
            <p:nvPr/>
          </p:nvSpPr>
          <p:spPr>
            <a:xfrm>
              <a:off x="6422136" y="3502152"/>
              <a:ext cx="70103" cy="73151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2" name="Google Shape;2212;p101"/>
            <p:cNvSpPr/>
            <p:nvPr/>
          </p:nvSpPr>
          <p:spPr>
            <a:xfrm>
              <a:off x="6627876" y="3646932"/>
              <a:ext cx="71627" cy="71628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3" name="Google Shape;2213;p101"/>
            <p:cNvSpPr/>
            <p:nvPr/>
          </p:nvSpPr>
          <p:spPr>
            <a:xfrm>
              <a:off x="7039356" y="3573780"/>
              <a:ext cx="71755" cy="73660"/>
            </a:xfrm>
            <a:custGeom>
              <a:rect b="b" l="l" r="r" t="t"/>
              <a:pathLst>
                <a:path extrusionOk="0" h="73660" w="71754">
                  <a:moveTo>
                    <a:pt x="35814" y="0"/>
                  </a:moveTo>
                  <a:lnTo>
                    <a:pt x="21859" y="2875"/>
                  </a:lnTo>
                  <a:lnTo>
                    <a:pt x="10477" y="10715"/>
                  </a:lnTo>
                  <a:lnTo>
                    <a:pt x="2809" y="22342"/>
                  </a:lnTo>
                  <a:lnTo>
                    <a:pt x="0" y="36576"/>
                  </a:lnTo>
                  <a:lnTo>
                    <a:pt x="2809" y="50809"/>
                  </a:lnTo>
                  <a:lnTo>
                    <a:pt x="10477" y="62436"/>
                  </a:lnTo>
                  <a:lnTo>
                    <a:pt x="21859" y="70276"/>
                  </a:lnTo>
                  <a:lnTo>
                    <a:pt x="35814" y="73152"/>
                  </a:lnTo>
                  <a:lnTo>
                    <a:pt x="49768" y="70276"/>
                  </a:lnTo>
                  <a:lnTo>
                    <a:pt x="61150" y="62436"/>
                  </a:lnTo>
                  <a:lnTo>
                    <a:pt x="68818" y="50809"/>
                  </a:lnTo>
                  <a:lnTo>
                    <a:pt x="71627" y="36576"/>
                  </a:lnTo>
                  <a:lnTo>
                    <a:pt x="68818" y="22342"/>
                  </a:lnTo>
                  <a:lnTo>
                    <a:pt x="61150" y="10715"/>
                  </a:lnTo>
                  <a:lnTo>
                    <a:pt x="49768" y="2875"/>
                  </a:lnTo>
                  <a:lnTo>
                    <a:pt x="35814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4" name="Google Shape;2214;p101"/>
            <p:cNvSpPr/>
            <p:nvPr/>
          </p:nvSpPr>
          <p:spPr>
            <a:xfrm>
              <a:off x="6643115" y="3080004"/>
              <a:ext cx="70103" cy="7162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5" name="Google Shape;2215;p101"/>
            <p:cNvSpPr/>
            <p:nvPr/>
          </p:nvSpPr>
          <p:spPr>
            <a:xfrm>
              <a:off x="7655051" y="2471928"/>
              <a:ext cx="71627" cy="7162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6" name="Google Shape;2216;p101"/>
            <p:cNvSpPr/>
            <p:nvPr/>
          </p:nvSpPr>
          <p:spPr>
            <a:xfrm>
              <a:off x="7271003" y="3023616"/>
              <a:ext cx="70103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7" name="Google Shape;2217;p101"/>
            <p:cNvSpPr/>
            <p:nvPr/>
          </p:nvSpPr>
          <p:spPr>
            <a:xfrm>
              <a:off x="6297168" y="4002023"/>
              <a:ext cx="70104" cy="7162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8" name="Google Shape;2218;p101"/>
            <p:cNvSpPr/>
            <p:nvPr/>
          </p:nvSpPr>
          <p:spPr>
            <a:xfrm>
              <a:off x="7397496" y="3390900"/>
              <a:ext cx="71627" cy="7162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9" name="Google Shape;2219;p101"/>
            <p:cNvSpPr/>
            <p:nvPr/>
          </p:nvSpPr>
          <p:spPr>
            <a:xfrm>
              <a:off x="7074408" y="2892552"/>
              <a:ext cx="71627" cy="7162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0" name="Google Shape;2220;p101"/>
            <p:cNvSpPr/>
            <p:nvPr/>
          </p:nvSpPr>
          <p:spPr>
            <a:xfrm>
              <a:off x="7749539" y="2994660"/>
              <a:ext cx="71627" cy="73151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1" name="Google Shape;2221;p101"/>
            <p:cNvSpPr/>
            <p:nvPr/>
          </p:nvSpPr>
          <p:spPr>
            <a:xfrm>
              <a:off x="6335268" y="3816095"/>
              <a:ext cx="70104" cy="7162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2" name="Google Shape;2222;p101"/>
            <p:cNvSpPr/>
            <p:nvPr/>
          </p:nvSpPr>
          <p:spPr>
            <a:xfrm>
              <a:off x="6745224" y="3742944"/>
              <a:ext cx="71627" cy="71628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3" name="Google Shape;2223;p101"/>
            <p:cNvSpPr/>
            <p:nvPr/>
          </p:nvSpPr>
          <p:spPr>
            <a:xfrm>
              <a:off x="7362444" y="2641092"/>
              <a:ext cx="70103" cy="7162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4" name="Google Shape;2224;p101"/>
            <p:cNvSpPr/>
            <p:nvPr/>
          </p:nvSpPr>
          <p:spPr>
            <a:xfrm>
              <a:off x="6348983" y="3247644"/>
              <a:ext cx="71627" cy="73151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5" name="Google Shape;2225;p101"/>
            <p:cNvSpPr/>
            <p:nvPr/>
          </p:nvSpPr>
          <p:spPr>
            <a:xfrm>
              <a:off x="6976871" y="3192780"/>
              <a:ext cx="70103" cy="7162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6" name="Google Shape;2226;p101"/>
            <p:cNvSpPr/>
            <p:nvPr/>
          </p:nvSpPr>
          <p:spPr>
            <a:xfrm>
              <a:off x="7103364" y="3558539"/>
              <a:ext cx="71755" cy="73660"/>
            </a:xfrm>
            <a:custGeom>
              <a:rect b="b" l="l" r="r" t="t"/>
              <a:pathLst>
                <a:path extrusionOk="0" h="73660" w="71754">
                  <a:moveTo>
                    <a:pt x="35813" y="0"/>
                  </a:moveTo>
                  <a:lnTo>
                    <a:pt x="21859" y="2875"/>
                  </a:lnTo>
                  <a:lnTo>
                    <a:pt x="10477" y="10715"/>
                  </a:lnTo>
                  <a:lnTo>
                    <a:pt x="2809" y="22342"/>
                  </a:lnTo>
                  <a:lnTo>
                    <a:pt x="0" y="36575"/>
                  </a:lnTo>
                  <a:lnTo>
                    <a:pt x="2809" y="50809"/>
                  </a:lnTo>
                  <a:lnTo>
                    <a:pt x="10477" y="62436"/>
                  </a:lnTo>
                  <a:lnTo>
                    <a:pt x="21859" y="70276"/>
                  </a:lnTo>
                  <a:lnTo>
                    <a:pt x="35813" y="73152"/>
                  </a:lnTo>
                  <a:lnTo>
                    <a:pt x="49768" y="70276"/>
                  </a:lnTo>
                  <a:lnTo>
                    <a:pt x="61150" y="62436"/>
                  </a:lnTo>
                  <a:lnTo>
                    <a:pt x="68818" y="50809"/>
                  </a:lnTo>
                  <a:lnTo>
                    <a:pt x="71627" y="36575"/>
                  </a:lnTo>
                  <a:lnTo>
                    <a:pt x="68818" y="22342"/>
                  </a:lnTo>
                  <a:lnTo>
                    <a:pt x="61150" y="10715"/>
                  </a:lnTo>
                  <a:lnTo>
                    <a:pt x="49768" y="2875"/>
                  </a:lnTo>
                  <a:lnTo>
                    <a:pt x="35813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7" name="Google Shape;2227;p101"/>
            <p:cNvSpPr/>
            <p:nvPr/>
          </p:nvSpPr>
          <p:spPr>
            <a:xfrm>
              <a:off x="6781800" y="3061716"/>
              <a:ext cx="70103" cy="7162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8" name="Google Shape;2228;p101"/>
            <p:cNvSpPr/>
            <p:nvPr/>
          </p:nvSpPr>
          <p:spPr>
            <a:xfrm>
              <a:off x="7456932" y="3163824"/>
              <a:ext cx="70103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9" name="Google Shape;2229;p101"/>
            <p:cNvSpPr/>
            <p:nvPr/>
          </p:nvSpPr>
          <p:spPr>
            <a:xfrm>
              <a:off x="7901939" y="2738627"/>
              <a:ext cx="71627" cy="73151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30" name="Google Shape;2230;p101"/>
            <p:cNvSpPr/>
            <p:nvPr/>
          </p:nvSpPr>
          <p:spPr>
            <a:xfrm>
              <a:off x="6185915" y="3672839"/>
              <a:ext cx="70104" cy="7162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31" name="Google Shape;2231;p101"/>
            <p:cNvSpPr/>
            <p:nvPr/>
          </p:nvSpPr>
          <p:spPr>
            <a:xfrm>
              <a:off x="5917691" y="5100777"/>
              <a:ext cx="1974341" cy="221792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32" name="Google Shape;2232;p101"/>
          <p:cNvSpPr/>
          <p:nvPr/>
        </p:nvSpPr>
        <p:spPr>
          <a:xfrm>
            <a:off x="554736" y="1449324"/>
            <a:ext cx="753618" cy="157734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102"/>
          <p:cNvSpPr/>
          <p:nvPr/>
        </p:nvSpPr>
        <p:spPr>
          <a:xfrm>
            <a:off x="9333134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38" name="Google Shape;2238;p10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39" name="Google Shape;2239;p10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40" name="Google Shape;2240;p102"/>
          <p:cNvSpPr txBox="1"/>
          <p:nvPr/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2.2. Conjoint Probability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41" name="Google Shape;2241;p10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242" name="Google Shape;2242;p102"/>
          <p:cNvGrpSpPr/>
          <p:nvPr/>
        </p:nvGrpSpPr>
        <p:grpSpPr>
          <a:xfrm>
            <a:off x="830580" y="1880616"/>
            <a:ext cx="8023859" cy="3656329"/>
            <a:chOff x="830580" y="1880616"/>
            <a:chExt cx="8023859" cy="3656329"/>
          </a:xfrm>
        </p:grpSpPr>
        <p:sp>
          <p:nvSpPr>
            <p:cNvPr id="2243" name="Google Shape;2243;p102"/>
            <p:cNvSpPr/>
            <p:nvPr/>
          </p:nvSpPr>
          <p:spPr>
            <a:xfrm>
              <a:off x="830580" y="1880616"/>
              <a:ext cx="8023859" cy="3656329"/>
            </a:xfrm>
            <a:custGeom>
              <a:rect b="b" l="l" r="r" t="t"/>
              <a:pathLst>
                <a:path extrusionOk="0" h="3656329" w="8023859">
                  <a:moveTo>
                    <a:pt x="8023859" y="0"/>
                  </a:moveTo>
                  <a:lnTo>
                    <a:pt x="0" y="0"/>
                  </a:lnTo>
                  <a:lnTo>
                    <a:pt x="0" y="3656076"/>
                  </a:lnTo>
                  <a:lnTo>
                    <a:pt x="8023859" y="3656076"/>
                  </a:lnTo>
                  <a:lnTo>
                    <a:pt x="802385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4" name="Google Shape;2244;p102"/>
            <p:cNvSpPr/>
            <p:nvPr/>
          </p:nvSpPr>
          <p:spPr>
            <a:xfrm>
              <a:off x="1490980" y="2118359"/>
              <a:ext cx="2404110" cy="2343785"/>
            </a:xfrm>
            <a:custGeom>
              <a:rect b="b" l="l" r="r" t="t"/>
              <a:pathLst>
                <a:path extrusionOk="0" h="2343785" w="2404110">
                  <a:moveTo>
                    <a:pt x="2403983" y="2279904"/>
                  </a:moveTo>
                  <a:lnTo>
                    <a:pt x="2391283" y="2273554"/>
                  </a:lnTo>
                  <a:lnTo>
                    <a:pt x="2276983" y="2216404"/>
                  </a:lnTo>
                  <a:lnTo>
                    <a:pt x="2322703" y="2273554"/>
                  </a:lnTo>
                  <a:lnTo>
                    <a:pt x="69850" y="2273554"/>
                  </a:lnTo>
                  <a:lnTo>
                    <a:pt x="69850" y="81292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37" y="81292"/>
                  </a:lnTo>
                  <a:lnTo>
                    <a:pt x="57150" y="76200"/>
                  </a:lnTo>
                  <a:lnTo>
                    <a:pt x="57150" y="81292"/>
                  </a:lnTo>
                  <a:lnTo>
                    <a:pt x="57150" y="2280539"/>
                  </a:lnTo>
                  <a:lnTo>
                    <a:pt x="63500" y="2280539"/>
                  </a:lnTo>
                  <a:lnTo>
                    <a:pt x="63500" y="2286254"/>
                  </a:lnTo>
                  <a:lnTo>
                    <a:pt x="2322703" y="2286254"/>
                  </a:lnTo>
                  <a:lnTo>
                    <a:pt x="2276983" y="2343404"/>
                  </a:lnTo>
                  <a:lnTo>
                    <a:pt x="2391283" y="2286254"/>
                  </a:lnTo>
                  <a:lnTo>
                    <a:pt x="2403983" y="22799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5" name="Google Shape;2245;p102"/>
            <p:cNvSpPr/>
            <p:nvPr/>
          </p:nvSpPr>
          <p:spPr>
            <a:xfrm>
              <a:off x="3646931" y="4562855"/>
              <a:ext cx="154686" cy="15925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6" name="Google Shape;2246;p102"/>
            <p:cNvSpPr/>
            <p:nvPr/>
          </p:nvSpPr>
          <p:spPr>
            <a:xfrm>
              <a:off x="1248156" y="2045208"/>
              <a:ext cx="131825" cy="159258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7" name="Google Shape;2247;p102"/>
            <p:cNvSpPr/>
            <p:nvPr/>
          </p:nvSpPr>
          <p:spPr>
            <a:xfrm>
              <a:off x="1652016" y="5099253"/>
              <a:ext cx="2141982" cy="22179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8" name="Google Shape;2248;p102"/>
            <p:cNvSpPr/>
            <p:nvPr/>
          </p:nvSpPr>
          <p:spPr>
            <a:xfrm>
              <a:off x="5678932" y="2118359"/>
              <a:ext cx="2404110" cy="2343785"/>
            </a:xfrm>
            <a:custGeom>
              <a:rect b="b" l="l" r="r" t="t"/>
              <a:pathLst>
                <a:path extrusionOk="0" h="2343785" w="2404109">
                  <a:moveTo>
                    <a:pt x="2403983" y="2279904"/>
                  </a:moveTo>
                  <a:lnTo>
                    <a:pt x="2391283" y="2273554"/>
                  </a:lnTo>
                  <a:lnTo>
                    <a:pt x="2276983" y="2216404"/>
                  </a:lnTo>
                  <a:lnTo>
                    <a:pt x="2322703" y="2273554"/>
                  </a:lnTo>
                  <a:lnTo>
                    <a:pt x="69850" y="2273554"/>
                  </a:lnTo>
                  <a:lnTo>
                    <a:pt x="69850" y="81292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37" y="81292"/>
                  </a:lnTo>
                  <a:lnTo>
                    <a:pt x="57150" y="76200"/>
                  </a:lnTo>
                  <a:lnTo>
                    <a:pt x="57150" y="81292"/>
                  </a:lnTo>
                  <a:lnTo>
                    <a:pt x="57150" y="2280539"/>
                  </a:lnTo>
                  <a:lnTo>
                    <a:pt x="63500" y="2280539"/>
                  </a:lnTo>
                  <a:lnTo>
                    <a:pt x="63500" y="2286254"/>
                  </a:lnTo>
                  <a:lnTo>
                    <a:pt x="2322703" y="2286254"/>
                  </a:lnTo>
                  <a:lnTo>
                    <a:pt x="2276983" y="2343404"/>
                  </a:lnTo>
                  <a:lnTo>
                    <a:pt x="2391283" y="2286254"/>
                  </a:lnTo>
                  <a:lnTo>
                    <a:pt x="2403983" y="22799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9" name="Google Shape;2249;p102"/>
            <p:cNvSpPr/>
            <p:nvPr/>
          </p:nvSpPr>
          <p:spPr>
            <a:xfrm>
              <a:off x="7833360" y="4562855"/>
              <a:ext cx="154685" cy="15925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0" name="Google Shape;2250;p102"/>
            <p:cNvSpPr/>
            <p:nvPr/>
          </p:nvSpPr>
          <p:spPr>
            <a:xfrm>
              <a:off x="5436108" y="2045208"/>
              <a:ext cx="130301" cy="15925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1" name="Google Shape;2251;p102"/>
            <p:cNvSpPr/>
            <p:nvPr/>
          </p:nvSpPr>
          <p:spPr>
            <a:xfrm>
              <a:off x="5891783" y="5100777"/>
              <a:ext cx="2026158" cy="22179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2" name="Google Shape;2252;p102"/>
            <p:cNvSpPr/>
            <p:nvPr/>
          </p:nvSpPr>
          <p:spPr>
            <a:xfrm>
              <a:off x="1824227" y="2482596"/>
              <a:ext cx="71628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3" name="Google Shape;2253;p102"/>
            <p:cNvSpPr/>
            <p:nvPr/>
          </p:nvSpPr>
          <p:spPr>
            <a:xfrm>
              <a:off x="2118360" y="2715768"/>
              <a:ext cx="71627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4" name="Google Shape;2254;p102"/>
            <p:cNvSpPr/>
            <p:nvPr/>
          </p:nvSpPr>
          <p:spPr>
            <a:xfrm>
              <a:off x="2305812" y="2895600"/>
              <a:ext cx="70104" cy="71627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5" name="Google Shape;2255;p102"/>
            <p:cNvSpPr/>
            <p:nvPr/>
          </p:nvSpPr>
          <p:spPr>
            <a:xfrm>
              <a:off x="2677668" y="3194304"/>
              <a:ext cx="71627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6" name="Google Shape;2256;p102"/>
            <p:cNvSpPr/>
            <p:nvPr/>
          </p:nvSpPr>
          <p:spPr>
            <a:xfrm>
              <a:off x="3009900" y="3511295"/>
              <a:ext cx="70104" cy="73151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7" name="Google Shape;2257;p102"/>
            <p:cNvSpPr/>
            <p:nvPr/>
          </p:nvSpPr>
          <p:spPr>
            <a:xfrm>
              <a:off x="2481072" y="3066288"/>
              <a:ext cx="71627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8" name="Google Shape;2258;p102"/>
            <p:cNvSpPr/>
            <p:nvPr/>
          </p:nvSpPr>
          <p:spPr>
            <a:xfrm>
              <a:off x="2798063" y="3320796"/>
              <a:ext cx="70104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9" name="Google Shape;2259;p102"/>
            <p:cNvSpPr/>
            <p:nvPr/>
          </p:nvSpPr>
          <p:spPr>
            <a:xfrm>
              <a:off x="1984247" y="2616708"/>
              <a:ext cx="71627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0" name="Google Shape;2260;p102"/>
            <p:cNvSpPr/>
            <p:nvPr/>
          </p:nvSpPr>
          <p:spPr>
            <a:xfrm>
              <a:off x="3307080" y="3770376"/>
              <a:ext cx="70104" cy="73151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1" name="Google Shape;2261;p102"/>
            <p:cNvSpPr/>
            <p:nvPr/>
          </p:nvSpPr>
          <p:spPr>
            <a:xfrm>
              <a:off x="3140963" y="3630167"/>
              <a:ext cx="70104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2" name="Google Shape;2262;p102"/>
            <p:cNvSpPr/>
            <p:nvPr/>
          </p:nvSpPr>
          <p:spPr>
            <a:xfrm>
              <a:off x="3517391" y="3953255"/>
              <a:ext cx="70104" cy="73151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3" name="Google Shape;2263;p102"/>
            <p:cNvSpPr/>
            <p:nvPr/>
          </p:nvSpPr>
          <p:spPr>
            <a:xfrm>
              <a:off x="1767840" y="2433828"/>
              <a:ext cx="1913889" cy="1671955"/>
            </a:xfrm>
            <a:custGeom>
              <a:rect b="b" l="l" r="r" t="t"/>
              <a:pathLst>
                <a:path extrusionOk="0" h="1671954" w="1913889">
                  <a:moveTo>
                    <a:pt x="0" y="0"/>
                  </a:moveTo>
                  <a:lnTo>
                    <a:pt x="1913382" y="1671447"/>
                  </a:lnTo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4" name="Google Shape;2264;p102"/>
            <p:cNvSpPr/>
            <p:nvPr/>
          </p:nvSpPr>
          <p:spPr>
            <a:xfrm>
              <a:off x="6411468" y="2659380"/>
              <a:ext cx="71628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5" name="Google Shape;2265;p102"/>
            <p:cNvSpPr/>
            <p:nvPr/>
          </p:nvSpPr>
          <p:spPr>
            <a:xfrm>
              <a:off x="6460236" y="3390900"/>
              <a:ext cx="71628" cy="71627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6" name="Google Shape;2266;p102"/>
            <p:cNvSpPr/>
            <p:nvPr/>
          </p:nvSpPr>
          <p:spPr>
            <a:xfrm>
              <a:off x="6667500" y="3665220"/>
              <a:ext cx="71627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7" name="Google Shape;2267;p102"/>
            <p:cNvSpPr/>
            <p:nvPr/>
          </p:nvSpPr>
          <p:spPr>
            <a:xfrm>
              <a:off x="7078980" y="3593592"/>
              <a:ext cx="70485" cy="71755"/>
            </a:xfrm>
            <a:custGeom>
              <a:rect b="b" l="l" r="r" t="t"/>
              <a:pathLst>
                <a:path extrusionOk="0" h="71754" w="70484">
                  <a:moveTo>
                    <a:pt x="35051" y="0"/>
                  </a:moveTo>
                  <a:lnTo>
                    <a:pt x="21431" y="2809"/>
                  </a:lnTo>
                  <a:lnTo>
                    <a:pt x="10286" y="10477"/>
                  </a:lnTo>
                  <a:lnTo>
                    <a:pt x="2762" y="21859"/>
                  </a:lnTo>
                  <a:lnTo>
                    <a:pt x="0" y="35814"/>
                  </a:lnTo>
                  <a:lnTo>
                    <a:pt x="2762" y="49768"/>
                  </a:lnTo>
                  <a:lnTo>
                    <a:pt x="10287" y="61150"/>
                  </a:lnTo>
                  <a:lnTo>
                    <a:pt x="21431" y="68818"/>
                  </a:lnTo>
                  <a:lnTo>
                    <a:pt x="35051" y="71628"/>
                  </a:lnTo>
                  <a:lnTo>
                    <a:pt x="48672" y="68818"/>
                  </a:lnTo>
                  <a:lnTo>
                    <a:pt x="59817" y="61150"/>
                  </a:lnTo>
                  <a:lnTo>
                    <a:pt x="67341" y="49768"/>
                  </a:lnTo>
                  <a:lnTo>
                    <a:pt x="70103" y="35814"/>
                  </a:lnTo>
                  <a:lnTo>
                    <a:pt x="67341" y="21859"/>
                  </a:lnTo>
                  <a:lnTo>
                    <a:pt x="59816" y="10477"/>
                  </a:lnTo>
                  <a:lnTo>
                    <a:pt x="48672" y="2809"/>
                  </a:lnTo>
                  <a:lnTo>
                    <a:pt x="35051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8" name="Google Shape;2268;p102"/>
            <p:cNvSpPr/>
            <p:nvPr/>
          </p:nvSpPr>
          <p:spPr>
            <a:xfrm>
              <a:off x="7444739" y="3502152"/>
              <a:ext cx="70103" cy="73151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9" name="Google Shape;2269;p102"/>
            <p:cNvSpPr/>
            <p:nvPr/>
          </p:nvSpPr>
          <p:spPr>
            <a:xfrm>
              <a:off x="6682739" y="3098291"/>
              <a:ext cx="70103" cy="7162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0" name="Google Shape;2270;p102"/>
            <p:cNvSpPr/>
            <p:nvPr/>
          </p:nvSpPr>
          <p:spPr>
            <a:xfrm>
              <a:off x="7309103" y="3041904"/>
              <a:ext cx="71627" cy="73151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1" name="Google Shape;2271;p102"/>
            <p:cNvSpPr/>
            <p:nvPr/>
          </p:nvSpPr>
          <p:spPr>
            <a:xfrm>
              <a:off x="6798564" y="3421380"/>
              <a:ext cx="71627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2" name="Google Shape;2272;p102"/>
            <p:cNvSpPr/>
            <p:nvPr/>
          </p:nvSpPr>
          <p:spPr>
            <a:xfrm>
              <a:off x="7437120" y="3409188"/>
              <a:ext cx="71627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3" name="Google Shape;2273;p102"/>
            <p:cNvSpPr/>
            <p:nvPr/>
          </p:nvSpPr>
          <p:spPr>
            <a:xfrm>
              <a:off x="6982968" y="2910840"/>
              <a:ext cx="71627" cy="73151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4" name="Google Shape;2274;p102"/>
            <p:cNvSpPr/>
            <p:nvPr/>
          </p:nvSpPr>
          <p:spPr>
            <a:xfrm>
              <a:off x="7539227" y="4026408"/>
              <a:ext cx="70103" cy="7162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5" name="Google Shape;2275;p102"/>
            <p:cNvSpPr/>
            <p:nvPr/>
          </p:nvSpPr>
          <p:spPr>
            <a:xfrm>
              <a:off x="7386827" y="3834383"/>
              <a:ext cx="70103" cy="7162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6" name="Google Shape;2276;p102"/>
            <p:cNvSpPr/>
            <p:nvPr/>
          </p:nvSpPr>
          <p:spPr>
            <a:xfrm>
              <a:off x="6931151" y="3761232"/>
              <a:ext cx="71627" cy="73151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7" name="Google Shape;2277;p102"/>
            <p:cNvSpPr/>
            <p:nvPr/>
          </p:nvSpPr>
          <p:spPr>
            <a:xfrm>
              <a:off x="6573012" y="2767583"/>
              <a:ext cx="71628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8" name="Google Shape;2278;p102"/>
            <p:cNvSpPr/>
            <p:nvPr/>
          </p:nvSpPr>
          <p:spPr>
            <a:xfrm>
              <a:off x="6388608" y="3081527"/>
              <a:ext cx="70103" cy="71627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9" name="Google Shape;2279;p102"/>
            <p:cNvSpPr/>
            <p:nvPr/>
          </p:nvSpPr>
          <p:spPr>
            <a:xfrm>
              <a:off x="7014971" y="3211068"/>
              <a:ext cx="71627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0" name="Google Shape;2280;p102"/>
            <p:cNvSpPr/>
            <p:nvPr/>
          </p:nvSpPr>
          <p:spPr>
            <a:xfrm>
              <a:off x="7142988" y="3578351"/>
              <a:ext cx="71755" cy="71755"/>
            </a:xfrm>
            <a:custGeom>
              <a:rect b="b" l="l" r="r" t="t"/>
              <a:pathLst>
                <a:path extrusionOk="0" h="71754" w="71754">
                  <a:moveTo>
                    <a:pt x="35813" y="0"/>
                  </a:moveTo>
                  <a:lnTo>
                    <a:pt x="21859" y="2809"/>
                  </a:lnTo>
                  <a:lnTo>
                    <a:pt x="10477" y="10477"/>
                  </a:lnTo>
                  <a:lnTo>
                    <a:pt x="2809" y="21859"/>
                  </a:lnTo>
                  <a:lnTo>
                    <a:pt x="0" y="35814"/>
                  </a:lnTo>
                  <a:lnTo>
                    <a:pt x="2809" y="49768"/>
                  </a:lnTo>
                  <a:lnTo>
                    <a:pt x="10477" y="61150"/>
                  </a:lnTo>
                  <a:lnTo>
                    <a:pt x="21859" y="68818"/>
                  </a:lnTo>
                  <a:lnTo>
                    <a:pt x="35813" y="71628"/>
                  </a:lnTo>
                  <a:lnTo>
                    <a:pt x="49768" y="68818"/>
                  </a:lnTo>
                  <a:lnTo>
                    <a:pt x="61150" y="61150"/>
                  </a:lnTo>
                  <a:lnTo>
                    <a:pt x="68818" y="49768"/>
                  </a:lnTo>
                  <a:lnTo>
                    <a:pt x="71627" y="35814"/>
                  </a:lnTo>
                  <a:lnTo>
                    <a:pt x="68818" y="21859"/>
                  </a:lnTo>
                  <a:lnTo>
                    <a:pt x="61150" y="10477"/>
                  </a:lnTo>
                  <a:lnTo>
                    <a:pt x="49768" y="2809"/>
                  </a:lnTo>
                  <a:lnTo>
                    <a:pt x="35813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1" name="Google Shape;2281;p102"/>
            <p:cNvSpPr/>
            <p:nvPr/>
          </p:nvSpPr>
          <p:spPr>
            <a:xfrm>
              <a:off x="6819900" y="3080004"/>
              <a:ext cx="71627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2" name="Google Shape;2282;p102"/>
            <p:cNvSpPr/>
            <p:nvPr/>
          </p:nvSpPr>
          <p:spPr>
            <a:xfrm>
              <a:off x="7495032" y="3182112"/>
              <a:ext cx="71627" cy="73151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3" name="Google Shape;2283;p102"/>
            <p:cNvSpPr/>
            <p:nvPr/>
          </p:nvSpPr>
          <p:spPr>
            <a:xfrm>
              <a:off x="7691627" y="3770376"/>
              <a:ext cx="70103" cy="7162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4" name="Google Shape;2284;p102"/>
            <p:cNvSpPr/>
            <p:nvPr/>
          </p:nvSpPr>
          <p:spPr>
            <a:xfrm>
              <a:off x="6225539" y="2886455"/>
              <a:ext cx="70104" cy="7162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5" name="Google Shape;2285;p102"/>
            <p:cNvSpPr/>
            <p:nvPr/>
          </p:nvSpPr>
          <p:spPr>
            <a:xfrm>
              <a:off x="5995415" y="2490216"/>
              <a:ext cx="1913889" cy="1671955"/>
            </a:xfrm>
            <a:custGeom>
              <a:rect b="b" l="l" r="r" t="t"/>
              <a:pathLst>
                <a:path extrusionOk="0" h="1671954" w="1913890">
                  <a:moveTo>
                    <a:pt x="0" y="0"/>
                  </a:moveTo>
                  <a:lnTo>
                    <a:pt x="1913382" y="1671447"/>
                  </a:lnTo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86" name="Google Shape;2286;p102"/>
          <p:cNvSpPr/>
          <p:nvPr/>
        </p:nvSpPr>
        <p:spPr>
          <a:xfrm>
            <a:off x="554736" y="1449324"/>
            <a:ext cx="753618" cy="157734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0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103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92" name="Google Shape;2292;p10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93" name="Google Shape;2293;p10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94" name="Google Shape;2294;p103"/>
          <p:cNvSpPr txBox="1"/>
          <p:nvPr/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2.2. Conjoint Probability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95" name="Google Shape;2295;p10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296" name="Google Shape;2296;p103"/>
          <p:cNvGrpSpPr/>
          <p:nvPr/>
        </p:nvGrpSpPr>
        <p:grpSpPr>
          <a:xfrm>
            <a:off x="830580" y="1880616"/>
            <a:ext cx="8023859" cy="3656329"/>
            <a:chOff x="830580" y="1880616"/>
            <a:chExt cx="8023859" cy="3656329"/>
          </a:xfrm>
        </p:grpSpPr>
        <p:sp>
          <p:nvSpPr>
            <p:cNvPr id="2297" name="Google Shape;2297;p103"/>
            <p:cNvSpPr/>
            <p:nvPr/>
          </p:nvSpPr>
          <p:spPr>
            <a:xfrm>
              <a:off x="830580" y="1880616"/>
              <a:ext cx="8023859" cy="3656329"/>
            </a:xfrm>
            <a:custGeom>
              <a:rect b="b" l="l" r="r" t="t"/>
              <a:pathLst>
                <a:path extrusionOk="0" h="3656329" w="8023859">
                  <a:moveTo>
                    <a:pt x="8023859" y="0"/>
                  </a:moveTo>
                  <a:lnTo>
                    <a:pt x="0" y="0"/>
                  </a:lnTo>
                  <a:lnTo>
                    <a:pt x="0" y="3656076"/>
                  </a:lnTo>
                  <a:lnTo>
                    <a:pt x="8023859" y="3656076"/>
                  </a:lnTo>
                  <a:lnTo>
                    <a:pt x="802385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8" name="Google Shape;2298;p103"/>
            <p:cNvSpPr/>
            <p:nvPr/>
          </p:nvSpPr>
          <p:spPr>
            <a:xfrm>
              <a:off x="1490980" y="2118359"/>
              <a:ext cx="2404110" cy="2343785"/>
            </a:xfrm>
            <a:custGeom>
              <a:rect b="b" l="l" r="r" t="t"/>
              <a:pathLst>
                <a:path extrusionOk="0" h="2343785" w="2404110">
                  <a:moveTo>
                    <a:pt x="2403983" y="2279904"/>
                  </a:moveTo>
                  <a:lnTo>
                    <a:pt x="2391283" y="2273554"/>
                  </a:lnTo>
                  <a:lnTo>
                    <a:pt x="2276983" y="2216404"/>
                  </a:lnTo>
                  <a:lnTo>
                    <a:pt x="2322703" y="2273554"/>
                  </a:lnTo>
                  <a:lnTo>
                    <a:pt x="69850" y="2273554"/>
                  </a:lnTo>
                  <a:lnTo>
                    <a:pt x="69850" y="81292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37" y="81292"/>
                  </a:lnTo>
                  <a:lnTo>
                    <a:pt x="57150" y="76200"/>
                  </a:lnTo>
                  <a:lnTo>
                    <a:pt x="57150" y="81292"/>
                  </a:lnTo>
                  <a:lnTo>
                    <a:pt x="57150" y="2280539"/>
                  </a:lnTo>
                  <a:lnTo>
                    <a:pt x="63500" y="2280539"/>
                  </a:lnTo>
                  <a:lnTo>
                    <a:pt x="63500" y="2286254"/>
                  </a:lnTo>
                  <a:lnTo>
                    <a:pt x="2322703" y="2286254"/>
                  </a:lnTo>
                  <a:lnTo>
                    <a:pt x="2276983" y="2343404"/>
                  </a:lnTo>
                  <a:lnTo>
                    <a:pt x="2391283" y="2286254"/>
                  </a:lnTo>
                  <a:lnTo>
                    <a:pt x="2403983" y="22799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9" name="Google Shape;2299;p103"/>
            <p:cNvSpPr/>
            <p:nvPr/>
          </p:nvSpPr>
          <p:spPr>
            <a:xfrm>
              <a:off x="3646931" y="4562855"/>
              <a:ext cx="154686" cy="15925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0" name="Google Shape;2300;p103"/>
            <p:cNvSpPr/>
            <p:nvPr/>
          </p:nvSpPr>
          <p:spPr>
            <a:xfrm>
              <a:off x="1248156" y="2045208"/>
              <a:ext cx="131825" cy="159258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1" name="Google Shape;2301;p103"/>
            <p:cNvSpPr/>
            <p:nvPr/>
          </p:nvSpPr>
          <p:spPr>
            <a:xfrm>
              <a:off x="1677924" y="5099253"/>
              <a:ext cx="2090166" cy="22179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2" name="Google Shape;2302;p103"/>
            <p:cNvSpPr/>
            <p:nvPr/>
          </p:nvSpPr>
          <p:spPr>
            <a:xfrm>
              <a:off x="5678932" y="2118359"/>
              <a:ext cx="2404110" cy="2343785"/>
            </a:xfrm>
            <a:custGeom>
              <a:rect b="b" l="l" r="r" t="t"/>
              <a:pathLst>
                <a:path extrusionOk="0" h="2343785" w="2404109">
                  <a:moveTo>
                    <a:pt x="2403983" y="2279904"/>
                  </a:moveTo>
                  <a:lnTo>
                    <a:pt x="2391283" y="2273554"/>
                  </a:lnTo>
                  <a:lnTo>
                    <a:pt x="2276983" y="2216404"/>
                  </a:lnTo>
                  <a:lnTo>
                    <a:pt x="2322703" y="2273554"/>
                  </a:lnTo>
                  <a:lnTo>
                    <a:pt x="69850" y="2273554"/>
                  </a:lnTo>
                  <a:lnTo>
                    <a:pt x="69850" y="81292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37" y="81292"/>
                  </a:lnTo>
                  <a:lnTo>
                    <a:pt x="57150" y="76200"/>
                  </a:lnTo>
                  <a:lnTo>
                    <a:pt x="57150" y="81292"/>
                  </a:lnTo>
                  <a:lnTo>
                    <a:pt x="57150" y="2280539"/>
                  </a:lnTo>
                  <a:lnTo>
                    <a:pt x="63500" y="2280539"/>
                  </a:lnTo>
                  <a:lnTo>
                    <a:pt x="63500" y="2286254"/>
                  </a:lnTo>
                  <a:lnTo>
                    <a:pt x="2322703" y="2286254"/>
                  </a:lnTo>
                  <a:lnTo>
                    <a:pt x="2276983" y="2343404"/>
                  </a:lnTo>
                  <a:lnTo>
                    <a:pt x="2391283" y="2286254"/>
                  </a:lnTo>
                  <a:lnTo>
                    <a:pt x="2403983" y="22799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3" name="Google Shape;2303;p103"/>
            <p:cNvSpPr/>
            <p:nvPr/>
          </p:nvSpPr>
          <p:spPr>
            <a:xfrm>
              <a:off x="7833360" y="4562855"/>
              <a:ext cx="154685" cy="15925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4" name="Google Shape;2304;p103"/>
            <p:cNvSpPr/>
            <p:nvPr/>
          </p:nvSpPr>
          <p:spPr>
            <a:xfrm>
              <a:off x="5436108" y="2045208"/>
              <a:ext cx="130301" cy="15925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5" name="Google Shape;2305;p103"/>
            <p:cNvSpPr/>
            <p:nvPr/>
          </p:nvSpPr>
          <p:spPr>
            <a:xfrm>
              <a:off x="5862827" y="5100777"/>
              <a:ext cx="2090166" cy="22179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6" name="Google Shape;2306;p103"/>
            <p:cNvSpPr/>
            <p:nvPr/>
          </p:nvSpPr>
          <p:spPr>
            <a:xfrm>
              <a:off x="1711452" y="4093464"/>
              <a:ext cx="71628" cy="71628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7" name="Google Shape;2307;p103"/>
            <p:cNvSpPr/>
            <p:nvPr/>
          </p:nvSpPr>
          <p:spPr>
            <a:xfrm>
              <a:off x="1988819" y="3869436"/>
              <a:ext cx="71628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8" name="Google Shape;2308;p103"/>
            <p:cNvSpPr/>
            <p:nvPr/>
          </p:nvSpPr>
          <p:spPr>
            <a:xfrm>
              <a:off x="2657856" y="3313176"/>
              <a:ext cx="71627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9" name="Google Shape;2309;p103"/>
            <p:cNvSpPr/>
            <p:nvPr/>
          </p:nvSpPr>
          <p:spPr>
            <a:xfrm>
              <a:off x="2276855" y="3630167"/>
              <a:ext cx="71627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0" name="Google Shape;2310;p103"/>
            <p:cNvSpPr/>
            <p:nvPr/>
          </p:nvSpPr>
          <p:spPr>
            <a:xfrm>
              <a:off x="2990087" y="3026663"/>
              <a:ext cx="70104" cy="71627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1" name="Google Shape;2311;p103"/>
            <p:cNvSpPr/>
            <p:nvPr/>
          </p:nvSpPr>
          <p:spPr>
            <a:xfrm>
              <a:off x="2452116" y="3483863"/>
              <a:ext cx="70103" cy="71627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2" name="Google Shape;2312;p103"/>
            <p:cNvSpPr/>
            <p:nvPr/>
          </p:nvSpPr>
          <p:spPr>
            <a:xfrm>
              <a:off x="2845308" y="3151632"/>
              <a:ext cx="71628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3" name="Google Shape;2313;p103"/>
            <p:cNvSpPr/>
            <p:nvPr/>
          </p:nvSpPr>
          <p:spPr>
            <a:xfrm>
              <a:off x="1874519" y="3956304"/>
              <a:ext cx="71628" cy="73151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4" name="Google Shape;2314;p103"/>
            <p:cNvSpPr/>
            <p:nvPr/>
          </p:nvSpPr>
          <p:spPr>
            <a:xfrm>
              <a:off x="3287268" y="2785872"/>
              <a:ext cx="70104" cy="71627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5" name="Google Shape;2315;p103"/>
            <p:cNvSpPr/>
            <p:nvPr/>
          </p:nvSpPr>
          <p:spPr>
            <a:xfrm>
              <a:off x="3121152" y="2910840"/>
              <a:ext cx="70104" cy="71627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6" name="Google Shape;2316;p103"/>
            <p:cNvSpPr/>
            <p:nvPr/>
          </p:nvSpPr>
          <p:spPr>
            <a:xfrm>
              <a:off x="3497580" y="2624328"/>
              <a:ext cx="70104" cy="73151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7" name="Google Shape;2317;p103"/>
            <p:cNvSpPr/>
            <p:nvPr/>
          </p:nvSpPr>
          <p:spPr>
            <a:xfrm>
              <a:off x="1691640" y="2569464"/>
              <a:ext cx="1931670" cy="1607185"/>
            </a:xfrm>
            <a:custGeom>
              <a:rect b="b" l="l" r="r" t="t"/>
              <a:pathLst>
                <a:path extrusionOk="0" h="1607185" w="1931670">
                  <a:moveTo>
                    <a:pt x="0" y="1606677"/>
                  </a:moveTo>
                  <a:lnTo>
                    <a:pt x="1931415" y="0"/>
                  </a:lnTo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8" name="Google Shape;2318;p103"/>
            <p:cNvSpPr/>
            <p:nvPr/>
          </p:nvSpPr>
          <p:spPr>
            <a:xfrm>
              <a:off x="5931221" y="3906416"/>
              <a:ext cx="70367" cy="71143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9" name="Google Shape;2319;p103"/>
            <p:cNvSpPr/>
            <p:nvPr/>
          </p:nvSpPr>
          <p:spPr>
            <a:xfrm>
              <a:off x="6283646" y="3855545"/>
              <a:ext cx="70421" cy="71143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0" name="Google Shape;2320;p103"/>
            <p:cNvSpPr/>
            <p:nvPr/>
          </p:nvSpPr>
          <p:spPr>
            <a:xfrm>
              <a:off x="6604321" y="3796236"/>
              <a:ext cx="70421" cy="71143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1" name="Google Shape;2321;p103"/>
            <p:cNvSpPr/>
            <p:nvPr/>
          </p:nvSpPr>
          <p:spPr>
            <a:xfrm>
              <a:off x="7142422" y="3717877"/>
              <a:ext cx="70419" cy="71143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2" name="Google Shape;2322;p103"/>
            <p:cNvSpPr/>
            <p:nvPr/>
          </p:nvSpPr>
          <p:spPr>
            <a:xfrm>
              <a:off x="7573839" y="3640153"/>
              <a:ext cx="70350" cy="71088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3" name="Google Shape;2323;p103"/>
            <p:cNvSpPr/>
            <p:nvPr/>
          </p:nvSpPr>
          <p:spPr>
            <a:xfrm>
              <a:off x="6878260" y="3758588"/>
              <a:ext cx="70350" cy="71143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4" name="Google Shape;2324;p103"/>
            <p:cNvSpPr/>
            <p:nvPr/>
          </p:nvSpPr>
          <p:spPr>
            <a:xfrm>
              <a:off x="7386750" y="3673879"/>
              <a:ext cx="70367" cy="71090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5" name="Google Shape;2325;p103"/>
            <p:cNvSpPr/>
            <p:nvPr/>
          </p:nvSpPr>
          <p:spPr>
            <a:xfrm>
              <a:off x="6140773" y="3872744"/>
              <a:ext cx="70419" cy="71108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6" name="Google Shape;2326;p103"/>
            <p:cNvSpPr/>
            <p:nvPr/>
          </p:nvSpPr>
          <p:spPr>
            <a:xfrm>
              <a:off x="7952608" y="3583384"/>
              <a:ext cx="70365" cy="71143"/>
            </a:xfrm>
            <a:prstGeom prst="rect">
              <a:avLst/>
            </a:pr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7" name="Google Shape;2327;p103"/>
            <p:cNvSpPr/>
            <p:nvPr/>
          </p:nvSpPr>
          <p:spPr>
            <a:xfrm>
              <a:off x="7745670" y="3607060"/>
              <a:ext cx="70350" cy="71108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8" name="Google Shape;2328;p103"/>
            <p:cNvSpPr/>
            <p:nvPr/>
          </p:nvSpPr>
          <p:spPr>
            <a:xfrm>
              <a:off x="6457255" y="3819531"/>
              <a:ext cx="70350" cy="71108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9" name="Google Shape;2329;p103"/>
            <p:cNvSpPr/>
            <p:nvPr/>
          </p:nvSpPr>
          <p:spPr>
            <a:xfrm>
              <a:off x="5881115" y="3593592"/>
              <a:ext cx="2144395" cy="382905"/>
            </a:xfrm>
            <a:custGeom>
              <a:rect b="b" l="l" r="r" t="t"/>
              <a:pathLst>
                <a:path extrusionOk="0" h="382904" w="2144395">
                  <a:moveTo>
                    <a:pt x="0" y="382397"/>
                  </a:moveTo>
                  <a:lnTo>
                    <a:pt x="2144141" y="0"/>
                  </a:lnTo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30" name="Google Shape;2330;p103"/>
          <p:cNvSpPr/>
          <p:nvPr/>
        </p:nvSpPr>
        <p:spPr>
          <a:xfrm>
            <a:off x="554736" y="1449324"/>
            <a:ext cx="753618" cy="157734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104"/>
          <p:cNvSpPr/>
          <p:nvPr/>
        </p:nvSpPr>
        <p:spPr>
          <a:xfrm>
            <a:off x="9337639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36" name="Google Shape;2336;p10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37" name="Google Shape;2337;p10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38" name="Google Shape;2338;p104"/>
          <p:cNvSpPr txBox="1"/>
          <p:nvPr/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2.2. Conjoint Probability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39" name="Google Shape;2339;p104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340" name="Google Shape;2340;p104"/>
          <p:cNvGrpSpPr/>
          <p:nvPr/>
        </p:nvGrpSpPr>
        <p:grpSpPr>
          <a:xfrm>
            <a:off x="830580" y="1880616"/>
            <a:ext cx="8023859" cy="3656329"/>
            <a:chOff x="830580" y="1880616"/>
            <a:chExt cx="8023859" cy="3656329"/>
          </a:xfrm>
        </p:grpSpPr>
        <p:sp>
          <p:nvSpPr>
            <p:cNvPr id="2341" name="Google Shape;2341;p104"/>
            <p:cNvSpPr/>
            <p:nvPr/>
          </p:nvSpPr>
          <p:spPr>
            <a:xfrm>
              <a:off x="830580" y="1880616"/>
              <a:ext cx="8023859" cy="3656329"/>
            </a:xfrm>
            <a:custGeom>
              <a:rect b="b" l="l" r="r" t="t"/>
              <a:pathLst>
                <a:path extrusionOk="0" h="3656329" w="8023859">
                  <a:moveTo>
                    <a:pt x="8023859" y="0"/>
                  </a:moveTo>
                  <a:lnTo>
                    <a:pt x="0" y="0"/>
                  </a:lnTo>
                  <a:lnTo>
                    <a:pt x="0" y="3656076"/>
                  </a:lnTo>
                  <a:lnTo>
                    <a:pt x="8023859" y="3656076"/>
                  </a:lnTo>
                  <a:lnTo>
                    <a:pt x="802385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2" name="Google Shape;2342;p104"/>
            <p:cNvSpPr/>
            <p:nvPr/>
          </p:nvSpPr>
          <p:spPr>
            <a:xfrm>
              <a:off x="1490980" y="2118359"/>
              <a:ext cx="2404110" cy="2343785"/>
            </a:xfrm>
            <a:custGeom>
              <a:rect b="b" l="l" r="r" t="t"/>
              <a:pathLst>
                <a:path extrusionOk="0" h="2343785" w="2404110">
                  <a:moveTo>
                    <a:pt x="2403983" y="2279904"/>
                  </a:moveTo>
                  <a:lnTo>
                    <a:pt x="2391283" y="2273554"/>
                  </a:lnTo>
                  <a:lnTo>
                    <a:pt x="2276983" y="2216404"/>
                  </a:lnTo>
                  <a:lnTo>
                    <a:pt x="2322703" y="2273554"/>
                  </a:lnTo>
                  <a:lnTo>
                    <a:pt x="69850" y="2273554"/>
                  </a:lnTo>
                  <a:lnTo>
                    <a:pt x="69850" y="81292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37" y="81292"/>
                  </a:lnTo>
                  <a:lnTo>
                    <a:pt x="57150" y="76200"/>
                  </a:lnTo>
                  <a:lnTo>
                    <a:pt x="57150" y="81292"/>
                  </a:lnTo>
                  <a:lnTo>
                    <a:pt x="57150" y="2280539"/>
                  </a:lnTo>
                  <a:lnTo>
                    <a:pt x="63500" y="2280539"/>
                  </a:lnTo>
                  <a:lnTo>
                    <a:pt x="63500" y="2286254"/>
                  </a:lnTo>
                  <a:lnTo>
                    <a:pt x="2322703" y="2286254"/>
                  </a:lnTo>
                  <a:lnTo>
                    <a:pt x="2276983" y="2343404"/>
                  </a:lnTo>
                  <a:lnTo>
                    <a:pt x="2391283" y="2286254"/>
                  </a:lnTo>
                  <a:lnTo>
                    <a:pt x="2403983" y="22799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3" name="Google Shape;2343;p104"/>
            <p:cNvSpPr/>
            <p:nvPr/>
          </p:nvSpPr>
          <p:spPr>
            <a:xfrm>
              <a:off x="3646931" y="4562855"/>
              <a:ext cx="154686" cy="15925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4" name="Google Shape;2344;p104"/>
            <p:cNvSpPr/>
            <p:nvPr/>
          </p:nvSpPr>
          <p:spPr>
            <a:xfrm>
              <a:off x="1248156" y="2045208"/>
              <a:ext cx="131825" cy="159258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5" name="Google Shape;2345;p104"/>
            <p:cNvSpPr/>
            <p:nvPr/>
          </p:nvSpPr>
          <p:spPr>
            <a:xfrm>
              <a:off x="1894332" y="5099253"/>
              <a:ext cx="1657349" cy="22179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6" name="Google Shape;2346;p104"/>
            <p:cNvSpPr/>
            <p:nvPr/>
          </p:nvSpPr>
          <p:spPr>
            <a:xfrm>
              <a:off x="5678932" y="2118359"/>
              <a:ext cx="2404110" cy="2343785"/>
            </a:xfrm>
            <a:custGeom>
              <a:rect b="b" l="l" r="r" t="t"/>
              <a:pathLst>
                <a:path extrusionOk="0" h="2343785" w="2404109">
                  <a:moveTo>
                    <a:pt x="2403983" y="2279904"/>
                  </a:moveTo>
                  <a:lnTo>
                    <a:pt x="2391283" y="2273554"/>
                  </a:lnTo>
                  <a:lnTo>
                    <a:pt x="2276983" y="2216404"/>
                  </a:lnTo>
                  <a:lnTo>
                    <a:pt x="2322703" y="2273554"/>
                  </a:lnTo>
                  <a:lnTo>
                    <a:pt x="69850" y="2273554"/>
                  </a:lnTo>
                  <a:lnTo>
                    <a:pt x="69850" y="81292"/>
                  </a:lnTo>
                  <a:lnTo>
                    <a:pt x="127000" y="127000"/>
                  </a:lnTo>
                  <a:lnTo>
                    <a:pt x="101600" y="76200"/>
                  </a:lnTo>
                  <a:lnTo>
                    <a:pt x="63500" y="0"/>
                  </a:lnTo>
                  <a:lnTo>
                    <a:pt x="0" y="127000"/>
                  </a:lnTo>
                  <a:lnTo>
                    <a:pt x="57137" y="81292"/>
                  </a:lnTo>
                  <a:lnTo>
                    <a:pt x="57150" y="76200"/>
                  </a:lnTo>
                  <a:lnTo>
                    <a:pt x="57150" y="81292"/>
                  </a:lnTo>
                  <a:lnTo>
                    <a:pt x="57150" y="2280539"/>
                  </a:lnTo>
                  <a:lnTo>
                    <a:pt x="63500" y="2280539"/>
                  </a:lnTo>
                  <a:lnTo>
                    <a:pt x="63500" y="2286254"/>
                  </a:lnTo>
                  <a:lnTo>
                    <a:pt x="2322703" y="2286254"/>
                  </a:lnTo>
                  <a:lnTo>
                    <a:pt x="2276983" y="2343404"/>
                  </a:lnTo>
                  <a:lnTo>
                    <a:pt x="2391283" y="2286254"/>
                  </a:lnTo>
                  <a:lnTo>
                    <a:pt x="2403983" y="22799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7" name="Google Shape;2347;p104"/>
            <p:cNvSpPr/>
            <p:nvPr/>
          </p:nvSpPr>
          <p:spPr>
            <a:xfrm>
              <a:off x="7833360" y="4562855"/>
              <a:ext cx="154685" cy="15925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8" name="Google Shape;2348;p104"/>
            <p:cNvSpPr/>
            <p:nvPr/>
          </p:nvSpPr>
          <p:spPr>
            <a:xfrm>
              <a:off x="5436108" y="2045208"/>
              <a:ext cx="130301" cy="15925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9" name="Google Shape;2349;p104"/>
            <p:cNvSpPr/>
            <p:nvPr/>
          </p:nvSpPr>
          <p:spPr>
            <a:xfrm>
              <a:off x="6079236" y="5100777"/>
              <a:ext cx="1657350" cy="22179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0" name="Google Shape;2350;p104"/>
            <p:cNvSpPr/>
            <p:nvPr/>
          </p:nvSpPr>
          <p:spPr>
            <a:xfrm>
              <a:off x="1950719" y="2561844"/>
              <a:ext cx="71628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1" name="Google Shape;2351;p104"/>
            <p:cNvSpPr/>
            <p:nvPr/>
          </p:nvSpPr>
          <p:spPr>
            <a:xfrm>
              <a:off x="2196083" y="3311652"/>
              <a:ext cx="71628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2" name="Google Shape;2352;p104"/>
            <p:cNvSpPr/>
            <p:nvPr/>
          </p:nvSpPr>
          <p:spPr>
            <a:xfrm>
              <a:off x="2318004" y="3665220"/>
              <a:ext cx="71627" cy="71628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3" name="Google Shape;2353;p104"/>
            <p:cNvSpPr/>
            <p:nvPr/>
          </p:nvSpPr>
          <p:spPr>
            <a:xfrm>
              <a:off x="2657856" y="4149851"/>
              <a:ext cx="71627" cy="71628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4" name="Google Shape;2354;p104"/>
            <p:cNvSpPr/>
            <p:nvPr/>
          </p:nvSpPr>
          <p:spPr>
            <a:xfrm>
              <a:off x="2990087" y="3656076"/>
              <a:ext cx="70104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5" name="Google Shape;2355;p104"/>
            <p:cNvSpPr/>
            <p:nvPr/>
          </p:nvSpPr>
          <p:spPr>
            <a:xfrm>
              <a:off x="2461259" y="3939539"/>
              <a:ext cx="71627" cy="71628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6" name="Google Shape;2356;p104"/>
            <p:cNvSpPr/>
            <p:nvPr/>
          </p:nvSpPr>
          <p:spPr>
            <a:xfrm>
              <a:off x="2854452" y="3938016"/>
              <a:ext cx="70104" cy="73151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7" name="Google Shape;2357;p104"/>
            <p:cNvSpPr/>
            <p:nvPr/>
          </p:nvSpPr>
          <p:spPr>
            <a:xfrm>
              <a:off x="2061972" y="2951988"/>
              <a:ext cx="71627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8" name="Google Shape;2358;p104"/>
            <p:cNvSpPr/>
            <p:nvPr/>
          </p:nvSpPr>
          <p:spPr>
            <a:xfrm>
              <a:off x="3249168" y="2951988"/>
              <a:ext cx="70104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9" name="Google Shape;2359;p104"/>
            <p:cNvSpPr/>
            <p:nvPr/>
          </p:nvSpPr>
          <p:spPr>
            <a:xfrm>
              <a:off x="3121152" y="3300983"/>
              <a:ext cx="70104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0" name="Google Shape;2360;p104"/>
            <p:cNvSpPr/>
            <p:nvPr/>
          </p:nvSpPr>
          <p:spPr>
            <a:xfrm>
              <a:off x="3334512" y="2552700"/>
              <a:ext cx="70103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1" name="Google Shape;2361;p104"/>
            <p:cNvSpPr/>
            <p:nvPr/>
          </p:nvSpPr>
          <p:spPr>
            <a:xfrm>
              <a:off x="7517891" y="4024883"/>
              <a:ext cx="70103" cy="7315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2" name="Google Shape;2362;p104"/>
            <p:cNvSpPr/>
            <p:nvPr/>
          </p:nvSpPr>
          <p:spPr>
            <a:xfrm>
              <a:off x="7272527" y="3275076"/>
              <a:ext cx="70103" cy="73151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3" name="Google Shape;2363;p104"/>
            <p:cNvSpPr/>
            <p:nvPr/>
          </p:nvSpPr>
          <p:spPr>
            <a:xfrm>
              <a:off x="7150608" y="2921508"/>
              <a:ext cx="70103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4" name="Google Shape;2364;p104"/>
            <p:cNvSpPr/>
            <p:nvPr/>
          </p:nvSpPr>
          <p:spPr>
            <a:xfrm>
              <a:off x="6810756" y="2436876"/>
              <a:ext cx="70103" cy="7162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5" name="Google Shape;2365;p104"/>
            <p:cNvSpPr/>
            <p:nvPr/>
          </p:nvSpPr>
          <p:spPr>
            <a:xfrm>
              <a:off x="6478524" y="2930652"/>
              <a:ext cx="71627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6" name="Google Shape;2366;p104"/>
            <p:cNvSpPr/>
            <p:nvPr/>
          </p:nvSpPr>
          <p:spPr>
            <a:xfrm>
              <a:off x="7007351" y="2647188"/>
              <a:ext cx="70103" cy="73151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7" name="Google Shape;2367;p104"/>
            <p:cNvSpPr/>
            <p:nvPr/>
          </p:nvSpPr>
          <p:spPr>
            <a:xfrm>
              <a:off x="6614159" y="2648712"/>
              <a:ext cx="71628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8" name="Google Shape;2368;p104"/>
            <p:cNvSpPr/>
            <p:nvPr/>
          </p:nvSpPr>
          <p:spPr>
            <a:xfrm>
              <a:off x="7406639" y="3634739"/>
              <a:ext cx="70103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9" name="Google Shape;2369;p104"/>
            <p:cNvSpPr/>
            <p:nvPr/>
          </p:nvSpPr>
          <p:spPr>
            <a:xfrm>
              <a:off x="6220968" y="3634739"/>
              <a:ext cx="70104" cy="7162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0" name="Google Shape;2370;p104"/>
            <p:cNvSpPr/>
            <p:nvPr/>
          </p:nvSpPr>
          <p:spPr>
            <a:xfrm>
              <a:off x="6347459" y="3285744"/>
              <a:ext cx="71627" cy="73151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1" name="Google Shape;2371;p104"/>
            <p:cNvSpPr/>
            <p:nvPr/>
          </p:nvSpPr>
          <p:spPr>
            <a:xfrm>
              <a:off x="6135624" y="4034027"/>
              <a:ext cx="70103" cy="73152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72" name="Google Shape;2372;p104"/>
          <p:cNvSpPr/>
          <p:nvPr/>
        </p:nvSpPr>
        <p:spPr>
          <a:xfrm>
            <a:off x="554736" y="1449324"/>
            <a:ext cx="753618" cy="157734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105"/>
          <p:cNvSpPr/>
          <p:nvPr/>
        </p:nvSpPr>
        <p:spPr>
          <a:xfrm>
            <a:off x="9331482" y="6524434"/>
            <a:ext cx="110459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78" name="Google Shape;2378;p10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79" name="Google Shape;2379;p10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80" name="Google Shape;2380;p105"/>
          <p:cNvSpPr txBox="1"/>
          <p:nvPr/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2.2. Conjoint Probability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81" name="Google Shape;2381;p105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82" name="Google Shape;2382;p105"/>
          <p:cNvSpPr/>
          <p:nvPr/>
        </p:nvSpPr>
        <p:spPr>
          <a:xfrm>
            <a:off x="682751" y="1804416"/>
            <a:ext cx="4859274" cy="154762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83" name="Google Shape;2383;p105"/>
          <p:cNvSpPr/>
          <p:nvPr/>
        </p:nvSpPr>
        <p:spPr>
          <a:xfrm>
            <a:off x="679704" y="3555491"/>
            <a:ext cx="1256538" cy="14859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84" name="Google Shape;2384;p105"/>
          <p:cNvSpPr/>
          <p:nvPr/>
        </p:nvSpPr>
        <p:spPr>
          <a:xfrm>
            <a:off x="554736" y="1449324"/>
            <a:ext cx="1687830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106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0" name="Google Shape;2390;p10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1" name="Google Shape;2391;p10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2" name="Google Shape;2392;p106"/>
          <p:cNvSpPr txBox="1"/>
          <p:nvPr/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2.2. Conjoint Probability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93" name="Google Shape;2393;p10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94" name="Google Shape;2394;p106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5" name="Google Shape;2395;p106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96" name="Google Shape;2396;p106"/>
          <p:cNvSpPr/>
          <p:nvPr/>
        </p:nvSpPr>
        <p:spPr>
          <a:xfrm>
            <a:off x="1222247" y="1819643"/>
            <a:ext cx="4126229" cy="105995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7" name="Google Shape;2397;p106"/>
          <p:cNvSpPr/>
          <p:nvPr/>
        </p:nvSpPr>
        <p:spPr>
          <a:xfrm>
            <a:off x="554736" y="1449324"/>
            <a:ext cx="1687830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398" name="Google Shape;2398;p106"/>
          <p:cNvGrpSpPr/>
          <p:nvPr/>
        </p:nvGrpSpPr>
        <p:grpSpPr>
          <a:xfrm>
            <a:off x="1350263" y="3041904"/>
            <a:ext cx="3108960" cy="2115820"/>
            <a:chOff x="1350263" y="3041904"/>
            <a:chExt cx="3108960" cy="2115820"/>
          </a:xfrm>
        </p:grpSpPr>
        <p:sp>
          <p:nvSpPr>
            <p:cNvPr id="2399" name="Google Shape;2399;p106"/>
            <p:cNvSpPr/>
            <p:nvPr/>
          </p:nvSpPr>
          <p:spPr>
            <a:xfrm>
              <a:off x="1350263" y="3041904"/>
              <a:ext cx="3108960" cy="2115820"/>
            </a:xfrm>
            <a:custGeom>
              <a:rect b="b" l="l" r="r" t="t"/>
              <a:pathLst>
                <a:path extrusionOk="0" h="2115820" w="3108960">
                  <a:moveTo>
                    <a:pt x="3108960" y="0"/>
                  </a:moveTo>
                  <a:lnTo>
                    <a:pt x="0" y="0"/>
                  </a:lnTo>
                  <a:lnTo>
                    <a:pt x="0" y="2115312"/>
                  </a:lnTo>
                  <a:lnTo>
                    <a:pt x="3108960" y="2115312"/>
                  </a:lnTo>
                  <a:lnTo>
                    <a:pt x="310896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0" name="Google Shape;2400;p106"/>
            <p:cNvSpPr/>
            <p:nvPr/>
          </p:nvSpPr>
          <p:spPr>
            <a:xfrm>
              <a:off x="2292096" y="3321824"/>
              <a:ext cx="129539" cy="1515110"/>
            </a:xfrm>
            <a:custGeom>
              <a:rect b="b" l="l" r="r" t="t"/>
              <a:pathLst>
                <a:path extrusionOk="0" h="1515110" w="129539">
                  <a:moveTo>
                    <a:pt x="99060" y="0"/>
                  </a:moveTo>
                  <a:lnTo>
                    <a:pt x="0" y="0"/>
                  </a:lnTo>
                  <a:lnTo>
                    <a:pt x="0" y="12179"/>
                  </a:lnTo>
                  <a:lnTo>
                    <a:pt x="99060" y="12179"/>
                  </a:lnTo>
                  <a:lnTo>
                    <a:pt x="99060" y="0"/>
                  </a:lnTo>
                  <a:close/>
                </a:path>
                <a:path extrusionOk="0" h="1515110" w="129539">
                  <a:moveTo>
                    <a:pt x="106680" y="1502651"/>
                  </a:moveTo>
                  <a:lnTo>
                    <a:pt x="7620" y="1502651"/>
                  </a:lnTo>
                  <a:lnTo>
                    <a:pt x="7620" y="1514843"/>
                  </a:lnTo>
                  <a:lnTo>
                    <a:pt x="106680" y="1514843"/>
                  </a:lnTo>
                  <a:lnTo>
                    <a:pt x="106680" y="1502651"/>
                  </a:lnTo>
                  <a:close/>
                </a:path>
                <a:path extrusionOk="0" h="1515110" w="129539">
                  <a:moveTo>
                    <a:pt x="114300" y="501396"/>
                  </a:moveTo>
                  <a:lnTo>
                    <a:pt x="15240" y="501396"/>
                  </a:lnTo>
                  <a:lnTo>
                    <a:pt x="15240" y="513575"/>
                  </a:lnTo>
                  <a:lnTo>
                    <a:pt x="114300" y="513575"/>
                  </a:lnTo>
                  <a:lnTo>
                    <a:pt x="114300" y="501396"/>
                  </a:lnTo>
                  <a:close/>
                </a:path>
                <a:path extrusionOk="0" h="1515110" w="129539">
                  <a:moveTo>
                    <a:pt x="129540" y="1002792"/>
                  </a:moveTo>
                  <a:lnTo>
                    <a:pt x="30480" y="1002792"/>
                  </a:lnTo>
                  <a:lnTo>
                    <a:pt x="30480" y="1014971"/>
                  </a:lnTo>
                  <a:lnTo>
                    <a:pt x="129540" y="1014971"/>
                  </a:lnTo>
                  <a:lnTo>
                    <a:pt x="129540" y="10027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01" name="Google Shape;2401;p106"/>
          <p:cNvSpPr txBox="1"/>
          <p:nvPr/>
        </p:nvSpPr>
        <p:spPr>
          <a:xfrm>
            <a:off x="1350263" y="3041904"/>
            <a:ext cx="3108960" cy="2115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941705" marR="0" rtl="0" algn="l">
              <a:lnSpc>
                <a:spcPct val="9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44780" marR="0" rtl="0" algn="l">
              <a:lnSpc>
                <a:spcPct val="654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𝑃(𝑋=𝐻)= </a:t>
            </a:r>
            <a:r>
              <a:rPr baseline="-25000" lang="en-US" sz="2100"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2100">
              <a:latin typeface="Arial"/>
              <a:ea typeface="Arial"/>
              <a:cs typeface="Arial"/>
              <a:sym typeface="Arial"/>
            </a:endParaRPr>
          </a:p>
          <a:p>
            <a:pPr indent="0" lvl="0" marL="956944" marR="0" rtl="0" algn="l">
              <a:lnSpc>
                <a:spcPct val="982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44780" marR="0" rtl="0" algn="l">
              <a:lnSpc>
                <a:spcPct val="654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𝑃(𝑋=𝑇)= </a:t>
            </a:r>
            <a:r>
              <a:rPr baseline="-25000" lang="en-US" sz="2100"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2100">
              <a:latin typeface="Arial"/>
              <a:ea typeface="Arial"/>
              <a:cs typeface="Arial"/>
              <a:sym typeface="Arial"/>
            </a:endParaRPr>
          </a:p>
          <a:p>
            <a:pPr indent="0" lvl="0" marL="972185" marR="0" rtl="0" algn="l">
              <a:lnSpc>
                <a:spcPct val="98214"/>
              </a:lnSpc>
              <a:spcBef>
                <a:spcPts val="120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44780" marR="0" rtl="0" algn="l">
              <a:lnSpc>
                <a:spcPct val="654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𝑃(𝑌=𝐻)= </a:t>
            </a:r>
            <a:r>
              <a:rPr baseline="-25000" lang="en-US" sz="2100"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2100">
              <a:latin typeface="Arial"/>
              <a:ea typeface="Arial"/>
              <a:cs typeface="Arial"/>
              <a:sym typeface="Arial"/>
            </a:endParaRPr>
          </a:p>
          <a:p>
            <a:pPr indent="0" lvl="0" marL="949325" marR="0" rtl="0" algn="l">
              <a:lnSpc>
                <a:spcPct val="98214"/>
              </a:lnSpc>
              <a:spcBef>
                <a:spcPts val="118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44780" marR="0" rtl="0" algn="l">
              <a:lnSpc>
                <a:spcPct val="654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𝑃(𝑌=𝑇)= </a:t>
            </a:r>
            <a:r>
              <a:rPr baseline="-25000" lang="en-US" sz="2100"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2" name="Google Shape;2402;p106"/>
          <p:cNvGrpSpPr/>
          <p:nvPr/>
        </p:nvGrpSpPr>
        <p:grpSpPr>
          <a:xfrm>
            <a:off x="2737103" y="3250691"/>
            <a:ext cx="593597" cy="1676781"/>
            <a:chOff x="2737103" y="3250691"/>
            <a:chExt cx="593597" cy="1676781"/>
          </a:xfrm>
        </p:grpSpPr>
        <p:sp>
          <p:nvSpPr>
            <p:cNvPr id="2403" name="Google Shape;2403;p106"/>
            <p:cNvSpPr/>
            <p:nvPr/>
          </p:nvSpPr>
          <p:spPr>
            <a:xfrm>
              <a:off x="2737103" y="3250691"/>
              <a:ext cx="146685" cy="550545"/>
            </a:xfrm>
            <a:custGeom>
              <a:rect b="b" l="l" r="r" t="t"/>
              <a:pathLst>
                <a:path extrusionOk="0" h="550545" w="146685">
                  <a:moveTo>
                    <a:pt x="0" y="0"/>
                  </a:moveTo>
                  <a:lnTo>
                    <a:pt x="28467" y="3633"/>
                  </a:lnTo>
                  <a:lnTo>
                    <a:pt x="51720" y="13541"/>
                  </a:lnTo>
                  <a:lnTo>
                    <a:pt x="67401" y="28235"/>
                  </a:lnTo>
                  <a:lnTo>
                    <a:pt x="73151" y="46228"/>
                  </a:lnTo>
                  <a:lnTo>
                    <a:pt x="73151" y="228854"/>
                  </a:lnTo>
                  <a:lnTo>
                    <a:pt x="78902" y="246846"/>
                  </a:lnTo>
                  <a:lnTo>
                    <a:pt x="94583" y="261540"/>
                  </a:lnTo>
                  <a:lnTo>
                    <a:pt x="117836" y="271448"/>
                  </a:lnTo>
                  <a:lnTo>
                    <a:pt x="146303" y="275082"/>
                  </a:lnTo>
                  <a:lnTo>
                    <a:pt x="117836" y="278715"/>
                  </a:lnTo>
                  <a:lnTo>
                    <a:pt x="94583" y="288623"/>
                  </a:lnTo>
                  <a:lnTo>
                    <a:pt x="78902" y="303317"/>
                  </a:lnTo>
                  <a:lnTo>
                    <a:pt x="73151" y="321310"/>
                  </a:lnTo>
                  <a:lnTo>
                    <a:pt x="73151" y="503936"/>
                  </a:lnTo>
                  <a:lnTo>
                    <a:pt x="67401" y="521928"/>
                  </a:lnTo>
                  <a:lnTo>
                    <a:pt x="51720" y="536622"/>
                  </a:lnTo>
                  <a:lnTo>
                    <a:pt x="28467" y="546530"/>
                  </a:lnTo>
                  <a:lnTo>
                    <a:pt x="0" y="550164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4" name="Google Shape;2404;p106"/>
            <p:cNvSpPr/>
            <p:nvPr/>
          </p:nvSpPr>
          <p:spPr>
            <a:xfrm>
              <a:off x="3012947" y="3480815"/>
              <a:ext cx="317753" cy="14706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5" name="Google Shape;2405;p106"/>
            <p:cNvSpPr/>
            <p:nvPr/>
          </p:nvSpPr>
          <p:spPr>
            <a:xfrm>
              <a:off x="2737103" y="4376927"/>
              <a:ext cx="146685" cy="550545"/>
            </a:xfrm>
            <a:custGeom>
              <a:rect b="b" l="l" r="r" t="t"/>
              <a:pathLst>
                <a:path extrusionOk="0" h="550545" w="146685">
                  <a:moveTo>
                    <a:pt x="0" y="0"/>
                  </a:moveTo>
                  <a:lnTo>
                    <a:pt x="28467" y="3633"/>
                  </a:lnTo>
                  <a:lnTo>
                    <a:pt x="51720" y="13541"/>
                  </a:lnTo>
                  <a:lnTo>
                    <a:pt x="67401" y="28235"/>
                  </a:lnTo>
                  <a:lnTo>
                    <a:pt x="73151" y="46228"/>
                  </a:lnTo>
                  <a:lnTo>
                    <a:pt x="73151" y="228854"/>
                  </a:lnTo>
                  <a:lnTo>
                    <a:pt x="78902" y="246846"/>
                  </a:lnTo>
                  <a:lnTo>
                    <a:pt x="94583" y="261540"/>
                  </a:lnTo>
                  <a:lnTo>
                    <a:pt x="117836" y="271448"/>
                  </a:lnTo>
                  <a:lnTo>
                    <a:pt x="146303" y="275082"/>
                  </a:lnTo>
                  <a:lnTo>
                    <a:pt x="117836" y="278715"/>
                  </a:lnTo>
                  <a:lnTo>
                    <a:pt x="94583" y="288623"/>
                  </a:lnTo>
                  <a:lnTo>
                    <a:pt x="78902" y="303317"/>
                  </a:lnTo>
                  <a:lnTo>
                    <a:pt x="73151" y="321310"/>
                  </a:lnTo>
                  <a:lnTo>
                    <a:pt x="73151" y="503936"/>
                  </a:lnTo>
                  <a:lnTo>
                    <a:pt x="67401" y="521928"/>
                  </a:lnTo>
                  <a:lnTo>
                    <a:pt x="51720" y="536622"/>
                  </a:lnTo>
                  <a:lnTo>
                    <a:pt x="28467" y="546530"/>
                  </a:lnTo>
                  <a:lnTo>
                    <a:pt x="0" y="550164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6" name="Google Shape;2406;p106"/>
            <p:cNvSpPr/>
            <p:nvPr/>
          </p:nvSpPr>
          <p:spPr>
            <a:xfrm>
              <a:off x="3012947" y="4607051"/>
              <a:ext cx="311658" cy="14858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p107"/>
          <p:cNvSpPr/>
          <p:nvPr/>
        </p:nvSpPr>
        <p:spPr>
          <a:xfrm>
            <a:off x="9342278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2" name="Google Shape;2412;p10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3" name="Google Shape;2413;p10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4" name="Google Shape;2414;p107"/>
          <p:cNvSpPr txBox="1"/>
          <p:nvPr>
            <p:ph type="title"/>
          </p:nvPr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2.2. Conjoint Probability</a:t>
            </a:r>
            <a:endParaRPr/>
          </a:p>
        </p:txBody>
      </p:sp>
      <p:sp>
        <p:nvSpPr>
          <p:cNvPr id="2415" name="Google Shape;2415;p10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16" name="Google Shape;2416;p107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7" name="Google Shape;2417;p107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18" name="Google Shape;2418;p107"/>
          <p:cNvSpPr/>
          <p:nvPr/>
        </p:nvSpPr>
        <p:spPr>
          <a:xfrm>
            <a:off x="1222247" y="1819643"/>
            <a:ext cx="4278630" cy="105995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9" name="Google Shape;2419;p107"/>
          <p:cNvSpPr/>
          <p:nvPr/>
        </p:nvSpPr>
        <p:spPr>
          <a:xfrm>
            <a:off x="554736" y="1449324"/>
            <a:ext cx="1687830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420" name="Google Shape;2420;p107"/>
          <p:cNvGrpSpPr/>
          <p:nvPr/>
        </p:nvGrpSpPr>
        <p:grpSpPr>
          <a:xfrm>
            <a:off x="1386839" y="3041904"/>
            <a:ext cx="3528060" cy="2013585"/>
            <a:chOff x="1386839" y="3041904"/>
            <a:chExt cx="3528060" cy="2013585"/>
          </a:xfrm>
        </p:grpSpPr>
        <p:sp>
          <p:nvSpPr>
            <p:cNvPr id="2421" name="Google Shape;2421;p107"/>
            <p:cNvSpPr/>
            <p:nvPr/>
          </p:nvSpPr>
          <p:spPr>
            <a:xfrm>
              <a:off x="1386839" y="3041904"/>
              <a:ext cx="3528060" cy="2013585"/>
            </a:xfrm>
            <a:custGeom>
              <a:rect b="b" l="l" r="r" t="t"/>
              <a:pathLst>
                <a:path extrusionOk="0" h="2013585" w="3528060">
                  <a:moveTo>
                    <a:pt x="3528060" y="0"/>
                  </a:moveTo>
                  <a:lnTo>
                    <a:pt x="0" y="0"/>
                  </a:lnTo>
                  <a:lnTo>
                    <a:pt x="0" y="2013204"/>
                  </a:lnTo>
                  <a:lnTo>
                    <a:pt x="3528060" y="2013204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2" name="Google Shape;2422;p107"/>
            <p:cNvSpPr/>
            <p:nvPr/>
          </p:nvSpPr>
          <p:spPr>
            <a:xfrm>
              <a:off x="2576448" y="3321431"/>
              <a:ext cx="99060" cy="12700"/>
            </a:xfrm>
            <a:custGeom>
              <a:rect b="b" l="l" r="r" t="t"/>
              <a:pathLst>
                <a:path extrusionOk="0" h="12700" w="99060">
                  <a:moveTo>
                    <a:pt x="99060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99060" y="12191"/>
                  </a:lnTo>
                  <a:lnTo>
                    <a:pt x="99060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23" name="Google Shape;2423;p107"/>
          <p:cNvSpPr txBox="1"/>
          <p:nvPr/>
        </p:nvSpPr>
        <p:spPr>
          <a:xfrm>
            <a:off x="2576829" y="3051810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4" name="Google Shape;2424;p107"/>
          <p:cNvSpPr txBox="1"/>
          <p:nvPr/>
        </p:nvSpPr>
        <p:spPr>
          <a:xfrm>
            <a:off x="1531366" y="3187141"/>
            <a:ext cx="242379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)=	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25" name="Google Shape;2425;p107"/>
          <p:cNvSpPr/>
          <p:nvPr/>
        </p:nvSpPr>
        <p:spPr>
          <a:xfrm>
            <a:off x="2553589" y="3796918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2"/>
                </a:lnTo>
                <a:lnTo>
                  <a:pt x="99060" y="12192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26" name="Google Shape;2426;p107"/>
          <p:cNvSpPr txBox="1"/>
          <p:nvPr/>
        </p:nvSpPr>
        <p:spPr>
          <a:xfrm>
            <a:off x="2553970" y="3306013"/>
            <a:ext cx="134620" cy="461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28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7" name="Google Shape;2427;p107"/>
          <p:cNvSpPr txBox="1"/>
          <p:nvPr/>
        </p:nvSpPr>
        <p:spPr>
          <a:xfrm>
            <a:off x="1531366" y="3663188"/>
            <a:ext cx="23768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𝑇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)=	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𝑇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28" name="Google Shape;2428;p107"/>
          <p:cNvSpPr/>
          <p:nvPr/>
        </p:nvSpPr>
        <p:spPr>
          <a:xfrm>
            <a:off x="2553589" y="4272406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2"/>
                </a:lnTo>
                <a:lnTo>
                  <a:pt x="99060" y="12192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29" name="Google Shape;2429;p107"/>
          <p:cNvSpPr txBox="1"/>
          <p:nvPr/>
        </p:nvSpPr>
        <p:spPr>
          <a:xfrm>
            <a:off x="2553970" y="3782059"/>
            <a:ext cx="11176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107"/>
          <p:cNvSpPr txBox="1"/>
          <p:nvPr/>
        </p:nvSpPr>
        <p:spPr>
          <a:xfrm>
            <a:off x="1531366" y="4138676"/>
            <a:ext cx="23768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𝑇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)=	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𝑇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31" name="Google Shape;2431;p107"/>
          <p:cNvSpPr/>
          <p:nvPr/>
        </p:nvSpPr>
        <p:spPr>
          <a:xfrm>
            <a:off x="2529204" y="4747894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2"/>
                </a:lnTo>
                <a:lnTo>
                  <a:pt x="99060" y="12192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32" name="Google Shape;2432;p107"/>
          <p:cNvSpPr txBox="1"/>
          <p:nvPr/>
        </p:nvSpPr>
        <p:spPr>
          <a:xfrm>
            <a:off x="2529585" y="4257547"/>
            <a:ext cx="13589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4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107"/>
          <p:cNvSpPr txBox="1"/>
          <p:nvPr/>
        </p:nvSpPr>
        <p:spPr>
          <a:xfrm>
            <a:off x="2529585" y="4732731"/>
            <a:ext cx="11176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4" name="Google Shape;2434;p107"/>
          <p:cNvSpPr txBox="1"/>
          <p:nvPr/>
        </p:nvSpPr>
        <p:spPr>
          <a:xfrm>
            <a:off x="1531366" y="4613859"/>
            <a:ext cx="232981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𝑇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𝑇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)=	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𝑇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𝑇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108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40" name="Google Shape;2440;p10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41" name="Google Shape;2441;p10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42" name="Google Shape;2442;p108"/>
          <p:cNvSpPr txBox="1"/>
          <p:nvPr>
            <p:ph type="title"/>
          </p:nvPr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2.2. Conjoint Probability</a:t>
            </a:r>
            <a:endParaRPr/>
          </a:p>
        </p:txBody>
      </p:sp>
      <p:sp>
        <p:nvSpPr>
          <p:cNvPr id="2443" name="Google Shape;2443;p108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44" name="Google Shape;2444;p108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45" name="Google Shape;2445;p108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46" name="Google Shape;2446;p108"/>
          <p:cNvSpPr/>
          <p:nvPr/>
        </p:nvSpPr>
        <p:spPr>
          <a:xfrm>
            <a:off x="1222247" y="1819655"/>
            <a:ext cx="4621530" cy="7612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47" name="Google Shape;2447;p108"/>
          <p:cNvSpPr/>
          <p:nvPr/>
        </p:nvSpPr>
        <p:spPr>
          <a:xfrm>
            <a:off x="1225296" y="3532632"/>
            <a:ext cx="1751838" cy="14858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48" name="Google Shape;2448;p108"/>
          <p:cNvSpPr/>
          <p:nvPr/>
        </p:nvSpPr>
        <p:spPr>
          <a:xfrm>
            <a:off x="554736" y="1449324"/>
            <a:ext cx="1687830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449" name="Google Shape;2449;p108"/>
          <p:cNvGrpSpPr/>
          <p:nvPr/>
        </p:nvGrpSpPr>
        <p:grpSpPr>
          <a:xfrm>
            <a:off x="1222247" y="3831335"/>
            <a:ext cx="6085840" cy="1830705"/>
            <a:chOff x="1222247" y="3831335"/>
            <a:chExt cx="6085840" cy="1830705"/>
          </a:xfrm>
        </p:grpSpPr>
        <p:sp>
          <p:nvSpPr>
            <p:cNvPr id="2450" name="Google Shape;2450;p108"/>
            <p:cNvSpPr/>
            <p:nvPr/>
          </p:nvSpPr>
          <p:spPr>
            <a:xfrm>
              <a:off x="1222247" y="3831335"/>
              <a:ext cx="6085840" cy="1830705"/>
            </a:xfrm>
            <a:custGeom>
              <a:rect b="b" l="l" r="r" t="t"/>
              <a:pathLst>
                <a:path extrusionOk="0" h="1830704" w="6085840">
                  <a:moveTo>
                    <a:pt x="6085332" y="0"/>
                  </a:moveTo>
                  <a:lnTo>
                    <a:pt x="0" y="0"/>
                  </a:lnTo>
                  <a:lnTo>
                    <a:pt x="0" y="1830324"/>
                  </a:lnTo>
                  <a:lnTo>
                    <a:pt x="6085332" y="1830324"/>
                  </a:lnTo>
                  <a:lnTo>
                    <a:pt x="608533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1" name="Google Shape;2451;p108"/>
            <p:cNvSpPr/>
            <p:nvPr/>
          </p:nvSpPr>
          <p:spPr>
            <a:xfrm>
              <a:off x="4042537" y="4110101"/>
              <a:ext cx="99060" cy="12700"/>
            </a:xfrm>
            <a:custGeom>
              <a:rect b="b" l="l" r="r" t="t"/>
              <a:pathLst>
                <a:path extrusionOk="0" h="12700" w="99060">
                  <a:moveTo>
                    <a:pt x="99060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99060" y="12191"/>
                  </a:lnTo>
                  <a:lnTo>
                    <a:pt x="99060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52" name="Google Shape;2452;p108"/>
          <p:cNvSpPr txBox="1"/>
          <p:nvPr/>
        </p:nvSpPr>
        <p:spPr>
          <a:xfrm>
            <a:off x="4043171" y="3840860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108"/>
          <p:cNvSpPr txBox="1"/>
          <p:nvPr/>
        </p:nvSpPr>
        <p:spPr>
          <a:xfrm>
            <a:off x="4043171" y="4095369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4" name="Google Shape;2454;p108"/>
          <p:cNvSpPr/>
          <p:nvPr/>
        </p:nvSpPr>
        <p:spPr>
          <a:xfrm>
            <a:off x="4502784" y="4110101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1"/>
                </a:lnTo>
                <a:lnTo>
                  <a:pt x="99060" y="12191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55" name="Google Shape;2455;p108"/>
          <p:cNvSpPr txBox="1"/>
          <p:nvPr/>
        </p:nvSpPr>
        <p:spPr>
          <a:xfrm>
            <a:off x="4503420" y="3840860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108"/>
          <p:cNvSpPr txBox="1"/>
          <p:nvPr/>
        </p:nvSpPr>
        <p:spPr>
          <a:xfrm>
            <a:off x="4503420" y="4095369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108"/>
          <p:cNvSpPr txBox="1"/>
          <p:nvPr/>
        </p:nvSpPr>
        <p:spPr>
          <a:xfrm>
            <a:off x="1366774" y="3976496"/>
            <a:ext cx="347472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]=−1×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=−1)+0×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=0)+1×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=1)=−	+0+	=0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58" name="Google Shape;2458;p108"/>
          <p:cNvSpPr/>
          <p:nvPr/>
        </p:nvSpPr>
        <p:spPr>
          <a:xfrm>
            <a:off x="3419221" y="4587113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1"/>
                </a:lnTo>
                <a:lnTo>
                  <a:pt x="99060" y="12191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59" name="Google Shape;2459;p108"/>
          <p:cNvSpPr txBox="1"/>
          <p:nvPr/>
        </p:nvSpPr>
        <p:spPr>
          <a:xfrm>
            <a:off x="1366774" y="4453509"/>
            <a:ext cx="231203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]=0×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=0)+1×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=1)=0+1×	=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0" name="Google Shape;2460;p108"/>
          <p:cNvSpPr/>
          <p:nvPr/>
        </p:nvSpPr>
        <p:spPr>
          <a:xfrm>
            <a:off x="3733165" y="4587113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1"/>
                </a:lnTo>
                <a:lnTo>
                  <a:pt x="99060" y="12191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61" name="Google Shape;2461;p108"/>
          <p:cNvSpPr txBox="1"/>
          <p:nvPr/>
        </p:nvSpPr>
        <p:spPr>
          <a:xfrm>
            <a:off x="3419855" y="4317872"/>
            <a:ext cx="4254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2" name="Google Shape;2462;p108"/>
          <p:cNvSpPr txBox="1"/>
          <p:nvPr/>
        </p:nvSpPr>
        <p:spPr>
          <a:xfrm>
            <a:off x="3419855" y="4572380"/>
            <a:ext cx="4254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	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3" name="Google Shape;2463;p108"/>
          <p:cNvSpPr txBox="1"/>
          <p:nvPr/>
        </p:nvSpPr>
        <p:spPr>
          <a:xfrm>
            <a:off x="1341374" y="4823840"/>
            <a:ext cx="39433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]=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𝑋</a:t>
            </a:r>
            <a:r>
              <a:rPr baseline="30000" lang="en-US" sz="135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2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]=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30000" lang="en-US" sz="135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3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]=−1×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=−1)+0×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=0)+1×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=1)=0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4" name="Google Shape;2464;p108"/>
          <p:cNvSpPr/>
          <p:nvPr/>
        </p:nvSpPr>
        <p:spPr>
          <a:xfrm>
            <a:off x="4030345" y="5353685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1"/>
                </a:lnTo>
                <a:lnTo>
                  <a:pt x="99060" y="12191"/>
                </a:lnTo>
                <a:lnTo>
                  <a:pt x="99060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65" name="Google Shape;2465;p108"/>
          <p:cNvSpPr txBox="1"/>
          <p:nvPr/>
        </p:nvSpPr>
        <p:spPr>
          <a:xfrm>
            <a:off x="4030979" y="5339334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108"/>
          <p:cNvSpPr txBox="1"/>
          <p:nvPr/>
        </p:nvSpPr>
        <p:spPr>
          <a:xfrm>
            <a:off x="1341374" y="5220157"/>
            <a:ext cx="450278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So, 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𝐶𝑜𝑣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)=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𝐸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𝑋 𝑌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]−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𝐸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] 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𝐸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]=0−0× </a:t>
            </a:r>
            <a:r>
              <a:rPr baseline="30000" lang="en-US" sz="21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=0 </a:t>
            </a:r>
            <a:r>
              <a:rPr b="1"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𝐶𝑜𝑟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) = 0, too.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7" name="Google Shape;2467;p108"/>
          <p:cNvSpPr/>
          <p:nvPr/>
        </p:nvSpPr>
        <p:spPr>
          <a:xfrm>
            <a:off x="1222247" y="2685288"/>
            <a:ext cx="4975860" cy="600710"/>
          </a:xfrm>
          <a:custGeom>
            <a:rect b="b" l="l" r="r" t="t"/>
            <a:pathLst>
              <a:path extrusionOk="0" h="600710" w="4975860">
                <a:moveTo>
                  <a:pt x="4975860" y="0"/>
                </a:moveTo>
                <a:lnTo>
                  <a:pt x="0" y="0"/>
                </a:lnTo>
                <a:lnTo>
                  <a:pt x="0" y="600455"/>
                </a:lnTo>
                <a:lnTo>
                  <a:pt x="4975860" y="600455"/>
                </a:lnTo>
                <a:lnTo>
                  <a:pt x="497586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68" name="Google Shape;2468;p108"/>
          <p:cNvSpPr txBox="1"/>
          <p:nvPr/>
        </p:nvSpPr>
        <p:spPr>
          <a:xfrm>
            <a:off x="1735582" y="2824099"/>
            <a:ext cx="104076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=−1,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=1) =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9" name="Google Shape;2469;p108"/>
          <p:cNvSpPr/>
          <p:nvPr/>
        </p:nvSpPr>
        <p:spPr>
          <a:xfrm>
            <a:off x="2824860" y="2957956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2"/>
                </a:lnTo>
                <a:lnTo>
                  <a:pt x="99060" y="12192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70" name="Google Shape;2470;p108"/>
          <p:cNvSpPr txBox="1"/>
          <p:nvPr/>
        </p:nvSpPr>
        <p:spPr>
          <a:xfrm>
            <a:off x="2825242" y="2647925"/>
            <a:ext cx="111760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1" name="Google Shape;2471;p108"/>
          <p:cNvSpPr/>
          <p:nvPr/>
        </p:nvSpPr>
        <p:spPr>
          <a:xfrm>
            <a:off x="4246753" y="2957956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2"/>
                </a:lnTo>
                <a:lnTo>
                  <a:pt x="99060" y="12192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72" name="Google Shape;2472;p108"/>
          <p:cNvSpPr txBox="1"/>
          <p:nvPr/>
        </p:nvSpPr>
        <p:spPr>
          <a:xfrm>
            <a:off x="4247388" y="2688463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108"/>
          <p:cNvSpPr txBox="1"/>
          <p:nvPr/>
        </p:nvSpPr>
        <p:spPr>
          <a:xfrm>
            <a:off x="4247388" y="2942970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4" name="Google Shape;2474;p108"/>
          <p:cNvSpPr txBox="1"/>
          <p:nvPr/>
        </p:nvSpPr>
        <p:spPr>
          <a:xfrm>
            <a:off x="3093720" y="2824099"/>
            <a:ext cx="244411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,   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=0, 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=0)=	,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 1,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=1)=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75" name="Google Shape;2475;p108"/>
          <p:cNvSpPr/>
          <p:nvPr/>
        </p:nvSpPr>
        <p:spPr>
          <a:xfrm>
            <a:off x="5586348" y="2957956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2"/>
                </a:lnTo>
                <a:lnTo>
                  <a:pt x="99060" y="12192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76" name="Google Shape;2476;p108"/>
          <p:cNvSpPr txBox="1"/>
          <p:nvPr/>
        </p:nvSpPr>
        <p:spPr>
          <a:xfrm>
            <a:off x="5587238" y="2647925"/>
            <a:ext cx="111760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p109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82" name="Google Shape;2482;p10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83" name="Google Shape;2483;p10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84" name="Google Shape;2484;p109"/>
          <p:cNvSpPr txBox="1"/>
          <p:nvPr>
            <p:ph type="title"/>
          </p:nvPr>
        </p:nvSpPr>
        <p:spPr>
          <a:xfrm>
            <a:off x="437489" y="431419"/>
            <a:ext cx="2427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2.2. Conjoint Probability</a:t>
            </a:r>
            <a:endParaRPr/>
          </a:p>
        </p:txBody>
      </p:sp>
      <p:sp>
        <p:nvSpPr>
          <p:cNvPr id="2485" name="Google Shape;2485;p109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02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86" name="Google Shape;2486;p109"/>
          <p:cNvSpPr/>
          <p:nvPr/>
        </p:nvSpPr>
        <p:spPr>
          <a:xfrm>
            <a:off x="847344" y="1776983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87" name="Google Shape;2487;p109"/>
          <p:cNvSpPr txBox="1"/>
          <p:nvPr/>
        </p:nvSpPr>
        <p:spPr>
          <a:xfrm>
            <a:off x="913891" y="177774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88" name="Google Shape;2488;p109"/>
          <p:cNvSpPr/>
          <p:nvPr/>
        </p:nvSpPr>
        <p:spPr>
          <a:xfrm>
            <a:off x="1222247" y="1819655"/>
            <a:ext cx="4621530" cy="7612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89" name="Google Shape;2489;p109"/>
          <p:cNvSpPr/>
          <p:nvPr/>
        </p:nvSpPr>
        <p:spPr>
          <a:xfrm>
            <a:off x="1225296" y="3546347"/>
            <a:ext cx="4021074" cy="16230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90" name="Google Shape;2490;p109"/>
          <p:cNvSpPr/>
          <p:nvPr/>
        </p:nvSpPr>
        <p:spPr>
          <a:xfrm>
            <a:off x="554736" y="1449324"/>
            <a:ext cx="1687830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491" name="Google Shape;2491;p109"/>
          <p:cNvGrpSpPr/>
          <p:nvPr/>
        </p:nvGrpSpPr>
        <p:grpSpPr>
          <a:xfrm>
            <a:off x="1222247" y="2685288"/>
            <a:ext cx="4845050" cy="600710"/>
            <a:chOff x="1222247" y="2685288"/>
            <a:chExt cx="4845050" cy="600710"/>
          </a:xfrm>
        </p:grpSpPr>
        <p:sp>
          <p:nvSpPr>
            <p:cNvPr id="2492" name="Google Shape;2492;p109"/>
            <p:cNvSpPr/>
            <p:nvPr/>
          </p:nvSpPr>
          <p:spPr>
            <a:xfrm>
              <a:off x="1222247" y="2685288"/>
              <a:ext cx="4845050" cy="600710"/>
            </a:xfrm>
            <a:custGeom>
              <a:rect b="b" l="l" r="r" t="t"/>
              <a:pathLst>
                <a:path extrusionOk="0" h="600710" w="4845050">
                  <a:moveTo>
                    <a:pt x="4844796" y="0"/>
                  </a:moveTo>
                  <a:lnTo>
                    <a:pt x="0" y="0"/>
                  </a:lnTo>
                  <a:lnTo>
                    <a:pt x="0" y="600455"/>
                  </a:lnTo>
                  <a:lnTo>
                    <a:pt x="4844796" y="600455"/>
                  </a:lnTo>
                  <a:lnTo>
                    <a:pt x="484479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3" name="Google Shape;2493;p109"/>
            <p:cNvSpPr/>
            <p:nvPr/>
          </p:nvSpPr>
          <p:spPr>
            <a:xfrm>
              <a:off x="2849244" y="2957956"/>
              <a:ext cx="99060" cy="12700"/>
            </a:xfrm>
            <a:custGeom>
              <a:rect b="b" l="l" r="r" t="t"/>
              <a:pathLst>
                <a:path extrusionOk="0" h="12700" w="99060">
                  <a:moveTo>
                    <a:pt x="99060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99060" y="12192"/>
                  </a:lnTo>
                  <a:lnTo>
                    <a:pt x="99060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94" name="Google Shape;2494;p109"/>
          <p:cNvSpPr txBox="1"/>
          <p:nvPr/>
        </p:nvSpPr>
        <p:spPr>
          <a:xfrm>
            <a:off x="2849626" y="2688463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5" name="Google Shape;2495;p109"/>
          <p:cNvSpPr txBox="1"/>
          <p:nvPr/>
        </p:nvSpPr>
        <p:spPr>
          <a:xfrm>
            <a:off x="2849626" y="2942970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109"/>
          <p:cNvSpPr/>
          <p:nvPr/>
        </p:nvSpPr>
        <p:spPr>
          <a:xfrm>
            <a:off x="4130928" y="2957956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2"/>
                </a:lnTo>
                <a:lnTo>
                  <a:pt x="99060" y="12192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97" name="Google Shape;2497;p109"/>
          <p:cNvSpPr txBox="1"/>
          <p:nvPr/>
        </p:nvSpPr>
        <p:spPr>
          <a:xfrm>
            <a:off x="4131564" y="2688463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109"/>
          <p:cNvSpPr txBox="1"/>
          <p:nvPr/>
        </p:nvSpPr>
        <p:spPr>
          <a:xfrm>
            <a:off x="4131564" y="2942970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9" name="Google Shape;2499;p109"/>
          <p:cNvSpPr txBox="1"/>
          <p:nvPr/>
        </p:nvSpPr>
        <p:spPr>
          <a:xfrm>
            <a:off x="1759966" y="2824099"/>
            <a:ext cx="3557904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=−1,                      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=1)                         =	,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=0, 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=0)  =	,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 1,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=1) =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00" name="Google Shape;2500;p109"/>
          <p:cNvSpPr/>
          <p:nvPr/>
        </p:nvSpPr>
        <p:spPr>
          <a:xfrm>
            <a:off x="5366892" y="2957956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2"/>
                </a:lnTo>
                <a:lnTo>
                  <a:pt x="99060" y="12192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01" name="Google Shape;2501;p109"/>
          <p:cNvSpPr txBox="1"/>
          <p:nvPr/>
        </p:nvSpPr>
        <p:spPr>
          <a:xfrm>
            <a:off x="5367782" y="2647925"/>
            <a:ext cx="111760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2" name="Google Shape;2502;p109"/>
          <p:cNvGrpSpPr/>
          <p:nvPr/>
        </p:nvGrpSpPr>
        <p:grpSpPr>
          <a:xfrm>
            <a:off x="1234439" y="3867911"/>
            <a:ext cx="6372225" cy="1828800"/>
            <a:chOff x="1234439" y="3867911"/>
            <a:chExt cx="6372225" cy="1828800"/>
          </a:xfrm>
        </p:grpSpPr>
        <p:sp>
          <p:nvSpPr>
            <p:cNvPr id="2503" name="Google Shape;2503;p109"/>
            <p:cNvSpPr/>
            <p:nvPr/>
          </p:nvSpPr>
          <p:spPr>
            <a:xfrm>
              <a:off x="1234439" y="3867911"/>
              <a:ext cx="6372225" cy="1828800"/>
            </a:xfrm>
            <a:custGeom>
              <a:rect b="b" l="l" r="r" t="t"/>
              <a:pathLst>
                <a:path extrusionOk="0" h="1828800" w="6372225">
                  <a:moveTo>
                    <a:pt x="6371844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6371844" y="1828800"/>
                  </a:lnTo>
                  <a:lnTo>
                    <a:pt x="637184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4" name="Google Shape;2504;p109"/>
            <p:cNvSpPr/>
            <p:nvPr/>
          </p:nvSpPr>
          <p:spPr>
            <a:xfrm>
              <a:off x="2471928" y="4146181"/>
              <a:ext cx="2144395" cy="12700"/>
            </a:xfrm>
            <a:custGeom>
              <a:rect b="b" l="l" r="r" t="t"/>
              <a:pathLst>
                <a:path extrusionOk="0" h="12700" w="2144395">
                  <a:moveTo>
                    <a:pt x="99060" y="0"/>
                  </a:moveTo>
                  <a:lnTo>
                    <a:pt x="0" y="0"/>
                  </a:lnTo>
                  <a:lnTo>
                    <a:pt x="0" y="12179"/>
                  </a:lnTo>
                  <a:lnTo>
                    <a:pt x="99060" y="12179"/>
                  </a:lnTo>
                  <a:lnTo>
                    <a:pt x="99060" y="0"/>
                  </a:lnTo>
                  <a:close/>
                </a:path>
                <a:path extrusionOk="0" h="12700" w="2144395">
                  <a:moveTo>
                    <a:pt x="1508760" y="0"/>
                  </a:moveTo>
                  <a:lnTo>
                    <a:pt x="1409700" y="0"/>
                  </a:lnTo>
                  <a:lnTo>
                    <a:pt x="1409700" y="12179"/>
                  </a:lnTo>
                  <a:lnTo>
                    <a:pt x="1508760" y="12179"/>
                  </a:lnTo>
                  <a:lnTo>
                    <a:pt x="1508760" y="0"/>
                  </a:lnTo>
                  <a:close/>
                </a:path>
                <a:path extrusionOk="0" h="12700" w="2144395">
                  <a:moveTo>
                    <a:pt x="1828800" y="0"/>
                  </a:moveTo>
                  <a:lnTo>
                    <a:pt x="1729740" y="0"/>
                  </a:lnTo>
                  <a:lnTo>
                    <a:pt x="1729740" y="12179"/>
                  </a:lnTo>
                  <a:lnTo>
                    <a:pt x="1828800" y="12179"/>
                  </a:lnTo>
                  <a:lnTo>
                    <a:pt x="1828800" y="0"/>
                  </a:lnTo>
                  <a:close/>
                </a:path>
                <a:path extrusionOk="0" h="12700" w="2144395">
                  <a:moveTo>
                    <a:pt x="2144268" y="0"/>
                  </a:moveTo>
                  <a:lnTo>
                    <a:pt x="2045208" y="0"/>
                  </a:lnTo>
                  <a:lnTo>
                    <a:pt x="2045208" y="12179"/>
                  </a:lnTo>
                  <a:lnTo>
                    <a:pt x="2144268" y="12179"/>
                  </a:lnTo>
                  <a:lnTo>
                    <a:pt x="2144268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05" name="Google Shape;2505;p109"/>
          <p:cNvSpPr txBox="1"/>
          <p:nvPr/>
        </p:nvSpPr>
        <p:spPr>
          <a:xfrm>
            <a:off x="1339850" y="4012438"/>
            <a:ext cx="3340735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62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 −1,         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 1)=                               </a:t>
            </a:r>
            <a:r>
              <a:rPr baseline="30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≠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=−1)×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=1)=   </a:t>
            </a:r>
            <a:r>
              <a:rPr baseline="30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baseline="30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 </a:t>
            </a:r>
            <a:r>
              <a:rPr baseline="30000"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30000" sz="2100">
              <a:latin typeface="Arial"/>
              <a:ea typeface="Arial"/>
              <a:cs typeface="Arial"/>
              <a:sym typeface="Arial"/>
            </a:endParaRPr>
          </a:p>
          <a:p>
            <a:pPr indent="0" lvl="0" marL="1132205" marR="0" rtl="0" algn="l">
              <a:lnSpc>
                <a:spcPct val="93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	3	3	9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6" name="Google Shape;2506;p109"/>
          <p:cNvSpPr txBox="1"/>
          <p:nvPr/>
        </p:nvSpPr>
        <p:spPr>
          <a:xfrm>
            <a:off x="1377950" y="4489450"/>
            <a:ext cx="9690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=0,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=0)=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07" name="Google Shape;2507;p109"/>
          <p:cNvSpPr/>
          <p:nvPr/>
        </p:nvSpPr>
        <p:spPr>
          <a:xfrm>
            <a:off x="2401823" y="4623180"/>
            <a:ext cx="99060" cy="12700"/>
          </a:xfrm>
          <a:custGeom>
            <a:rect b="b" l="l" r="r" t="t"/>
            <a:pathLst>
              <a:path extrusionOk="0" h="12700" w="99060">
                <a:moveTo>
                  <a:pt x="99060" y="0"/>
                </a:moveTo>
                <a:lnTo>
                  <a:pt x="0" y="0"/>
                </a:lnTo>
                <a:lnTo>
                  <a:pt x="0" y="12191"/>
                </a:lnTo>
                <a:lnTo>
                  <a:pt x="99060" y="12191"/>
                </a:lnTo>
                <a:lnTo>
                  <a:pt x="9906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08" name="Google Shape;2508;p109"/>
          <p:cNvSpPr txBox="1"/>
          <p:nvPr/>
        </p:nvSpPr>
        <p:spPr>
          <a:xfrm>
            <a:off x="2402077" y="4313275"/>
            <a:ext cx="111760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9" name="Google Shape;2509;p109"/>
          <p:cNvSpPr txBox="1"/>
          <p:nvPr/>
        </p:nvSpPr>
        <p:spPr>
          <a:xfrm>
            <a:off x="2569717" y="4489450"/>
            <a:ext cx="118935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≠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=0)×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=0)=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10" name="Google Shape;2510;p109"/>
          <p:cNvSpPr/>
          <p:nvPr/>
        </p:nvSpPr>
        <p:spPr>
          <a:xfrm>
            <a:off x="2319528" y="4623193"/>
            <a:ext cx="2226945" cy="489584"/>
          </a:xfrm>
          <a:custGeom>
            <a:rect b="b" l="l" r="r" t="t"/>
            <a:pathLst>
              <a:path extrusionOk="0" h="489585" w="2226945">
                <a:moveTo>
                  <a:pt x="99060" y="477012"/>
                </a:moveTo>
                <a:lnTo>
                  <a:pt x="0" y="477012"/>
                </a:lnTo>
                <a:lnTo>
                  <a:pt x="0" y="489191"/>
                </a:lnTo>
                <a:lnTo>
                  <a:pt x="99060" y="489191"/>
                </a:lnTo>
                <a:lnTo>
                  <a:pt x="99060" y="477012"/>
                </a:lnTo>
                <a:close/>
              </a:path>
              <a:path extrusionOk="0" h="489585" w="2226945">
                <a:moveTo>
                  <a:pt x="1591056" y="0"/>
                </a:moveTo>
                <a:lnTo>
                  <a:pt x="1491996" y="0"/>
                </a:lnTo>
                <a:lnTo>
                  <a:pt x="1491996" y="12179"/>
                </a:lnTo>
                <a:lnTo>
                  <a:pt x="1591056" y="12179"/>
                </a:lnTo>
                <a:lnTo>
                  <a:pt x="1591056" y="0"/>
                </a:lnTo>
                <a:close/>
              </a:path>
              <a:path extrusionOk="0" h="489585" w="2226945">
                <a:moveTo>
                  <a:pt x="1911096" y="0"/>
                </a:moveTo>
                <a:lnTo>
                  <a:pt x="1812036" y="0"/>
                </a:lnTo>
                <a:lnTo>
                  <a:pt x="1812036" y="12179"/>
                </a:lnTo>
                <a:lnTo>
                  <a:pt x="1911096" y="12179"/>
                </a:lnTo>
                <a:lnTo>
                  <a:pt x="1911096" y="0"/>
                </a:lnTo>
                <a:close/>
              </a:path>
              <a:path extrusionOk="0" h="489585" w="2226945">
                <a:moveTo>
                  <a:pt x="2226564" y="0"/>
                </a:moveTo>
                <a:lnTo>
                  <a:pt x="2127504" y="0"/>
                </a:lnTo>
                <a:lnTo>
                  <a:pt x="2127504" y="12179"/>
                </a:lnTo>
                <a:lnTo>
                  <a:pt x="2226564" y="12179"/>
                </a:lnTo>
                <a:lnTo>
                  <a:pt x="2226564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11" name="Google Shape;2511;p109"/>
          <p:cNvSpPr txBox="1"/>
          <p:nvPr/>
        </p:nvSpPr>
        <p:spPr>
          <a:xfrm>
            <a:off x="2319782" y="4830521"/>
            <a:ext cx="11176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2" name="Google Shape;2512;p109"/>
          <p:cNvSpPr txBox="1"/>
          <p:nvPr/>
        </p:nvSpPr>
        <p:spPr>
          <a:xfrm>
            <a:off x="2319782" y="5085715"/>
            <a:ext cx="111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3" name="Google Shape;2513;p109"/>
          <p:cNvSpPr txBox="1"/>
          <p:nvPr/>
        </p:nvSpPr>
        <p:spPr>
          <a:xfrm>
            <a:off x="1377950" y="4966842"/>
            <a:ext cx="22148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=1,               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 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=1)=	</a:t>
            </a:r>
            <a:r>
              <a:rPr lang="en-US" sz="1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≠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=1)×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=1)=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14" name="Google Shape;2514;p109"/>
          <p:cNvSpPr/>
          <p:nvPr/>
        </p:nvSpPr>
        <p:spPr>
          <a:xfrm>
            <a:off x="3646932" y="5100205"/>
            <a:ext cx="733425" cy="12700"/>
          </a:xfrm>
          <a:custGeom>
            <a:rect b="b" l="l" r="r" t="t"/>
            <a:pathLst>
              <a:path extrusionOk="0" h="12700" w="733425">
                <a:moveTo>
                  <a:pt x="99060" y="0"/>
                </a:moveTo>
                <a:lnTo>
                  <a:pt x="0" y="0"/>
                </a:lnTo>
                <a:lnTo>
                  <a:pt x="0" y="12179"/>
                </a:lnTo>
                <a:lnTo>
                  <a:pt x="99060" y="12179"/>
                </a:lnTo>
                <a:lnTo>
                  <a:pt x="99060" y="0"/>
                </a:lnTo>
                <a:close/>
              </a:path>
              <a:path extrusionOk="0" h="12700" w="733425">
                <a:moveTo>
                  <a:pt x="419100" y="0"/>
                </a:moveTo>
                <a:lnTo>
                  <a:pt x="320040" y="0"/>
                </a:lnTo>
                <a:lnTo>
                  <a:pt x="320040" y="12179"/>
                </a:lnTo>
                <a:lnTo>
                  <a:pt x="419100" y="12179"/>
                </a:lnTo>
                <a:lnTo>
                  <a:pt x="419100" y="0"/>
                </a:lnTo>
                <a:close/>
              </a:path>
              <a:path extrusionOk="0" h="12700" w="733425">
                <a:moveTo>
                  <a:pt x="733044" y="0"/>
                </a:moveTo>
                <a:lnTo>
                  <a:pt x="633984" y="0"/>
                </a:lnTo>
                <a:lnTo>
                  <a:pt x="633984" y="12179"/>
                </a:lnTo>
                <a:lnTo>
                  <a:pt x="733044" y="12179"/>
                </a:lnTo>
                <a:lnTo>
                  <a:pt x="733044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15" name="Google Shape;2515;p109"/>
          <p:cNvSpPr txBox="1"/>
          <p:nvPr/>
        </p:nvSpPr>
        <p:spPr>
          <a:xfrm>
            <a:off x="4135246" y="4966842"/>
            <a:ext cx="9144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16" name="Google Shape;2516;p109"/>
          <p:cNvSpPr txBox="1"/>
          <p:nvPr/>
        </p:nvSpPr>
        <p:spPr>
          <a:xfrm>
            <a:off x="3584066" y="4313275"/>
            <a:ext cx="1026160" cy="1012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227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aseline="-25000" lang="en-US" sz="21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aseline="-25000" lang="en-US" sz="21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=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227965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	3	9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aseline="-25000" lang="en-US" sz="21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2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	3	9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7" name="Google Shape;2517;p109"/>
          <p:cNvSpPr txBox="1"/>
          <p:nvPr/>
        </p:nvSpPr>
        <p:spPr>
          <a:xfrm>
            <a:off x="1274825" y="5337175"/>
            <a:ext cx="4117340" cy="76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02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Summarizing 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)≠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𝑌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) so that X and Y are </a:t>
            </a:r>
            <a:r>
              <a:rPr b="1" lang="en-US" sz="14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1400">
                <a:solidFill>
                  <a:srgbClr val="006FC0"/>
                </a:solidFill>
                <a:latin typeface="Verdana"/>
                <a:ea typeface="Verdana"/>
                <a:cs typeface="Verdana"/>
                <a:sym typeface="Verdana"/>
              </a:rPr>
              <a:t>independent.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Here, we found a case where </a:t>
            </a:r>
            <a:r>
              <a:rPr lang="en-US" sz="13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𝑋 </a:t>
            </a:r>
            <a:r>
              <a:rPr lang="en-US" sz="13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lang="en-US" sz="13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𝑌 </a:t>
            </a:r>
            <a:r>
              <a:rPr lang="en-US" sz="13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are uncorrelated but not independent!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110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3" name="Google Shape;2523;p110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4" name="Google Shape;2524;p110"/>
          <p:cNvSpPr/>
          <p:nvPr/>
        </p:nvSpPr>
        <p:spPr>
          <a:xfrm>
            <a:off x="9359084" y="6524434"/>
            <a:ext cx="85905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5" name="Google Shape;2525;p11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6" name="Google Shape;2526;p11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7" name="Google Shape;2527;p110"/>
          <p:cNvSpPr/>
          <p:nvPr/>
        </p:nvSpPr>
        <p:spPr>
          <a:xfrm>
            <a:off x="1019555" y="3220199"/>
            <a:ext cx="5103114" cy="4076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8" name="Google Shape;2528;p110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9" name="Google Shape;2529;p110"/>
          <p:cNvSpPr/>
          <p:nvPr/>
        </p:nvSpPr>
        <p:spPr>
          <a:xfrm>
            <a:off x="1050036" y="3963923"/>
            <a:ext cx="2588514" cy="112699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111"/>
          <p:cNvSpPr/>
          <p:nvPr/>
        </p:nvSpPr>
        <p:spPr>
          <a:xfrm>
            <a:off x="9386609" y="6524434"/>
            <a:ext cx="5838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35" name="Google Shape;2535;p11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36" name="Google Shape;2536;p11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37" name="Google Shape;2537;p111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38" name="Google Shape;2538;p11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39" name="Google Shape;2539;p111"/>
          <p:cNvSpPr/>
          <p:nvPr/>
        </p:nvSpPr>
        <p:spPr>
          <a:xfrm>
            <a:off x="473963" y="1443202"/>
            <a:ext cx="2929890" cy="3010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40" name="Google Shape;2540;p111"/>
          <p:cNvSpPr/>
          <p:nvPr/>
        </p:nvSpPr>
        <p:spPr>
          <a:xfrm>
            <a:off x="682751" y="2325623"/>
            <a:ext cx="3760470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41" name="Google Shape;2541;p111"/>
          <p:cNvSpPr/>
          <p:nvPr/>
        </p:nvSpPr>
        <p:spPr>
          <a:xfrm>
            <a:off x="682751" y="3249155"/>
            <a:ext cx="4085082" cy="7597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542" name="Google Shape;2542;p111"/>
          <p:cNvGrpSpPr/>
          <p:nvPr/>
        </p:nvGrpSpPr>
        <p:grpSpPr>
          <a:xfrm>
            <a:off x="6886955" y="1926335"/>
            <a:ext cx="2202941" cy="1880870"/>
            <a:chOff x="6886955" y="1926335"/>
            <a:chExt cx="2202941" cy="1880870"/>
          </a:xfrm>
        </p:grpSpPr>
        <p:sp>
          <p:nvSpPr>
            <p:cNvPr id="2543" name="Google Shape;2543;p111"/>
            <p:cNvSpPr/>
            <p:nvPr/>
          </p:nvSpPr>
          <p:spPr>
            <a:xfrm>
              <a:off x="6886955" y="1926335"/>
              <a:ext cx="1880870" cy="1880870"/>
            </a:xfrm>
            <a:custGeom>
              <a:rect b="b" l="l" r="r" t="t"/>
              <a:pathLst>
                <a:path extrusionOk="0" h="1880870" w="1880870">
                  <a:moveTo>
                    <a:pt x="0" y="940308"/>
                  </a:moveTo>
                  <a:lnTo>
                    <a:pt x="1223" y="891921"/>
                  </a:lnTo>
                  <a:lnTo>
                    <a:pt x="4854" y="844169"/>
                  </a:lnTo>
                  <a:lnTo>
                    <a:pt x="10834" y="797111"/>
                  </a:lnTo>
                  <a:lnTo>
                    <a:pt x="19104" y="750807"/>
                  </a:lnTo>
                  <a:lnTo>
                    <a:pt x="29604" y="705315"/>
                  </a:lnTo>
                  <a:lnTo>
                    <a:pt x="42275" y="660694"/>
                  </a:lnTo>
                  <a:lnTo>
                    <a:pt x="57059" y="617004"/>
                  </a:lnTo>
                  <a:lnTo>
                    <a:pt x="73896" y="574303"/>
                  </a:lnTo>
                  <a:lnTo>
                    <a:pt x="92727" y="532652"/>
                  </a:lnTo>
                  <a:lnTo>
                    <a:pt x="113493" y="492107"/>
                  </a:lnTo>
                  <a:lnTo>
                    <a:pt x="136134" y="452730"/>
                  </a:lnTo>
                  <a:lnTo>
                    <a:pt x="160593" y="414579"/>
                  </a:lnTo>
                  <a:lnTo>
                    <a:pt x="186810" y="377713"/>
                  </a:lnTo>
                  <a:lnTo>
                    <a:pt x="214725" y="342190"/>
                  </a:lnTo>
                  <a:lnTo>
                    <a:pt x="244280" y="308071"/>
                  </a:lnTo>
                  <a:lnTo>
                    <a:pt x="275415" y="275415"/>
                  </a:lnTo>
                  <a:lnTo>
                    <a:pt x="308071" y="244280"/>
                  </a:lnTo>
                  <a:lnTo>
                    <a:pt x="342190" y="214725"/>
                  </a:lnTo>
                  <a:lnTo>
                    <a:pt x="377713" y="186810"/>
                  </a:lnTo>
                  <a:lnTo>
                    <a:pt x="414579" y="160593"/>
                  </a:lnTo>
                  <a:lnTo>
                    <a:pt x="452730" y="136134"/>
                  </a:lnTo>
                  <a:lnTo>
                    <a:pt x="492107" y="113493"/>
                  </a:lnTo>
                  <a:lnTo>
                    <a:pt x="532652" y="92727"/>
                  </a:lnTo>
                  <a:lnTo>
                    <a:pt x="574303" y="73896"/>
                  </a:lnTo>
                  <a:lnTo>
                    <a:pt x="617004" y="57059"/>
                  </a:lnTo>
                  <a:lnTo>
                    <a:pt x="660694" y="42275"/>
                  </a:lnTo>
                  <a:lnTo>
                    <a:pt x="705315" y="29604"/>
                  </a:lnTo>
                  <a:lnTo>
                    <a:pt x="750807" y="19104"/>
                  </a:lnTo>
                  <a:lnTo>
                    <a:pt x="797111" y="10834"/>
                  </a:lnTo>
                  <a:lnTo>
                    <a:pt x="844169" y="4854"/>
                  </a:lnTo>
                  <a:lnTo>
                    <a:pt x="891921" y="1223"/>
                  </a:lnTo>
                  <a:lnTo>
                    <a:pt x="940308" y="0"/>
                  </a:lnTo>
                  <a:lnTo>
                    <a:pt x="988694" y="1223"/>
                  </a:lnTo>
                  <a:lnTo>
                    <a:pt x="1036446" y="4854"/>
                  </a:lnTo>
                  <a:lnTo>
                    <a:pt x="1083504" y="10834"/>
                  </a:lnTo>
                  <a:lnTo>
                    <a:pt x="1129808" y="19104"/>
                  </a:lnTo>
                  <a:lnTo>
                    <a:pt x="1175300" y="29604"/>
                  </a:lnTo>
                  <a:lnTo>
                    <a:pt x="1219921" y="42275"/>
                  </a:lnTo>
                  <a:lnTo>
                    <a:pt x="1263611" y="57059"/>
                  </a:lnTo>
                  <a:lnTo>
                    <a:pt x="1306312" y="73896"/>
                  </a:lnTo>
                  <a:lnTo>
                    <a:pt x="1347963" y="92727"/>
                  </a:lnTo>
                  <a:lnTo>
                    <a:pt x="1388508" y="113493"/>
                  </a:lnTo>
                  <a:lnTo>
                    <a:pt x="1427885" y="136134"/>
                  </a:lnTo>
                  <a:lnTo>
                    <a:pt x="1466036" y="160593"/>
                  </a:lnTo>
                  <a:lnTo>
                    <a:pt x="1502902" y="186810"/>
                  </a:lnTo>
                  <a:lnTo>
                    <a:pt x="1538425" y="214725"/>
                  </a:lnTo>
                  <a:lnTo>
                    <a:pt x="1572544" y="244280"/>
                  </a:lnTo>
                  <a:lnTo>
                    <a:pt x="1605200" y="275415"/>
                  </a:lnTo>
                  <a:lnTo>
                    <a:pt x="1636335" y="308071"/>
                  </a:lnTo>
                  <a:lnTo>
                    <a:pt x="1665890" y="342190"/>
                  </a:lnTo>
                  <a:lnTo>
                    <a:pt x="1693805" y="377713"/>
                  </a:lnTo>
                  <a:lnTo>
                    <a:pt x="1720022" y="414579"/>
                  </a:lnTo>
                  <a:lnTo>
                    <a:pt x="1744481" y="452730"/>
                  </a:lnTo>
                  <a:lnTo>
                    <a:pt x="1767122" y="492107"/>
                  </a:lnTo>
                  <a:lnTo>
                    <a:pt x="1787888" y="532652"/>
                  </a:lnTo>
                  <a:lnTo>
                    <a:pt x="1806719" y="574303"/>
                  </a:lnTo>
                  <a:lnTo>
                    <a:pt x="1823556" y="617004"/>
                  </a:lnTo>
                  <a:lnTo>
                    <a:pt x="1838340" y="660694"/>
                  </a:lnTo>
                  <a:lnTo>
                    <a:pt x="1851011" y="705315"/>
                  </a:lnTo>
                  <a:lnTo>
                    <a:pt x="1861511" y="750807"/>
                  </a:lnTo>
                  <a:lnTo>
                    <a:pt x="1869781" y="797111"/>
                  </a:lnTo>
                  <a:lnTo>
                    <a:pt x="1875761" y="844169"/>
                  </a:lnTo>
                  <a:lnTo>
                    <a:pt x="1879392" y="891921"/>
                  </a:lnTo>
                  <a:lnTo>
                    <a:pt x="1880616" y="940308"/>
                  </a:lnTo>
                  <a:lnTo>
                    <a:pt x="1879392" y="988694"/>
                  </a:lnTo>
                  <a:lnTo>
                    <a:pt x="1875761" y="1036446"/>
                  </a:lnTo>
                  <a:lnTo>
                    <a:pt x="1869781" y="1083504"/>
                  </a:lnTo>
                  <a:lnTo>
                    <a:pt x="1861511" y="1129808"/>
                  </a:lnTo>
                  <a:lnTo>
                    <a:pt x="1851011" y="1175300"/>
                  </a:lnTo>
                  <a:lnTo>
                    <a:pt x="1838340" y="1219921"/>
                  </a:lnTo>
                  <a:lnTo>
                    <a:pt x="1823556" y="1263611"/>
                  </a:lnTo>
                  <a:lnTo>
                    <a:pt x="1806719" y="1306312"/>
                  </a:lnTo>
                  <a:lnTo>
                    <a:pt x="1787888" y="1347963"/>
                  </a:lnTo>
                  <a:lnTo>
                    <a:pt x="1767122" y="1388508"/>
                  </a:lnTo>
                  <a:lnTo>
                    <a:pt x="1744481" y="1427885"/>
                  </a:lnTo>
                  <a:lnTo>
                    <a:pt x="1720022" y="1466036"/>
                  </a:lnTo>
                  <a:lnTo>
                    <a:pt x="1693805" y="1502902"/>
                  </a:lnTo>
                  <a:lnTo>
                    <a:pt x="1665890" y="1538425"/>
                  </a:lnTo>
                  <a:lnTo>
                    <a:pt x="1636335" y="1572544"/>
                  </a:lnTo>
                  <a:lnTo>
                    <a:pt x="1605200" y="1605200"/>
                  </a:lnTo>
                  <a:lnTo>
                    <a:pt x="1572544" y="1636335"/>
                  </a:lnTo>
                  <a:lnTo>
                    <a:pt x="1538425" y="1665890"/>
                  </a:lnTo>
                  <a:lnTo>
                    <a:pt x="1502902" y="1693805"/>
                  </a:lnTo>
                  <a:lnTo>
                    <a:pt x="1466036" y="1720022"/>
                  </a:lnTo>
                  <a:lnTo>
                    <a:pt x="1427885" y="1744481"/>
                  </a:lnTo>
                  <a:lnTo>
                    <a:pt x="1388508" y="1767122"/>
                  </a:lnTo>
                  <a:lnTo>
                    <a:pt x="1347963" y="1787888"/>
                  </a:lnTo>
                  <a:lnTo>
                    <a:pt x="1306312" y="1806719"/>
                  </a:lnTo>
                  <a:lnTo>
                    <a:pt x="1263611" y="1823556"/>
                  </a:lnTo>
                  <a:lnTo>
                    <a:pt x="1219921" y="1838340"/>
                  </a:lnTo>
                  <a:lnTo>
                    <a:pt x="1175300" y="1851011"/>
                  </a:lnTo>
                  <a:lnTo>
                    <a:pt x="1129808" y="1861511"/>
                  </a:lnTo>
                  <a:lnTo>
                    <a:pt x="1083504" y="1869781"/>
                  </a:lnTo>
                  <a:lnTo>
                    <a:pt x="1036446" y="1875761"/>
                  </a:lnTo>
                  <a:lnTo>
                    <a:pt x="988694" y="1879392"/>
                  </a:lnTo>
                  <a:lnTo>
                    <a:pt x="940308" y="1880615"/>
                  </a:lnTo>
                  <a:lnTo>
                    <a:pt x="891921" y="1879392"/>
                  </a:lnTo>
                  <a:lnTo>
                    <a:pt x="844169" y="1875761"/>
                  </a:lnTo>
                  <a:lnTo>
                    <a:pt x="797111" y="1869781"/>
                  </a:lnTo>
                  <a:lnTo>
                    <a:pt x="750807" y="1861511"/>
                  </a:lnTo>
                  <a:lnTo>
                    <a:pt x="705315" y="1851011"/>
                  </a:lnTo>
                  <a:lnTo>
                    <a:pt x="660694" y="1838340"/>
                  </a:lnTo>
                  <a:lnTo>
                    <a:pt x="617004" y="1823556"/>
                  </a:lnTo>
                  <a:lnTo>
                    <a:pt x="574303" y="1806719"/>
                  </a:lnTo>
                  <a:lnTo>
                    <a:pt x="532652" y="1787888"/>
                  </a:lnTo>
                  <a:lnTo>
                    <a:pt x="492107" y="1767122"/>
                  </a:lnTo>
                  <a:lnTo>
                    <a:pt x="452730" y="1744481"/>
                  </a:lnTo>
                  <a:lnTo>
                    <a:pt x="414579" y="1720022"/>
                  </a:lnTo>
                  <a:lnTo>
                    <a:pt x="377713" y="1693805"/>
                  </a:lnTo>
                  <a:lnTo>
                    <a:pt x="342190" y="1665890"/>
                  </a:lnTo>
                  <a:lnTo>
                    <a:pt x="308071" y="1636335"/>
                  </a:lnTo>
                  <a:lnTo>
                    <a:pt x="275415" y="1605200"/>
                  </a:lnTo>
                  <a:lnTo>
                    <a:pt x="244280" y="1572544"/>
                  </a:lnTo>
                  <a:lnTo>
                    <a:pt x="214725" y="1538425"/>
                  </a:lnTo>
                  <a:lnTo>
                    <a:pt x="186810" y="1502902"/>
                  </a:lnTo>
                  <a:lnTo>
                    <a:pt x="160593" y="1466036"/>
                  </a:lnTo>
                  <a:lnTo>
                    <a:pt x="136134" y="1427885"/>
                  </a:lnTo>
                  <a:lnTo>
                    <a:pt x="113493" y="1388508"/>
                  </a:lnTo>
                  <a:lnTo>
                    <a:pt x="92727" y="1347963"/>
                  </a:lnTo>
                  <a:lnTo>
                    <a:pt x="73896" y="1306312"/>
                  </a:lnTo>
                  <a:lnTo>
                    <a:pt x="57059" y="1263611"/>
                  </a:lnTo>
                  <a:lnTo>
                    <a:pt x="42275" y="1219921"/>
                  </a:lnTo>
                  <a:lnTo>
                    <a:pt x="29604" y="1175300"/>
                  </a:lnTo>
                  <a:lnTo>
                    <a:pt x="19104" y="1129808"/>
                  </a:lnTo>
                  <a:lnTo>
                    <a:pt x="10834" y="1083504"/>
                  </a:lnTo>
                  <a:lnTo>
                    <a:pt x="4854" y="1036446"/>
                  </a:lnTo>
                  <a:lnTo>
                    <a:pt x="1223" y="988694"/>
                  </a:lnTo>
                  <a:lnTo>
                    <a:pt x="0" y="940308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4" name="Google Shape;2544;p111"/>
            <p:cNvSpPr/>
            <p:nvPr/>
          </p:nvSpPr>
          <p:spPr>
            <a:xfrm>
              <a:off x="8506967" y="1927859"/>
              <a:ext cx="582929" cy="16840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5" name="Google Shape;2545;p111"/>
            <p:cNvSpPr/>
            <p:nvPr/>
          </p:nvSpPr>
          <p:spPr>
            <a:xfrm>
              <a:off x="7808975" y="2139695"/>
              <a:ext cx="70103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6" name="Google Shape;2546;p111"/>
            <p:cNvSpPr/>
            <p:nvPr/>
          </p:nvSpPr>
          <p:spPr>
            <a:xfrm>
              <a:off x="8182355" y="2313431"/>
              <a:ext cx="71627" cy="73151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7" name="Google Shape;2547;p111"/>
            <p:cNvSpPr/>
            <p:nvPr/>
          </p:nvSpPr>
          <p:spPr>
            <a:xfrm>
              <a:off x="8033003" y="2449067"/>
              <a:ext cx="70103" cy="7315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8" name="Google Shape;2548;p111"/>
            <p:cNvSpPr/>
            <p:nvPr/>
          </p:nvSpPr>
          <p:spPr>
            <a:xfrm>
              <a:off x="8371331" y="2697479"/>
              <a:ext cx="70103" cy="71628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9" name="Google Shape;2549;p111"/>
            <p:cNvSpPr/>
            <p:nvPr/>
          </p:nvSpPr>
          <p:spPr>
            <a:xfrm>
              <a:off x="8514587" y="2563367"/>
              <a:ext cx="70103" cy="7315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0" name="Google Shape;2550;p111"/>
            <p:cNvSpPr/>
            <p:nvPr/>
          </p:nvSpPr>
          <p:spPr>
            <a:xfrm>
              <a:off x="7642859" y="2378963"/>
              <a:ext cx="70104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1" name="Google Shape;2551;p111"/>
            <p:cNvSpPr/>
            <p:nvPr/>
          </p:nvSpPr>
          <p:spPr>
            <a:xfrm>
              <a:off x="7371587" y="2350007"/>
              <a:ext cx="70103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2" name="Google Shape;2552;p111"/>
            <p:cNvSpPr/>
            <p:nvPr/>
          </p:nvSpPr>
          <p:spPr>
            <a:xfrm>
              <a:off x="7316723" y="2596895"/>
              <a:ext cx="70103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3" name="Google Shape;2553;p111"/>
            <p:cNvSpPr/>
            <p:nvPr/>
          </p:nvSpPr>
          <p:spPr>
            <a:xfrm>
              <a:off x="7190231" y="2875787"/>
              <a:ext cx="70103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4" name="Google Shape;2554;p111"/>
            <p:cNvSpPr/>
            <p:nvPr/>
          </p:nvSpPr>
          <p:spPr>
            <a:xfrm>
              <a:off x="7348727" y="2857500"/>
              <a:ext cx="71627" cy="71627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5" name="Google Shape;2555;p111"/>
            <p:cNvSpPr/>
            <p:nvPr/>
          </p:nvSpPr>
          <p:spPr>
            <a:xfrm>
              <a:off x="7504175" y="2951987"/>
              <a:ext cx="70103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6" name="Google Shape;2556;p111"/>
            <p:cNvSpPr/>
            <p:nvPr/>
          </p:nvSpPr>
          <p:spPr>
            <a:xfrm>
              <a:off x="7766303" y="2977895"/>
              <a:ext cx="70103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7" name="Google Shape;2557;p111"/>
            <p:cNvSpPr/>
            <p:nvPr/>
          </p:nvSpPr>
          <p:spPr>
            <a:xfrm>
              <a:off x="7719059" y="2756915"/>
              <a:ext cx="70104" cy="71628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8" name="Google Shape;2558;p111"/>
            <p:cNvSpPr/>
            <p:nvPr/>
          </p:nvSpPr>
          <p:spPr>
            <a:xfrm>
              <a:off x="7635239" y="2634995"/>
              <a:ext cx="70103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9" name="Google Shape;2559;p111"/>
            <p:cNvSpPr/>
            <p:nvPr/>
          </p:nvSpPr>
          <p:spPr>
            <a:xfrm>
              <a:off x="7906511" y="2699003"/>
              <a:ext cx="71628" cy="73151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0" name="Google Shape;2560;p111"/>
            <p:cNvSpPr/>
            <p:nvPr/>
          </p:nvSpPr>
          <p:spPr>
            <a:xfrm>
              <a:off x="8139683" y="2912363"/>
              <a:ext cx="71627" cy="71627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1" name="Google Shape;2561;p111"/>
            <p:cNvSpPr/>
            <p:nvPr/>
          </p:nvSpPr>
          <p:spPr>
            <a:xfrm>
              <a:off x="8161019" y="3121151"/>
              <a:ext cx="71627" cy="71627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2" name="Google Shape;2562;p111"/>
            <p:cNvSpPr/>
            <p:nvPr/>
          </p:nvSpPr>
          <p:spPr>
            <a:xfrm>
              <a:off x="8317991" y="3102863"/>
              <a:ext cx="71627" cy="71627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3" name="Google Shape;2563;p111"/>
            <p:cNvSpPr/>
            <p:nvPr/>
          </p:nvSpPr>
          <p:spPr>
            <a:xfrm>
              <a:off x="8342375" y="3308603"/>
              <a:ext cx="70103" cy="73151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4" name="Google Shape;2564;p111"/>
            <p:cNvSpPr/>
            <p:nvPr/>
          </p:nvSpPr>
          <p:spPr>
            <a:xfrm>
              <a:off x="8037575" y="3297936"/>
              <a:ext cx="70103" cy="71627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5" name="Google Shape;2565;p111"/>
            <p:cNvSpPr/>
            <p:nvPr/>
          </p:nvSpPr>
          <p:spPr>
            <a:xfrm>
              <a:off x="7766303" y="3230879"/>
              <a:ext cx="70103" cy="71628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6" name="Google Shape;2566;p111"/>
            <p:cNvSpPr/>
            <p:nvPr/>
          </p:nvSpPr>
          <p:spPr>
            <a:xfrm>
              <a:off x="7452359" y="3197351"/>
              <a:ext cx="70104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7" name="Google Shape;2567;p111"/>
            <p:cNvSpPr/>
            <p:nvPr/>
          </p:nvSpPr>
          <p:spPr>
            <a:xfrm>
              <a:off x="7219187" y="3130295"/>
              <a:ext cx="70103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8" name="Google Shape;2568;p111"/>
            <p:cNvSpPr/>
            <p:nvPr/>
          </p:nvSpPr>
          <p:spPr>
            <a:xfrm>
              <a:off x="7752587" y="3439667"/>
              <a:ext cx="70103" cy="7315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9" name="Google Shape;2569;p111"/>
            <p:cNvSpPr/>
            <p:nvPr/>
          </p:nvSpPr>
          <p:spPr>
            <a:xfrm>
              <a:off x="7479791" y="3459479"/>
              <a:ext cx="71627" cy="71628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0" name="Google Shape;2570;p111"/>
            <p:cNvSpPr/>
            <p:nvPr/>
          </p:nvSpPr>
          <p:spPr>
            <a:xfrm>
              <a:off x="7854695" y="3354323"/>
              <a:ext cx="70103" cy="7162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1" name="Google Shape;2571;p111"/>
            <p:cNvSpPr/>
            <p:nvPr/>
          </p:nvSpPr>
          <p:spPr>
            <a:xfrm>
              <a:off x="8025383" y="3499103"/>
              <a:ext cx="71627" cy="73151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2" name="Google Shape;2572;p111"/>
            <p:cNvSpPr/>
            <p:nvPr/>
          </p:nvSpPr>
          <p:spPr>
            <a:xfrm>
              <a:off x="7842503" y="3566160"/>
              <a:ext cx="70103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3" name="Google Shape;2573;p111"/>
            <p:cNvSpPr/>
            <p:nvPr/>
          </p:nvSpPr>
          <p:spPr>
            <a:xfrm>
              <a:off x="7762807" y="2081176"/>
              <a:ext cx="916940" cy="770890"/>
            </a:xfrm>
            <a:custGeom>
              <a:rect b="b" l="l" r="r" t="t"/>
              <a:pathLst>
                <a:path extrusionOk="0" h="770889" w="916940">
                  <a:moveTo>
                    <a:pt x="326076" y="552803"/>
                  </a:moveTo>
                  <a:lnTo>
                    <a:pt x="275719" y="511208"/>
                  </a:lnTo>
                  <a:lnTo>
                    <a:pt x="228815" y="468814"/>
                  </a:lnTo>
                  <a:lnTo>
                    <a:pt x="185594" y="426006"/>
                  </a:lnTo>
                  <a:lnTo>
                    <a:pt x="146286" y="383172"/>
                  </a:lnTo>
                  <a:lnTo>
                    <a:pt x="111120" y="340697"/>
                  </a:lnTo>
                  <a:lnTo>
                    <a:pt x="80327" y="298967"/>
                  </a:lnTo>
                  <a:lnTo>
                    <a:pt x="54137" y="258369"/>
                  </a:lnTo>
                  <a:lnTo>
                    <a:pt x="32779" y="219290"/>
                  </a:lnTo>
                  <a:lnTo>
                    <a:pt x="16484" y="182115"/>
                  </a:lnTo>
                  <a:lnTo>
                    <a:pt x="0" y="115023"/>
                  </a:lnTo>
                  <a:lnTo>
                    <a:pt x="271" y="85879"/>
                  </a:lnTo>
                  <a:lnTo>
                    <a:pt x="18990" y="38326"/>
                  </a:lnTo>
                  <a:lnTo>
                    <a:pt x="60911" y="9112"/>
                  </a:lnTo>
                  <a:lnTo>
                    <a:pt x="121793" y="0"/>
                  </a:lnTo>
                  <a:lnTo>
                    <a:pt x="158272" y="2643"/>
                  </a:lnTo>
                  <a:lnTo>
                    <a:pt x="198204" y="9908"/>
                  </a:lnTo>
                  <a:lnTo>
                    <a:pt x="241160" y="21657"/>
                  </a:lnTo>
                  <a:lnTo>
                    <a:pt x="286712" y="37757"/>
                  </a:lnTo>
                  <a:lnTo>
                    <a:pt x="334429" y="58073"/>
                  </a:lnTo>
                  <a:lnTo>
                    <a:pt x="383883" y="82469"/>
                  </a:lnTo>
                  <a:lnTo>
                    <a:pt x="434646" y="110810"/>
                  </a:lnTo>
                  <a:lnTo>
                    <a:pt x="486287" y="142962"/>
                  </a:lnTo>
                  <a:lnTo>
                    <a:pt x="538378" y="178790"/>
                  </a:lnTo>
                  <a:lnTo>
                    <a:pt x="590490" y="218158"/>
                  </a:lnTo>
                  <a:lnTo>
                    <a:pt x="640823" y="259753"/>
                  </a:lnTo>
                  <a:lnTo>
                    <a:pt x="687710" y="302147"/>
                  </a:lnTo>
                  <a:lnTo>
                    <a:pt x="730921" y="344954"/>
                  </a:lnTo>
                  <a:lnTo>
                    <a:pt x="770224" y="387786"/>
                  </a:lnTo>
                  <a:lnTo>
                    <a:pt x="805389" y="430259"/>
                  </a:lnTo>
                  <a:lnTo>
                    <a:pt x="836185" y="471984"/>
                  </a:lnTo>
                  <a:lnTo>
                    <a:pt x="862381" y="512576"/>
                  </a:lnTo>
                  <a:lnTo>
                    <a:pt x="883746" y="551648"/>
                  </a:lnTo>
                  <a:lnTo>
                    <a:pt x="900051" y="588813"/>
                  </a:lnTo>
                  <a:lnTo>
                    <a:pt x="916552" y="655876"/>
                  </a:lnTo>
                  <a:lnTo>
                    <a:pt x="916288" y="685002"/>
                  </a:lnTo>
                  <a:lnTo>
                    <a:pt x="897576" y="732508"/>
                  </a:lnTo>
                  <a:lnTo>
                    <a:pt x="855655" y="761722"/>
                  </a:lnTo>
                  <a:lnTo>
                    <a:pt x="794772" y="770838"/>
                  </a:lnTo>
                  <a:lnTo>
                    <a:pt x="758293" y="768197"/>
                  </a:lnTo>
                  <a:lnTo>
                    <a:pt x="718361" y="760936"/>
                  </a:lnTo>
                  <a:lnTo>
                    <a:pt x="675405" y="749193"/>
                  </a:lnTo>
                  <a:lnTo>
                    <a:pt x="629854" y="733101"/>
                  </a:lnTo>
                  <a:lnTo>
                    <a:pt x="582137" y="712795"/>
                  </a:lnTo>
                  <a:lnTo>
                    <a:pt x="532682" y="688412"/>
                  </a:lnTo>
                  <a:lnTo>
                    <a:pt x="481920" y="660086"/>
                  </a:lnTo>
                  <a:lnTo>
                    <a:pt x="430279" y="627952"/>
                  </a:lnTo>
                  <a:lnTo>
                    <a:pt x="378188" y="592146"/>
                  </a:lnTo>
                  <a:lnTo>
                    <a:pt x="326076" y="552803"/>
                  </a:lnTo>
                  <a:close/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4" name="Google Shape;2574;p111"/>
            <p:cNvSpPr/>
            <p:nvPr/>
          </p:nvSpPr>
          <p:spPr>
            <a:xfrm>
              <a:off x="8441435" y="2113914"/>
              <a:ext cx="215392" cy="215392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75" name="Google Shape;2575;p111"/>
          <p:cNvSpPr/>
          <p:nvPr/>
        </p:nvSpPr>
        <p:spPr>
          <a:xfrm>
            <a:off x="7368540" y="3910584"/>
            <a:ext cx="883157" cy="169925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76" name="Google Shape;2576;p111"/>
          <p:cNvSpPr/>
          <p:nvPr/>
        </p:nvSpPr>
        <p:spPr>
          <a:xfrm>
            <a:off x="554736" y="1923288"/>
            <a:ext cx="698754" cy="189737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77" name="Google Shape;2577;p111"/>
          <p:cNvSpPr/>
          <p:nvPr/>
        </p:nvSpPr>
        <p:spPr>
          <a:xfrm>
            <a:off x="559341" y="2814883"/>
            <a:ext cx="520412" cy="18511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112"/>
          <p:cNvSpPr/>
          <p:nvPr/>
        </p:nvSpPr>
        <p:spPr>
          <a:xfrm>
            <a:off x="9358924" y="6524434"/>
            <a:ext cx="83017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83" name="Google Shape;2583;p11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84" name="Google Shape;2584;p11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85" name="Google Shape;2585;p112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86" name="Google Shape;2586;p11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87" name="Google Shape;2587;p112"/>
          <p:cNvSpPr/>
          <p:nvPr/>
        </p:nvSpPr>
        <p:spPr>
          <a:xfrm>
            <a:off x="473963" y="1440180"/>
            <a:ext cx="3301746" cy="3040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88" name="Google Shape;2588;p112"/>
          <p:cNvSpPr/>
          <p:nvPr/>
        </p:nvSpPr>
        <p:spPr>
          <a:xfrm>
            <a:off x="682751" y="2325598"/>
            <a:ext cx="3512058" cy="45951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89" name="Google Shape;2589;p112"/>
          <p:cNvSpPr/>
          <p:nvPr/>
        </p:nvSpPr>
        <p:spPr>
          <a:xfrm>
            <a:off x="682751" y="3447288"/>
            <a:ext cx="5561838" cy="16230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90" name="Google Shape;2590;p112"/>
          <p:cNvSpPr/>
          <p:nvPr/>
        </p:nvSpPr>
        <p:spPr>
          <a:xfrm>
            <a:off x="554736" y="1923288"/>
            <a:ext cx="1306830" cy="18973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91" name="Google Shape;2591;p112"/>
          <p:cNvSpPr/>
          <p:nvPr/>
        </p:nvSpPr>
        <p:spPr>
          <a:xfrm>
            <a:off x="554736" y="3029711"/>
            <a:ext cx="1248918" cy="159258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92" name="Google Shape;2592;p112"/>
          <p:cNvSpPr/>
          <p:nvPr/>
        </p:nvSpPr>
        <p:spPr>
          <a:xfrm>
            <a:off x="554736" y="3881628"/>
            <a:ext cx="4656582" cy="18973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6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Google Shape;2597;p113"/>
          <p:cNvSpPr/>
          <p:nvPr/>
        </p:nvSpPr>
        <p:spPr>
          <a:xfrm>
            <a:off x="9359003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98" name="Google Shape;2598;p11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99" name="Google Shape;2599;p11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00" name="Google Shape;2600;p113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01" name="Google Shape;2601;p11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02" name="Google Shape;2602;p113"/>
          <p:cNvSpPr/>
          <p:nvPr/>
        </p:nvSpPr>
        <p:spPr>
          <a:xfrm>
            <a:off x="473963" y="1446263"/>
            <a:ext cx="2707386" cy="29795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03" name="Google Shape;2603;p113"/>
          <p:cNvSpPr/>
          <p:nvPr/>
        </p:nvSpPr>
        <p:spPr>
          <a:xfrm>
            <a:off x="682751" y="2324100"/>
            <a:ext cx="1657350" cy="22562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04" name="Google Shape;2604;p113"/>
          <p:cNvSpPr/>
          <p:nvPr/>
        </p:nvSpPr>
        <p:spPr>
          <a:xfrm>
            <a:off x="554736" y="1923288"/>
            <a:ext cx="1081277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8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114"/>
          <p:cNvSpPr/>
          <p:nvPr/>
        </p:nvSpPr>
        <p:spPr>
          <a:xfrm>
            <a:off x="9365100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10" name="Google Shape;2610;p11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11" name="Google Shape;2611;p11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12" name="Google Shape;2612;p114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13" name="Google Shape;2613;p114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614" name="Google Shape;2614;p114"/>
          <p:cNvGrpSpPr/>
          <p:nvPr/>
        </p:nvGrpSpPr>
        <p:grpSpPr>
          <a:xfrm>
            <a:off x="2359151" y="1773935"/>
            <a:ext cx="5184775" cy="3656329"/>
            <a:chOff x="2359151" y="1773935"/>
            <a:chExt cx="5184775" cy="3656329"/>
          </a:xfrm>
        </p:grpSpPr>
        <p:sp>
          <p:nvSpPr>
            <p:cNvPr id="2615" name="Google Shape;2615;p114"/>
            <p:cNvSpPr/>
            <p:nvPr/>
          </p:nvSpPr>
          <p:spPr>
            <a:xfrm>
              <a:off x="2359151" y="1773935"/>
              <a:ext cx="5184775" cy="3656329"/>
            </a:xfrm>
            <a:custGeom>
              <a:rect b="b" l="l" r="r" t="t"/>
              <a:pathLst>
                <a:path extrusionOk="0" h="3656329" w="5184775">
                  <a:moveTo>
                    <a:pt x="5184648" y="0"/>
                  </a:moveTo>
                  <a:lnTo>
                    <a:pt x="0" y="0"/>
                  </a:lnTo>
                  <a:lnTo>
                    <a:pt x="0" y="3656076"/>
                  </a:lnTo>
                  <a:lnTo>
                    <a:pt x="5184648" y="3656076"/>
                  </a:lnTo>
                  <a:lnTo>
                    <a:pt x="518464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6" name="Google Shape;2616;p114"/>
            <p:cNvSpPr/>
            <p:nvPr/>
          </p:nvSpPr>
          <p:spPr>
            <a:xfrm>
              <a:off x="4559807" y="4991036"/>
              <a:ext cx="843546" cy="22028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7" name="Google Shape;2617;p114"/>
            <p:cNvSpPr/>
            <p:nvPr/>
          </p:nvSpPr>
          <p:spPr>
            <a:xfrm>
              <a:off x="3023615" y="3825239"/>
              <a:ext cx="3856354" cy="0"/>
            </a:xfrm>
            <a:custGeom>
              <a:rect b="b" l="l" r="r" t="t"/>
              <a:pathLst>
                <a:path extrusionOk="0" h="120000" w="3856354">
                  <a:moveTo>
                    <a:pt x="0" y="0"/>
                  </a:moveTo>
                  <a:lnTo>
                    <a:pt x="3855847" y="0"/>
                  </a:lnTo>
                </a:path>
              </a:pathLst>
            </a:custGeom>
            <a:noFill/>
            <a:ln cap="flat" cmpd="sng" w="1217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8" name="Google Shape;2618;p114"/>
            <p:cNvSpPr/>
            <p:nvPr/>
          </p:nvSpPr>
          <p:spPr>
            <a:xfrm>
              <a:off x="3024377" y="2597657"/>
              <a:ext cx="3855720" cy="1178560"/>
            </a:xfrm>
            <a:custGeom>
              <a:rect b="b" l="l" r="r" t="t"/>
              <a:pathLst>
                <a:path extrusionOk="0" h="1178560" w="3855720">
                  <a:moveTo>
                    <a:pt x="3855720" y="1167510"/>
                  </a:moveTo>
                  <a:lnTo>
                    <a:pt x="3801253" y="1171353"/>
                  </a:lnTo>
                  <a:lnTo>
                    <a:pt x="3731239" y="1174769"/>
                  </a:lnTo>
                  <a:lnTo>
                    <a:pt x="3691129" y="1176139"/>
                  </a:lnTo>
                  <a:lnTo>
                    <a:pt x="3648006" y="1177189"/>
                  </a:lnTo>
                  <a:lnTo>
                    <a:pt x="3602159" y="1177848"/>
                  </a:lnTo>
                  <a:lnTo>
                    <a:pt x="3553880" y="1178045"/>
                  </a:lnTo>
                  <a:lnTo>
                    <a:pt x="3503459" y="1177708"/>
                  </a:lnTo>
                  <a:lnTo>
                    <a:pt x="3451188" y="1176767"/>
                  </a:lnTo>
                  <a:lnTo>
                    <a:pt x="3397358" y="1175150"/>
                  </a:lnTo>
                  <a:lnTo>
                    <a:pt x="3342258" y="1172786"/>
                  </a:lnTo>
                  <a:lnTo>
                    <a:pt x="3286181" y="1169605"/>
                  </a:lnTo>
                  <a:lnTo>
                    <a:pt x="3229417" y="1165534"/>
                  </a:lnTo>
                  <a:lnTo>
                    <a:pt x="3172257" y="1160504"/>
                  </a:lnTo>
                  <a:lnTo>
                    <a:pt x="3114992" y="1154442"/>
                  </a:lnTo>
                  <a:lnTo>
                    <a:pt x="3057913" y="1147278"/>
                  </a:lnTo>
                  <a:lnTo>
                    <a:pt x="3001311" y="1138940"/>
                  </a:lnTo>
                  <a:lnTo>
                    <a:pt x="2945476" y="1129358"/>
                  </a:lnTo>
                  <a:lnTo>
                    <a:pt x="2890699" y="1118460"/>
                  </a:lnTo>
                  <a:lnTo>
                    <a:pt x="2837272" y="1106176"/>
                  </a:lnTo>
                  <a:lnTo>
                    <a:pt x="2785485" y="1092433"/>
                  </a:lnTo>
                  <a:lnTo>
                    <a:pt x="2735629" y="1077161"/>
                  </a:lnTo>
                  <a:lnTo>
                    <a:pt x="2687995" y="1060290"/>
                  </a:lnTo>
                  <a:lnTo>
                    <a:pt x="2642875" y="1041747"/>
                  </a:lnTo>
                  <a:lnTo>
                    <a:pt x="2600558" y="1021461"/>
                  </a:lnTo>
                  <a:lnTo>
                    <a:pt x="2561336" y="999363"/>
                  </a:lnTo>
                  <a:lnTo>
                    <a:pt x="2526931" y="975320"/>
                  </a:lnTo>
                  <a:lnTo>
                    <a:pt x="2494152" y="946712"/>
                  </a:lnTo>
                  <a:lnTo>
                    <a:pt x="2462903" y="913969"/>
                  </a:lnTo>
                  <a:lnTo>
                    <a:pt x="2433088" y="877517"/>
                  </a:lnTo>
                  <a:lnTo>
                    <a:pt x="2404612" y="837785"/>
                  </a:lnTo>
                  <a:lnTo>
                    <a:pt x="2377378" y="795201"/>
                  </a:lnTo>
                  <a:lnTo>
                    <a:pt x="2351291" y="750192"/>
                  </a:lnTo>
                  <a:lnTo>
                    <a:pt x="2326256" y="703187"/>
                  </a:lnTo>
                  <a:lnTo>
                    <a:pt x="2302176" y="654614"/>
                  </a:lnTo>
                  <a:lnTo>
                    <a:pt x="2278955" y="604900"/>
                  </a:lnTo>
                  <a:lnTo>
                    <a:pt x="2256498" y="554474"/>
                  </a:lnTo>
                  <a:lnTo>
                    <a:pt x="2234709" y="503764"/>
                  </a:lnTo>
                  <a:lnTo>
                    <a:pt x="2213492" y="453197"/>
                  </a:lnTo>
                  <a:lnTo>
                    <a:pt x="2192752" y="403201"/>
                  </a:lnTo>
                  <a:lnTo>
                    <a:pt x="2172392" y="354205"/>
                  </a:lnTo>
                  <a:lnTo>
                    <a:pt x="2152318" y="306637"/>
                  </a:lnTo>
                  <a:lnTo>
                    <a:pt x="2132432" y="260924"/>
                  </a:lnTo>
                  <a:lnTo>
                    <a:pt x="2112640" y="217494"/>
                  </a:lnTo>
                  <a:lnTo>
                    <a:pt x="2092845" y="176776"/>
                  </a:lnTo>
                  <a:lnTo>
                    <a:pt x="2072952" y="139197"/>
                  </a:lnTo>
                  <a:lnTo>
                    <a:pt x="2052865" y="105186"/>
                  </a:lnTo>
                  <a:lnTo>
                    <a:pt x="2011726" y="49577"/>
                  </a:lnTo>
                  <a:lnTo>
                    <a:pt x="1968662" y="13374"/>
                  </a:lnTo>
                  <a:lnTo>
                    <a:pt x="1922907" y="0"/>
                  </a:lnTo>
                  <a:lnTo>
                    <a:pt x="1897886" y="2154"/>
                  </a:lnTo>
                  <a:lnTo>
                    <a:pt x="1852968" y="18995"/>
                  </a:lnTo>
                  <a:lnTo>
                    <a:pt x="1813793" y="51032"/>
                  </a:lnTo>
                  <a:lnTo>
                    <a:pt x="1779054" y="96453"/>
                  </a:lnTo>
                  <a:lnTo>
                    <a:pt x="1747446" y="153441"/>
                  </a:lnTo>
                  <a:lnTo>
                    <a:pt x="1717665" y="220182"/>
                  </a:lnTo>
                  <a:lnTo>
                    <a:pt x="1703051" y="256643"/>
                  </a:lnTo>
                  <a:lnTo>
                    <a:pt x="1688404" y="294862"/>
                  </a:lnTo>
                  <a:lnTo>
                    <a:pt x="1673561" y="334612"/>
                  </a:lnTo>
                  <a:lnTo>
                    <a:pt x="1658358" y="375666"/>
                  </a:lnTo>
                  <a:lnTo>
                    <a:pt x="1642633" y="417798"/>
                  </a:lnTo>
                  <a:lnTo>
                    <a:pt x="1626223" y="460780"/>
                  </a:lnTo>
                  <a:lnTo>
                    <a:pt x="1608963" y="504386"/>
                  </a:lnTo>
                  <a:lnTo>
                    <a:pt x="1590691" y="548388"/>
                  </a:lnTo>
                  <a:lnTo>
                    <a:pt x="1571244" y="592561"/>
                  </a:lnTo>
                  <a:lnTo>
                    <a:pt x="1550459" y="636677"/>
                  </a:lnTo>
                  <a:lnTo>
                    <a:pt x="1528172" y="680510"/>
                  </a:lnTo>
                  <a:lnTo>
                    <a:pt x="1504220" y="723832"/>
                  </a:lnTo>
                  <a:lnTo>
                    <a:pt x="1478440" y="766417"/>
                  </a:lnTo>
                  <a:lnTo>
                    <a:pt x="1450669" y="808038"/>
                  </a:lnTo>
                  <a:lnTo>
                    <a:pt x="1420744" y="848468"/>
                  </a:lnTo>
                  <a:lnTo>
                    <a:pt x="1388501" y="887480"/>
                  </a:lnTo>
                  <a:lnTo>
                    <a:pt x="1353778" y="924848"/>
                  </a:lnTo>
                  <a:lnTo>
                    <a:pt x="1316411" y="960344"/>
                  </a:lnTo>
                  <a:lnTo>
                    <a:pt x="1276237" y="993743"/>
                  </a:lnTo>
                  <a:lnTo>
                    <a:pt x="1233092" y="1024816"/>
                  </a:lnTo>
                  <a:lnTo>
                    <a:pt x="1186814" y="1053337"/>
                  </a:lnTo>
                  <a:lnTo>
                    <a:pt x="1144224" y="1075227"/>
                  </a:lnTo>
                  <a:lnTo>
                    <a:pt x="1099002" y="1094319"/>
                  </a:lnTo>
                  <a:lnTo>
                    <a:pt x="1051439" y="1110789"/>
                  </a:lnTo>
                  <a:lnTo>
                    <a:pt x="1001826" y="1124814"/>
                  </a:lnTo>
                  <a:lnTo>
                    <a:pt x="950451" y="1136571"/>
                  </a:lnTo>
                  <a:lnTo>
                    <a:pt x="897606" y="1146237"/>
                  </a:lnTo>
                  <a:lnTo>
                    <a:pt x="843581" y="1153988"/>
                  </a:lnTo>
                  <a:lnTo>
                    <a:pt x="788665" y="1160001"/>
                  </a:lnTo>
                  <a:lnTo>
                    <a:pt x="733149" y="1164453"/>
                  </a:lnTo>
                  <a:lnTo>
                    <a:pt x="677323" y="1167520"/>
                  </a:lnTo>
                  <a:lnTo>
                    <a:pt x="621477" y="1169379"/>
                  </a:lnTo>
                  <a:lnTo>
                    <a:pt x="565901" y="1170206"/>
                  </a:lnTo>
                  <a:lnTo>
                    <a:pt x="510885" y="1170179"/>
                  </a:lnTo>
                  <a:lnTo>
                    <a:pt x="456720" y="1169475"/>
                  </a:lnTo>
                  <a:lnTo>
                    <a:pt x="403695" y="1168268"/>
                  </a:lnTo>
                  <a:lnTo>
                    <a:pt x="352101" y="1166738"/>
                  </a:lnTo>
                  <a:lnTo>
                    <a:pt x="302227" y="1165059"/>
                  </a:lnTo>
                  <a:lnTo>
                    <a:pt x="254364" y="1163410"/>
                  </a:lnTo>
                  <a:lnTo>
                    <a:pt x="208803" y="1161965"/>
                  </a:lnTo>
                  <a:lnTo>
                    <a:pt x="165832" y="1160903"/>
                  </a:lnTo>
                  <a:lnTo>
                    <a:pt x="125743" y="1160400"/>
                  </a:lnTo>
                  <a:lnTo>
                    <a:pt x="88825" y="1160633"/>
                  </a:lnTo>
                  <a:lnTo>
                    <a:pt x="55368" y="1161778"/>
                  </a:lnTo>
                  <a:lnTo>
                    <a:pt x="25663" y="1164011"/>
                  </a:lnTo>
                  <a:lnTo>
                    <a:pt x="0" y="1167510"/>
                  </a:lnTo>
                </a:path>
              </a:pathLst>
            </a:custGeom>
            <a:noFill/>
            <a:ln cap="flat" cmpd="sng" w="28950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9" name="Google Shape;2619;p114"/>
            <p:cNvSpPr/>
            <p:nvPr/>
          </p:nvSpPr>
          <p:spPr>
            <a:xfrm>
              <a:off x="4951475" y="2327147"/>
              <a:ext cx="0" cy="1622425"/>
            </a:xfrm>
            <a:custGeom>
              <a:rect b="b" l="l" r="r" t="t"/>
              <a:pathLst>
                <a:path extrusionOk="0" h="1622425" w="120000">
                  <a:moveTo>
                    <a:pt x="0" y="0"/>
                  </a:moveTo>
                  <a:lnTo>
                    <a:pt x="0" y="1622044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0" name="Google Shape;2620;p114"/>
            <p:cNvSpPr/>
            <p:nvPr/>
          </p:nvSpPr>
          <p:spPr>
            <a:xfrm>
              <a:off x="4951475" y="2350007"/>
              <a:ext cx="0" cy="1622425"/>
            </a:xfrm>
            <a:custGeom>
              <a:rect b="b" l="l" r="r" t="t"/>
              <a:pathLst>
                <a:path extrusionOk="0" h="1622425" w="120000">
                  <a:moveTo>
                    <a:pt x="0" y="0"/>
                  </a:moveTo>
                  <a:lnTo>
                    <a:pt x="0" y="1622043"/>
                  </a:lnTo>
                </a:path>
              </a:pathLst>
            </a:custGeom>
            <a:noFill/>
            <a:ln cap="flat" cmpd="sng" w="12175">
              <a:solidFill>
                <a:srgbClr val="00AF5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1" name="Google Shape;2621;p114"/>
            <p:cNvSpPr/>
            <p:nvPr/>
          </p:nvSpPr>
          <p:spPr>
            <a:xfrm>
              <a:off x="4471416" y="2130551"/>
              <a:ext cx="955675" cy="1377950"/>
            </a:xfrm>
            <a:custGeom>
              <a:rect b="b" l="l" r="r" t="t"/>
              <a:pathLst>
                <a:path extrusionOk="0" h="1377950" w="955675">
                  <a:moveTo>
                    <a:pt x="0" y="0"/>
                  </a:moveTo>
                  <a:lnTo>
                    <a:pt x="0" y="1377950"/>
                  </a:lnTo>
                </a:path>
                <a:path extrusionOk="0" h="1377950" w="955675">
                  <a:moveTo>
                    <a:pt x="955548" y="0"/>
                  </a:moveTo>
                  <a:lnTo>
                    <a:pt x="955548" y="1377950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2" name="Google Shape;2622;p114"/>
            <p:cNvSpPr/>
            <p:nvPr/>
          </p:nvSpPr>
          <p:spPr>
            <a:xfrm>
              <a:off x="4480559" y="2221991"/>
              <a:ext cx="936625" cy="76200"/>
            </a:xfrm>
            <a:custGeom>
              <a:rect b="b" l="l" r="r" t="t"/>
              <a:pathLst>
                <a:path extrusionOk="0" h="76200" w="936625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extrusionOk="0" h="76200" w="936625">
                  <a:moveTo>
                    <a:pt x="860425" y="0"/>
                  </a:moveTo>
                  <a:lnTo>
                    <a:pt x="860425" y="76200"/>
                  </a:lnTo>
                  <a:lnTo>
                    <a:pt x="923925" y="44450"/>
                  </a:lnTo>
                  <a:lnTo>
                    <a:pt x="873125" y="44450"/>
                  </a:lnTo>
                  <a:lnTo>
                    <a:pt x="873125" y="31750"/>
                  </a:lnTo>
                  <a:lnTo>
                    <a:pt x="923925" y="31750"/>
                  </a:lnTo>
                  <a:lnTo>
                    <a:pt x="860425" y="0"/>
                  </a:lnTo>
                  <a:close/>
                </a:path>
                <a:path extrusionOk="0" h="76200" w="936625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extrusionOk="0" h="76200" w="936625">
                  <a:moveTo>
                    <a:pt x="86042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860425" y="44450"/>
                  </a:lnTo>
                  <a:lnTo>
                    <a:pt x="860425" y="31750"/>
                  </a:lnTo>
                  <a:close/>
                </a:path>
                <a:path extrusionOk="0" h="76200" w="936625">
                  <a:moveTo>
                    <a:pt x="923925" y="31750"/>
                  </a:moveTo>
                  <a:lnTo>
                    <a:pt x="873125" y="31750"/>
                  </a:lnTo>
                  <a:lnTo>
                    <a:pt x="873125" y="44450"/>
                  </a:lnTo>
                  <a:lnTo>
                    <a:pt x="923925" y="44450"/>
                  </a:lnTo>
                  <a:lnTo>
                    <a:pt x="936625" y="38100"/>
                  </a:lnTo>
                  <a:lnTo>
                    <a:pt x="923925" y="3175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23" name="Google Shape;2623;p114"/>
          <p:cNvSpPr txBox="1"/>
          <p:nvPr/>
        </p:nvSpPr>
        <p:spPr>
          <a:xfrm>
            <a:off x="2359151" y="1773935"/>
            <a:ext cx="5184775" cy="3656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350">
            <a:spAutoFit/>
          </a:bodyPr>
          <a:lstStyle/>
          <a:p>
            <a:pPr indent="0" lvl="0" marL="190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1435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𝑥ഥ = 𝑚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marR="48260" rtl="0" algn="ctr">
              <a:lnSpc>
                <a:spcPct val="100000"/>
              </a:lnSpc>
              <a:spcBef>
                <a:spcPts val="11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𝜍    = 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4" name="Google Shape;2624;p114"/>
          <p:cNvSpPr/>
          <p:nvPr/>
        </p:nvSpPr>
        <p:spPr>
          <a:xfrm>
            <a:off x="554736" y="1449324"/>
            <a:ext cx="1081277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8" name="Shape 2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9" name="Google Shape;2629;p115"/>
          <p:cNvSpPr/>
          <p:nvPr/>
        </p:nvSpPr>
        <p:spPr>
          <a:xfrm>
            <a:off x="9358924" y="6524434"/>
            <a:ext cx="83017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30" name="Google Shape;2630;p11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31" name="Google Shape;2631;p11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32" name="Google Shape;2632;p115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33" name="Google Shape;2633;p115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634" name="Google Shape;2634;p115"/>
          <p:cNvGrpSpPr/>
          <p:nvPr/>
        </p:nvGrpSpPr>
        <p:grpSpPr>
          <a:xfrm>
            <a:off x="2359151" y="1773935"/>
            <a:ext cx="5184775" cy="3656329"/>
            <a:chOff x="2359151" y="1773935"/>
            <a:chExt cx="5184775" cy="3656329"/>
          </a:xfrm>
        </p:grpSpPr>
        <p:sp>
          <p:nvSpPr>
            <p:cNvPr id="2635" name="Google Shape;2635;p115"/>
            <p:cNvSpPr/>
            <p:nvPr/>
          </p:nvSpPr>
          <p:spPr>
            <a:xfrm>
              <a:off x="2359151" y="1773935"/>
              <a:ext cx="5184775" cy="3656329"/>
            </a:xfrm>
            <a:custGeom>
              <a:rect b="b" l="l" r="r" t="t"/>
              <a:pathLst>
                <a:path extrusionOk="0" h="3656329" w="5184775">
                  <a:moveTo>
                    <a:pt x="5184648" y="0"/>
                  </a:moveTo>
                  <a:lnTo>
                    <a:pt x="0" y="0"/>
                  </a:lnTo>
                  <a:lnTo>
                    <a:pt x="0" y="3656076"/>
                  </a:lnTo>
                  <a:lnTo>
                    <a:pt x="5184648" y="3656076"/>
                  </a:lnTo>
                  <a:lnTo>
                    <a:pt x="518464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6" name="Google Shape;2636;p115"/>
            <p:cNvSpPr/>
            <p:nvPr/>
          </p:nvSpPr>
          <p:spPr>
            <a:xfrm>
              <a:off x="4509516" y="4989525"/>
              <a:ext cx="936510" cy="22179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7" name="Google Shape;2637;p115"/>
            <p:cNvSpPr/>
            <p:nvPr/>
          </p:nvSpPr>
          <p:spPr>
            <a:xfrm>
              <a:off x="3023615" y="3823715"/>
              <a:ext cx="3856354" cy="0"/>
            </a:xfrm>
            <a:custGeom>
              <a:rect b="b" l="l" r="r" t="t"/>
              <a:pathLst>
                <a:path extrusionOk="0" h="120000" w="3856354">
                  <a:moveTo>
                    <a:pt x="0" y="0"/>
                  </a:moveTo>
                  <a:lnTo>
                    <a:pt x="3855847" y="0"/>
                  </a:lnTo>
                </a:path>
              </a:pathLst>
            </a:custGeom>
            <a:noFill/>
            <a:ln cap="flat" cmpd="sng" w="1217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8" name="Google Shape;2638;p115"/>
            <p:cNvSpPr/>
            <p:nvPr/>
          </p:nvSpPr>
          <p:spPr>
            <a:xfrm>
              <a:off x="3024377" y="2593085"/>
              <a:ext cx="3855720" cy="1175385"/>
            </a:xfrm>
            <a:custGeom>
              <a:rect b="b" l="l" r="r" t="t"/>
              <a:pathLst>
                <a:path extrusionOk="0" h="1175385" w="3855720">
                  <a:moveTo>
                    <a:pt x="3855720" y="1170558"/>
                  </a:moveTo>
                  <a:lnTo>
                    <a:pt x="3830323" y="1172306"/>
                  </a:lnTo>
                  <a:lnTo>
                    <a:pt x="3800286" y="1173655"/>
                  </a:lnTo>
                  <a:lnTo>
                    <a:pt x="3765959" y="1174568"/>
                  </a:lnTo>
                  <a:lnTo>
                    <a:pt x="3727694" y="1175008"/>
                  </a:lnTo>
                  <a:lnTo>
                    <a:pt x="3685842" y="1174936"/>
                  </a:lnTo>
                  <a:lnTo>
                    <a:pt x="3640755" y="1174313"/>
                  </a:lnTo>
                  <a:lnTo>
                    <a:pt x="3592783" y="1173102"/>
                  </a:lnTo>
                  <a:lnTo>
                    <a:pt x="3542279" y="1171264"/>
                  </a:lnTo>
                  <a:lnTo>
                    <a:pt x="3489593" y="1168762"/>
                  </a:lnTo>
                  <a:lnTo>
                    <a:pt x="3435076" y="1165557"/>
                  </a:lnTo>
                  <a:lnTo>
                    <a:pt x="3379081" y="1161611"/>
                  </a:lnTo>
                  <a:lnTo>
                    <a:pt x="3321958" y="1156886"/>
                  </a:lnTo>
                  <a:lnTo>
                    <a:pt x="3264059" y="1151344"/>
                  </a:lnTo>
                  <a:lnTo>
                    <a:pt x="3205734" y="1144946"/>
                  </a:lnTo>
                  <a:lnTo>
                    <a:pt x="3147336" y="1137655"/>
                  </a:lnTo>
                  <a:lnTo>
                    <a:pt x="3089216" y="1129433"/>
                  </a:lnTo>
                  <a:lnTo>
                    <a:pt x="3031725" y="1120241"/>
                  </a:lnTo>
                  <a:lnTo>
                    <a:pt x="2975214" y="1110041"/>
                  </a:lnTo>
                  <a:lnTo>
                    <a:pt x="2920035" y="1098795"/>
                  </a:lnTo>
                  <a:lnTo>
                    <a:pt x="2866539" y="1086465"/>
                  </a:lnTo>
                  <a:lnTo>
                    <a:pt x="2815077" y="1073012"/>
                  </a:lnTo>
                  <a:lnTo>
                    <a:pt x="2766001" y="1058400"/>
                  </a:lnTo>
                  <a:lnTo>
                    <a:pt x="2719662" y="1042589"/>
                  </a:lnTo>
                  <a:lnTo>
                    <a:pt x="2676411" y="1025541"/>
                  </a:lnTo>
                  <a:lnTo>
                    <a:pt x="2636600" y="1007218"/>
                  </a:lnTo>
                  <a:lnTo>
                    <a:pt x="2600580" y="987583"/>
                  </a:lnTo>
                  <a:lnTo>
                    <a:pt x="2568702" y="966597"/>
                  </a:lnTo>
                  <a:lnTo>
                    <a:pt x="2539733" y="941622"/>
                  </a:lnTo>
                  <a:lnTo>
                    <a:pt x="2514309" y="912021"/>
                  </a:lnTo>
                  <a:lnTo>
                    <a:pt x="2492153" y="878248"/>
                  </a:lnTo>
                  <a:lnTo>
                    <a:pt x="2472990" y="840761"/>
                  </a:lnTo>
                  <a:lnTo>
                    <a:pt x="2456544" y="800016"/>
                  </a:lnTo>
                  <a:lnTo>
                    <a:pt x="2442541" y="756469"/>
                  </a:lnTo>
                  <a:lnTo>
                    <a:pt x="2430705" y="710577"/>
                  </a:lnTo>
                  <a:lnTo>
                    <a:pt x="2420760" y="662795"/>
                  </a:lnTo>
                  <a:lnTo>
                    <a:pt x="2412432" y="613581"/>
                  </a:lnTo>
                  <a:lnTo>
                    <a:pt x="2405445" y="563391"/>
                  </a:lnTo>
                  <a:lnTo>
                    <a:pt x="2399523" y="512681"/>
                  </a:lnTo>
                  <a:lnTo>
                    <a:pt x="2394391" y="461908"/>
                  </a:lnTo>
                  <a:lnTo>
                    <a:pt x="2389774" y="411527"/>
                  </a:lnTo>
                  <a:lnTo>
                    <a:pt x="2385397" y="361996"/>
                  </a:lnTo>
                  <a:lnTo>
                    <a:pt x="2380984" y="313771"/>
                  </a:lnTo>
                  <a:lnTo>
                    <a:pt x="2376260" y="267307"/>
                  </a:lnTo>
                  <a:lnTo>
                    <a:pt x="2370949" y="223063"/>
                  </a:lnTo>
                  <a:lnTo>
                    <a:pt x="2364777" y="181493"/>
                  </a:lnTo>
                  <a:lnTo>
                    <a:pt x="2357467" y="143054"/>
                  </a:lnTo>
                  <a:lnTo>
                    <a:pt x="2338335" y="77397"/>
                  </a:lnTo>
                  <a:lnTo>
                    <a:pt x="2311349" y="29742"/>
                  </a:lnTo>
                  <a:lnTo>
                    <a:pt x="2274308" y="3740"/>
                  </a:lnTo>
                  <a:lnTo>
                    <a:pt x="2251329" y="0"/>
                  </a:lnTo>
                  <a:lnTo>
                    <a:pt x="2226165" y="2030"/>
                  </a:lnTo>
                  <a:lnTo>
                    <a:pt x="2175744" y="17890"/>
                  </a:lnTo>
                  <a:lnTo>
                    <a:pt x="2124910" y="48025"/>
                  </a:lnTo>
                  <a:lnTo>
                    <a:pt x="2073320" y="90680"/>
                  </a:lnTo>
                  <a:lnTo>
                    <a:pt x="2020628" y="144104"/>
                  </a:lnTo>
                  <a:lnTo>
                    <a:pt x="1993762" y="174307"/>
                  </a:lnTo>
                  <a:lnTo>
                    <a:pt x="1966491" y="206544"/>
                  </a:lnTo>
                  <a:lnTo>
                    <a:pt x="1938773" y="240597"/>
                  </a:lnTo>
                  <a:lnTo>
                    <a:pt x="1910565" y="276247"/>
                  </a:lnTo>
                  <a:lnTo>
                    <a:pt x="1881823" y="313274"/>
                  </a:lnTo>
                  <a:lnTo>
                    <a:pt x="1852505" y="351460"/>
                  </a:lnTo>
                  <a:lnTo>
                    <a:pt x="1822567" y="390585"/>
                  </a:lnTo>
                  <a:lnTo>
                    <a:pt x="1791967" y="430431"/>
                  </a:lnTo>
                  <a:lnTo>
                    <a:pt x="1760661" y="470778"/>
                  </a:lnTo>
                  <a:lnTo>
                    <a:pt x="1728607" y="511407"/>
                  </a:lnTo>
                  <a:lnTo>
                    <a:pt x="1695761" y="552100"/>
                  </a:lnTo>
                  <a:lnTo>
                    <a:pt x="1662081" y="592637"/>
                  </a:lnTo>
                  <a:lnTo>
                    <a:pt x="1627523" y="632798"/>
                  </a:lnTo>
                  <a:lnTo>
                    <a:pt x="1592045" y="672366"/>
                  </a:lnTo>
                  <a:lnTo>
                    <a:pt x="1555603" y="711120"/>
                  </a:lnTo>
                  <a:lnTo>
                    <a:pt x="1518154" y="748842"/>
                  </a:lnTo>
                  <a:lnTo>
                    <a:pt x="1479656" y="785313"/>
                  </a:lnTo>
                  <a:lnTo>
                    <a:pt x="1440065" y="820314"/>
                  </a:lnTo>
                  <a:lnTo>
                    <a:pt x="1399338" y="853625"/>
                  </a:lnTo>
                  <a:lnTo>
                    <a:pt x="1357432" y="885027"/>
                  </a:lnTo>
                  <a:lnTo>
                    <a:pt x="1314305" y="914302"/>
                  </a:lnTo>
                  <a:lnTo>
                    <a:pt x="1269913" y="941230"/>
                  </a:lnTo>
                  <a:lnTo>
                    <a:pt x="1224213" y="965593"/>
                  </a:lnTo>
                  <a:lnTo>
                    <a:pt x="1177163" y="987171"/>
                  </a:lnTo>
                  <a:lnTo>
                    <a:pt x="1119083" y="1010462"/>
                  </a:lnTo>
                  <a:lnTo>
                    <a:pt x="1060705" y="1031636"/>
                  </a:lnTo>
                  <a:lnTo>
                    <a:pt x="1002175" y="1050797"/>
                  </a:lnTo>
                  <a:lnTo>
                    <a:pt x="943642" y="1068047"/>
                  </a:lnTo>
                  <a:lnTo>
                    <a:pt x="885253" y="1083490"/>
                  </a:lnTo>
                  <a:lnTo>
                    <a:pt x="827156" y="1097228"/>
                  </a:lnTo>
                  <a:lnTo>
                    <a:pt x="769500" y="1109365"/>
                  </a:lnTo>
                  <a:lnTo>
                    <a:pt x="712432" y="1120003"/>
                  </a:lnTo>
                  <a:lnTo>
                    <a:pt x="656100" y="1129246"/>
                  </a:lnTo>
                  <a:lnTo>
                    <a:pt x="600651" y="1137197"/>
                  </a:lnTo>
                  <a:lnTo>
                    <a:pt x="546235" y="1143959"/>
                  </a:lnTo>
                  <a:lnTo>
                    <a:pt x="492998" y="1149635"/>
                  </a:lnTo>
                  <a:lnTo>
                    <a:pt x="441088" y="1154328"/>
                  </a:lnTo>
                  <a:lnTo>
                    <a:pt x="390654" y="1158141"/>
                  </a:lnTo>
                  <a:lnTo>
                    <a:pt x="341844" y="1161178"/>
                  </a:lnTo>
                  <a:lnTo>
                    <a:pt x="294804" y="1163541"/>
                  </a:lnTo>
                  <a:lnTo>
                    <a:pt x="249684" y="1165333"/>
                  </a:lnTo>
                  <a:lnTo>
                    <a:pt x="206630" y="1166657"/>
                  </a:lnTo>
                  <a:lnTo>
                    <a:pt x="165792" y="1167617"/>
                  </a:lnTo>
                  <a:lnTo>
                    <a:pt x="127316" y="1168316"/>
                  </a:lnTo>
                  <a:lnTo>
                    <a:pt x="58045" y="1169342"/>
                  </a:lnTo>
                  <a:lnTo>
                    <a:pt x="27545" y="1169875"/>
                  </a:lnTo>
                  <a:lnTo>
                    <a:pt x="0" y="1170558"/>
                  </a:lnTo>
                </a:path>
              </a:pathLst>
            </a:custGeom>
            <a:noFill/>
            <a:ln cap="flat" cmpd="sng" w="28950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9" name="Google Shape;2639;p115"/>
            <p:cNvSpPr/>
            <p:nvPr/>
          </p:nvSpPr>
          <p:spPr>
            <a:xfrm>
              <a:off x="4739639" y="2325623"/>
              <a:ext cx="0" cy="1622425"/>
            </a:xfrm>
            <a:custGeom>
              <a:rect b="b" l="l" r="r" t="t"/>
              <a:pathLst>
                <a:path extrusionOk="0" h="1622425" w="120000">
                  <a:moveTo>
                    <a:pt x="0" y="0"/>
                  </a:moveTo>
                  <a:lnTo>
                    <a:pt x="0" y="1622044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40" name="Google Shape;2640;p115"/>
            <p:cNvSpPr/>
            <p:nvPr/>
          </p:nvSpPr>
          <p:spPr>
            <a:xfrm>
              <a:off x="4943855" y="2348483"/>
              <a:ext cx="0" cy="1622425"/>
            </a:xfrm>
            <a:custGeom>
              <a:rect b="b" l="l" r="r" t="t"/>
              <a:pathLst>
                <a:path extrusionOk="0" h="1622425" w="120000">
                  <a:moveTo>
                    <a:pt x="0" y="0"/>
                  </a:moveTo>
                  <a:lnTo>
                    <a:pt x="0" y="1622043"/>
                  </a:lnTo>
                </a:path>
              </a:pathLst>
            </a:custGeom>
            <a:noFill/>
            <a:ln cap="flat" cmpd="sng" w="12175">
              <a:solidFill>
                <a:srgbClr val="00AF5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41" name="Google Shape;2641;p115"/>
          <p:cNvSpPr txBox="1"/>
          <p:nvPr/>
        </p:nvSpPr>
        <p:spPr>
          <a:xfrm>
            <a:off x="2359151" y="1773935"/>
            <a:ext cx="5184775" cy="3656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904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𝑥ഥ 𝑚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2298700" marR="0" rtl="0" algn="l">
              <a:lnSpc>
                <a:spcPct val="100000"/>
              </a:lnSpc>
              <a:spcBef>
                <a:spcPts val="11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𝜍 &lt; 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2" name="Google Shape;2642;p115"/>
          <p:cNvSpPr/>
          <p:nvPr/>
        </p:nvSpPr>
        <p:spPr>
          <a:xfrm>
            <a:off x="554736" y="1449324"/>
            <a:ext cx="1081277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6" name="Shape 2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7" name="Google Shape;2647;p116"/>
          <p:cNvSpPr/>
          <p:nvPr/>
        </p:nvSpPr>
        <p:spPr>
          <a:xfrm>
            <a:off x="9359003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48" name="Google Shape;2648;p11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49" name="Google Shape;2649;p11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50" name="Google Shape;2650;p116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51" name="Google Shape;2651;p11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652" name="Google Shape;2652;p116"/>
          <p:cNvGrpSpPr/>
          <p:nvPr/>
        </p:nvGrpSpPr>
        <p:grpSpPr>
          <a:xfrm>
            <a:off x="2359151" y="1773935"/>
            <a:ext cx="5184775" cy="3656329"/>
            <a:chOff x="2359151" y="1773935"/>
            <a:chExt cx="5184775" cy="3656329"/>
          </a:xfrm>
        </p:grpSpPr>
        <p:sp>
          <p:nvSpPr>
            <p:cNvPr id="2653" name="Google Shape;2653;p116"/>
            <p:cNvSpPr/>
            <p:nvPr/>
          </p:nvSpPr>
          <p:spPr>
            <a:xfrm>
              <a:off x="2359151" y="1773935"/>
              <a:ext cx="5184775" cy="3656329"/>
            </a:xfrm>
            <a:custGeom>
              <a:rect b="b" l="l" r="r" t="t"/>
              <a:pathLst>
                <a:path extrusionOk="0" h="3656329" w="5184775">
                  <a:moveTo>
                    <a:pt x="5184648" y="0"/>
                  </a:moveTo>
                  <a:lnTo>
                    <a:pt x="0" y="0"/>
                  </a:lnTo>
                  <a:lnTo>
                    <a:pt x="0" y="3656076"/>
                  </a:lnTo>
                  <a:lnTo>
                    <a:pt x="5184648" y="3656076"/>
                  </a:lnTo>
                  <a:lnTo>
                    <a:pt x="518464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4" name="Google Shape;2654;p116"/>
            <p:cNvSpPr/>
            <p:nvPr/>
          </p:nvSpPr>
          <p:spPr>
            <a:xfrm>
              <a:off x="4509516" y="4989525"/>
              <a:ext cx="936510" cy="22179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5" name="Google Shape;2655;p116"/>
            <p:cNvSpPr/>
            <p:nvPr/>
          </p:nvSpPr>
          <p:spPr>
            <a:xfrm>
              <a:off x="3023615" y="3823715"/>
              <a:ext cx="3856354" cy="0"/>
            </a:xfrm>
            <a:custGeom>
              <a:rect b="b" l="l" r="r" t="t"/>
              <a:pathLst>
                <a:path extrusionOk="0" h="120000" w="3856354">
                  <a:moveTo>
                    <a:pt x="385584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6" name="Google Shape;2656;p116"/>
            <p:cNvSpPr/>
            <p:nvPr/>
          </p:nvSpPr>
          <p:spPr>
            <a:xfrm>
              <a:off x="3024377" y="2593085"/>
              <a:ext cx="3855720" cy="1175385"/>
            </a:xfrm>
            <a:custGeom>
              <a:rect b="b" l="l" r="r" t="t"/>
              <a:pathLst>
                <a:path extrusionOk="0" h="1175385" w="3855720">
                  <a:moveTo>
                    <a:pt x="0" y="1170558"/>
                  </a:moveTo>
                  <a:lnTo>
                    <a:pt x="25396" y="1172306"/>
                  </a:lnTo>
                  <a:lnTo>
                    <a:pt x="55433" y="1173655"/>
                  </a:lnTo>
                  <a:lnTo>
                    <a:pt x="89760" y="1174568"/>
                  </a:lnTo>
                  <a:lnTo>
                    <a:pt x="128025" y="1175008"/>
                  </a:lnTo>
                  <a:lnTo>
                    <a:pt x="169877" y="1174936"/>
                  </a:lnTo>
                  <a:lnTo>
                    <a:pt x="214964" y="1174313"/>
                  </a:lnTo>
                  <a:lnTo>
                    <a:pt x="262936" y="1173102"/>
                  </a:lnTo>
                  <a:lnTo>
                    <a:pt x="313440" y="1171264"/>
                  </a:lnTo>
                  <a:lnTo>
                    <a:pt x="366126" y="1168762"/>
                  </a:lnTo>
                  <a:lnTo>
                    <a:pt x="420643" y="1165557"/>
                  </a:lnTo>
                  <a:lnTo>
                    <a:pt x="476638" y="1161611"/>
                  </a:lnTo>
                  <a:lnTo>
                    <a:pt x="533761" y="1156886"/>
                  </a:lnTo>
                  <a:lnTo>
                    <a:pt x="591660" y="1151344"/>
                  </a:lnTo>
                  <a:lnTo>
                    <a:pt x="649985" y="1144946"/>
                  </a:lnTo>
                  <a:lnTo>
                    <a:pt x="708383" y="1137655"/>
                  </a:lnTo>
                  <a:lnTo>
                    <a:pt x="766503" y="1129433"/>
                  </a:lnTo>
                  <a:lnTo>
                    <a:pt x="823994" y="1120241"/>
                  </a:lnTo>
                  <a:lnTo>
                    <a:pt x="880505" y="1110041"/>
                  </a:lnTo>
                  <a:lnTo>
                    <a:pt x="935684" y="1098795"/>
                  </a:lnTo>
                  <a:lnTo>
                    <a:pt x="989180" y="1086465"/>
                  </a:lnTo>
                  <a:lnTo>
                    <a:pt x="1040642" y="1073012"/>
                  </a:lnTo>
                  <a:lnTo>
                    <a:pt x="1089718" y="1058400"/>
                  </a:lnTo>
                  <a:lnTo>
                    <a:pt x="1136057" y="1042589"/>
                  </a:lnTo>
                  <a:lnTo>
                    <a:pt x="1179308" y="1025541"/>
                  </a:lnTo>
                  <a:lnTo>
                    <a:pt x="1219119" y="1007218"/>
                  </a:lnTo>
                  <a:lnTo>
                    <a:pt x="1255139" y="987583"/>
                  </a:lnTo>
                  <a:lnTo>
                    <a:pt x="1287018" y="966597"/>
                  </a:lnTo>
                  <a:lnTo>
                    <a:pt x="1315986" y="941622"/>
                  </a:lnTo>
                  <a:lnTo>
                    <a:pt x="1341410" y="912021"/>
                  </a:lnTo>
                  <a:lnTo>
                    <a:pt x="1363566" y="878248"/>
                  </a:lnTo>
                  <a:lnTo>
                    <a:pt x="1382729" y="840761"/>
                  </a:lnTo>
                  <a:lnTo>
                    <a:pt x="1399175" y="800016"/>
                  </a:lnTo>
                  <a:lnTo>
                    <a:pt x="1413178" y="756469"/>
                  </a:lnTo>
                  <a:lnTo>
                    <a:pt x="1425014" y="710577"/>
                  </a:lnTo>
                  <a:lnTo>
                    <a:pt x="1434959" y="662795"/>
                  </a:lnTo>
                  <a:lnTo>
                    <a:pt x="1443287" y="613581"/>
                  </a:lnTo>
                  <a:lnTo>
                    <a:pt x="1450274" y="563391"/>
                  </a:lnTo>
                  <a:lnTo>
                    <a:pt x="1456196" y="512681"/>
                  </a:lnTo>
                  <a:lnTo>
                    <a:pt x="1461328" y="461908"/>
                  </a:lnTo>
                  <a:lnTo>
                    <a:pt x="1465945" y="411527"/>
                  </a:lnTo>
                  <a:lnTo>
                    <a:pt x="1470322" y="361996"/>
                  </a:lnTo>
                  <a:lnTo>
                    <a:pt x="1474735" y="313771"/>
                  </a:lnTo>
                  <a:lnTo>
                    <a:pt x="1479459" y="267307"/>
                  </a:lnTo>
                  <a:lnTo>
                    <a:pt x="1484770" y="223063"/>
                  </a:lnTo>
                  <a:lnTo>
                    <a:pt x="1490942" y="181493"/>
                  </a:lnTo>
                  <a:lnTo>
                    <a:pt x="1498252" y="143054"/>
                  </a:lnTo>
                  <a:lnTo>
                    <a:pt x="1517384" y="77397"/>
                  </a:lnTo>
                  <a:lnTo>
                    <a:pt x="1544370" y="29742"/>
                  </a:lnTo>
                  <a:lnTo>
                    <a:pt x="1581411" y="3740"/>
                  </a:lnTo>
                  <a:lnTo>
                    <a:pt x="1604391" y="0"/>
                  </a:lnTo>
                  <a:lnTo>
                    <a:pt x="1629554" y="2030"/>
                  </a:lnTo>
                  <a:lnTo>
                    <a:pt x="1679975" y="17890"/>
                  </a:lnTo>
                  <a:lnTo>
                    <a:pt x="1730809" y="48025"/>
                  </a:lnTo>
                  <a:lnTo>
                    <a:pt x="1782399" y="90680"/>
                  </a:lnTo>
                  <a:lnTo>
                    <a:pt x="1835091" y="144104"/>
                  </a:lnTo>
                  <a:lnTo>
                    <a:pt x="1861957" y="174307"/>
                  </a:lnTo>
                  <a:lnTo>
                    <a:pt x="1889228" y="206544"/>
                  </a:lnTo>
                  <a:lnTo>
                    <a:pt x="1916946" y="240597"/>
                  </a:lnTo>
                  <a:lnTo>
                    <a:pt x="1945154" y="276247"/>
                  </a:lnTo>
                  <a:lnTo>
                    <a:pt x="1973896" y="313274"/>
                  </a:lnTo>
                  <a:lnTo>
                    <a:pt x="2003214" y="351460"/>
                  </a:lnTo>
                  <a:lnTo>
                    <a:pt x="2033152" y="390585"/>
                  </a:lnTo>
                  <a:lnTo>
                    <a:pt x="2063752" y="430431"/>
                  </a:lnTo>
                  <a:lnTo>
                    <a:pt x="2095058" y="470778"/>
                  </a:lnTo>
                  <a:lnTo>
                    <a:pt x="2127112" y="511407"/>
                  </a:lnTo>
                  <a:lnTo>
                    <a:pt x="2159958" y="552100"/>
                  </a:lnTo>
                  <a:lnTo>
                    <a:pt x="2193638" y="592637"/>
                  </a:lnTo>
                  <a:lnTo>
                    <a:pt x="2228196" y="632798"/>
                  </a:lnTo>
                  <a:lnTo>
                    <a:pt x="2263674" y="672366"/>
                  </a:lnTo>
                  <a:lnTo>
                    <a:pt x="2300116" y="711120"/>
                  </a:lnTo>
                  <a:lnTo>
                    <a:pt x="2337565" y="748842"/>
                  </a:lnTo>
                  <a:lnTo>
                    <a:pt x="2376063" y="785313"/>
                  </a:lnTo>
                  <a:lnTo>
                    <a:pt x="2415654" y="820314"/>
                  </a:lnTo>
                  <a:lnTo>
                    <a:pt x="2456381" y="853625"/>
                  </a:lnTo>
                  <a:lnTo>
                    <a:pt x="2498287" y="885027"/>
                  </a:lnTo>
                  <a:lnTo>
                    <a:pt x="2541414" y="914302"/>
                  </a:lnTo>
                  <a:lnTo>
                    <a:pt x="2585806" y="941230"/>
                  </a:lnTo>
                  <a:lnTo>
                    <a:pt x="2631506" y="965593"/>
                  </a:lnTo>
                  <a:lnTo>
                    <a:pt x="2678557" y="987171"/>
                  </a:lnTo>
                  <a:lnTo>
                    <a:pt x="2736636" y="1010462"/>
                  </a:lnTo>
                  <a:lnTo>
                    <a:pt x="2795014" y="1031636"/>
                  </a:lnTo>
                  <a:lnTo>
                    <a:pt x="2853544" y="1050797"/>
                  </a:lnTo>
                  <a:lnTo>
                    <a:pt x="2912077" y="1068047"/>
                  </a:lnTo>
                  <a:lnTo>
                    <a:pt x="2970466" y="1083490"/>
                  </a:lnTo>
                  <a:lnTo>
                    <a:pt x="3028563" y="1097228"/>
                  </a:lnTo>
                  <a:lnTo>
                    <a:pt x="3086219" y="1109365"/>
                  </a:lnTo>
                  <a:lnTo>
                    <a:pt x="3143287" y="1120003"/>
                  </a:lnTo>
                  <a:lnTo>
                    <a:pt x="3199619" y="1129246"/>
                  </a:lnTo>
                  <a:lnTo>
                    <a:pt x="3255068" y="1137197"/>
                  </a:lnTo>
                  <a:lnTo>
                    <a:pt x="3309484" y="1143959"/>
                  </a:lnTo>
                  <a:lnTo>
                    <a:pt x="3362721" y="1149635"/>
                  </a:lnTo>
                  <a:lnTo>
                    <a:pt x="3414631" y="1154328"/>
                  </a:lnTo>
                  <a:lnTo>
                    <a:pt x="3465065" y="1158141"/>
                  </a:lnTo>
                  <a:lnTo>
                    <a:pt x="3513875" y="1161178"/>
                  </a:lnTo>
                  <a:lnTo>
                    <a:pt x="3560915" y="1163541"/>
                  </a:lnTo>
                  <a:lnTo>
                    <a:pt x="3606035" y="1165333"/>
                  </a:lnTo>
                  <a:lnTo>
                    <a:pt x="3649089" y="1166657"/>
                  </a:lnTo>
                  <a:lnTo>
                    <a:pt x="3689927" y="1167617"/>
                  </a:lnTo>
                  <a:lnTo>
                    <a:pt x="3728403" y="1168316"/>
                  </a:lnTo>
                  <a:lnTo>
                    <a:pt x="3797674" y="1169342"/>
                  </a:lnTo>
                  <a:lnTo>
                    <a:pt x="3828174" y="1169875"/>
                  </a:lnTo>
                  <a:lnTo>
                    <a:pt x="3855720" y="1170558"/>
                  </a:lnTo>
                </a:path>
              </a:pathLst>
            </a:custGeom>
            <a:noFill/>
            <a:ln cap="flat" cmpd="sng" w="28950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7" name="Google Shape;2657;p116"/>
            <p:cNvSpPr/>
            <p:nvPr/>
          </p:nvSpPr>
          <p:spPr>
            <a:xfrm>
              <a:off x="5163311" y="2325623"/>
              <a:ext cx="0" cy="1622425"/>
            </a:xfrm>
            <a:custGeom>
              <a:rect b="b" l="l" r="r" t="t"/>
              <a:pathLst>
                <a:path extrusionOk="0" h="1622425" w="120000">
                  <a:moveTo>
                    <a:pt x="0" y="0"/>
                  </a:moveTo>
                  <a:lnTo>
                    <a:pt x="0" y="1622044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8" name="Google Shape;2658;p116"/>
            <p:cNvSpPr/>
            <p:nvPr/>
          </p:nvSpPr>
          <p:spPr>
            <a:xfrm>
              <a:off x="4959095" y="2348483"/>
              <a:ext cx="0" cy="1622425"/>
            </a:xfrm>
            <a:custGeom>
              <a:rect b="b" l="l" r="r" t="t"/>
              <a:pathLst>
                <a:path extrusionOk="0" h="1622425" w="120000">
                  <a:moveTo>
                    <a:pt x="0" y="0"/>
                  </a:moveTo>
                  <a:lnTo>
                    <a:pt x="0" y="1622043"/>
                  </a:lnTo>
                </a:path>
              </a:pathLst>
            </a:custGeom>
            <a:noFill/>
            <a:ln cap="flat" cmpd="sng" w="12175">
              <a:solidFill>
                <a:srgbClr val="00AF5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59" name="Google Shape;2659;p116"/>
          <p:cNvSpPr txBox="1"/>
          <p:nvPr/>
        </p:nvSpPr>
        <p:spPr>
          <a:xfrm>
            <a:off x="2359151" y="1773935"/>
            <a:ext cx="5184775" cy="3656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81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𝑚 𝑥ഥ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marR="48895" rtl="0" algn="ctr">
              <a:lnSpc>
                <a:spcPct val="100000"/>
              </a:lnSpc>
              <a:spcBef>
                <a:spcPts val="11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𝜍    &gt; 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0" name="Google Shape;2660;p116"/>
          <p:cNvSpPr/>
          <p:nvPr/>
        </p:nvSpPr>
        <p:spPr>
          <a:xfrm>
            <a:off x="554736" y="1449324"/>
            <a:ext cx="1081277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4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p117"/>
          <p:cNvSpPr/>
          <p:nvPr/>
        </p:nvSpPr>
        <p:spPr>
          <a:xfrm>
            <a:off x="9369763" y="6524434"/>
            <a:ext cx="813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66" name="Google Shape;2666;p11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67" name="Google Shape;2667;p11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68" name="Google Shape;2668;p117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69" name="Google Shape;2669;p11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70" name="Google Shape;2670;p117"/>
          <p:cNvSpPr/>
          <p:nvPr/>
        </p:nvSpPr>
        <p:spPr>
          <a:xfrm>
            <a:off x="554736" y="1449324"/>
            <a:ext cx="1081277" cy="18973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671" name="Google Shape;2671;p117"/>
          <p:cNvGrpSpPr/>
          <p:nvPr/>
        </p:nvGrpSpPr>
        <p:grpSpPr>
          <a:xfrm>
            <a:off x="774191" y="1845564"/>
            <a:ext cx="8353425" cy="3655060"/>
            <a:chOff x="774191" y="1845564"/>
            <a:chExt cx="8353425" cy="3655060"/>
          </a:xfrm>
        </p:grpSpPr>
        <p:sp>
          <p:nvSpPr>
            <p:cNvPr id="2672" name="Google Shape;2672;p117"/>
            <p:cNvSpPr/>
            <p:nvPr/>
          </p:nvSpPr>
          <p:spPr>
            <a:xfrm>
              <a:off x="774191" y="1845564"/>
              <a:ext cx="8353425" cy="3655060"/>
            </a:xfrm>
            <a:custGeom>
              <a:rect b="b" l="l" r="r" t="t"/>
              <a:pathLst>
                <a:path extrusionOk="0" h="3655060" w="8353425">
                  <a:moveTo>
                    <a:pt x="8353044" y="0"/>
                  </a:moveTo>
                  <a:lnTo>
                    <a:pt x="0" y="0"/>
                  </a:lnTo>
                  <a:lnTo>
                    <a:pt x="0" y="3654552"/>
                  </a:lnTo>
                  <a:lnTo>
                    <a:pt x="8353044" y="3654552"/>
                  </a:lnTo>
                  <a:lnTo>
                    <a:pt x="835304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3" name="Google Shape;2673;p117"/>
            <p:cNvSpPr/>
            <p:nvPr/>
          </p:nvSpPr>
          <p:spPr>
            <a:xfrm>
              <a:off x="5263895" y="4646676"/>
              <a:ext cx="115062" cy="14249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4" name="Google Shape;2674;p117"/>
            <p:cNvSpPr/>
            <p:nvPr/>
          </p:nvSpPr>
          <p:spPr>
            <a:xfrm>
              <a:off x="5309616" y="2148839"/>
              <a:ext cx="3350895" cy="2395855"/>
            </a:xfrm>
            <a:custGeom>
              <a:rect b="b" l="l" r="r" t="t"/>
              <a:pathLst>
                <a:path extrusionOk="0" h="2395854" w="3350895">
                  <a:moveTo>
                    <a:pt x="3350895" y="2357628"/>
                  </a:moveTo>
                  <a:lnTo>
                    <a:pt x="3338195" y="2351278"/>
                  </a:lnTo>
                  <a:lnTo>
                    <a:pt x="3274695" y="2319528"/>
                  </a:lnTo>
                  <a:lnTo>
                    <a:pt x="3274695" y="2351278"/>
                  </a:lnTo>
                  <a:lnTo>
                    <a:pt x="1679702" y="2351278"/>
                  </a:lnTo>
                  <a:lnTo>
                    <a:pt x="1679702" y="76200"/>
                  </a:lnTo>
                  <a:lnTo>
                    <a:pt x="1711452" y="76200"/>
                  </a:lnTo>
                  <a:lnTo>
                    <a:pt x="1705102" y="63500"/>
                  </a:lnTo>
                  <a:lnTo>
                    <a:pt x="1673352" y="0"/>
                  </a:lnTo>
                  <a:lnTo>
                    <a:pt x="1635252" y="76200"/>
                  </a:lnTo>
                  <a:lnTo>
                    <a:pt x="1667002" y="76200"/>
                  </a:lnTo>
                  <a:lnTo>
                    <a:pt x="1667002" y="2351278"/>
                  </a:lnTo>
                  <a:lnTo>
                    <a:pt x="76200" y="2351278"/>
                  </a:lnTo>
                  <a:lnTo>
                    <a:pt x="76200" y="2319528"/>
                  </a:lnTo>
                  <a:lnTo>
                    <a:pt x="0" y="2357628"/>
                  </a:lnTo>
                  <a:lnTo>
                    <a:pt x="76200" y="2395728"/>
                  </a:lnTo>
                  <a:lnTo>
                    <a:pt x="76200" y="2363978"/>
                  </a:lnTo>
                  <a:lnTo>
                    <a:pt x="3274695" y="2363978"/>
                  </a:lnTo>
                  <a:lnTo>
                    <a:pt x="3274695" y="2395728"/>
                  </a:lnTo>
                  <a:lnTo>
                    <a:pt x="3338195" y="2363978"/>
                  </a:lnTo>
                  <a:lnTo>
                    <a:pt x="3350895" y="23576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5" name="Google Shape;2675;p117"/>
            <p:cNvSpPr/>
            <p:nvPr/>
          </p:nvSpPr>
          <p:spPr>
            <a:xfrm>
              <a:off x="6982968" y="4509516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6" name="Google Shape;2676;p117"/>
            <p:cNvSpPr/>
            <p:nvPr/>
          </p:nvSpPr>
          <p:spPr>
            <a:xfrm>
              <a:off x="6149339" y="4509516"/>
              <a:ext cx="1251585" cy="70485"/>
            </a:xfrm>
            <a:custGeom>
              <a:rect b="b" l="l" r="r" t="t"/>
              <a:pathLst>
                <a:path extrusionOk="0" h="70485" w="1251584">
                  <a:moveTo>
                    <a:pt x="0" y="70357"/>
                  </a:moveTo>
                  <a:lnTo>
                    <a:pt x="0" y="0"/>
                  </a:lnTo>
                </a:path>
                <a:path extrusionOk="0" h="70485" w="1251584">
                  <a:moveTo>
                    <a:pt x="416052" y="70357"/>
                  </a:moveTo>
                  <a:lnTo>
                    <a:pt x="416052" y="0"/>
                  </a:lnTo>
                </a:path>
                <a:path extrusionOk="0" h="70485" w="1251584">
                  <a:moveTo>
                    <a:pt x="1251204" y="70357"/>
                  </a:moveTo>
                  <a:lnTo>
                    <a:pt x="1251204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7" name="Google Shape;2677;p117"/>
            <p:cNvSpPr/>
            <p:nvPr/>
          </p:nvSpPr>
          <p:spPr>
            <a:xfrm>
              <a:off x="7816596" y="4509516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8" name="Google Shape;2678;p117"/>
            <p:cNvSpPr/>
            <p:nvPr/>
          </p:nvSpPr>
          <p:spPr>
            <a:xfrm>
              <a:off x="8651748" y="4509516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9" name="Google Shape;2679;p117"/>
            <p:cNvSpPr/>
            <p:nvPr/>
          </p:nvSpPr>
          <p:spPr>
            <a:xfrm>
              <a:off x="6096000" y="4646676"/>
              <a:ext cx="113537" cy="14249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0" name="Google Shape;2680;p117"/>
            <p:cNvSpPr/>
            <p:nvPr/>
          </p:nvSpPr>
          <p:spPr>
            <a:xfrm>
              <a:off x="6530339" y="4646676"/>
              <a:ext cx="75436" cy="142494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1" name="Google Shape;2681;p117"/>
            <p:cNvSpPr/>
            <p:nvPr/>
          </p:nvSpPr>
          <p:spPr>
            <a:xfrm>
              <a:off x="7386827" y="4646676"/>
              <a:ext cx="25146" cy="14249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2" name="Google Shape;2682;p117"/>
            <p:cNvSpPr/>
            <p:nvPr/>
          </p:nvSpPr>
          <p:spPr>
            <a:xfrm>
              <a:off x="7787639" y="4646676"/>
              <a:ext cx="61722" cy="142494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3" name="Google Shape;2683;p117"/>
            <p:cNvSpPr/>
            <p:nvPr/>
          </p:nvSpPr>
          <p:spPr>
            <a:xfrm>
              <a:off x="8616696" y="4646676"/>
              <a:ext cx="67818" cy="142494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4" name="Google Shape;2684;p117"/>
            <p:cNvSpPr/>
            <p:nvPr/>
          </p:nvSpPr>
          <p:spPr>
            <a:xfrm>
              <a:off x="6915912" y="3098292"/>
              <a:ext cx="70485" cy="932815"/>
            </a:xfrm>
            <a:custGeom>
              <a:rect b="b" l="l" r="r" t="t"/>
              <a:pathLst>
                <a:path extrusionOk="0" h="932814" w="70484">
                  <a:moveTo>
                    <a:pt x="0" y="932688"/>
                  </a:moveTo>
                  <a:lnTo>
                    <a:pt x="70358" y="932688"/>
                  </a:lnTo>
                </a:path>
                <a:path extrusionOk="0" h="932814" w="70484">
                  <a:moveTo>
                    <a:pt x="0" y="466344"/>
                  </a:moveTo>
                  <a:lnTo>
                    <a:pt x="70358" y="466344"/>
                  </a:lnTo>
                </a:path>
                <a:path extrusionOk="0" h="932814" w="70484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5" name="Google Shape;2685;p117"/>
            <p:cNvSpPr/>
            <p:nvPr/>
          </p:nvSpPr>
          <p:spPr>
            <a:xfrm>
              <a:off x="6777227" y="4364736"/>
              <a:ext cx="61722" cy="142494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6" name="Google Shape;2686;p117"/>
            <p:cNvSpPr/>
            <p:nvPr/>
          </p:nvSpPr>
          <p:spPr>
            <a:xfrm>
              <a:off x="6681215" y="3959352"/>
              <a:ext cx="162305" cy="142494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7" name="Google Shape;2687;p117"/>
            <p:cNvSpPr/>
            <p:nvPr/>
          </p:nvSpPr>
          <p:spPr>
            <a:xfrm>
              <a:off x="6681215" y="3499104"/>
              <a:ext cx="165353" cy="144017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8" name="Google Shape;2688;p117"/>
            <p:cNvSpPr/>
            <p:nvPr/>
          </p:nvSpPr>
          <p:spPr>
            <a:xfrm>
              <a:off x="6673595" y="3040380"/>
              <a:ext cx="165353" cy="144017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9" name="Google Shape;2689;p117"/>
            <p:cNvSpPr/>
            <p:nvPr/>
          </p:nvSpPr>
          <p:spPr>
            <a:xfrm>
              <a:off x="8234172" y="4509516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0" name="Google Shape;2690;p117"/>
            <p:cNvSpPr/>
            <p:nvPr/>
          </p:nvSpPr>
          <p:spPr>
            <a:xfrm>
              <a:off x="8205215" y="4646676"/>
              <a:ext cx="60198" cy="142494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1" name="Google Shape;2691;p117"/>
            <p:cNvSpPr/>
            <p:nvPr/>
          </p:nvSpPr>
          <p:spPr>
            <a:xfrm>
              <a:off x="5731763" y="4509516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2" name="Google Shape;2692;p117"/>
            <p:cNvSpPr/>
            <p:nvPr/>
          </p:nvSpPr>
          <p:spPr>
            <a:xfrm>
              <a:off x="5675376" y="4646676"/>
              <a:ext cx="116586" cy="142494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3" name="Google Shape;2693;p117"/>
            <p:cNvSpPr/>
            <p:nvPr/>
          </p:nvSpPr>
          <p:spPr>
            <a:xfrm>
              <a:off x="5315712" y="4509516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4" name="Google Shape;2694;p117"/>
            <p:cNvSpPr/>
            <p:nvPr/>
          </p:nvSpPr>
          <p:spPr>
            <a:xfrm>
              <a:off x="6954012" y="4646676"/>
              <a:ext cx="61722" cy="142494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5" name="Google Shape;2695;p117"/>
            <p:cNvSpPr/>
            <p:nvPr/>
          </p:nvSpPr>
          <p:spPr>
            <a:xfrm>
              <a:off x="6915912" y="2631948"/>
              <a:ext cx="70485" cy="1865630"/>
            </a:xfrm>
            <a:custGeom>
              <a:rect b="b" l="l" r="r" t="t"/>
              <a:pathLst>
                <a:path extrusionOk="0" h="1865629" w="70484">
                  <a:moveTo>
                    <a:pt x="0" y="1865376"/>
                  </a:moveTo>
                  <a:lnTo>
                    <a:pt x="70358" y="1865376"/>
                  </a:lnTo>
                </a:path>
                <a:path extrusionOk="0" h="1865629" w="70484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6" name="Google Shape;2696;p117"/>
            <p:cNvSpPr/>
            <p:nvPr/>
          </p:nvSpPr>
          <p:spPr>
            <a:xfrm>
              <a:off x="6673595" y="2581656"/>
              <a:ext cx="166877" cy="142494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7" name="Google Shape;2697;p117"/>
            <p:cNvSpPr/>
            <p:nvPr/>
          </p:nvSpPr>
          <p:spPr>
            <a:xfrm>
              <a:off x="6915912" y="2165604"/>
              <a:ext cx="70485" cy="0"/>
            </a:xfrm>
            <a:custGeom>
              <a:rect b="b" l="l" r="r" t="t"/>
              <a:pathLst>
                <a:path extrusionOk="0" h="120000" w="70484">
                  <a:moveTo>
                    <a:pt x="0" y="0"/>
                  </a:moveTo>
                  <a:lnTo>
                    <a:pt x="70358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8" name="Google Shape;2698;p117"/>
            <p:cNvSpPr/>
            <p:nvPr/>
          </p:nvSpPr>
          <p:spPr>
            <a:xfrm>
              <a:off x="6815327" y="2122932"/>
              <a:ext cx="25146" cy="14249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9" name="Google Shape;2699;p117"/>
            <p:cNvSpPr/>
            <p:nvPr/>
          </p:nvSpPr>
          <p:spPr>
            <a:xfrm>
              <a:off x="5317236" y="2895600"/>
              <a:ext cx="3336290" cy="1609725"/>
            </a:xfrm>
            <a:custGeom>
              <a:rect b="b" l="l" r="r" t="t"/>
              <a:pathLst>
                <a:path extrusionOk="0" h="1609725" w="3336290">
                  <a:moveTo>
                    <a:pt x="0" y="1609344"/>
                  </a:moveTo>
                  <a:lnTo>
                    <a:pt x="46713" y="1603757"/>
                  </a:lnTo>
                  <a:lnTo>
                    <a:pt x="92530" y="1598253"/>
                  </a:lnTo>
                  <a:lnTo>
                    <a:pt x="137465" y="1592777"/>
                  </a:lnTo>
                  <a:lnTo>
                    <a:pt x="181536" y="1587276"/>
                  </a:lnTo>
                  <a:lnTo>
                    <a:pt x="224758" y="1581693"/>
                  </a:lnTo>
                  <a:lnTo>
                    <a:pt x="267149" y="1575976"/>
                  </a:lnTo>
                  <a:lnTo>
                    <a:pt x="308724" y="1570070"/>
                  </a:lnTo>
                  <a:lnTo>
                    <a:pt x="349500" y="1563921"/>
                  </a:lnTo>
                  <a:lnTo>
                    <a:pt x="389493" y="1557474"/>
                  </a:lnTo>
                  <a:lnTo>
                    <a:pt x="428720" y="1550675"/>
                  </a:lnTo>
                  <a:lnTo>
                    <a:pt x="467196" y="1543470"/>
                  </a:lnTo>
                  <a:lnTo>
                    <a:pt x="504938" y="1535804"/>
                  </a:lnTo>
                  <a:lnTo>
                    <a:pt x="578287" y="1518874"/>
                  </a:lnTo>
                  <a:lnTo>
                    <a:pt x="648897" y="1499451"/>
                  </a:lnTo>
                  <a:lnTo>
                    <a:pt x="716898" y="1477099"/>
                  </a:lnTo>
                  <a:lnTo>
                    <a:pt x="782421" y="1451385"/>
                  </a:lnTo>
                  <a:lnTo>
                    <a:pt x="845598" y="1421873"/>
                  </a:lnTo>
                  <a:lnTo>
                    <a:pt x="906558" y="1388131"/>
                  </a:lnTo>
                  <a:lnTo>
                    <a:pt x="965434" y="1349722"/>
                  </a:lnTo>
                  <a:lnTo>
                    <a:pt x="1022354" y="1306214"/>
                  </a:lnTo>
                  <a:lnTo>
                    <a:pt x="1077451" y="1257171"/>
                  </a:lnTo>
                  <a:lnTo>
                    <a:pt x="1130855" y="1202159"/>
                  </a:lnTo>
                  <a:lnTo>
                    <a:pt x="1156962" y="1172279"/>
                  </a:lnTo>
                  <a:lnTo>
                    <a:pt x="1182696" y="1140743"/>
                  </a:lnTo>
                  <a:lnTo>
                    <a:pt x="1208072" y="1107499"/>
                  </a:lnTo>
                  <a:lnTo>
                    <a:pt x="1233106" y="1072490"/>
                  </a:lnTo>
                  <a:lnTo>
                    <a:pt x="1257815" y="1035664"/>
                  </a:lnTo>
                  <a:lnTo>
                    <a:pt x="1282215" y="996965"/>
                  </a:lnTo>
                  <a:lnTo>
                    <a:pt x="1306323" y="956340"/>
                  </a:lnTo>
                  <a:lnTo>
                    <a:pt x="1330154" y="913733"/>
                  </a:lnTo>
                  <a:lnTo>
                    <a:pt x="1353726" y="869091"/>
                  </a:lnTo>
                  <a:lnTo>
                    <a:pt x="1377054" y="822360"/>
                  </a:lnTo>
                  <a:lnTo>
                    <a:pt x="1400155" y="773485"/>
                  </a:lnTo>
                  <a:lnTo>
                    <a:pt x="1423046" y="722412"/>
                  </a:lnTo>
                  <a:lnTo>
                    <a:pt x="1445742" y="669086"/>
                  </a:lnTo>
                  <a:lnTo>
                    <a:pt x="1468260" y="613454"/>
                  </a:lnTo>
                  <a:lnTo>
                    <a:pt x="1490616" y="555461"/>
                  </a:lnTo>
                  <a:lnTo>
                    <a:pt x="1512826" y="495052"/>
                  </a:lnTo>
                  <a:lnTo>
                    <a:pt x="1534908" y="432173"/>
                  </a:lnTo>
                  <a:lnTo>
                    <a:pt x="1556877" y="366771"/>
                  </a:lnTo>
                  <a:lnTo>
                    <a:pt x="1578750" y="298790"/>
                  </a:lnTo>
                  <a:lnTo>
                    <a:pt x="1600543" y="228177"/>
                  </a:lnTo>
                  <a:lnTo>
                    <a:pt x="1622272" y="154877"/>
                  </a:lnTo>
                  <a:lnTo>
                    <a:pt x="1643954" y="78836"/>
                  </a:lnTo>
                  <a:lnTo>
                    <a:pt x="1665605" y="0"/>
                  </a:lnTo>
                  <a:lnTo>
                    <a:pt x="1689589" y="79206"/>
                  </a:lnTo>
                  <a:lnTo>
                    <a:pt x="1713250" y="155642"/>
                  </a:lnTo>
                  <a:lnTo>
                    <a:pt x="1736620" y="229359"/>
                  </a:lnTo>
                  <a:lnTo>
                    <a:pt x="1759734" y="300409"/>
                  </a:lnTo>
                  <a:lnTo>
                    <a:pt x="1782625" y="368844"/>
                  </a:lnTo>
                  <a:lnTo>
                    <a:pt x="1805328" y="434716"/>
                  </a:lnTo>
                  <a:lnTo>
                    <a:pt x="1827875" y="498077"/>
                  </a:lnTo>
                  <a:lnTo>
                    <a:pt x="1850301" y="558979"/>
                  </a:lnTo>
                  <a:lnTo>
                    <a:pt x="1872640" y="617474"/>
                  </a:lnTo>
                  <a:lnTo>
                    <a:pt x="1894925" y="673613"/>
                  </a:lnTo>
                  <a:lnTo>
                    <a:pt x="1917191" y="727450"/>
                  </a:lnTo>
                  <a:lnTo>
                    <a:pt x="1939470" y="779036"/>
                  </a:lnTo>
                  <a:lnTo>
                    <a:pt x="1961798" y="828423"/>
                  </a:lnTo>
                  <a:lnTo>
                    <a:pt x="1984207" y="875663"/>
                  </a:lnTo>
                  <a:lnTo>
                    <a:pt x="2006732" y="920808"/>
                  </a:lnTo>
                  <a:lnTo>
                    <a:pt x="2029407" y="963910"/>
                  </a:lnTo>
                  <a:lnTo>
                    <a:pt x="2052265" y="1005021"/>
                  </a:lnTo>
                  <a:lnTo>
                    <a:pt x="2075339" y="1044194"/>
                  </a:lnTo>
                  <a:lnTo>
                    <a:pt x="2098665" y="1081479"/>
                  </a:lnTo>
                  <a:lnTo>
                    <a:pt x="2122276" y="1116929"/>
                  </a:lnTo>
                  <a:lnTo>
                    <a:pt x="2146205" y="1150596"/>
                  </a:lnTo>
                  <a:lnTo>
                    <a:pt x="2170487" y="1182532"/>
                  </a:lnTo>
                  <a:lnTo>
                    <a:pt x="2195155" y="1212789"/>
                  </a:lnTo>
                  <a:lnTo>
                    <a:pt x="2245785" y="1268475"/>
                  </a:lnTo>
                  <a:lnTo>
                    <a:pt x="2298366" y="1318069"/>
                  </a:lnTo>
                  <a:lnTo>
                    <a:pt x="2353169" y="1361987"/>
                  </a:lnTo>
                  <a:lnTo>
                    <a:pt x="2410464" y="1400645"/>
                  </a:lnTo>
                  <a:lnTo>
                    <a:pt x="2470523" y="1434460"/>
                  </a:lnTo>
                  <a:lnTo>
                    <a:pt x="2533614" y="1463847"/>
                  </a:lnTo>
                  <a:lnTo>
                    <a:pt x="2600011" y="1489222"/>
                  </a:lnTo>
                  <a:lnTo>
                    <a:pt x="2669982" y="1511001"/>
                  </a:lnTo>
                  <a:lnTo>
                    <a:pt x="2743799" y="1529600"/>
                  </a:lnTo>
                  <a:lnTo>
                    <a:pt x="2782234" y="1537838"/>
                  </a:lnTo>
                  <a:lnTo>
                    <a:pt x="2821732" y="1545436"/>
                  </a:lnTo>
                  <a:lnTo>
                    <a:pt x="2862326" y="1552448"/>
                  </a:lnTo>
                  <a:lnTo>
                    <a:pt x="2904051" y="1558925"/>
                  </a:lnTo>
                  <a:lnTo>
                    <a:pt x="2946941" y="1564918"/>
                  </a:lnTo>
                  <a:lnTo>
                    <a:pt x="2991029" y="1570481"/>
                  </a:lnTo>
                  <a:lnTo>
                    <a:pt x="3036349" y="1575665"/>
                  </a:lnTo>
                  <a:lnTo>
                    <a:pt x="3082935" y="1580522"/>
                  </a:lnTo>
                  <a:lnTo>
                    <a:pt x="3130820" y="1585104"/>
                  </a:lnTo>
                  <a:lnTo>
                    <a:pt x="3180039" y="1589463"/>
                  </a:lnTo>
                  <a:lnTo>
                    <a:pt x="3230625" y="1593652"/>
                  </a:lnTo>
                  <a:lnTo>
                    <a:pt x="3282613" y="1597721"/>
                  </a:lnTo>
                  <a:lnTo>
                    <a:pt x="3336036" y="1601724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0" name="Google Shape;2700;p117"/>
            <p:cNvSpPr/>
            <p:nvPr/>
          </p:nvSpPr>
          <p:spPr>
            <a:xfrm>
              <a:off x="5315712" y="3564636"/>
              <a:ext cx="3333115" cy="937260"/>
            </a:xfrm>
            <a:custGeom>
              <a:rect b="b" l="l" r="r" t="t"/>
              <a:pathLst>
                <a:path extrusionOk="0" h="937260" w="3333115">
                  <a:moveTo>
                    <a:pt x="0" y="937259"/>
                  </a:moveTo>
                  <a:lnTo>
                    <a:pt x="68013" y="936511"/>
                  </a:lnTo>
                  <a:lnTo>
                    <a:pt x="133253" y="933890"/>
                  </a:lnTo>
                  <a:lnTo>
                    <a:pt x="195798" y="929469"/>
                  </a:lnTo>
                  <a:lnTo>
                    <a:pt x="255729" y="923319"/>
                  </a:lnTo>
                  <a:lnTo>
                    <a:pt x="313123" y="915512"/>
                  </a:lnTo>
                  <a:lnTo>
                    <a:pt x="368061" y="906121"/>
                  </a:lnTo>
                  <a:lnTo>
                    <a:pt x="420621" y="895216"/>
                  </a:lnTo>
                  <a:lnTo>
                    <a:pt x="470882" y="882871"/>
                  </a:lnTo>
                  <a:lnTo>
                    <a:pt x="518925" y="869156"/>
                  </a:lnTo>
                  <a:lnTo>
                    <a:pt x="564828" y="854143"/>
                  </a:lnTo>
                  <a:lnTo>
                    <a:pt x="608670" y="837905"/>
                  </a:lnTo>
                  <a:lnTo>
                    <a:pt x="650530" y="820514"/>
                  </a:lnTo>
                  <a:lnTo>
                    <a:pt x="690488" y="802040"/>
                  </a:lnTo>
                  <a:lnTo>
                    <a:pt x="728623" y="782556"/>
                  </a:lnTo>
                  <a:lnTo>
                    <a:pt x="765014" y="762135"/>
                  </a:lnTo>
                  <a:lnTo>
                    <a:pt x="799741" y="740847"/>
                  </a:lnTo>
                  <a:lnTo>
                    <a:pt x="832882" y="718764"/>
                  </a:lnTo>
                  <a:lnTo>
                    <a:pt x="864517" y="695959"/>
                  </a:lnTo>
                  <a:lnTo>
                    <a:pt x="894724" y="672504"/>
                  </a:lnTo>
                  <a:lnTo>
                    <a:pt x="951176" y="623928"/>
                  </a:lnTo>
                  <a:lnTo>
                    <a:pt x="1002869" y="573612"/>
                  </a:lnTo>
                  <a:lnTo>
                    <a:pt x="1050438" y="522130"/>
                  </a:lnTo>
                  <a:lnTo>
                    <a:pt x="1094517" y="470058"/>
                  </a:lnTo>
                  <a:lnTo>
                    <a:pt x="1135740" y="417970"/>
                  </a:lnTo>
                  <a:lnTo>
                    <a:pt x="1174739" y="366442"/>
                  </a:lnTo>
                  <a:lnTo>
                    <a:pt x="1212149" y="316047"/>
                  </a:lnTo>
                  <a:lnTo>
                    <a:pt x="1230455" y="291455"/>
                  </a:lnTo>
                  <a:lnTo>
                    <a:pt x="1266669" y="243839"/>
                  </a:lnTo>
                  <a:lnTo>
                    <a:pt x="1302878" y="198795"/>
                  </a:lnTo>
                  <a:lnTo>
                    <a:pt x="1339715" y="156898"/>
                  </a:lnTo>
                  <a:lnTo>
                    <a:pt x="1377814" y="118721"/>
                  </a:lnTo>
                  <a:lnTo>
                    <a:pt x="1417809" y="84840"/>
                  </a:lnTo>
                  <a:lnTo>
                    <a:pt x="1460333" y="55831"/>
                  </a:lnTo>
                  <a:lnTo>
                    <a:pt x="1506021" y="32267"/>
                  </a:lnTo>
                  <a:lnTo>
                    <a:pt x="1555505" y="14724"/>
                  </a:lnTo>
                  <a:lnTo>
                    <a:pt x="1609420" y="3776"/>
                  </a:lnTo>
                  <a:lnTo>
                    <a:pt x="1668398" y="0"/>
                  </a:lnTo>
                  <a:lnTo>
                    <a:pt x="1698559" y="956"/>
                  </a:lnTo>
                  <a:lnTo>
                    <a:pt x="1754911" y="8390"/>
                  </a:lnTo>
                  <a:lnTo>
                    <a:pt x="1806501" y="22707"/>
                  </a:lnTo>
                  <a:lnTo>
                    <a:pt x="1853963" y="43332"/>
                  </a:lnTo>
                  <a:lnTo>
                    <a:pt x="1897932" y="69691"/>
                  </a:lnTo>
                  <a:lnTo>
                    <a:pt x="1939041" y="101208"/>
                  </a:lnTo>
                  <a:lnTo>
                    <a:pt x="1977925" y="137308"/>
                  </a:lnTo>
                  <a:lnTo>
                    <a:pt x="2015219" y="177417"/>
                  </a:lnTo>
                  <a:lnTo>
                    <a:pt x="2051555" y="220960"/>
                  </a:lnTo>
                  <a:lnTo>
                    <a:pt x="2087570" y="267362"/>
                  </a:lnTo>
                  <a:lnTo>
                    <a:pt x="2123896" y="316047"/>
                  </a:lnTo>
                  <a:lnTo>
                    <a:pt x="2142375" y="341067"/>
                  </a:lnTo>
                  <a:lnTo>
                    <a:pt x="2161169" y="366442"/>
                  </a:lnTo>
                  <a:lnTo>
                    <a:pt x="2200022" y="417970"/>
                  </a:lnTo>
                  <a:lnTo>
                    <a:pt x="2241089" y="470058"/>
                  </a:lnTo>
                  <a:lnTo>
                    <a:pt x="2285006" y="522130"/>
                  </a:lnTo>
                  <a:lnTo>
                    <a:pt x="2332405" y="573612"/>
                  </a:lnTo>
                  <a:lnTo>
                    <a:pt x="2383922" y="623928"/>
                  </a:lnTo>
                  <a:lnTo>
                    <a:pt x="2440190" y="672504"/>
                  </a:lnTo>
                  <a:lnTo>
                    <a:pt x="2470305" y="695959"/>
                  </a:lnTo>
                  <a:lnTo>
                    <a:pt x="2501845" y="718764"/>
                  </a:lnTo>
                  <a:lnTo>
                    <a:pt x="2534890" y="740847"/>
                  </a:lnTo>
                  <a:lnTo>
                    <a:pt x="2569519" y="762135"/>
                  </a:lnTo>
                  <a:lnTo>
                    <a:pt x="2605812" y="782556"/>
                  </a:lnTo>
                  <a:lnTo>
                    <a:pt x="2643848" y="802040"/>
                  </a:lnTo>
                  <a:lnTo>
                    <a:pt x="2683706" y="820514"/>
                  </a:lnTo>
                  <a:lnTo>
                    <a:pt x="2725465" y="837905"/>
                  </a:lnTo>
                  <a:lnTo>
                    <a:pt x="2769206" y="854143"/>
                  </a:lnTo>
                  <a:lnTo>
                    <a:pt x="2815006" y="869156"/>
                  </a:lnTo>
                  <a:lnTo>
                    <a:pt x="2862945" y="882871"/>
                  </a:lnTo>
                  <a:lnTo>
                    <a:pt x="2913103" y="895216"/>
                  </a:lnTo>
                  <a:lnTo>
                    <a:pt x="2965559" y="906121"/>
                  </a:lnTo>
                  <a:lnTo>
                    <a:pt x="3020392" y="915512"/>
                  </a:lnTo>
                  <a:lnTo>
                    <a:pt x="3077681" y="923319"/>
                  </a:lnTo>
                  <a:lnTo>
                    <a:pt x="3137506" y="929469"/>
                  </a:lnTo>
                  <a:lnTo>
                    <a:pt x="3199946" y="933890"/>
                  </a:lnTo>
                  <a:lnTo>
                    <a:pt x="3265080" y="936511"/>
                  </a:lnTo>
                  <a:lnTo>
                    <a:pt x="3332988" y="937259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1" name="Google Shape;2701;p117"/>
            <p:cNvSpPr/>
            <p:nvPr/>
          </p:nvSpPr>
          <p:spPr>
            <a:xfrm>
              <a:off x="1194815" y="4646676"/>
              <a:ext cx="115062" cy="14249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2" name="Google Shape;2702;p117"/>
            <p:cNvSpPr/>
            <p:nvPr/>
          </p:nvSpPr>
          <p:spPr>
            <a:xfrm>
              <a:off x="1240536" y="2148839"/>
              <a:ext cx="3350895" cy="2395855"/>
            </a:xfrm>
            <a:custGeom>
              <a:rect b="b" l="l" r="r" t="t"/>
              <a:pathLst>
                <a:path extrusionOk="0" h="2395854" w="3350895">
                  <a:moveTo>
                    <a:pt x="3350895" y="2357628"/>
                  </a:moveTo>
                  <a:lnTo>
                    <a:pt x="3338195" y="2351278"/>
                  </a:lnTo>
                  <a:lnTo>
                    <a:pt x="3274695" y="2319528"/>
                  </a:lnTo>
                  <a:lnTo>
                    <a:pt x="3274695" y="2351278"/>
                  </a:lnTo>
                  <a:lnTo>
                    <a:pt x="1679702" y="2351278"/>
                  </a:lnTo>
                  <a:lnTo>
                    <a:pt x="1679702" y="76200"/>
                  </a:lnTo>
                  <a:lnTo>
                    <a:pt x="1711452" y="76200"/>
                  </a:lnTo>
                  <a:lnTo>
                    <a:pt x="1705102" y="63500"/>
                  </a:lnTo>
                  <a:lnTo>
                    <a:pt x="1673352" y="0"/>
                  </a:lnTo>
                  <a:lnTo>
                    <a:pt x="1635252" y="76200"/>
                  </a:lnTo>
                  <a:lnTo>
                    <a:pt x="1667002" y="76200"/>
                  </a:lnTo>
                  <a:lnTo>
                    <a:pt x="1667002" y="2351278"/>
                  </a:lnTo>
                  <a:lnTo>
                    <a:pt x="76200" y="2351278"/>
                  </a:lnTo>
                  <a:lnTo>
                    <a:pt x="76200" y="2319528"/>
                  </a:lnTo>
                  <a:lnTo>
                    <a:pt x="0" y="2357628"/>
                  </a:lnTo>
                  <a:lnTo>
                    <a:pt x="76200" y="2395728"/>
                  </a:lnTo>
                  <a:lnTo>
                    <a:pt x="76200" y="2363978"/>
                  </a:lnTo>
                  <a:lnTo>
                    <a:pt x="3274695" y="2363978"/>
                  </a:lnTo>
                  <a:lnTo>
                    <a:pt x="3274695" y="2395728"/>
                  </a:lnTo>
                  <a:lnTo>
                    <a:pt x="3338195" y="2363978"/>
                  </a:lnTo>
                  <a:lnTo>
                    <a:pt x="3350895" y="23576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3" name="Google Shape;2703;p117"/>
            <p:cNvSpPr/>
            <p:nvPr/>
          </p:nvSpPr>
          <p:spPr>
            <a:xfrm>
              <a:off x="2080259" y="4509516"/>
              <a:ext cx="2502535" cy="70485"/>
            </a:xfrm>
            <a:custGeom>
              <a:rect b="b" l="l" r="r" t="t"/>
              <a:pathLst>
                <a:path extrusionOk="0" h="70485" w="2502535">
                  <a:moveTo>
                    <a:pt x="833627" y="70357"/>
                  </a:moveTo>
                  <a:lnTo>
                    <a:pt x="833627" y="0"/>
                  </a:lnTo>
                </a:path>
                <a:path extrusionOk="0" h="70485" w="2502535">
                  <a:moveTo>
                    <a:pt x="0" y="70357"/>
                  </a:moveTo>
                  <a:lnTo>
                    <a:pt x="0" y="0"/>
                  </a:lnTo>
                </a:path>
                <a:path extrusionOk="0" h="70485" w="2502535">
                  <a:moveTo>
                    <a:pt x="417575" y="70357"/>
                  </a:moveTo>
                  <a:lnTo>
                    <a:pt x="417575" y="0"/>
                  </a:lnTo>
                </a:path>
                <a:path extrusionOk="0" h="70485" w="2502535">
                  <a:moveTo>
                    <a:pt x="1251203" y="70357"/>
                  </a:moveTo>
                  <a:lnTo>
                    <a:pt x="1251203" y="0"/>
                  </a:lnTo>
                </a:path>
                <a:path extrusionOk="0" h="70485" w="2502535">
                  <a:moveTo>
                    <a:pt x="1667255" y="70357"/>
                  </a:moveTo>
                  <a:lnTo>
                    <a:pt x="1667255" y="0"/>
                  </a:lnTo>
                </a:path>
                <a:path extrusionOk="0" h="70485" w="2502535">
                  <a:moveTo>
                    <a:pt x="2502407" y="70357"/>
                  </a:moveTo>
                  <a:lnTo>
                    <a:pt x="250240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4" name="Google Shape;2704;p117"/>
            <p:cNvSpPr/>
            <p:nvPr/>
          </p:nvSpPr>
          <p:spPr>
            <a:xfrm>
              <a:off x="2026919" y="4646676"/>
              <a:ext cx="113537" cy="14249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5" name="Google Shape;2705;p117"/>
            <p:cNvSpPr/>
            <p:nvPr/>
          </p:nvSpPr>
          <p:spPr>
            <a:xfrm>
              <a:off x="2461259" y="4646676"/>
              <a:ext cx="75437" cy="142494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6" name="Google Shape;2706;p117"/>
            <p:cNvSpPr/>
            <p:nvPr/>
          </p:nvSpPr>
          <p:spPr>
            <a:xfrm>
              <a:off x="3319271" y="4646676"/>
              <a:ext cx="23622" cy="142494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7" name="Google Shape;2707;p117"/>
            <p:cNvSpPr/>
            <p:nvPr/>
          </p:nvSpPr>
          <p:spPr>
            <a:xfrm>
              <a:off x="3718559" y="4646676"/>
              <a:ext cx="61722" cy="142494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8" name="Google Shape;2708;p117"/>
            <p:cNvSpPr/>
            <p:nvPr/>
          </p:nvSpPr>
          <p:spPr>
            <a:xfrm>
              <a:off x="4547615" y="4646676"/>
              <a:ext cx="67817" cy="142494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9" name="Google Shape;2709;p117"/>
            <p:cNvSpPr/>
            <p:nvPr/>
          </p:nvSpPr>
          <p:spPr>
            <a:xfrm>
              <a:off x="2846831" y="3098292"/>
              <a:ext cx="70485" cy="932815"/>
            </a:xfrm>
            <a:custGeom>
              <a:rect b="b" l="l" r="r" t="t"/>
              <a:pathLst>
                <a:path extrusionOk="0" h="932814" w="70485">
                  <a:moveTo>
                    <a:pt x="0" y="932688"/>
                  </a:moveTo>
                  <a:lnTo>
                    <a:pt x="70357" y="932688"/>
                  </a:lnTo>
                </a:path>
                <a:path extrusionOk="0" h="932814" w="70485">
                  <a:moveTo>
                    <a:pt x="0" y="466344"/>
                  </a:moveTo>
                  <a:lnTo>
                    <a:pt x="70357" y="466344"/>
                  </a:lnTo>
                </a:path>
                <a:path extrusionOk="0" h="932814" w="70485">
                  <a:moveTo>
                    <a:pt x="0" y="0"/>
                  </a:moveTo>
                  <a:lnTo>
                    <a:pt x="7035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0" name="Google Shape;2710;p117"/>
            <p:cNvSpPr/>
            <p:nvPr/>
          </p:nvSpPr>
          <p:spPr>
            <a:xfrm>
              <a:off x="2708147" y="4364736"/>
              <a:ext cx="63245" cy="142494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1" name="Google Shape;2711;p117"/>
            <p:cNvSpPr/>
            <p:nvPr/>
          </p:nvSpPr>
          <p:spPr>
            <a:xfrm>
              <a:off x="2612136" y="3959352"/>
              <a:ext cx="162306" cy="142494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2" name="Google Shape;2712;p117"/>
            <p:cNvSpPr/>
            <p:nvPr/>
          </p:nvSpPr>
          <p:spPr>
            <a:xfrm>
              <a:off x="2612136" y="3499104"/>
              <a:ext cx="165354" cy="144017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3" name="Google Shape;2713;p117"/>
            <p:cNvSpPr/>
            <p:nvPr/>
          </p:nvSpPr>
          <p:spPr>
            <a:xfrm>
              <a:off x="2604515" y="3040380"/>
              <a:ext cx="165354" cy="144017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4" name="Google Shape;2714;p117"/>
            <p:cNvSpPr/>
            <p:nvPr/>
          </p:nvSpPr>
          <p:spPr>
            <a:xfrm>
              <a:off x="4165091" y="4509516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5" name="Google Shape;2715;p117"/>
            <p:cNvSpPr/>
            <p:nvPr/>
          </p:nvSpPr>
          <p:spPr>
            <a:xfrm>
              <a:off x="4136136" y="4646676"/>
              <a:ext cx="60198" cy="142494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6" name="Google Shape;2716;p117"/>
            <p:cNvSpPr/>
            <p:nvPr/>
          </p:nvSpPr>
          <p:spPr>
            <a:xfrm>
              <a:off x="1662683" y="4509516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7" name="Google Shape;2717;p117"/>
            <p:cNvSpPr/>
            <p:nvPr/>
          </p:nvSpPr>
          <p:spPr>
            <a:xfrm>
              <a:off x="1606295" y="4646676"/>
              <a:ext cx="116585" cy="142494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8" name="Google Shape;2718;p117"/>
            <p:cNvSpPr/>
            <p:nvPr/>
          </p:nvSpPr>
          <p:spPr>
            <a:xfrm>
              <a:off x="1246631" y="4509516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357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9" name="Google Shape;2719;p117"/>
            <p:cNvSpPr/>
            <p:nvPr/>
          </p:nvSpPr>
          <p:spPr>
            <a:xfrm>
              <a:off x="2884931" y="4646676"/>
              <a:ext cx="61722" cy="142494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0" name="Google Shape;2720;p117"/>
            <p:cNvSpPr/>
            <p:nvPr/>
          </p:nvSpPr>
          <p:spPr>
            <a:xfrm>
              <a:off x="2846831" y="2631948"/>
              <a:ext cx="70485" cy="1865630"/>
            </a:xfrm>
            <a:custGeom>
              <a:rect b="b" l="l" r="r" t="t"/>
              <a:pathLst>
                <a:path extrusionOk="0" h="1865629" w="70485">
                  <a:moveTo>
                    <a:pt x="0" y="1865376"/>
                  </a:moveTo>
                  <a:lnTo>
                    <a:pt x="70357" y="1865376"/>
                  </a:lnTo>
                </a:path>
                <a:path extrusionOk="0" h="1865629" w="70485">
                  <a:moveTo>
                    <a:pt x="0" y="0"/>
                  </a:moveTo>
                  <a:lnTo>
                    <a:pt x="7035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1" name="Google Shape;2721;p117"/>
            <p:cNvSpPr/>
            <p:nvPr/>
          </p:nvSpPr>
          <p:spPr>
            <a:xfrm>
              <a:off x="2604515" y="2581656"/>
              <a:ext cx="166878" cy="142494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2" name="Google Shape;2722;p117"/>
            <p:cNvSpPr/>
            <p:nvPr/>
          </p:nvSpPr>
          <p:spPr>
            <a:xfrm>
              <a:off x="2846831" y="2165604"/>
              <a:ext cx="70485" cy="0"/>
            </a:xfrm>
            <a:custGeom>
              <a:rect b="b" l="l" r="r" t="t"/>
              <a:pathLst>
                <a:path extrusionOk="0" h="120000" w="70485">
                  <a:moveTo>
                    <a:pt x="0" y="0"/>
                  </a:moveTo>
                  <a:lnTo>
                    <a:pt x="70357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3" name="Google Shape;2723;p117"/>
            <p:cNvSpPr/>
            <p:nvPr/>
          </p:nvSpPr>
          <p:spPr>
            <a:xfrm>
              <a:off x="2746247" y="2122932"/>
              <a:ext cx="25145" cy="14249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4" name="Google Shape;2724;p117"/>
            <p:cNvSpPr/>
            <p:nvPr/>
          </p:nvSpPr>
          <p:spPr>
            <a:xfrm>
              <a:off x="1246631" y="3564636"/>
              <a:ext cx="3333115" cy="937260"/>
            </a:xfrm>
            <a:custGeom>
              <a:rect b="b" l="l" r="r" t="t"/>
              <a:pathLst>
                <a:path extrusionOk="0" h="937260" w="3333115">
                  <a:moveTo>
                    <a:pt x="0" y="937259"/>
                  </a:moveTo>
                  <a:lnTo>
                    <a:pt x="68013" y="936511"/>
                  </a:lnTo>
                  <a:lnTo>
                    <a:pt x="133253" y="933890"/>
                  </a:lnTo>
                  <a:lnTo>
                    <a:pt x="195798" y="929469"/>
                  </a:lnTo>
                  <a:lnTo>
                    <a:pt x="255729" y="923319"/>
                  </a:lnTo>
                  <a:lnTo>
                    <a:pt x="313123" y="915512"/>
                  </a:lnTo>
                  <a:lnTo>
                    <a:pt x="368061" y="906121"/>
                  </a:lnTo>
                  <a:lnTo>
                    <a:pt x="420621" y="895216"/>
                  </a:lnTo>
                  <a:lnTo>
                    <a:pt x="470882" y="882871"/>
                  </a:lnTo>
                  <a:lnTo>
                    <a:pt x="518925" y="869156"/>
                  </a:lnTo>
                  <a:lnTo>
                    <a:pt x="564828" y="854143"/>
                  </a:lnTo>
                  <a:lnTo>
                    <a:pt x="608670" y="837905"/>
                  </a:lnTo>
                  <a:lnTo>
                    <a:pt x="650530" y="820514"/>
                  </a:lnTo>
                  <a:lnTo>
                    <a:pt x="690488" y="802040"/>
                  </a:lnTo>
                  <a:lnTo>
                    <a:pt x="728623" y="782556"/>
                  </a:lnTo>
                  <a:lnTo>
                    <a:pt x="765014" y="762135"/>
                  </a:lnTo>
                  <a:lnTo>
                    <a:pt x="799741" y="740847"/>
                  </a:lnTo>
                  <a:lnTo>
                    <a:pt x="832882" y="718764"/>
                  </a:lnTo>
                  <a:lnTo>
                    <a:pt x="864517" y="695959"/>
                  </a:lnTo>
                  <a:lnTo>
                    <a:pt x="894724" y="672504"/>
                  </a:lnTo>
                  <a:lnTo>
                    <a:pt x="951176" y="623928"/>
                  </a:lnTo>
                  <a:lnTo>
                    <a:pt x="1002869" y="573612"/>
                  </a:lnTo>
                  <a:lnTo>
                    <a:pt x="1050438" y="522130"/>
                  </a:lnTo>
                  <a:lnTo>
                    <a:pt x="1094517" y="470058"/>
                  </a:lnTo>
                  <a:lnTo>
                    <a:pt x="1135740" y="417970"/>
                  </a:lnTo>
                  <a:lnTo>
                    <a:pt x="1174739" y="366442"/>
                  </a:lnTo>
                  <a:lnTo>
                    <a:pt x="1212149" y="316047"/>
                  </a:lnTo>
                  <a:lnTo>
                    <a:pt x="1230455" y="291455"/>
                  </a:lnTo>
                  <a:lnTo>
                    <a:pt x="1266669" y="243839"/>
                  </a:lnTo>
                  <a:lnTo>
                    <a:pt x="1302878" y="198795"/>
                  </a:lnTo>
                  <a:lnTo>
                    <a:pt x="1339715" y="156898"/>
                  </a:lnTo>
                  <a:lnTo>
                    <a:pt x="1377814" y="118721"/>
                  </a:lnTo>
                  <a:lnTo>
                    <a:pt x="1417809" y="84840"/>
                  </a:lnTo>
                  <a:lnTo>
                    <a:pt x="1460333" y="55831"/>
                  </a:lnTo>
                  <a:lnTo>
                    <a:pt x="1506021" y="32267"/>
                  </a:lnTo>
                  <a:lnTo>
                    <a:pt x="1555505" y="14724"/>
                  </a:lnTo>
                  <a:lnTo>
                    <a:pt x="1609420" y="3776"/>
                  </a:lnTo>
                  <a:lnTo>
                    <a:pt x="1668399" y="0"/>
                  </a:lnTo>
                  <a:lnTo>
                    <a:pt x="1698559" y="956"/>
                  </a:lnTo>
                  <a:lnTo>
                    <a:pt x="1754911" y="8390"/>
                  </a:lnTo>
                  <a:lnTo>
                    <a:pt x="1806501" y="22707"/>
                  </a:lnTo>
                  <a:lnTo>
                    <a:pt x="1853963" y="43332"/>
                  </a:lnTo>
                  <a:lnTo>
                    <a:pt x="1897932" y="69691"/>
                  </a:lnTo>
                  <a:lnTo>
                    <a:pt x="1939041" y="101208"/>
                  </a:lnTo>
                  <a:lnTo>
                    <a:pt x="1977925" y="137308"/>
                  </a:lnTo>
                  <a:lnTo>
                    <a:pt x="2015219" y="177417"/>
                  </a:lnTo>
                  <a:lnTo>
                    <a:pt x="2051555" y="220960"/>
                  </a:lnTo>
                  <a:lnTo>
                    <a:pt x="2087570" y="267362"/>
                  </a:lnTo>
                  <a:lnTo>
                    <a:pt x="2123896" y="316047"/>
                  </a:lnTo>
                  <a:lnTo>
                    <a:pt x="2142375" y="341067"/>
                  </a:lnTo>
                  <a:lnTo>
                    <a:pt x="2161169" y="366442"/>
                  </a:lnTo>
                  <a:lnTo>
                    <a:pt x="2200022" y="417970"/>
                  </a:lnTo>
                  <a:lnTo>
                    <a:pt x="2241089" y="470058"/>
                  </a:lnTo>
                  <a:lnTo>
                    <a:pt x="2285006" y="522130"/>
                  </a:lnTo>
                  <a:lnTo>
                    <a:pt x="2332405" y="573612"/>
                  </a:lnTo>
                  <a:lnTo>
                    <a:pt x="2383922" y="623928"/>
                  </a:lnTo>
                  <a:lnTo>
                    <a:pt x="2440190" y="672504"/>
                  </a:lnTo>
                  <a:lnTo>
                    <a:pt x="2470305" y="695959"/>
                  </a:lnTo>
                  <a:lnTo>
                    <a:pt x="2501845" y="718764"/>
                  </a:lnTo>
                  <a:lnTo>
                    <a:pt x="2534890" y="740847"/>
                  </a:lnTo>
                  <a:lnTo>
                    <a:pt x="2569519" y="762135"/>
                  </a:lnTo>
                  <a:lnTo>
                    <a:pt x="2605812" y="782556"/>
                  </a:lnTo>
                  <a:lnTo>
                    <a:pt x="2643848" y="802040"/>
                  </a:lnTo>
                  <a:lnTo>
                    <a:pt x="2683706" y="820514"/>
                  </a:lnTo>
                  <a:lnTo>
                    <a:pt x="2725465" y="837905"/>
                  </a:lnTo>
                  <a:lnTo>
                    <a:pt x="2769206" y="854143"/>
                  </a:lnTo>
                  <a:lnTo>
                    <a:pt x="2815006" y="869156"/>
                  </a:lnTo>
                  <a:lnTo>
                    <a:pt x="2862945" y="882871"/>
                  </a:lnTo>
                  <a:lnTo>
                    <a:pt x="2913103" y="895216"/>
                  </a:lnTo>
                  <a:lnTo>
                    <a:pt x="2965559" y="906121"/>
                  </a:lnTo>
                  <a:lnTo>
                    <a:pt x="3020392" y="915512"/>
                  </a:lnTo>
                  <a:lnTo>
                    <a:pt x="3077681" y="923319"/>
                  </a:lnTo>
                  <a:lnTo>
                    <a:pt x="3137506" y="929469"/>
                  </a:lnTo>
                  <a:lnTo>
                    <a:pt x="3199946" y="933890"/>
                  </a:lnTo>
                  <a:lnTo>
                    <a:pt x="3265080" y="936511"/>
                  </a:lnTo>
                  <a:lnTo>
                    <a:pt x="3332988" y="937259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725" name="Google Shape;2725;p117"/>
          <p:cNvSpPr txBox="1"/>
          <p:nvPr/>
        </p:nvSpPr>
        <p:spPr>
          <a:xfrm>
            <a:off x="774191" y="1845564"/>
            <a:ext cx="8353425" cy="3655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333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𝜅 &lt; 0	𝜅  &gt; 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6" name="Google Shape;2726;p117"/>
          <p:cNvSpPr/>
          <p:nvPr/>
        </p:nvSpPr>
        <p:spPr>
          <a:xfrm>
            <a:off x="1251203" y="3651793"/>
            <a:ext cx="3329940" cy="853440"/>
          </a:xfrm>
          <a:custGeom>
            <a:rect b="b" l="l" r="r" t="t"/>
            <a:pathLst>
              <a:path extrusionOk="0" h="853439" w="3329940">
                <a:moveTo>
                  <a:pt x="0" y="849340"/>
                </a:moveTo>
                <a:lnTo>
                  <a:pt x="23895" y="845003"/>
                </a:lnTo>
                <a:lnTo>
                  <a:pt x="52449" y="843255"/>
                </a:lnTo>
                <a:lnTo>
                  <a:pt x="85410" y="843317"/>
                </a:lnTo>
                <a:lnTo>
                  <a:pt x="122525" y="844408"/>
                </a:lnTo>
                <a:lnTo>
                  <a:pt x="163543" y="845751"/>
                </a:lnTo>
                <a:lnTo>
                  <a:pt x="208213" y="846565"/>
                </a:lnTo>
                <a:lnTo>
                  <a:pt x="256282" y="846071"/>
                </a:lnTo>
                <a:lnTo>
                  <a:pt x="307498" y="843489"/>
                </a:lnTo>
                <a:lnTo>
                  <a:pt x="361610" y="838041"/>
                </a:lnTo>
                <a:lnTo>
                  <a:pt x="418366" y="828948"/>
                </a:lnTo>
                <a:lnTo>
                  <a:pt x="477514" y="815428"/>
                </a:lnTo>
                <a:lnTo>
                  <a:pt x="538803" y="796705"/>
                </a:lnTo>
                <a:lnTo>
                  <a:pt x="601979" y="771997"/>
                </a:lnTo>
                <a:lnTo>
                  <a:pt x="659474" y="739606"/>
                </a:lnTo>
                <a:lnTo>
                  <a:pt x="722398" y="692897"/>
                </a:lnTo>
                <a:lnTo>
                  <a:pt x="755692" y="665019"/>
                </a:lnTo>
                <a:lnTo>
                  <a:pt x="790101" y="634576"/>
                </a:lnTo>
                <a:lnTo>
                  <a:pt x="825543" y="601906"/>
                </a:lnTo>
                <a:lnTo>
                  <a:pt x="861937" y="567348"/>
                </a:lnTo>
                <a:lnTo>
                  <a:pt x="899202" y="531241"/>
                </a:lnTo>
                <a:lnTo>
                  <a:pt x="937257" y="493921"/>
                </a:lnTo>
                <a:lnTo>
                  <a:pt x="976021" y="455728"/>
                </a:lnTo>
                <a:lnTo>
                  <a:pt x="1015412" y="417000"/>
                </a:lnTo>
                <a:lnTo>
                  <a:pt x="1055351" y="378075"/>
                </a:lnTo>
                <a:lnTo>
                  <a:pt x="1095756" y="339292"/>
                </a:lnTo>
                <a:lnTo>
                  <a:pt x="1136545" y="300988"/>
                </a:lnTo>
                <a:lnTo>
                  <a:pt x="1177638" y="263502"/>
                </a:lnTo>
                <a:lnTo>
                  <a:pt x="1218954" y="227172"/>
                </a:lnTo>
                <a:lnTo>
                  <a:pt x="1260412" y="192337"/>
                </a:lnTo>
                <a:lnTo>
                  <a:pt x="1301931" y="159335"/>
                </a:lnTo>
                <a:lnTo>
                  <a:pt x="1343430" y="128503"/>
                </a:lnTo>
                <a:lnTo>
                  <a:pt x="1384827" y="100181"/>
                </a:lnTo>
                <a:lnTo>
                  <a:pt x="1426043" y="74706"/>
                </a:lnTo>
                <a:lnTo>
                  <a:pt x="1466994" y="52417"/>
                </a:lnTo>
                <a:lnTo>
                  <a:pt x="1507602" y="33652"/>
                </a:lnTo>
                <a:lnTo>
                  <a:pt x="1547784" y="18750"/>
                </a:lnTo>
                <a:lnTo>
                  <a:pt x="1587460" y="8048"/>
                </a:lnTo>
                <a:lnTo>
                  <a:pt x="1626549" y="1885"/>
                </a:lnTo>
                <a:lnTo>
                  <a:pt x="1664970" y="599"/>
                </a:lnTo>
                <a:lnTo>
                  <a:pt x="1709686" y="0"/>
                </a:lnTo>
                <a:lnTo>
                  <a:pt x="1753674" y="4117"/>
                </a:lnTo>
                <a:lnTo>
                  <a:pt x="1796945" y="12642"/>
                </a:lnTo>
                <a:lnTo>
                  <a:pt x="1839511" y="25266"/>
                </a:lnTo>
                <a:lnTo>
                  <a:pt x="1881384" y="41679"/>
                </a:lnTo>
                <a:lnTo>
                  <a:pt x="1922576" y="61573"/>
                </a:lnTo>
                <a:lnTo>
                  <a:pt x="1963100" y="84638"/>
                </a:lnTo>
                <a:lnTo>
                  <a:pt x="2002966" y="110566"/>
                </a:lnTo>
                <a:lnTo>
                  <a:pt x="2042188" y="139047"/>
                </a:lnTo>
                <a:lnTo>
                  <a:pt x="2080777" y="169772"/>
                </a:lnTo>
                <a:lnTo>
                  <a:pt x="2118745" y="202433"/>
                </a:lnTo>
                <a:lnTo>
                  <a:pt x="2156104" y="236719"/>
                </a:lnTo>
                <a:lnTo>
                  <a:pt x="2192866" y="272323"/>
                </a:lnTo>
                <a:lnTo>
                  <a:pt x="2229043" y="308935"/>
                </a:lnTo>
                <a:lnTo>
                  <a:pt x="2264648" y="346245"/>
                </a:lnTo>
                <a:lnTo>
                  <a:pt x="2299691" y="383946"/>
                </a:lnTo>
                <a:lnTo>
                  <a:pt x="2334186" y="421727"/>
                </a:lnTo>
                <a:lnTo>
                  <a:pt x="2368143" y="459280"/>
                </a:lnTo>
                <a:lnTo>
                  <a:pt x="2401576" y="496296"/>
                </a:lnTo>
                <a:lnTo>
                  <a:pt x="2434495" y="532465"/>
                </a:lnTo>
                <a:lnTo>
                  <a:pt x="2466914" y="567479"/>
                </a:lnTo>
                <a:lnTo>
                  <a:pt x="2498844" y="601029"/>
                </a:lnTo>
                <a:lnTo>
                  <a:pt x="2530297" y="632805"/>
                </a:lnTo>
                <a:lnTo>
                  <a:pt x="2561285" y="662498"/>
                </a:lnTo>
                <a:lnTo>
                  <a:pt x="2591820" y="689800"/>
                </a:lnTo>
                <a:lnTo>
                  <a:pt x="2621914" y="714401"/>
                </a:lnTo>
                <a:lnTo>
                  <a:pt x="2680827" y="754265"/>
                </a:lnTo>
                <a:lnTo>
                  <a:pt x="2738120" y="779617"/>
                </a:lnTo>
                <a:lnTo>
                  <a:pt x="2810871" y="805518"/>
                </a:lnTo>
                <a:lnTo>
                  <a:pt x="2879016" y="824301"/>
                </a:lnTo>
                <a:lnTo>
                  <a:pt x="2942659" y="837023"/>
                </a:lnTo>
                <a:lnTo>
                  <a:pt x="3001903" y="844740"/>
                </a:lnTo>
                <a:lnTo>
                  <a:pt x="3056852" y="848509"/>
                </a:lnTo>
                <a:lnTo>
                  <a:pt x="3107610" y="849387"/>
                </a:lnTo>
                <a:lnTo>
                  <a:pt x="3154280" y="848433"/>
                </a:lnTo>
                <a:lnTo>
                  <a:pt x="3196966" y="846701"/>
                </a:lnTo>
                <a:lnTo>
                  <a:pt x="3235771" y="845250"/>
                </a:lnTo>
                <a:lnTo>
                  <a:pt x="3270799" y="845136"/>
                </a:lnTo>
                <a:lnTo>
                  <a:pt x="3302154" y="847417"/>
                </a:lnTo>
                <a:lnTo>
                  <a:pt x="3329940" y="853150"/>
                </a:lnTo>
              </a:path>
            </a:pathLst>
          </a:custGeom>
          <a:noFill/>
          <a:ln cap="flat" cmpd="sng" w="12175">
            <a:solidFill>
              <a:srgbClr val="1329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0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118"/>
          <p:cNvSpPr/>
          <p:nvPr/>
        </p:nvSpPr>
        <p:spPr>
          <a:xfrm>
            <a:off x="9359003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32" name="Google Shape;2732;p11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33" name="Google Shape;2733;p11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34" name="Google Shape;2734;p118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35" name="Google Shape;2735;p11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36" name="Google Shape;2736;p118"/>
          <p:cNvSpPr/>
          <p:nvPr/>
        </p:nvSpPr>
        <p:spPr>
          <a:xfrm>
            <a:off x="682751" y="1798320"/>
            <a:ext cx="3092958" cy="140588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37" name="Google Shape;2737;p118"/>
          <p:cNvSpPr/>
          <p:nvPr/>
        </p:nvSpPr>
        <p:spPr>
          <a:xfrm>
            <a:off x="554736" y="1449324"/>
            <a:ext cx="1081277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119"/>
          <p:cNvSpPr/>
          <p:nvPr/>
        </p:nvSpPr>
        <p:spPr>
          <a:xfrm>
            <a:off x="9359003" y="6524434"/>
            <a:ext cx="84461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43" name="Google Shape;2743;p11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44" name="Google Shape;2744;p11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45" name="Google Shape;2745;p119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46" name="Google Shape;2746;p119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47" name="Google Shape;2747;p119"/>
          <p:cNvSpPr/>
          <p:nvPr/>
        </p:nvSpPr>
        <p:spPr>
          <a:xfrm>
            <a:off x="682751" y="1804416"/>
            <a:ext cx="5465826" cy="1668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48" name="Google Shape;2748;p119"/>
          <p:cNvSpPr/>
          <p:nvPr/>
        </p:nvSpPr>
        <p:spPr>
          <a:xfrm>
            <a:off x="2560320" y="4088891"/>
            <a:ext cx="143510" cy="216535"/>
          </a:xfrm>
          <a:custGeom>
            <a:rect b="b" l="l" r="r" t="t"/>
            <a:pathLst>
              <a:path extrusionOk="0" h="216535" w="143510">
                <a:moveTo>
                  <a:pt x="143256" y="0"/>
                </a:moveTo>
                <a:lnTo>
                  <a:pt x="0" y="0"/>
                </a:lnTo>
                <a:lnTo>
                  <a:pt x="0" y="216407"/>
                </a:lnTo>
                <a:lnTo>
                  <a:pt x="143256" y="216407"/>
                </a:lnTo>
                <a:lnTo>
                  <a:pt x="143256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49" name="Google Shape;2749;p119"/>
          <p:cNvSpPr/>
          <p:nvPr/>
        </p:nvSpPr>
        <p:spPr>
          <a:xfrm>
            <a:off x="2950464" y="3823715"/>
            <a:ext cx="143510" cy="481965"/>
          </a:xfrm>
          <a:custGeom>
            <a:rect b="b" l="l" r="r" t="t"/>
            <a:pathLst>
              <a:path extrusionOk="0" h="481964" w="143510">
                <a:moveTo>
                  <a:pt x="143256" y="0"/>
                </a:moveTo>
                <a:lnTo>
                  <a:pt x="0" y="0"/>
                </a:lnTo>
                <a:lnTo>
                  <a:pt x="0" y="481584"/>
                </a:lnTo>
                <a:lnTo>
                  <a:pt x="143256" y="481584"/>
                </a:lnTo>
                <a:lnTo>
                  <a:pt x="143256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50" name="Google Shape;2750;p119"/>
          <p:cNvSpPr/>
          <p:nvPr/>
        </p:nvSpPr>
        <p:spPr>
          <a:xfrm>
            <a:off x="7191756" y="3945635"/>
            <a:ext cx="144780" cy="360045"/>
          </a:xfrm>
          <a:custGeom>
            <a:rect b="b" l="l" r="r" t="t"/>
            <a:pathLst>
              <a:path extrusionOk="0" h="360045" w="144779">
                <a:moveTo>
                  <a:pt x="144779" y="0"/>
                </a:moveTo>
                <a:lnTo>
                  <a:pt x="0" y="0"/>
                </a:lnTo>
                <a:lnTo>
                  <a:pt x="0" y="359663"/>
                </a:lnTo>
                <a:lnTo>
                  <a:pt x="144779" y="359663"/>
                </a:lnTo>
                <a:lnTo>
                  <a:pt x="144779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51" name="Google Shape;2751;p119"/>
          <p:cNvSpPr/>
          <p:nvPr/>
        </p:nvSpPr>
        <p:spPr>
          <a:xfrm>
            <a:off x="3393947" y="3520440"/>
            <a:ext cx="143510" cy="784860"/>
          </a:xfrm>
          <a:custGeom>
            <a:rect b="b" l="l" r="r" t="t"/>
            <a:pathLst>
              <a:path extrusionOk="0" h="784860" w="143510">
                <a:moveTo>
                  <a:pt x="143255" y="0"/>
                </a:moveTo>
                <a:lnTo>
                  <a:pt x="0" y="0"/>
                </a:lnTo>
                <a:lnTo>
                  <a:pt x="0" y="784860"/>
                </a:lnTo>
                <a:lnTo>
                  <a:pt x="143255" y="784860"/>
                </a:lnTo>
                <a:lnTo>
                  <a:pt x="143255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52" name="Google Shape;2752;p119"/>
          <p:cNvSpPr/>
          <p:nvPr/>
        </p:nvSpPr>
        <p:spPr>
          <a:xfrm>
            <a:off x="5298947" y="2764535"/>
            <a:ext cx="143510" cy="1541145"/>
          </a:xfrm>
          <a:custGeom>
            <a:rect b="b" l="l" r="r" t="t"/>
            <a:pathLst>
              <a:path extrusionOk="0" h="1541145" w="143510">
                <a:moveTo>
                  <a:pt x="143255" y="0"/>
                </a:moveTo>
                <a:lnTo>
                  <a:pt x="0" y="0"/>
                </a:lnTo>
                <a:lnTo>
                  <a:pt x="0" y="1540764"/>
                </a:lnTo>
                <a:lnTo>
                  <a:pt x="143255" y="1540764"/>
                </a:lnTo>
                <a:lnTo>
                  <a:pt x="143255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53" name="Google Shape;2753;p119"/>
          <p:cNvSpPr/>
          <p:nvPr/>
        </p:nvSpPr>
        <p:spPr>
          <a:xfrm>
            <a:off x="6736080" y="3224783"/>
            <a:ext cx="143510" cy="1080770"/>
          </a:xfrm>
          <a:custGeom>
            <a:rect b="b" l="l" r="r" t="t"/>
            <a:pathLst>
              <a:path extrusionOk="0" h="1080770" w="143509">
                <a:moveTo>
                  <a:pt x="143255" y="0"/>
                </a:moveTo>
                <a:lnTo>
                  <a:pt x="0" y="0"/>
                </a:lnTo>
                <a:lnTo>
                  <a:pt x="0" y="1080515"/>
                </a:lnTo>
                <a:lnTo>
                  <a:pt x="143255" y="1080515"/>
                </a:lnTo>
                <a:lnTo>
                  <a:pt x="143255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54" name="Google Shape;2754;p119"/>
          <p:cNvSpPr/>
          <p:nvPr/>
        </p:nvSpPr>
        <p:spPr>
          <a:xfrm>
            <a:off x="3896105" y="3912870"/>
            <a:ext cx="1044575" cy="0"/>
          </a:xfrm>
          <a:custGeom>
            <a:rect b="b" l="l" r="r" t="t"/>
            <a:pathLst>
              <a:path extrusionOk="0" h="120000" w="1044575">
                <a:moveTo>
                  <a:pt x="0" y="0"/>
                </a:moveTo>
                <a:lnTo>
                  <a:pt x="1044067" y="0"/>
                </a:lnTo>
              </a:path>
            </a:pathLst>
          </a:custGeom>
          <a:noFill/>
          <a:ln cap="flat" cmpd="sng" w="28950">
            <a:solidFill>
              <a:srgbClr val="7E7E7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55" name="Google Shape;2755;p119"/>
          <p:cNvSpPr/>
          <p:nvPr/>
        </p:nvSpPr>
        <p:spPr>
          <a:xfrm>
            <a:off x="5679185" y="3908297"/>
            <a:ext cx="820419" cy="0"/>
          </a:xfrm>
          <a:custGeom>
            <a:rect b="b" l="l" r="r" t="t"/>
            <a:pathLst>
              <a:path extrusionOk="0" h="120000" w="820420">
                <a:moveTo>
                  <a:pt x="0" y="0"/>
                </a:moveTo>
                <a:lnTo>
                  <a:pt x="820038" y="0"/>
                </a:lnTo>
              </a:path>
            </a:pathLst>
          </a:custGeom>
          <a:noFill/>
          <a:ln cap="flat" cmpd="sng" w="28950">
            <a:solidFill>
              <a:srgbClr val="7E7E7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56" name="Google Shape;2756;p119"/>
          <p:cNvSpPr txBox="1"/>
          <p:nvPr/>
        </p:nvSpPr>
        <p:spPr>
          <a:xfrm>
            <a:off x="2486279" y="3704031"/>
            <a:ext cx="28956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baseline="-25000" lang="en-US" sz="19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7" name="Google Shape;2757;p119"/>
          <p:cNvSpPr txBox="1"/>
          <p:nvPr/>
        </p:nvSpPr>
        <p:spPr>
          <a:xfrm>
            <a:off x="2871851" y="3404107"/>
            <a:ext cx="2940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baseline="-25000" lang="en-US" sz="19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8" name="Google Shape;2758;p119"/>
          <p:cNvSpPr txBox="1"/>
          <p:nvPr/>
        </p:nvSpPr>
        <p:spPr>
          <a:xfrm>
            <a:off x="3311016" y="3110229"/>
            <a:ext cx="2940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baseline="-25000" lang="en-US" sz="19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aseline="-25000"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9" name="Google Shape;2759;p119"/>
          <p:cNvSpPr txBox="1"/>
          <p:nvPr/>
        </p:nvSpPr>
        <p:spPr>
          <a:xfrm>
            <a:off x="5148834" y="2371725"/>
            <a:ext cx="1952625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marR="43180" rtl="0" algn="r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𝑁−1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119"/>
          <p:cNvSpPr txBox="1"/>
          <p:nvPr/>
        </p:nvSpPr>
        <p:spPr>
          <a:xfrm>
            <a:off x="7083806" y="3473322"/>
            <a:ext cx="3238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baseline="-25000" lang="en-US" sz="19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𝑁</a:t>
            </a:r>
            <a:endParaRPr baseline="-25000"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119"/>
          <p:cNvSpPr/>
          <p:nvPr/>
        </p:nvSpPr>
        <p:spPr>
          <a:xfrm>
            <a:off x="2374392" y="4381500"/>
            <a:ext cx="5154930" cy="0"/>
          </a:xfrm>
          <a:custGeom>
            <a:rect b="b" l="l" r="r" t="t"/>
            <a:pathLst>
              <a:path extrusionOk="0" h="120000" w="5154930">
                <a:moveTo>
                  <a:pt x="0" y="0"/>
                </a:moveTo>
                <a:lnTo>
                  <a:pt x="5154676" y="0"/>
                </a:lnTo>
              </a:path>
            </a:pathLst>
          </a:custGeom>
          <a:noFill/>
          <a:ln cap="flat" cmpd="sng" w="1217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62" name="Google Shape;2762;p119"/>
          <p:cNvSpPr/>
          <p:nvPr/>
        </p:nvSpPr>
        <p:spPr>
          <a:xfrm>
            <a:off x="554736" y="1449324"/>
            <a:ext cx="1585721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120"/>
          <p:cNvSpPr/>
          <p:nvPr/>
        </p:nvSpPr>
        <p:spPr>
          <a:xfrm>
            <a:off x="9333128" y="6524434"/>
            <a:ext cx="11338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68" name="Google Shape;2768;p12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69" name="Google Shape;2769;p12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70" name="Google Shape;2770;p120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71" name="Google Shape;2771;p120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72" name="Google Shape;2772;p120"/>
          <p:cNvSpPr/>
          <p:nvPr/>
        </p:nvSpPr>
        <p:spPr>
          <a:xfrm>
            <a:off x="682751" y="1801367"/>
            <a:ext cx="5191506" cy="19278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73" name="Google Shape;2773;p120"/>
          <p:cNvSpPr/>
          <p:nvPr/>
        </p:nvSpPr>
        <p:spPr>
          <a:xfrm>
            <a:off x="2374392" y="4224528"/>
            <a:ext cx="5154930" cy="0"/>
          </a:xfrm>
          <a:custGeom>
            <a:rect b="b" l="l" r="r" t="t"/>
            <a:pathLst>
              <a:path extrusionOk="0" h="120000" w="5154930">
                <a:moveTo>
                  <a:pt x="0" y="0"/>
                </a:moveTo>
                <a:lnTo>
                  <a:pt x="5154676" y="0"/>
                </a:lnTo>
              </a:path>
            </a:pathLst>
          </a:custGeom>
          <a:noFill/>
          <a:ln cap="flat" cmpd="sng" w="1217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74" name="Google Shape;2774;p120"/>
          <p:cNvSpPr/>
          <p:nvPr/>
        </p:nvSpPr>
        <p:spPr>
          <a:xfrm>
            <a:off x="2624327" y="3931920"/>
            <a:ext cx="143510" cy="216535"/>
          </a:xfrm>
          <a:custGeom>
            <a:rect b="b" l="l" r="r" t="t"/>
            <a:pathLst>
              <a:path extrusionOk="0" h="216535" w="143510">
                <a:moveTo>
                  <a:pt x="143256" y="0"/>
                </a:moveTo>
                <a:lnTo>
                  <a:pt x="0" y="0"/>
                </a:lnTo>
                <a:lnTo>
                  <a:pt x="0" y="216407"/>
                </a:lnTo>
                <a:lnTo>
                  <a:pt x="143256" y="216407"/>
                </a:lnTo>
                <a:lnTo>
                  <a:pt x="143256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75" name="Google Shape;2775;p120"/>
          <p:cNvSpPr/>
          <p:nvPr/>
        </p:nvSpPr>
        <p:spPr>
          <a:xfrm>
            <a:off x="3470147" y="3666744"/>
            <a:ext cx="143510" cy="481965"/>
          </a:xfrm>
          <a:custGeom>
            <a:rect b="b" l="l" r="r" t="t"/>
            <a:pathLst>
              <a:path extrusionOk="0" h="481964" w="143510">
                <a:moveTo>
                  <a:pt x="143255" y="0"/>
                </a:moveTo>
                <a:lnTo>
                  <a:pt x="0" y="0"/>
                </a:lnTo>
                <a:lnTo>
                  <a:pt x="0" y="481584"/>
                </a:lnTo>
                <a:lnTo>
                  <a:pt x="143255" y="481584"/>
                </a:lnTo>
                <a:lnTo>
                  <a:pt x="143255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76" name="Google Shape;2776;p120"/>
          <p:cNvSpPr/>
          <p:nvPr/>
        </p:nvSpPr>
        <p:spPr>
          <a:xfrm>
            <a:off x="3049523" y="3788664"/>
            <a:ext cx="143510" cy="360045"/>
          </a:xfrm>
          <a:custGeom>
            <a:rect b="b" l="l" r="r" t="t"/>
            <a:pathLst>
              <a:path extrusionOk="0" h="360045" w="143510">
                <a:moveTo>
                  <a:pt x="143256" y="0"/>
                </a:moveTo>
                <a:lnTo>
                  <a:pt x="0" y="0"/>
                </a:lnTo>
                <a:lnTo>
                  <a:pt x="0" y="359663"/>
                </a:lnTo>
                <a:lnTo>
                  <a:pt x="143256" y="359663"/>
                </a:lnTo>
                <a:lnTo>
                  <a:pt x="143256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77" name="Google Shape;2777;p120"/>
          <p:cNvSpPr/>
          <p:nvPr/>
        </p:nvSpPr>
        <p:spPr>
          <a:xfrm>
            <a:off x="3974591" y="3363467"/>
            <a:ext cx="144780" cy="784860"/>
          </a:xfrm>
          <a:custGeom>
            <a:rect b="b" l="l" r="r" t="t"/>
            <a:pathLst>
              <a:path extrusionOk="0" h="784860" w="144779">
                <a:moveTo>
                  <a:pt x="144779" y="0"/>
                </a:moveTo>
                <a:lnTo>
                  <a:pt x="0" y="0"/>
                </a:lnTo>
                <a:lnTo>
                  <a:pt x="0" y="784860"/>
                </a:lnTo>
                <a:lnTo>
                  <a:pt x="144779" y="784860"/>
                </a:lnTo>
                <a:lnTo>
                  <a:pt x="144779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78" name="Google Shape;2778;p120"/>
          <p:cNvSpPr/>
          <p:nvPr/>
        </p:nvSpPr>
        <p:spPr>
          <a:xfrm>
            <a:off x="7100316" y="2607564"/>
            <a:ext cx="144780" cy="1541145"/>
          </a:xfrm>
          <a:custGeom>
            <a:rect b="b" l="l" r="r" t="t"/>
            <a:pathLst>
              <a:path extrusionOk="0" h="1541145" w="144779">
                <a:moveTo>
                  <a:pt x="144779" y="0"/>
                </a:moveTo>
                <a:lnTo>
                  <a:pt x="0" y="0"/>
                </a:lnTo>
                <a:lnTo>
                  <a:pt x="0" y="1540764"/>
                </a:lnTo>
                <a:lnTo>
                  <a:pt x="144779" y="1540764"/>
                </a:lnTo>
                <a:lnTo>
                  <a:pt x="144779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79" name="Google Shape;2779;p120"/>
          <p:cNvSpPr/>
          <p:nvPr/>
        </p:nvSpPr>
        <p:spPr>
          <a:xfrm>
            <a:off x="5510784" y="3069335"/>
            <a:ext cx="144780" cy="1079500"/>
          </a:xfrm>
          <a:custGeom>
            <a:rect b="b" l="l" r="r" t="t"/>
            <a:pathLst>
              <a:path extrusionOk="0" h="1079500" w="144779">
                <a:moveTo>
                  <a:pt x="144779" y="0"/>
                </a:moveTo>
                <a:lnTo>
                  <a:pt x="0" y="0"/>
                </a:lnTo>
                <a:lnTo>
                  <a:pt x="0" y="1078991"/>
                </a:lnTo>
                <a:lnTo>
                  <a:pt x="144779" y="1078991"/>
                </a:lnTo>
                <a:lnTo>
                  <a:pt x="144779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80" name="Google Shape;2780;p120"/>
          <p:cNvSpPr/>
          <p:nvPr/>
        </p:nvSpPr>
        <p:spPr>
          <a:xfrm>
            <a:off x="4293870" y="3704082"/>
            <a:ext cx="1044575" cy="0"/>
          </a:xfrm>
          <a:custGeom>
            <a:rect b="b" l="l" r="r" t="t"/>
            <a:pathLst>
              <a:path extrusionOk="0" h="120000" w="1044575">
                <a:moveTo>
                  <a:pt x="0" y="0"/>
                </a:moveTo>
                <a:lnTo>
                  <a:pt x="1044066" y="0"/>
                </a:lnTo>
              </a:path>
            </a:pathLst>
          </a:custGeom>
          <a:noFill/>
          <a:ln cap="flat" cmpd="sng" w="28950">
            <a:solidFill>
              <a:srgbClr val="7E7E7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81" name="Google Shape;2781;p120"/>
          <p:cNvSpPr/>
          <p:nvPr/>
        </p:nvSpPr>
        <p:spPr>
          <a:xfrm>
            <a:off x="5968746" y="3702558"/>
            <a:ext cx="820419" cy="0"/>
          </a:xfrm>
          <a:custGeom>
            <a:rect b="b" l="l" r="r" t="t"/>
            <a:pathLst>
              <a:path extrusionOk="0" h="120000" w="820420">
                <a:moveTo>
                  <a:pt x="0" y="0"/>
                </a:moveTo>
                <a:lnTo>
                  <a:pt x="820038" y="0"/>
                </a:lnTo>
              </a:path>
            </a:pathLst>
          </a:custGeom>
          <a:noFill/>
          <a:ln cap="flat" cmpd="sng" w="28950">
            <a:solidFill>
              <a:srgbClr val="7E7E7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82" name="Google Shape;2782;p120"/>
          <p:cNvSpPr txBox="1"/>
          <p:nvPr/>
        </p:nvSpPr>
        <p:spPr>
          <a:xfrm>
            <a:off x="2460117" y="2919550"/>
            <a:ext cx="1816735" cy="80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4077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(4)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902969" marR="0" rtl="0" algn="l">
              <a:lnSpc>
                <a:spcPct val="60185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(3)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50800" marR="0" rtl="0" algn="l">
              <a:lnSpc>
                <a:spcPct val="60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baseline="-25000" lang="en-US" sz="19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(1) </a:t>
            </a:r>
            <a:r>
              <a:rPr baseline="30000" lang="en-US" sz="2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3" name="Google Shape;2783;p120"/>
          <p:cNvSpPr txBox="1"/>
          <p:nvPr/>
        </p:nvSpPr>
        <p:spPr>
          <a:xfrm>
            <a:off x="5299583" y="2710129"/>
            <a:ext cx="53149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(62)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4" name="Google Shape;2784;p120"/>
          <p:cNvSpPr txBox="1"/>
          <p:nvPr/>
        </p:nvSpPr>
        <p:spPr>
          <a:xfrm>
            <a:off x="6956170" y="2275078"/>
            <a:ext cx="464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(𝑁)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5" name="Google Shape;2785;p120"/>
          <p:cNvSpPr/>
          <p:nvPr/>
        </p:nvSpPr>
        <p:spPr>
          <a:xfrm>
            <a:off x="682751" y="4608576"/>
            <a:ext cx="2743962" cy="17754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86" name="Google Shape;2786;p120"/>
          <p:cNvSpPr/>
          <p:nvPr/>
        </p:nvSpPr>
        <p:spPr>
          <a:xfrm>
            <a:off x="554736" y="1449324"/>
            <a:ext cx="1585721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0" name="Shape 2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1" name="Google Shape;2791;p121"/>
          <p:cNvSpPr/>
          <p:nvPr/>
        </p:nvSpPr>
        <p:spPr>
          <a:xfrm>
            <a:off x="9359084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92" name="Google Shape;2792;p12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93" name="Google Shape;2793;p12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94" name="Google Shape;2794;p121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95" name="Google Shape;2795;p12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796" name="Google Shape;2796;p121"/>
          <p:cNvGrpSpPr/>
          <p:nvPr/>
        </p:nvGrpSpPr>
        <p:grpSpPr>
          <a:xfrm>
            <a:off x="682751" y="1804416"/>
            <a:ext cx="2886837" cy="2259330"/>
            <a:chOff x="682751" y="1804416"/>
            <a:chExt cx="2886837" cy="2259330"/>
          </a:xfrm>
        </p:grpSpPr>
        <p:sp>
          <p:nvSpPr>
            <p:cNvPr id="2797" name="Google Shape;2797;p121"/>
            <p:cNvSpPr/>
            <p:nvPr/>
          </p:nvSpPr>
          <p:spPr>
            <a:xfrm>
              <a:off x="682751" y="1804416"/>
              <a:ext cx="2747010" cy="225933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8" name="Google Shape;2798;p121"/>
            <p:cNvSpPr/>
            <p:nvPr/>
          </p:nvSpPr>
          <p:spPr>
            <a:xfrm>
              <a:off x="3354323" y="2363724"/>
              <a:ext cx="215265" cy="489584"/>
            </a:xfrm>
            <a:custGeom>
              <a:rect b="b" l="l" r="r" t="t"/>
              <a:pathLst>
                <a:path extrusionOk="0" h="489585" w="215264">
                  <a:moveTo>
                    <a:pt x="0" y="0"/>
                  </a:moveTo>
                  <a:lnTo>
                    <a:pt x="41808" y="8473"/>
                  </a:lnTo>
                  <a:lnTo>
                    <a:pt x="75961" y="31591"/>
                  </a:lnTo>
                  <a:lnTo>
                    <a:pt x="98994" y="65901"/>
                  </a:lnTo>
                  <a:lnTo>
                    <a:pt x="107441" y="107950"/>
                  </a:lnTo>
                  <a:lnTo>
                    <a:pt x="107441" y="136651"/>
                  </a:lnTo>
                  <a:lnTo>
                    <a:pt x="115889" y="178700"/>
                  </a:lnTo>
                  <a:lnTo>
                    <a:pt x="138922" y="213010"/>
                  </a:lnTo>
                  <a:lnTo>
                    <a:pt x="173075" y="236128"/>
                  </a:lnTo>
                  <a:lnTo>
                    <a:pt x="214884" y="244601"/>
                  </a:lnTo>
                  <a:lnTo>
                    <a:pt x="173075" y="253075"/>
                  </a:lnTo>
                  <a:lnTo>
                    <a:pt x="138922" y="276193"/>
                  </a:lnTo>
                  <a:lnTo>
                    <a:pt x="115889" y="310503"/>
                  </a:lnTo>
                  <a:lnTo>
                    <a:pt x="107441" y="352551"/>
                  </a:lnTo>
                  <a:lnTo>
                    <a:pt x="107441" y="381253"/>
                  </a:lnTo>
                  <a:lnTo>
                    <a:pt x="98994" y="423302"/>
                  </a:lnTo>
                  <a:lnTo>
                    <a:pt x="75961" y="457612"/>
                  </a:lnTo>
                  <a:lnTo>
                    <a:pt x="41808" y="480730"/>
                  </a:lnTo>
                  <a:lnTo>
                    <a:pt x="0" y="489203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799" name="Google Shape;2799;p121"/>
          <p:cNvSpPr/>
          <p:nvPr/>
        </p:nvSpPr>
        <p:spPr>
          <a:xfrm>
            <a:off x="554736" y="1449324"/>
            <a:ext cx="1585721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00" name="Google Shape;2800;p121"/>
          <p:cNvSpPr txBox="1"/>
          <p:nvPr/>
        </p:nvSpPr>
        <p:spPr>
          <a:xfrm>
            <a:off x="3705225" y="2487294"/>
            <a:ext cx="241490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Range = Maximum − Minimum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4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122"/>
          <p:cNvSpPr/>
          <p:nvPr/>
        </p:nvSpPr>
        <p:spPr>
          <a:xfrm>
            <a:off x="9337643" y="6524434"/>
            <a:ext cx="10734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06" name="Google Shape;2806;p12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07" name="Google Shape;2807;p12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08" name="Google Shape;2808;p122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09" name="Google Shape;2809;p12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10" name="Google Shape;2810;p122"/>
          <p:cNvSpPr/>
          <p:nvPr/>
        </p:nvSpPr>
        <p:spPr>
          <a:xfrm>
            <a:off x="559327" y="1453951"/>
            <a:ext cx="528046" cy="185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811" name="Google Shape;2811;p122"/>
          <p:cNvGrpSpPr/>
          <p:nvPr/>
        </p:nvGrpSpPr>
        <p:grpSpPr>
          <a:xfrm>
            <a:off x="1999488" y="1808988"/>
            <a:ext cx="5904230" cy="4104640"/>
            <a:chOff x="1999488" y="1808988"/>
            <a:chExt cx="5904230" cy="4104640"/>
          </a:xfrm>
        </p:grpSpPr>
        <p:sp>
          <p:nvSpPr>
            <p:cNvPr id="2812" name="Google Shape;2812;p122"/>
            <p:cNvSpPr/>
            <p:nvPr/>
          </p:nvSpPr>
          <p:spPr>
            <a:xfrm>
              <a:off x="1999488" y="1808988"/>
              <a:ext cx="5904230" cy="4104640"/>
            </a:xfrm>
            <a:custGeom>
              <a:rect b="b" l="l" r="r" t="t"/>
              <a:pathLst>
                <a:path extrusionOk="0" h="4104640" w="5904230">
                  <a:moveTo>
                    <a:pt x="5903975" y="0"/>
                  </a:moveTo>
                  <a:lnTo>
                    <a:pt x="0" y="0"/>
                  </a:lnTo>
                  <a:lnTo>
                    <a:pt x="0" y="4104132"/>
                  </a:lnTo>
                  <a:lnTo>
                    <a:pt x="5903975" y="4104132"/>
                  </a:lnTo>
                  <a:lnTo>
                    <a:pt x="590397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3" name="Google Shape;2813;p122"/>
            <p:cNvSpPr/>
            <p:nvPr/>
          </p:nvSpPr>
          <p:spPr>
            <a:xfrm>
              <a:off x="4271010" y="3940302"/>
              <a:ext cx="1200785" cy="76200"/>
            </a:xfrm>
            <a:custGeom>
              <a:rect b="b" l="l" r="r" t="t"/>
              <a:pathLst>
                <a:path extrusionOk="0" h="76200" w="1200785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3"/>
                  </a:lnTo>
                  <a:lnTo>
                    <a:pt x="76200" y="28193"/>
                  </a:lnTo>
                  <a:lnTo>
                    <a:pt x="76200" y="0"/>
                  </a:lnTo>
                  <a:close/>
                </a:path>
                <a:path extrusionOk="0" h="76200" w="1200785">
                  <a:moveTo>
                    <a:pt x="76200" y="28193"/>
                  </a:moveTo>
                  <a:lnTo>
                    <a:pt x="63500" y="28193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3"/>
                  </a:lnTo>
                  <a:close/>
                </a:path>
                <a:path extrusionOk="0" h="76200" w="1200785">
                  <a:moveTo>
                    <a:pt x="1200403" y="28193"/>
                  </a:moveTo>
                  <a:lnTo>
                    <a:pt x="76200" y="28193"/>
                  </a:lnTo>
                  <a:lnTo>
                    <a:pt x="76200" y="48006"/>
                  </a:lnTo>
                  <a:lnTo>
                    <a:pt x="1200403" y="48006"/>
                  </a:lnTo>
                  <a:lnTo>
                    <a:pt x="1200403" y="28193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14" name="Google Shape;2814;p122"/>
          <p:cNvSpPr txBox="1"/>
          <p:nvPr/>
        </p:nvSpPr>
        <p:spPr>
          <a:xfrm>
            <a:off x="5582665" y="3845178"/>
            <a:ext cx="25781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5" name="Google Shape;2815;p122"/>
          <p:cNvGrpSpPr/>
          <p:nvPr/>
        </p:nvGrpSpPr>
        <p:grpSpPr>
          <a:xfrm>
            <a:off x="2906267" y="2040635"/>
            <a:ext cx="3638678" cy="3642361"/>
            <a:chOff x="2906267" y="2040635"/>
            <a:chExt cx="3638678" cy="3642361"/>
          </a:xfrm>
        </p:grpSpPr>
        <p:sp>
          <p:nvSpPr>
            <p:cNvPr id="2816" name="Google Shape;2816;p122"/>
            <p:cNvSpPr/>
            <p:nvPr/>
          </p:nvSpPr>
          <p:spPr>
            <a:xfrm>
              <a:off x="4271010" y="2372105"/>
              <a:ext cx="2273935" cy="2630805"/>
            </a:xfrm>
            <a:custGeom>
              <a:rect b="b" l="l" r="r" t="t"/>
              <a:pathLst>
                <a:path extrusionOk="0" h="2630804" w="2273934">
                  <a:moveTo>
                    <a:pt x="1200404" y="2582418"/>
                  </a:moveTo>
                  <a:lnTo>
                    <a:pt x="76200" y="2582418"/>
                  </a:lnTo>
                  <a:lnTo>
                    <a:pt x="76200" y="2554224"/>
                  </a:lnTo>
                  <a:lnTo>
                    <a:pt x="0" y="2592324"/>
                  </a:lnTo>
                  <a:lnTo>
                    <a:pt x="76200" y="2630424"/>
                  </a:lnTo>
                  <a:lnTo>
                    <a:pt x="76200" y="2602230"/>
                  </a:lnTo>
                  <a:lnTo>
                    <a:pt x="1200404" y="2602230"/>
                  </a:lnTo>
                  <a:lnTo>
                    <a:pt x="1200404" y="2582418"/>
                  </a:lnTo>
                  <a:close/>
                </a:path>
                <a:path extrusionOk="0" h="2630804" w="2273934">
                  <a:moveTo>
                    <a:pt x="1200404" y="994410"/>
                  </a:moveTo>
                  <a:lnTo>
                    <a:pt x="76200" y="994410"/>
                  </a:lnTo>
                  <a:lnTo>
                    <a:pt x="76200" y="966216"/>
                  </a:lnTo>
                  <a:lnTo>
                    <a:pt x="0" y="1004316"/>
                  </a:lnTo>
                  <a:lnTo>
                    <a:pt x="76200" y="1042416"/>
                  </a:lnTo>
                  <a:lnTo>
                    <a:pt x="76200" y="1014222"/>
                  </a:lnTo>
                  <a:lnTo>
                    <a:pt x="1200404" y="1014222"/>
                  </a:lnTo>
                  <a:lnTo>
                    <a:pt x="1200404" y="994410"/>
                  </a:lnTo>
                  <a:close/>
                </a:path>
                <a:path extrusionOk="0" h="2630804" w="2273934">
                  <a:moveTo>
                    <a:pt x="1200404" y="28194"/>
                  </a:moveTo>
                  <a:lnTo>
                    <a:pt x="88392" y="28194"/>
                  </a:lnTo>
                  <a:lnTo>
                    <a:pt x="88392" y="0"/>
                  </a:lnTo>
                  <a:lnTo>
                    <a:pt x="12192" y="38100"/>
                  </a:lnTo>
                  <a:lnTo>
                    <a:pt x="88392" y="76200"/>
                  </a:lnTo>
                  <a:lnTo>
                    <a:pt x="88392" y="48006"/>
                  </a:lnTo>
                  <a:lnTo>
                    <a:pt x="1200404" y="48006"/>
                  </a:lnTo>
                  <a:lnTo>
                    <a:pt x="1200404" y="28194"/>
                  </a:lnTo>
                  <a:close/>
                </a:path>
                <a:path extrusionOk="0" h="2630804" w="2273934">
                  <a:moveTo>
                    <a:pt x="2273935" y="1290066"/>
                  </a:moveTo>
                  <a:lnTo>
                    <a:pt x="76200" y="1290066"/>
                  </a:lnTo>
                  <a:lnTo>
                    <a:pt x="76200" y="1261872"/>
                  </a:lnTo>
                  <a:lnTo>
                    <a:pt x="0" y="1299972"/>
                  </a:lnTo>
                  <a:lnTo>
                    <a:pt x="76200" y="1338072"/>
                  </a:lnTo>
                  <a:lnTo>
                    <a:pt x="76200" y="1309878"/>
                  </a:lnTo>
                  <a:lnTo>
                    <a:pt x="2273935" y="1309878"/>
                  </a:lnTo>
                  <a:lnTo>
                    <a:pt x="2273935" y="1290066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7" name="Google Shape;2817;p122"/>
            <p:cNvSpPr/>
            <p:nvPr/>
          </p:nvSpPr>
          <p:spPr>
            <a:xfrm>
              <a:off x="3773423" y="2199131"/>
              <a:ext cx="71627" cy="15392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8" name="Google Shape;2818;p122"/>
            <p:cNvSpPr/>
            <p:nvPr/>
          </p:nvSpPr>
          <p:spPr>
            <a:xfrm>
              <a:off x="3773423" y="2040635"/>
              <a:ext cx="71627" cy="7162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9" name="Google Shape;2819;p122"/>
            <p:cNvSpPr/>
            <p:nvPr/>
          </p:nvSpPr>
          <p:spPr>
            <a:xfrm>
              <a:off x="3773423" y="5609844"/>
              <a:ext cx="71627" cy="7315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0" name="Google Shape;2820;p122"/>
            <p:cNvSpPr/>
            <p:nvPr/>
          </p:nvSpPr>
          <p:spPr>
            <a:xfrm>
              <a:off x="3773423" y="5224271"/>
              <a:ext cx="71627" cy="7162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1" name="Google Shape;2821;p122"/>
            <p:cNvSpPr/>
            <p:nvPr/>
          </p:nvSpPr>
          <p:spPr>
            <a:xfrm>
              <a:off x="3773423" y="5055107"/>
              <a:ext cx="71627" cy="71628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2" name="Google Shape;2822;p122"/>
            <p:cNvSpPr/>
            <p:nvPr/>
          </p:nvSpPr>
          <p:spPr>
            <a:xfrm>
              <a:off x="3423665" y="2404109"/>
              <a:ext cx="771525" cy="2538095"/>
            </a:xfrm>
            <a:custGeom>
              <a:rect b="b" l="l" r="r" t="t"/>
              <a:pathLst>
                <a:path extrusionOk="0" h="2538095" w="771525">
                  <a:moveTo>
                    <a:pt x="0" y="1257300"/>
                  </a:moveTo>
                  <a:lnTo>
                    <a:pt x="771143" y="1257300"/>
                  </a:lnTo>
                  <a:lnTo>
                    <a:pt x="771143" y="955548"/>
                  </a:lnTo>
                  <a:lnTo>
                    <a:pt x="0" y="955548"/>
                  </a:lnTo>
                  <a:lnTo>
                    <a:pt x="0" y="1257300"/>
                  </a:lnTo>
                  <a:close/>
                </a:path>
                <a:path extrusionOk="0" h="2538095" w="771525">
                  <a:moveTo>
                    <a:pt x="0" y="1571244"/>
                  </a:moveTo>
                  <a:lnTo>
                    <a:pt x="771143" y="1571244"/>
                  </a:lnTo>
                  <a:lnTo>
                    <a:pt x="771143" y="1269492"/>
                  </a:lnTo>
                  <a:lnTo>
                    <a:pt x="0" y="1269492"/>
                  </a:lnTo>
                  <a:lnTo>
                    <a:pt x="0" y="1571244"/>
                  </a:lnTo>
                  <a:close/>
                </a:path>
                <a:path extrusionOk="0" h="2538095" w="771525">
                  <a:moveTo>
                    <a:pt x="385572" y="1571244"/>
                  </a:moveTo>
                  <a:lnTo>
                    <a:pt x="385572" y="2537841"/>
                  </a:lnTo>
                </a:path>
                <a:path extrusionOk="0" h="2538095" w="771525">
                  <a:moveTo>
                    <a:pt x="281939" y="2537460"/>
                  </a:moveTo>
                  <a:lnTo>
                    <a:pt x="482726" y="2537460"/>
                  </a:lnTo>
                </a:path>
                <a:path extrusionOk="0" h="2538095" w="771525">
                  <a:moveTo>
                    <a:pt x="385572" y="0"/>
                  </a:moveTo>
                  <a:lnTo>
                    <a:pt x="385572" y="955928"/>
                  </a:lnTo>
                </a:path>
                <a:path extrusionOk="0" h="2538095" w="771525">
                  <a:moveTo>
                    <a:pt x="281939" y="0"/>
                  </a:moveTo>
                  <a:lnTo>
                    <a:pt x="482726" y="0"/>
                  </a:lnTo>
                </a:path>
              </a:pathLst>
            </a:custGeom>
            <a:noFill/>
            <a:ln cap="flat" cmpd="sng" w="198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3" name="Google Shape;2823;p122"/>
            <p:cNvSpPr/>
            <p:nvPr/>
          </p:nvSpPr>
          <p:spPr>
            <a:xfrm>
              <a:off x="2906267" y="3358895"/>
              <a:ext cx="198120" cy="626745"/>
            </a:xfrm>
            <a:custGeom>
              <a:rect b="b" l="l" r="r" t="t"/>
              <a:pathLst>
                <a:path extrusionOk="0" h="626745" w="198119">
                  <a:moveTo>
                    <a:pt x="0" y="0"/>
                  </a:moveTo>
                  <a:lnTo>
                    <a:pt x="197993" y="0"/>
                  </a:lnTo>
                </a:path>
                <a:path extrusionOk="0" h="626745" w="198119">
                  <a:moveTo>
                    <a:pt x="0" y="626363"/>
                  </a:moveTo>
                  <a:lnTo>
                    <a:pt x="197993" y="626363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4" name="Google Shape;2824;p122"/>
            <p:cNvSpPr/>
            <p:nvPr/>
          </p:nvSpPr>
          <p:spPr>
            <a:xfrm>
              <a:off x="3006089" y="3359657"/>
              <a:ext cx="0" cy="624840"/>
            </a:xfrm>
            <a:custGeom>
              <a:rect b="b" l="l" r="r" t="t"/>
              <a:pathLst>
                <a:path extrusionOk="0" h="624839" w="120000">
                  <a:moveTo>
                    <a:pt x="0" y="0"/>
                  </a:moveTo>
                  <a:lnTo>
                    <a:pt x="0" y="624585"/>
                  </a:lnTo>
                </a:path>
              </a:pathLst>
            </a:custGeom>
            <a:noFill/>
            <a:ln cap="flat" cmpd="sng" w="19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25" name="Google Shape;2825;p122"/>
          <p:cNvSpPr txBox="1"/>
          <p:nvPr/>
        </p:nvSpPr>
        <p:spPr>
          <a:xfrm>
            <a:off x="5582665" y="3242817"/>
            <a:ext cx="25781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6" name="Google Shape;2826;p122"/>
          <p:cNvSpPr txBox="1"/>
          <p:nvPr/>
        </p:nvSpPr>
        <p:spPr>
          <a:xfrm>
            <a:off x="5654040" y="4818634"/>
            <a:ext cx="12407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Q1 - 1.5 × IQR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7" name="Google Shape;2827;p122"/>
          <p:cNvSpPr txBox="1"/>
          <p:nvPr/>
        </p:nvSpPr>
        <p:spPr>
          <a:xfrm>
            <a:off x="5631179" y="2276982"/>
            <a:ext cx="12801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Q3 + 1.5 ×IQR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8" name="Google Shape;2828;p122"/>
          <p:cNvSpPr txBox="1"/>
          <p:nvPr/>
        </p:nvSpPr>
        <p:spPr>
          <a:xfrm>
            <a:off x="2382266" y="3517772"/>
            <a:ext cx="33718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IQR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9" name="Google Shape;2829;p122"/>
          <p:cNvSpPr txBox="1"/>
          <p:nvPr/>
        </p:nvSpPr>
        <p:spPr>
          <a:xfrm>
            <a:off x="6644893" y="3524250"/>
            <a:ext cx="7397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Median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123"/>
          <p:cNvSpPr/>
          <p:nvPr/>
        </p:nvSpPr>
        <p:spPr>
          <a:xfrm>
            <a:off x="9334591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35" name="Google Shape;2835;p12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36" name="Google Shape;2836;p12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37" name="Google Shape;2837;p123"/>
          <p:cNvSpPr/>
          <p:nvPr/>
        </p:nvSpPr>
        <p:spPr>
          <a:xfrm>
            <a:off x="557783" y="1591043"/>
            <a:ext cx="3010662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38" name="Google Shape;2838;p123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839" name="Google Shape;2839;p123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2840" name="Google Shape;2840;p123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41" name="Google Shape;2841;p123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42" name="Google Shape;2842;p123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43" name="Google Shape;2843;p123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44" name="Google Shape;2844;p123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45" name="Google Shape;2845;p123"/>
          <p:cNvSpPr txBox="1"/>
          <p:nvPr/>
        </p:nvSpPr>
        <p:spPr>
          <a:xfrm>
            <a:off x="437489" y="431419"/>
            <a:ext cx="248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3.1. Descriptive Statistics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46" name="Google Shape;2846;p123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50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Google Shape;2851;p124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2" name="Google Shape;2852;p124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3" name="Google Shape;2853;p124"/>
          <p:cNvSpPr/>
          <p:nvPr/>
        </p:nvSpPr>
        <p:spPr>
          <a:xfrm>
            <a:off x="9337639" y="6524434"/>
            <a:ext cx="111922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4" name="Google Shape;2854;p12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5" name="Google Shape;2855;p12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6" name="Google Shape;2856;p124"/>
          <p:cNvSpPr/>
          <p:nvPr/>
        </p:nvSpPr>
        <p:spPr>
          <a:xfrm>
            <a:off x="1019555" y="3220199"/>
            <a:ext cx="5103114" cy="4076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7" name="Google Shape;2857;p124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8" name="Google Shape;2858;p124"/>
          <p:cNvSpPr/>
          <p:nvPr/>
        </p:nvSpPr>
        <p:spPr>
          <a:xfrm>
            <a:off x="1050036" y="3959352"/>
            <a:ext cx="2713482" cy="113157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2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p125"/>
          <p:cNvSpPr/>
          <p:nvPr/>
        </p:nvSpPr>
        <p:spPr>
          <a:xfrm>
            <a:off x="9334530" y="6524434"/>
            <a:ext cx="110459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64" name="Google Shape;2864;p12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65" name="Google Shape;2865;p12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66" name="Google Shape;2866;p125"/>
          <p:cNvSpPr txBox="1"/>
          <p:nvPr/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3.2. Central Limit Theorem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67" name="Google Shape;2867;p125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68" name="Google Shape;2868;p125"/>
          <p:cNvSpPr/>
          <p:nvPr/>
        </p:nvSpPr>
        <p:spPr>
          <a:xfrm>
            <a:off x="452627" y="1440154"/>
            <a:ext cx="2597658" cy="23700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69" name="Google Shape;2869;p125"/>
          <p:cNvSpPr/>
          <p:nvPr/>
        </p:nvSpPr>
        <p:spPr>
          <a:xfrm>
            <a:off x="682751" y="2325611"/>
            <a:ext cx="4647438" cy="7597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70" name="Google Shape;2870;p125"/>
          <p:cNvSpPr/>
          <p:nvPr/>
        </p:nvSpPr>
        <p:spPr>
          <a:xfrm>
            <a:off x="682751" y="3742931"/>
            <a:ext cx="5180838" cy="105995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71" name="Google Shape;2871;p125"/>
          <p:cNvSpPr/>
          <p:nvPr/>
        </p:nvSpPr>
        <p:spPr>
          <a:xfrm>
            <a:off x="554736" y="1923288"/>
            <a:ext cx="1331214" cy="18973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72" name="Google Shape;2872;p125"/>
          <p:cNvSpPr/>
          <p:nvPr/>
        </p:nvSpPr>
        <p:spPr>
          <a:xfrm>
            <a:off x="554736" y="3342132"/>
            <a:ext cx="2583942" cy="18973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6" name="Shape 2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Google Shape;2877;p126"/>
          <p:cNvSpPr/>
          <p:nvPr/>
        </p:nvSpPr>
        <p:spPr>
          <a:xfrm>
            <a:off x="9333067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78" name="Google Shape;2878;p12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79" name="Google Shape;2879;p12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80" name="Google Shape;2880;p126"/>
          <p:cNvSpPr txBox="1"/>
          <p:nvPr/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3.2. Central Limit Theorem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81" name="Google Shape;2881;p126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82" name="Google Shape;2882;p126"/>
          <p:cNvSpPr/>
          <p:nvPr/>
        </p:nvSpPr>
        <p:spPr>
          <a:xfrm>
            <a:off x="682751" y="1805939"/>
            <a:ext cx="4837938" cy="135864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83" name="Google Shape;2883;p126"/>
          <p:cNvSpPr/>
          <p:nvPr/>
        </p:nvSpPr>
        <p:spPr>
          <a:xfrm>
            <a:off x="554736" y="1449324"/>
            <a:ext cx="107518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7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Google Shape;2888;p127"/>
          <p:cNvSpPr/>
          <p:nvPr/>
        </p:nvSpPr>
        <p:spPr>
          <a:xfrm>
            <a:off x="9342278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89" name="Google Shape;2889;p12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90" name="Google Shape;2890;p12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91" name="Google Shape;2891;p127"/>
          <p:cNvSpPr txBox="1"/>
          <p:nvPr/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3.2. Central Limit Theorem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92" name="Google Shape;2892;p127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93" name="Google Shape;2893;p127"/>
          <p:cNvSpPr/>
          <p:nvPr/>
        </p:nvSpPr>
        <p:spPr>
          <a:xfrm>
            <a:off x="682751" y="4919471"/>
            <a:ext cx="5016246" cy="16230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894" name="Google Shape;2894;p127"/>
          <p:cNvGraphicFramePr/>
          <p:nvPr/>
        </p:nvGraphicFramePr>
        <p:xfrm>
          <a:off x="711200" y="1766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{5CB56259-AA10-4C71-BC1D-53083881A770}</a:tableStyleId>
              </a:tblPr>
              <a:tblGrid>
                <a:gridCol w="1861825"/>
                <a:gridCol w="3380750"/>
                <a:gridCol w="3390900"/>
              </a:tblGrid>
              <a:tr h="3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895" name="Google Shape;2895;p127"/>
          <p:cNvGrpSpPr/>
          <p:nvPr/>
        </p:nvGrpSpPr>
        <p:grpSpPr>
          <a:xfrm>
            <a:off x="711200" y="1773262"/>
            <a:ext cx="8633333" cy="2889860"/>
            <a:chOff x="711200" y="1773262"/>
            <a:chExt cx="8633333" cy="2889860"/>
          </a:xfrm>
        </p:grpSpPr>
        <p:sp>
          <p:nvSpPr>
            <p:cNvPr id="2896" name="Google Shape;2896;p127"/>
            <p:cNvSpPr/>
            <p:nvPr/>
          </p:nvSpPr>
          <p:spPr>
            <a:xfrm>
              <a:off x="2572893" y="1773262"/>
              <a:ext cx="6771640" cy="395605"/>
            </a:xfrm>
            <a:custGeom>
              <a:rect b="b" l="l" r="r" t="t"/>
              <a:pathLst>
                <a:path extrusionOk="0" h="395605" w="6771640">
                  <a:moveTo>
                    <a:pt x="6771132" y="0"/>
                  </a:moveTo>
                  <a:lnTo>
                    <a:pt x="3380359" y="0"/>
                  </a:lnTo>
                  <a:lnTo>
                    <a:pt x="0" y="0"/>
                  </a:lnTo>
                  <a:lnTo>
                    <a:pt x="0" y="395008"/>
                  </a:lnTo>
                  <a:lnTo>
                    <a:pt x="3380359" y="395008"/>
                  </a:lnTo>
                  <a:lnTo>
                    <a:pt x="6771132" y="395008"/>
                  </a:lnTo>
                  <a:lnTo>
                    <a:pt x="6771132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7" name="Google Shape;2897;p127"/>
            <p:cNvSpPr/>
            <p:nvPr/>
          </p:nvSpPr>
          <p:spPr>
            <a:xfrm>
              <a:off x="711200" y="2168207"/>
              <a:ext cx="1861820" cy="2494915"/>
            </a:xfrm>
            <a:custGeom>
              <a:rect b="b" l="l" r="r" t="t"/>
              <a:pathLst>
                <a:path extrusionOk="0" h="2494915" w="1861820">
                  <a:moveTo>
                    <a:pt x="1861693" y="1101801"/>
                  </a:moveTo>
                  <a:lnTo>
                    <a:pt x="0" y="1101801"/>
                  </a:lnTo>
                  <a:lnTo>
                    <a:pt x="0" y="1803082"/>
                  </a:lnTo>
                  <a:lnTo>
                    <a:pt x="0" y="2494343"/>
                  </a:lnTo>
                  <a:lnTo>
                    <a:pt x="1861693" y="2494343"/>
                  </a:lnTo>
                  <a:lnTo>
                    <a:pt x="1861693" y="1803082"/>
                  </a:lnTo>
                  <a:lnTo>
                    <a:pt x="1861693" y="1101801"/>
                  </a:lnTo>
                  <a:close/>
                </a:path>
                <a:path extrusionOk="0" h="2494915" w="1861820">
                  <a:moveTo>
                    <a:pt x="1861693" y="400507"/>
                  </a:moveTo>
                  <a:lnTo>
                    <a:pt x="0" y="400507"/>
                  </a:lnTo>
                  <a:lnTo>
                    <a:pt x="0" y="1101788"/>
                  </a:lnTo>
                  <a:lnTo>
                    <a:pt x="1861693" y="1101788"/>
                  </a:lnTo>
                  <a:lnTo>
                    <a:pt x="1861693" y="400507"/>
                  </a:lnTo>
                  <a:close/>
                </a:path>
                <a:path extrusionOk="0" h="2494915" w="1861820">
                  <a:moveTo>
                    <a:pt x="1861693" y="0"/>
                  </a:moveTo>
                  <a:lnTo>
                    <a:pt x="0" y="0"/>
                  </a:lnTo>
                  <a:lnTo>
                    <a:pt x="0" y="400494"/>
                  </a:lnTo>
                  <a:lnTo>
                    <a:pt x="1861693" y="400494"/>
                  </a:lnTo>
                  <a:lnTo>
                    <a:pt x="186169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8" name="Google Shape;2898;p127"/>
            <p:cNvSpPr/>
            <p:nvPr/>
          </p:nvSpPr>
          <p:spPr>
            <a:xfrm>
              <a:off x="3952875" y="1904618"/>
              <a:ext cx="621538" cy="16840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9" name="Google Shape;2899;p127"/>
            <p:cNvSpPr/>
            <p:nvPr/>
          </p:nvSpPr>
          <p:spPr>
            <a:xfrm>
              <a:off x="7433944" y="1904618"/>
              <a:ext cx="427989" cy="16840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0" name="Google Shape;2900;p127"/>
            <p:cNvSpPr/>
            <p:nvPr/>
          </p:nvSpPr>
          <p:spPr>
            <a:xfrm>
              <a:off x="1542669" y="2306700"/>
              <a:ext cx="196850" cy="12585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1" name="Google Shape;2901;p127"/>
            <p:cNvSpPr/>
            <p:nvPr/>
          </p:nvSpPr>
          <p:spPr>
            <a:xfrm>
              <a:off x="4180585" y="2300986"/>
              <a:ext cx="180466" cy="15481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2" name="Google Shape;2902;p127"/>
            <p:cNvSpPr/>
            <p:nvPr/>
          </p:nvSpPr>
          <p:spPr>
            <a:xfrm>
              <a:off x="7594981" y="2351404"/>
              <a:ext cx="100711" cy="1036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3" name="Google Shape;2903;p127"/>
            <p:cNvSpPr/>
            <p:nvPr/>
          </p:nvSpPr>
          <p:spPr>
            <a:xfrm>
              <a:off x="1515744" y="2857627"/>
              <a:ext cx="252349" cy="126237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4" name="Google Shape;2904;p127"/>
            <p:cNvSpPr/>
            <p:nvPr/>
          </p:nvSpPr>
          <p:spPr>
            <a:xfrm>
              <a:off x="3683126" y="2939033"/>
              <a:ext cx="120903" cy="151511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5" name="Google Shape;2905;p127"/>
            <p:cNvSpPr/>
            <p:nvPr/>
          </p:nvSpPr>
          <p:spPr>
            <a:xfrm>
              <a:off x="3893057" y="2996183"/>
              <a:ext cx="137540" cy="14858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6" name="Google Shape;2906;p127"/>
            <p:cNvSpPr/>
            <p:nvPr/>
          </p:nvSpPr>
          <p:spPr>
            <a:xfrm>
              <a:off x="3893057" y="2949955"/>
              <a:ext cx="137540" cy="14859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7" name="Google Shape;2907;p127"/>
            <p:cNvSpPr/>
            <p:nvPr/>
          </p:nvSpPr>
          <p:spPr>
            <a:xfrm>
              <a:off x="4111116" y="2972688"/>
              <a:ext cx="675132" cy="15239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8" name="Google Shape;2908;p127"/>
            <p:cNvSpPr/>
            <p:nvPr/>
          </p:nvSpPr>
          <p:spPr>
            <a:xfrm>
              <a:off x="4114038" y="2703194"/>
              <a:ext cx="144779" cy="207771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9" name="Google Shape;2909;p127"/>
            <p:cNvSpPr/>
            <p:nvPr/>
          </p:nvSpPr>
          <p:spPr>
            <a:xfrm>
              <a:off x="4286345" y="2812669"/>
              <a:ext cx="40417" cy="11722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0" name="Google Shape;2910;p127"/>
            <p:cNvSpPr/>
            <p:nvPr/>
          </p:nvSpPr>
          <p:spPr>
            <a:xfrm>
              <a:off x="4352035" y="2892170"/>
              <a:ext cx="94361" cy="12445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1" name="Google Shape;2911;p127"/>
            <p:cNvSpPr/>
            <p:nvPr/>
          </p:nvSpPr>
          <p:spPr>
            <a:xfrm>
              <a:off x="4352035" y="2856483"/>
              <a:ext cx="94361" cy="12573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2" name="Google Shape;2912;p127"/>
            <p:cNvSpPr/>
            <p:nvPr/>
          </p:nvSpPr>
          <p:spPr>
            <a:xfrm>
              <a:off x="4475098" y="2823083"/>
              <a:ext cx="69468" cy="105409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3" name="Google Shape;2913;p127"/>
            <p:cNvSpPr/>
            <p:nvPr/>
          </p:nvSpPr>
          <p:spPr>
            <a:xfrm>
              <a:off x="4277995" y="2672969"/>
              <a:ext cx="116331" cy="106171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4" name="Google Shape;2914;p127"/>
            <p:cNvSpPr/>
            <p:nvPr/>
          </p:nvSpPr>
          <p:spPr>
            <a:xfrm>
              <a:off x="4728305" y="2803525"/>
              <a:ext cx="40417" cy="117221"/>
            </a:xfrm>
            <a:prstGeom prst="rect">
              <a:avLst/>
            </a:pr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5" name="Google Shape;2915;p127"/>
            <p:cNvSpPr/>
            <p:nvPr/>
          </p:nvSpPr>
          <p:spPr>
            <a:xfrm>
              <a:off x="4597653" y="2763519"/>
              <a:ext cx="114935" cy="110362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6" name="Google Shape;2916;p127"/>
            <p:cNvSpPr/>
            <p:nvPr/>
          </p:nvSpPr>
          <p:spPr>
            <a:xfrm>
              <a:off x="4368800" y="3045841"/>
              <a:ext cx="154939" cy="1524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7" name="Google Shape;2917;p127"/>
            <p:cNvSpPr/>
            <p:nvPr/>
          </p:nvSpPr>
          <p:spPr>
            <a:xfrm>
              <a:off x="7045705" y="2924302"/>
              <a:ext cx="114935" cy="110362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8" name="Google Shape;2918;p127"/>
            <p:cNvSpPr/>
            <p:nvPr/>
          </p:nvSpPr>
          <p:spPr>
            <a:xfrm>
              <a:off x="7068311" y="2887451"/>
              <a:ext cx="129590" cy="11831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9" name="Google Shape;2919;p127"/>
            <p:cNvSpPr/>
            <p:nvPr/>
          </p:nvSpPr>
          <p:spPr>
            <a:xfrm>
              <a:off x="7302881" y="2983356"/>
              <a:ext cx="137541" cy="14858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0" name="Google Shape;2920;p127"/>
            <p:cNvSpPr/>
            <p:nvPr/>
          </p:nvSpPr>
          <p:spPr>
            <a:xfrm>
              <a:off x="7302881" y="2937002"/>
              <a:ext cx="137541" cy="14859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1" name="Google Shape;2921;p127"/>
            <p:cNvSpPr/>
            <p:nvPr/>
          </p:nvSpPr>
          <p:spPr>
            <a:xfrm>
              <a:off x="7520940" y="2959734"/>
              <a:ext cx="675131" cy="15239"/>
            </a:xfrm>
            <a:prstGeom prst="rect">
              <a:avLst/>
            </a:pr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2" name="Google Shape;2922;p127"/>
            <p:cNvSpPr/>
            <p:nvPr/>
          </p:nvSpPr>
          <p:spPr>
            <a:xfrm>
              <a:off x="7523860" y="2690367"/>
              <a:ext cx="144780" cy="207645"/>
            </a:xfrm>
            <a:prstGeom prst="rect">
              <a:avLst/>
            </a:pr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3" name="Google Shape;2923;p127"/>
            <p:cNvSpPr/>
            <p:nvPr/>
          </p:nvSpPr>
          <p:spPr>
            <a:xfrm>
              <a:off x="7696200" y="2801366"/>
              <a:ext cx="40258" cy="117221"/>
            </a:xfrm>
            <a:prstGeom prst="rect">
              <a:avLst/>
            </a:pr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4" name="Google Shape;2924;p127"/>
            <p:cNvSpPr/>
            <p:nvPr/>
          </p:nvSpPr>
          <p:spPr>
            <a:xfrm>
              <a:off x="7761858" y="2880741"/>
              <a:ext cx="94234" cy="12573"/>
            </a:xfrm>
            <a:prstGeom prst="rect">
              <a:avLst/>
            </a:pr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5" name="Google Shape;2925;p127"/>
            <p:cNvSpPr/>
            <p:nvPr/>
          </p:nvSpPr>
          <p:spPr>
            <a:xfrm>
              <a:off x="7761858" y="2845180"/>
              <a:ext cx="94234" cy="12446"/>
            </a:xfrm>
            <a:prstGeom prst="rect">
              <a:avLst/>
            </a:pr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6" name="Google Shape;2926;p127"/>
            <p:cNvSpPr/>
            <p:nvPr/>
          </p:nvSpPr>
          <p:spPr>
            <a:xfrm>
              <a:off x="7884921" y="2811652"/>
              <a:ext cx="69342" cy="105410"/>
            </a:xfrm>
            <a:prstGeom prst="rect">
              <a:avLst/>
            </a:pr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7" name="Google Shape;2927;p127"/>
            <p:cNvSpPr/>
            <p:nvPr/>
          </p:nvSpPr>
          <p:spPr>
            <a:xfrm>
              <a:off x="7685785" y="2682620"/>
              <a:ext cx="102489" cy="85089"/>
            </a:xfrm>
            <a:prstGeom prst="rect">
              <a:avLst/>
            </a:prstGeom>
            <a:blipFill rotWithShape="1">
              <a:blip r:embed="rId3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8" name="Google Shape;2928;p127"/>
            <p:cNvSpPr/>
            <p:nvPr/>
          </p:nvSpPr>
          <p:spPr>
            <a:xfrm>
              <a:off x="8007350" y="2750566"/>
              <a:ext cx="114934" cy="110362"/>
            </a:xfrm>
            <a:prstGeom prst="rect">
              <a:avLst/>
            </a:pr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9" name="Google Shape;2929;p127"/>
            <p:cNvSpPr/>
            <p:nvPr/>
          </p:nvSpPr>
          <p:spPr>
            <a:xfrm>
              <a:off x="8138159" y="2790697"/>
              <a:ext cx="40259" cy="117221"/>
            </a:xfrm>
            <a:prstGeom prst="rect">
              <a:avLst/>
            </a:pr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0" name="Google Shape;2930;p127"/>
            <p:cNvSpPr/>
            <p:nvPr/>
          </p:nvSpPr>
          <p:spPr>
            <a:xfrm>
              <a:off x="7793355" y="3076702"/>
              <a:ext cx="125729" cy="110362"/>
            </a:xfrm>
            <a:prstGeom prst="rect">
              <a:avLst/>
            </a:prstGeom>
            <a:blipFill rotWithShape="1">
              <a:blip r:embed="rId3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1" name="Google Shape;2931;p127"/>
            <p:cNvSpPr/>
            <p:nvPr/>
          </p:nvSpPr>
          <p:spPr>
            <a:xfrm>
              <a:off x="1417827" y="3558920"/>
              <a:ext cx="443610" cy="126237"/>
            </a:xfrm>
            <a:prstGeom prst="rect">
              <a:avLst/>
            </a:prstGeom>
            <a:blipFill rotWithShape="1">
              <a:blip r:embed="rId3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2" name="Google Shape;2932;p127"/>
            <p:cNvSpPr/>
            <p:nvPr/>
          </p:nvSpPr>
          <p:spPr>
            <a:xfrm>
              <a:off x="3299714" y="3640327"/>
              <a:ext cx="122047" cy="108585"/>
            </a:xfrm>
            <a:prstGeom prst="rect">
              <a:avLst/>
            </a:prstGeom>
            <a:blipFill rotWithShape="1">
              <a:blip r:embed="rId3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3" name="Google Shape;2933;p127"/>
            <p:cNvSpPr/>
            <p:nvPr/>
          </p:nvSpPr>
          <p:spPr>
            <a:xfrm>
              <a:off x="3448685" y="3557270"/>
              <a:ext cx="70865" cy="106044"/>
            </a:xfrm>
            <a:prstGeom prst="rect">
              <a:avLst/>
            </a:prstGeom>
            <a:blipFill rotWithShape="1">
              <a:blip r:embed="rId3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4" name="Google Shape;2934;p127"/>
            <p:cNvSpPr/>
            <p:nvPr/>
          </p:nvSpPr>
          <p:spPr>
            <a:xfrm>
              <a:off x="3623310" y="3697477"/>
              <a:ext cx="137540" cy="14859"/>
            </a:xfrm>
            <a:prstGeom prst="rect">
              <a:avLst/>
            </a:prstGeom>
            <a:blipFill rotWithShape="1">
              <a:blip r:embed="rId4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5" name="Google Shape;2935;p127"/>
            <p:cNvSpPr/>
            <p:nvPr/>
          </p:nvSpPr>
          <p:spPr>
            <a:xfrm>
              <a:off x="3623310" y="3651250"/>
              <a:ext cx="137540" cy="14731"/>
            </a:xfrm>
            <a:prstGeom prst="rect">
              <a:avLst/>
            </a:pr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6" name="Google Shape;2936;p127"/>
            <p:cNvSpPr/>
            <p:nvPr/>
          </p:nvSpPr>
          <p:spPr>
            <a:xfrm>
              <a:off x="3841369" y="3673982"/>
              <a:ext cx="1338071" cy="15240"/>
            </a:xfrm>
            <a:prstGeom prst="rect">
              <a:avLst/>
            </a:prstGeom>
            <a:blipFill rotWithShape="1">
              <a:blip r:embed="rId4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7" name="Google Shape;2937;p127"/>
            <p:cNvSpPr/>
            <p:nvPr/>
          </p:nvSpPr>
          <p:spPr>
            <a:xfrm>
              <a:off x="3844289" y="3404488"/>
              <a:ext cx="144780" cy="207772"/>
            </a:xfrm>
            <a:prstGeom prst="rect">
              <a:avLst/>
            </a:prstGeom>
            <a:blipFill rotWithShape="1">
              <a:blip r:embed="rId4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8" name="Google Shape;2938;p127"/>
            <p:cNvSpPr/>
            <p:nvPr/>
          </p:nvSpPr>
          <p:spPr>
            <a:xfrm>
              <a:off x="4016597" y="3513963"/>
              <a:ext cx="40417" cy="117220"/>
            </a:xfrm>
            <a:prstGeom prst="rect">
              <a:avLst/>
            </a:prstGeom>
            <a:blipFill rotWithShape="1">
              <a:blip r:embed="rId4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9" name="Google Shape;2939;p127"/>
            <p:cNvSpPr/>
            <p:nvPr/>
          </p:nvSpPr>
          <p:spPr>
            <a:xfrm>
              <a:off x="4080764" y="3593338"/>
              <a:ext cx="94361" cy="12573"/>
            </a:xfrm>
            <a:prstGeom prst="rect">
              <a:avLst/>
            </a:prstGeom>
            <a:blipFill rotWithShape="1">
              <a:blip r:embed="rId4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0" name="Google Shape;2940;p127"/>
            <p:cNvSpPr/>
            <p:nvPr/>
          </p:nvSpPr>
          <p:spPr>
            <a:xfrm>
              <a:off x="4080764" y="3557777"/>
              <a:ext cx="94361" cy="12573"/>
            </a:xfrm>
            <a:prstGeom prst="rect">
              <a:avLst/>
            </a:prstGeom>
            <a:blipFill rotWithShape="1">
              <a:blip r:embed="rId4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1" name="Google Shape;2941;p127"/>
            <p:cNvSpPr/>
            <p:nvPr/>
          </p:nvSpPr>
          <p:spPr>
            <a:xfrm>
              <a:off x="4203827" y="3524250"/>
              <a:ext cx="69469" cy="105537"/>
            </a:xfrm>
            <a:prstGeom prst="rect">
              <a:avLst/>
            </a:prstGeom>
            <a:blipFill rotWithShape="1">
              <a:blip r:embed="rId4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2" name="Google Shape;2942;p127"/>
            <p:cNvSpPr/>
            <p:nvPr/>
          </p:nvSpPr>
          <p:spPr>
            <a:xfrm>
              <a:off x="4008120" y="3374263"/>
              <a:ext cx="116331" cy="106172"/>
            </a:xfrm>
            <a:prstGeom prst="rect">
              <a:avLst/>
            </a:prstGeom>
            <a:blipFill rotWithShape="1">
              <a:blip r:embed="rId4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3" name="Google Shape;2943;p127"/>
            <p:cNvSpPr/>
            <p:nvPr/>
          </p:nvSpPr>
          <p:spPr>
            <a:xfrm>
              <a:off x="4304919" y="3402964"/>
              <a:ext cx="748156" cy="219075"/>
            </a:xfrm>
            <a:prstGeom prst="rect">
              <a:avLst/>
            </a:prstGeom>
            <a:blipFill rotWithShape="1">
              <a:blip r:embed="rId4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4" name="Google Shape;2944;p127"/>
            <p:cNvSpPr/>
            <p:nvPr/>
          </p:nvSpPr>
          <p:spPr>
            <a:xfrm>
              <a:off x="5083936" y="3383533"/>
              <a:ext cx="70865" cy="106044"/>
            </a:xfrm>
            <a:prstGeom prst="rect">
              <a:avLst/>
            </a:prstGeom>
            <a:blipFill rotWithShape="1">
              <a:blip r:embed="rId5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5" name="Google Shape;2945;p127"/>
            <p:cNvSpPr/>
            <p:nvPr/>
          </p:nvSpPr>
          <p:spPr>
            <a:xfrm>
              <a:off x="4429759" y="3747135"/>
              <a:ext cx="154939" cy="152400"/>
            </a:xfrm>
            <a:prstGeom prst="rect">
              <a:avLst/>
            </a:prstGeom>
            <a:blipFill rotWithShape="1">
              <a:blip r:embed="rId5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6" name="Google Shape;2946;p127"/>
            <p:cNvSpPr/>
            <p:nvPr/>
          </p:nvSpPr>
          <p:spPr>
            <a:xfrm>
              <a:off x="6671564" y="3633216"/>
              <a:ext cx="92582" cy="110362"/>
            </a:xfrm>
            <a:prstGeom prst="rect">
              <a:avLst/>
            </a:prstGeom>
            <a:blipFill rotWithShape="1">
              <a:blip r:embed="rId5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7" name="Google Shape;2947;p127"/>
            <p:cNvSpPr/>
            <p:nvPr/>
          </p:nvSpPr>
          <p:spPr>
            <a:xfrm>
              <a:off x="6792848" y="3551808"/>
              <a:ext cx="70866" cy="106044"/>
            </a:xfrm>
            <a:prstGeom prst="rect">
              <a:avLst/>
            </a:prstGeom>
            <a:blipFill rotWithShape="1">
              <a:blip r:embed="rId5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8" name="Google Shape;2948;p127"/>
            <p:cNvSpPr/>
            <p:nvPr/>
          </p:nvSpPr>
          <p:spPr>
            <a:xfrm>
              <a:off x="6969125" y="3645788"/>
              <a:ext cx="137414" cy="14859"/>
            </a:xfrm>
            <a:prstGeom prst="rect">
              <a:avLst/>
            </a:pr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9" name="Google Shape;2949;p127"/>
            <p:cNvSpPr/>
            <p:nvPr/>
          </p:nvSpPr>
          <p:spPr>
            <a:xfrm>
              <a:off x="6969125" y="3692144"/>
              <a:ext cx="137414" cy="14858"/>
            </a:xfrm>
            <a:prstGeom prst="rect">
              <a:avLst/>
            </a:prstGeom>
            <a:blipFill rotWithShape="1">
              <a:blip r:embed="rId5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0" name="Google Shape;2950;p127"/>
            <p:cNvSpPr/>
            <p:nvPr/>
          </p:nvSpPr>
          <p:spPr>
            <a:xfrm>
              <a:off x="7187184" y="3668522"/>
              <a:ext cx="1386840" cy="15239"/>
            </a:xfrm>
            <a:prstGeom prst="rect">
              <a:avLst/>
            </a:prstGeom>
            <a:blipFill rotWithShape="1">
              <a:blip r:embed="rId5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1" name="Google Shape;2951;p127"/>
            <p:cNvSpPr/>
            <p:nvPr/>
          </p:nvSpPr>
          <p:spPr>
            <a:xfrm>
              <a:off x="7189978" y="3399027"/>
              <a:ext cx="144779" cy="207772"/>
            </a:xfrm>
            <a:prstGeom prst="rect">
              <a:avLst/>
            </a:prstGeom>
            <a:blipFill rotWithShape="1">
              <a:blip r:embed="rId5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2" name="Google Shape;2952;p127"/>
            <p:cNvSpPr/>
            <p:nvPr/>
          </p:nvSpPr>
          <p:spPr>
            <a:xfrm>
              <a:off x="7362346" y="3510152"/>
              <a:ext cx="40356" cy="117221"/>
            </a:xfrm>
            <a:prstGeom prst="rect">
              <a:avLst/>
            </a:prstGeom>
            <a:blipFill rotWithShape="1">
              <a:blip r:embed="rId5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3" name="Google Shape;2953;p127"/>
            <p:cNvSpPr/>
            <p:nvPr/>
          </p:nvSpPr>
          <p:spPr>
            <a:xfrm>
              <a:off x="7426452" y="3589527"/>
              <a:ext cx="94361" cy="12573"/>
            </a:xfrm>
            <a:prstGeom prst="rect">
              <a:avLst/>
            </a:prstGeom>
            <a:blipFill rotWithShape="1">
              <a:blip r:embed="rId5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4" name="Google Shape;2954;p127"/>
            <p:cNvSpPr/>
            <p:nvPr/>
          </p:nvSpPr>
          <p:spPr>
            <a:xfrm>
              <a:off x="7426452" y="3553967"/>
              <a:ext cx="94361" cy="12446"/>
            </a:xfrm>
            <a:prstGeom prst="rect">
              <a:avLst/>
            </a:prstGeom>
            <a:blipFill rotWithShape="1">
              <a:blip r:embed="rId5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5" name="Google Shape;2955;p127"/>
            <p:cNvSpPr/>
            <p:nvPr/>
          </p:nvSpPr>
          <p:spPr>
            <a:xfrm>
              <a:off x="7549642" y="3520439"/>
              <a:ext cx="69341" cy="105410"/>
            </a:xfrm>
            <a:prstGeom prst="rect">
              <a:avLst/>
            </a:prstGeom>
            <a:blipFill rotWithShape="1">
              <a:blip r:embed="rId6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6" name="Google Shape;2956;p127"/>
            <p:cNvSpPr/>
            <p:nvPr/>
          </p:nvSpPr>
          <p:spPr>
            <a:xfrm>
              <a:off x="7352030" y="3391408"/>
              <a:ext cx="102489" cy="85089"/>
            </a:xfrm>
            <a:prstGeom prst="rect">
              <a:avLst/>
            </a:prstGeom>
            <a:blipFill rotWithShape="1">
              <a:blip r:embed="rId6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7" name="Google Shape;2957;p127"/>
            <p:cNvSpPr/>
            <p:nvPr/>
          </p:nvSpPr>
          <p:spPr>
            <a:xfrm>
              <a:off x="7650733" y="3397503"/>
              <a:ext cx="796798" cy="219202"/>
            </a:xfrm>
            <a:prstGeom prst="rect">
              <a:avLst/>
            </a:prstGeom>
            <a:blipFill rotWithShape="1">
              <a:blip r:embed="rId6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8" name="Google Shape;2958;p127"/>
            <p:cNvSpPr/>
            <p:nvPr/>
          </p:nvSpPr>
          <p:spPr>
            <a:xfrm>
              <a:off x="8478393" y="3378072"/>
              <a:ext cx="70865" cy="106044"/>
            </a:xfrm>
            <a:prstGeom prst="rect">
              <a:avLst/>
            </a:prstGeom>
            <a:blipFill rotWithShape="1">
              <a:blip r:embed="rId6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9" name="Google Shape;2959;p127"/>
            <p:cNvSpPr/>
            <p:nvPr/>
          </p:nvSpPr>
          <p:spPr>
            <a:xfrm>
              <a:off x="7615046" y="3785488"/>
              <a:ext cx="125729" cy="110362"/>
            </a:xfrm>
            <a:prstGeom prst="rect">
              <a:avLst/>
            </a:prstGeom>
            <a:blipFill rotWithShape="1">
              <a:blip r:embed="rId6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0" name="Google Shape;2960;p127"/>
            <p:cNvSpPr/>
            <p:nvPr/>
          </p:nvSpPr>
          <p:spPr>
            <a:xfrm>
              <a:off x="8040623" y="3739895"/>
              <a:ext cx="88900" cy="154178"/>
            </a:xfrm>
            <a:prstGeom prst="rect">
              <a:avLst/>
            </a:prstGeom>
            <a:blipFill rotWithShape="1">
              <a:blip r:embed="rId6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1" name="Google Shape;2961;p127"/>
            <p:cNvSpPr/>
            <p:nvPr/>
          </p:nvSpPr>
          <p:spPr>
            <a:xfrm>
              <a:off x="7814944" y="3821316"/>
              <a:ext cx="137515" cy="14845"/>
            </a:xfrm>
            <a:prstGeom prst="rect">
              <a:avLst/>
            </a:pr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2" name="Google Shape;2962;p127"/>
            <p:cNvSpPr/>
            <p:nvPr/>
          </p:nvSpPr>
          <p:spPr>
            <a:xfrm>
              <a:off x="1161630" y="4255135"/>
              <a:ext cx="459651" cy="126237"/>
            </a:xfrm>
            <a:prstGeom prst="rect">
              <a:avLst/>
            </a:prstGeom>
            <a:blipFill rotWithShape="1">
              <a:blip r:embed="rId6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3" name="Google Shape;2963;p127"/>
            <p:cNvSpPr/>
            <p:nvPr/>
          </p:nvSpPr>
          <p:spPr>
            <a:xfrm>
              <a:off x="1666621" y="4255135"/>
              <a:ext cx="456565" cy="126237"/>
            </a:xfrm>
            <a:prstGeom prst="rect">
              <a:avLst/>
            </a:prstGeom>
            <a:blipFill rotWithShape="1">
              <a:blip r:embed="rId6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4" name="Google Shape;2964;p127"/>
            <p:cNvSpPr/>
            <p:nvPr/>
          </p:nvSpPr>
          <p:spPr>
            <a:xfrm>
              <a:off x="4024121" y="4385945"/>
              <a:ext cx="137540" cy="14859"/>
            </a:xfrm>
            <a:prstGeom prst="rect">
              <a:avLst/>
            </a:pr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5" name="Google Shape;2965;p127"/>
            <p:cNvSpPr/>
            <p:nvPr/>
          </p:nvSpPr>
          <p:spPr>
            <a:xfrm>
              <a:off x="3814952" y="4328795"/>
              <a:ext cx="121920" cy="108457"/>
            </a:xfrm>
            <a:prstGeom prst="rect">
              <a:avLst/>
            </a:prstGeom>
            <a:blipFill rotWithShape="1">
              <a:blip r:embed="rId6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6" name="Google Shape;2966;p127"/>
            <p:cNvSpPr/>
            <p:nvPr/>
          </p:nvSpPr>
          <p:spPr>
            <a:xfrm>
              <a:off x="4024121" y="4339589"/>
              <a:ext cx="137540" cy="14859"/>
            </a:xfrm>
            <a:prstGeom prst="rect">
              <a:avLst/>
            </a:prstGeom>
            <a:blipFill rotWithShape="1">
              <a:blip r:embed="rId4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7" name="Google Shape;2967;p127"/>
            <p:cNvSpPr/>
            <p:nvPr/>
          </p:nvSpPr>
          <p:spPr>
            <a:xfrm>
              <a:off x="4246117" y="4191635"/>
              <a:ext cx="418211" cy="284606"/>
            </a:xfrm>
            <a:prstGeom prst="rect">
              <a:avLst/>
            </a:prstGeom>
            <a:blipFill rotWithShape="1">
              <a:blip r:embed="rId6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8" name="Google Shape;2968;p127"/>
            <p:cNvSpPr/>
            <p:nvPr/>
          </p:nvSpPr>
          <p:spPr>
            <a:xfrm>
              <a:off x="7226300" y="4327016"/>
              <a:ext cx="92582" cy="110362"/>
            </a:xfrm>
            <a:prstGeom prst="rect">
              <a:avLst/>
            </a:prstGeom>
            <a:blipFill rotWithShape="1">
              <a:blip r:embed="rId7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9" name="Google Shape;2969;p127"/>
            <p:cNvSpPr/>
            <p:nvPr/>
          </p:nvSpPr>
          <p:spPr>
            <a:xfrm>
              <a:off x="7409560" y="4339589"/>
              <a:ext cx="137541" cy="14859"/>
            </a:xfrm>
            <a:prstGeom prst="rect">
              <a:avLst/>
            </a:prstGeom>
            <a:blipFill rotWithShape="1">
              <a:blip r:embed="rId7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0" name="Google Shape;2970;p127"/>
            <p:cNvSpPr/>
            <p:nvPr/>
          </p:nvSpPr>
          <p:spPr>
            <a:xfrm>
              <a:off x="7409560" y="4385945"/>
              <a:ext cx="137541" cy="14859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1" name="Google Shape;2971;p127"/>
            <p:cNvSpPr/>
            <p:nvPr/>
          </p:nvSpPr>
          <p:spPr>
            <a:xfrm>
              <a:off x="7631556" y="4191635"/>
              <a:ext cx="387731" cy="284606"/>
            </a:xfrm>
            <a:prstGeom prst="rect">
              <a:avLst/>
            </a:prstGeom>
            <a:blipFill rotWithShape="1">
              <a:blip r:embed="rId7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72" name="Google Shape;2972;p127"/>
          <p:cNvSpPr/>
          <p:nvPr/>
        </p:nvSpPr>
        <p:spPr>
          <a:xfrm>
            <a:off x="554736" y="1449324"/>
            <a:ext cx="2583942" cy="189737"/>
          </a:xfrm>
          <a:prstGeom prst="rect">
            <a:avLst/>
          </a:prstGeom>
          <a:blipFill rotWithShape="1">
            <a:blip r:embed="rId7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6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Google Shape;2977;p128"/>
          <p:cNvSpPr/>
          <p:nvPr/>
        </p:nvSpPr>
        <p:spPr>
          <a:xfrm>
            <a:off x="9333067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78" name="Google Shape;2978;p12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79" name="Google Shape;2979;p12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80" name="Google Shape;2980;p128"/>
          <p:cNvSpPr txBox="1"/>
          <p:nvPr/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3.2. Central Limit Theorem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81" name="Google Shape;2981;p12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82" name="Google Shape;2982;p128"/>
          <p:cNvSpPr/>
          <p:nvPr/>
        </p:nvSpPr>
        <p:spPr>
          <a:xfrm>
            <a:off x="460248" y="1443164"/>
            <a:ext cx="2955798" cy="2339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83" name="Google Shape;2983;p128"/>
          <p:cNvSpPr/>
          <p:nvPr/>
        </p:nvSpPr>
        <p:spPr>
          <a:xfrm>
            <a:off x="682751" y="2324087"/>
            <a:ext cx="5052822" cy="47473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84" name="Google Shape;2984;p128"/>
          <p:cNvSpPr/>
          <p:nvPr/>
        </p:nvSpPr>
        <p:spPr>
          <a:xfrm>
            <a:off x="847344" y="3000755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8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3746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90"/>
                </a:lnTo>
                <a:lnTo>
                  <a:pt x="291084" y="37338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85" name="Google Shape;2985;p128"/>
          <p:cNvSpPr txBox="1"/>
          <p:nvPr/>
        </p:nvSpPr>
        <p:spPr>
          <a:xfrm>
            <a:off x="914501" y="3001136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986" name="Google Shape;2986;p128"/>
          <p:cNvGraphicFramePr/>
          <p:nvPr/>
        </p:nvGraphicFramePr>
        <p:xfrm>
          <a:off x="1423035" y="3002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{5CB56259-AA10-4C71-BC1D-53083881A770}</a:tableStyleId>
              </a:tblPr>
              <a:tblGrid>
                <a:gridCol w="791850"/>
                <a:gridCol w="1151900"/>
                <a:gridCol w="1223650"/>
              </a:tblGrid>
              <a:tr h="42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987" name="Google Shape;2987;p128"/>
          <p:cNvGrpSpPr/>
          <p:nvPr/>
        </p:nvGrpSpPr>
        <p:grpSpPr>
          <a:xfrm>
            <a:off x="2215134" y="3008413"/>
            <a:ext cx="2376805" cy="421640"/>
            <a:chOff x="2215134" y="3008413"/>
            <a:chExt cx="2376805" cy="421640"/>
          </a:xfrm>
        </p:grpSpPr>
        <p:sp>
          <p:nvSpPr>
            <p:cNvPr id="2988" name="Google Shape;2988;p128"/>
            <p:cNvSpPr/>
            <p:nvPr/>
          </p:nvSpPr>
          <p:spPr>
            <a:xfrm>
              <a:off x="2215134" y="3008413"/>
              <a:ext cx="2376805" cy="421640"/>
            </a:xfrm>
            <a:custGeom>
              <a:rect b="b" l="l" r="r" t="t"/>
              <a:pathLst>
                <a:path extrusionOk="0" h="421639" w="2376804">
                  <a:moveTo>
                    <a:pt x="1152131" y="0"/>
                  </a:moveTo>
                  <a:lnTo>
                    <a:pt x="0" y="0"/>
                  </a:lnTo>
                  <a:lnTo>
                    <a:pt x="0" y="421474"/>
                  </a:lnTo>
                  <a:lnTo>
                    <a:pt x="1152131" y="421474"/>
                  </a:lnTo>
                  <a:lnTo>
                    <a:pt x="1152131" y="0"/>
                  </a:lnTo>
                  <a:close/>
                </a:path>
                <a:path extrusionOk="0" h="421639" w="2376804">
                  <a:moveTo>
                    <a:pt x="2376284" y="0"/>
                  </a:moveTo>
                  <a:lnTo>
                    <a:pt x="1152144" y="0"/>
                  </a:lnTo>
                  <a:lnTo>
                    <a:pt x="1152144" y="421474"/>
                  </a:lnTo>
                  <a:lnTo>
                    <a:pt x="2376284" y="421474"/>
                  </a:lnTo>
                  <a:lnTo>
                    <a:pt x="2376284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9" name="Google Shape;2989;p128"/>
            <p:cNvSpPr/>
            <p:nvPr/>
          </p:nvSpPr>
          <p:spPr>
            <a:xfrm>
              <a:off x="2575432" y="3152901"/>
              <a:ext cx="427990" cy="16840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0" name="Google Shape;2990;p128"/>
            <p:cNvSpPr/>
            <p:nvPr/>
          </p:nvSpPr>
          <p:spPr>
            <a:xfrm>
              <a:off x="3867911" y="3171189"/>
              <a:ext cx="187960" cy="927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1" name="Google Shape;2991;p128"/>
            <p:cNvSpPr/>
            <p:nvPr/>
          </p:nvSpPr>
          <p:spPr>
            <a:xfrm>
              <a:off x="3867785" y="3199764"/>
              <a:ext cx="90550" cy="8636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2" name="Google Shape;2992;p128"/>
            <p:cNvSpPr/>
            <p:nvPr/>
          </p:nvSpPr>
          <p:spPr>
            <a:xfrm>
              <a:off x="4009389" y="3234816"/>
              <a:ext cx="34798" cy="889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93" name="Google Shape;2993;p128"/>
          <p:cNvSpPr/>
          <p:nvPr/>
        </p:nvSpPr>
        <p:spPr>
          <a:xfrm>
            <a:off x="1809114" y="3168142"/>
            <a:ext cx="19939" cy="121031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94" name="Google Shape;2994;p128"/>
          <p:cNvSpPr/>
          <p:nvPr/>
        </p:nvSpPr>
        <p:spPr>
          <a:xfrm>
            <a:off x="2750820" y="3578859"/>
            <a:ext cx="75565" cy="13461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95" name="Google Shape;2995;p128"/>
          <p:cNvSpPr/>
          <p:nvPr/>
        </p:nvSpPr>
        <p:spPr>
          <a:xfrm>
            <a:off x="1809495" y="3578859"/>
            <a:ext cx="16129" cy="12572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96" name="Google Shape;2996;p128"/>
          <p:cNvSpPr/>
          <p:nvPr/>
        </p:nvSpPr>
        <p:spPr>
          <a:xfrm>
            <a:off x="1793239" y="4000246"/>
            <a:ext cx="49911" cy="125856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97" name="Google Shape;2997;p128"/>
          <p:cNvSpPr/>
          <p:nvPr/>
        </p:nvSpPr>
        <p:spPr>
          <a:xfrm>
            <a:off x="3968750" y="3578859"/>
            <a:ext cx="16128" cy="12572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98" name="Google Shape;2998;p128"/>
          <p:cNvSpPr/>
          <p:nvPr/>
        </p:nvSpPr>
        <p:spPr>
          <a:xfrm>
            <a:off x="2734691" y="4000246"/>
            <a:ext cx="111506" cy="134747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99" name="Google Shape;2999;p128"/>
          <p:cNvSpPr/>
          <p:nvPr/>
        </p:nvSpPr>
        <p:spPr>
          <a:xfrm>
            <a:off x="3905250" y="4000246"/>
            <a:ext cx="145923" cy="125856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0" name="Google Shape;3000;p128"/>
          <p:cNvSpPr/>
          <p:nvPr/>
        </p:nvSpPr>
        <p:spPr>
          <a:xfrm>
            <a:off x="1793367" y="4421759"/>
            <a:ext cx="50164" cy="125857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1" name="Google Shape;3001;p128"/>
          <p:cNvSpPr/>
          <p:nvPr/>
        </p:nvSpPr>
        <p:spPr>
          <a:xfrm>
            <a:off x="2731007" y="4421759"/>
            <a:ext cx="114427" cy="134747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2" name="Google Shape;3002;p128"/>
          <p:cNvSpPr/>
          <p:nvPr/>
        </p:nvSpPr>
        <p:spPr>
          <a:xfrm>
            <a:off x="3905250" y="4421759"/>
            <a:ext cx="145923" cy="125857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3" name="Google Shape;3003;p128"/>
          <p:cNvSpPr/>
          <p:nvPr/>
        </p:nvSpPr>
        <p:spPr>
          <a:xfrm>
            <a:off x="1791335" y="4843271"/>
            <a:ext cx="55625" cy="12572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4" name="Google Shape;3004;p128"/>
          <p:cNvSpPr/>
          <p:nvPr/>
        </p:nvSpPr>
        <p:spPr>
          <a:xfrm>
            <a:off x="2714879" y="4843271"/>
            <a:ext cx="150368" cy="134746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5" name="Google Shape;3005;p128"/>
          <p:cNvSpPr/>
          <p:nvPr/>
        </p:nvSpPr>
        <p:spPr>
          <a:xfrm>
            <a:off x="3952494" y="4843271"/>
            <a:ext cx="51434" cy="12572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6" name="Google Shape;3006;p128"/>
          <p:cNvSpPr/>
          <p:nvPr/>
        </p:nvSpPr>
        <p:spPr>
          <a:xfrm>
            <a:off x="1793875" y="5284089"/>
            <a:ext cx="19557" cy="10617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7" name="Google Shape;3007;p128"/>
          <p:cNvSpPr/>
          <p:nvPr/>
        </p:nvSpPr>
        <p:spPr>
          <a:xfrm>
            <a:off x="2765551" y="5284089"/>
            <a:ext cx="19685" cy="10617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8" name="Google Shape;3008;p128"/>
          <p:cNvSpPr/>
          <p:nvPr/>
        </p:nvSpPr>
        <p:spPr>
          <a:xfrm>
            <a:off x="3953128" y="5284089"/>
            <a:ext cx="19558" cy="10617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9" name="Google Shape;3009;p128"/>
          <p:cNvSpPr/>
          <p:nvPr/>
        </p:nvSpPr>
        <p:spPr>
          <a:xfrm>
            <a:off x="554736" y="1923288"/>
            <a:ext cx="1468374" cy="189737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3" name="Shape 3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4" name="Google Shape;3014;p129"/>
          <p:cNvSpPr/>
          <p:nvPr/>
        </p:nvSpPr>
        <p:spPr>
          <a:xfrm>
            <a:off x="9333067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15" name="Google Shape;3015;p12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16" name="Google Shape;3016;p12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17" name="Google Shape;3017;p129"/>
          <p:cNvSpPr txBox="1"/>
          <p:nvPr/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3.2. Central Limit Theorem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18" name="Google Shape;3018;p129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19" name="Google Shape;3019;p129"/>
          <p:cNvSpPr/>
          <p:nvPr/>
        </p:nvSpPr>
        <p:spPr>
          <a:xfrm>
            <a:off x="682751" y="1804390"/>
            <a:ext cx="4648962" cy="47322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20" name="Google Shape;3020;p129"/>
          <p:cNvSpPr/>
          <p:nvPr/>
        </p:nvSpPr>
        <p:spPr>
          <a:xfrm>
            <a:off x="847344" y="2485644"/>
            <a:ext cx="291465" cy="222885"/>
          </a:xfrm>
          <a:custGeom>
            <a:rect b="b" l="l" r="r" t="t"/>
            <a:pathLst>
              <a:path extrusionOk="0" h="222885" w="291465">
                <a:moveTo>
                  <a:pt x="254000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3"/>
                </a:lnTo>
                <a:lnTo>
                  <a:pt x="0" y="185419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4000" y="222503"/>
                </a:lnTo>
                <a:lnTo>
                  <a:pt x="268436" y="219584"/>
                </a:lnTo>
                <a:lnTo>
                  <a:pt x="280223" y="211629"/>
                </a:lnTo>
                <a:lnTo>
                  <a:pt x="288170" y="199840"/>
                </a:lnTo>
                <a:lnTo>
                  <a:pt x="291084" y="185419"/>
                </a:lnTo>
                <a:lnTo>
                  <a:pt x="291084" y="37083"/>
                </a:lnTo>
                <a:lnTo>
                  <a:pt x="288170" y="22663"/>
                </a:lnTo>
                <a:lnTo>
                  <a:pt x="280223" y="10874"/>
                </a:lnTo>
                <a:lnTo>
                  <a:pt x="268436" y="2919"/>
                </a:lnTo>
                <a:lnTo>
                  <a:pt x="254000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21" name="Google Shape;3021;p129"/>
          <p:cNvSpPr txBox="1"/>
          <p:nvPr/>
        </p:nvSpPr>
        <p:spPr>
          <a:xfrm>
            <a:off x="914501" y="2485389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022" name="Google Shape;3022;p129"/>
          <p:cNvGraphicFramePr/>
          <p:nvPr/>
        </p:nvGraphicFramePr>
        <p:xfrm>
          <a:off x="1314958" y="24785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{5CB56259-AA10-4C71-BC1D-53083881A770}</a:tableStyleId>
              </a:tblPr>
              <a:tblGrid>
                <a:gridCol w="791850"/>
                <a:gridCol w="1151900"/>
                <a:gridCol w="12236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023" name="Google Shape;3023;p129"/>
          <p:cNvGrpSpPr/>
          <p:nvPr/>
        </p:nvGrpSpPr>
        <p:grpSpPr>
          <a:xfrm>
            <a:off x="2107057" y="2484881"/>
            <a:ext cx="2376805" cy="304800"/>
            <a:chOff x="2107057" y="2484881"/>
            <a:chExt cx="2376805" cy="304800"/>
          </a:xfrm>
        </p:grpSpPr>
        <p:sp>
          <p:nvSpPr>
            <p:cNvPr id="3024" name="Google Shape;3024;p129"/>
            <p:cNvSpPr/>
            <p:nvPr/>
          </p:nvSpPr>
          <p:spPr>
            <a:xfrm>
              <a:off x="2107057" y="2484881"/>
              <a:ext cx="2376805" cy="304800"/>
            </a:xfrm>
            <a:custGeom>
              <a:rect b="b" l="l" r="r" t="t"/>
              <a:pathLst>
                <a:path extrusionOk="0" h="304800" w="2376804">
                  <a:moveTo>
                    <a:pt x="1152131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152131" y="304800"/>
                  </a:lnTo>
                  <a:lnTo>
                    <a:pt x="1152131" y="0"/>
                  </a:lnTo>
                  <a:close/>
                </a:path>
                <a:path extrusionOk="0" h="304800" w="2376804">
                  <a:moveTo>
                    <a:pt x="2376284" y="0"/>
                  </a:moveTo>
                  <a:lnTo>
                    <a:pt x="1152144" y="0"/>
                  </a:lnTo>
                  <a:lnTo>
                    <a:pt x="1152144" y="304800"/>
                  </a:lnTo>
                  <a:lnTo>
                    <a:pt x="2376284" y="304800"/>
                  </a:lnTo>
                  <a:lnTo>
                    <a:pt x="2376284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5" name="Google Shape;3025;p129"/>
            <p:cNvSpPr/>
            <p:nvPr/>
          </p:nvSpPr>
          <p:spPr>
            <a:xfrm>
              <a:off x="2467483" y="2571115"/>
              <a:ext cx="427990" cy="16840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6" name="Google Shape;3026;p129"/>
            <p:cNvSpPr/>
            <p:nvPr/>
          </p:nvSpPr>
          <p:spPr>
            <a:xfrm>
              <a:off x="3759835" y="2589403"/>
              <a:ext cx="187960" cy="914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7" name="Google Shape;3027;p129"/>
            <p:cNvSpPr/>
            <p:nvPr/>
          </p:nvSpPr>
          <p:spPr>
            <a:xfrm>
              <a:off x="3759708" y="2617978"/>
              <a:ext cx="90550" cy="8636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8" name="Google Shape;3028;p129"/>
            <p:cNvSpPr/>
            <p:nvPr/>
          </p:nvSpPr>
          <p:spPr>
            <a:xfrm>
              <a:off x="3901313" y="2652903"/>
              <a:ext cx="34798" cy="89026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29" name="Google Shape;3029;p129"/>
          <p:cNvSpPr/>
          <p:nvPr/>
        </p:nvSpPr>
        <p:spPr>
          <a:xfrm>
            <a:off x="1701038" y="2586227"/>
            <a:ext cx="19938" cy="12115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0" name="Google Shape;3030;p129"/>
          <p:cNvSpPr/>
          <p:nvPr/>
        </p:nvSpPr>
        <p:spPr>
          <a:xfrm>
            <a:off x="1701545" y="2878582"/>
            <a:ext cx="16129" cy="12572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1" name="Google Shape;3031;p129"/>
          <p:cNvSpPr/>
          <p:nvPr/>
        </p:nvSpPr>
        <p:spPr>
          <a:xfrm>
            <a:off x="2594101" y="2878582"/>
            <a:ext cx="174625" cy="134746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2" name="Google Shape;3032;p129"/>
          <p:cNvSpPr/>
          <p:nvPr/>
        </p:nvSpPr>
        <p:spPr>
          <a:xfrm>
            <a:off x="3774440" y="2878582"/>
            <a:ext cx="188975" cy="12572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3" name="Google Shape;3033;p129"/>
          <p:cNvSpPr/>
          <p:nvPr/>
        </p:nvSpPr>
        <p:spPr>
          <a:xfrm>
            <a:off x="1685289" y="3179952"/>
            <a:ext cx="49784" cy="12573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4" name="Google Shape;3034;p129"/>
          <p:cNvSpPr/>
          <p:nvPr/>
        </p:nvSpPr>
        <p:spPr>
          <a:xfrm>
            <a:off x="2577845" y="3179952"/>
            <a:ext cx="209804" cy="134747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5" name="Google Shape;3035;p129"/>
          <p:cNvSpPr/>
          <p:nvPr/>
        </p:nvSpPr>
        <p:spPr>
          <a:xfrm>
            <a:off x="3790696" y="3179952"/>
            <a:ext cx="157479" cy="12573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6" name="Google Shape;3036;p129"/>
          <p:cNvSpPr/>
          <p:nvPr/>
        </p:nvSpPr>
        <p:spPr>
          <a:xfrm>
            <a:off x="1685289" y="3481323"/>
            <a:ext cx="50292" cy="125730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7" name="Google Shape;3037;p129"/>
          <p:cNvSpPr/>
          <p:nvPr/>
        </p:nvSpPr>
        <p:spPr>
          <a:xfrm>
            <a:off x="3790696" y="3481323"/>
            <a:ext cx="157479" cy="12573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8" name="Google Shape;3038;p129"/>
          <p:cNvSpPr/>
          <p:nvPr/>
        </p:nvSpPr>
        <p:spPr>
          <a:xfrm>
            <a:off x="2574289" y="3481323"/>
            <a:ext cx="213360" cy="134746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9" name="Google Shape;3039;p129"/>
          <p:cNvSpPr/>
          <p:nvPr/>
        </p:nvSpPr>
        <p:spPr>
          <a:xfrm>
            <a:off x="1683385" y="3782695"/>
            <a:ext cx="55498" cy="125730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40" name="Google Shape;3040;p129"/>
          <p:cNvSpPr/>
          <p:nvPr/>
        </p:nvSpPr>
        <p:spPr>
          <a:xfrm>
            <a:off x="2558033" y="3782695"/>
            <a:ext cx="249428" cy="134747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41" name="Google Shape;3041;p129"/>
          <p:cNvSpPr/>
          <p:nvPr/>
        </p:nvSpPr>
        <p:spPr>
          <a:xfrm>
            <a:off x="3844544" y="3782695"/>
            <a:ext cx="51307" cy="12573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42" name="Google Shape;3042;p129"/>
          <p:cNvSpPr/>
          <p:nvPr/>
        </p:nvSpPr>
        <p:spPr>
          <a:xfrm>
            <a:off x="1685798" y="4103370"/>
            <a:ext cx="19684" cy="1062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43" name="Google Shape;3043;p129"/>
          <p:cNvSpPr/>
          <p:nvPr/>
        </p:nvSpPr>
        <p:spPr>
          <a:xfrm>
            <a:off x="2657601" y="4103370"/>
            <a:ext cx="19558" cy="1062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44" name="Google Shape;3044;p129"/>
          <p:cNvSpPr/>
          <p:nvPr/>
        </p:nvSpPr>
        <p:spPr>
          <a:xfrm>
            <a:off x="3845052" y="4103370"/>
            <a:ext cx="19685" cy="10629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45" name="Google Shape;3045;p129"/>
          <p:cNvSpPr/>
          <p:nvPr/>
        </p:nvSpPr>
        <p:spPr>
          <a:xfrm>
            <a:off x="554736" y="1449324"/>
            <a:ext cx="1468374" cy="189737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9" name="Shape 3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0" name="Google Shape;3050;p130"/>
          <p:cNvSpPr/>
          <p:nvPr/>
        </p:nvSpPr>
        <p:spPr>
          <a:xfrm>
            <a:off x="9331604" y="6524434"/>
            <a:ext cx="11338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51" name="Google Shape;3051;p13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52" name="Google Shape;3052;p13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53" name="Google Shape;3053;p130"/>
          <p:cNvSpPr txBox="1"/>
          <p:nvPr/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3.2. Central Limit Theorem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54" name="Google Shape;3054;p130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55" name="Google Shape;3055;p130"/>
          <p:cNvSpPr/>
          <p:nvPr/>
        </p:nvSpPr>
        <p:spPr>
          <a:xfrm>
            <a:off x="682751" y="5256276"/>
            <a:ext cx="4414266" cy="45951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56" name="Google Shape;3056;p130"/>
          <p:cNvSpPr txBox="1"/>
          <p:nvPr/>
        </p:nvSpPr>
        <p:spPr>
          <a:xfrm>
            <a:off x="1676780" y="1882901"/>
            <a:ext cx="461009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 = 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7" name="Google Shape;3057;p130"/>
          <p:cNvSpPr txBox="1"/>
          <p:nvPr/>
        </p:nvSpPr>
        <p:spPr>
          <a:xfrm>
            <a:off x="3814064" y="1882901"/>
            <a:ext cx="461009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 = 5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8" name="Google Shape;3058;p130"/>
          <p:cNvSpPr txBox="1"/>
          <p:nvPr/>
        </p:nvSpPr>
        <p:spPr>
          <a:xfrm>
            <a:off x="6082410" y="1882901"/>
            <a:ext cx="5607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 = 10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9" name="Google Shape;3059;p130"/>
          <p:cNvSpPr txBox="1"/>
          <p:nvPr/>
        </p:nvSpPr>
        <p:spPr>
          <a:xfrm>
            <a:off x="8277225" y="1882901"/>
            <a:ext cx="5607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 = 50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0" name="Google Shape;3060;p130"/>
          <p:cNvGrpSpPr/>
          <p:nvPr/>
        </p:nvGrpSpPr>
        <p:grpSpPr>
          <a:xfrm>
            <a:off x="977026" y="2261708"/>
            <a:ext cx="184135" cy="2271429"/>
            <a:chOff x="977026" y="2261708"/>
            <a:chExt cx="184135" cy="2271429"/>
          </a:xfrm>
        </p:grpSpPr>
        <p:sp>
          <p:nvSpPr>
            <p:cNvPr id="3061" name="Google Shape;3061;p130"/>
            <p:cNvSpPr/>
            <p:nvPr/>
          </p:nvSpPr>
          <p:spPr>
            <a:xfrm>
              <a:off x="1080516" y="2348483"/>
              <a:ext cx="80645" cy="2167255"/>
            </a:xfrm>
            <a:custGeom>
              <a:rect b="b" l="l" r="r" t="t"/>
              <a:pathLst>
                <a:path extrusionOk="0" h="2167254" w="80644">
                  <a:moveTo>
                    <a:pt x="77724" y="0"/>
                  </a:moveTo>
                  <a:lnTo>
                    <a:pt x="77724" y="2167001"/>
                  </a:lnTo>
                </a:path>
                <a:path extrusionOk="0" h="2167254" w="80644">
                  <a:moveTo>
                    <a:pt x="0" y="0"/>
                  </a:moveTo>
                  <a:lnTo>
                    <a:pt x="80645" y="0"/>
                  </a:lnTo>
                </a:path>
                <a:path extrusionOk="0" h="2167254" w="80644">
                  <a:moveTo>
                    <a:pt x="0" y="2167128"/>
                  </a:moveTo>
                  <a:lnTo>
                    <a:pt x="80645" y="2167128"/>
                  </a:lnTo>
                </a:path>
                <a:path extrusionOk="0" h="2167254" w="80644">
                  <a:moveTo>
                    <a:pt x="0" y="1732788"/>
                  </a:moveTo>
                  <a:lnTo>
                    <a:pt x="80645" y="1732788"/>
                  </a:lnTo>
                </a:path>
                <a:path extrusionOk="0" h="2167254" w="80644">
                  <a:moveTo>
                    <a:pt x="0" y="1299971"/>
                  </a:moveTo>
                  <a:lnTo>
                    <a:pt x="80645" y="1299971"/>
                  </a:lnTo>
                </a:path>
                <a:path extrusionOk="0" h="2167254" w="80644">
                  <a:moveTo>
                    <a:pt x="0" y="432815"/>
                  </a:moveTo>
                  <a:lnTo>
                    <a:pt x="80645" y="432815"/>
                  </a:lnTo>
                </a:path>
                <a:path extrusionOk="0" h="2167254" w="80644">
                  <a:moveTo>
                    <a:pt x="0" y="865631"/>
                  </a:moveTo>
                  <a:lnTo>
                    <a:pt x="80645" y="865631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2" name="Google Shape;3062;p130"/>
            <p:cNvSpPr/>
            <p:nvPr/>
          </p:nvSpPr>
          <p:spPr>
            <a:xfrm>
              <a:off x="977026" y="3124292"/>
              <a:ext cx="70723" cy="18659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3" name="Google Shape;3063;p130"/>
            <p:cNvSpPr/>
            <p:nvPr/>
          </p:nvSpPr>
          <p:spPr>
            <a:xfrm>
              <a:off x="977026" y="3558595"/>
              <a:ext cx="70723" cy="18511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4" name="Google Shape;3064;p130"/>
            <p:cNvSpPr/>
            <p:nvPr/>
          </p:nvSpPr>
          <p:spPr>
            <a:xfrm>
              <a:off x="977026" y="4000602"/>
              <a:ext cx="70723" cy="1682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5" name="Google Shape;3065;p130"/>
            <p:cNvSpPr/>
            <p:nvPr/>
          </p:nvSpPr>
          <p:spPr>
            <a:xfrm>
              <a:off x="977026" y="4503746"/>
              <a:ext cx="70723" cy="29391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6" name="Google Shape;3066;p130"/>
            <p:cNvSpPr/>
            <p:nvPr/>
          </p:nvSpPr>
          <p:spPr>
            <a:xfrm>
              <a:off x="977026" y="2261708"/>
              <a:ext cx="70723" cy="18659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7" name="Google Shape;3067;p130"/>
            <p:cNvSpPr/>
            <p:nvPr/>
          </p:nvSpPr>
          <p:spPr>
            <a:xfrm>
              <a:off x="977026" y="2696011"/>
              <a:ext cx="70723" cy="18511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68" name="Google Shape;3068;p130"/>
          <p:cNvSpPr/>
          <p:nvPr/>
        </p:nvSpPr>
        <p:spPr>
          <a:xfrm>
            <a:off x="707212" y="3203471"/>
            <a:ext cx="134797" cy="450318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069" name="Google Shape;3069;p130"/>
          <p:cNvGrpSpPr/>
          <p:nvPr/>
        </p:nvGrpSpPr>
        <p:grpSpPr>
          <a:xfrm>
            <a:off x="1213103" y="2273807"/>
            <a:ext cx="1354963" cy="2400173"/>
            <a:chOff x="1213103" y="2273807"/>
            <a:chExt cx="1354963" cy="2400173"/>
          </a:xfrm>
        </p:grpSpPr>
        <p:sp>
          <p:nvSpPr>
            <p:cNvPr id="3070" name="Google Shape;3070;p130"/>
            <p:cNvSpPr/>
            <p:nvPr/>
          </p:nvSpPr>
          <p:spPr>
            <a:xfrm>
              <a:off x="1213103" y="4594859"/>
              <a:ext cx="1354455" cy="0"/>
            </a:xfrm>
            <a:custGeom>
              <a:rect b="b" l="l" r="r" t="t"/>
              <a:pathLst>
                <a:path extrusionOk="0" h="120000" w="1354455">
                  <a:moveTo>
                    <a:pt x="0" y="0"/>
                  </a:moveTo>
                  <a:lnTo>
                    <a:pt x="1354455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1" name="Google Shape;3071;p130"/>
            <p:cNvSpPr/>
            <p:nvPr/>
          </p:nvSpPr>
          <p:spPr>
            <a:xfrm>
              <a:off x="1216151" y="4593335"/>
              <a:ext cx="1351915" cy="80645"/>
            </a:xfrm>
            <a:custGeom>
              <a:rect b="b" l="l" r="r" t="t"/>
              <a:pathLst>
                <a:path extrusionOk="0" h="80645" w="1351914">
                  <a:moveTo>
                    <a:pt x="0" y="80644"/>
                  </a:moveTo>
                  <a:lnTo>
                    <a:pt x="0" y="0"/>
                  </a:lnTo>
                </a:path>
                <a:path extrusionOk="0" h="80645" w="1351914">
                  <a:moveTo>
                    <a:pt x="1351787" y="80644"/>
                  </a:moveTo>
                  <a:lnTo>
                    <a:pt x="1351787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2" name="Google Shape;3072;p130"/>
            <p:cNvSpPr/>
            <p:nvPr/>
          </p:nvSpPr>
          <p:spPr>
            <a:xfrm>
              <a:off x="1487423" y="4593335"/>
              <a:ext cx="0" cy="80645"/>
            </a:xfrm>
            <a:custGeom>
              <a:rect b="b" l="l" r="r" t="t"/>
              <a:pathLst>
                <a:path extrusionOk="0" h="80645" w="120000">
                  <a:moveTo>
                    <a:pt x="0" y="8064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3" name="Google Shape;3073;p130"/>
            <p:cNvSpPr/>
            <p:nvPr/>
          </p:nvSpPr>
          <p:spPr>
            <a:xfrm>
              <a:off x="1757171" y="4593335"/>
              <a:ext cx="539750" cy="80645"/>
            </a:xfrm>
            <a:custGeom>
              <a:rect b="b" l="l" r="r" t="t"/>
              <a:pathLst>
                <a:path extrusionOk="0" h="80645" w="539750">
                  <a:moveTo>
                    <a:pt x="0" y="80644"/>
                  </a:moveTo>
                  <a:lnTo>
                    <a:pt x="0" y="0"/>
                  </a:lnTo>
                </a:path>
                <a:path extrusionOk="0" h="80645" w="539750">
                  <a:moveTo>
                    <a:pt x="269747" y="80644"/>
                  </a:moveTo>
                  <a:lnTo>
                    <a:pt x="269747" y="0"/>
                  </a:lnTo>
                </a:path>
                <a:path extrusionOk="0" h="80645" w="539750">
                  <a:moveTo>
                    <a:pt x="539495" y="80644"/>
                  </a:moveTo>
                  <a:lnTo>
                    <a:pt x="539495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4" name="Google Shape;3074;p130"/>
            <p:cNvSpPr/>
            <p:nvPr/>
          </p:nvSpPr>
          <p:spPr>
            <a:xfrm>
              <a:off x="1880615" y="2348483"/>
              <a:ext cx="24765" cy="2169160"/>
            </a:xfrm>
            <a:custGeom>
              <a:rect b="b" l="l" r="r" t="t"/>
              <a:pathLst>
                <a:path extrusionOk="0" h="2169160" w="24764">
                  <a:moveTo>
                    <a:pt x="24383" y="0"/>
                  </a:moveTo>
                  <a:lnTo>
                    <a:pt x="0" y="0"/>
                  </a:lnTo>
                  <a:lnTo>
                    <a:pt x="0" y="2168652"/>
                  </a:lnTo>
                  <a:lnTo>
                    <a:pt x="24383" y="2168652"/>
                  </a:lnTo>
                  <a:lnTo>
                    <a:pt x="24383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5" name="Google Shape;3075;p130"/>
            <p:cNvSpPr/>
            <p:nvPr/>
          </p:nvSpPr>
          <p:spPr>
            <a:xfrm>
              <a:off x="1909571" y="2273807"/>
              <a:ext cx="0" cy="2317750"/>
            </a:xfrm>
            <a:custGeom>
              <a:rect b="b" l="l" r="r" t="t"/>
              <a:pathLst>
                <a:path extrusionOk="0" h="2317750" w="120000">
                  <a:moveTo>
                    <a:pt x="0" y="0"/>
                  </a:moveTo>
                  <a:lnTo>
                    <a:pt x="0" y="2317496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76" name="Google Shape;3076;p130"/>
          <p:cNvSpPr/>
          <p:nvPr/>
        </p:nvSpPr>
        <p:spPr>
          <a:xfrm>
            <a:off x="1178252" y="4730543"/>
            <a:ext cx="85905" cy="69294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77" name="Google Shape;3077;p130"/>
          <p:cNvSpPr/>
          <p:nvPr/>
        </p:nvSpPr>
        <p:spPr>
          <a:xfrm>
            <a:off x="1446316" y="4730543"/>
            <a:ext cx="83017" cy="69294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78" name="Google Shape;3078;p130"/>
          <p:cNvSpPr/>
          <p:nvPr/>
        </p:nvSpPr>
        <p:spPr>
          <a:xfrm>
            <a:off x="2537714" y="4730543"/>
            <a:ext cx="67563" cy="69294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79" name="Google Shape;3079;p130"/>
          <p:cNvSpPr/>
          <p:nvPr/>
        </p:nvSpPr>
        <p:spPr>
          <a:xfrm>
            <a:off x="1213103" y="3419855"/>
            <a:ext cx="24765" cy="1097280"/>
          </a:xfrm>
          <a:custGeom>
            <a:rect b="b" l="l" r="r" t="t"/>
            <a:pathLst>
              <a:path extrusionOk="0" h="1097279" w="24765">
                <a:moveTo>
                  <a:pt x="24384" y="0"/>
                </a:moveTo>
                <a:lnTo>
                  <a:pt x="0" y="0"/>
                </a:lnTo>
                <a:lnTo>
                  <a:pt x="0" y="1097280"/>
                </a:lnTo>
                <a:lnTo>
                  <a:pt x="24384" y="1097280"/>
                </a:lnTo>
                <a:lnTo>
                  <a:pt x="24384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80" name="Google Shape;3080;p130"/>
          <p:cNvSpPr/>
          <p:nvPr/>
        </p:nvSpPr>
        <p:spPr>
          <a:xfrm>
            <a:off x="2249624" y="4730543"/>
            <a:ext cx="85905" cy="69294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81" name="Google Shape;3081;p130"/>
          <p:cNvSpPr/>
          <p:nvPr/>
        </p:nvSpPr>
        <p:spPr>
          <a:xfrm>
            <a:off x="1985972" y="4730543"/>
            <a:ext cx="85905" cy="69294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82" name="Google Shape;3082;p130"/>
          <p:cNvSpPr/>
          <p:nvPr/>
        </p:nvSpPr>
        <p:spPr>
          <a:xfrm>
            <a:off x="1722240" y="4730543"/>
            <a:ext cx="84461" cy="69294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83" name="Google Shape;3083;p130"/>
          <p:cNvSpPr/>
          <p:nvPr/>
        </p:nvSpPr>
        <p:spPr>
          <a:xfrm>
            <a:off x="2548127" y="3447288"/>
            <a:ext cx="24765" cy="1069975"/>
          </a:xfrm>
          <a:custGeom>
            <a:rect b="b" l="l" r="r" t="t"/>
            <a:pathLst>
              <a:path extrusionOk="0" h="1069975" w="24764">
                <a:moveTo>
                  <a:pt x="24383" y="0"/>
                </a:moveTo>
                <a:lnTo>
                  <a:pt x="0" y="0"/>
                </a:lnTo>
                <a:lnTo>
                  <a:pt x="0" y="1069848"/>
                </a:lnTo>
                <a:lnTo>
                  <a:pt x="24383" y="1069848"/>
                </a:lnTo>
                <a:lnTo>
                  <a:pt x="24383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084" name="Google Shape;3084;p130"/>
          <p:cNvGrpSpPr/>
          <p:nvPr/>
        </p:nvGrpSpPr>
        <p:grpSpPr>
          <a:xfrm>
            <a:off x="3133486" y="2261708"/>
            <a:ext cx="184134" cy="2271429"/>
            <a:chOff x="3133486" y="2261708"/>
            <a:chExt cx="184134" cy="2271429"/>
          </a:xfrm>
        </p:grpSpPr>
        <p:sp>
          <p:nvSpPr>
            <p:cNvPr id="3085" name="Google Shape;3085;p130"/>
            <p:cNvSpPr/>
            <p:nvPr/>
          </p:nvSpPr>
          <p:spPr>
            <a:xfrm>
              <a:off x="3236975" y="2348483"/>
              <a:ext cx="80645" cy="2167255"/>
            </a:xfrm>
            <a:custGeom>
              <a:rect b="b" l="l" r="r" t="t"/>
              <a:pathLst>
                <a:path extrusionOk="0" h="2167254" w="80645">
                  <a:moveTo>
                    <a:pt x="77724" y="0"/>
                  </a:moveTo>
                  <a:lnTo>
                    <a:pt x="77724" y="2167001"/>
                  </a:lnTo>
                </a:path>
                <a:path extrusionOk="0" h="2167254" w="80645">
                  <a:moveTo>
                    <a:pt x="0" y="0"/>
                  </a:moveTo>
                  <a:lnTo>
                    <a:pt x="80645" y="0"/>
                  </a:lnTo>
                </a:path>
                <a:path extrusionOk="0" h="2167254" w="80645">
                  <a:moveTo>
                    <a:pt x="0" y="2167128"/>
                  </a:moveTo>
                  <a:lnTo>
                    <a:pt x="80645" y="2167128"/>
                  </a:lnTo>
                </a:path>
                <a:path extrusionOk="0" h="2167254" w="80645">
                  <a:moveTo>
                    <a:pt x="0" y="1805939"/>
                  </a:moveTo>
                  <a:lnTo>
                    <a:pt x="80645" y="1805939"/>
                  </a:lnTo>
                </a:path>
                <a:path extrusionOk="0" h="2167254" w="80645">
                  <a:moveTo>
                    <a:pt x="0" y="1444752"/>
                  </a:moveTo>
                  <a:lnTo>
                    <a:pt x="80645" y="1444752"/>
                  </a:lnTo>
                </a:path>
                <a:path extrusionOk="0" h="2167254" w="80645">
                  <a:moveTo>
                    <a:pt x="0" y="361188"/>
                  </a:moveTo>
                  <a:lnTo>
                    <a:pt x="80645" y="361188"/>
                  </a:lnTo>
                </a:path>
                <a:path extrusionOk="0" h="2167254" w="80645">
                  <a:moveTo>
                    <a:pt x="0" y="1083564"/>
                  </a:moveTo>
                  <a:lnTo>
                    <a:pt x="80645" y="1083564"/>
                  </a:lnTo>
                </a:path>
                <a:path extrusionOk="0" h="2167254" w="80645">
                  <a:moveTo>
                    <a:pt x="0" y="722376"/>
                  </a:moveTo>
                  <a:lnTo>
                    <a:pt x="80645" y="722376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6" name="Google Shape;3086;p130"/>
            <p:cNvSpPr/>
            <p:nvPr/>
          </p:nvSpPr>
          <p:spPr>
            <a:xfrm>
              <a:off x="3133486" y="3352820"/>
              <a:ext cx="70723" cy="165333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7" name="Google Shape;3087;p130"/>
            <p:cNvSpPr/>
            <p:nvPr/>
          </p:nvSpPr>
          <p:spPr>
            <a:xfrm>
              <a:off x="3133486" y="3709477"/>
              <a:ext cx="70723" cy="166816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8" name="Google Shape;3088;p130"/>
            <p:cNvSpPr/>
            <p:nvPr/>
          </p:nvSpPr>
          <p:spPr>
            <a:xfrm>
              <a:off x="3133486" y="4082819"/>
              <a:ext cx="70723" cy="147042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9" name="Google Shape;3089;p130"/>
            <p:cNvSpPr/>
            <p:nvPr/>
          </p:nvSpPr>
          <p:spPr>
            <a:xfrm>
              <a:off x="3133486" y="4503746"/>
              <a:ext cx="70723" cy="29391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0" name="Google Shape;3090;p130"/>
            <p:cNvSpPr/>
            <p:nvPr/>
          </p:nvSpPr>
          <p:spPr>
            <a:xfrm>
              <a:off x="3133486" y="2261708"/>
              <a:ext cx="70723" cy="18659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1" name="Google Shape;3091;p130"/>
            <p:cNvSpPr/>
            <p:nvPr/>
          </p:nvSpPr>
          <p:spPr>
            <a:xfrm>
              <a:off x="3133486" y="2977951"/>
              <a:ext cx="70723" cy="18511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2" name="Google Shape;3092;p130"/>
            <p:cNvSpPr/>
            <p:nvPr/>
          </p:nvSpPr>
          <p:spPr>
            <a:xfrm>
              <a:off x="3133486" y="2619774"/>
              <a:ext cx="70723" cy="183623"/>
            </a:xfrm>
            <a:prstGeom prst="rect">
              <a:avLst/>
            </a:pr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93" name="Google Shape;3093;p130"/>
          <p:cNvSpPr/>
          <p:nvPr/>
        </p:nvSpPr>
        <p:spPr>
          <a:xfrm>
            <a:off x="2865145" y="3203471"/>
            <a:ext cx="133324" cy="450318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094" name="Google Shape;3094;p130"/>
          <p:cNvGrpSpPr/>
          <p:nvPr/>
        </p:nvGrpSpPr>
        <p:grpSpPr>
          <a:xfrm>
            <a:off x="3369564" y="2273807"/>
            <a:ext cx="1361059" cy="2400173"/>
            <a:chOff x="3369564" y="2273807"/>
            <a:chExt cx="1361059" cy="2400173"/>
          </a:xfrm>
        </p:grpSpPr>
        <p:sp>
          <p:nvSpPr>
            <p:cNvPr id="3095" name="Google Shape;3095;p130"/>
            <p:cNvSpPr/>
            <p:nvPr/>
          </p:nvSpPr>
          <p:spPr>
            <a:xfrm>
              <a:off x="3369564" y="4594859"/>
              <a:ext cx="1354455" cy="0"/>
            </a:xfrm>
            <a:custGeom>
              <a:rect b="b" l="l" r="r" t="t"/>
              <a:pathLst>
                <a:path extrusionOk="0" h="120000" w="1354454">
                  <a:moveTo>
                    <a:pt x="0" y="0"/>
                  </a:moveTo>
                  <a:lnTo>
                    <a:pt x="1354455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6" name="Google Shape;3096;p130"/>
            <p:cNvSpPr/>
            <p:nvPr/>
          </p:nvSpPr>
          <p:spPr>
            <a:xfrm>
              <a:off x="3374136" y="4593335"/>
              <a:ext cx="0" cy="80645"/>
            </a:xfrm>
            <a:custGeom>
              <a:rect b="b" l="l" r="r" t="t"/>
              <a:pathLst>
                <a:path extrusionOk="0" h="80645" w="120000">
                  <a:moveTo>
                    <a:pt x="0" y="8064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7" name="Google Shape;3097;p130"/>
            <p:cNvSpPr/>
            <p:nvPr/>
          </p:nvSpPr>
          <p:spPr>
            <a:xfrm>
              <a:off x="3643884" y="4593335"/>
              <a:ext cx="1080770" cy="80645"/>
            </a:xfrm>
            <a:custGeom>
              <a:rect b="b" l="l" r="r" t="t"/>
              <a:pathLst>
                <a:path extrusionOk="0" h="80645" w="1080770">
                  <a:moveTo>
                    <a:pt x="1080515" y="80644"/>
                  </a:moveTo>
                  <a:lnTo>
                    <a:pt x="1080515" y="0"/>
                  </a:lnTo>
                </a:path>
                <a:path extrusionOk="0" h="80645" w="1080770">
                  <a:moveTo>
                    <a:pt x="0" y="80644"/>
                  </a:moveTo>
                  <a:lnTo>
                    <a:pt x="0" y="0"/>
                  </a:lnTo>
                </a:path>
                <a:path extrusionOk="0" h="80645" w="1080770">
                  <a:moveTo>
                    <a:pt x="269748" y="80644"/>
                  </a:moveTo>
                  <a:lnTo>
                    <a:pt x="269748" y="0"/>
                  </a:lnTo>
                </a:path>
                <a:path extrusionOk="0" h="80645" w="1080770">
                  <a:moveTo>
                    <a:pt x="539495" y="80644"/>
                  </a:moveTo>
                  <a:lnTo>
                    <a:pt x="539495" y="0"/>
                  </a:lnTo>
                </a:path>
                <a:path extrusionOk="0" h="80645" w="1080770">
                  <a:moveTo>
                    <a:pt x="810767" y="80644"/>
                  </a:moveTo>
                  <a:lnTo>
                    <a:pt x="810767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8" name="Google Shape;3098;p130"/>
            <p:cNvSpPr/>
            <p:nvPr/>
          </p:nvSpPr>
          <p:spPr>
            <a:xfrm>
              <a:off x="4047744" y="2273807"/>
              <a:ext cx="0" cy="2317750"/>
            </a:xfrm>
            <a:custGeom>
              <a:rect b="b" l="l" r="r" t="t"/>
              <a:pathLst>
                <a:path extrusionOk="0" h="2317750" w="120000">
                  <a:moveTo>
                    <a:pt x="0" y="0"/>
                  </a:moveTo>
                  <a:lnTo>
                    <a:pt x="0" y="2317496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9" name="Google Shape;3099;p130"/>
            <p:cNvSpPr/>
            <p:nvPr/>
          </p:nvSpPr>
          <p:spPr>
            <a:xfrm>
              <a:off x="3637788" y="2369819"/>
              <a:ext cx="1092835" cy="2147570"/>
            </a:xfrm>
            <a:custGeom>
              <a:rect b="b" l="l" r="r" t="t"/>
              <a:pathLst>
                <a:path extrusionOk="0" h="2147570" w="1092835">
                  <a:moveTo>
                    <a:pt x="24384" y="1074420"/>
                  </a:moveTo>
                  <a:lnTo>
                    <a:pt x="0" y="1074420"/>
                  </a:lnTo>
                  <a:lnTo>
                    <a:pt x="0" y="2147316"/>
                  </a:lnTo>
                  <a:lnTo>
                    <a:pt x="24384" y="2147316"/>
                  </a:lnTo>
                  <a:lnTo>
                    <a:pt x="24384" y="1074420"/>
                  </a:lnTo>
                  <a:close/>
                </a:path>
                <a:path extrusionOk="0" h="2147570" w="1092835">
                  <a:moveTo>
                    <a:pt x="559308" y="0"/>
                  </a:moveTo>
                  <a:lnTo>
                    <a:pt x="533400" y="0"/>
                  </a:lnTo>
                  <a:lnTo>
                    <a:pt x="533400" y="2147316"/>
                  </a:lnTo>
                  <a:lnTo>
                    <a:pt x="559308" y="2147316"/>
                  </a:lnTo>
                  <a:lnTo>
                    <a:pt x="559308" y="0"/>
                  </a:lnTo>
                  <a:close/>
                </a:path>
                <a:path extrusionOk="0" h="2147570" w="1092835">
                  <a:moveTo>
                    <a:pt x="826008" y="1077468"/>
                  </a:moveTo>
                  <a:lnTo>
                    <a:pt x="801624" y="1077468"/>
                  </a:lnTo>
                  <a:lnTo>
                    <a:pt x="801624" y="2147316"/>
                  </a:lnTo>
                  <a:lnTo>
                    <a:pt x="826008" y="2147316"/>
                  </a:lnTo>
                  <a:lnTo>
                    <a:pt x="826008" y="1077468"/>
                  </a:lnTo>
                  <a:close/>
                </a:path>
                <a:path extrusionOk="0" h="2147570" w="1092835">
                  <a:moveTo>
                    <a:pt x="1092708" y="1923300"/>
                  </a:moveTo>
                  <a:lnTo>
                    <a:pt x="1068324" y="1923300"/>
                  </a:lnTo>
                  <a:lnTo>
                    <a:pt x="1068324" y="2147316"/>
                  </a:lnTo>
                  <a:lnTo>
                    <a:pt x="1092708" y="2147316"/>
                  </a:lnTo>
                  <a:lnTo>
                    <a:pt x="1092708" y="192330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00" name="Google Shape;3100;p130"/>
          <p:cNvSpPr/>
          <p:nvPr/>
        </p:nvSpPr>
        <p:spPr>
          <a:xfrm>
            <a:off x="3334712" y="4730543"/>
            <a:ext cx="85905" cy="69294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01" name="Google Shape;3101;p130"/>
          <p:cNvSpPr/>
          <p:nvPr/>
        </p:nvSpPr>
        <p:spPr>
          <a:xfrm>
            <a:off x="3604471" y="4730543"/>
            <a:ext cx="81322" cy="69294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02" name="Google Shape;3102;p130"/>
          <p:cNvSpPr/>
          <p:nvPr/>
        </p:nvSpPr>
        <p:spPr>
          <a:xfrm>
            <a:off x="4693967" y="4730543"/>
            <a:ext cx="69294" cy="69294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03" name="Google Shape;3103;p130"/>
          <p:cNvSpPr/>
          <p:nvPr/>
        </p:nvSpPr>
        <p:spPr>
          <a:xfrm>
            <a:off x="3369564" y="4293108"/>
            <a:ext cx="26034" cy="224154"/>
          </a:xfrm>
          <a:custGeom>
            <a:rect b="b" l="l" r="r" t="t"/>
            <a:pathLst>
              <a:path extrusionOk="0" h="224154" w="26035">
                <a:moveTo>
                  <a:pt x="25908" y="0"/>
                </a:moveTo>
                <a:lnTo>
                  <a:pt x="0" y="0"/>
                </a:lnTo>
                <a:lnTo>
                  <a:pt x="0" y="224027"/>
                </a:lnTo>
                <a:lnTo>
                  <a:pt x="25908" y="224027"/>
                </a:lnTo>
                <a:lnTo>
                  <a:pt x="25908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04" name="Google Shape;3104;p130"/>
          <p:cNvSpPr/>
          <p:nvPr/>
        </p:nvSpPr>
        <p:spPr>
          <a:xfrm>
            <a:off x="4406084" y="4730543"/>
            <a:ext cx="85905" cy="69294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05" name="Google Shape;3105;p130"/>
          <p:cNvSpPr/>
          <p:nvPr/>
        </p:nvSpPr>
        <p:spPr>
          <a:xfrm>
            <a:off x="4142432" y="4730543"/>
            <a:ext cx="85905" cy="69294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06" name="Google Shape;3106;p130"/>
          <p:cNvSpPr/>
          <p:nvPr/>
        </p:nvSpPr>
        <p:spPr>
          <a:xfrm>
            <a:off x="3878780" y="4730543"/>
            <a:ext cx="85905" cy="69294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07" name="Google Shape;3107;p130"/>
          <p:cNvSpPr/>
          <p:nvPr/>
        </p:nvSpPr>
        <p:spPr>
          <a:xfrm>
            <a:off x="3904488" y="2348483"/>
            <a:ext cx="24765" cy="2169160"/>
          </a:xfrm>
          <a:custGeom>
            <a:rect b="b" l="l" r="r" t="t"/>
            <a:pathLst>
              <a:path extrusionOk="0" h="2169160" w="24764">
                <a:moveTo>
                  <a:pt x="24384" y="0"/>
                </a:moveTo>
                <a:lnTo>
                  <a:pt x="0" y="0"/>
                </a:lnTo>
                <a:lnTo>
                  <a:pt x="0" y="2168652"/>
                </a:lnTo>
                <a:lnTo>
                  <a:pt x="24384" y="2168652"/>
                </a:lnTo>
                <a:lnTo>
                  <a:pt x="24384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108" name="Google Shape;3108;p130"/>
          <p:cNvGrpSpPr/>
          <p:nvPr/>
        </p:nvGrpSpPr>
        <p:grpSpPr>
          <a:xfrm>
            <a:off x="7641383" y="2270862"/>
            <a:ext cx="184229" cy="2262275"/>
            <a:chOff x="7641383" y="2270862"/>
            <a:chExt cx="184229" cy="2262275"/>
          </a:xfrm>
        </p:grpSpPr>
        <p:sp>
          <p:nvSpPr>
            <p:cNvPr id="3109" name="Google Shape;3109;p130"/>
            <p:cNvSpPr/>
            <p:nvPr/>
          </p:nvSpPr>
          <p:spPr>
            <a:xfrm>
              <a:off x="7744967" y="2348483"/>
              <a:ext cx="80645" cy="2167255"/>
            </a:xfrm>
            <a:custGeom>
              <a:rect b="b" l="l" r="r" t="t"/>
              <a:pathLst>
                <a:path extrusionOk="0" h="2167254" w="80645">
                  <a:moveTo>
                    <a:pt x="77724" y="0"/>
                  </a:moveTo>
                  <a:lnTo>
                    <a:pt x="77724" y="2167001"/>
                  </a:lnTo>
                </a:path>
                <a:path extrusionOk="0" h="2167254" w="80645">
                  <a:moveTo>
                    <a:pt x="0" y="0"/>
                  </a:moveTo>
                  <a:lnTo>
                    <a:pt x="80645" y="0"/>
                  </a:lnTo>
                </a:path>
                <a:path extrusionOk="0" h="2167254" w="80645">
                  <a:moveTo>
                    <a:pt x="0" y="2167128"/>
                  </a:moveTo>
                  <a:lnTo>
                    <a:pt x="80645" y="2167128"/>
                  </a:lnTo>
                </a:path>
                <a:path extrusionOk="0" h="2167254" w="80645">
                  <a:moveTo>
                    <a:pt x="0" y="1732788"/>
                  </a:moveTo>
                  <a:lnTo>
                    <a:pt x="80645" y="1732788"/>
                  </a:lnTo>
                </a:path>
                <a:path extrusionOk="0" h="2167254" w="80645">
                  <a:moveTo>
                    <a:pt x="0" y="1299971"/>
                  </a:moveTo>
                  <a:lnTo>
                    <a:pt x="80645" y="1299971"/>
                  </a:lnTo>
                </a:path>
                <a:path extrusionOk="0" h="2167254" w="80645">
                  <a:moveTo>
                    <a:pt x="0" y="865631"/>
                  </a:moveTo>
                  <a:lnTo>
                    <a:pt x="80645" y="865631"/>
                  </a:lnTo>
                </a:path>
                <a:path extrusionOk="0" h="2167254" w="80645">
                  <a:moveTo>
                    <a:pt x="0" y="432815"/>
                  </a:moveTo>
                  <a:lnTo>
                    <a:pt x="80645" y="432815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0" name="Google Shape;3110;p130"/>
            <p:cNvSpPr/>
            <p:nvPr/>
          </p:nvSpPr>
          <p:spPr>
            <a:xfrm>
              <a:off x="7641383" y="3142603"/>
              <a:ext cx="69293" cy="149998"/>
            </a:xfrm>
            <a:prstGeom prst="rect">
              <a:avLst/>
            </a:pr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1" name="Google Shape;3111;p130"/>
            <p:cNvSpPr/>
            <p:nvPr/>
          </p:nvSpPr>
          <p:spPr>
            <a:xfrm>
              <a:off x="7641383" y="3576851"/>
              <a:ext cx="69293" cy="147042"/>
            </a:xfrm>
            <a:prstGeom prst="rect">
              <a:avLst/>
            </a:pr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2" name="Google Shape;3112;p130"/>
            <p:cNvSpPr/>
            <p:nvPr/>
          </p:nvSpPr>
          <p:spPr>
            <a:xfrm>
              <a:off x="7641383" y="4014239"/>
              <a:ext cx="69293" cy="147042"/>
            </a:xfrm>
            <a:prstGeom prst="rect">
              <a:avLst/>
            </a:pr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3" name="Google Shape;3113;p130"/>
            <p:cNvSpPr/>
            <p:nvPr/>
          </p:nvSpPr>
          <p:spPr>
            <a:xfrm>
              <a:off x="7641383" y="4503746"/>
              <a:ext cx="69293" cy="29391"/>
            </a:xfrm>
            <a:prstGeom prst="rect">
              <a:avLst/>
            </a:pr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4" name="Google Shape;3114;p130"/>
            <p:cNvSpPr/>
            <p:nvPr/>
          </p:nvSpPr>
          <p:spPr>
            <a:xfrm>
              <a:off x="7641383" y="2270862"/>
              <a:ext cx="69293" cy="168299"/>
            </a:xfrm>
            <a:prstGeom prst="rect">
              <a:avLst/>
            </a:pr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5" name="Google Shape;3115;p130"/>
            <p:cNvSpPr/>
            <p:nvPr/>
          </p:nvSpPr>
          <p:spPr>
            <a:xfrm>
              <a:off x="7641383" y="2708263"/>
              <a:ext cx="69293" cy="149998"/>
            </a:xfrm>
            <a:prstGeom prst="rect">
              <a:avLst/>
            </a:pr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16" name="Google Shape;3116;p130"/>
          <p:cNvSpPr/>
          <p:nvPr/>
        </p:nvSpPr>
        <p:spPr>
          <a:xfrm>
            <a:off x="7371663" y="3203471"/>
            <a:ext cx="134797" cy="450318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17" name="Google Shape;3117;p130"/>
          <p:cNvSpPr/>
          <p:nvPr/>
        </p:nvSpPr>
        <p:spPr>
          <a:xfrm>
            <a:off x="7842704" y="4730543"/>
            <a:ext cx="85905" cy="69294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18" name="Google Shape;3118;p130"/>
          <p:cNvSpPr/>
          <p:nvPr/>
        </p:nvSpPr>
        <p:spPr>
          <a:xfrm>
            <a:off x="8110767" y="4730543"/>
            <a:ext cx="83017" cy="69294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19" name="Google Shape;3119;p130"/>
          <p:cNvSpPr/>
          <p:nvPr/>
        </p:nvSpPr>
        <p:spPr>
          <a:xfrm>
            <a:off x="9202166" y="4730543"/>
            <a:ext cx="67564" cy="69294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20" name="Google Shape;3120;p130"/>
          <p:cNvSpPr/>
          <p:nvPr/>
        </p:nvSpPr>
        <p:spPr>
          <a:xfrm>
            <a:off x="8914076" y="4730543"/>
            <a:ext cx="85905" cy="69294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21" name="Google Shape;3121;p130"/>
          <p:cNvSpPr/>
          <p:nvPr/>
        </p:nvSpPr>
        <p:spPr>
          <a:xfrm>
            <a:off x="8650344" y="4730543"/>
            <a:ext cx="84461" cy="69294"/>
          </a:xfrm>
          <a:prstGeom prst="rect">
            <a:avLst/>
          </a:pr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22" name="Google Shape;3122;p130"/>
          <p:cNvSpPr/>
          <p:nvPr/>
        </p:nvSpPr>
        <p:spPr>
          <a:xfrm>
            <a:off x="8386691" y="4730543"/>
            <a:ext cx="84461" cy="69294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123" name="Google Shape;3123;p130"/>
          <p:cNvGrpSpPr/>
          <p:nvPr/>
        </p:nvGrpSpPr>
        <p:grpSpPr>
          <a:xfrm>
            <a:off x="7877556" y="2279904"/>
            <a:ext cx="1354455" cy="2394077"/>
            <a:chOff x="7877556" y="2279904"/>
            <a:chExt cx="1354455" cy="2394077"/>
          </a:xfrm>
        </p:grpSpPr>
        <p:sp>
          <p:nvSpPr>
            <p:cNvPr id="3124" name="Google Shape;3124;p130"/>
            <p:cNvSpPr/>
            <p:nvPr/>
          </p:nvSpPr>
          <p:spPr>
            <a:xfrm>
              <a:off x="8561832" y="2279904"/>
              <a:ext cx="0" cy="2317750"/>
            </a:xfrm>
            <a:custGeom>
              <a:rect b="b" l="l" r="r" t="t"/>
              <a:pathLst>
                <a:path extrusionOk="0" h="2317750" w="120000">
                  <a:moveTo>
                    <a:pt x="0" y="0"/>
                  </a:moveTo>
                  <a:lnTo>
                    <a:pt x="0" y="2317496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5" name="Google Shape;3125;p130"/>
            <p:cNvSpPr/>
            <p:nvPr/>
          </p:nvSpPr>
          <p:spPr>
            <a:xfrm>
              <a:off x="8177784" y="2348483"/>
              <a:ext cx="751840" cy="2169160"/>
            </a:xfrm>
            <a:custGeom>
              <a:rect b="b" l="l" r="r" t="t"/>
              <a:pathLst>
                <a:path extrusionOk="0" h="2169160" w="751840">
                  <a:moveTo>
                    <a:pt x="19799" y="2159508"/>
                  </a:moveTo>
                  <a:lnTo>
                    <a:pt x="0" y="2159508"/>
                  </a:lnTo>
                  <a:lnTo>
                    <a:pt x="0" y="2168652"/>
                  </a:lnTo>
                  <a:lnTo>
                    <a:pt x="19799" y="2168652"/>
                  </a:lnTo>
                  <a:lnTo>
                    <a:pt x="19799" y="2159508"/>
                  </a:lnTo>
                  <a:close/>
                </a:path>
                <a:path extrusionOk="0" h="2169160" w="751840">
                  <a:moveTo>
                    <a:pt x="50292" y="2151888"/>
                  </a:moveTo>
                  <a:lnTo>
                    <a:pt x="30480" y="2151888"/>
                  </a:lnTo>
                  <a:lnTo>
                    <a:pt x="30480" y="2168652"/>
                  </a:lnTo>
                  <a:lnTo>
                    <a:pt x="50292" y="2168652"/>
                  </a:lnTo>
                  <a:lnTo>
                    <a:pt x="50292" y="2151888"/>
                  </a:lnTo>
                  <a:close/>
                </a:path>
                <a:path extrusionOk="0" h="2169160" w="751840">
                  <a:moveTo>
                    <a:pt x="80772" y="2127504"/>
                  </a:moveTo>
                  <a:lnTo>
                    <a:pt x="59436" y="2127504"/>
                  </a:lnTo>
                  <a:lnTo>
                    <a:pt x="59436" y="2168652"/>
                  </a:lnTo>
                  <a:lnTo>
                    <a:pt x="80772" y="2168652"/>
                  </a:lnTo>
                  <a:lnTo>
                    <a:pt x="80772" y="2127504"/>
                  </a:lnTo>
                  <a:close/>
                </a:path>
                <a:path extrusionOk="0" h="2169160" w="751840">
                  <a:moveTo>
                    <a:pt x="111252" y="2084832"/>
                  </a:moveTo>
                  <a:lnTo>
                    <a:pt x="89916" y="2084832"/>
                  </a:lnTo>
                  <a:lnTo>
                    <a:pt x="89916" y="2168652"/>
                  </a:lnTo>
                  <a:lnTo>
                    <a:pt x="111252" y="2168652"/>
                  </a:lnTo>
                  <a:lnTo>
                    <a:pt x="111252" y="2084832"/>
                  </a:lnTo>
                  <a:close/>
                </a:path>
                <a:path extrusionOk="0" h="2169160" w="751840">
                  <a:moveTo>
                    <a:pt x="141719" y="1996440"/>
                  </a:moveTo>
                  <a:lnTo>
                    <a:pt x="120396" y="1996440"/>
                  </a:lnTo>
                  <a:lnTo>
                    <a:pt x="120396" y="2168652"/>
                  </a:lnTo>
                  <a:lnTo>
                    <a:pt x="141719" y="2168652"/>
                  </a:lnTo>
                  <a:lnTo>
                    <a:pt x="141719" y="1996440"/>
                  </a:lnTo>
                  <a:close/>
                </a:path>
                <a:path extrusionOk="0" h="2169160" w="751840">
                  <a:moveTo>
                    <a:pt x="172199" y="1865376"/>
                  </a:moveTo>
                  <a:lnTo>
                    <a:pt x="150876" y="1865376"/>
                  </a:lnTo>
                  <a:lnTo>
                    <a:pt x="150876" y="2168652"/>
                  </a:lnTo>
                  <a:lnTo>
                    <a:pt x="172199" y="2168652"/>
                  </a:lnTo>
                  <a:lnTo>
                    <a:pt x="172199" y="1865376"/>
                  </a:lnTo>
                  <a:close/>
                </a:path>
                <a:path extrusionOk="0" h="2169160" w="751840">
                  <a:moveTo>
                    <a:pt x="202692" y="1658124"/>
                  </a:moveTo>
                  <a:lnTo>
                    <a:pt x="181356" y="1658124"/>
                  </a:lnTo>
                  <a:lnTo>
                    <a:pt x="181356" y="2168652"/>
                  </a:lnTo>
                  <a:lnTo>
                    <a:pt x="202692" y="2168652"/>
                  </a:lnTo>
                  <a:lnTo>
                    <a:pt x="202692" y="1658124"/>
                  </a:lnTo>
                  <a:close/>
                </a:path>
                <a:path extrusionOk="0" h="2169160" w="751840">
                  <a:moveTo>
                    <a:pt x="233172" y="1367028"/>
                  </a:moveTo>
                  <a:lnTo>
                    <a:pt x="211836" y="1367028"/>
                  </a:lnTo>
                  <a:lnTo>
                    <a:pt x="211836" y="2168652"/>
                  </a:lnTo>
                  <a:lnTo>
                    <a:pt x="233172" y="2168652"/>
                  </a:lnTo>
                  <a:lnTo>
                    <a:pt x="233172" y="1367028"/>
                  </a:lnTo>
                  <a:close/>
                </a:path>
                <a:path extrusionOk="0" h="2169160" w="751840">
                  <a:moveTo>
                    <a:pt x="263652" y="1034796"/>
                  </a:moveTo>
                  <a:lnTo>
                    <a:pt x="242316" y="1034796"/>
                  </a:lnTo>
                  <a:lnTo>
                    <a:pt x="242316" y="2168652"/>
                  </a:lnTo>
                  <a:lnTo>
                    <a:pt x="263652" y="2168652"/>
                  </a:lnTo>
                  <a:lnTo>
                    <a:pt x="263652" y="1034796"/>
                  </a:lnTo>
                  <a:close/>
                </a:path>
                <a:path extrusionOk="0" h="2169160" w="751840">
                  <a:moveTo>
                    <a:pt x="294119" y="687324"/>
                  </a:moveTo>
                  <a:lnTo>
                    <a:pt x="272796" y="687324"/>
                  </a:lnTo>
                  <a:lnTo>
                    <a:pt x="272796" y="2168652"/>
                  </a:lnTo>
                  <a:lnTo>
                    <a:pt x="294119" y="2168652"/>
                  </a:lnTo>
                  <a:lnTo>
                    <a:pt x="294119" y="687324"/>
                  </a:lnTo>
                  <a:close/>
                </a:path>
                <a:path extrusionOk="0" h="2169160" w="751840">
                  <a:moveTo>
                    <a:pt x="324599" y="361188"/>
                  </a:moveTo>
                  <a:lnTo>
                    <a:pt x="303276" y="361188"/>
                  </a:lnTo>
                  <a:lnTo>
                    <a:pt x="303276" y="2168652"/>
                  </a:lnTo>
                  <a:lnTo>
                    <a:pt x="324599" y="2168652"/>
                  </a:lnTo>
                  <a:lnTo>
                    <a:pt x="324599" y="361188"/>
                  </a:lnTo>
                  <a:close/>
                </a:path>
                <a:path extrusionOk="0" h="2169160" w="751840">
                  <a:moveTo>
                    <a:pt x="355092" y="137160"/>
                  </a:moveTo>
                  <a:lnTo>
                    <a:pt x="333756" y="137160"/>
                  </a:lnTo>
                  <a:lnTo>
                    <a:pt x="333756" y="2168652"/>
                  </a:lnTo>
                  <a:lnTo>
                    <a:pt x="355092" y="2168652"/>
                  </a:lnTo>
                  <a:lnTo>
                    <a:pt x="355092" y="137160"/>
                  </a:lnTo>
                  <a:close/>
                </a:path>
                <a:path extrusionOk="0" h="2169160" w="751840">
                  <a:moveTo>
                    <a:pt x="385572" y="0"/>
                  </a:moveTo>
                  <a:lnTo>
                    <a:pt x="364236" y="0"/>
                  </a:lnTo>
                  <a:lnTo>
                    <a:pt x="364236" y="2168652"/>
                  </a:lnTo>
                  <a:lnTo>
                    <a:pt x="385572" y="2168652"/>
                  </a:lnTo>
                  <a:lnTo>
                    <a:pt x="385572" y="0"/>
                  </a:lnTo>
                  <a:close/>
                </a:path>
                <a:path extrusionOk="0" h="2169160" w="751840">
                  <a:moveTo>
                    <a:pt x="416052" y="114300"/>
                  </a:moveTo>
                  <a:lnTo>
                    <a:pt x="394716" y="114300"/>
                  </a:lnTo>
                  <a:lnTo>
                    <a:pt x="394716" y="2168652"/>
                  </a:lnTo>
                  <a:lnTo>
                    <a:pt x="416052" y="2168652"/>
                  </a:lnTo>
                  <a:lnTo>
                    <a:pt x="416052" y="114300"/>
                  </a:lnTo>
                  <a:close/>
                </a:path>
                <a:path extrusionOk="0" h="2169160" w="751840">
                  <a:moveTo>
                    <a:pt x="446519" y="361188"/>
                  </a:moveTo>
                  <a:lnTo>
                    <a:pt x="425196" y="361188"/>
                  </a:lnTo>
                  <a:lnTo>
                    <a:pt x="425196" y="2168652"/>
                  </a:lnTo>
                  <a:lnTo>
                    <a:pt x="446519" y="2168652"/>
                  </a:lnTo>
                  <a:lnTo>
                    <a:pt x="446519" y="361188"/>
                  </a:lnTo>
                  <a:close/>
                </a:path>
                <a:path extrusionOk="0" h="2169160" w="751840">
                  <a:moveTo>
                    <a:pt x="476999" y="667512"/>
                  </a:moveTo>
                  <a:lnTo>
                    <a:pt x="455676" y="667512"/>
                  </a:lnTo>
                  <a:lnTo>
                    <a:pt x="455676" y="2168652"/>
                  </a:lnTo>
                  <a:lnTo>
                    <a:pt x="476999" y="2168652"/>
                  </a:lnTo>
                  <a:lnTo>
                    <a:pt x="476999" y="667512"/>
                  </a:lnTo>
                  <a:close/>
                </a:path>
                <a:path extrusionOk="0" h="2169160" w="751840">
                  <a:moveTo>
                    <a:pt x="507492" y="1071372"/>
                  </a:moveTo>
                  <a:lnTo>
                    <a:pt x="486156" y="1071372"/>
                  </a:lnTo>
                  <a:lnTo>
                    <a:pt x="486156" y="2168652"/>
                  </a:lnTo>
                  <a:lnTo>
                    <a:pt x="507492" y="2168652"/>
                  </a:lnTo>
                  <a:lnTo>
                    <a:pt x="507492" y="1071372"/>
                  </a:lnTo>
                  <a:close/>
                </a:path>
                <a:path extrusionOk="0" h="2169160" w="751840">
                  <a:moveTo>
                    <a:pt x="537972" y="1411236"/>
                  </a:moveTo>
                  <a:lnTo>
                    <a:pt x="516636" y="1411236"/>
                  </a:lnTo>
                  <a:lnTo>
                    <a:pt x="516636" y="2168652"/>
                  </a:lnTo>
                  <a:lnTo>
                    <a:pt x="537972" y="2168652"/>
                  </a:lnTo>
                  <a:lnTo>
                    <a:pt x="537972" y="1411236"/>
                  </a:lnTo>
                  <a:close/>
                </a:path>
                <a:path extrusionOk="0" h="2169160" w="751840">
                  <a:moveTo>
                    <a:pt x="568452" y="1658124"/>
                  </a:moveTo>
                  <a:lnTo>
                    <a:pt x="547116" y="1658124"/>
                  </a:lnTo>
                  <a:lnTo>
                    <a:pt x="547116" y="2168652"/>
                  </a:lnTo>
                  <a:lnTo>
                    <a:pt x="568452" y="2168652"/>
                  </a:lnTo>
                  <a:lnTo>
                    <a:pt x="568452" y="1658124"/>
                  </a:lnTo>
                  <a:close/>
                </a:path>
                <a:path extrusionOk="0" h="2169160" w="751840">
                  <a:moveTo>
                    <a:pt x="598919" y="1876056"/>
                  </a:moveTo>
                  <a:lnTo>
                    <a:pt x="577596" y="1876056"/>
                  </a:lnTo>
                  <a:lnTo>
                    <a:pt x="577596" y="2168652"/>
                  </a:lnTo>
                  <a:lnTo>
                    <a:pt x="598919" y="2168652"/>
                  </a:lnTo>
                  <a:lnTo>
                    <a:pt x="598919" y="1876056"/>
                  </a:lnTo>
                  <a:close/>
                </a:path>
                <a:path extrusionOk="0" h="2169160" w="751840">
                  <a:moveTo>
                    <a:pt x="629399" y="1996440"/>
                  </a:moveTo>
                  <a:lnTo>
                    <a:pt x="608076" y="1996440"/>
                  </a:lnTo>
                  <a:lnTo>
                    <a:pt x="608076" y="2168652"/>
                  </a:lnTo>
                  <a:lnTo>
                    <a:pt x="629399" y="2168652"/>
                  </a:lnTo>
                  <a:lnTo>
                    <a:pt x="629399" y="1996440"/>
                  </a:lnTo>
                  <a:close/>
                </a:path>
                <a:path extrusionOk="0" h="2169160" w="751840">
                  <a:moveTo>
                    <a:pt x="659892" y="2084832"/>
                  </a:moveTo>
                  <a:lnTo>
                    <a:pt x="638556" y="2084832"/>
                  </a:lnTo>
                  <a:lnTo>
                    <a:pt x="638556" y="2168652"/>
                  </a:lnTo>
                  <a:lnTo>
                    <a:pt x="659892" y="2168652"/>
                  </a:lnTo>
                  <a:lnTo>
                    <a:pt x="659892" y="2084832"/>
                  </a:lnTo>
                  <a:close/>
                </a:path>
                <a:path extrusionOk="0" h="2169160" w="751840">
                  <a:moveTo>
                    <a:pt x="690372" y="2127504"/>
                  </a:moveTo>
                  <a:lnTo>
                    <a:pt x="669036" y="2127504"/>
                  </a:lnTo>
                  <a:lnTo>
                    <a:pt x="669036" y="2168652"/>
                  </a:lnTo>
                  <a:lnTo>
                    <a:pt x="690372" y="2168652"/>
                  </a:lnTo>
                  <a:lnTo>
                    <a:pt x="690372" y="2127504"/>
                  </a:lnTo>
                  <a:close/>
                </a:path>
                <a:path extrusionOk="0" h="2169160" w="751840">
                  <a:moveTo>
                    <a:pt x="720852" y="2151888"/>
                  </a:moveTo>
                  <a:lnTo>
                    <a:pt x="699516" y="2151888"/>
                  </a:lnTo>
                  <a:lnTo>
                    <a:pt x="699516" y="2168652"/>
                  </a:lnTo>
                  <a:lnTo>
                    <a:pt x="720852" y="2168652"/>
                  </a:lnTo>
                  <a:lnTo>
                    <a:pt x="720852" y="2151888"/>
                  </a:lnTo>
                  <a:close/>
                </a:path>
                <a:path extrusionOk="0" h="2169160" w="751840">
                  <a:moveTo>
                    <a:pt x="751319" y="2159508"/>
                  </a:moveTo>
                  <a:lnTo>
                    <a:pt x="729996" y="2159508"/>
                  </a:lnTo>
                  <a:lnTo>
                    <a:pt x="729996" y="2168652"/>
                  </a:lnTo>
                  <a:lnTo>
                    <a:pt x="751319" y="2168652"/>
                  </a:lnTo>
                  <a:lnTo>
                    <a:pt x="751319" y="2159508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6" name="Google Shape;3126;p130"/>
            <p:cNvSpPr/>
            <p:nvPr/>
          </p:nvSpPr>
          <p:spPr>
            <a:xfrm>
              <a:off x="7877556" y="4594860"/>
              <a:ext cx="1354455" cy="0"/>
            </a:xfrm>
            <a:custGeom>
              <a:rect b="b" l="l" r="r" t="t"/>
              <a:pathLst>
                <a:path extrusionOk="0" h="120000" w="1354454">
                  <a:moveTo>
                    <a:pt x="0" y="0"/>
                  </a:moveTo>
                  <a:lnTo>
                    <a:pt x="1354454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7" name="Google Shape;3127;p130"/>
            <p:cNvSpPr/>
            <p:nvPr/>
          </p:nvSpPr>
          <p:spPr>
            <a:xfrm>
              <a:off x="7880604" y="4593336"/>
              <a:ext cx="1350645" cy="80645"/>
            </a:xfrm>
            <a:custGeom>
              <a:rect b="b" l="l" r="r" t="t"/>
              <a:pathLst>
                <a:path extrusionOk="0" h="80645" w="1350645">
                  <a:moveTo>
                    <a:pt x="0" y="80644"/>
                  </a:moveTo>
                  <a:lnTo>
                    <a:pt x="0" y="0"/>
                  </a:lnTo>
                </a:path>
                <a:path extrusionOk="0" h="80645" w="1350645">
                  <a:moveTo>
                    <a:pt x="1350264" y="80644"/>
                  </a:moveTo>
                  <a:lnTo>
                    <a:pt x="1350264" y="0"/>
                  </a:lnTo>
                </a:path>
                <a:path extrusionOk="0" h="80645" w="1350645">
                  <a:moveTo>
                    <a:pt x="269748" y="80644"/>
                  </a:moveTo>
                  <a:lnTo>
                    <a:pt x="269748" y="0"/>
                  </a:lnTo>
                </a:path>
                <a:path extrusionOk="0" h="80645" w="1350645">
                  <a:moveTo>
                    <a:pt x="541020" y="80644"/>
                  </a:moveTo>
                  <a:lnTo>
                    <a:pt x="541020" y="0"/>
                  </a:lnTo>
                </a:path>
                <a:path extrusionOk="0" h="80645" w="1350645">
                  <a:moveTo>
                    <a:pt x="810768" y="80644"/>
                  </a:moveTo>
                  <a:lnTo>
                    <a:pt x="810768" y="0"/>
                  </a:lnTo>
                </a:path>
                <a:path extrusionOk="0" h="80645" w="1350645">
                  <a:moveTo>
                    <a:pt x="1080516" y="80644"/>
                  </a:moveTo>
                  <a:lnTo>
                    <a:pt x="1080516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128" name="Google Shape;3128;p130"/>
          <p:cNvGrpSpPr/>
          <p:nvPr/>
        </p:nvGrpSpPr>
        <p:grpSpPr>
          <a:xfrm>
            <a:off x="5436155" y="2263195"/>
            <a:ext cx="182706" cy="2269942"/>
            <a:chOff x="5436155" y="2263195"/>
            <a:chExt cx="182706" cy="2269942"/>
          </a:xfrm>
        </p:grpSpPr>
        <p:sp>
          <p:nvSpPr>
            <p:cNvPr id="3129" name="Google Shape;3129;p130"/>
            <p:cNvSpPr/>
            <p:nvPr/>
          </p:nvSpPr>
          <p:spPr>
            <a:xfrm>
              <a:off x="5538216" y="2348484"/>
              <a:ext cx="80645" cy="2167255"/>
            </a:xfrm>
            <a:custGeom>
              <a:rect b="b" l="l" r="r" t="t"/>
              <a:pathLst>
                <a:path extrusionOk="0" h="2167254" w="80645">
                  <a:moveTo>
                    <a:pt x="77724" y="0"/>
                  </a:moveTo>
                  <a:lnTo>
                    <a:pt x="77724" y="2167001"/>
                  </a:lnTo>
                </a:path>
                <a:path extrusionOk="0" h="2167254" w="80645">
                  <a:moveTo>
                    <a:pt x="0" y="0"/>
                  </a:moveTo>
                  <a:lnTo>
                    <a:pt x="80645" y="0"/>
                  </a:lnTo>
                </a:path>
                <a:path extrusionOk="0" h="2167254" w="80645">
                  <a:moveTo>
                    <a:pt x="0" y="2167128"/>
                  </a:moveTo>
                  <a:lnTo>
                    <a:pt x="80645" y="2167128"/>
                  </a:lnTo>
                </a:path>
                <a:path extrusionOk="0" h="2167254" w="80645">
                  <a:moveTo>
                    <a:pt x="0" y="1732788"/>
                  </a:moveTo>
                  <a:lnTo>
                    <a:pt x="80645" y="1732788"/>
                  </a:lnTo>
                </a:path>
                <a:path extrusionOk="0" h="2167254" w="80645">
                  <a:moveTo>
                    <a:pt x="0" y="1299971"/>
                  </a:moveTo>
                  <a:lnTo>
                    <a:pt x="80645" y="1299971"/>
                  </a:lnTo>
                </a:path>
                <a:path extrusionOk="0" h="2167254" w="80645">
                  <a:moveTo>
                    <a:pt x="0" y="865631"/>
                  </a:moveTo>
                  <a:lnTo>
                    <a:pt x="80645" y="865631"/>
                  </a:lnTo>
                </a:path>
                <a:path extrusionOk="0" h="2167254" w="80645">
                  <a:moveTo>
                    <a:pt x="0" y="432815"/>
                  </a:moveTo>
                  <a:lnTo>
                    <a:pt x="80645" y="432815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0" name="Google Shape;3130;p130"/>
            <p:cNvSpPr/>
            <p:nvPr/>
          </p:nvSpPr>
          <p:spPr>
            <a:xfrm>
              <a:off x="5436155" y="3134929"/>
              <a:ext cx="69294" cy="166816"/>
            </a:xfrm>
            <a:prstGeom prst="rect">
              <a:avLst/>
            </a:pr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1" name="Google Shape;3131;p130"/>
            <p:cNvSpPr/>
            <p:nvPr/>
          </p:nvSpPr>
          <p:spPr>
            <a:xfrm>
              <a:off x="5436155" y="3564739"/>
              <a:ext cx="69294" cy="168299"/>
            </a:xfrm>
            <a:prstGeom prst="rect">
              <a:avLst/>
            </a:pr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2" name="Google Shape;3132;p130"/>
            <p:cNvSpPr/>
            <p:nvPr/>
          </p:nvSpPr>
          <p:spPr>
            <a:xfrm>
              <a:off x="5436155" y="4012715"/>
              <a:ext cx="69294" cy="147042"/>
            </a:xfrm>
            <a:prstGeom prst="rect">
              <a:avLst/>
            </a:prstGeom>
            <a:blipFill rotWithShape="1">
              <a:blip r:embed="rId3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3" name="Google Shape;3133;p130"/>
            <p:cNvSpPr/>
            <p:nvPr/>
          </p:nvSpPr>
          <p:spPr>
            <a:xfrm>
              <a:off x="5436155" y="4503746"/>
              <a:ext cx="69294" cy="29391"/>
            </a:xfrm>
            <a:prstGeom prst="rect">
              <a:avLst/>
            </a:pr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4" name="Google Shape;3134;p130"/>
            <p:cNvSpPr/>
            <p:nvPr/>
          </p:nvSpPr>
          <p:spPr>
            <a:xfrm>
              <a:off x="5436155" y="2263195"/>
              <a:ext cx="69294" cy="185110"/>
            </a:xfrm>
            <a:prstGeom prst="rect">
              <a:avLst/>
            </a:prstGeom>
            <a:blipFill rotWithShape="1">
              <a:blip r:embed="rId3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5" name="Google Shape;3135;p130"/>
            <p:cNvSpPr/>
            <p:nvPr/>
          </p:nvSpPr>
          <p:spPr>
            <a:xfrm>
              <a:off x="5436155" y="2689952"/>
              <a:ext cx="69294" cy="186597"/>
            </a:xfrm>
            <a:prstGeom prst="rect">
              <a:avLst/>
            </a:prstGeom>
            <a:blipFill rotWithShape="1">
              <a:blip r:embed="rId3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36" name="Google Shape;3136;p130"/>
          <p:cNvSpPr/>
          <p:nvPr/>
        </p:nvSpPr>
        <p:spPr>
          <a:xfrm>
            <a:off x="5166385" y="3203471"/>
            <a:ext cx="133324" cy="450318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37" name="Google Shape;3137;p130"/>
          <p:cNvSpPr/>
          <p:nvPr/>
        </p:nvSpPr>
        <p:spPr>
          <a:xfrm>
            <a:off x="5672328" y="4504944"/>
            <a:ext cx="24765" cy="12700"/>
          </a:xfrm>
          <a:custGeom>
            <a:rect b="b" l="l" r="r" t="t"/>
            <a:pathLst>
              <a:path extrusionOk="0" h="12700" w="24764">
                <a:moveTo>
                  <a:pt x="24384" y="0"/>
                </a:moveTo>
                <a:lnTo>
                  <a:pt x="0" y="0"/>
                </a:lnTo>
                <a:lnTo>
                  <a:pt x="0" y="12191"/>
                </a:lnTo>
                <a:lnTo>
                  <a:pt x="24384" y="12191"/>
                </a:lnTo>
                <a:lnTo>
                  <a:pt x="24384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138" name="Google Shape;3138;p130"/>
          <p:cNvGrpSpPr/>
          <p:nvPr/>
        </p:nvGrpSpPr>
        <p:grpSpPr>
          <a:xfrm>
            <a:off x="5670803" y="2279904"/>
            <a:ext cx="1355217" cy="2394077"/>
            <a:chOff x="5670803" y="2279904"/>
            <a:chExt cx="1355217" cy="2394077"/>
          </a:xfrm>
        </p:grpSpPr>
        <p:sp>
          <p:nvSpPr>
            <p:cNvPr id="3139" name="Google Shape;3139;p130"/>
            <p:cNvSpPr/>
            <p:nvPr/>
          </p:nvSpPr>
          <p:spPr>
            <a:xfrm>
              <a:off x="6336791" y="2348484"/>
              <a:ext cx="24765" cy="2169160"/>
            </a:xfrm>
            <a:custGeom>
              <a:rect b="b" l="l" r="r" t="t"/>
              <a:pathLst>
                <a:path extrusionOk="0" h="2169160" w="24764">
                  <a:moveTo>
                    <a:pt x="24384" y="0"/>
                  </a:moveTo>
                  <a:lnTo>
                    <a:pt x="0" y="0"/>
                  </a:lnTo>
                  <a:lnTo>
                    <a:pt x="0" y="2168652"/>
                  </a:lnTo>
                  <a:lnTo>
                    <a:pt x="24384" y="2168652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0" name="Google Shape;3140;p130"/>
            <p:cNvSpPr/>
            <p:nvPr/>
          </p:nvSpPr>
          <p:spPr>
            <a:xfrm>
              <a:off x="6364223" y="2279904"/>
              <a:ext cx="0" cy="2317750"/>
            </a:xfrm>
            <a:custGeom>
              <a:rect b="b" l="l" r="r" t="t"/>
              <a:pathLst>
                <a:path extrusionOk="0" h="2317750" w="120000">
                  <a:moveTo>
                    <a:pt x="0" y="0"/>
                  </a:moveTo>
                  <a:lnTo>
                    <a:pt x="0" y="2317496"/>
                  </a:lnTo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1" name="Google Shape;3141;p130"/>
            <p:cNvSpPr/>
            <p:nvPr/>
          </p:nvSpPr>
          <p:spPr>
            <a:xfrm>
              <a:off x="5670803" y="4594860"/>
              <a:ext cx="1354455" cy="0"/>
            </a:xfrm>
            <a:custGeom>
              <a:rect b="b" l="l" r="r" t="t"/>
              <a:pathLst>
                <a:path extrusionOk="0" h="120000" w="1354454">
                  <a:moveTo>
                    <a:pt x="0" y="0"/>
                  </a:moveTo>
                  <a:lnTo>
                    <a:pt x="1354454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2" name="Google Shape;3142;p130"/>
            <p:cNvSpPr/>
            <p:nvPr/>
          </p:nvSpPr>
          <p:spPr>
            <a:xfrm>
              <a:off x="5675375" y="4593336"/>
              <a:ext cx="1350645" cy="80645"/>
            </a:xfrm>
            <a:custGeom>
              <a:rect b="b" l="l" r="r" t="t"/>
              <a:pathLst>
                <a:path extrusionOk="0" h="80645" w="1350645">
                  <a:moveTo>
                    <a:pt x="0" y="80644"/>
                  </a:moveTo>
                  <a:lnTo>
                    <a:pt x="0" y="0"/>
                  </a:lnTo>
                </a:path>
                <a:path extrusionOk="0" h="80645" w="1350645">
                  <a:moveTo>
                    <a:pt x="1350264" y="80644"/>
                  </a:moveTo>
                  <a:lnTo>
                    <a:pt x="1350264" y="0"/>
                  </a:lnTo>
                </a:path>
                <a:path extrusionOk="0" h="80645" w="1350645">
                  <a:moveTo>
                    <a:pt x="269748" y="80644"/>
                  </a:moveTo>
                  <a:lnTo>
                    <a:pt x="269748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3" name="Google Shape;3143;p130"/>
            <p:cNvSpPr/>
            <p:nvPr/>
          </p:nvSpPr>
          <p:spPr>
            <a:xfrm>
              <a:off x="6214871" y="4593336"/>
              <a:ext cx="271780" cy="80645"/>
            </a:xfrm>
            <a:custGeom>
              <a:rect b="b" l="l" r="r" t="t"/>
              <a:pathLst>
                <a:path extrusionOk="0" h="80645" w="271779">
                  <a:moveTo>
                    <a:pt x="0" y="80644"/>
                  </a:moveTo>
                  <a:lnTo>
                    <a:pt x="0" y="0"/>
                  </a:lnTo>
                </a:path>
                <a:path extrusionOk="0" h="80645" w="271779">
                  <a:moveTo>
                    <a:pt x="271272" y="80644"/>
                  </a:moveTo>
                  <a:lnTo>
                    <a:pt x="271272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4" name="Google Shape;3144;p130"/>
            <p:cNvSpPr/>
            <p:nvPr/>
          </p:nvSpPr>
          <p:spPr>
            <a:xfrm>
              <a:off x="6755891" y="4593336"/>
              <a:ext cx="0" cy="80645"/>
            </a:xfrm>
            <a:custGeom>
              <a:rect b="b" l="l" r="r" t="t"/>
              <a:pathLst>
                <a:path extrusionOk="0" h="80645" w="120000">
                  <a:moveTo>
                    <a:pt x="0" y="8064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45" name="Google Shape;3145;p130"/>
          <p:cNvSpPr/>
          <p:nvPr/>
        </p:nvSpPr>
        <p:spPr>
          <a:xfrm>
            <a:off x="6070091" y="3491484"/>
            <a:ext cx="24765" cy="1026160"/>
          </a:xfrm>
          <a:custGeom>
            <a:rect b="b" l="l" r="r" t="t"/>
            <a:pathLst>
              <a:path extrusionOk="0" h="1026160" w="24764">
                <a:moveTo>
                  <a:pt x="24384" y="0"/>
                </a:moveTo>
                <a:lnTo>
                  <a:pt x="0" y="0"/>
                </a:lnTo>
                <a:lnTo>
                  <a:pt x="0" y="1025651"/>
                </a:lnTo>
                <a:lnTo>
                  <a:pt x="24384" y="1025651"/>
                </a:lnTo>
                <a:lnTo>
                  <a:pt x="24384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46" name="Google Shape;3146;p130"/>
          <p:cNvSpPr/>
          <p:nvPr/>
        </p:nvSpPr>
        <p:spPr>
          <a:xfrm>
            <a:off x="6734556" y="4130040"/>
            <a:ext cx="26034" cy="387350"/>
          </a:xfrm>
          <a:custGeom>
            <a:rect b="b" l="l" r="r" t="t"/>
            <a:pathLst>
              <a:path extrusionOk="0" h="387350" w="26034">
                <a:moveTo>
                  <a:pt x="25907" y="0"/>
                </a:moveTo>
                <a:lnTo>
                  <a:pt x="0" y="0"/>
                </a:lnTo>
                <a:lnTo>
                  <a:pt x="0" y="387095"/>
                </a:lnTo>
                <a:lnTo>
                  <a:pt x="25907" y="387095"/>
                </a:lnTo>
                <a:lnTo>
                  <a:pt x="25907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47" name="Google Shape;3147;p130"/>
          <p:cNvSpPr/>
          <p:nvPr/>
        </p:nvSpPr>
        <p:spPr>
          <a:xfrm>
            <a:off x="6469379" y="2727960"/>
            <a:ext cx="24765" cy="1789430"/>
          </a:xfrm>
          <a:custGeom>
            <a:rect b="b" l="l" r="r" t="t"/>
            <a:pathLst>
              <a:path extrusionOk="0" h="1789429" w="24764">
                <a:moveTo>
                  <a:pt x="24384" y="0"/>
                </a:moveTo>
                <a:lnTo>
                  <a:pt x="0" y="0"/>
                </a:lnTo>
                <a:lnTo>
                  <a:pt x="0" y="1789176"/>
                </a:lnTo>
                <a:lnTo>
                  <a:pt x="24384" y="1789176"/>
                </a:lnTo>
                <a:lnTo>
                  <a:pt x="24384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48" name="Google Shape;3148;p130"/>
          <p:cNvSpPr/>
          <p:nvPr/>
        </p:nvSpPr>
        <p:spPr>
          <a:xfrm>
            <a:off x="5804915" y="4437888"/>
            <a:ext cx="24765" cy="79375"/>
          </a:xfrm>
          <a:custGeom>
            <a:rect b="b" l="l" r="r" t="t"/>
            <a:pathLst>
              <a:path extrusionOk="0" h="79375" w="24764">
                <a:moveTo>
                  <a:pt x="24384" y="0"/>
                </a:moveTo>
                <a:lnTo>
                  <a:pt x="0" y="0"/>
                </a:lnTo>
                <a:lnTo>
                  <a:pt x="0" y="79248"/>
                </a:lnTo>
                <a:lnTo>
                  <a:pt x="24384" y="79248"/>
                </a:lnTo>
                <a:lnTo>
                  <a:pt x="24384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49" name="Google Shape;3149;p130"/>
          <p:cNvSpPr/>
          <p:nvPr/>
        </p:nvSpPr>
        <p:spPr>
          <a:xfrm>
            <a:off x="7001256" y="4504944"/>
            <a:ext cx="24765" cy="12700"/>
          </a:xfrm>
          <a:custGeom>
            <a:rect b="b" l="l" r="r" t="t"/>
            <a:pathLst>
              <a:path extrusionOk="0" h="12700" w="24765">
                <a:moveTo>
                  <a:pt x="24383" y="0"/>
                </a:moveTo>
                <a:lnTo>
                  <a:pt x="0" y="0"/>
                </a:lnTo>
                <a:lnTo>
                  <a:pt x="0" y="12191"/>
                </a:lnTo>
                <a:lnTo>
                  <a:pt x="24383" y="12191"/>
                </a:lnTo>
                <a:lnTo>
                  <a:pt x="24383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0" name="Google Shape;3150;p130"/>
          <p:cNvSpPr/>
          <p:nvPr/>
        </p:nvSpPr>
        <p:spPr>
          <a:xfrm>
            <a:off x="6868668" y="4437888"/>
            <a:ext cx="24765" cy="79375"/>
          </a:xfrm>
          <a:custGeom>
            <a:rect b="b" l="l" r="r" t="t"/>
            <a:pathLst>
              <a:path extrusionOk="0" h="79375" w="24765">
                <a:moveTo>
                  <a:pt x="24383" y="0"/>
                </a:moveTo>
                <a:lnTo>
                  <a:pt x="0" y="0"/>
                </a:lnTo>
                <a:lnTo>
                  <a:pt x="0" y="79248"/>
                </a:lnTo>
                <a:lnTo>
                  <a:pt x="24383" y="79248"/>
                </a:lnTo>
                <a:lnTo>
                  <a:pt x="24383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1" name="Google Shape;3151;p130"/>
          <p:cNvSpPr/>
          <p:nvPr/>
        </p:nvSpPr>
        <p:spPr>
          <a:xfrm>
            <a:off x="6601968" y="3488435"/>
            <a:ext cx="24765" cy="1028700"/>
          </a:xfrm>
          <a:custGeom>
            <a:rect b="b" l="l" r="r" t="t"/>
            <a:pathLst>
              <a:path extrusionOk="0" h="1028700" w="24765">
                <a:moveTo>
                  <a:pt x="24383" y="0"/>
                </a:moveTo>
                <a:lnTo>
                  <a:pt x="0" y="0"/>
                </a:lnTo>
                <a:lnTo>
                  <a:pt x="0" y="1028700"/>
                </a:lnTo>
                <a:lnTo>
                  <a:pt x="24383" y="1028700"/>
                </a:lnTo>
                <a:lnTo>
                  <a:pt x="24383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2" name="Google Shape;3152;p130"/>
          <p:cNvSpPr/>
          <p:nvPr/>
        </p:nvSpPr>
        <p:spPr>
          <a:xfrm>
            <a:off x="6202679" y="2727960"/>
            <a:ext cx="26034" cy="1789430"/>
          </a:xfrm>
          <a:custGeom>
            <a:rect b="b" l="l" r="r" t="t"/>
            <a:pathLst>
              <a:path extrusionOk="0" h="1789429" w="26035">
                <a:moveTo>
                  <a:pt x="25908" y="0"/>
                </a:moveTo>
                <a:lnTo>
                  <a:pt x="0" y="0"/>
                </a:lnTo>
                <a:lnTo>
                  <a:pt x="0" y="1789176"/>
                </a:lnTo>
                <a:lnTo>
                  <a:pt x="25908" y="1789176"/>
                </a:lnTo>
                <a:lnTo>
                  <a:pt x="25908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3" name="Google Shape;3153;p130"/>
          <p:cNvSpPr/>
          <p:nvPr/>
        </p:nvSpPr>
        <p:spPr>
          <a:xfrm>
            <a:off x="5937503" y="4146803"/>
            <a:ext cx="24765" cy="370840"/>
          </a:xfrm>
          <a:custGeom>
            <a:rect b="b" l="l" r="r" t="t"/>
            <a:pathLst>
              <a:path extrusionOk="0" h="370839" w="24764">
                <a:moveTo>
                  <a:pt x="24384" y="0"/>
                </a:moveTo>
                <a:lnTo>
                  <a:pt x="0" y="0"/>
                </a:lnTo>
                <a:lnTo>
                  <a:pt x="0" y="370332"/>
                </a:lnTo>
                <a:lnTo>
                  <a:pt x="24384" y="370332"/>
                </a:lnTo>
                <a:lnTo>
                  <a:pt x="24384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4" name="Google Shape;3154;p130"/>
          <p:cNvSpPr/>
          <p:nvPr/>
        </p:nvSpPr>
        <p:spPr>
          <a:xfrm>
            <a:off x="5635790" y="4730543"/>
            <a:ext cx="87591" cy="69294"/>
          </a:xfrm>
          <a:prstGeom prst="rect">
            <a:avLst/>
          </a:pr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5" name="Google Shape;3155;p130"/>
          <p:cNvSpPr/>
          <p:nvPr/>
        </p:nvSpPr>
        <p:spPr>
          <a:xfrm>
            <a:off x="5905711" y="4730543"/>
            <a:ext cx="81322" cy="69294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6" name="Google Shape;3156;p130"/>
          <p:cNvSpPr/>
          <p:nvPr/>
        </p:nvSpPr>
        <p:spPr>
          <a:xfrm>
            <a:off x="6995207" y="4730543"/>
            <a:ext cx="69293" cy="69294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7" name="Google Shape;3157;p130"/>
          <p:cNvSpPr/>
          <p:nvPr/>
        </p:nvSpPr>
        <p:spPr>
          <a:xfrm>
            <a:off x="6708768" y="4730543"/>
            <a:ext cx="84461" cy="69294"/>
          </a:xfrm>
          <a:prstGeom prst="rect">
            <a:avLst/>
          </a:prstGeom>
          <a:blipFill rotWithShape="1">
            <a:blip r:embed="rId4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8" name="Google Shape;3158;p130"/>
          <p:cNvSpPr/>
          <p:nvPr/>
        </p:nvSpPr>
        <p:spPr>
          <a:xfrm>
            <a:off x="6443672" y="4730543"/>
            <a:ext cx="85905" cy="69294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9" name="Google Shape;3159;p130"/>
          <p:cNvSpPr/>
          <p:nvPr/>
        </p:nvSpPr>
        <p:spPr>
          <a:xfrm>
            <a:off x="6180020" y="4730543"/>
            <a:ext cx="85905" cy="69294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60" name="Google Shape;3160;p130"/>
          <p:cNvSpPr/>
          <p:nvPr/>
        </p:nvSpPr>
        <p:spPr>
          <a:xfrm>
            <a:off x="554736" y="1449324"/>
            <a:ext cx="1468374" cy="189737"/>
          </a:xfrm>
          <a:prstGeom prst="rect">
            <a:avLst/>
          </a:prstGeom>
          <a:blipFill rotWithShape="1">
            <a:blip r:embed="rId4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4" name="Shape 3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5" name="Google Shape;3165;p131"/>
          <p:cNvSpPr/>
          <p:nvPr/>
        </p:nvSpPr>
        <p:spPr>
          <a:xfrm>
            <a:off x="9359084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66" name="Google Shape;3166;p13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67" name="Google Shape;3167;p13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68" name="Google Shape;3168;p131"/>
          <p:cNvSpPr txBox="1"/>
          <p:nvPr>
            <p:ph type="title"/>
          </p:nvPr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3.2. Central Limit Theorem</a:t>
            </a:r>
            <a:endParaRPr/>
          </a:p>
        </p:txBody>
      </p:sp>
      <p:sp>
        <p:nvSpPr>
          <p:cNvPr id="3169" name="Google Shape;3169;p131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70" name="Google Shape;3170;p131"/>
          <p:cNvSpPr/>
          <p:nvPr/>
        </p:nvSpPr>
        <p:spPr>
          <a:xfrm>
            <a:off x="682751" y="1804416"/>
            <a:ext cx="4668774" cy="134645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71" name="Google Shape;3171;p131"/>
          <p:cNvSpPr/>
          <p:nvPr/>
        </p:nvSpPr>
        <p:spPr>
          <a:xfrm>
            <a:off x="554736" y="1449324"/>
            <a:ext cx="1468374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72" name="Google Shape;3172;p131"/>
          <p:cNvSpPr/>
          <p:nvPr/>
        </p:nvSpPr>
        <p:spPr>
          <a:xfrm>
            <a:off x="682751" y="4956047"/>
            <a:ext cx="4566666" cy="20345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173" name="Google Shape;3173;p131"/>
          <p:cNvGrpSpPr/>
          <p:nvPr/>
        </p:nvGrpSpPr>
        <p:grpSpPr>
          <a:xfrm>
            <a:off x="1043939" y="3313176"/>
            <a:ext cx="5384800" cy="1367155"/>
            <a:chOff x="1043939" y="3313176"/>
            <a:chExt cx="5384800" cy="1367155"/>
          </a:xfrm>
        </p:grpSpPr>
        <p:sp>
          <p:nvSpPr>
            <p:cNvPr id="3174" name="Google Shape;3174;p131"/>
            <p:cNvSpPr/>
            <p:nvPr/>
          </p:nvSpPr>
          <p:spPr>
            <a:xfrm>
              <a:off x="1043939" y="3313176"/>
              <a:ext cx="5384800" cy="1367155"/>
            </a:xfrm>
            <a:custGeom>
              <a:rect b="b" l="l" r="r" t="t"/>
              <a:pathLst>
                <a:path extrusionOk="0" h="1367154" w="5384800">
                  <a:moveTo>
                    <a:pt x="5384292" y="0"/>
                  </a:moveTo>
                  <a:lnTo>
                    <a:pt x="0" y="0"/>
                  </a:lnTo>
                  <a:lnTo>
                    <a:pt x="0" y="1367028"/>
                  </a:lnTo>
                  <a:lnTo>
                    <a:pt x="5384292" y="1367028"/>
                  </a:lnTo>
                  <a:lnTo>
                    <a:pt x="538429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5" name="Google Shape;3175;p131"/>
            <p:cNvSpPr/>
            <p:nvPr/>
          </p:nvSpPr>
          <p:spPr>
            <a:xfrm>
              <a:off x="1561083" y="3549269"/>
              <a:ext cx="226060" cy="10795"/>
            </a:xfrm>
            <a:custGeom>
              <a:rect b="b" l="l" r="r" t="t"/>
              <a:pathLst>
                <a:path extrusionOk="0" h="10795" w="226060">
                  <a:moveTo>
                    <a:pt x="225933" y="0"/>
                  </a:moveTo>
                  <a:lnTo>
                    <a:pt x="0" y="0"/>
                  </a:lnTo>
                  <a:lnTo>
                    <a:pt x="0" y="10540"/>
                  </a:lnTo>
                  <a:lnTo>
                    <a:pt x="225933" y="10540"/>
                  </a:lnTo>
                  <a:lnTo>
                    <a:pt x="225933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76" name="Google Shape;3176;p131"/>
          <p:cNvSpPr txBox="1"/>
          <p:nvPr/>
        </p:nvSpPr>
        <p:spPr>
          <a:xfrm>
            <a:off x="2257932" y="3593338"/>
            <a:ext cx="7683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ത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7" name="Google Shape;3177;p131"/>
          <p:cNvSpPr txBox="1"/>
          <p:nvPr/>
        </p:nvSpPr>
        <p:spPr>
          <a:xfrm>
            <a:off x="2225929" y="3616197"/>
            <a:ext cx="10223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8" name="Google Shape;3178;p131"/>
          <p:cNvSpPr txBox="1"/>
          <p:nvPr/>
        </p:nvSpPr>
        <p:spPr>
          <a:xfrm>
            <a:off x="2251836" y="3469894"/>
            <a:ext cx="9842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9" name="Google Shape;3179;p131"/>
          <p:cNvSpPr txBox="1"/>
          <p:nvPr/>
        </p:nvSpPr>
        <p:spPr>
          <a:xfrm>
            <a:off x="1187805" y="3503422"/>
            <a:ext cx="13779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Var(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  </a:t>
            </a:r>
            <a:r>
              <a:rPr i="1" lang="en-US" sz="16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𝜎	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0" name="Google Shape;3180;p131"/>
          <p:cNvSpPr/>
          <p:nvPr/>
        </p:nvSpPr>
        <p:spPr>
          <a:xfrm>
            <a:off x="2611120" y="3653916"/>
            <a:ext cx="226060" cy="13970"/>
          </a:xfrm>
          <a:custGeom>
            <a:rect b="b" l="l" r="r" t="t"/>
            <a:pathLst>
              <a:path extrusionOk="0" h="13970" w="226060">
                <a:moveTo>
                  <a:pt x="225551" y="0"/>
                </a:moveTo>
                <a:lnTo>
                  <a:pt x="0" y="0"/>
                </a:lnTo>
                <a:lnTo>
                  <a:pt x="0" y="13716"/>
                </a:lnTo>
                <a:lnTo>
                  <a:pt x="225551" y="13716"/>
                </a:lnTo>
                <a:lnTo>
                  <a:pt x="225551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81" name="Google Shape;3181;p131"/>
          <p:cNvSpPr txBox="1"/>
          <p:nvPr/>
        </p:nvSpPr>
        <p:spPr>
          <a:xfrm>
            <a:off x="2586101" y="3274262"/>
            <a:ext cx="495934" cy="633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7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305435" marR="0" rtl="0" algn="l">
              <a:lnSpc>
                <a:spcPct val="89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78740" marR="0" rtl="0" algn="l">
              <a:lnSpc>
                <a:spcPct val="9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2" name="Google Shape;3182;p131"/>
          <p:cNvSpPr/>
          <p:nvPr/>
        </p:nvSpPr>
        <p:spPr>
          <a:xfrm>
            <a:off x="3100324" y="3653916"/>
            <a:ext cx="1399540" cy="13970"/>
          </a:xfrm>
          <a:custGeom>
            <a:rect b="b" l="l" r="r" t="t"/>
            <a:pathLst>
              <a:path extrusionOk="0" h="13970" w="1399539">
                <a:moveTo>
                  <a:pt x="754380" y="0"/>
                </a:moveTo>
                <a:lnTo>
                  <a:pt x="0" y="0"/>
                </a:lnTo>
                <a:lnTo>
                  <a:pt x="0" y="13716"/>
                </a:lnTo>
                <a:lnTo>
                  <a:pt x="754380" y="13716"/>
                </a:lnTo>
                <a:lnTo>
                  <a:pt x="754380" y="0"/>
                </a:lnTo>
                <a:close/>
              </a:path>
              <a:path extrusionOk="0" h="13970" w="1399539">
                <a:moveTo>
                  <a:pt x="1399032" y="0"/>
                </a:moveTo>
                <a:lnTo>
                  <a:pt x="1019556" y="0"/>
                </a:lnTo>
                <a:lnTo>
                  <a:pt x="1019556" y="13716"/>
                </a:lnTo>
                <a:lnTo>
                  <a:pt x="1399032" y="13716"/>
                </a:lnTo>
                <a:lnTo>
                  <a:pt x="1399032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83" name="Google Shape;3183;p131"/>
          <p:cNvSpPr txBox="1"/>
          <p:nvPr/>
        </p:nvSpPr>
        <p:spPr>
          <a:xfrm>
            <a:off x="3100704" y="3348938"/>
            <a:ext cx="141224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𝑝(1 − 𝑝)	0.25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810895" marR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16865" marR="0" rtl="0" algn="l">
              <a:lnSpc>
                <a:spcPct val="9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	𝑛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4" name="Google Shape;3184;p131"/>
          <p:cNvGrpSpPr/>
          <p:nvPr/>
        </p:nvGrpSpPr>
        <p:grpSpPr>
          <a:xfrm>
            <a:off x="1684527" y="4278757"/>
            <a:ext cx="253365" cy="247649"/>
            <a:chOff x="1684527" y="4278757"/>
            <a:chExt cx="253365" cy="247649"/>
          </a:xfrm>
        </p:grpSpPr>
        <p:sp>
          <p:nvSpPr>
            <p:cNvPr id="3185" name="Google Shape;3185;p131"/>
            <p:cNvSpPr/>
            <p:nvPr/>
          </p:nvSpPr>
          <p:spPr>
            <a:xfrm>
              <a:off x="1684527" y="4278757"/>
              <a:ext cx="253365" cy="13970"/>
            </a:xfrm>
            <a:custGeom>
              <a:rect b="b" l="l" r="r" t="t"/>
              <a:pathLst>
                <a:path extrusionOk="0" h="13970" w="253364">
                  <a:moveTo>
                    <a:pt x="252984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52984" y="13716"/>
                  </a:lnTo>
                  <a:lnTo>
                    <a:pt x="252984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6" name="Google Shape;3186;p131"/>
            <p:cNvSpPr/>
            <p:nvPr/>
          </p:nvSpPr>
          <p:spPr>
            <a:xfrm>
              <a:off x="1688083" y="4331335"/>
              <a:ext cx="247904" cy="19507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87" name="Google Shape;3187;p131"/>
          <p:cNvSpPr txBox="1"/>
          <p:nvPr/>
        </p:nvSpPr>
        <p:spPr>
          <a:xfrm>
            <a:off x="1162405" y="3974338"/>
            <a:ext cx="1021715" cy="422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586105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65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𝑋ത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	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8" name="Google Shape;3188;p131"/>
          <p:cNvGrpSpPr/>
          <p:nvPr/>
        </p:nvGrpSpPr>
        <p:grpSpPr>
          <a:xfrm>
            <a:off x="2202688" y="3999610"/>
            <a:ext cx="1437132" cy="526795"/>
            <a:chOff x="2202688" y="3999610"/>
            <a:chExt cx="1437132" cy="526795"/>
          </a:xfrm>
        </p:grpSpPr>
        <p:sp>
          <p:nvSpPr>
            <p:cNvPr id="3189" name="Google Shape;3189;p131"/>
            <p:cNvSpPr/>
            <p:nvPr/>
          </p:nvSpPr>
          <p:spPr>
            <a:xfrm>
              <a:off x="2202688" y="3999610"/>
              <a:ext cx="905510" cy="293370"/>
            </a:xfrm>
            <a:custGeom>
              <a:rect b="b" l="l" r="r" t="t"/>
              <a:pathLst>
                <a:path extrusionOk="0" h="293370" w="905510">
                  <a:moveTo>
                    <a:pt x="905256" y="279146"/>
                  </a:moveTo>
                  <a:lnTo>
                    <a:pt x="0" y="279146"/>
                  </a:lnTo>
                  <a:lnTo>
                    <a:pt x="0" y="292862"/>
                  </a:lnTo>
                  <a:lnTo>
                    <a:pt x="905256" y="292862"/>
                  </a:lnTo>
                  <a:lnTo>
                    <a:pt x="905256" y="279146"/>
                  </a:lnTo>
                  <a:close/>
                </a:path>
                <a:path extrusionOk="0" h="293370" w="905510">
                  <a:moveTo>
                    <a:pt x="905256" y="254"/>
                  </a:moveTo>
                  <a:lnTo>
                    <a:pt x="157988" y="254"/>
                  </a:lnTo>
                  <a:lnTo>
                    <a:pt x="157988" y="0"/>
                  </a:lnTo>
                  <a:lnTo>
                    <a:pt x="130302" y="0"/>
                  </a:lnTo>
                  <a:lnTo>
                    <a:pt x="70231" y="225171"/>
                  </a:lnTo>
                  <a:lnTo>
                    <a:pt x="35941" y="148844"/>
                  </a:lnTo>
                  <a:lnTo>
                    <a:pt x="3556" y="163576"/>
                  </a:lnTo>
                  <a:lnTo>
                    <a:pt x="6604" y="171069"/>
                  </a:lnTo>
                  <a:lnTo>
                    <a:pt x="23241" y="163576"/>
                  </a:lnTo>
                  <a:lnTo>
                    <a:pt x="64262" y="251714"/>
                  </a:lnTo>
                  <a:lnTo>
                    <a:pt x="73914" y="251714"/>
                  </a:lnTo>
                  <a:lnTo>
                    <a:pt x="138176" y="13208"/>
                  </a:lnTo>
                  <a:lnTo>
                    <a:pt x="150876" y="13208"/>
                  </a:lnTo>
                  <a:lnTo>
                    <a:pt x="150876" y="13970"/>
                  </a:lnTo>
                  <a:lnTo>
                    <a:pt x="905256" y="13970"/>
                  </a:lnTo>
                  <a:lnTo>
                    <a:pt x="905256" y="25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0" name="Google Shape;3190;p131"/>
            <p:cNvSpPr/>
            <p:nvPr/>
          </p:nvSpPr>
          <p:spPr>
            <a:xfrm>
              <a:off x="2532380" y="4331334"/>
              <a:ext cx="247903" cy="195071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1" name="Google Shape;3191;p131"/>
            <p:cNvSpPr/>
            <p:nvPr/>
          </p:nvSpPr>
          <p:spPr>
            <a:xfrm>
              <a:off x="3373120" y="4278756"/>
              <a:ext cx="266700" cy="13970"/>
            </a:xfrm>
            <a:custGeom>
              <a:rect b="b" l="l" r="r" t="t"/>
              <a:pathLst>
                <a:path extrusionOk="0" h="13970" w="266700">
                  <a:moveTo>
                    <a:pt x="266700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66700" y="1371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2" name="Google Shape;3192;p131"/>
            <p:cNvSpPr/>
            <p:nvPr/>
          </p:nvSpPr>
          <p:spPr>
            <a:xfrm>
              <a:off x="3382772" y="4331334"/>
              <a:ext cx="247903" cy="195071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93" name="Google Shape;3193;p131"/>
          <p:cNvSpPr txBox="1"/>
          <p:nvPr/>
        </p:nvSpPr>
        <p:spPr>
          <a:xfrm>
            <a:off x="2353945" y="3974338"/>
            <a:ext cx="1298575" cy="5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97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𝑝(1 − 𝑝)	0.5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810260" marR="0" rtl="0" algn="l">
              <a:lnSpc>
                <a:spcPct val="74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07340" marR="0" rtl="0" algn="l">
              <a:lnSpc>
                <a:spcPct val="9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	𝑛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4" name="Google Shape;3194;p131"/>
          <p:cNvSpPr/>
          <p:nvPr/>
        </p:nvSpPr>
        <p:spPr>
          <a:xfrm>
            <a:off x="5103876" y="4241291"/>
            <a:ext cx="979170" cy="13335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8" name="Shape 3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9" name="Google Shape;3199;p132"/>
          <p:cNvSpPr/>
          <p:nvPr/>
        </p:nvSpPr>
        <p:spPr>
          <a:xfrm>
            <a:off x="9334658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00" name="Google Shape;3200;p13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01" name="Google Shape;3201;p13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02" name="Google Shape;3202;p132"/>
          <p:cNvSpPr txBox="1"/>
          <p:nvPr/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3.2. Central Limit Theorem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03" name="Google Shape;3203;p13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04" name="Google Shape;3204;p132"/>
          <p:cNvSpPr/>
          <p:nvPr/>
        </p:nvSpPr>
        <p:spPr>
          <a:xfrm>
            <a:off x="682751" y="1804416"/>
            <a:ext cx="5322570" cy="105994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05" name="Google Shape;3205;p132"/>
          <p:cNvSpPr/>
          <p:nvPr/>
        </p:nvSpPr>
        <p:spPr>
          <a:xfrm>
            <a:off x="554736" y="1449324"/>
            <a:ext cx="1314450" cy="15773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9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p133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11" name="Google Shape;3211;p13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12" name="Google Shape;3212;p13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13" name="Google Shape;3213;p133"/>
          <p:cNvSpPr txBox="1"/>
          <p:nvPr/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3.2. Central Limit Theorem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14" name="Google Shape;3214;p13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15" name="Google Shape;3215;p133"/>
          <p:cNvSpPr/>
          <p:nvPr/>
        </p:nvSpPr>
        <p:spPr>
          <a:xfrm>
            <a:off x="682751" y="1805939"/>
            <a:ext cx="5168646" cy="75971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16" name="Google Shape;3216;p133"/>
          <p:cNvSpPr/>
          <p:nvPr/>
        </p:nvSpPr>
        <p:spPr>
          <a:xfrm>
            <a:off x="554736" y="1449324"/>
            <a:ext cx="1454658" cy="15773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0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134"/>
          <p:cNvSpPr/>
          <p:nvPr/>
        </p:nvSpPr>
        <p:spPr>
          <a:xfrm>
            <a:off x="9337639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22" name="Google Shape;3222;p13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23" name="Google Shape;3223;p13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24" name="Google Shape;3224;p134"/>
          <p:cNvSpPr txBox="1"/>
          <p:nvPr/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3.2. Central Limit Theorem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25" name="Google Shape;3225;p134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226" name="Google Shape;3226;p134"/>
          <p:cNvGrpSpPr/>
          <p:nvPr/>
        </p:nvGrpSpPr>
        <p:grpSpPr>
          <a:xfrm>
            <a:off x="682751" y="1793748"/>
            <a:ext cx="4551426" cy="1910333"/>
            <a:chOff x="682751" y="1793748"/>
            <a:chExt cx="4551426" cy="1910333"/>
          </a:xfrm>
        </p:grpSpPr>
        <p:sp>
          <p:nvSpPr>
            <p:cNvPr id="3227" name="Google Shape;3227;p134"/>
            <p:cNvSpPr/>
            <p:nvPr/>
          </p:nvSpPr>
          <p:spPr>
            <a:xfrm>
              <a:off x="682751" y="1793748"/>
              <a:ext cx="4551426" cy="191033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8" name="Google Shape;3228;p134"/>
            <p:cNvSpPr/>
            <p:nvPr/>
          </p:nvSpPr>
          <p:spPr>
            <a:xfrm>
              <a:off x="838199" y="2481072"/>
              <a:ext cx="1323340" cy="845819"/>
            </a:xfrm>
            <a:custGeom>
              <a:rect b="b" l="l" r="r" t="t"/>
              <a:pathLst>
                <a:path extrusionOk="0" h="845820" w="1323339">
                  <a:moveTo>
                    <a:pt x="1322832" y="0"/>
                  </a:moveTo>
                  <a:lnTo>
                    <a:pt x="0" y="0"/>
                  </a:lnTo>
                  <a:lnTo>
                    <a:pt x="0" y="845819"/>
                  </a:lnTo>
                  <a:lnTo>
                    <a:pt x="1322832" y="845819"/>
                  </a:lnTo>
                  <a:lnTo>
                    <a:pt x="132283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29" name="Google Shape;3229;p134"/>
          <p:cNvSpPr/>
          <p:nvPr/>
        </p:nvSpPr>
        <p:spPr>
          <a:xfrm>
            <a:off x="554736" y="1449324"/>
            <a:ext cx="994409" cy="15773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30" name="Google Shape;3230;p134"/>
          <p:cNvSpPr txBox="1"/>
          <p:nvPr/>
        </p:nvSpPr>
        <p:spPr>
          <a:xfrm>
            <a:off x="982065" y="2668650"/>
            <a:ext cx="3460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𝑍 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1" name="Google Shape;3231;p134"/>
          <p:cNvSpPr/>
          <p:nvPr/>
        </p:nvSpPr>
        <p:spPr>
          <a:xfrm>
            <a:off x="1373505" y="2560700"/>
            <a:ext cx="585470" cy="272415"/>
          </a:xfrm>
          <a:custGeom>
            <a:rect b="b" l="l" r="r" t="t"/>
            <a:pathLst>
              <a:path extrusionOk="0" h="272414" w="585469">
                <a:moveTo>
                  <a:pt x="225806" y="0"/>
                </a:moveTo>
                <a:lnTo>
                  <a:pt x="0" y="0"/>
                </a:lnTo>
                <a:lnTo>
                  <a:pt x="0" y="10541"/>
                </a:lnTo>
                <a:lnTo>
                  <a:pt x="225806" y="10541"/>
                </a:lnTo>
                <a:lnTo>
                  <a:pt x="225806" y="0"/>
                </a:lnTo>
                <a:close/>
              </a:path>
              <a:path extrusionOk="0" h="272414" w="585469">
                <a:moveTo>
                  <a:pt x="585216" y="258572"/>
                </a:moveTo>
                <a:lnTo>
                  <a:pt x="0" y="258572"/>
                </a:lnTo>
                <a:lnTo>
                  <a:pt x="0" y="272288"/>
                </a:lnTo>
                <a:lnTo>
                  <a:pt x="585216" y="272288"/>
                </a:lnTo>
                <a:lnTo>
                  <a:pt x="585216" y="258572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32" name="Google Shape;3232;p134"/>
          <p:cNvSpPr txBox="1"/>
          <p:nvPr/>
        </p:nvSpPr>
        <p:spPr>
          <a:xfrm>
            <a:off x="1373758" y="2514041"/>
            <a:ext cx="59245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	− 𝜇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3" name="Google Shape;3233;p134"/>
          <p:cNvSpPr/>
          <p:nvPr/>
        </p:nvSpPr>
        <p:spPr>
          <a:xfrm>
            <a:off x="1643633" y="2981579"/>
            <a:ext cx="248031" cy="19507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34" name="Google Shape;3234;p134"/>
          <p:cNvSpPr txBox="1"/>
          <p:nvPr/>
        </p:nvSpPr>
        <p:spPr>
          <a:xfrm>
            <a:off x="1520571" y="2846958"/>
            <a:ext cx="407034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5" name="Google Shape;3235;p134"/>
          <p:cNvGrpSpPr/>
          <p:nvPr/>
        </p:nvGrpSpPr>
        <p:grpSpPr>
          <a:xfrm>
            <a:off x="682751" y="4082796"/>
            <a:ext cx="4071366" cy="1547621"/>
            <a:chOff x="682751" y="4082796"/>
            <a:chExt cx="4071366" cy="1547621"/>
          </a:xfrm>
        </p:grpSpPr>
        <p:sp>
          <p:nvSpPr>
            <p:cNvPr id="3236" name="Google Shape;3236;p134"/>
            <p:cNvSpPr/>
            <p:nvPr/>
          </p:nvSpPr>
          <p:spPr>
            <a:xfrm>
              <a:off x="682751" y="4082796"/>
              <a:ext cx="4071366" cy="154762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7" name="Google Shape;3237;p134"/>
            <p:cNvSpPr/>
            <p:nvPr/>
          </p:nvSpPr>
          <p:spPr>
            <a:xfrm>
              <a:off x="838199" y="4436364"/>
              <a:ext cx="1323340" cy="845819"/>
            </a:xfrm>
            <a:custGeom>
              <a:rect b="b" l="l" r="r" t="t"/>
              <a:pathLst>
                <a:path extrusionOk="0" h="845820" w="1323339">
                  <a:moveTo>
                    <a:pt x="1322832" y="0"/>
                  </a:moveTo>
                  <a:lnTo>
                    <a:pt x="0" y="0"/>
                  </a:lnTo>
                  <a:lnTo>
                    <a:pt x="0" y="845820"/>
                  </a:lnTo>
                  <a:lnTo>
                    <a:pt x="1322832" y="845820"/>
                  </a:lnTo>
                  <a:lnTo>
                    <a:pt x="132283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38" name="Google Shape;3238;p134"/>
          <p:cNvSpPr txBox="1"/>
          <p:nvPr/>
        </p:nvSpPr>
        <p:spPr>
          <a:xfrm>
            <a:off x="982065" y="4623942"/>
            <a:ext cx="30607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𝑡 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9" name="Google Shape;3239;p134"/>
          <p:cNvSpPr/>
          <p:nvPr/>
        </p:nvSpPr>
        <p:spPr>
          <a:xfrm>
            <a:off x="1332357" y="4515611"/>
            <a:ext cx="585470" cy="272415"/>
          </a:xfrm>
          <a:custGeom>
            <a:rect b="b" l="l" r="r" t="t"/>
            <a:pathLst>
              <a:path extrusionOk="0" h="272414" w="585469">
                <a:moveTo>
                  <a:pt x="225806" y="0"/>
                </a:moveTo>
                <a:lnTo>
                  <a:pt x="0" y="0"/>
                </a:lnTo>
                <a:lnTo>
                  <a:pt x="0" y="10414"/>
                </a:lnTo>
                <a:lnTo>
                  <a:pt x="225806" y="10414"/>
                </a:lnTo>
                <a:lnTo>
                  <a:pt x="225806" y="0"/>
                </a:lnTo>
                <a:close/>
              </a:path>
              <a:path extrusionOk="0" h="272414" w="585469">
                <a:moveTo>
                  <a:pt x="585216" y="258445"/>
                </a:moveTo>
                <a:lnTo>
                  <a:pt x="0" y="258445"/>
                </a:lnTo>
                <a:lnTo>
                  <a:pt x="0" y="272161"/>
                </a:lnTo>
                <a:lnTo>
                  <a:pt x="585216" y="272161"/>
                </a:lnTo>
                <a:lnTo>
                  <a:pt x="585216" y="258445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40" name="Google Shape;3240;p134"/>
          <p:cNvSpPr txBox="1"/>
          <p:nvPr/>
        </p:nvSpPr>
        <p:spPr>
          <a:xfrm>
            <a:off x="1492630" y="4803775"/>
            <a:ext cx="1244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1" name="Google Shape;3241;p134"/>
          <p:cNvSpPr txBox="1"/>
          <p:nvPr/>
        </p:nvSpPr>
        <p:spPr>
          <a:xfrm>
            <a:off x="1332611" y="4469333"/>
            <a:ext cx="593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	− 𝜇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7747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𝑠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2" name="Google Shape;3242;p134"/>
          <p:cNvSpPr/>
          <p:nvPr/>
        </p:nvSpPr>
        <p:spPr>
          <a:xfrm>
            <a:off x="1591817" y="4937886"/>
            <a:ext cx="248031" cy="19507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43" name="Google Shape;3243;p134"/>
          <p:cNvSpPr txBox="1"/>
          <p:nvPr/>
        </p:nvSpPr>
        <p:spPr>
          <a:xfrm>
            <a:off x="1721230" y="4883022"/>
            <a:ext cx="12953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7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p135"/>
          <p:cNvSpPr/>
          <p:nvPr/>
        </p:nvSpPr>
        <p:spPr>
          <a:xfrm>
            <a:off x="9331482" y="6524434"/>
            <a:ext cx="110459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49" name="Google Shape;3249;p13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50" name="Google Shape;3250;p13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51" name="Google Shape;3251;p135"/>
          <p:cNvSpPr txBox="1"/>
          <p:nvPr>
            <p:ph type="title"/>
          </p:nvPr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3.2. Central Limit Theorem</a:t>
            </a:r>
            <a:endParaRPr/>
          </a:p>
        </p:txBody>
      </p:sp>
      <p:sp>
        <p:nvSpPr>
          <p:cNvPr id="3252" name="Google Shape;3252;p135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53" name="Google Shape;3253;p135"/>
          <p:cNvSpPr/>
          <p:nvPr/>
        </p:nvSpPr>
        <p:spPr>
          <a:xfrm>
            <a:off x="682751" y="1805939"/>
            <a:ext cx="4103370" cy="76428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54" name="Google Shape;3254;p135"/>
          <p:cNvSpPr/>
          <p:nvPr/>
        </p:nvSpPr>
        <p:spPr>
          <a:xfrm>
            <a:off x="554736" y="1449324"/>
            <a:ext cx="2135886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55" name="Google Shape;3255;p135"/>
          <p:cNvSpPr/>
          <p:nvPr/>
        </p:nvSpPr>
        <p:spPr>
          <a:xfrm>
            <a:off x="682751" y="3941051"/>
            <a:ext cx="5247894" cy="39853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256" name="Google Shape;3256;p135"/>
          <p:cNvGrpSpPr/>
          <p:nvPr/>
        </p:nvGrpSpPr>
        <p:grpSpPr>
          <a:xfrm>
            <a:off x="838200" y="2714244"/>
            <a:ext cx="3507104" cy="1071880"/>
            <a:chOff x="838200" y="2714244"/>
            <a:chExt cx="3507104" cy="1071880"/>
          </a:xfrm>
        </p:grpSpPr>
        <p:sp>
          <p:nvSpPr>
            <p:cNvPr id="3257" name="Google Shape;3257;p135"/>
            <p:cNvSpPr/>
            <p:nvPr/>
          </p:nvSpPr>
          <p:spPr>
            <a:xfrm>
              <a:off x="838200" y="2714244"/>
              <a:ext cx="3507104" cy="1071880"/>
            </a:xfrm>
            <a:custGeom>
              <a:rect b="b" l="l" r="r" t="t"/>
              <a:pathLst>
                <a:path extrusionOk="0" h="1071879" w="3507104">
                  <a:moveTo>
                    <a:pt x="3506724" y="0"/>
                  </a:moveTo>
                  <a:lnTo>
                    <a:pt x="0" y="0"/>
                  </a:lnTo>
                  <a:lnTo>
                    <a:pt x="0" y="1071371"/>
                  </a:lnTo>
                  <a:lnTo>
                    <a:pt x="3506724" y="1071371"/>
                  </a:lnTo>
                  <a:lnTo>
                    <a:pt x="350672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8" name="Google Shape;3258;p135"/>
            <p:cNvSpPr/>
            <p:nvPr/>
          </p:nvSpPr>
          <p:spPr>
            <a:xfrm>
              <a:off x="2121281" y="2797809"/>
              <a:ext cx="360045" cy="275590"/>
            </a:xfrm>
            <a:custGeom>
              <a:rect b="b" l="l" r="r" t="t"/>
              <a:pathLst>
                <a:path extrusionOk="0" h="275589" w="360044">
                  <a:moveTo>
                    <a:pt x="50927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0927" y="275590"/>
                  </a:lnTo>
                  <a:lnTo>
                    <a:pt x="50927" y="266700"/>
                  </a:lnTo>
                  <a:lnTo>
                    <a:pt x="20828" y="266700"/>
                  </a:lnTo>
                  <a:lnTo>
                    <a:pt x="20828" y="8890"/>
                  </a:lnTo>
                  <a:lnTo>
                    <a:pt x="50927" y="8890"/>
                  </a:lnTo>
                  <a:lnTo>
                    <a:pt x="50927" y="0"/>
                  </a:lnTo>
                  <a:close/>
                </a:path>
                <a:path extrusionOk="0" h="275589" w="360044">
                  <a:moveTo>
                    <a:pt x="359664" y="0"/>
                  </a:moveTo>
                  <a:lnTo>
                    <a:pt x="308737" y="0"/>
                  </a:lnTo>
                  <a:lnTo>
                    <a:pt x="308737" y="8890"/>
                  </a:lnTo>
                  <a:lnTo>
                    <a:pt x="338963" y="8890"/>
                  </a:lnTo>
                  <a:lnTo>
                    <a:pt x="338963" y="266700"/>
                  </a:lnTo>
                  <a:lnTo>
                    <a:pt x="308737" y="266700"/>
                  </a:lnTo>
                  <a:lnTo>
                    <a:pt x="308737" y="275590"/>
                  </a:lnTo>
                  <a:lnTo>
                    <a:pt x="359664" y="275590"/>
                  </a:lnTo>
                  <a:lnTo>
                    <a:pt x="359664" y="266700"/>
                  </a:lnTo>
                  <a:lnTo>
                    <a:pt x="359664" y="8890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59" name="Google Shape;3259;p135"/>
          <p:cNvSpPr txBox="1"/>
          <p:nvPr/>
        </p:nvSpPr>
        <p:spPr>
          <a:xfrm>
            <a:off x="956665" y="2760090"/>
            <a:ext cx="201548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a)  Expected value: </a:t>
            </a: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 𝑃</a:t>
            </a:r>
            <a:r>
              <a:rPr baseline="30000" lang="en-US" sz="2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෢	</a:t>
            </a: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𝑝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0" name="Google Shape;3260;p135"/>
          <p:cNvSpPr txBox="1"/>
          <p:nvPr/>
        </p:nvSpPr>
        <p:spPr>
          <a:xfrm>
            <a:off x="2105279" y="3435477"/>
            <a:ext cx="121285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1" name="Google Shape;3261;p135"/>
          <p:cNvSpPr txBox="1"/>
          <p:nvPr/>
        </p:nvSpPr>
        <p:spPr>
          <a:xfrm>
            <a:off x="956665" y="3321177"/>
            <a:ext cx="15786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b) Standard error: </a:t>
            </a: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 </a:t>
            </a:r>
            <a:r>
              <a:rPr baseline="-25000" lang="en-US" sz="19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෡ </a:t>
            </a:r>
            <a:r>
              <a:rPr lang="en-US"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2" name="Google Shape;3262;p135"/>
          <p:cNvGrpSpPr/>
          <p:nvPr/>
        </p:nvGrpSpPr>
        <p:grpSpPr>
          <a:xfrm>
            <a:off x="2560701" y="3223259"/>
            <a:ext cx="1262380" cy="510540"/>
            <a:chOff x="2560701" y="3223259"/>
            <a:chExt cx="1262380" cy="510540"/>
          </a:xfrm>
        </p:grpSpPr>
        <p:sp>
          <p:nvSpPr>
            <p:cNvPr id="3263" name="Google Shape;3263;p135"/>
            <p:cNvSpPr/>
            <p:nvPr/>
          </p:nvSpPr>
          <p:spPr>
            <a:xfrm>
              <a:off x="2560701" y="3488436"/>
              <a:ext cx="220979" cy="15240"/>
            </a:xfrm>
            <a:custGeom>
              <a:rect b="b" l="l" r="r" t="t"/>
              <a:pathLst>
                <a:path extrusionOk="0" h="15239" w="220980">
                  <a:moveTo>
                    <a:pt x="22098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220980" y="15239"/>
                  </a:lnTo>
                  <a:lnTo>
                    <a:pt x="220980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4" name="Google Shape;3264;p135"/>
            <p:cNvSpPr/>
            <p:nvPr/>
          </p:nvSpPr>
          <p:spPr>
            <a:xfrm>
              <a:off x="2563495" y="3542792"/>
              <a:ext cx="218186" cy="16141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5" name="Google Shape;3265;p135"/>
            <p:cNvSpPr/>
            <p:nvPr/>
          </p:nvSpPr>
          <p:spPr>
            <a:xfrm>
              <a:off x="3082671" y="3223259"/>
              <a:ext cx="740410" cy="510540"/>
            </a:xfrm>
            <a:custGeom>
              <a:rect b="b" l="l" r="r" t="t"/>
              <a:pathLst>
                <a:path extrusionOk="0" h="510539" w="740410">
                  <a:moveTo>
                    <a:pt x="739902" y="265176"/>
                  </a:moveTo>
                  <a:lnTo>
                    <a:pt x="168402" y="265176"/>
                  </a:lnTo>
                  <a:lnTo>
                    <a:pt x="168402" y="280416"/>
                  </a:lnTo>
                  <a:lnTo>
                    <a:pt x="739902" y="280416"/>
                  </a:lnTo>
                  <a:lnTo>
                    <a:pt x="739902" y="265176"/>
                  </a:lnTo>
                  <a:close/>
                </a:path>
                <a:path extrusionOk="0" h="510539" w="740410">
                  <a:moveTo>
                    <a:pt x="739902" y="0"/>
                  </a:moveTo>
                  <a:lnTo>
                    <a:pt x="168402" y="0"/>
                  </a:lnTo>
                  <a:lnTo>
                    <a:pt x="168402" y="254"/>
                  </a:lnTo>
                  <a:lnTo>
                    <a:pt x="141224" y="254"/>
                  </a:lnTo>
                  <a:lnTo>
                    <a:pt x="94869" y="469646"/>
                  </a:lnTo>
                  <a:lnTo>
                    <a:pt x="38735" y="365887"/>
                  </a:lnTo>
                  <a:lnTo>
                    <a:pt x="0" y="386334"/>
                  </a:lnTo>
                  <a:lnTo>
                    <a:pt x="4445" y="394335"/>
                  </a:lnTo>
                  <a:lnTo>
                    <a:pt x="24892" y="383540"/>
                  </a:lnTo>
                  <a:lnTo>
                    <a:pt x="93726" y="510159"/>
                  </a:lnTo>
                  <a:lnTo>
                    <a:pt x="104140" y="510159"/>
                  </a:lnTo>
                  <a:lnTo>
                    <a:pt x="153797" y="15113"/>
                  </a:lnTo>
                  <a:lnTo>
                    <a:pt x="739902" y="15240"/>
                  </a:lnTo>
                  <a:lnTo>
                    <a:pt x="739902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66" name="Google Shape;3266;p135"/>
          <p:cNvSpPr txBox="1"/>
          <p:nvPr/>
        </p:nvSpPr>
        <p:spPr>
          <a:xfrm>
            <a:off x="2588895" y="3139267"/>
            <a:ext cx="127190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3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  </a:t>
            </a:r>
            <a:r>
              <a:rPr baseline="-25000" lang="en-US" sz="2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	</a:t>
            </a: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𝑝(1−𝑝)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81280" marR="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	𝑛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0" name="Shape 3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1" name="Google Shape;3271;p136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72" name="Google Shape;3272;p13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73" name="Google Shape;3273;p13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74" name="Google Shape;3274;p136"/>
          <p:cNvSpPr txBox="1"/>
          <p:nvPr>
            <p:ph type="title"/>
          </p:nvPr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3.2. Central Limit Theorem</a:t>
            </a:r>
            <a:endParaRPr/>
          </a:p>
        </p:txBody>
      </p:sp>
      <p:sp>
        <p:nvSpPr>
          <p:cNvPr id="3275" name="Google Shape;3275;p13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76" name="Google Shape;3276;p136"/>
          <p:cNvSpPr/>
          <p:nvPr/>
        </p:nvSpPr>
        <p:spPr>
          <a:xfrm>
            <a:off x="682751" y="1804403"/>
            <a:ext cx="5017770" cy="46102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77" name="Google Shape;3277;p136"/>
          <p:cNvSpPr/>
          <p:nvPr/>
        </p:nvSpPr>
        <p:spPr>
          <a:xfrm>
            <a:off x="554736" y="1449324"/>
            <a:ext cx="2268474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78" name="Google Shape;3278;p136"/>
          <p:cNvSpPr/>
          <p:nvPr/>
        </p:nvSpPr>
        <p:spPr>
          <a:xfrm>
            <a:off x="682751" y="3523450"/>
            <a:ext cx="6066282" cy="41685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279" name="Google Shape;3279;p136"/>
          <p:cNvGrpSpPr/>
          <p:nvPr/>
        </p:nvGrpSpPr>
        <p:grpSpPr>
          <a:xfrm>
            <a:off x="838200" y="2388107"/>
            <a:ext cx="4954905" cy="958850"/>
            <a:chOff x="838200" y="2388107"/>
            <a:chExt cx="4954905" cy="958850"/>
          </a:xfrm>
        </p:grpSpPr>
        <p:sp>
          <p:nvSpPr>
            <p:cNvPr id="3280" name="Google Shape;3280;p136"/>
            <p:cNvSpPr/>
            <p:nvPr/>
          </p:nvSpPr>
          <p:spPr>
            <a:xfrm>
              <a:off x="838200" y="2388107"/>
              <a:ext cx="4954905" cy="958850"/>
            </a:xfrm>
            <a:custGeom>
              <a:rect b="b" l="l" r="r" t="t"/>
              <a:pathLst>
                <a:path extrusionOk="0" h="958850" w="4954905">
                  <a:moveTo>
                    <a:pt x="4954524" y="0"/>
                  </a:moveTo>
                  <a:lnTo>
                    <a:pt x="0" y="0"/>
                  </a:lnTo>
                  <a:lnTo>
                    <a:pt x="0" y="958596"/>
                  </a:lnTo>
                  <a:lnTo>
                    <a:pt x="4954524" y="958596"/>
                  </a:lnTo>
                  <a:lnTo>
                    <a:pt x="495452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1" name="Google Shape;3281;p136"/>
            <p:cNvSpPr/>
            <p:nvPr/>
          </p:nvSpPr>
          <p:spPr>
            <a:xfrm>
              <a:off x="2029968" y="2467736"/>
              <a:ext cx="2261870" cy="204470"/>
            </a:xfrm>
            <a:custGeom>
              <a:rect b="b" l="l" r="r" t="t"/>
              <a:pathLst>
                <a:path extrusionOk="0" h="204469" w="2261870">
                  <a:moveTo>
                    <a:pt x="44196" y="16383"/>
                  </a:moveTo>
                  <a:lnTo>
                    <a:pt x="0" y="16383"/>
                  </a:lnTo>
                  <a:lnTo>
                    <a:pt x="0" y="24003"/>
                  </a:lnTo>
                  <a:lnTo>
                    <a:pt x="0" y="196723"/>
                  </a:lnTo>
                  <a:lnTo>
                    <a:pt x="0" y="204343"/>
                  </a:lnTo>
                  <a:lnTo>
                    <a:pt x="44196" y="204343"/>
                  </a:lnTo>
                  <a:lnTo>
                    <a:pt x="44196" y="196723"/>
                  </a:lnTo>
                  <a:lnTo>
                    <a:pt x="16510" y="196723"/>
                  </a:lnTo>
                  <a:lnTo>
                    <a:pt x="16510" y="24003"/>
                  </a:lnTo>
                  <a:lnTo>
                    <a:pt x="44196" y="24003"/>
                  </a:lnTo>
                  <a:lnTo>
                    <a:pt x="44196" y="16383"/>
                  </a:lnTo>
                  <a:close/>
                </a:path>
                <a:path extrusionOk="0" h="204469" w="2261870">
                  <a:moveTo>
                    <a:pt x="261239" y="0"/>
                  </a:moveTo>
                  <a:lnTo>
                    <a:pt x="49149" y="0"/>
                  </a:lnTo>
                  <a:lnTo>
                    <a:pt x="49149" y="10414"/>
                  </a:lnTo>
                  <a:lnTo>
                    <a:pt x="261239" y="10414"/>
                  </a:lnTo>
                  <a:lnTo>
                    <a:pt x="261239" y="0"/>
                  </a:lnTo>
                  <a:close/>
                </a:path>
                <a:path extrusionOk="0" h="204469" w="2261870">
                  <a:moveTo>
                    <a:pt x="719963" y="0"/>
                  </a:moveTo>
                  <a:lnTo>
                    <a:pt x="503301" y="0"/>
                  </a:lnTo>
                  <a:lnTo>
                    <a:pt x="503301" y="10414"/>
                  </a:lnTo>
                  <a:lnTo>
                    <a:pt x="719963" y="10414"/>
                  </a:lnTo>
                  <a:lnTo>
                    <a:pt x="719963" y="0"/>
                  </a:lnTo>
                  <a:close/>
                </a:path>
                <a:path extrusionOk="0" h="204469" w="2261870">
                  <a:moveTo>
                    <a:pt x="769620" y="16383"/>
                  </a:moveTo>
                  <a:lnTo>
                    <a:pt x="725424" y="16383"/>
                  </a:lnTo>
                  <a:lnTo>
                    <a:pt x="725424" y="24003"/>
                  </a:lnTo>
                  <a:lnTo>
                    <a:pt x="753110" y="24003"/>
                  </a:lnTo>
                  <a:lnTo>
                    <a:pt x="753110" y="196723"/>
                  </a:lnTo>
                  <a:lnTo>
                    <a:pt x="725424" y="196723"/>
                  </a:lnTo>
                  <a:lnTo>
                    <a:pt x="725424" y="204343"/>
                  </a:lnTo>
                  <a:lnTo>
                    <a:pt x="769620" y="204343"/>
                  </a:lnTo>
                  <a:lnTo>
                    <a:pt x="769620" y="196723"/>
                  </a:lnTo>
                  <a:lnTo>
                    <a:pt x="769620" y="24003"/>
                  </a:lnTo>
                  <a:lnTo>
                    <a:pt x="769620" y="16383"/>
                  </a:lnTo>
                  <a:close/>
                </a:path>
                <a:path extrusionOk="0" h="204469" w="2261870">
                  <a:moveTo>
                    <a:pt x="1258811" y="16383"/>
                  </a:moveTo>
                  <a:lnTo>
                    <a:pt x="1214628" y="16383"/>
                  </a:lnTo>
                  <a:lnTo>
                    <a:pt x="1214628" y="24003"/>
                  </a:lnTo>
                  <a:lnTo>
                    <a:pt x="1214628" y="196723"/>
                  </a:lnTo>
                  <a:lnTo>
                    <a:pt x="1214628" y="204343"/>
                  </a:lnTo>
                  <a:lnTo>
                    <a:pt x="1258811" y="204343"/>
                  </a:lnTo>
                  <a:lnTo>
                    <a:pt x="1258811" y="196723"/>
                  </a:lnTo>
                  <a:lnTo>
                    <a:pt x="1231125" y="196723"/>
                  </a:lnTo>
                  <a:lnTo>
                    <a:pt x="1231125" y="24003"/>
                  </a:lnTo>
                  <a:lnTo>
                    <a:pt x="1258811" y="24003"/>
                  </a:lnTo>
                  <a:lnTo>
                    <a:pt x="1258811" y="16383"/>
                  </a:lnTo>
                  <a:close/>
                </a:path>
                <a:path extrusionOk="0" h="204469" w="2261870">
                  <a:moveTo>
                    <a:pt x="1475867" y="0"/>
                  </a:moveTo>
                  <a:lnTo>
                    <a:pt x="1263777" y="0"/>
                  </a:lnTo>
                  <a:lnTo>
                    <a:pt x="1263777" y="10414"/>
                  </a:lnTo>
                  <a:lnTo>
                    <a:pt x="1475867" y="10414"/>
                  </a:lnTo>
                  <a:lnTo>
                    <a:pt x="1475867" y="0"/>
                  </a:lnTo>
                  <a:close/>
                </a:path>
                <a:path extrusionOk="0" h="204469" w="2261870">
                  <a:moveTo>
                    <a:pt x="2211959" y="0"/>
                  </a:moveTo>
                  <a:lnTo>
                    <a:pt x="1995297" y="0"/>
                  </a:lnTo>
                  <a:lnTo>
                    <a:pt x="1995297" y="10414"/>
                  </a:lnTo>
                  <a:lnTo>
                    <a:pt x="2211959" y="10414"/>
                  </a:lnTo>
                  <a:lnTo>
                    <a:pt x="2211959" y="0"/>
                  </a:lnTo>
                  <a:close/>
                </a:path>
                <a:path extrusionOk="0" h="204469" w="2261870">
                  <a:moveTo>
                    <a:pt x="2261616" y="16383"/>
                  </a:moveTo>
                  <a:lnTo>
                    <a:pt x="2217420" y="16383"/>
                  </a:lnTo>
                  <a:lnTo>
                    <a:pt x="2217420" y="24003"/>
                  </a:lnTo>
                  <a:lnTo>
                    <a:pt x="2245106" y="24003"/>
                  </a:lnTo>
                  <a:lnTo>
                    <a:pt x="2245106" y="196723"/>
                  </a:lnTo>
                  <a:lnTo>
                    <a:pt x="2217420" y="196723"/>
                  </a:lnTo>
                  <a:lnTo>
                    <a:pt x="2217420" y="204343"/>
                  </a:lnTo>
                  <a:lnTo>
                    <a:pt x="2261616" y="204343"/>
                  </a:lnTo>
                  <a:lnTo>
                    <a:pt x="2261616" y="196723"/>
                  </a:lnTo>
                  <a:lnTo>
                    <a:pt x="2261616" y="24003"/>
                  </a:lnTo>
                  <a:lnTo>
                    <a:pt x="2261616" y="16383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82" name="Google Shape;3282;p136"/>
          <p:cNvSpPr txBox="1"/>
          <p:nvPr/>
        </p:nvSpPr>
        <p:spPr>
          <a:xfrm>
            <a:off x="956665" y="2421381"/>
            <a:ext cx="43014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a) Expected value: 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  𝑋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𝑋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𝐸 𝑋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] − 𝐸[𝑋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𝜇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𝜇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3" name="Google Shape;3283;p136"/>
          <p:cNvSpPr/>
          <p:nvPr/>
        </p:nvSpPr>
        <p:spPr>
          <a:xfrm>
            <a:off x="2018157" y="3049777"/>
            <a:ext cx="452120" cy="7620"/>
          </a:xfrm>
          <a:custGeom>
            <a:rect b="b" l="l" r="r" t="t"/>
            <a:pathLst>
              <a:path extrusionOk="0" h="7619" w="452119">
                <a:moveTo>
                  <a:pt x="171704" y="0"/>
                </a:moveTo>
                <a:lnTo>
                  <a:pt x="0" y="0"/>
                </a:lnTo>
                <a:lnTo>
                  <a:pt x="0" y="7620"/>
                </a:lnTo>
                <a:lnTo>
                  <a:pt x="171704" y="7620"/>
                </a:lnTo>
                <a:lnTo>
                  <a:pt x="171704" y="0"/>
                </a:lnTo>
                <a:close/>
              </a:path>
              <a:path extrusionOk="0" h="7619" w="452119">
                <a:moveTo>
                  <a:pt x="452120" y="0"/>
                </a:moveTo>
                <a:lnTo>
                  <a:pt x="280416" y="0"/>
                </a:lnTo>
                <a:lnTo>
                  <a:pt x="280416" y="7620"/>
                </a:lnTo>
                <a:lnTo>
                  <a:pt x="452120" y="7620"/>
                </a:lnTo>
                <a:lnTo>
                  <a:pt x="452120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84" name="Google Shape;3284;p136"/>
          <p:cNvSpPr txBox="1"/>
          <p:nvPr/>
        </p:nvSpPr>
        <p:spPr>
          <a:xfrm>
            <a:off x="1993010" y="3006979"/>
            <a:ext cx="50990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-25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−𝑋</a:t>
            </a:r>
            <a:r>
              <a:rPr baseline="-25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4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5" name="Google Shape;3285;p136"/>
          <p:cNvSpPr txBox="1"/>
          <p:nvPr/>
        </p:nvSpPr>
        <p:spPr>
          <a:xfrm>
            <a:off x="982065" y="2909442"/>
            <a:ext cx="17176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b) Standard error: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	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6" name="Google Shape;3286;p136"/>
          <p:cNvSpPr/>
          <p:nvPr/>
        </p:nvSpPr>
        <p:spPr>
          <a:xfrm>
            <a:off x="2747010" y="2842894"/>
            <a:ext cx="955675" cy="452120"/>
          </a:xfrm>
          <a:custGeom>
            <a:rect b="b" l="l" r="r" t="t"/>
            <a:pathLst>
              <a:path extrusionOk="0" h="452120" w="955675">
                <a:moveTo>
                  <a:pt x="422783" y="228219"/>
                </a:moveTo>
                <a:lnTo>
                  <a:pt x="251079" y="228219"/>
                </a:lnTo>
                <a:lnTo>
                  <a:pt x="251079" y="235839"/>
                </a:lnTo>
                <a:lnTo>
                  <a:pt x="422783" y="235839"/>
                </a:lnTo>
                <a:lnTo>
                  <a:pt x="422783" y="228219"/>
                </a:lnTo>
                <a:close/>
              </a:path>
              <a:path extrusionOk="0" h="452120" w="955675">
                <a:moveTo>
                  <a:pt x="955167" y="635"/>
                </a:moveTo>
                <a:lnTo>
                  <a:pt x="156083" y="635"/>
                </a:lnTo>
                <a:lnTo>
                  <a:pt x="156083" y="0"/>
                </a:lnTo>
                <a:lnTo>
                  <a:pt x="125222" y="0"/>
                </a:lnTo>
                <a:lnTo>
                  <a:pt x="84074" y="416179"/>
                </a:lnTo>
                <a:lnTo>
                  <a:pt x="34290" y="324231"/>
                </a:lnTo>
                <a:lnTo>
                  <a:pt x="0" y="342265"/>
                </a:lnTo>
                <a:lnTo>
                  <a:pt x="3810" y="349377"/>
                </a:lnTo>
                <a:lnTo>
                  <a:pt x="21971" y="339852"/>
                </a:lnTo>
                <a:lnTo>
                  <a:pt x="83058" y="451993"/>
                </a:lnTo>
                <a:lnTo>
                  <a:pt x="92202" y="451993"/>
                </a:lnTo>
                <a:lnTo>
                  <a:pt x="136271" y="13081"/>
                </a:lnTo>
                <a:lnTo>
                  <a:pt x="148971" y="13081"/>
                </a:lnTo>
                <a:lnTo>
                  <a:pt x="148971" y="14351"/>
                </a:lnTo>
                <a:lnTo>
                  <a:pt x="955167" y="14351"/>
                </a:lnTo>
                <a:lnTo>
                  <a:pt x="955167" y="635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87" name="Google Shape;3287;p136"/>
          <p:cNvSpPr txBox="1"/>
          <p:nvPr/>
        </p:nvSpPr>
        <p:spPr>
          <a:xfrm>
            <a:off x="2973197" y="3028314"/>
            <a:ext cx="22923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-25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4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p136"/>
          <p:cNvSpPr txBox="1"/>
          <p:nvPr/>
        </p:nvSpPr>
        <p:spPr>
          <a:xfrm>
            <a:off x="2871089" y="2827147"/>
            <a:ext cx="28067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9" name="Google Shape;3289;p136"/>
          <p:cNvSpPr/>
          <p:nvPr/>
        </p:nvSpPr>
        <p:spPr>
          <a:xfrm>
            <a:off x="3522345" y="3071114"/>
            <a:ext cx="172085" cy="7620"/>
          </a:xfrm>
          <a:custGeom>
            <a:rect b="b" l="l" r="r" t="t"/>
            <a:pathLst>
              <a:path extrusionOk="0" h="7619" w="172085">
                <a:moveTo>
                  <a:pt x="171703" y="0"/>
                </a:moveTo>
                <a:lnTo>
                  <a:pt x="0" y="0"/>
                </a:lnTo>
                <a:lnTo>
                  <a:pt x="0" y="7620"/>
                </a:lnTo>
                <a:lnTo>
                  <a:pt x="171703" y="7620"/>
                </a:lnTo>
                <a:lnTo>
                  <a:pt x="171703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90" name="Google Shape;3290;p136"/>
          <p:cNvSpPr txBox="1"/>
          <p:nvPr/>
        </p:nvSpPr>
        <p:spPr>
          <a:xfrm>
            <a:off x="3497453" y="3028314"/>
            <a:ext cx="22923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-25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4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1" name="Google Shape;3291;p136"/>
          <p:cNvSpPr txBox="1"/>
          <p:nvPr/>
        </p:nvSpPr>
        <p:spPr>
          <a:xfrm>
            <a:off x="3198748" y="2909442"/>
            <a:ext cx="75184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𝜎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2" name="Google Shape;3292;p136"/>
          <p:cNvSpPr/>
          <p:nvPr/>
        </p:nvSpPr>
        <p:spPr>
          <a:xfrm>
            <a:off x="3972306" y="2826130"/>
            <a:ext cx="752475" cy="452120"/>
          </a:xfrm>
          <a:custGeom>
            <a:rect b="b" l="l" r="r" t="t"/>
            <a:pathLst>
              <a:path extrusionOk="0" h="452120" w="752475">
                <a:moveTo>
                  <a:pt x="330314" y="233807"/>
                </a:moveTo>
                <a:lnTo>
                  <a:pt x="148971" y="233807"/>
                </a:lnTo>
                <a:lnTo>
                  <a:pt x="148971" y="247523"/>
                </a:lnTo>
                <a:lnTo>
                  <a:pt x="330314" y="247523"/>
                </a:lnTo>
                <a:lnTo>
                  <a:pt x="330314" y="233807"/>
                </a:lnTo>
                <a:close/>
              </a:path>
              <a:path extrusionOk="0" h="452120" w="752475">
                <a:moveTo>
                  <a:pt x="752475" y="233807"/>
                </a:moveTo>
                <a:lnTo>
                  <a:pt x="571119" y="233807"/>
                </a:lnTo>
                <a:lnTo>
                  <a:pt x="571119" y="247523"/>
                </a:lnTo>
                <a:lnTo>
                  <a:pt x="752475" y="247523"/>
                </a:lnTo>
                <a:lnTo>
                  <a:pt x="752475" y="233807"/>
                </a:lnTo>
                <a:close/>
              </a:path>
              <a:path extrusionOk="0" h="452120" w="752475">
                <a:moveTo>
                  <a:pt x="752475" y="635"/>
                </a:moveTo>
                <a:lnTo>
                  <a:pt x="156083" y="635"/>
                </a:lnTo>
                <a:lnTo>
                  <a:pt x="156083" y="0"/>
                </a:lnTo>
                <a:lnTo>
                  <a:pt x="125222" y="0"/>
                </a:lnTo>
                <a:lnTo>
                  <a:pt x="84074" y="416179"/>
                </a:lnTo>
                <a:lnTo>
                  <a:pt x="34290" y="324231"/>
                </a:lnTo>
                <a:lnTo>
                  <a:pt x="0" y="342265"/>
                </a:lnTo>
                <a:lnTo>
                  <a:pt x="3810" y="349377"/>
                </a:lnTo>
                <a:lnTo>
                  <a:pt x="21971" y="339852"/>
                </a:lnTo>
                <a:lnTo>
                  <a:pt x="83058" y="451993"/>
                </a:lnTo>
                <a:lnTo>
                  <a:pt x="92202" y="451993"/>
                </a:lnTo>
                <a:lnTo>
                  <a:pt x="136271" y="13081"/>
                </a:lnTo>
                <a:lnTo>
                  <a:pt x="148971" y="13081"/>
                </a:lnTo>
                <a:lnTo>
                  <a:pt x="148971" y="14351"/>
                </a:lnTo>
                <a:lnTo>
                  <a:pt x="752475" y="14351"/>
                </a:lnTo>
                <a:lnTo>
                  <a:pt x="752475" y="635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93" name="Google Shape;3293;p136"/>
          <p:cNvSpPr txBox="1"/>
          <p:nvPr/>
        </p:nvSpPr>
        <p:spPr>
          <a:xfrm>
            <a:off x="4083684" y="2790570"/>
            <a:ext cx="67183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0" lvl="0" marL="138430" marR="0" rtl="0" algn="l">
              <a:lnSpc>
                <a:spcPct val="48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2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0" rtl="0" algn="l">
              <a:lnSpc>
                <a:spcPct val="5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4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4" name="Google Shape;3294;p136"/>
          <p:cNvSpPr txBox="1"/>
          <p:nvPr/>
        </p:nvSpPr>
        <p:spPr>
          <a:xfrm>
            <a:off x="4097909" y="3066414"/>
            <a:ext cx="65595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r>
              <a:rPr baseline="-25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r>
              <a:rPr baseline="-25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42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8" name="Shape 3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9" name="Google Shape;3299;p137"/>
          <p:cNvSpPr/>
          <p:nvPr/>
        </p:nvSpPr>
        <p:spPr>
          <a:xfrm>
            <a:off x="9342278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0" name="Google Shape;3300;p13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1" name="Google Shape;3301;p13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2" name="Google Shape;3302;p137"/>
          <p:cNvSpPr txBox="1"/>
          <p:nvPr/>
        </p:nvSpPr>
        <p:spPr>
          <a:xfrm>
            <a:off x="437489" y="431419"/>
            <a:ext cx="2666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3.2. Central Limit Theorem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03" name="Google Shape;3303;p13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304" name="Google Shape;3304;p137"/>
          <p:cNvGrpSpPr/>
          <p:nvPr/>
        </p:nvGrpSpPr>
        <p:grpSpPr>
          <a:xfrm>
            <a:off x="711200" y="1772805"/>
            <a:ext cx="8632825" cy="4249014"/>
            <a:chOff x="711200" y="1772805"/>
            <a:chExt cx="8632825" cy="4249014"/>
          </a:xfrm>
        </p:grpSpPr>
        <p:sp>
          <p:nvSpPr>
            <p:cNvPr id="3305" name="Google Shape;3305;p137"/>
            <p:cNvSpPr/>
            <p:nvPr/>
          </p:nvSpPr>
          <p:spPr>
            <a:xfrm>
              <a:off x="711200" y="1772805"/>
              <a:ext cx="8632825" cy="279400"/>
            </a:xfrm>
            <a:custGeom>
              <a:rect b="b" l="l" r="r" t="t"/>
              <a:pathLst>
                <a:path extrusionOk="0" h="279400" w="8632825">
                  <a:moveTo>
                    <a:pt x="8632825" y="0"/>
                  </a:moveTo>
                  <a:lnTo>
                    <a:pt x="3070225" y="0"/>
                  </a:lnTo>
                  <a:lnTo>
                    <a:pt x="1735963" y="0"/>
                  </a:lnTo>
                  <a:lnTo>
                    <a:pt x="0" y="0"/>
                  </a:lnTo>
                  <a:lnTo>
                    <a:pt x="0" y="279006"/>
                  </a:lnTo>
                  <a:lnTo>
                    <a:pt x="1735963" y="279006"/>
                  </a:lnTo>
                  <a:lnTo>
                    <a:pt x="3070225" y="279006"/>
                  </a:lnTo>
                  <a:lnTo>
                    <a:pt x="8632825" y="279006"/>
                  </a:lnTo>
                  <a:lnTo>
                    <a:pt x="863282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6" name="Google Shape;3306;p137"/>
            <p:cNvSpPr/>
            <p:nvPr/>
          </p:nvSpPr>
          <p:spPr>
            <a:xfrm>
              <a:off x="711200" y="2051799"/>
              <a:ext cx="1736089" cy="3970020"/>
            </a:xfrm>
            <a:custGeom>
              <a:rect b="b" l="l" r="r" t="t"/>
              <a:pathLst>
                <a:path extrusionOk="0" h="3970020" w="1736089">
                  <a:moveTo>
                    <a:pt x="1735963" y="2360777"/>
                  </a:moveTo>
                  <a:lnTo>
                    <a:pt x="0" y="2360777"/>
                  </a:lnTo>
                  <a:lnTo>
                    <a:pt x="0" y="3292830"/>
                  </a:lnTo>
                  <a:lnTo>
                    <a:pt x="0" y="3969486"/>
                  </a:lnTo>
                  <a:lnTo>
                    <a:pt x="1735963" y="3969486"/>
                  </a:lnTo>
                  <a:lnTo>
                    <a:pt x="1735963" y="3292868"/>
                  </a:lnTo>
                  <a:lnTo>
                    <a:pt x="1735963" y="2360777"/>
                  </a:lnTo>
                  <a:close/>
                </a:path>
                <a:path extrusionOk="0" h="3970020" w="1736089">
                  <a:moveTo>
                    <a:pt x="1735963" y="1110170"/>
                  </a:moveTo>
                  <a:lnTo>
                    <a:pt x="0" y="1110170"/>
                  </a:lnTo>
                  <a:lnTo>
                    <a:pt x="0" y="1576171"/>
                  </a:lnTo>
                  <a:lnTo>
                    <a:pt x="0" y="2360688"/>
                  </a:lnTo>
                  <a:lnTo>
                    <a:pt x="1735963" y="2360688"/>
                  </a:lnTo>
                  <a:lnTo>
                    <a:pt x="1735963" y="1576209"/>
                  </a:lnTo>
                  <a:lnTo>
                    <a:pt x="1735963" y="1110170"/>
                  </a:lnTo>
                  <a:close/>
                </a:path>
                <a:path extrusionOk="0" h="3970020" w="1736089">
                  <a:moveTo>
                    <a:pt x="1735963" y="0"/>
                  </a:moveTo>
                  <a:lnTo>
                    <a:pt x="0" y="0"/>
                  </a:lnTo>
                  <a:lnTo>
                    <a:pt x="0" y="433451"/>
                  </a:lnTo>
                  <a:lnTo>
                    <a:pt x="0" y="1110119"/>
                  </a:lnTo>
                  <a:lnTo>
                    <a:pt x="1735963" y="1110119"/>
                  </a:lnTo>
                  <a:lnTo>
                    <a:pt x="1735963" y="433463"/>
                  </a:lnTo>
                  <a:lnTo>
                    <a:pt x="173596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7" name="Google Shape;3307;p137"/>
            <p:cNvSpPr/>
            <p:nvPr/>
          </p:nvSpPr>
          <p:spPr>
            <a:xfrm>
              <a:off x="1366647" y="1855343"/>
              <a:ext cx="424434" cy="11671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8" name="Google Shape;3308;p137"/>
            <p:cNvSpPr/>
            <p:nvPr/>
          </p:nvSpPr>
          <p:spPr>
            <a:xfrm>
              <a:off x="2720085" y="1855343"/>
              <a:ext cx="790448" cy="11684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9" name="Google Shape;3309;p137"/>
            <p:cNvSpPr/>
            <p:nvPr/>
          </p:nvSpPr>
          <p:spPr>
            <a:xfrm>
              <a:off x="6273165" y="1855343"/>
              <a:ext cx="578104" cy="14389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0" name="Google Shape;3310;p137"/>
            <p:cNvSpPr/>
            <p:nvPr/>
          </p:nvSpPr>
          <p:spPr>
            <a:xfrm>
              <a:off x="1453769" y="2206752"/>
              <a:ext cx="252475" cy="12623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1" name="Google Shape;3311;p137"/>
            <p:cNvSpPr/>
            <p:nvPr/>
          </p:nvSpPr>
          <p:spPr>
            <a:xfrm>
              <a:off x="2983102" y="2254123"/>
              <a:ext cx="220980" cy="12191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2" name="Google Shape;3312;p137"/>
            <p:cNvSpPr/>
            <p:nvPr/>
          </p:nvSpPr>
          <p:spPr>
            <a:xfrm>
              <a:off x="3045714" y="2091690"/>
              <a:ext cx="95250" cy="8458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3" name="Google Shape;3313;p137"/>
            <p:cNvSpPr/>
            <p:nvPr/>
          </p:nvSpPr>
          <p:spPr>
            <a:xfrm>
              <a:off x="2986151" y="2301367"/>
              <a:ext cx="219456" cy="17195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4" name="Google Shape;3314;p137"/>
            <p:cNvSpPr/>
            <p:nvPr/>
          </p:nvSpPr>
          <p:spPr>
            <a:xfrm>
              <a:off x="3858386" y="2205228"/>
              <a:ext cx="266700" cy="126111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5" name="Google Shape;3315;p137"/>
            <p:cNvSpPr/>
            <p:nvPr/>
          </p:nvSpPr>
          <p:spPr>
            <a:xfrm>
              <a:off x="4163186" y="2252853"/>
              <a:ext cx="90550" cy="79501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6" name="Google Shape;3316;p137"/>
            <p:cNvSpPr/>
            <p:nvPr/>
          </p:nvSpPr>
          <p:spPr>
            <a:xfrm>
              <a:off x="4318000" y="2228215"/>
              <a:ext cx="99313" cy="111633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7" name="Google Shape;3317;p137"/>
            <p:cNvSpPr/>
            <p:nvPr/>
          </p:nvSpPr>
          <p:spPr>
            <a:xfrm>
              <a:off x="4486783" y="2220087"/>
              <a:ext cx="160654" cy="112267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8" name="Google Shape;3318;p137"/>
            <p:cNvSpPr/>
            <p:nvPr/>
          </p:nvSpPr>
          <p:spPr>
            <a:xfrm>
              <a:off x="7003160" y="2205228"/>
              <a:ext cx="349504" cy="126237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9" name="Google Shape;3319;p137"/>
            <p:cNvSpPr/>
            <p:nvPr/>
          </p:nvSpPr>
          <p:spPr>
            <a:xfrm>
              <a:off x="4666234" y="2205228"/>
              <a:ext cx="2287650" cy="155448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0" name="Google Shape;3320;p137"/>
            <p:cNvSpPr/>
            <p:nvPr/>
          </p:nvSpPr>
          <p:spPr>
            <a:xfrm>
              <a:off x="1308988" y="2761869"/>
              <a:ext cx="540512" cy="155447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1" name="Google Shape;3321;p137"/>
            <p:cNvSpPr/>
            <p:nvPr/>
          </p:nvSpPr>
          <p:spPr>
            <a:xfrm>
              <a:off x="7402068" y="2205228"/>
              <a:ext cx="610361" cy="126237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2" name="Google Shape;3322;p137"/>
            <p:cNvSpPr/>
            <p:nvPr/>
          </p:nvSpPr>
          <p:spPr>
            <a:xfrm>
              <a:off x="2701163" y="2544572"/>
              <a:ext cx="790956" cy="594487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3" name="Google Shape;3323;p137"/>
            <p:cNvSpPr/>
            <p:nvPr/>
          </p:nvSpPr>
          <p:spPr>
            <a:xfrm>
              <a:off x="3858386" y="2661285"/>
              <a:ext cx="266700" cy="126111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4" name="Google Shape;3324;p137"/>
            <p:cNvSpPr/>
            <p:nvPr/>
          </p:nvSpPr>
          <p:spPr>
            <a:xfrm>
              <a:off x="4163186" y="2708910"/>
              <a:ext cx="90550" cy="79375"/>
            </a:xfrm>
            <a:prstGeom prst="rect">
              <a:avLst/>
            </a:pr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5" name="Google Shape;3325;p137"/>
            <p:cNvSpPr/>
            <p:nvPr/>
          </p:nvSpPr>
          <p:spPr>
            <a:xfrm>
              <a:off x="4297298" y="2708910"/>
              <a:ext cx="81310" cy="112649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6" name="Google Shape;3326;p137"/>
            <p:cNvSpPr/>
            <p:nvPr/>
          </p:nvSpPr>
          <p:spPr>
            <a:xfrm>
              <a:off x="4447540" y="2690113"/>
              <a:ext cx="99313" cy="99822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7" name="Google Shape;3327;p137"/>
            <p:cNvSpPr/>
            <p:nvPr/>
          </p:nvSpPr>
          <p:spPr>
            <a:xfrm>
              <a:off x="4620640" y="2676017"/>
              <a:ext cx="157861" cy="112268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aphicFrame>
        <p:nvGraphicFramePr>
          <p:cNvPr id="3328" name="Google Shape;3328;p137"/>
          <p:cNvGraphicFramePr/>
          <p:nvPr/>
        </p:nvGraphicFramePr>
        <p:xfrm>
          <a:off x="711200" y="1766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{5CB56259-AA10-4C71-BC1D-53083881A770}</a:tableStyleId>
              </a:tblPr>
              <a:tblGrid>
                <a:gridCol w="1736100"/>
                <a:gridCol w="1334125"/>
                <a:gridCol w="5562600"/>
              </a:tblGrid>
              <a:tr h="27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44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3299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and</a:t>
                      </a:r>
                      <a:endParaRPr sz="13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3715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329" name="Google Shape;3329;p137"/>
          <p:cNvGrpSpPr/>
          <p:nvPr/>
        </p:nvGrpSpPr>
        <p:grpSpPr>
          <a:xfrm>
            <a:off x="1098257" y="2661285"/>
            <a:ext cx="7961287" cy="3337140"/>
            <a:chOff x="1098257" y="2661285"/>
            <a:chExt cx="7961287" cy="3337140"/>
          </a:xfrm>
        </p:grpSpPr>
        <p:sp>
          <p:nvSpPr>
            <p:cNvPr id="3330" name="Google Shape;3330;p137"/>
            <p:cNvSpPr/>
            <p:nvPr/>
          </p:nvSpPr>
          <p:spPr>
            <a:xfrm>
              <a:off x="5045582" y="2708910"/>
              <a:ext cx="90550" cy="79375"/>
            </a:xfrm>
            <a:prstGeom prst="rect">
              <a:avLst/>
            </a:pr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1" name="Google Shape;3331;p137"/>
            <p:cNvSpPr/>
            <p:nvPr/>
          </p:nvSpPr>
          <p:spPr>
            <a:xfrm>
              <a:off x="5155691" y="2670937"/>
              <a:ext cx="50800" cy="1524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2" name="Google Shape;3332;p137"/>
            <p:cNvSpPr/>
            <p:nvPr/>
          </p:nvSpPr>
          <p:spPr>
            <a:xfrm>
              <a:off x="5224144" y="2676017"/>
              <a:ext cx="63880" cy="110998"/>
            </a:xfrm>
            <a:prstGeom prst="rect">
              <a:avLst/>
            </a:pr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3" name="Google Shape;3333;p137"/>
            <p:cNvSpPr/>
            <p:nvPr/>
          </p:nvSpPr>
          <p:spPr>
            <a:xfrm>
              <a:off x="5351271" y="2734670"/>
              <a:ext cx="99011" cy="10688"/>
            </a:xfrm>
            <a:prstGeom prst="rect">
              <a:avLst/>
            </a:pr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4" name="Google Shape;3334;p137"/>
            <p:cNvSpPr/>
            <p:nvPr/>
          </p:nvSpPr>
          <p:spPr>
            <a:xfrm>
              <a:off x="5596889" y="2670937"/>
              <a:ext cx="50800" cy="152400"/>
            </a:xfrm>
            <a:prstGeom prst="rect">
              <a:avLst/>
            </a:pr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5" name="Google Shape;3335;p137"/>
            <p:cNvSpPr/>
            <p:nvPr/>
          </p:nvSpPr>
          <p:spPr>
            <a:xfrm>
              <a:off x="5501258" y="2708910"/>
              <a:ext cx="81310" cy="112649"/>
            </a:xfrm>
            <a:prstGeom prst="rect">
              <a:avLst/>
            </a:pr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6" name="Google Shape;3336;p137"/>
            <p:cNvSpPr/>
            <p:nvPr/>
          </p:nvSpPr>
          <p:spPr>
            <a:xfrm>
              <a:off x="5756656" y="2690114"/>
              <a:ext cx="99314" cy="99822"/>
            </a:xfrm>
            <a:prstGeom prst="rect">
              <a:avLst/>
            </a:pr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7" name="Google Shape;3337;p137"/>
            <p:cNvSpPr/>
            <p:nvPr/>
          </p:nvSpPr>
          <p:spPr>
            <a:xfrm>
              <a:off x="5928232" y="2676017"/>
              <a:ext cx="157861" cy="112268"/>
            </a:xfrm>
            <a:prstGeom prst="rect">
              <a:avLst/>
            </a:pr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8" name="Google Shape;3338;p137"/>
            <p:cNvSpPr/>
            <p:nvPr/>
          </p:nvSpPr>
          <p:spPr>
            <a:xfrm>
              <a:off x="6104889" y="2661285"/>
              <a:ext cx="2555875" cy="155448"/>
            </a:xfrm>
            <a:prstGeom prst="rect">
              <a:avLst/>
            </a:prstGeom>
            <a:blipFill rotWithShape="1">
              <a:blip r:embed="rId3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9" name="Google Shape;3339;p137"/>
            <p:cNvSpPr/>
            <p:nvPr/>
          </p:nvSpPr>
          <p:spPr>
            <a:xfrm>
              <a:off x="8710041" y="2661285"/>
              <a:ext cx="349503" cy="126237"/>
            </a:xfrm>
            <a:prstGeom prst="rect">
              <a:avLst/>
            </a:pr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0" name="Google Shape;3340;p137"/>
            <p:cNvSpPr/>
            <p:nvPr/>
          </p:nvSpPr>
          <p:spPr>
            <a:xfrm>
              <a:off x="3861815" y="2860929"/>
              <a:ext cx="610362" cy="126237"/>
            </a:xfrm>
            <a:prstGeom prst="rect">
              <a:avLst/>
            </a:prstGeom>
            <a:blipFill rotWithShape="1">
              <a:blip r:embed="rId3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1" name="Google Shape;3341;p137"/>
            <p:cNvSpPr/>
            <p:nvPr/>
          </p:nvSpPr>
          <p:spPr>
            <a:xfrm>
              <a:off x="1408048" y="3333242"/>
              <a:ext cx="343915" cy="126237"/>
            </a:xfrm>
            <a:prstGeom prst="rect">
              <a:avLst/>
            </a:prstGeom>
            <a:blipFill rotWithShape="1">
              <a:blip r:embed="rId3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2" name="Google Shape;3342;p137"/>
            <p:cNvSpPr/>
            <p:nvPr/>
          </p:nvSpPr>
          <p:spPr>
            <a:xfrm>
              <a:off x="2879597" y="3214497"/>
              <a:ext cx="438785" cy="398398"/>
            </a:xfrm>
            <a:prstGeom prst="rect">
              <a:avLst/>
            </a:prstGeom>
            <a:blipFill rotWithShape="1">
              <a:blip r:embed="rId3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3" name="Google Shape;3343;p137"/>
            <p:cNvSpPr/>
            <p:nvPr/>
          </p:nvSpPr>
          <p:spPr>
            <a:xfrm>
              <a:off x="3858386" y="3331718"/>
              <a:ext cx="266700" cy="126111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4" name="Google Shape;3344;p137"/>
            <p:cNvSpPr/>
            <p:nvPr/>
          </p:nvSpPr>
          <p:spPr>
            <a:xfrm>
              <a:off x="4163186" y="3379216"/>
              <a:ext cx="90550" cy="79501"/>
            </a:xfrm>
            <a:prstGeom prst="rect">
              <a:avLst/>
            </a:prstGeom>
            <a:blipFill rotWithShape="1">
              <a:blip r:embed="rId3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5" name="Google Shape;3345;p137"/>
            <p:cNvSpPr/>
            <p:nvPr/>
          </p:nvSpPr>
          <p:spPr>
            <a:xfrm>
              <a:off x="4317999" y="3354578"/>
              <a:ext cx="99313" cy="111760"/>
            </a:xfrm>
            <a:prstGeom prst="rect">
              <a:avLst/>
            </a:prstGeom>
            <a:blipFill rotWithShape="1">
              <a:blip r:embed="rId4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6" name="Google Shape;3346;p137"/>
            <p:cNvSpPr/>
            <p:nvPr/>
          </p:nvSpPr>
          <p:spPr>
            <a:xfrm>
              <a:off x="4666233" y="3331718"/>
              <a:ext cx="926464" cy="155448"/>
            </a:xfrm>
            <a:prstGeom prst="rect">
              <a:avLst/>
            </a:pr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7" name="Google Shape;3347;p137"/>
            <p:cNvSpPr/>
            <p:nvPr/>
          </p:nvSpPr>
          <p:spPr>
            <a:xfrm>
              <a:off x="4486782" y="3346450"/>
              <a:ext cx="160654" cy="112267"/>
            </a:xfrm>
            <a:prstGeom prst="rect">
              <a:avLst/>
            </a:prstGeom>
            <a:blipFill rotWithShape="1">
              <a:blip r:embed="rId4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8" name="Google Shape;3348;p137"/>
            <p:cNvSpPr/>
            <p:nvPr/>
          </p:nvSpPr>
          <p:spPr>
            <a:xfrm>
              <a:off x="5641847" y="3331718"/>
              <a:ext cx="722629" cy="155448"/>
            </a:xfrm>
            <a:prstGeom prst="rect">
              <a:avLst/>
            </a:prstGeom>
            <a:blipFill rotWithShape="1">
              <a:blip r:embed="rId4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9" name="Google Shape;3349;p137"/>
            <p:cNvSpPr/>
            <p:nvPr/>
          </p:nvSpPr>
          <p:spPr>
            <a:xfrm>
              <a:off x="6403594" y="3331718"/>
              <a:ext cx="550290" cy="125857"/>
            </a:xfrm>
            <a:prstGeom prst="rect">
              <a:avLst/>
            </a:prstGeom>
            <a:blipFill rotWithShape="1">
              <a:blip r:embed="rId4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0" name="Google Shape;3350;p137"/>
            <p:cNvSpPr/>
            <p:nvPr/>
          </p:nvSpPr>
          <p:spPr>
            <a:xfrm>
              <a:off x="7003161" y="3331718"/>
              <a:ext cx="349504" cy="126237"/>
            </a:xfrm>
            <a:prstGeom prst="rect">
              <a:avLst/>
            </a:prstGeom>
            <a:blipFill rotWithShape="1">
              <a:blip r:embed="rId4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1" name="Google Shape;3351;p137"/>
            <p:cNvSpPr/>
            <p:nvPr/>
          </p:nvSpPr>
          <p:spPr>
            <a:xfrm>
              <a:off x="7402068" y="3331718"/>
              <a:ext cx="610361" cy="126237"/>
            </a:xfrm>
            <a:prstGeom prst="rect">
              <a:avLst/>
            </a:prstGeom>
            <a:blipFill rotWithShape="1">
              <a:blip r:embed="rId4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2" name="Google Shape;3352;p137"/>
            <p:cNvSpPr/>
            <p:nvPr/>
          </p:nvSpPr>
          <p:spPr>
            <a:xfrm>
              <a:off x="1098257" y="3958463"/>
              <a:ext cx="459651" cy="126237"/>
            </a:xfrm>
            <a:prstGeom prst="rect">
              <a:avLst/>
            </a:prstGeom>
            <a:blipFill rotWithShape="1">
              <a:blip r:embed="rId4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3" name="Google Shape;3353;p137"/>
            <p:cNvSpPr/>
            <p:nvPr/>
          </p:nvSpPr>
          <p:spPr>
            <a:xfrm>
              <a:off x="1603120" y="3958463"/>
              <a:ext cx="456691" cy="126237"/>
            </a:xfrm>
            <a:prstGeom prst="rect">
              <a:avLst/>
            </a:prstGeom>
            <a:blipFill rotWithShape="1">
              <a:blip r:embed="rId4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4" name="Google Shape;3354;p137"/>
            <p:cNvSpPr/>
            <p:nvPr/>
          </p:nvSpPr>
          <p:spPr>
            <a:xfrm>
              <a:off x="2526156" y="3722624"/>
              <a:ext cx="138303" cy="165100"/>
            </a:xfrm>
            <a:prstGeom prst="rect">
              <a:avLst/>
            </a:prstGeom>
            <a:blipFill rotWithShape="1">
              <a:blip r:embed="rId4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5" name="Google Shape;3355;p137"/>
            <p:cNvSpPr/>
            <p:nvPr/>
          </p:nvSpPr>
          <p:spPr>
            <a:xfrm>
              <a:off x="3084702" y="3679952"/>
              <a:ext cx="75311" cy="64389"/>
            </a:xfrm>
            <a:prstGeom prst="rect">
              <a:avLst/>
            </a:prstGeom>
            <a:blipFill rotWithShape="1">
              <a:blip r:embed="rId5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6" name="Google Shape;3356;p137"/>
            <p:cNvSpPr/>
            <p:nvPr/>
          </p:nvSpPr>
          <p:spPr>
            <a:xfrm>
              <a:off x="2997708" y="3791966"/>
              <a:ext cx="246887" cy="12191"/>
            </a:xfrm>
            <a:prstGeom prst="rect">
              <a:avLst/>
            </a:prstGeom>
            <a:blipFill rotWithShape="1">
              <a:blip r:embed="rId5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7" name="Google Shape;3357;p137"/>
            <p:cNvSpPr/>
            <p:nvPr/>
          </p:nvSpPr>
          <p:spPr>
            <a:xfrm>
              <a:off x="2999993" y="3826637"/>
              <a:ext cx="244601" cy="124713"/>
            </a:xfrm>
            <a:prstGeom prst="rect">
              <a:avLst/>
            </a:prstGeom>
            <a:blipFill rotWithShape="1">
              <a:blip r:embed="rId5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8" name="Google Shape;3358;p137"/>
            <p:cNvSpPr/>
            <p:nvPr/>
          </p:nvSpPr>
          <p:spPr>
            <a:xfrm>
              <a:off x="2523362" y="4131056"/>
              <a:ext cx="151764" cy="165100"/>
            </a:xfrm>
            <a:prstGeom prst="rect">
              <a:avLst/>
            </a:prstGeom>
            <a:blipFill rotWithShape="1">
              <a:blip r:embed="rId5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9" name="Google Shape;3359;p137"/>
            <p:cNvSpPr/>
            <p:nvPr/>
          </p:nvSpPr>
          <p:spPr>
            <a:xfrm>
              <a:off x="2851403" y="3987038"/>
              <a:ext cx="534923" cy="398399"/>
            </a:xfrm>
            <a:prstGeom prst="rect">
              <a:avLst/>
            </a:prstGeom>
            <a:blipFill rotWithShape="1">
              <a:blip r:embed="rId5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0" name="Google Shape;3360;p137"/>
            <p:cNvSpPr/>
            <p:nvPr/>
          </p:nvSpPr>
          <p:spPr>
            <a:xfrm>
              <a:off x="3861815" y="3846702"/>
              <a:ext cx="89026" cy="141986"/>
            </a:xfrm>
            <a:prstGeom prst="rect">
              <a:avLst/>
            </a:prstGeom>
            <a:blipFill rotWithShape="1">
              <a:blip r:embed="rId5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1" name="Google Shape;3361;p137"/>
            <p:cNvSpPr/>
            <p:nvPr/>
          </p:nvSpPr>
          <p:spPr>
            <a:xfrm>
              <a:off x="3995546" y="3846702"/>
              <a:ext cx="1620265" cy="155448"/>
            </a:xfrm>
            <a:prstGeom prst="rect">
              <a:avLst/>
            </a:prstGeom>
            <a:blipFill rotWithShape="1">
              <a:blip r:embed="rId5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2" name="Google Shape;3362;p137"/>
            <p:cNvSpPr/>
            <p:nvPr/>
          </p:nvSpPr>
          <p:spPr>
            <a:xfrm>
              <a:off x="5665088" y="3846702"/>
              <a:ext cx="980693" cy="126238"/>
            </a:xfrm>
            <a:prstGeom prst="rect">
              <a:avLst/>
            </a:prstGeom>
            <a:blipFill rotWithShape="1">
              <a:blip r:embed="rId5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3" name="Google Shape;3363;p137"/>
            <p:cNvSpPr/>
            <p:nvPr/>
          </p:nvSpPr>
          <p:spPr>
            <a:xfrm>
              <a:off x="3862196" y="4069207"/>
              <a:ext cx="88645" cy="141986"/>
            </a:xfrm>
            <a:prstGeom prst="rect">
              <a:avLst/>
            </a:prstGeom>
            <a:blipFill rotWithShape="1">
              <a:blip r:embed="rId5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4" name="Google Shape;3364;p137"/>
            <p:cNvSpPr/>
            <p:nvPr/>
          </p:nvSpPr>
          <p:spPr>
            <a:xfrm>
              <a:off x="3995546" y="4069207"/>
              <a:ext cx="2129028" cy="155448"/>
            </a:xfrm>
            <a:prstGeom prst="rect">
              <a:avLst/>
            </a:prstGeom>
            <a:blipFill rotWithShape="1">
              <a:blip r:embed="rId5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5" name="Google Shape;3365;p137"/>
            <p:cNvSpPr/>
            <p:nvPr/>
          </p:nvSpPr>
          <p:spPr>
            <a:xfrm>
              <a:off x="6142101" y="4069207"/>
              <a:ext cx="918209" cy="126237"/>
            </a:xfrm>
            <a:prstGeom prst="rect">
              <a:avLst/>
            </a:prstGeom>
            <a:blipFill rotWithShape="1">
              <a:blip r:embed="rId6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6" name="Google Shape;3366;p137"/>
            <p:cNvSpPr/>
            <p:nvPr/>
          </p:nvSpPr>
          <p:spPr>
            <a:xfrm>
              <a:off x="1354327" y="4816855"/>
              <a:ext cx="443610" cy="126237"/>
            </a:xfrm>
            <a:prstGeom prst="rect">
              <a:avLst/>
            </a:prstGeom>
            <a:blipFill rotWithShape="1">
              <a:blip r:embed="rId6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7" name="Google Shape;3367;p137"/>
            <p:cNvSpPr/>
            <p:nvPr/>
          </p:nvSpPr>
          <p:spPr>
            <a:xfrm>
              <a:off x="2526156" y="4614291"/>
              <a:ext cx="138303" cy="165100"/>
            </a:xfrm>
            <a:prstGeom prst="rect">
              <a:avLst/>
            </a:prstGeom>
            <a:blipFill rotWithShape="1">
              <a:blip r:embed="rId6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8" name="Google Shape;3368;p137"/>
            <p:cNvSpPr/>
            <p:nvPr/>
          </p:nvSpPr>
          <p:spPr>
            <a:xfrm>
              <a:off x="2924809" y="4656836"/>
              <a:ext cx="95122" cy="84581"/>
            </a:xfrm>
            <a:prstGeom prst="rect">
              <a:avLst/>
            </a:prstGeom>
            <a:blipFill rotWithShape="1">
              <a:blip r:embed="rId6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9" name="Google Shape;3369;p137"/>
            <p:cNvSpPr/>
            <p:nvPr/>
          </p:nvSpPr>
          <p:spPr>
            <a:xfrm>
              <a:off x="3039871" y="4592574"/>
              <a:ext cx="54736" cy="81914"/>
            </a:xfrm>
            <a:prstGeom prst="rect">
              <a:avLst/>
            </a:prstGeom>
            <a:blipFill rotWithShape="1">
              <a:blip r:embed="rId6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0" name="Google Shape;3370;p137"/>
            <p:cNvSpPr/>
            <p:nvPr/>
          </p:nvSpPr>
          <p:spPr>
            <a:xfrm>
              <a:off x="3118103" y="4480941"/>
              <a:ext cx="217931" cy="398398"/>
            </a:xfrm>
            <a:prstGeom prst="rect">
              <a:avLst/>
            </a:prstGeom>
            <a:blipFill rotWithShape="1">
              <a:blip r:embed="rId6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1" name="Google Shape;3371;p137"/>
            <p:cNvSpPr/>
            <p:nvPr/>
          </p:nvSpPr>
          <p:spPr>
            <a:xfrm>
              <a:off x="2523362" y="5059299"/>
              <a:ext cx="151764" cy="165100"/>
            </a:xfrm>
            <a:prstGeom prst="rect">
              <a:avLst/>
            </a:prstGeom>
            <a:blipFill rotWithShape="1">
              <a:blip r:embed="rId5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2" name="Google Shape;3372;p137"/>
            <p:cNvSpPr/>
            <p:nvPr/>
          </p:nvSpPr>
          <p:spPr>
            <a:xfrm>
              <a:off x="2851403" y="4915280"/>
              <a:ext cx="534923" cy="398399"/>
            </a:xfrm>
            <a:prstGeom prst="rect">
              <a:avLst/>
            </a:prstGeom>
            <a:blipFill rotWithShape="1">
              <a:blip r:embed="rId6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3" name="Google Shape;3373;p137"/>
            <p:cNvSpPr/>
            <p:nvPr/>
          </p:nvSpPr>
          <p:spPr>
            <a:xfrm>
              <a:off x="3861815" y="4593336"/>
              <a:ext cx="1753997" cy="155320"/>
            </a:xfrm>
            <a:prstGeom prst="rect">
              <a:avLst/>
            </a:prstGeom>
            <a:blipFill rotWithShape="1">
              <a:blip r:embed="rId6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4" name="Google Shape;3374;p137"/>
            <p:cNvSpPr/>
            <p:nvPr/>
          </p:nvSpPr>
          <p:spPr>
            <a:xfrm>
              <a:off x="5665088" y="4593336"/>
              <a:ext cx="980693" cy="126237"/>
            </a:xfrm>
            <a:prstGeom prst="rect">
              <a:avLst/>
            </a:prstGeom>
            <a:blipFill rotWithShape="1">
              <a:blip r:embed="rId6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5" name="Google Shape;3375;p137"/>
            <p:cNvSpPr/>
            <p:nvPr/>
          </p:nvSpPr>
          <p:spPr>
            <a:xfrm>
              <a:off x="3862196" y="4815839"/>
              <a:ext cx="88645" cy="141859"/>
            </a:xfrm>
            <a:prstGeom prst="rect">
              <a:avLst/>
            </a:prstGeom>
            <a:blipFill rotWithShape="1">
              <a:blip r:embed="rId6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6" name="Google Shape;3376;p137"/>
            <p:cNvSpPr/>
            <p:nvPr/>
          </p:nvSpPr>
          <p:spPr>
            <a:xfrm>
              <a:off x="3995546" y="4815839"/>
              <a:ext cx="2034793" cy="155321"/>
            </a:xfrm>
            <a:prstGeom prst="rect">
              <a:avLst/>
            </a:prstGeom>
            <a:blipFill rotWithShape="1">
              <a:blip r:embed="rId7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7" name="Google Shape;3377;p137"/>
            <p:cNvSpPr/>
            <p:nvPr/>
          </p:nvSpPr>
          <p:spPr>
            <a:xfrm>
              <a:off x="6079616" y="4815839"/>
              <a:ext cx="980693" cy="126237"/>
            </a:xfrm>
            <a:prstGeom prst="rect">
              <a:avLst/>
            </a:prstGeom>
            <a:blipFill rotWithShape="1">
              <a:blip r:embed="rId6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8" name="Google Shape;3378;p137"/>
            <p:cNvSpPr/>
            <p:nvPr/>
          </p:nvSpPr>
          <p:spPr>
            <a:xfrm>
              <a:off x="3856608" y="5039867"/>
              <a:ext cx="1647952" cy="155320"/>
            </a:xfrm>
            <a:prstGeom prst="rect">
              <a:avLst/>
            </a:prstGeom>
            <a:blipFill rotWithShape="1">
              <a:blip r:embed="rId7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9" name="Google Shape;3379;p137"/>
            <p:cNvSpPr/>
            <p:nvPr/>
          </p:nvSpPr>
          <p:spPr>
            <a:xfrm>
              <a:off x="5553837" y="5039867"/>
              <a:ext cx="136271" cy="125730"/>
            </a:xfrm>
            <a:prstGeom prst="rect">
              <a:avLst/>
            </a:prstGeom>
            <a:blipFill rotWithShape="1">
              <a:blip r:embed="rId7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0" name="Google Shape;3380;p137"/>
            <p:cNvSpPr/>
            <p:nvPr/>
          </p:nvSpPr>
          <p:spPr>
            <a:xfrm>
              <a:off x="5706744" y="5112579"/>
              <a:ext cx="33111" cy="9965"/>
            </a:xfrm>
            <a:prstGeom prst="rect">
              <a:avLst/>
            </a:prstGeom>
            <a:blipFill rotWithShape="1">
              <a:blip r:embed="rId7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1" name="Google Shape;3381;p137"/>
            <p:cNvSpPr/>
            <p:nvPr/>
          </p:nvSpPr>
          <p:spPr>
            <a:xfrm>
              <a:off x="5755894" y="5086858"/>
              <a:ext cx="347598" cy="108331"/>
            </a:xfrm>
            <a:prstGeom prst="rect">
              <a:avLst/>
            </a:prstGeom>
            <a:blipFill rotWithShape="1">
              <a:blip r:embed="rId7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2" name="Google Shape;3382;p137"/>
            <p:cNvSpPr/>
            <p:nvPr/>
          </p:nvSpPr>
          <p:spPr>
            <a:xfrm>
              <a:off x="6147815" y="5039867"/>
              <a:ext cx="610362" cy="126237"/>
            </a:xfrm>
            <a:prstGeom prst="rect">
              <a:avLst/>
            </a:prstGeom>
            <a:blipFill rotWithShape="1">
              <a:blip r:embed="rId7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3" name="Google Shape;3383;p137"/>
            <p:cNvSpPr/>
            <p:nvPr/>
          </p:nvSpPr>
          <p:spPr>
            <a:xfrm>
              <a:off x="1293748" y="5621185"/>
              <a:ext cx="572515" cy="126250"/>
            </a:xfrm>
            <a:prstGeom prst="rect">
              <a:avLst/>
            </a:prstGeom>
            <a:blipFill rotWithShape="1">
              <a:blip r:embed="rId7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4" name="Google Shape;3384;p137"/>
            <p:cNvSpPr/>
            <p:nvPr/>
          </p:nvSpPr>
          <p:spPr>
            <a:xfrm>
              <a:off x="2786506" y="5403977"/>
              <a:ext cx="618744" cy="594448"/>
            </a:xfrm>
            <a:prstGeom prst="rect">
              <a:avLst/>
            </a:prstGeom>
            <a:blipFill rotWithShape="1">
              <a:blip r:embed="rId7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5" name="Google Shape;3385;p137"/>
            <p:cNvSpPr/>
            <p:nvPr/>
          </p:nvSpPr>
          <p:spPr>
            <a:xfrm>
              <a:off x="3855211" y="5667235"/>
              <a:ext cx="73660" cy="78193"/>
            </a:xfrm>
            <a:prstGeom prst="rect">
              <a:avLst/>
            </a:prstGeom>
            <a:blipFill rotWithShape="1">
              <a:blip r:embed="rId7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6" name="Google Shape;3386;p137"/>
            <p:cNvSpPr/>
            <p:nvPr/>
          </p:nvSpPr>
          <p:spPr>
            <a:xfrm>
              <a:off x="3975480" y="5636615"/>
              <a:ext cx="70485" cy="108813"/>
            </a:xfrm>
            <a:prstGeom prst="rect">
              <a:avLst/>
            </a:prstGeom>
            <a:blipFill rotWithShape="1">
              <a:blip r:embed="rId7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7" name="Google Shape;3387;p137"/>
            <p:cNvSpPr/>
            <p:nvPr/>
          </p:nvSpPr>
          <p:spPr>
            <a:xfrm>
              <a:off x="4089908" y="5619661"/>
              <a:ext cx="152780" cy="125768"/>
            </a:xfrm>
            <a:prstGeom prst="rect">
              <a:avLst/>
            </a:prstGeom>
            <a:blipFill rotWithShape="1">
              <a:blip r:embed="rId8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8" name="Google Shape;3388;p137"/>
            <p:cNvSpPr/>
            <p:nvPr/>
          </p:nvSpPr>
          <p:spPr>
            <a:xfrm>
              <a:off x="4291330" y="5619661"/>
              <a:ext cx="356743" cy="155422"/>
            </a:xfrm>
            <a:prstGeom prst="rect">
              <a:avLst/>
            </a:prstGeom>
            <a:blipFill rotWithShape="1">
              <a:blip r:embed="rId8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9" name="Google Shape;3389;p137"/>
            <p:cNvSpPr/>
            <p:nvPr/>
          </p:nvSpPr>
          <p:spPr>
            <a:xfrm>
              <a:off x="4695825" y="5619661"/>
              <a:ext cx="1031113" cy="126250"/>
            </a:xfrm>
            <a:prstGeom prst="rect">
              <a:avLst/>
            </a:prstGeom>
            <a:blipFill rotWithShape="1">
              <a:blip r:embed="rId8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0" name="Google Shape;3390;p137"/>
            <p:cNvSpPr/>
            <p:nvPr/>
          </p:nvSpPr>
          <p:spPr>
            <a:xfrm>
              <a:off x="5769609" y="5667235"/>
              <a:ext cx="41148" cy="78193"/>
            </a:xfrm>
            <a:prstGeom prst="rect">
              <a:avLst/>
            </a:prstGeom>
            <a:blipFill rotWithShape="1">
              <a:blip r:embed="rId8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1" name="Google Shape;3391;p137"/>
            <p:cNvSpPr/>
            <p:nvPr/>
          </p:nvSpPr>
          <p:spPr>
            <a:xfrm>
              <a:off x="5827140" y="5619661"/>
              <a:ext cx="937640" cy="126250"/>
            </a:xfrm>
            <a:prstGeom prst="rect">
              <a:avLst/>
            </a:prstGeom>
            <a:blipFill rotWithShape="1">
              <a:blip r:embed="rId8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2" name="Google Shape;3392;p137"/>
            <p:cNvSpPr/>
            <p:nvPr/>
          </p:nvSpPr>
          <p:spPr>
            <a:xfrm>
              <a:off x="6814184" y="5619661"/>
              <a:ext cx="462153" cy="155422"/>
            </a:xfrm>
            <a:prstGeom prst="rect">
              <a:avLst/>
            </a:prstGeom>
            <a:blipFill rotWithShape="1">
              <a:blip r:embed="rId8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393" name="Google Shape;3393;p137"/>
          <p:cNvSpPr/>
          <p:nvPr/>
        </p:nvSpPr>
        <p:spPr>
          <a:xfrm>
            <a:off x="554736" y="1449324"/>
            <a:ext cx="1035557" cy="157734"/>
          </a:xfrm>
          <a:prstGeom prst="rect">
            <a:avLst/>
          </a:prstGeom>
          <a:blipFill rotWithShape="1">
            <a:blip r:embed="rId8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97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p138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99" name="Google Shape;3399;p138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00" name="Google Shape;3400;p138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01" name="Google Shape;3401;p13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02" name="Google Shape;3402;p13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03" name="Google Shape;3403;p138"/>
          <p:cNvSpPr/>
          <p:nvPr/>
        </p:nvSpPr>
        <p:spPr>
          <a:xfrm>
            <a:off x="1019555" y="3220199"/>
            <a:ext cx="5103114" cy="4076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04" name="Google Shape;3404;p138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05" name="Google Shape;3405;p138"/>
          <p:cNvSpPr/>
          <p:nvPr/>
        </p:nvSpPr>
        <p:spPr>
          <a:xfrm>
            <a:off x="1050036" y="3959352"/>
            <a:ext cx="2347722" cy="112852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9" name="Shape 3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139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11" name="Google Shape;3411;p13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12" name="Google Shape;3412;p13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13" name="Google Shape;3413;p139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14" name="Google Shape;3414;p139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15" name="Google Shape;3415;p139"/>
          <p:cNvSpPr/>
          <p:nvPr/>
        </p:nvSpPr>
        <p:spPr>
          <a:xfrm>
            <a:off x="473963" y="1443177"/>
            <a:ext cx="2393442" cy="30256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16" name="Google Shape;3416;p139"/>
          <p:cNvSpPr/>
          <p:nvPr/>
        </p:nvSpPr>
        <p:spPr>
          <a:xfrm>
            <a:off x="682751" y="3744467"/>
            <a:ext cx="4560570" cy="75971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17" name="Google Shape;3417;p139"/>
          <p:cNvSpPr/>
          <p:nvPr/>
        </p:nvSpPr>
        <p:spPr>
          <a:xfrm>
            <a:off x="847344" y="2313432"/>
            <a:ext cx="289560" cy="222885"/>
          </a:xfrm>
          <a:custGeom>
            <a:rect b="b" l="l" r="r" t="t"/>
            <a:pathLst>
              <a:path extrusionOk="0" h="222885" w="289559">
                <a:moveTo>
                  <a:pt x="252475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3"/>
                </a:lnTo>
                <a:lnTo>
                  <a:pt x="0" y="185419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2475" y="222503"/>
                </a:lnTo>
                <a:lnTo>
                  <a:pt x="266912" y="219584"/>
                </a:lnTo>
                <a:lnTo>
                  <a:pt x="278699" y="211629"/>
                </a:lnTo>
                <a:lnTo>
                  <a:pt x="286646" y="199840"/>
                </a:lnTo>
                <a:lnTo>
                  <a:pt x="289559" y="185419"/>
                </a:lnTo>
                <a:lnTo>
                  <a:pt x="289559" y="37083"/>
                </a:lnTo>
                <a:lnTo>
                  <a:pt x="286646" y="22663"/>
                </a:lnTo>
                <a:lnTo>
                  <a:pt x="278699" y="10874"/>
                </a:lnTo>
                <a:lnTo>
                  <a:pt x="266912" y="2919"/>
                </a:lnTo>
                <a:lnTo>
                  <a:pt x="25247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18" name="Google Shape;3418;p139"/>
          <p:cNvSpPr txBox="1"/>
          <p:nvPr/>
        </p:nvSpPr>
        <p:spPr>
          <a:xfrm>
            <a:off x="913891" y="2313558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19" name="Google Shape;3419;p139"/>
          <p:cNvSpPr/>
          <p:nvPr/>
        </p:nvSpPr>
        <p:spPr>
          <a:xfrm>
            <a:off x="1226819" y="2357615"/>
            <a:ext cx="4245102" cy="105995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20" name="Google Shape;3420;p139"/>
          <p:cNvSpPr/>
          <p:nvPr/>
        </p:nvSpPr>
        <p:spPr>
          <a:xfrm>
            <a:off x="554736" y="1923288"/>
            <a:ext cx="2268474" cy="15773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4" name="Shape 3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5" name="Google Shape;3425;p140"/>
          <p:cNvSpPr/>
          <p:nvPr/>
        </p:nvSpPr>
        <p:spPr>
          <a:xfrm>
            <a:off x="9337643" y="6524434"/>
            <a:ext cx="10734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26" name="Google Shape;3426;p14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27" name="Google Shape;3427;p14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28" name="Google Shape;3428;p140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29" name="Google Shape;3429;p140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30" name="Google Shape;3430;p140"/>
          <p:cNvSpPr/>
          <p:nvPr/>
        </p:nvSpPr>
        <p:spPr>
          <a:xfrm>
            <a:off x="473963" y="1446237"/>
            <a:ext cx="1241310" cy="23092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1" name="Google Shape;3431;p140"/>
          <p:cNvSpPr/>
          <p:nvPr/>
        </p:nvSpPr>
        <p:spPr>
          <a:xfrm>
            <a:off x="678180" y="2325611"/>
            <a:ext cx="816114" cy="7597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2" name="Google Shape;3432;p140"/>
          <p:cNvSpPr/>
          <p:nvPr/>
        </p:nvSpPr>
        <p:spPr>
          <a:xfrm>
            <a:off x="554736" y="1923288"/>
            <a:ext cx="1948433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6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p141"/>
          <p:cNvSpPr/>
          <p:nvPr/>
        </p:nvSpPr>
        <p:spPr>
          <a:xfrm>
            <a:off x="9365106" y="6524434"/>
            <a:ext cx="7988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8" name="Google Shape;3438;p14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9" name="Google Shape;3439;p14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40" name="Google Shape;3440;p141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41" name="Google Shape;3441;p14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42" name="Google Shape;3442;p141"/>
          <p:cNvSpPr/>
          <p:nvPr/>
        </p:nvSpPr>
        <p:spPr>
          <a:xfrm>
            <a:off x="682751" y="1804390"/>
            <a:ext cx="4848606" cy="51285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43" name="Google Shape;3443;p141"/>
          <p:cNvSpPr/>
          <p:nvPr/>
        </p:nvSpPr>
        <p:spPr>
          <a:xfrm>
            <a:off x="847344" y="2604516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2222" y="224028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44" name="Google Shape;3444;p141"/>
          <p:cNvSpPr/>
          <p:nvPr/>
        </p:nvSpPr>
        <p:spPr>
          <a:xfrm>
            <a:off x="1219200" y="2551163"/>
            <a:ext cx="3187446" cy="36043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45" name="Google Shape;3445;p141"/>
          <p:cNvSpPr/>
          <p:nvPr/>
        </p:nvSpPr>
        <p:spPr>
          <a:xfrm>
            <a:off x="847344" y="3157727"/>
            <a:ext cx="289560" cy="224154"/>
          </a:xfrm>
          <a:custGeom>
            <a:rect b="b" l="l" r="r" t="t"/>
            <a:pathLst>
              <a:path extrusionOk="0" h="224154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46" name="Google Shape;3446;p141"/>
          <p:cNvSpPr txBox="1"/>
          <p:nvPr/>
        </p:nvSpPr>
        <p:spPr>
          <a:xfrm>
            <a:off x="913891" y="2605277"/>
            <a:ext cx="157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47" name="Google Shape;3447;p141"/>
          <p:cNvSpPr/>
          <p:nvPr/>
        </p:nvSpPr>
        <p:spPr>
          <a:xfrm>
            <a:off x="1219200" y="3104375"/>
            <a:ext cx="3856482" cy="36043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48" name="Google Shape;3448;p141"/>
          <p:cNvSpPr/>
          <p:nvPr/>
        </p:nvSpPr>
        <p:spPr>
          <a:xfrm>
            <a:off x="554736" y="1449324"/>
            <a:ext cx="884682" cy="15773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2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3" name="Google Shape;3453;p142"/>
          <p:cNvSpPr/>
          <p:nvPr/>
        </p:nvSpPr>
        <p:spPr>
          <a:xfrm>
            <a:off x="9337713" y="6524434"/>
            <a:ext cx="10422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4" name="Google Shape;3454;p14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5" name="Google Shape;3455;p14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6" name="Google Shape;3456;p142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57" name="Google Shape;3457;p14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58" name="Google Shape;3458;p142"/>
          <p:cNvSpPr/>
          <p:nvPr/>
        </p:nvSpPr>
        <p:spPr>
          <a:xfrm>
            <a:off x="682751" y="1795272"/>
            <a:ext cx="3787902" cy="2004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9" name="Google Shape;3459;p142"/>
          <p:cNvSpPr/>
          <p:nvPr/>
        </p:nvSpPr>
        <p:spPr>
          <a:xfrm>
            <a:off x="847344" y="3317747"/>
            <a:ext cx="289560" cy="222885"/>
          </a:xfrm>
          <a:custGeom>
            <a:rect b="b" l="l" r="r" t="t"/>
            <a:pathLst>
              <a:path extrusionOk="0" h="222885" w="289559">
                <a:moveTo>
                  <a:pt x="252475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19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2475" y="222503"/>
                </a:lnTo>
                <a:lnTo>
                  <a:pt x="266912" y="219584"/>
                </a:lnTo>
                <a:lnTo>
                  <a:pt x="278699" y="211629"/>
                </a:lnTo>
                <a:lnTo>
                  <a:pt x="286646" y="199840"/>
                </a:lnTo>
                <a:lnTo>
                  <a:pt x="289559" y="185419"/>
                </a:lnTo>
                <a:lnTo>
                  <a:pt x="289559" y="37084"/>
                </a:lnTo>
                <a:lnTo>
                  <a:pt x="286646" y="22663"/>
                </a:lnTo>
                <a:lnTo>
                  <a:pt x="278699" y="10874"/>
                </a:lnTo>
                <a:lnTo>
                  <a:pt x="266912" y="2919"/>
                </a:lnTo>
                <a:lnTo>
                  <a:pt x="25247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60" name="Google Shape;3460;p142"/>
          <p:cNvSpPr txBox="1"/>
          <p:nvPr/>
        </p:nvSpPr>
        <p:spPr>
          <a:xfrm>
            <a:off x="913891" y="3318129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61" name="Google Shape;3461;p142"/>
          <p:cNvSpPr/>
          <p:nvPr/>
        </p:nvSpPr>
        <p:spPr>
          <a:xfrm>
            <a:off x="1229867" y="3345179"/>
            <a:ext cx="3399281" cy="18668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62" name="Google Shape;3462;p142"/>
          <p:cNvSpPr/>
          <p:nvPr/>
        </p:nvSpPr>
        <p:spPr>
          <a:xfrm>
            <a:off x="554736" y="1449324"/>
            <a:ext cx="660654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463" name="Google Shape;3463;p142"/>
          <p:cNvGrpSpPr/>
          <p:nvPr/>
        </p:nvGrpSpPr>
        <p:grpSpPr>
          <a:xfrm>
            <a:off x="838200" y="2196083"/>
            <a:ext cx="4046220" cy="472440"/>
            <a:chOff x="838200" y="2196083"/>
            <a:chExt cx="4046220" cy="472440"/>
          </a:xfrm>
        </p:grpSpPr>
        <p:sp>
          <p:nvSpPr>
            <p:cNvPr id="3464" name="Google Shape;3464;p142"/>
            <p:cNvSpPr/>
            <p:nvPr/>
          </p:nvSpPr>
          <p:spPr>
            <a:xfrm>
              <a:off x="838200" y="2196083"/>
              <a:ext cx="4046220" cy="472440"/>
            </a:xfrm>
            <a:custGeom>
              <a:rect b="b" l="l" r="r" t="t"/>
              <a:pathLst>
                <a:path extrusionOk="0" h="472439" w="4046220">
                  <a:moveTo>
                    <a:pt x="4046220" y="0"/>
                  </a:moveTo>
                  <a:lnTo>
                    <a:pt x="0" y="0"/>
                  </a:lnTo>
                  <a:lnTo>
                    <a:pt x="0" y="472439"/>
                  </a:lnTo>
                  <a:lnTo>
                    <a:pt x="4046220" y="472439"/>
                  </a:lnTo>
                  <a:lnTo>
                    <a:pt x="404622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5" name="Google Shape;3465;p142"/>
            <p:cNvSpPr/>
            <p:nvPr/>
          </p:nvSpPr>
          <p:spPr>
            <a:xfrm>
              <a:off x="1316736" y="2274569"/>
              <a:ext cx="2525395" cy="245110"/>
            </a:xfrm>
            <a:custGeom>
              <a:rect b="b" l="l" r="r" t="t"/>
              <a:pathLst>
                <a:path extrusionOk="0" h="245110" w="2525395">
                  <a:moveTo>
                    <a:pt x="45212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236220"/>
                  </a:lnTo>
                  <a:lnTo>
                    <a:pt x="0" y="245110"/>
                  </a:lnTo>
                  <a:lnTo>
                    <a:pt x="45212" y="245110"/>
                  </a:lnTo>
                  <a:lnTo>
                    <a:pt x="45212" y="236220"/>
                  </a:lnTo>
                  <a:lnTo>
                    <a:pt x="18415" y="236220"/>
                  </a:lnTo>
                  <a:lnTo>
                    <a:pt x="18415" y="7620"/>
                  </a:lnTo>
                  <a:lnTo>
                    <a:pt x="45212" y="7620"/>
                  </a:lnTo>
                  <a:lnTo>
                    <a:pt x="45212" y="0"/>
                  </a:lnTo>
                  <a:close/>
                </a:path>
                <a:path extrusionOk="0" h="245110" w="2525395">
                  <a:moveTo>
                    <a:pt x="296799" y="0"/>
                  </a:moveTo>
                  <a:lnTo>
                    <a:pt x="251714" y="0"/>
                  </a:lnTo>
                  <a:lnTo>
                    <a:pt x="251714" y="7620"/>
                  </a:lnTo>
                  <a:lnTo>
                    <a:pt x="278384" y="7620"/>
                  </a:lnTo>
                  <a:lnTo>
                    <a:pt x="278384" y="236220"/>
                  </a:lnTo>
                  <a:lnTo>
                    <a:pt x="251714" y="236220"/>
                  </a:lnTo>
                  <a:lnTo>
                    <a:pt x="251714" y="245110"/>
                  </a:lnTo>
                  <a:lnTo>
                    <a:pt x="296799" y="245110"/>
                  </a:lnTo>
                  <a:lnTo>
                    <a:pt x="296799" y="236220"/>
                  </a:lnTo>
                  <a:lnTo>
                    <a:pt x="296799" y="7620"/>
                  </a:lnTo>
                  <a:lnTo>
                    <a:pt x="296799" y="0"/>
                  </a:lnTo>
                  <a:close/>
                </a:path>
                <a:path extrusionOk="0" h="245110" w="2525395">
                  <a:moveTo>
                    <a:pt x="1154684" y="0"/>
                  </a:moveTo>
                  <a:lnTo>
                    <a:pt x="1109472" y="0"/>
                  </a:lnTo>
                  <a:lnTo>
                    <a:pt x="1109472" y="7620"/>
                  </a:lnTo>
                  <a:lnTo>
                    <a:pt x="1109472" y="236220"/>
                  </a:lnTo>
                  <a:lnTo>
                    <a:pt x="1109472" y="245110"/>
                  </a:lnTo>
                  <a:lnTo>
                    <a:pt x="1154684" y="245110"/>
                  </a:lnTo>
                  <a:lnTo>
                    <a:pt x="1154684" y="236220"/>
                  </a:lnTo>
                  <a:lnTo>
                    <a:pt x="1127887" y="236220"/>
                  </a:lnTo>
                  <a:lnTo>
                    <a:pt x="1127887" y="7620"/>
                  </a:lnTo>
                  <a:lnTo>
                    <a:pt x="1154684" y="7620"/>
                  </a:lnTo>
                  <a:lnTo>
                    <a:pt x="1154684" y="0"/>
                  </a:lnTo>
                  <a:close/>
                </a:path>
                <a:path extrusionOk="0" h="245110" w="2525395">
                  <a:moveTo>
                    <a:pt x="1410843" y="0"/>
                  </a:moveTo>
                  <a:lnTo>
                    <a:pt x="1365758" y="0"/>
                  </a:lnTo>
                  <a:lnTo>
                    <a:pt x="1365758" y="7620"/>
                  </a:lnTo>
                  <a:lnTo>
                    <a:pt x="1392428" y="7620"/>
                  </a:lnTo>
                  <a:lnTo>
                    <a:pt x="1392428" y="236220"/>
                  </a:lnTo>
                  <a:lnTo>
                    <a:pt x="1365758" y="236220"/>
                  </a:lnTo>
                  <a:lnTo>
                    <a:pt x="1365758" y="245110"/>
                  </a:lnTo>
                  <a:lnTo>
                    <a:pt x="1410843" y="245110"/>
                  </a:lnTo>
                  <a:lnTo>
                    <a:pt x="1410843" y="236220"/>
                  </a:lnTo>
                  <a:lnTo>
                    <a:pt x="1410843" y="7620"/>
                  </a:lnTo>
                  <a:lnTo>
                    <a:pt x="1410843" y="0"/>
                  </a:lnTo>
                  <a:close/>
                </a:path>
                <a:path extrusionOk="0" h="245110" w="2525395">
                  <a:moveTo>
                    <a:pt x="2270252" y="0"/>
                  </a:moveTo>
                  <a:lnTo>
                    <a:pt x="2225040" y="0"/>
                  </a:lnTo>
                  <a:lnTo>
                    <a:pt x="2225040" y="7620"/>
                  </a:lnTo>
                  <a:lnTo>
                    <a:pt x="2225040" y="236220"/>
                  </a:lnTo>
                  <a:lnTo>
                    <a:pt x="2225040" y="245110"/>
                  </a:lnTo>
                  <a:lnTo>
                    <a:pt x="2270252" y="245110"/>
                  </a:lnTo>
                  <a:lnTo>
                    <a:pt x="2270252" y="236220"/>
                  </a:lnTo>
                  <a:lnTo>
                    <a:pt x="2243455" y="236220"/>
                  </a:lnTo>
                  <a:lnTo>
                    <a:pt x="2243455" y="7620"/>
                  </a:lnTo>
                  <a:lnTo>
                    <a:pt x="2270252" y="7620"/>
                  </a:lnTo>
                  <a:lnTo>
                    <a:pt x="2270252" y="0"/>
                  </a:lnTo>
                  <a:close/>
                </a:path>
                <a:path extrusionOk="0" h="245110" w="2525395">
                  <a:moveTo>
                    <a:pt x="2524887" y="0"/>
                  </a:moveTo>
                  <a:lnTo>
                    <a:pt x="2479802" y="0"/>
                  </a:lnTo>
                  <a:lnTo>
                    <a:pt x="2479802" y="7620"/>
                  </a:lnTo>
                  <a:lnTo>
                    <a:pt x="2506472" y="7620"/>
                  </a:lnTo>
                  <a:lnTo>
                    <a:pt x="2506472" y="236220"/>
                  </a:lnTo>
                  <a:lnTo>
                    <a:pt x="2479802" y="236220"/>
                  </a:lnTo>
                  <a:lnTo>
                    <a:pt x="2479802" y="245110"/>
                  </a:lnTo>
                  <a:lnTo>
                    <a:pt x="2524887" y="245110"/>
                  </a:lnTo>
                  <a:lnTo>
                    <a:pt x="2524887" y="236220"/>
                  </a:lnTo>
                  <a:lnTo>
                    <a:pt x="2524887" y="7620"/>
                  </a:lnTo>
                  <a:lnTo>
                    <a:pt x="2524887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66" name="Google Shape;3466;p142"/>
          <p:cNvSpPr txBox="1"/>
          <p:nvPr/>
        </p:nvSpPr>
        <p:spPr>
          <a:xfrm>
            <a:off x="838200" y="2196083"/>
            <a:ext cx="40462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875">
            <a:spAutoFit/>
          </a:bodyPr>
          <a:lstStyle/>
          <a:p>
            <a:pPr indent="0" lvl="0" marL="3219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 𝜃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෠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𝜃   </a:t>
            </a:r>
            <a:r>
              <a:rPr lang="en-US" sz="16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 𝜃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෠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𝜃   </a:t>
            </a:r>
            <a:r>
              <a:rPr lang="en-US" sz="16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 𝜃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෠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3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𝜃 </a:t>
            </a:r>
            <a:r>
              <a:rPr lang="en-US" sz="16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7" name="Google Shape;3467;p142"/>
          <p:cNvSpPr/>
          <p:nvPr/>
        </p:nvSpPr>
        <p:spPr>
          <a:xfrm>
            <a:off x="682751" y="2926079"/>
            <a:ext cx="5305806" cy="16230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1" name="Shape 3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2" name="Google Shape;3472;p143"/>
          <p:cNvSpPr/>
          <p:nvPr/>
        </p:nvSpPr>
        <p:spPr>
          <a:xfrm>
            <a:off x="9337579" y="6524434"/>
            <a:ext cx="10588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73" name="Google Shape;3473;p14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74" name="Google Shape;3474;p14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75" name="Google Shape;3475;p143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76" name="Google Shape;3476;p14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77" name="Google Shape;3477;p143"/>
          <p:cNvSpPr/>
          <p:nvPr/>
        </p:nvSpPr>
        <p:spPr>
          <a:xfrm>
            <a:off x="682751" y="1802892"/>
            <a:ext cx="5432298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78" name="Google Shape;3478;p143"/>
          <p:cNvSpPr/>
          <p:nvPr/>
        </p:nvSpPr>
        <p:spPr>
          <a:xfrm>
            <a:off x="847344" y="2168651"/>
            <a:ext cx="289560" cy="222885"/>
          </a:xfrm>
          <a:custGeom>
            <a:rect b="b" l="l" r="r" t="t"/>
            <a:pathLst>
              <a:path extrusionOk="0" h="222885" w="289559">
                <a:moveTo>
                  <a:pt x="252475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20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2475" y="222503"/>
                </a:lnTo>
                <a:lnTo>
                  <a:pt x="266912" y="219584"/>
                </a:lnTo>
                <a:lnTo>
                  <a:pt x="278699" y="211629"/>
                </a:lnTo>
                <a:lnTo>
                  <a:pt x="286646" y="199840"/>
                </a:lnTo>
                <a:lnTo>
                  <a:pt x="289559" y="185420"/>
                </a:lnTo>
                <a:lnTo>
                  <a:pt x="289559" y="37084"/>
                </a:lnTo>
                <a:lnTo>
                  <a:pt x="286646" y="22663"/>
                </a:lnTo>
                <a:lnTo>
                  <a:pt x="278699" y="10874"/>
                </a:lnTo>
                <a:lnTo>
                  <a:pt x="266912" y="2919"/>
                </a:lnTo>
                <a:lnTo>
                  <a:pt x="25247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79" name="Google Shape;3479;p143"/>
          <p:cNvSpPr txBox="1"/>
          <p:nvPr/>
        </p:nvSpPr>
        <p:spPr>
          <a:xfrm>
            <a:off x="913891" y="2168779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80" name="Google Shape;3480;p143"/>
          <p:cNvSpPr/>
          <p:nvPr/>
        </p:nvSpPr>
        <p:spPr>
          <a:xfrm>
            <a:off x="1219200" y="2200643"/>
            <a:ext cx="5116830" cy="36043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81" name="Google Shape;3481;p143"/>
          <p:cNvSpPr/>
          <p:nvPr/>
        </p:nvSpPr>
        <p:spPr>
          <a:xfrm>
            <a:off x="682751" y="3605784"/>
            <a:ext cx="4844034" cy="16230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82" name="Google Shape;3482;p143"/>
          <p:cNvSpPr/>
          <p:nvPr/>
        </p:nvSpPr>
        <p:spPr>
          <a:xfrm>
            <a:off x="554736" y="1449324"/>
            <a:ext cx="796290" cy="18973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483" name="Google Shape;3483;p143"/>
          <p:cNvGrpSpPr/>
          <p:nvPr/>
        </p:nvGrpSpPr>
        <p:grpSpPr>
          <a:xfrm>
            <a:off x="3406140" y="2692907"/>
            <a:ext cx="3091180" cy="664845"/>
            <a:chOff x="3406140" y="2692907"/>
            <a:chExt cx="3091180" cy="664845"/>
          </a:xfrm>
        </p:grpSpPr>
        <p:sp>
          <p:nvSpPr>
            <p:cNvPr id="3484" name="Google Shape;3484;p143"/>
            <p:cNvSpPr/>
            <p:nvPr/>
          </p:nvSpPr>
          <p:spPr>
            <a:xfrm>
              <a:off x="3406140" y="2692907"/>
              <a:ext cx="3091180" cy="664845"/>
            </a:xfrm>
            <a:custGeom>
              <a:rect b="b" l="l" r="r" t="t"/>
              <a:pathLst>
                <a:path extrusionOk="0" h="664845" w="3091179">
                  <a:moveTo>
                    <a:pt x="3090672" y="0"/>
                  </a:moveTo>
                  <a:lnTo>
                    <a:pt x="0" y="0"/>
                  </a:lnTo>
                  <a:lnTo>
                    <a:pt x="0" y="664463"/>
                  </a:lnTo>
                  <a:lnTo>
                    <a:pt x="3090672" y="664463"/>
                  </a:lnTo>
                  <a:lnTo>
                    <a:pt x="309067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5" name="Google Shape;3485;p143"/>
            <p:cNvSpPr/>
            <p:nvPr/>
          </p:nvSpPr>
          <p:spPr>
            <a:xfrm>
              <a:off x="4000373" y="2789681"/>
              <a:ext cx="705485" cy="187960"/>
            </a:xfrm>
            <a:custGeom>
              <a:rect b="b" l="l" r="r" t="t"/>
              <a:pathLst>
                <a:path extrusionOk="0" h="187960" w="705485">
                  <a:moveTo>
                    <a:pt x="645413" y="0"/>
                  </a:moveTo>
                  <a:lnTo>
                    <a:pt x="642747" y="7619"/>
                  </a:lnTo>
                  <a:lnTo>
                    <a:pt x="653607" y="12334"/>
                  </a:lnTo>
                  <a:lnTo>
                    <a:pt x="662955" y="18859"/>
                  </a:lnTo>
                  <a:lnTo>
                    <a:pt x="685450" y="62277"/>
                  </a:lnTo>
                  <a:lnTo>
                    <a:pt x="688213" y="92837"/>
                  </a:lnTo>
                  <a:lnTo>
                    <a:pt x="687520" y="109410"/>
                  </a:lnTo>
                  <a:lnTo>
                    <a:pt x="677037" y="149987"/>
                  </a:lnTo>
                  <a:lnTo>
                    <a:pt x="643127" y="180085"/>
                  </a:lnTo>
                  <a:lnTo>
                    <a:pt x="645413" y="187705"/>
                  </a:lnTo>
                  <a:lnTo>
                    <a:pt x="681293" y="166417"/>
                  </a:lnTo>
                  <a:lnTo>
                    <a:pt x="701468" y="127015"/>
                  </a:lnTo>
                  <a:lnTo>
                    <a:pt x="705357" y="93852"/>
                  </a:lnTo>
                  <a:lnTo>
                    <a:pt x="704383" y="76684"/>
                  </a:lnTo>
                  <a:lnTo>
                    <a:pt x="689863" y="32892"/>
                  </a:lnTo>
                  <a:lnTo>
                    <a:pt x="659038" y="4907"/>
                  </a:lnTo>
                  <a:lnTo>
                    <a:pt x="645413" y="0"/>
                  </a:lnTo>
                  <a:close/>
                </a:path>
                <a:path extrusionOk="0" h="187960" w="705485">
                  <a:moveTo>
                    <a:pt x="59816" y="0"/>
                  </a:moveTo>
                  <a:lnTo>
                    <a:pt x="24062" y="21341"/>
                  </a:lnTo>
                  <a:lnTo>
                    <a:pt x="3841" y="60801"/>
                  </a:lnTo>
                  <a:lnTo>
                    <a:pt x="0" y="93852"/>
                  </a:lnTo>
                  <a:lnTo>
                    <a:pt x="954" y="111095"/>
                  </a:lnTo>
                  <a:lnTo>
                    <a:pt x="15366" y="154939"/>
                  </a:lnTo>
                  <a:lnTo>
                    <a:pt x="46174" y="182800"/>
                  </a:lnTo>
                  <a:lnTo>
                    <a:pt x="59816" y="187705"/>
                  </a:lnTo>
                  <a:lnTo>
                    <a:pt x="62229" y="180085"/>
                  </a:lnTo>
                  <a:lnTo>
                    <a:pt x="51536" y="175347"/>
                  </a:lnTo>
                  <a:lnTo>
                    <a:pt x="42306" y="168751"/>
                  </a:lnTo>
                  <a:lnTo>
                    <a:pt x="19907" y="124460"/>
                  </a:lnTo>
                  <a:lnTo>
                    <a:pt x="17144" y="92837"/>
                  </a:lnTo>
                  <a:lnTo>
                    <a:pt x="17835" y="76860"/>
                  </a:lnTo>
                  <a:lnTo>
                    <a:pt x="28193" y="37337"/>
                  </a:lnTo>
                  <a:lnTo>
                    <a:pt x="62484" y="7619"/>
                  </a:lnTo>
                  <a:lnTo>
                    <a:pt x="59816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86" name="Google Shape;3486;p143"/>
          <p:cNvSpPr txBox="1"/>
          <p:nvPr/>
        </p:nvSpPr>
        <p:spPr>
          <a:xfrm>
            <a:off x="4137025" y="3015233"/>
            <a:ext cx="14414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𝒏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7" name="Google Shape;3487;p143"/>
          <p:cNvSpPr txBox="1"/>
          <p:nvPr/>
        </p:nvSpPr>
        <p:spPr>
          <a:xfrm>
            <a:off x="3704716" y="2775966"/>
            <a:ext cx="26479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u="sng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𝑖=1	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≅	</a:t>
            </a:r>
            <a:r>
              <a:rPr lang="en-US" sz="1150" u="sng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𝑖=1	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8" name="Google Shape;3488;p143"/>
          <p:cNvSpPr/>
          <p:nvPr/>
        </p:nvSpPr>
        <p:spPr>
          <a:xfrm>
            <a:off x="5496940" y="2789682"/>
            <a:ext cx="705485" cy="187960"/>
          </a:xfrm>
          <a:custGeom>
            <a:rect b="b" l="l" r="r" t="t"/>
            <a:pathLst>
              <a:path extrusionOk="0" h="187960" w="705485">
                <a:moveTo>
                  <a:pt x="645413" y="0"/>
                </a:moveTo>
                <a:lnTo>
                  <a:pt x="642747" y="7619"/>
                </a:lnTo>
                <a:lnTo>
                  <a:pt x="653607" y="12334"/>
                </a:lnTo>
                <a:lnTo>
                  <a:pt x="662955" y="18859"/>
                </a:lnTo>
                <a:lnTo>
                  <a:pt x="685450" y="62277"/>
                </a:lnTo>
                <a:lnTo>
                  <a:pt x="688213" y="92837"/>
                </a:lnTo>
                <a:lnTo>
                  <a:pt x="687520" y="109410"/>
                </a:lnTo>
                <a:lnTo>
                  <a:pt x="677037" y="149987"/>
                </a:lnTo>
                <a:lnTo>
                  <a:pt x="643128" y="180085"/>
                </a:lnTo>
                <a:lnTo>
                  <a:pt x="645413" y="187705"/>
                </a:lnTo>
                <a:lnTo>
                  <a:pt x="681293" y="166417"/>
                </a:lnTo>
                <a:lnTo>
                  <a:pt x="701468" y="127015"/>
                </a:lnTo>
                <a:lnTo>
                  <a:pt x="705358" y="93852"/>
                </a:lnTo>
                <a:lnTo>
                  <a:pt x="704383" y="76684"/>
                </a:lnTo>
                <a:lnTo>
                  <a:pt x="689863" y="32892"/>
                </a:lnTo>
                <a:lnTo>
                  <a:pt x="659038" y="4907"/>
                </a:lnTo>
                <a:lnTo>
                  <a:pt x="645413" y="0"/>
                </a:lnTo>
                <a:close/>
              </a:path>
              <a:path extrusionOk="0" h="187960" w="705485">
                <a:moveTo>
                  <a:pt x="59817" y="0"/>
                </a:moveTo>
                <a:lnTo>
                  <a:pt x="24062" y="21341"/>
                </a:lnTo>
                <a:lnTo>
                  <a:pt x="3841" y="60801"/>
                </a:lnTo>
                <a:lnTo>
                  <a:pt x="0" y="93852"/>
                </a:lnTo>
                <a:lnTo>
                  <a:pt x="954" y="111095"/>
                </a:lnTo>
                <a:lnTo>
                  <a:pt x="15367" y="154939"/>
                </a:lnTo>
                <a:lnTo>
                  <a:pt x="46174" y="182800"/>
                </a:lnTo>
                <a:lnTo>
                  <a:pt x="59817" y="187705"/>
                </a:lnTo>
                <a:lnTo>
                  <a:pt x="62230" y="180085"/>
                </a:lnTo>
                <a:lnTo>
                  <a:pt x="51536" y="175347"/>
                </a:lnTo>
                <a:lnTo>
                  <a:pt x="42306" y="168751"/>
                </a:lnTo>
                <a:lnTo>
                  <a:pt x="19907" y="124460"/>
                </a:lnTo>
                <a:lnTo>
                  <a:pt x="17145" y="92837"/>
                </a:lnTo>
                <a:lnTo>
                  <a:pt x="17835" y="76860"/>
                </a:lnTo>
                <a:lnTo>
                  <a:pt x="28194" y="37337"/>
                </a:lnTo>
                <a:lnTo>
                  <a:pt x="62484" y="7619"/>
                </a:lnTo>
                <a:lnTo>
                  <a:pt x="59817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89" name="Google Shape;3489;p143"/>
          <p:cNvSpPr txBox="1"/>
          <p:nvPr/>
        </p:nvSpPr>
        <p:spPr>
          <a:xfrm>
            <a:off x="4028821" y="2725673"/>
            <a:ext cx="213868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    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𝑥ഥ	𝑥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𝑥ഥ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0" name="Google Shape;3490;p143"/>
          <p:cNvSpPr txBox="1"/>
          <p:nvPr/>
        </p:nvSpPr>
        <p:spPr>
          <a:xfrm>
            <a:off x="3535553" y="2650998"/>
            <a:ext cx="280924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1725" u="sng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	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baseline="-25000" lang="en-US" sz="1725" u="sng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	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1" name="Google Shape;3491;p143"/>
          <p:cNvSpPr txBox="1"/>
          <p:nvPr/>
        </p:nvSpPr>
        <p:spPr>
          <a:xfrm>
            <a:off x="5451094" y="3015233"/>
            <a:ext cx="50927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𝒏 − 𝟏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5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6" name="Google Shape;3496;p144"/>
          <p:cNvSpPr/>
          <p:nvPr/>
        </p:nvSpPr>
        <p:spPr>
          <a:xfrm>
            <a:off x="9343675" y="6524434"/>
            <a:ext cx="10588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97" name="Google Shape;3497;p14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98" name="Google Shape;3498;p14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99" name="Google Shape;3499;p144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00" name="Google Shape;3500;p144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01" name="Google Shape;3501;p144"/>
          <p:cNvSpPr/>
          <p:nvPr/>
        </p:nvSpPr>
        <p:spPr>
          <a:xfrm>
            <a:off x="452627" y="1440154"/>
            <a:ext cx="4193286" cy="23700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02" name="Google Shape;3502;p144"/>
          <p:cNvSpPr/>
          <p:nvPr/>
        </p:nvSpPr>
        <p:spPr>
          <a:xfrm>
            <a:off x="682751" y="2325611"/>
            <a:ext cx="5561838" cy="75820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03" name="Google Shape;3503;p144"/>
          <p:cNvSpPr/>
          <p:nvPr/>
        </p:nvSpPr>
        <p:spPr>
          <a:xfrm>
            <a:off x="554736" y="1923288"/>
            <a:ext cx="1195577" cy="1577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7" name="Shape 3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8" name="Google Shape;3508;p145"/>
          <p:cNvSpPr/>
          <p:nvPr/>
        </p:nvSpPr>
        <p:spPr>
          <a:xfrm>
            <a:off x="9337713" y="6524434"/>
            <a:ext cx="10422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09" name="Google Shape;3509;p14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10" name="Google Shape;3510;p14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11" name="Google Shape;3511;p145"/>
          <p:cNvSpPr txBox="1"/>
          <p:nvPr>
            <p:ph type="title"/>
          </p:nvPr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3.3. Estimation Theory</a:t>
            </a:r>
            <a:endParaRPr/>
          </a:p>
        </p:txBody>
      </p:sp>
      <p:sp>
        <p:nvSpPr>
          <p:cNvPr id="3512" name="Google Shape;3512;p145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13" name="Google Shape;3513;p145"/>
          <p:cNvSpPr/>
          <p:nvPr/>
        </p:nvSpPr>
        <p:spPr>
          <a:xfrm>
            <a:off x="682751" y="1805939"/>
            <a:ext cx="5103114" cy="45948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514" name="Google Shape;3514;p145"/>
          <p:cNvGrpSpPr/>
          <p:nvPr/>
        </p:nvGrpSpPr>
        <p:grpSpPr>
          <a:xfrm>
            <a:off x="2395727" y="2641092"/>
            <a:ext cx="5111750" cy="441959"/>
            <a:chOff x="2395727" y="2641092"/>
            <a:chExt cx="5111750" cy="441959"/>
          </a:xfrm>
        </p:grpSpPr>
        <p:sp>
          <p:nvSpPr>
            <p:cNvPr id="3515" name="Google Shape;3515;p145"/>
            <p:cNvSpPr/>
            <p:nvPr/>
          </p:nvSpPr>
          <p:spPr>
            <a:xfrm>
              <a:off x="2395727" y="2641092"/>
              <a:ext cx="5111750" cy="441959"/>
            </a:xfrm>
            <a:custGeom>
              <a:rect b="b" l="l" r="r" t="t"/>
              <a:pathLst>
                <a:path extrusionOk="0" h="441960" w="5111750">
                  <a:moveTo>
                    <a:pt x="5111496" y="0"/>
                  </a:moveTo>
                  <a:lnTo>
                    <a:pt x="0" y="0"/>
                  </a:lnTo>
                  <a:lnTo>
                    <a:pt x="0" y="441960"/>
                  </a:lnTo>
                  <a:lnTo>
                    <a:pt x="5111496" y="441960"/>
                  </a:lnTo>
                  <a:lnTo>
                    <a:pt x="511149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16" name="Google Shape;3516;p145"/>
            <p:cNvSpPr/>
            <p:nvPr/>
          </p:nvSpPr>
          <p:spPr>
            <a:xfrm>
              <a:off x="3843527" y="2736977"/>
              <a:ext cx="1700530" cy="187960"/>
            </a:xfrm>
            <a:custGeom>
              <a:rect b="b" l="l" r="r" t="t"/>
              <a:pathLst>
                <a:path extrusionOk="0" h="187960" w="1700529">
                  <a:moveTo>
                    <a:pt x="1640586" y="0"/>
                  </a:moveTo>
                  <a:lnTo>
                    <a:pt x="1637919" y="7620"/>
                  </a:lnTo>
                  <a:lnTo>
                    <a:pt x="1648777" y="12334"/>
                  </a:lnTo>
                  <a:lnTo>
                    <a:pt x="1658112" y="18859"/>
                  </a:lnTo>
                  <a:lnTo>
                    <a:pt x="1680606" y="62293"/>
                  </a:lnTo>
                  <a:lnTo>
                    <a:pt x="1683385" y="92963"/>
                  </a:lnTo>
                  <a:lnTo>
                    <a:pt x="1682674" y="109537"/>
                  </a:lnTo>
                  <a:lnTo>
                    <a:pt x="1672209" y="150113"/>
                  </a:lnTo>
                  <a:lnTo>
                    <a:pt x="1638173" y="180086"/>
                  </a:lnTo>
                  <a:lnTo>
                    <a:pt x="1640586" y="187706"/>
                  </a:lnTo>
                  <a:lnTo>
                    <a:pt x="1676465" y="166417"/>
                  </a:lnTo>
                  <a:lnTo>
                    <a:pt x="1696577" y="127127"/>
                  </a:lnTo>
                  <a:lnTo>
                    <a:pt x="1700402" y="93980"/>
                  </a:lnTo>
                  <a:lnTo>
                    <a:pt x="1699448" y="76737"/>
                  </a:lnTo>
                  <a:lnTo>
                    <a:pt x="1685036" y="32893"/>
                  </a:lnTo>
                  <a:lnTo>
                    <a:pt x="1654210" y="4925"/>
                  </a:lnTo>
                  <a:lnTo>
                    <a:pt x="1640586" y="0"/>
                  </a:lnTo>
                  <a:close/>
                </a:path>
                <a:path extrusionOk="0" h="187960" w="1700529">
                  <a:moveTo>
                    <a:pt x="59817" y="0"/>
                  </a:moveTo>
                  <a:lnTo>
                    <a:pt x="24044" y="21395"/>
                  </a:lnTo>
                  <a:lnTo>
                    <a:pt x="3841" y="60817"/>
                  </a:lnTo>
                  <a:lnTo>
                    <a:pt x="0" y="93980"/>
                  </a:lnTo>
                  <a:lnTo>
                    <a:pt x="954" y="111220"/>
                  </a:lnTo>
                  <a:lnTo>
                    <a:pt x="15367" y="154939"/>
                  </a:lnTo>
                  <a:lnTo>
                    <a:pt x="46174" y="182800"/>
                  </a:lnTo>
                  <a:lnTo>
                    <a:pt x="59817" y="187706"/>
                  </a:lnTo>
                  <a:lnTo>
                    <a:pt x="62230" y="180086"/>
                  </a:lnTo>
                  <a:lnTo>
                    <a:pt x="51536" y="175349"/>
                  </a:lnTo>
                  <a:lnTo>
                    <a:pt x="42306" y="168767"/>
                  </a:lnTo>
                  <a:lnTo>
                    <a:pt x="19843" y="124587"/>
                  </a:lnTo>
                  <a:lnTo>
                    <a:pt x="17018" y="92963"/>
                  </a:lnTo>
                  <a:lnTo>
                    <a:pt x="17728" y="76914"/>
                  </a:lnTo>
                  <a:lnTo>
                    <a:pt x="28194" y="37337"/>
                  </a:lnTo>
                  <a:lnTo>
                    <a:pt x="62484" y="7620"/>
                  </a:lnTo>
                  <a:lnTo>
                    <a:pt x="59817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517" name="Google Shape;3517;p145"/>
          <p:cNvSpPr txBox="1"/>
          <p:nvPr/>
        </p:nvSpPr>
        <p:spPr>
          <a:xfrm>
            <a:off x="2395727" y="2641092"/>
            <a:ext cx="5111750" cy="441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 −1.96 &lt; 𝑍 &lt; 1.96	= 0.95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8" name="Google Shape;3518;p145"/>
          <p:cNvGrpSpPr/>
          <p:nvPr/>
        </p:nvGrpSpPr>
        <p:grpSpPr>
          <a:xfrm>
            <a:off x="4830317" y="3216401"/>
            <a:ext cx="243840" cy="253365"/>
            <a:chOff x="4830317" y="3216401"/>
            <a:chExt cx="243840" cy="253365"/>
          </a:xfrm>
        </p:grpSpPr>
        <p:sp>
          <p:nvSpPr>
            <p:cNvPr id="3519" name="Google Shape;3519;p145"/>
            <p:cNvSpPr/>
            <p:nvPr/>
          </p:nvSpPr>
          <p:spPr>
            <a:xfrm>
              <a:off x="4830317" y="3216401"/>
              <a:ext cx="243840" cy="25298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20" name="Google Shape;3520;p145"/>
            <p:cNvSpPr/>
            <p:nvPr/>
          </p:nvSpPr>
          <p:spPr>
            <a:xfrm>
              <a:off x="4830317" y="3216401"/>
              <a:ext cx="243840" cy="253365"/>
            </a:xfrm>
            <a:custGeom>
              <a:rect b="b" l="l" r="r" t="t"/>
              <a:pathLst>
                <a:path extrusionOk="0" h="253364" w="243839">
                  <a:moveTo>
                    <a:pt x="0" y="131063"/>
                  </a:moveTo>
                  <a:lnTo>
                    <a:pt x="60960" y="131063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31063"/>
                  </a:lnTo>
                  <a:lnTo>
                    <a:pt x="243840" y="131063"/>
                  </a:lnTo>
                  <a:lnTo>
                    <a:pt x="121920" y="252984"/>
                  </a:lnTo>
                  <a:lnTo>
                    <a:pt x="0" y="131063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521" name="Google Shape;3521;p145"/>
          <p:cNvGrpSpPr/>
          <p:nvPr/>
        </p:nvGrpSpPr>
        <p:grpSpPr>
          <a:xfrm>
            <a:off x="4830317" y="4581905"/>
            <a:ext cx="243840" cy="251460"/>
            <a:chOff x="4830317" y="4581905"/>
            <a:chExt cx="243840" cy="251460"/>
          </a:xfrm>
        </p:grpSpPr>
        <p:sp>
          <p:nvSpPr>
            <p:cNvPr id="3522" name="Google Shape;3522;p145"/>
            <p:cNvSpPr/>
            <p:nvPr/>
          </p:nvSpPr>
          <p:spPr>
            <a:xfrm>
              <a:off x="4830317" y="4581905"/>
              <a:ext cx="243840" cy="25146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23" name="Google Shape;3523;p145"/>
            <p:cNvSpPr/>
            <p:nvPr/>
          </p:nvSpPr>
          <p:spPr>
            <a:xfrm>
              <a:off x="4830317" y="4581905"/>
              <a:ext cx="243840" cy="251460"/>
            </a:xfrm>
            <a:custGeom>
              <a:rect b="b" l="l" r="r" t="t"/>
              <a:pathLst>
                <a:path extrusionOk="0" h="251460" w="243839">
                  <a:moveTo>
                    <a:pt x="0" y="129540"/>
                  </a:moveTo>
                  <a:lnTo>
                    <a:pt x="60960" y="129540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29540"/>
                  </a:lnTo>
                  <a:lnTo>
                    <a:pt x="243840" y="129540"/>
                  </a:lnTo>
                  <a:lnTo>
                    <a:pt x="121920" y="251460"/>
                  </a:lnTo>
                  <a:lnTo>
                    <a:pt x="0" y="129540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524" name="Google Shape;3524;p145"/>
          <p:cNvGrpSpPr/>
          <p:nvPr/>
        </p:nvGrpSpPr>
        <p:grpSpPr>
          <a:xfrm>
            <a:off x="4830317" y="5663946"/>
            <a:ext cx="243840" cy="253365"/>
            <a:chOff x="4830317" y="5663946"/>
            <a:chExt cx="243840" cy="253365"/>
          </a:xfrm>
        </p:grpSpPr>
        <p:sp>
          <p:nvSpPr>
            <p:cNvPr id="3525" name="Google Shape;3525;p145"/>
            <p:cNvSpPr/>
            <p:nvPr/>
          </p:nvSpPr>
          <p:spPr>
            <a:xfrm>
              <a:off x="4830317" y="5663946"/>
              <a:ext cx="243840" cy="25298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26" name="Google Shape;3526;p145"/>
            <p:cNvSpPr/>
            <p:nvPr/>
          </p:nvSpPr>
          <p:spPr>
            <a:xfrm>
              <a:off x="4830317" y="5663946"/>
              <a:ext cx="243840" cy="253365"/>
            </a:xfrm>
            <a:custGeom>
              <a:rect b="b" l="l" r="r" t="t"/>
              <a:pathLst>
                <a:path extrusionOk="0" h="253364" w="243839">
                  <a:moveTo>
                    <a:pt x="0" y="131063"/>
                  </a:moveTo>
                  <a:lnTo>
                    <a:pt x="60960" y="131063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31063"/>
                  </a:lnTo>
                  <a:lnTo>
                    <a:pt x="243840" y="131063"/>
                  </a:lnTo>
                  <a:lnTo>
                    <a:pt x="121920" y="252983"/>
                  </a:lnTo>
                  <a:lnTo>
                    <a:pt x="0" y="131063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527" name="Google Shape;3527;p145"/>
          <p:cNvGrpSpPr/>
          <p:nvPr/>
        </p:nvGrpSpPr>
        <p:grpSpPr>
          <a:xfrm>
            <a:off x="2395727" y="3601211"/>
            <a:ext cx="5111750" cy="845819"/>
            <a:chOff x="2395727" y="3601211"/>
            <a:chExt cx="5111750" cy="845819"/>
          </a:xfrm>
        </p:grpSpPr>
        <p:sp>
          <p:nvSpPr>
            <p:cNvPr id="3528" name="Google Shape;3528;p145"/>
            <p:cNvSpPr/>
            <p:nvPr/>
          </p:nvSpPr>
          <p:spPr>
            <a:xfrm>
              <a:off x="2395727" y="3601211"/>
              <a:ext cx="5111750" cy="845819"/>
            </a:xfrm>
            <a:custGeom>
              <a:rect b="b" l="l" r="r" t="t"/>
              <a:pathLst>
                <a:path extrusionOk="0" h="845820" w="5111750">
                  <a:moveTo>
                    <a:pt x="5111496" y="0"/>
                  </a:moveTo>
                  <a:lnTo>
                    <a:pt x="0" y="0"/>
                  </a:lnTo>
                  <a:lnTo>
                    <a:pt x="0" y="845819"/>
                  </a:lnTo>
                  <a:lnTo>
                    <a:pt x="5111496" y="845819"/>
                  </a:lnTo>
                  <a:lnTo>
                    <a:pt x="511149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29" name="Google Shape;3529;p145"/>
            <p:cNvSpPr/>
            <p:nvPr/>
          </p:nvSpPr>
          <p:spPr>
            <a:xfrm>
              <a:off x="3634232" y="3688714"/>
              <a:ext cx="2153920" cy="599440"/>
            </a:xfrm>
            <a:custGeom>
              <a:rect b="b" l="l" r="r" t="t"/>
              <a:pathLst>
                <a:path extrusionOk="0" h="599439" w="2153920">
                  <a:moveTo>
                    <a:pt x="101219" y="6985"/>
                  </a:moveTo>
                  <a:lnTo>
                    <a:pt x="55092" y="51993"/>
                  </a:lnTo>
                  <a:lnTo>
                    <a:pt x="25146" y="120269"/>
                  </a:lnTo>
                  <a:lnTo>
                    <a:pt x="14135" y="160096"/>
                  </a:lnTo>
                  <a:lnTo>
                    <a:pt x="6286" y="203161"/>
                  </a:lnTo>
                  <a:lnTo>
                    <a:pt x="1562" y="249491"/>
                  </a:lnTo>
                  <a:lnTo>
                    <a:pt x="0" y="299085"/>
                  </a:lnTo>
                  <a:lnTo>
                    <a:pt x="1562" y="349034"/>
                  </a:lnTo>
                  <a:lnTo>
                    <a:pt x="6286" y="395605"/>
                  </a:lnTo>
                  <a:lnTo>
                    <a:pt x="14135" y="438861"/>
                  </a:lnTo>
                  <a:lnTo>
                    <a:pt x="25146" y="478790"/>
                  </a:lnTo>
                  <a:lnTo>
                    <a:pt x="38874" y="514946"/>
                  </a:lnTo>
                  <a:lnTo>
                    <a:pt x="73774" y="575005"/>
                  </a:lnTo>
                  <a:lnTo>
                    <a:pt x="94869" y="598932"/>
                  </a:lnTo>
                  <a:lnTo>
                    <a:pt x="101219" y="591947"/>
                  </a:lnTo>
                  <a:lnTo>
                    <a:pt x="82423" y="567639"/>
                  </a:lnTo>
                  <a:lnTo>
                    <a:pt x="66065" y="539470"/>
                  </a:lnTo>
                  <a:lnTo>
                    <a:pt x="40640" y="471551"/>
                  </a:lnTo>
                  <a:lnTo>
                    <a:pt x="31711" y="432435"/>
                  </a:lnTo>
                  <a:lnTo>
                    <a:pt x="25311" y="390690"/>
                  </a:lnTo>
                  <a:lnTo>
                    <a:pt x="21475" y="346329"/>
                  </a:lnTo>
                  <a:lnTo>
                    <a:pt x="20193" y="299339"/>
                  </a:lnTo>
                  <a:lnTo>
                    <a:pt x="21475" y="252526"/>
                  </a:lnTo>
                  <a:lnTo>
                    <a:pt x="25311" y="208280"/>
                  </a:lnTo>
                  <a:lnTo>
                    <a:pt x="31711" y="166611"/>
                  </a:lnTo>
                  <a:lnTo>
                    <a:pt x="40640" y="127508"/>
                  </a:lnTo>
                  <a:lnTo>
                    <a:pt x="66065" y="59588"/>
                  </a:lnTo>
                  <a:lnTo>
                    <a:pt x="82423" y="31381"/>
                  </a:lnTo>
                  <a:lnTo>
                    <a:pt x="101219" y="6985"/>
                  </a:lnTo>
                  <a:close/>
                </a:path>
                <a:path extrusionOk="0" h="599439" w="2153920">
                  <a:moveTo>
                    <a:pt x="1399921" y="250698"/>
                  </a:moveTo>
                  <a:lnTo>
                    <a:pt x="904621" y="250698"/>
                  </a:lnTo>
                  <a:lnTo>
                    <a:pt x="904621" y="264414"/>
                  </a:lnTo>
                  <a:lnTo>
                    <a:pt x="1399921" y="264414"/>
                  </a:lnTo>
                  <a:lnTo>
                    <a:pt x="1399921" y="250698"/>
                  </a:lnTo>
                  <a:close/>
                </a:path>
                <a:path extrusionOk="0" h="599439" w="2153920">
                  <a:moveTo>
                    <a:pt x="2153793" y="299085"/>
                  </a:moveTo>
                  <a:lnTo>
                    <a:pt x="2152218" y="249491"/>
                  </a:lnTo>
                  <a:lnTo>
                    <a:pt x="2147519" y="203161"/>
                  </a:lnTo>
                  <a:lnTo>
                    <a:pt x="2139696" y="160096"/>
                  </a:lnTo>
                  <a:lnTo>
                    <a:pt x="2128774" y="120269"/>
                  </a:lnTo>
                  <a:lnTo>
                    <a:pt x="2114981" y="84112"/>
                  </a:lnTo>
                  <a:lnTo>
                    <a:pt x="2080069" y="23964"/>
                  </a:lnTo>
                  <a:lnTo>
                    <a:pt x="2058924" y="0"/>
                  </a:lnTo>
                  <a:lnTo>
                    <a:pt x="2052574" y="6985"/>
                  </a:lnTo>
                  <a:lnTo>
                    <a:pt x="2071357" y="31381"/>
                  </a:lnTo>
                  <a:lnTo>
                    <a:pt x="2087714" y="59588"/>
                  </a:lnTo>
                  <a:lnTo>
                    <a:pt x="2113153" y="127508"/>
                  </a:lnTo>
                  <a:lnTo>
                    <a:pt x="2122068" y="166611"/>
                  </a:lnTo>
                  <a:lnTo>
                    <a:pt x="2128469" y="208292"/>
                  </a:lnTo>
                  <a:lnTo>
                    <a:pt x="2132304" y="252526"/>
                  </a:lnTo>
                  <a:lnTo>
                    <a:pt x="2133600" y="299339"/>
                  </a:lnTo>
                  <a:lnTo>
                    <a:pt x="2132304" y="346329"/>
                  </a:lnTo>
                  <a:lnTo>
                    <a:pt x="2128469" y="390690"/>
                  </a:lnTo>
                  <a:lnTo>
                    <a:pt x="2122068" y="432435"/>
                  </a:lnTo>
                  <a:lnTo>
                    <a:pt x="2113153" y="471551"/>
                  </a:lnTo>
                  <a:lnTo>
                    <a:pt x="2087714" y="539470"/>
                  </a:lnTo>
                  <a:lnTo>
                    <a:pt x="2052574" y="591947"/>
                  </a:lnTo>
                  <a:lnTo>
                    <a:pt x="2058924" y="598932"/>
                  </a:lnTo>
                  <a:lnTo>
                    <a:pt x="2098751" y="547014"/>
                  </a:lnTo>
                  <a:lnTo>
                    <a:pt x="2128774" y="478790"/>
                  </a:lnTo>
                  <a:lnTo>
                    <a:pt x="2139696" y="438861"/>
                  </a:lnTo>
                  <a:lnTo>
                    <a:pt x="2147519" y="395605"/>
                  </a:lnTo>
                  <a:lnTo>
                    <a:pt x="2152218" y="349034"/>
                  </a:lnTo>
                  <a:lnTo>
                    <a:pt x="2153793" y="299085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530" name="Google Shape;3530;p145"/>
          <p:cNvSpPr txBox="1"/>
          <p:nvPr/>
        </p:nvSpPr>
        <p:spPr>
          <a:xfrm>
            <a:off x="3428872" y="3789045"/>
            <a:ext cx="130048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	−1.96 &lt;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baseline="-25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1" name="Google Shape;3531;p145"/>
          <p:cNvSpPr/>
          <p:nvPr/>
        </p:nvSpPr>
        <p:spPr>
          <a:xfrm>
            <a:off x="4764913" y="4101719"/>
            <a:ext cx="247903" cy="19507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32" name="Google Shape;3532;p145"/>
          <p:cNvSpPr txBox="1"/>
          <p:nvPr/>
        </p:nvSpPr>
        <p:spPr>
          <a:xfrm>
            <a:off x="4514341" y="3545233"/>
            <a:ext cx="554355" cy="6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600">
            <a:spAutoFit/>
          </a:bodyPr>
          <a:lstStyle/>
          <a:p>
            <a:pPr indent="0" lvl="0" marL="0" marR="304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𝜇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49530" rtl="0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   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3" name="Google Shape;3533;p145"/>
          <p:cNvSpPr txBox="1"/>
          <p:nvPr/>
        </p:nvSpPr>
        <p:spPr>
          <a:xfrm>
            <a:off x="5091429" y="3789045"/>
            <a:ext cx="137096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&lt; 1.96	= 0.95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34" name="Google Shape;3534;p145"/>
          <p:cNvGrpSpPr/>
          <p:nvPr/>
        </p:nvGrpSpPr>
        <p:grpSpPr>
          <a:xfrm>
            <a:off x="2395727" y="4966715"/>
            <a:ext cx="5111750" cy="562610"/>
            <a:chOff x="2395727" y="4966715"/>
            <a:chExt cx="5111750" cy="562610"/>
          </a:xfrm>
        </p:grpSpPr>
        <p:sp>
          <p:nvSpPr>
            <p:cNvPr id="3535" name="Google Shape;3535;p145"/>
            <p:cNvSpPr/>
            <p:nvPr/>
          </p:nvSpPr>
          <p:spPr>
            <a:xfrm>
              <a:off x="2395727" y="4966715"/>
              <a:ext cx="5111750" cy="562610"/>
            </a:xfrm>
            <a:custGeom>
              <a:rect b="b" l="l" r="r" t="t"/>
              <a:pathLst>
                <a:path extrusionOk="0" h="562610" w="5111750">
                  <a:moveTo>
                    <a:pt x="5111496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5111496" y="562356"/>
                  </a:lnTo>
                  <a:lnTo>
                    <a:pt x="511149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36" name="Google Shape;3536;p145"/>
            <p:cNvSpPr/>
            <p:nvPr/>
          </p:nvSpPr>
          <p:spPr>
            <a:xfrm>
              <a:off x="3169538" y="5045709"/>
              <a:ext cx="3082290" cy="334645"/>
            </a:xfrm>
            <a:custGeom>
              <a:rect b="b" l="l" r="r" t="t"/>
              <a:pathLst>
                <a:path extrusionOk="0" h="334645" w="3082290">
                  <a:moveTo>
                    <a:pt x="3009773" y="0"/>
                  </a:moveTo>
                  <a:lnTo>
                    <a:pt x="3006598" y="7873"/>
                  </a:lnTo>
                  <a:lnTo>
                    <a:pt x="3019049" y="17990"/>
                  </a:lnTo>
                  <a:lnTo>
                    <a:pt x="3030108" y="31178"/>
                  </a:lnTo>
                  <a:lnTo>
                    <a:pt x="3048000" y="66675"/>
                  </a:lnTo>
                  <a:lnTo>
                    <a:pt x="3059318" y="112585"/>
                  </a:lnTo>
                  <a:lnTo>
                    <a:pt x="3063113" y="167258"/>
                  </a:lnTo>
                  <a:lnTo>
                    <a:pt x="3062164" y="195234"/>
                  </a:lnTo>
                  <a:lnTo>
                    <a:pt x="3054647" y="245233"/>
                  </a:lnTo>
                  <a:lnTo>
                    <a:pt x="3039887" y="286617"/>
                  </a:lnTo>
                  <a:lnTo>
                    <a:pt x="3006598" y="326389"/>
                  </a:lnTo>
                  <a:lnTo>
                    <a:pt x="3009773" y="334263"/>
                  </a:lnTo>
                  <a:lnTo>
                    <a:pt x="3051831" y="293169"/>
                  </a:lnTo>
                  <a:lnTo>
                    <a:pt x="3070998" y="248711"/>
                  </a:lnTo>
                  <a:lnTo>
                    <a:pt x="3080801" y="196082"/>
                  </a:lnTo>
                  <a:lnTo>
                    <a:pt x="3082036" y="167004"/>
                  </a:lnTo>
                  <a:lnTo>
                    <a:pt x="3080801" y="137785"/>
                  </a:lnTo>
                  <a:lnTo>
                    <a:pt x="3070998" y="85155"/>
                  </a:lnTo>
                  <a:lnTo>
                    <a:pt x="3051831" y="41005"/>
                  </a:lnTo>
                  <a:lnTo>
                    <a:pt x="3025491" y="10144"/>
                  </a:lnTo>
                  <a:lnTo>
                    <a:pt x="3009773" y="0"/>
                  </a:lnTo>
                  <a:close/>
                </a:path>
                <a:path extrusionOk="0" h="334645" w="3082290">
                  <a:moveTo>
                    <a:pt x="72136" y="0"/>
                  </a:moveTo>
                  <a:lnTo>
                    <a:pt x="30077" y="41005"/>
                  </a:lnTo>
                  <a:lnTo>
                    <a:pt x="10929" y="85155"/>
                  </a:lnTo>
                  <a:lnTo>
                    <a:pt x="1214" y="137785"/>
                  </a:lnTo>
                  <a:lnTo>
                    <a:pt x="0" y="167004"/>
                  </a:lnTo>
                  <a:lnTo>
                    <a:pt x="1214" y="196082"/>
                  </a:lnTo>
                  <a:lnTo>
                    <a:pt x="10929" y="248711"/>
                  </a:lnTo>
                  <a:lnTo>
                    <a:pt x="30077" y="293169"/>
                  </a:lnTo>
                  <a:lnTo>
                    <a:pt x="56417" y="324169"/>
                  </a:lnTo>
                  <a:lnTo>
                    <a:pt x="72136" y="334263"/>
                  </a:lnTo>
                  <a:lnTo>
                    <a:pt x="75311" y="326389"/>
                  </a:lnTo>
                  <a:lnTo>
                    <a:pt x="62767" y="316196"/>
                  </a:lnTo>
                  <a:lnTo>
                    <a:pt x="51641" y="302942"/>
                  </a:lnTo>
                  <a:lnTo>
                    <a:pt x="33781" y="267207"/>
                  </a:lnTo>
                  <a:lnTo>
                    <a:pt x="22574" y="221234"/>
                  </a:lnTo>
                  <a:lnTo>
                    <a:pt x="18796" y="167258"/>
                  </a:lnTo>
                  <a:lnTo>
                    <a:pt x="19746" y="138826"/>
                  </a:lnTo>
                  <a:lnTo>
                    <a:pt x="27314" y="88534"/>
                  </a:lnTo>
                  <a:lnTo>
                    <a:pt x="42146" y="47414"/>
                  </a:lnTo>
                  <a:lnTo>
                    <a:pt x="75311" y="7873"/>
                  </a:lnTo>
                  <a:lnTo>
                    <a:pt x="72136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537" name="Google Shape;3537;p145"/>
          <p:cNvSpPr txBox="1"/>
          <p:nvPr/>
        </p:nvSpPr>
        <p:spPr>
          <a:xfrm>
            <a:off x="3925189" y="5043042"/>
            <a:ext cx="1244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8" name="Google Shape;3538;p145"/>
          <p:cNvSpPr txBox="1"/>
          <p:nvPr/>
        </p:nvSpPr>
        <p:spPr>
          <a:xfrm>
            <a:off x="2962529" y="5001895"/>
            <a:ext cx="10115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	−1.96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baseline="30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9" name="Google Shape;3539;p145"/>
          <p:cNvSpPr/>
          <p:nvPr/>
        </p:nvSpPr>
        <p:spPr>
          <a:xfrm>
            <a:off x="4024248" y="5178678"/>
            <a:ext cx="247903" cy="19507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40" name="Google Shape;3540;p145"/>
          <p:cNvSpPr txBox="1"/>
          <p:nvPr/>
        </p:nvSpPr>
        <p:spPr>
          <a:xfrm>
            <a:off x="4128389" y="5001895"/>
            <a:ext cx="17430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&lt; 𝑋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𝜇 &lt; 1.96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baseline="30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1" name="Google Shape;3541;p145"/>
          <p:cNvSpPr/>
          <p:nvPr/>
        </p:nvSpPr>
        <p:spPr>
          <a:xfrm>
            <a:off x="5920104" y="5178678"/>
            <a:ext cx="247904" cy="19507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42" name="Google Shape;3542;p145"/>
          <p:cNvSpPr txBox="1"/>
          <p:nvPr/>
        </p:nvSpPr>
        <p:spPr>
          <a:xfrm>
            <a:off x="5797550" y="5043042"/>
            <a:ext cx="407034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3" name="Google Shape;3543;p145"/>
          <p:cNvSpPr txBox="1"/>
          <p:nvPr/>
        </p:nvSpPr>
        <p:spPr>
          <a:xfrm>
            <a:off x="6325870" y="5001895"/>
            <a:ext cx="6032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0.95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4" name="Google Shape;3544;p145"/>
          <p:cNvSpPr/>
          <p:nvPr/>
        </p:nvSpPr>
        <p:spPr>
          <a:xfrm>
            <a:off x="554736" y="1449324"/>
            <a:ext cx="1893570" cy="157734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8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p146"/>
          <p:cNvSpPr/>
          <p:nvPr/>
        </p:nvSpPr>
        <p:spPr>
          <a:xfrm>
            <a:off x="9337579" y="6524434"/>
            <a:ext cx="10588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50" name="Google Shape;3550;p14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51" name="Google Shape;3551;p14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52" name="Google Shape;3552;p146"/>
          <p:cNvSpPr txBox="1"/>
          <p:nvPr>
            <p:ph type="title"/>
          </p:nvPr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3.3. Estimation Theory</a:t>
            </a:r>
            <a:endParaRPr/>
          </a:p>
        </p:txBody>
      </p:sp>
      <p:sp>
        <p:nvSpPr>
          <p:cNvPr id="3553" name="Google Shape;3553;p14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54" name="Google Shape;3554;p146"/>
          <p:cNvSpPr/>
          <p:nvPr/>
        </p:nvSpPr>
        <p:spPr>
          <a:xfrm>
            <a:off x="682751" y="1805939"/>
            <a:ext cx="5103114" cy="45948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55" name="Google Shape;3555;p146"/>
          <p:cNvSpPr/>
          <p:nvPr/>
        </p:nvSpPr>
        <p:spPr>
          <a:xfrm>
            <a:off x="554736" y="1449324"/>
            <a:ext cx="1893570" cy="15773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556" name="Google Shape;3556;p146"/>
          <p:cNvGrpSpPr/>
          <p:nvPr/>
        </p:nvGrpSpPr>
        <p:grpSpPr>
          <a:xfrm>
            <a:off x="2395727" y="2993135"/>
            <a:ext cx="5111750" cy="563880"/>
            <a:chOff x="2395727" y="2993135"/>
            <a:chExt cx="5111750" cy="563880"/>
          </a:xfrm>
        </p:grpSpPr>
        <p:sp>
          <p:nvSpPr>
            <p:cNvPr id="3557" name="Google Shape;3557;p146"/>
            <p:cNvSpPr/>
            <p:nvPr/>
          </p:nvSpPr>
          <p:spPr>
            <a:xfrm>
              <a:off x="2395727" y="2993135"/>
              <a:ext cx="5111750" cy="563880"/>
            </a:xfrm>
            <a:custGeom>
              <a:rect b="b" l="l" r="r" t="t"/>
              <a:pathLst>
                <a:path extrusionOk="0" h="563879" w="5111750">
                  <a:moveTo>
                    <a:pt x="5111496" y="0"/>
                  </a:moveTo>
                  <a:lnTo>
                    <a:pt x="0" y="0"/>
                  </a:lnTo>
                  <a:lnTo>
                    <a:pt x="0" y="563879"/>
                  </a:lnTo>
                  <a:lnTo>
                    <a:pt x="5111496" y="563879"/>
                  </a:lnTo>
                  <a:lnTo>
                    <a:pt x="511149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58" name="Google Shape;3558;p146"/>
            <p:cNvSpPr/>
            <p:nvPr/>
          </p:nvSpPr>
          <p:spPr>
            <a:xfrm>
              <a:off x="3169163" y="3072891"/>
              <a:ext cx="3083560" cy="334645"/>
            </a:xfrm>
            <a:custGeom>
              <a:rect b="b" l="l" r="r" t="t"/>
              <a:pathLst>
                <a:path extrusionOk="0" h="334645" w="3083560">
                  <a:moveTo>
                    <a:pt x="3011418" y="0"/>
                  </a:moveTo>
                  <a:lnTo>
                    <a:pt x="3008243" y="8000"/>
                  </a:lnTo>
                  <a:lnTo>
                    <a:pt x="3020677" y="18097"/>
                  </a:lnTo>
                  <a:lnTo>
                    <a:pt x="3031706" y="31242"/>
                  </a:lnTo>
                  <a:lnTo>
                    <a:pt x="3049645" y="66675"/>
                  </a:lnTo>
                  <a:lnTo>
                    <a:pt x="3060964" y="112585"/>
                  </a:lnTo>
                  <a:lnTo>
                    <a:pt x="3064758" y="167259"/>
                  </a:lnTo>
                  <a:lnTo>
                    <a:pt x="3063808" y="195290"/>
                  </a:lnTo>
                  <a:lnTo>
                    <a:pt x="3056239" y="245304"/>
                  </a:lnTo>
                  <a:lnTo>
                    <a:pt x="3041479" y="286744"/>
                  </a:lnTo>
                  <a:lnTo>
                    <a:pt x="3008243" y="326517"/>
                  </a:lnTo>
                  <a:lnTo>
                    <a:pt x="3011418" y="334391"/>
                  </a:lnTo>
                  <a:lnTo>
                    <a:pt x="3053423" y="293296"/>
                  </a:lnTo>
                  <a:lnTo>
                    <a:pt x="3072571" y="248838"/>
                  </a:lnTo>
                  <a:lnTo>
                    <a:pt x="3082338" y="196209"/>
                  </a:lnTo>
                  <a:lnTo>
                    <a:pt x="3083554" y="167132"/>
                  </a:lnTo>
                  <a:lnTo>
                    <a:pt x="3082338" y="137912"/>
                  </a:lnTo>
                  <a:lnTo>
                    <a:pt x="3072571" y="85282"/>
                  </a:lnTo>
                  <a:lnTo>
                    <a:pt x="3053423" y="41130"/>
                  </a:lnTo>
                  <a:lnTo>
                    <a:pt x="3027134" y="10217"/>
                  </a:lnTo>
                  <a:lnTo>
                    <a:pt x="3011418" y="0"/>
                  </a:lnTo>
                  <a:close/>
                </a:path>
                <a:path extrusionOk="0" h="334645" w="3083560">
                  <a:moveTo>
                    <a:pt x="72130" y="0"/>
                  </a:moveTo>
                  <a:lnTo>
                    <a:pt x="30196" y="41130"/>
                  </a:lnTo>
                  <a:lnTo>
                    <a:pt x="11031" y="85282"/>
                  </a:lnTo>
                  <a:lnTo>
                    <a:pt x="1228" y="137912"/>
                  </a:lnTo>
                  <a:lnTo>
                    <a:pt x="0" y="167259"/>
                  </a:lnTo>
                  <a:lnTo>
                    <a:pt x="1228" y="196209"/>
                  </a:lnTo>
                  <a:lnTo>
                    <a:pt x="11031" y="248838"/>
                  </a:lnTo>
                  <a:lnTo>
                    <a:pt x="30196" y="293296"/>
                  </a:lnTo>
                  <a:lnTo>
                    <a:pt x="56485" y="324296"/>
                  </a:lnTo>
                  <a:lnTo>
                    <a:pt x="72130" y="334391"/>
                  </a:lnTo>
                  <a:lnTo>
                    <a:pt x="75432" y="326517"/>
                  </a:lnTo>
                  <a:lnTo>
                    <a:pt x="62835" y="316323"/>
                  </a:lnTo>
                  <a:lnTo>
                    <a:pt x="51715" y="303069"/>
                  </a:lnTo>
                  <a:lnTo>
                    <a:pt x="33903" y="267335"/>
                  </a:lnTo>
                  <a:lnTo>
                    <a:pt x="22648" y="221297"/>
                  </a:lnTo>
                  <a:lnTo>
                    <a:pt x="18921" y="167132"/>
                  </a:lnTo>
                  <a:lnTo>
                    <a:pt x="19868" y="138826"/>
                  </a:lnTo>
                  <a:lnTo>
                    <a:pt x="27436" y="88534"/>
                  </a:lnTo>
                  <a:lnTo>
                    <a:pt x="42267" y="47434"/>
                  </a:lnTo>
                  <a:lnTo>
                    <a:pt x="75432" y="8000"/>
                  </a:lnTo>
                  <a:lnTo>
                    <a:pt x="72130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559" name="Google Shape;3559;p146"/>
          <p:cNvSpPr txBox="1"/>
          <p:nvPr/>
        </p:nvSpPr>
        <p:spPr>
          <a:xfrm>
            <a:off x="2963798" y="3028568"/>
            <a:ext cx="10115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	−1.96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baseline="30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0" name="Google Shape;3560;p146"/>
          <p:cNvSpPr/>
          <p:nvPr/>
        </p:nvSpPr>
        <p:spPr>
          <a:xfrm>
            <a:off x="4023867" y="3205988"/>
            <a:ext cx="248031" cy="19507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61" name="Google Shape;3561;p146"/>
          <p:cNvSpPr txBox="1"/>
          <p:nvPr/>
        </p:nvSpPr>
        <p:spPr>
          <a:xfrm>
            <a:off x="3901059" y="3069717"/>
            <a:ext cx="407034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2" name="Google Shape;3562;p146"/>
          <p:cNvSpPr txBox="1"/>
          <p:nvPr/>
        </p:nvSpPr>
        <p:spPr>
          <a:xfrm>
            <a:off x="5822569" y="3069717"/>
            <a:ext cx="1244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3" name="Google Shape;3563;p146"/>
          <p:cNvSpPr txBox="1"/>
          <p:nvPr/>
        </p:nvSpPr>
        <p:spPr>
          <a:xfrm>
            <a:off x="4305172" y="3028568"/>
            <a:ext cx="156591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&lt; 𝑋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𝜇 &lt; 1.96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baseline="30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4" name="Google Shape;3564;p146"/>
          <p:cNvSpPr/>
          <p:nvPr/>
        </p:nvSpPr>
        <p:spPr>
          <a:xfrm>
            <a:off x="5921247" y="3205988"/>
            <a:ext cx="248030" cy="19507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65" name="Google Shape;3565;p146"/>
          <p:cNvSpPr txBox="1"/>
          <p:nvPr/>
        </p:nvSpPr>
        <p:spPr>
          <a:xfrm>
            <a:off x="6025769" y="3028568"/>
            <a:ext cx="92836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	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0.95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6" name="Google Shape;3566;p146"/>
          <p:cNvGrpSpPr/>
          <p:nvPr/>
        </p:nvGrpSpPr>
        <p:grpSpPr>
          <a:xfrm>
            <a:off x="4830317" y="3734561"/>
            <a:ext cx="243840" cy="251460"/>
            <a:chOff x="4830317" y="3734561"/>
            <a:chExt cx="243840" cy="251460"/>
          </a:xfrm>
        </p:grpSpPr>
        <p:sp>
          <p:nvSpPr>
            <p:cNvPr id="3567" name="Google Shape;3567;p146"/>
            <p:cNvSpPr/>
            <p:nvPr/>
          </p:nvSpPr>
          <p:spPr>
            <a:xfrm>
              <a:off x="4830317" y="3734561"/>
              <a:ext cx="243840" cy="25146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68" name="Google Shape;3568;p146"/>
            <p:cNvSpPr/>
            <p:nvPr/>
          </p:nvSpPr>
          <p:spPr>
            <a:xfrm>
              <a:off x="4830317" y="3734561"/>
              <a:ext cx="243840" cy="251460"/>
            </a:xfrm>
            <a:custGeom>
              <a:rect b="b" l="l" r="r" t="t"/>
              <a:pathLst>
                <a:path extrusionOk="0" h="251460" w="243839">
                  <a:moveTo>
                    <a:pt x="0" y="129539"/>
                  </a:moveTo>
                  <a:lnTo>
                    <a:pt x="60960" y="129539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29539"/>
                  </a:lnTo>
                  <a:lnTo>
                    <a:pt x="243840" y="129539"/>
                  </a:lnTo>
                  <a:lnTo>
                    <a:pt x="121920" y="251460"/>
                  </a:lnTo>
                  <a:lnTo>
                    <a:pt x="0" y="129539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569" name="Google Shape;3569;p146"/>
          <p:cNvGrpSpPr/>
          <p:nvPr/>
        </p:nvGrpSpPr>
        <p:grpSpPr>
          <a:xfrm>
            <a:off x="4830317" y="4901946"/>
            <a:ext cx="243840" cy="253365"/>
            <a:chOff x="4830317" y="4901946"/>
            <a:chExt cx="243840" cy="253365"/>
          </a:xfrm>
        </p:grpSpPr>
        <p:sp>
          <p:nvSpPr>
            <p:cNvPr id="3570" name="Google Shape;3570;p146"/>
            <p:cNvSpPr/>
            <p:nvPr/>
          </p:nvSpPr>
          <p:spPr>
            <a:xfrm>
              <a:off x="4830317" y="4901946"/>
              <a:ext cx="243840" cy="25298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71" name="Google Shape;3571;p146"/>
            <p:cNvSpPr/>
            <p:nvPr/>
          </p:nvSpPr>
          <p:spPr>
            <a:xfrm>
              <a:off x="4830317" y="4901946"/>
              <a:ext cx="243840" cy="253365"/>
            </a:xfrm>
            <a:custGeom>
              <a:rect b="b" l="l" r="r" t="t"/>
              <a:pathLst>
                <a:path extrusionOk="0" h="253364" w="243839">
                  <a:moveTo>
                    <a:pt x="0" y="131063"/>
                  </a:moveTo>
                  <a:lnTo>
                    <a:pt x="60960" y="131063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31063"/>
                  </a:lnTo>
                  <a:lnTo>
                    <a:pt x="243840" y="131063"/>
                  </a:lnTo>
                  <a:lnTo>
                    <a:pt x="121920" y="252983"/>
                  </a:lnTo>
                  <a:lnTo>
                    <a:pt x="0" y="131063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572" name="Google Shape;3572;p146"/>
          <p:cNvGrpSpPr/>
          <p:nvPr/>
        </p:nvGrpSpPr>
        <p:grpSpPr>
          <a:xfrm>
            <a:off x="4830317" y="2565654"/>
            <a:ext cx="243840" cy="253365"/>
            <a:chOff x="4830317" y="2565654"/>
            <a:chExt cx="243840" cy="253365"/>
          </a:xfrm>
        </p:grpSpPr>
        <p:sp>
          <p:nvSpPr>
            <p:cNvPr id="3573" name="Google Shape;3573;p146"/>
            <p:cNvSpPr/>
            <p:nvPr/>
          </p:nvSpPr>
          <p:spPr>
            <a:xfrm>
              <a:off x="4830317" y="2565654"/>
              <a:ext cx="243840" cy="25298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74" name="Google Shape;3574;p146"/>
            <p:cNvSpPr/>
            <p:nvPr/>
          </p:nvSpPr>
          <p:spPr>
            <a:xfrm>
              <a:off x="4830317" y="2565654"/>
              <a:ext cx="243840" cy="253365"/>
            </a:xfrm>
            <a:custGeom>
              <a:rect b="b" l="l" r="r" t="t"/>
              <a:pathLst>
                <a:path extrusionOk="0" h="253364" w="243839">
                  <a:moveTo>
                    <a:pt x="0" y="131063"/>
                  </a:moveTo>
                  <a:lnTo>
                    <a:pt x="60960" y="131063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31063"/>
                  </a:lnTo>
                  <a:lnTo>
                    <a:pt x="243840" y="131063"/>
                  </a:lnTo>
                  <a:lnTo>
                    <a:pt x="121920" y="252984"/>
                  </a:lnTo>
                  <a:lnTo>
                    <a:pt x="0" y="131063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575" name="Google Shape;3575;p146"/>
          <p:cNvGrpSpPr/>
          <p:nvPr/>
        </p:nvGrpSpPr>
        <p:grpSpPr>
          <a:xfrm>
            <a:off x="2395727" y="4162044"/>
            <a:ext cx="5111750" cy="563880"/>
            <a:chOff x="2395727" y="4162044"/>
            <a:chExt cx="5111750" cy="563880"/>
          </a:xfrm>
        </p:grpSpPr>
        <p:sp>
          <p:nvSpPr>
            <p:cNvPr id="3576" name="Google Shape;3576;p146"/>
            <p:cNvSpPr/>
            <p:nvPr/>
          </p:nvSpPr>
          <p:spPr>
            <a:xfrm>
              <a:off x="2395727" y="4162044"/>
              <a:ext cx="5111750" cy="563880"/>
            </a:xfrm>
            <a:custGeom>
              <a:rect b="b" l="l" r="r" t="t"/>
              <a:pathLst>
                <a:path extrusionOk="0" h="563879" w="5111750">
                  <a:moveTo>
                    <a:pt x="5111496" y="0"/>
                  </a:moveTo>
                  <a:lnTo>
                    <a:pt x="0" y="0"/>
                  </a:lnTo>
                  <a:lnTo>
                    <a:pt x="0" y="563879"/>
                  </a:lnTo>
                  <a:lnTo>
                    <a:pt x="5111496" y="563879"/>
                  </a:lnTo>
                  <a:lnTo>
                    <a:pt x="511149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77" name="Google Shape;3577;p146"/>
            <p:cNvSpPr/>
            <p:nvPr/>
          </p:nvSpPr>
          <p:spPr>
            <a:xfrm>
              <a:off x="2827787" y="4241165"/>
              <a:ext cx="3766820" cy="334645"/>
            </a:xfrm>
            <a:custGeom>
              <a:rect b="b" l="l" r="r" t="t"/>
              <a:pathLst>
                <a:path extrusionOk="0" h="334645" w="3766820">
                  <a:moveTo>
                    <a:pt x="3694170" y="0"/>
                  </a:moveTo>
                  <a:lnTo>
                    <a:pt x="3690995" y="8001"/>
                  </a:lnTo>
                  <a:lnTo>
                    <a:pt x="3703429" y="18097"/>
                  </a:lnTo>
                  <a:lnTo>
                    <a:pt x="3714458" y="31242"/>
                  </a:lnTo>
                  <a:lnTo>
                    <a:pt x="3732397" y="66675"/>
                  </a:lnTo>
                  <a:lnTo>
                    <a:pt x="3743716" y="112585"/>
                  </a:lnTo>
                  <a:lnTo>
                    <a:pt x="3747510" y="167259"/>
                  </a:lnTo>
                  <a:lnTo>
                    <a:pt x="3746560" y="195290"/>
                  </a:lnTo>
                  <a:lnTo>
                    <a:pt x="3738991" y="245304"/>
                  </a:lnTo>
                  <a:lnTo>
                    <a:pt x="3724231" y="286744"/>
                  </a:lnTo>
                  <a:lnTo>
                    <a:pt x="3690995" y="326517"/>
                  </a:lnTo>
                  <a:lnTo>
                    <a:pt x="3694170" y="334391"/>
                  </a:lnTo>
                  <a:lnTo>
                    <a:pt x="3736175" y="293296"/>
                  </a:lnTo>
                  <a:lnTo>
                    <a:pt x="3755323" y="248838"/>
                  </a:lnTo>
                  <a:lnTo>
                    <a:pt x="3765090" y="196209"/>
                  </a:lnTo>
                  <a:lnTo>
                    <a:pt x="3766306" y="167132"/>
                  </a:lnTo>
                  <a:lnTo>
                    <a:pt x="3765090" y="137912"/>
                  </a:lnTo>
                  <a:lnTo>
                    <a:pt x="3755323" y="85282"/>
                  </a:lnTo>
                  <a:lnTo>
                    <a:pt x="3736175" y="41130"/>
                  </a:lnTo>
                  <a:lnTo>
                    <a:pt x="3709886" y="10217"/>
                  </a:lnTo>
                  <a:lnTo>
                    <a:pt x="3694170" y="0"/>
                  </a:lnTo>
                  <a:close/>
                </a:path>
                <a:path extrusionOk="0" h="334645" w="3766820">
                  <a:moveTo>
                    <a:pt x="72130" y="0"/>
                  </a:moveTo>
                  <a:lnTo>
                    <a:pt x="30196" y="41130"/>
                  </a:lnTo>
                  <a:lnTo>
                    <a:pt x="11031" y="85282"/>
                  </a:lnTo>
                  <a:lnTo>
                    <a:pt x="1228" y="137912"/>
                  </a:lnTo>
                  <a:lnTo>
                    <a:pt x="0" y="167259"/>
                  </a:lnTo>
                  <a:lnTo>
                    <a:pt x="1228" y="196209"/>
                  </a:lnTo>
                  <a:lnTo>
                    <a:pt x="11031" y="248838"/>
                  </a:lnTo>
                  <a:lnTo>
                    <a:pt x="30196" y="293296"/>
                  </a:lnTo>
                  <a:lnTo>
                    <a:pt x="56485" y="324296"/>
                  </a:lnTo>
                  <a:lnTo>
                    <a:pt x="72130" y="334391"/>
                  </a:lnTo>
                  <a:lnTo>
                    <a:pt x="75432" y="326517"/>
                  </a:lnTo>
                  <a:lnTo>
                    <a:pt x="62835" y="316323"/>
                  </a:lnTo>
                  <a:lnTo>
                    <a:pt x="51715" y="303069"/>
                  </a:lnTo>
                  <a:lnTo>
                    <a:pt x="33903" y="267335"/>
                  </a:lnTo>
                  <a:lnTo>
                    <a:pt x="22648" y="221297"/>
                  </a:lnTo>
                  <a:lnTo>
                    <a:pt x="18921" y="167132"/>
                  </a:lnTo>
                  <a:lnTo>
                    <a:pt x="19868" y="138826"/>
                  </a:lnTo>
                  <a:lnTo>
                    <a:pt x="27436" y="88534"/>
                  </a:lnTo>
                  <a:lnTo>
                    <a:pt x="42267" y="47434"/>
                  </a:lnTo>
                  <a:lnTo>
                    <a:pt x="75432" y="8001"/>
                  </a:lnTo>
                  <a:lnTo>
                    <a:pt x="72130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578" name="Google Shape;3578;p146"/>
          <p:cNvSpPr txBox="1"/>
          <p:nvPr/>
        </p:nvSpPr>
        <p:spPr>
          <a:xfrm>
            <a:off x="3963034" y="4238371"/>
            <a:ext cx="1244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9" name="Google Shape;3579;p146"/>
          <p:cNvSpPr txBox="1"/>
          <p:nvPr/>
        </p:nvSpPr>
        <p:spPr>
          <a:xfrm>
            <a:off x="2620898" y="4197222"/>
            <a:ext cx="13906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	−𝑋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− 1.96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baseline="30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0" name="Google Shape;3580;p146"/>
          <p:cNvSpPr/>
          <p:nvPr/>
        </p:nvSpPr>
        <p:spPr>
          <a:xfrm>
            <a:off x="4061967" y="4374260"/>
            <a:ext cx="248031" cy="19507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81" name="Google Shape;3581;p146"/>
          <p:cNvSpPr txBox="1"/>
          <p:nvPr/>
        </p:nvSpPr>
        <p:spPr>
          <a:xfrm>
            <a:off x="4166234" y="4197222"/>
            <a:ext cx="20478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&lt; −𝜇 &lt; −𝑋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+ 1.96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baseline="30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2" name="Google Shape;3582;p146"/>
          <p:cNvSpPr/>
          <p:nvPr/>
        </p:nvSpPr>
        <p:spPr>
          <a:xfrm>
            <a:off x="6262623" y="4374260"/>
            <a:ext cx="248030" cy="19507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83" name="Google Shape;3583;p146"/>
          <p:cNvSpPr txBox="1"/>
          <p:nvPr/>
        </p:nvSpPr>
        <p:spPr>
          <a:xfrm>
            <a:off x="6140069" y="4238371"/>
            <a:ext cx="40767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4" name="Google Shape;3584;p146"/>
          <p:cNvSpPr txBox="1"/>
          <p:nvPr/>
        </p:nvSpPr>
        <p:spPr>
          <a:xfrm>
            <a:off x="6668769" y="4197222"/>
            <a:ext cx="60261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0.95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5" name="Google Shape;3585;p146"/>
          <p:cNvGrpSpPr/>
          <p:nvPr/>
        </p:nvGrpSpPr>
        <p:grpSpPr>
          <a:xfrm>
            <a:off x="2395727" y="5329428"/>
            <a:ext cx="5111750" cy="563880"/>
            <a:chOff x="2395727" y="5329428"/>
            <a:chExt cx="5111750" cy="563880"/>
          </a:xfrm>
        </p:grpSpPr>
        <p:sp>
          <p:nvSpPr>
            <p:cNvPr id="3586" name="Google Shape;3586;p146"/>
            <p:cNvSpPr/>
            <p:nvPr/>
          </p:nvSpPr>
          <p:spPr>
            <a:xfrm>
              <a:off x="2395727" y="5329428"/>
              <a:ext cx="5111750" cy="563880"/>
            </a:xfrm>
            <a:custGeom>
              <a:rect b="b" l="l" r="r" t="t"/>
              <a:pathLst>
                <a:path extrusionOk="0" h="563879" w="5111750">
                  <a:moveTo>
                    <a:pt x="5111496" y="0"/>
                  </a:moveTo>
                  <a:lnTo>
                    <a:pt x="0" y="0"/>
                  </a:lnTo>
                  <a:lnTo>
                    <a:pt x="0" y="563880"/>
                  </a:lnTo>
                  <a:lnTo>
                    <a:pt x="5111496" y="563880"/>
                  </a:lnTo>
                  <a:lnTo>
                    <a:pt x="511149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7" name="Google Shape;3587;p146"/>
            <p:cNvSpPr/>
            <p:nvPr/>
          </p:nvSpPr>
          <p:spPr>
            <a:xfrm>
              <a:off x="3056387" y="5409438"/>
              <a:ext cx="3309620" cy="334645"/>
            </a:xfrm>
            <a:custGeom>
              <a:rect b="b" l="l" r="r" t="t"/>
              <a:pathLst>
                <a:path extrusionOk="0" h="334645" w="3309620">
                  <a:moveTo>
                    <a:pt x="3236970" y="0"/>
                  </a:moveTo>
                  <a:lnTo>
                    <a:pt x="3233795" y="8000"/>
                  </a:lnTo>
                  <a:lnTo>
                    <a:pt x="3246229" y="18097"/>
                  </a:lnTo>
                  <a:lnTo>
                    <a:pt x="3257258" y="31241"/>
                  </a:lnTo>
                  <a:lnTo>
                    <a:pt x="3275197" y="66675"/>
                  </a:lnTo>
                  <a:lnTo>
                    <a:pt x="3286516" y="112585"/>
                  </a:lnTo>
                  <a:lnTo>
                    <a:pt x="3290310" y="167259"/>
                  </a:lnTo>
                  <a:lnTo>
                    <a:pt x="3289360" y="195282"/>
                  </a:lnTo>
                  <a:lnTo>
                    <a:pt x="3281791" y="245284"/>
                  </a:lnTo>
                  <a:lnTo>
                    <a:pt x="3267031" y="286707"/>
                  </a:lnTo>
                  <a:lnTo>
                    <a:pt x="3233795" y="326453"/>
                  </a:lnTo>
                  <a:lnTo>
                    <a:pt x="3236970" y="334365"/>
                  </a:lnTo>
                  <a:lnTo>
                    <a:pt x="3278975" y="293289"/>
                  </a:lnTo>
                  <a:lnTo>
                    <a:pt x="3298123" y="248838"/>
                  </a:lnTo>
                  <a:lnTo>
                    <a:pt x="3307890" y="196194"/>
                  </a:lnTo>
                  <a:lnTo>
                    <a:pt x="3309106" y="167131"/>
                  </a:lnTo>
                  <a:lnTo>
                    <a:pt x="3307890" y="137912"/>
                  </a:lnTo>
                  <a:lnTo>
                    <a:pt x="3298123" y="85282"/>
                  </a:lnTo>
                  <a:lnTo>
                    <a:pt x="3278975" y="41130"/>
                  </a:lnTo>
                  <a:lnTo>
                    <a:pt x="3252686" y="10217"/>
                  </a:lnTo>
                  <a:lnTo>
                    <a:pt x="3236970" y="0"/>
                  </a:lnTo>
                  <a:close/>
                </a:path>
                <a:path extrusionOk="0" h="334645" w="3309620">
                  <a:moveTo>
                    <a:pt x="72130" y="0"/>
                  </a:moveTo>
                  <a:lnTo>
                    <a:pt x="30196" y="41130"/>
                  </a:lnTo>
                  <a:lnTo>
                    <a:pt x="11031" y="85282"/>
                  </a:lnTo>
                  <a:lnTo>
                    <a:pt x="1228" y="137912"/>
                  </a:lnTo>
                  <a:lnTo>
                    <a:pt x="0" y="167259"/>
                  </a:lnTo>
                  <a:lnTo>
                    <a:pt x="1228" y="196194"/>
                  </a:lnTo>
                  <a:lnTo>
                    <a:pt x="11031" y="248838"/>
                  </a:lnTo>
                  <a:lnTo>
                    <a:pt x="30196" y="293289"/>
                  </a:lnTo>
                  <a:lnTo>
                    <a:pt x="56485" y="324264"/>
                  </a:lnTo>
                  <a:lnTo>
                    <a:pt x="72130" y="334365"/>
                  </a:lnTo>
                  <a:lnTo>
                    <a:pt x="75432" y="326453"/>
                  </a:lnTo>
                  <a:lnTo>
                    <a:pt x="62835" y="316297"/>
                  </a:lnTo>
                  <a:lnTo>
                    <a:pt x="51715" y="303048"/>
                  </a:lnTo>
                  <a:lnTo>
                    <a:pt x="33903" y="267271"/>
                  </a:lnTo>
                  <a:lnTo>
                    <a:pt x="22648" y="221289"/>
                  </a:lnTo>
                  <a:lnTo>
                    <a:pt x="18921" y="167131"/>
                  </a:lnTo>
                  <a:lnTo>
                    <a:pt x="19868" y="138826"/>
                  </a:lnTo>
                  <a:lnTo>
                    <a:pt x="27436" y="88534"/>
                  </a:lnTo>
                  <a:lnTo>
                    <a:pt x="42267" y="47434"/>
                  </a:lnTo>
                  <a:lnTo>
                    <a:pt x="75432" y="8000"/>
                  </a:lnTo>
                  <a:lnTo>
                    <a:pt x="72130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588" name="Google Shape;3588;p146"/>
          <p:cNvSpPr txBox="1"/>
          <p:nvPr/>
        </p:nvSpPr>
        <p:spPr>
          <a:xfrm>
            <a:off x="4039234" y="5406339"/>
            <a:ext cx="1250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9" name="Google Shape;3589;p146"/>
          <p:cNvSpPr txBox="1"/>
          <p:nvPr/>
        </p:nvSpPr>
        <p:spPr>
          <a:xfrm>
            <a:off x="2849498" y="5365191"/>
            <a:ext cx="123888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𝑃	𝑋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− 1.96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baseline="30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0" name="Google Shape;3590;p146"/>
          <p:cNvSpPr/>
          <p:nvPr/>
        </p:nvSpPr>
        <p:spPr>
          <a:xfrm>
            <a:off x="4138167" y="5542534"/>
            <a:ext cx="248031" cy="19500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91" name="Google Shape;3591;p146"/>
          <p:cNvSpPr txBox="1"/>
          <p:nvPr/>
        </p:nvSpPr>
        <p:spPr>
          <a:xfrm>
            <a:off x="4242689" y="5365191"/>
            <a:ext cx="17430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≤ 𝜇 ≤ 𝑋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+ 1.96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baseline="30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2" name="Google Shape;3592;p146"/>
          <p:cNvSpPr/>
          <p:nvPr/>
        </p:nvSpPr>
        <p:spPr>
          <a:xfrm>
            <a:off x="6034023" y="5542534"/>
            <a:ext cx="248030" cy="19500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93" name="Google Shape;3593;p146"/>
          <p:cNvSpPr txBox="1"/>
          <p:nvPr/>
        </p:nvSpPr>
        <p:spPr>
          <a:xfrm>
            <a:off x="5911469" y="5406339"/>
            <a:ext cx="407034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4" name="Google Shape;3594;p146"/>
          <p:cNvSpPr txBox="1"/>
          <p:nvPr/>
        </p:nvSpPr>
        <p:spPr>
          <a:xfrm>
            <a:off x="6440170" y="5365191"/>
            <a:ext cx="60261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= 0.95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8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9" name="Google Shape;3599;p147"/>
          <p:cNvSpPr/>
          <p:nvPr/>
        </p:nvSpPr>
        <p:spPr>
          <a:xfrm>
            <a:off x="9348315" y="6524434"/>
            <a:ext cx="102770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00" name="Google Shape;3600;p14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01" name="Google Shape;3601;p14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02" name="Google Shape;3602;p147"/>
          <p:cNvSpPr txBox="1"/>
          <p:nvPr>
            <p:ph type="title"/>
          </p:nvPr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3.3. Estimation Theory</a:t>
            </a:r>
            <a:endParaRPr/>
          </a:p>
        </p:txBody>
      </p:sp>
      <p:sp>
        <p:nvSpPr>
          <p:cNvPr id="3603" name="Google Shape;3603;p14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04" name="Google Shape;3604;p147"/>
          <p:cNvSpPr/>
          <p:nvPr/>
        </p:nvSpPr>
        <p:spPr>
          <a:xfrm>
            <a:off x="682751" y="1805939"/>
            <a:ext cx="3580638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05" name="Google Shape;3605;p147"/>
          <p:cNvSpPr/>
          <p:nvPr/>
        </p:nvSpPr>
        <p:spPr>
          <a:xfrm>
            <a:off x="682751" y="3418306"/>
            <a:ext cx="4909566" cy="47322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606" name="Google Shape;3606;p147"/>
          <p:cNvGrpSpPr/>
          <p:nvPr/>
        </p:nvGrpSpPr>
        <p:grpSpPr>
          <a:xfrm>
            <a:off x="1386839" y="2109216"/>
            <a:ext cx="7129780" cy="1103630"/>
            <a:chOff x="1386839" y="2109216"/>
            <a:chExt cx="7129780" cy="1103630"/>
          </a:xfrm>
        </p:grpSpPr>
        <p:sp>
          <p:nvSpPr>
            <p:cNvPr id="3607" name="Google Shape;3607;p147"/>
            <p:cNvSpPr/>
            <p:nvPr/>
          </p:nvSpPr>
          <p:spPr>
            <a:xfrm>
              <a:off x="1386839" y="2109216"/>
              <a:ext cx="7129780" cy="1103630"/>
            </a:xfrm>
            <a:custGeom>
              <a:rect b="b" l="l" r="r" t="t"/>
              <a:pathLst>
                <a:path extrusionOk="0" h="1103630" w="7129780">
                  <a:moveTo>
                    <a:pt x="7129272" y="0"/>
                  </a:moveTo>
                  <a:lnTo>
                    <a:pt x="0" y="0"/>
                  </a:lnTo>
                  <a:lnTo>
                    <a:pt x="0" y="1103376"/>
                  </a:lnTo>
                  <a:lnTo>
                    <a:pt x="7129272" y="1103376"/>
                  </a:lnTo>
                  <a:lnTo>
                    <a:pt x="712927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8" name="Google Shape;3608;p147"/>
            <p:cNvSpPr/>
            <p:nvPr/>
          </p:nvSpPr>
          <p:spPr>
            <a:xfrm>
              <a:off x="4224527" y="2426208"/>
              <a:ext cx="194056" cy="14223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609" name="Google Shape;3609;p147"/>
          <p:cNvSpPr txBox="1"/>
          <p:nvPr/>
        </p:nvSpPr>
        <p:spPr>
          <a:xfrm>
            <a:off x="2334641" y="2251405"/>
            <a:ext cx="212026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3299F"/>
                </a:solidFill>
                <a:latin typeface="Verdana"/>
                <a:ea typeface="Verdana"/>
                <a:cs typeface="Verdana"/>
                <a:sym typeface="Verdana"/>
              </a:rPr>
              <a:t>Lower bound: </a:t>
            </a:r>
            <a:r>
              <a:rPr lang="en-US" sz="1600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30000" lang="en-US" sz="2400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− 1.96 </a:t>
            </a:r>
            <a:r>
              <a:rPr baseline="30000" lang="en-US" sz="1725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2400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1725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0" name="Google Shape;3610;p147"/>
          <p:cNvSpPr/>
          <p:nvPr/>
        </p:nvSpPr>
        <p:spPr>
          <a:xfrm>
            <a:off x="7348728" y="2426207"/>
            <a:ext cx="194055" cy="14223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11" name="Google Shape;3611;p147"/>
          <p:cNvSpPr txBox="1"/>
          <p:nvPr/>
        </p:nvSpPr>
        <p:spPr>
          <a:xfrm>
            <a:off x="5465317" y="2251405"/>
            <a:ext cx="211391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Upper bound: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30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+ 1.96 </a:t>
            </a:r>
            <a:r>
              <a:rPr baseline="30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2" name="Google Shape;3612;p147"/>
          <p:cNvSpPr txBox="1"/>
          <p:nvPr/>
        </p:nvSpPr>
        <p:spPr>
          <a:xfrm>
            <a:off x="3375025" y="2716529"/>
            <a:ext cx="723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3299F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13" name="Google Shape;3613;p147"/>
          <p:cNvSpPr txBox="1"/>
          <p:nvPr/>
        </p:nvSpPr>
        <p:spPr>
          <a:xfrm>
            <a:off x="4152646" y="2716529"/>
            <a:ext cx="18891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Confidence Interval </a:t>
            </a:r>
            <a:r>
              <a:rPr lang="en-US" sz="1600"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614" name="Google Shape;3614;p147"/>
          <p:cNvSpPr txBox="1"/>
          <p:nvPr/>
        </p:nvSpPr>
        <p:spPr>
          <a:xfrm>
            <a:off x="6783323" y="2716529"/>
            <a:ext cx="723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]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15" name="Google Shape;3615;p147"/>
          <p:cNvSpPr/>
          <p:nvPr/>
        </p:nvSpPr>
        <p:spPr>
          <a:xfrm>
            <a:off x="554736" y="1449324"/>
            <a:ext cx="1893570" cy="157734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9" name="Shape 3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0" name="Google Shape;3620;p148"/>
          <p:cNvSpPr/>
          <p:nvPr/>
        </p:nvSpPr>
        <p:spPr>
          <a:xfrm>
            <a:off x="9337579" y="6524434"/>
            <a:ext cx="10588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21" name="Google Shape;3621;p14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22" name="Google Shape;3622;p14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23" name="Google Shape;3623;p148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24" name="Google Shape;3624;p14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625" name="Google Shape;3625;p148"/>
          <p:cNvGrpSpPr/>
          <p:nvPr/>
        </p:nvGrpSpPr>
        <p:grpSpPr>
          <a:xfrm>
            <a:off x="2034539" y="1880616"/>
            <a:ext cx="5615940" cy="3816350"/>
            <a:chOff x="2034539" y="1880616"/>
            <a:chExt cx="5615940" cy="3816350"/>
          </a:xfrm>
        </p:grpSpPr>
        <p:sp>
          <p:nvSpPr>
            <p:cNvPr id="3626" name="Google Shape;3626;p148"/>
            <p:cNvSpPr/>
            <p:nvPr/>
          </p:nvSpPr>
          <p:spPr>
            <a:xfrm>
              <a:off x="2034539" y="1880616"/>
              <a:ext cx="5615940" cy="3816350"/>
            </a:xfrm>
            <a:custGeom>
              <a:rect b="b" l="l" r="r" t="t"/>
              <a:pathLst>
                <a:path extrusionOk="0" h="3816350" w="5615940">
                  <a:moveTo>
                    <a:pt x="5615940" y="0"/>
                  </a:moveTo>
                  <a:lnTo>
                    <a:pt x="0" y="0"/>
                  </a:lnTo>
                  <a:lnTo>
                    <a:pt x="0" y="3816096"/>
                  </a:lnTo>
                  <a:lnTo>
                    <a:pt x="5615940" y="3816096"/>
                  </a:lnTo>
                  <a:lnTo>
                    <a:pt x="561594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7" name="Google Shape;3627;p148"/>
            <p:cNvSpPr/>
            <p:nvPr/>
          </p:nvSpPr>
          <p:spPr>
            <a:xfrm>
              <a:off x="3134868" y="4241291"/>
              <a:ext cx="3394075" cy="189230"/>
            </a:xfrm>
            <a:custGeom>
              <a:rect b="b" l="l" r="r" t="t"/>
              <a:pathLst>
                <a:path extrusionOk="0" h="189229" w="3394075">
                  <a:moveTo>
                    <a:pt x="394716" y="188976"/>
                  </a:moveTo>
                  <a:lnTo>
                    <a:pt x="387096" y="0"/>
                  </a:lnTo>
                  <a:lnTo>
                    <a:pt x="0" y="188976"/>
                  </a:lnTo>
                  <a:lnTo>
                    <a:pt x="394716" y="188976"/>
                  </a:lnTo>
                  <a:close/>
                </a:path>
                <a:path extrusionOk="0" h="189229" w="3394075">
                  <a:moveTo>
                    <a:pt x="3393948" y="188976"/>
                  </a:moveTo>
                  <a:lnTo>
                    <a:pt x="2939542" y="15240"/>
                  </a:lnTo>
                  <a:lnTo>
                    <a:pt x="2930652" y="188976"/>
                  </a:lnTo>
                  <a:lnTo>
                    <a:pt x="3393948" y="188976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8" name="Google Shape;3628;p148"/>
            <p:cNvSpPr/>
            <p:nvPr/>
          </p:nvSpPr>
          <p:spPr>
            <a:xfrm>
              <a:off x="2872739" y="2311908"/>
              <a:ext cx="3831336" cy="211531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9" name="Google Shape;3629;p148"/>
            <p:cNvSpPr/>
            <p:nvPr/>
          </p:nvSpPr>
          <p:spPr>
            <a:xfrm>
              <a:off x="5846063" y="5052060"/>
              <a:ext cx="470166" cy="32232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0" name="Google Shape;3630;p148"/>
            <p:cNvSpPr/>
            <p:nvPr/>
          </p:nvSpPr>
          <p:spPr>
            <a:xfrm>
              <a:off x="3159251" y="5052060"/>
              <a:ext cx="653046" cy="32232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1" name="Google Shape;3631;p148"/>
            <p:cNvSpPr/>
            <p:nvPr/>
          </p:nvSpPr>
          <p:spPr>
            <a:xfrm>
              <a:off x="5885687" y="4611623"/>
              <a:ext cx="354329" cy="18211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2" name="Google Shape;3632;p148"/>
            <p:cNvSpPr/>
            <p:nvPr/>
          </p:nvSpPr>
          <p:spPr>
            <a:xfrm>
              <a:off x="3211067" y="4622292"/>
              <a:ext cx="578357" cy="162306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3" name="Google Shape;3633;p148"/>
            <p:cNvSpPr/>
            <p:nvPr/>
          </p:nvSpPr>
          <p:spPr>
            <a:xfrm>
              <a:off x="5963411" y="3683508"/>
              <a:ext cx="397001" cy="18211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4" name="Google Shape;3634;p148"/>
            <p:cNvSpPr/>
            <p:nvPr/>
          </p:nvSpPr>
          <p:spPr>
            <a:xfrm>
              <a:off x="6124955" y="3857244"/>
              <a:ext cx="76200" cy="540385"/>
            </a:xfrm>
            <a:custGeom>
              <a:rect b="b" l="l" r="r" t="t"/>
              <a:pathLst>
                <a:path extrusionOk="0" h="540385" w="76200">
                  <a:moveTo>
                    <a:pt x="31750" y="464184"/>
                  </a:moveTo>
                  <a:lnTo>
                    <a:pt x="0" y="464184"/>
                  </a:lnTo>
                  <a:lnTo>
                    <a:pt x="38100" y="540384"/>
                  </a:lnTo>
                  <a:lnTo>
                    <a:pt x="69850" y="476884"/>
                  </a:lnTo>
                  <a:lnTo>
                    <a:pt x="31750" y="476884"/>
                  </a:lnTo>
                  <a:lnTo>
                    <a:pt x="31750" y="464184"/>
                  </a:lnTo>
                  <a:close/>
                </a:path>
                <a:path extrusionOk="0" h="540385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476884"/>
                  </a:lnTo>
                  <a:lnTo>
                    <a:pt x="44450" y="476884"/>
                  </a:lnTo>
                  <a:lnTo>
                    <a:pt x="44450" y="0"/>
                  </a:lnTo>
                  <a:close/>
                </a:path>
                <a:path extrusionOk="0" h="540385" w="76200">
                  <a:moveTo>
                    <a:pt x="76200" y="464184"/>
                  </a:moveTo>
                  <a:lnTo>
                    <a:pt x="44450" y="464184"/>
                  </a:lnTo>
                  <a:lnTo>
                    <a:pt x="44450" y="476884"/>
                  </a:lnTo>
                  <a:lnTo>
                    <a:pt x="69850" y="476884"/>
                  </a:lnTo>
                  <a:lnTo>
                    <a:pt x="76200" y="4641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5" name="Google Shape;3635;p148"/>
            <p:cNvSpPr/>
            <p:nvPr/>
          </p:nvSpPr>
          <p:spPr>
            <a:xfrm>
              <a:off x="4360163" y="3488423"/>
              <a:ext cx="753630" cy="46102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6" name="Google Shape;3636;p148"/>
            <p:cNvSpPr/>
            <p:nvPr/>
          </p:nvSpPr>
          <p:spPr>
            <a:xfrm>
              <a:off x="3241547" y="3683508"/>
              <a:ext cx="397001" cy="18211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7" name="Google Shape;3637;p148"/>
            <p:cNvSpPr/>
            <p:nvPr/>
          </p:nvSpPr>
          <p:spPr>
            <a:xfrm>
              <a:off x="3400043" y="3857244"/>
              <a:ext cx="76200" cy="540385"/>
            </a:xfrm>
            <a:custGeom>
              <a:rect b="b" l="l" r="r" t="t"/>
              <a:pathLst>
                <a:path extrusionOk="0" h="540385" w="76200">
                  <a:moveTo>
                    <a:pt x="31750" y="464184"/>
                  </a:moveTo>
                  <a:lnTo>
                    <a:pt x="0" y="464184"/>
                  </a:lnTo>
                  <a:lnTo>
                    <a:pt x="38100" y="540384"/>
                  </a:lnTo>
                  <a:lnTo>
                    <a:pt x="69850" y="476884"/>
                  </a:lnTo>
                  <a:lnTo>
                    <a:pt x="31750" y="476884"/>
                  </a:lnTo>
                  <a:lnTo>
                    <a:pt x="31750" y="464184"/>
                  </a:lnTo>
                  <a:close/>
                </a:path>
                <a:path extrusionOk="0" h="540385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476884"/>
                  </a:lnTo>
                  <a:lnTo>
                    <a:pt x="44450" y="476884"/>
                  </a:lnTo>
                  <a:lnTo>
                    <a:pt x="44450" y="0"/>
                  </a:lnTo>
                  <a:close/>
                </a:path>
                <a:path extrusionOk="0" h="540385" w="76200">
                  <a:moveTo>
                    <a:pt x="76200" y="464184"/>
                  </a:moveTo>
                  <a:lnTo>
                    <a:pt x="44450" y="464184"/>
                  </a:lnTo>
                  <a:lnTo>
                    <a:pt x="44450" y="476884"/>
                  </a:lnTo>
                  <a:lnTo>
                    <a:pt x="69850" y="476884"/>
                  </a:lnTo>
                  <a:lnTo>
                    <a:pt x="76200" y="4641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8" name="Google Shape;3638;p148"/>
            <p:cNvSpPr/>
            <p:nvPr/>
          </p:nvSpPr>
          <p:spPr>
            <a:xfrm>
              <a:off x="3525773" y="4194810"/>
              <a:ext cx="2537460" cy="300355"/>
            </a:xfrm>
            <a:custGeom>
              <a:rect b="b" l="l" r="r" t="t"/>
              <a:pathLst>
                <a:path extrusionOk="0" h="300354" w="2537460">
                  <a:moveTo>
                    <a:pt x="0" y="0"/>
                  </a:moveTo>
                  <a:lnTo>
                    <a:pt x="0" y="300227"/>
                  </a:lnTo>
                </a:path>
                <a:path extrusionOk="0" h="300354" w="2537460">
                  <a:moveTo>
                    <a:pt x="2537460" y="0"/>
                  </a:moveTo>
                  <a:lnTo>
                    <a:pt x="2537460" y="300227"/>
                  </a:lnTo>
                </a:path>
              </a:pathLst>
            </a:custGeom>
            <a:noFill/>
            <a:ln cap="flat" cmpd="sng" w="289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9" name="Google Shape;3639;p148"/>
            <p:cNvSpPr/>
            <p:nvPr/>
          </p:nvSpPr>
          <p:spPr>
            <a:xfrm>
              <a:off x="2518409" y="4366005"/>
              <a:ext cx="4648835" cy="127000"/>
            </a:xfrm>
            <a:custGeom>
              <a:rect b="b" l="l" r="r" t="t"/>
              <a:pathLst>
                <a:path extrusionOk="0" h="127000" w="4648834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84124" y="73406"/>
                  </a:lnTo>
                  <a:lnTo>
                    <a:pt x="76200" y="73406"/>
                  </a:lnTo>
                  <a:lnTo>
                    <a:pt x="76200" y="53594"/>
                  </a:lnTo>
                  <a:lnTo>
                    <a:pt x="84124" y="53594"/>
                  </a:lnTo>
                  <a:lnTo>
                    <a:pt x="127000" y="0"/>
                  </a:lnTo>
                  <a:close/>
                </a:path>
                <a:path extrusionOk="0" h="127000" w="4648834">
                  <a:moveTo>
                    <a:pt x="4521708" y="0"/>
                  </a:moveTo>
                  <a:lnTo>
                    <a:pt x="4572508" y="63500"/>
                  </a:lnTo>
                  <a:lnTo>
                    <a:pt x="4521708" y="127000"/>
                  </a:lnTo>
                  <a:lnTo>
                    <a:pt x="4628895" y="73406"/>
                  </a:lnTo>
                  <a:lnTo>
                    <a:pt x="4572635" y="73406"/>
                  </a:lnTo>
                  <a:lnTo>
                    <a:pt x="4572635" y="53594"/>
                  </a:lnTo>
                  <a:lnTo>
                    <a:pt x="4628895" y="53594"/>
                  </a:lnTo>
                  <a:lnTo>
                    <a:pt x="4521708" y="0"/>
                  </a:lnTo>
                  <a:close/>
                </a:path>
                <a:path extrusionOk="0" h="127000" w="4648834">
                  <a:moveTo>
                    <a:pt x="76200" y="63500"/>
                  </a:moveTo>
                  <a:lnTo>
                    <a:pt x="76200" y="73406"/>
                  </a:lnTo>
                  <a:lnTo>
                    <a:pt x="84124" y="73406"/>
                  </a:lnTo>
                  <a:lnTo>
                    <a:pt x="76200" y="63500"/>
                  </a:lnTo>
                  <a:close/>
                </a:path>
                <a:path extrusionOk="0" h="127000" w="4648834">
                  <a:moveTo>
                    <a:pt x="4564583" y="53594"/>
                  </a:moveTo>
                  <a:lnTo>
                    <a:pt x="84124" y="53594"/>
                  </a:lnTo>
                  <a:lnTo>
                    <a:pt x="76200" y="63500"/>
                  </a:lnTo>
                  <a:lnTo>
                    <a:pt x="84124" y="73406"/>
                  </a:lnTo>
                  <a:lnTo>
                    <a:pt x="4564583" y="73406"/>
                  </a:lnTo>
                  <a:lnTo>
                    <a:pt x="4572508" y="63500"/>
                  </a:lnTo>
                  <a:lnTo>
                    <a:pt x="4564583" y="53594"/>
                  </a:lnTo>
                  <a:close/>
                </a:path>
                <a:path extrusionOk="0" h="127000" w="4648834">
                  <a:moveTo>
                    <a:pt x="4628895" y="53594"/>
                  </a:moveTo>
                  <a:lnTo>
                    <a:pt x="4572635" y="53594"/>
                  </a:lnTo>
                  <a:lnTo>
                    <a:pt x="4572635" y="73406"/>
                  </a:lnTo>
                  <a:lnTo>
                    <a:pt x="4628895" y="73406"/>
                  </a:lnTo>
                  <a:lnTo>
                    <a:pt x="4648708" y="63500"/>
                  </a:lnTo>
                  <a:lnTo>
                    <a:pt x="4628895" y="53594"/>
                  </a:lnTo>
                  <a:close/>
                </a:path>
                <a:path extrusionOk="0" h="127000" w="4648834">
                  <a:moveTo>
                    <a:pt x="84124" y="53594"/>
                  </a:moveTo>
                  <a:lnTo>
                    <a:pt x="76200" y="53594"/>
                  </a:lnTo>
                  <a:lnTo>
                    <a:pt x="76200" y="63500"/>
                  </a:lnTo>
                  <a:lnTo>
                    <a:pt x="84124" y="5359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640" name="Google Shape;3640;p148"/>
          <p:cNvSpPr/>
          <p:nvPr/>
        </p:nvSpPr>
        <p:spPr>
          <a:xfrm>
            <a:off x="554736" y="1449324"/>
            <a:ext cx="2227326" cy="157734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4" name="Shape 3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p149"/>
          <p:cNvSpPr/>
          <p:nvPr/>
        </p:nvSpPr>
        <p:spPr>
          <a:xfrm>
            <a:off x="9337579" y="6524434"/>
            <a:ext cx="10588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46" name="Google Shape;3646;p14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47" name="Google Shape;3647;p14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48" name="Google Shape;3648;p149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49" name="Google Shape;3649;p149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650" name="Google Shape;3650;p149"/>
          <p:cNvGrpSpPr/>
          <p:nvPr/>
        </p:nvGrpSpPr>
        <p:grpSpPr>
          <a:xfrm>
            <a:off x="2034539" y="1880616"/>
            <a:ext cx="5615940" cy="3816350"/>
            <a:chOff x="2034539" y="1880616"/>
            <a:chExt cx="5615940" cy="3816350"/>
          </a:xfrm>
        </p:grpSpPr>
        <p:sp>
          <p:nvSpPr>
            <p:cNvPr id="3651" name="Google Shape;3651;p149"/>
            <p:cNvSpPr/>
            <p:nvPr/>
          </p:nvSpPr>
          <p:spPr>
            <a:xfrm>
              <a:off x="2034539" y="1880616"/>
              <a:ext cx="5615940" cy="3816350"/>
            </a:xfrm>
            <a:custGeom>
              <a:rect b="b" l="l" r="r" t="t"/>
              <a:pathLst>
                <a:path extrusionOk="0" h="3816350" w="5615940">
                  <a:moveTo>
                    <a:pt x="5615940" y="0"/>
                  </a:moveTo>
                  <a:lnTo>
                    <a:pt x="0" y="0"/>
                  </a:lnTo>
                  <a:lnTo>
                    <a:pt x="0" y="3816096"/>
                  </a:lnTo>
                  <a:lnTo>
                    <a:pt x="5615940" y="3816096"/>
                  </a:lnTo>
                  <a:lnTo>
                    <a:pt x="561594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2" name="Google Shape;3652;p149"/>
            <p:cNvSpPr/>
            <p:nvPr/>
          </p:nvSpPr>
          <p:spPr>
            <a:xfrm>
              <a:off x="3134868" y="4250435"/>
              <a:ext cx="3394075" cy="189230"/>
            </a:xfrm>
            <a:custGeom>
              <a:rect b="b" l="l" r="r" t="t"/>
              <a:pathLst>
                <a:path extrusionOk="0" h="189229" w="3394075">
                  <a:moveTo>
                    <a:pt x="394716" y="188976"/>
                  </a:moveTo>
                  <a:lnTo>
                    <a:pt x="387096" y="0"/>
                  </a:lnTo>
                  <a:lnTo>
                    <a:pt x="0" y="188976"/>
                  </a:lnTo>
                  <a:lnTo>
                    <a:pt x="394716" y="188976"/>
                  </a:lnTo>
                  <a:close/>
                </a:path>
                <a:path extrusionOk="0" h="189229" w="3394075">
                  <a:moveTo>
                    <a:pt x="3393948" y="188976"/>
                  </a:moveTo>
                  <a:lnTo>
                    <a:pt x="2939542" y="15240"/>
                  </a:lnTo>
                  <a:lnTo>
                    <a:pt x="2930652" y="188976"/>
                  </a:lnTo>
                  <a:lnTo>
                    <a:pt x="3393948" y="188976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3" name="Google Shape;3653;p149"/>
            <p:cNvSpPr/>
            <p:nvPr/>
          </p:nvSpPr>
          <p:spPr>
            <a:xfrm>
              <a:off x="2872739" y="2321052"/>
              <a:ext cx="3831336" cy="211378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4" name="Google Shape;3654;p149"/>
            <p:cNvSpPr/>
            <p:nvPr/>
          </p:nvSpPr>
          <p:spPr>
            <a:xfrm>
              <a:off x="5843016" y="4620767"/>
              <a:ext cx="439674" cy="182118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5" name="Google Shape;3655;p149"/>
            <p:cNvSpPr/>
            <p:nvPr/>
          </p:nvSpPr>
          <p:spPr>
            <a:xfrm>
              <a:off x="3148583" y="4625339"/>
              <a:ext cx="698754" cy="16840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6" name="Google Shape;3656;p149"/>
            <p:cNvSpPr/>
            <p:nvPr/>
          </p:nvSpPr>
          <p:spPr>
            <a:xfrm>
              <a:off x="6006083" y="3639311"/>
              <a:ext cx="310134" cy="18211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7" name="Google Shape;3657;p149"/>
            <p:cNvSpPr/>
            <p:nvPr/>
          </p:nvSpPr>
          <p:spPr>
            <a:xfrm>
              <a:off x="6124955" y="3877055"/>
              <a:ext cx="76200" cy="540385"/>
            </a:xfrm>
            <a:custGeom>
              <a:rect b="b" l="l" r="r" t="t"/>
              <a:pathLst>
                <a:path extrusionOk="0" h="540385" w="76200">
                  <a:moveTo>
                    <a:pt x="31750" y="464185"/>
                  </a:moveTo>
                  <a:lnTo>
                    <a:pt x="0" y="464185"/>
                  </a:lnTo>
                  <a:lnTo>
                    <a:pt x="38100" y="540385"/>
                  </a:lnTo>
                  <a:lnTo>
                    <a:pt x="69850" y="476885"/>
                  </a:lnTo>
                  <a:lnTo>
                    <a:pt x="31750" y="476885"/>
                  </a:lnTo>
                  <a:lnTo>
                    <a:pt x="31750" y="464185"/>
                  </a:lnTo>
                  <a:close/>
                </a:path>
                <a:path extrusionOk="0" h="540385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476885"/>
                  </a:lnTo>
                  <a:lnTo>
                    <a:pt x="44450" y="476885"/>
                  </a:lnTo>
                  <a:lnTo>
                    <a:pt x="44450" y="0"/>
                  </a:lnTo>
                  <a:close/>
                </a:path>
                <a:path extrusionOk="0" h="540385" w="76200">
                  <a:moveTo>
                    <a:pt x="76200" y="464185"/>
                  </a:moveTo>
                  <a:lnTo>
                    <a:pt x="44450" y="464185"/>
                  </a:lnTo>
                  <a:lnTo>
                    <a:pt x="44450" y="476885"/>
                  </a:lnTo>
                  <a:lnTo>
                    <a:pt x="69850" y="476885"/>
                  </a:lnTo>
                  <a:lnTo>
                    <a:pt x="76200" y="464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8" name="Google Shape;3658;p149"/>
            <p:cNvSpPr/>
            <p:nvPr/>
          </p:nvSpPr>
          <p:spPr>
            <a:xfrm>
              <a:off x="4363211" y="3496043"/>
              <a:ext cx="762774" cy="46559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9" name="Google Shape;3659;p149"/>
            <p:cNvSpPr/>
            <p:nvPr/>
          </p:nvSpPr>
          <p:spPr>
            <a:xfrm>
              <a:off x="3284219" y="3639311"/>
              <a:ext cx="310134" cy="18211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0" name="Google Shape;3660;p149"/>
            <p:cNvSpPr/>
            <p:nvPr/>
          </p:nvSpPr>
          <p:spPr>
            <a:xfrm>
              <a:off x="3400043" y="3877055"/>
              <a:ext cx="76200" cy="540385"/>
            </a:xfrm>
            <a:custGeom>
              <a:rect b="b" l="l" r="r" t="t"/>
              <a:pathLst>
                <a:path extrusionOk="0" h="540385" w="76200">
                  <a:moveTo>
                    <a:pt x="31750" y="464185"/>
                  </a:moveTo>
                  <a:lnTo>
                    <a:pt x="0" y="464185"/>
                  </a:lnTo>
                  <a:lnTo>
                    <a:pt x="38100" y="540385"/>
                  </a:lnTo>
                  <a:lnTo>
                    <a:pt x="69850" y="476885"/>
                  </a:lnTo>
                  <a:lnTo>
                    <a:pt x="31750" y="476885"/>
                  </a:lnTo>
                  <a:lnTo>
                    <a:pt x="31750" y="464185"/>
                  </a:lnTo>
                  <a:close/>
                </a:path>
                <a:path extrusionOk="0" h="540385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476885"/>
                  </a:lnTo>
                  <a:lnTo>
                    <a:pt x="44450" y="476885"/>
                  </a:lnTo>
                  <a:lnTo>
                    <a:pt x="44450" y="0"/>
                  </a:lnTo>
                  <a:close/>
                </a:path>
                <a:path extrusionOk="0" h="540385" w="76200">
                  <a:moveTo>
                    <a:pt x="76200" y="464185"/>
                  </a:moveTo>
                  <a:lnTo>
                    <a:pt x="44450" y="464185"/>
                  </a:lnTo>
                  <a:lnTo>
                    <a:pt x="44450" y="476885"/>
                  </a:lnTo>
                  <a:lnTo>
                    <a:pt x="69850" y="476885"/>
                  </a:lnTo>
                  <a:lnTo>
                    <a:pt x="76200" y="464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1" name="Google Shape;3661;p149"/>
            <p:cNvSpPr/>
            <p:nvPr/>
          </p:nvSpPr>
          <p:spPr>
            <a:xfrm>
              <a:off x="4738116" y="4620767"/>
              <a:ext cx="78486" cy="18211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2" name="Google Shape;3662;p149"/>
            <p:cNvSpPr/>
            <p:nvPr/>
          </p:nvSpPr>
          <p:spPr>
            <a:xfrm>
              <a:off x="3525773" y="4202430"/>
              <a:ext cx="2537460" cy="300355"/>
            </a:xfrm>
            <a:custGeom>
              <a:rect b="b" l="l" r="r" t="t"/>
              <a:pathLst>
                <a:path extrusionOk="0" h="300354" w="2537460">
                  <a:moveTo>
                    <a:pt x="0" y="0"/>
                  </a:moveTo>
                  <a:lnTo>
                    <a:pt x="0" y="300228"/>
                  </a:lnTo>
                </a:path>
                <a:path extrusionOk="0" h="300354" w="2537460">
                  <a:moveTo>
                    <a:pt x="2537460" y="0"/>
                  </a:moveTo>
                  <a:lnTo>
                    <a:pt x="2537460" y="300228"/>
                  </a:lnTo>
                </a:path>
              </a:pathLst>
            </a:custGeom>
            <a:noFill/>
            <a:ln cap="flat" cmpd="sng" w="289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3" name="Google Shape;3663;p149"/>
            <p:cNvSpPr/>
            <p:nvPr/>
          </p:nvSpPr>
          <p:spPr>
            <a:xfrm>
              <a:off x="2518409" y="4375150"/>
              <a:ext cx="4648835" cy="127000"/>
            </a:xfrm>
            <a:custGeom>
              <a:rect b="b" l="l" r="r" t="t"/>
              <a:pathLst>
                <a:path extrusionOk="0" h="127000" w="4648834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84124" y="73406"/>
                  </a:lnTo>
                  <a:lnTo>
                    <a:pt x="76200" y="73406"/>
                  </a:lnTo>
                  <a:lnTo>
                    <a:pt x="76200" y="53593"/>
                  </a:lnTo>
                  <a:lnTo>
                    <a:pt x="84124" y="53593"/>
                  </a:lnTo>
                  <a:lnTo>
                    <a:pt x="127000" y="0"/>
                  </a:lnTo>
                  <a:close/>
                </a:path>
                <a:path extrusionOk="0" h="127000" w="4648834">
                  <a:moveTo>
                    <a:pt x="4521708" y="0"/>
                  </a:moveTo>
                  <a:lnTo>
                    <a:pt x="4572508" y="63500"/>
                  </a:lnTo>
                  <a:lnTo>
                    <a:pt x="4521708" y="127000"/>
                  </a:lnTo>
                  <a:lnTo>
                    <a:pt x="4628895" y="73406"/>
                  </a:lnTo>
                  <a:lnTo>
                    <a:pt x="4572635" y="73406"/>
                  </a:lnTo>
                  <a:lnTo>
                    <a:pt x="4572635" y="53593"/>
                  </a:lnTo>
                  <a:lnTo>
                    <a:pt x="4628895" y="53593"/>
                  </a:lnTo>
                  <a:lnTo>
                    <a:pt x="4521708" y="0"/>
                  </a:lnTo>
                  <a:close/>
                </a:path>
                <a:path extrusionOk="0" h="127000" w="4648834">
                  <a:moveTo>
                    <a:pt x="76200" y="63500"/>
                  </a:moveTo>
                  <a:lnTo>
                    <a:pt x="76200" y="73406"/>
                  </a:lnTo>
                  <a:lnTo>
                    <a:pt x="84124" y="73406"/>
                  </a:lnTo>
                  <a:lnTo>
                    <a:pt x="76200" y="63500"/>
                  </a:lnTo>
                  <a:close/>
                </a:path>
                <a:path extrusionOk="0" h="127000" w="4648834">
                  <a:moveTo>
                    <a:pt x="4564583" y="53593"/>
                  </a:moveTo>
                  <a:lnTo>
                    <a:pt x="84124" y="53593"/>
                  </a:lnTo>
                  <a:lnTo>
                    <a:pt x="76200" y="63500"/>
                  </a:lnTo>
                  <a:lnTo>
                    <a:pt x="84124" y="73406"/>
                  </a:lnTo>
                  <a:lnTo>
                    <a:pt x="4564583" y="73406"/>
                  </a:lnTo>
                  <a:lnTo>
                    <a:pt x="4572508" y="63500"/>
                  </a:lnTo>
                  <a:lnTo>
                    <a:pt x="4564583" y="53593"/>
                  </a:lnTo>
                  <a:close/>
                </a:path>
                <a:path extrusionOk="0" h="127000" w="4648834">
                  <a:moveTo>
                    <a:pt x="4628895" y="53593"/>
                  </a:moveTo>
                  <a:lnTo>
                    <a:pt x="4572635" y="53593"/>
                  </a:lnTo>
                  <a:lnTo>
                    <a:pt x="4572635" y="73406"/>
                  </a:lnTo>
                  <a:lnTo>
                    <a:pt x="4628895" y="73406"/>
                  </a:lnTo>
                  <a:lnTo>
                    <a:pt x="4648708" y="63500"/>
                  </a:lnTo>
                  <a:lnTo>
                    <a:pt x="4628895" y="53593"/>
                  </a:lnTo>
                  <a:close/>
                </a:path>
                <a:path extrusionOk="0" h="127000" w="4648834">
                  <a:moveTo>
                    <a:pt x="84124" y="53593"/>
                  </a:moveTo>
                  <a:lnTo>
                    <a:pt x="76200" y="53593"/>
                  </a:lnTo>
                  <a:lnTo>
                    <a:pt x="76200" y="63500"/>
                  </a:lnTo>
                  <a:lnTo>
                    <a:pt x="84124" y="53593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4" name="Google Shape;3664;p149"/>
            <p:cNvSpPr/>
            <p:nvPr/>
          </p:nvSpPr>
          <p:spPr>
            <a:xfrm>
              <a:off x="4713477" y="2010918"/>
              <a:ext cx="127000" cy="2423795"/>
            </a:xfrm>
            <a:custGeom>
              <a:rect b="b" l="l" r="r" t="t"/>
              <a:pathLst>
                <a:path extrusionOk="0" h="2423795" w="127000">
                  <a:moveTo>
                    <a:pt x="63500" y="76200"/>
                  </a:moveTo>
                  <a:lnTo>
                    <a:pt x="53594" y="84124"/>
                  </a:lnTo>
                  <a:lnTo>
                    <a:pt x="53594" y="2423414"/>
                  </a:lnTo>
                  <a:lnTo>
                    <a:pt x="73406" y="2423414"/>
                  </a:lnTo>
                  <a:lnTo>
                    <a:pt x="73406" y="84124"/>
                  </a:lnTo>
                  <a:lnTo>
                    <a:pt x="63500" y="76200"/>
                  </a:lnTo>
                  <a:close/>
                </a:path>
                <a:path extrusionOk="0" h="2423795" w="127000">
                  <a:moveTo>
                    <a:pt x="63500" y="0"/>
                  </a:moveTo>
                  <a:lnTo>
                    <a:pt x="0" y="127000"/>
                  </a:lnTo>
                  <a:lnTo>
                    <a:pt x="53593" y="84124"/>
                  </a:lnTo>
                  <a:lnTo>
                    <a:pt x="53594" y="76200"/>
                  </a:lnTo>
                  <a:lnTo>
                    <a:pt x="101600" y="76200"/>
                  </a:lnTo>
                  <a:lnTo>
                    <a:pt x="63500" y="0"/>
                  </a:lnTo>
                  <a:close/>
                </a:path>
                <a:path extrusionOk="0" h="2423795" w="127000">
                  <a:moveTo>
                    <a:pt x="101600" y="76200"/>
                  </a:moveTo>
                  <a:lnTo>
                    <a:pt x="73406" y="76200"/>
                  </a:lnTo>
                  <a:lnTo>
                    <a:pt x="73406" y="84124"/>
                  </a:lnTo>
                  <a:lnTo>
                    <a:pt x="127000" y="127000"/>
                  </a:lnTo>
                  <a:lnTo>
                    <a:pt x="101600" y="76200"/>
                  </a:lnTo>
                  <a:close/>
                </a:path>
                <a:path extrusionOk="0" h="2423795" w="127000">
                  <a:moveTo>
                    <a:pt x="63500" y="76200"/>
                  </a:moveTo>
                  <a:lnTo>
                    <a:pt x="53594" y="76200"/>
                  </a:lnTo>
                  <a:lnTo>
                    <a:pt x="53594" y="84124"/>
                  </a:lnTo>
                  <a:lnTo>
                    <a:pt x="63500" y="76200"/>
                  </a:lnTo>
                  <a:close/>
                </a:path>
                <a:path extrusionOk="0" h="2423795" w="127000">
                  <a:moveTo>
                    <a:pt x="73406" y="76200"/>
                  </a:moveTo>
                  <a:lnTo>
                    <a:pt x="63500" y="76200"/>
                  </a:lnTo>
                  <a:lnTo>
                    <a:pt x="73406" y="84124"/>
                  </a:lnTo>
                  <a:lnTo>
                    <a:pt x="73406" y="76200"/>
                  </a:lnTo>
                  <a:close/>
                </a:path>
              </a:pathLst>
            </a:custGeom>
            <a:solidFill>
              <a:srgbClr val="000000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5" name="Google Shape;3665;p149"/>
            <p:cNvSpPr/>
            <p:nvPr/>
          </p:nvSpPr>
          <p:spPr>
            <a:xfrm>
              <a:off x="5846063" y="5061204"/>
              <a:ext cx="470166" cy="322325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6" name="Google Shape;3666;p149"/>
            <p:cNvSpPr/>
            <p:nvPr/>
          </p:nvSpPr>
          <p:spPr>
            <a:xfrm>
              <a:off x="3159251" y="5061204"/>
              <a:ext cx="653046" cy="322325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667" name="Google Shape;3667;p149"/>
          <p:cNvSpPr/>
          <p:nvPr/>
        </p:nvSpPr>
        <p:spPr>
          <a:xfrm>
            <a:off x="554736" y="1449324"/>
            <a:ext cx="2228850" cy="157734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1" name="Shape 3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2" name="Google Shape;3672;p150"/>
          <p:cNvSpPr/>
          <p:nvPr/>
        </p:nvSpPr>
        <p:spPr>
          <a:xfrm>
            <a:off x="9331604" y="6524434"/>
            <a:ext cx="11338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73" name="Google Shape;3673;p15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74" name="Google Shape;3674;p15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75" name="Google Shape;3675;p150"/>
          <p:cNvSpPr txBox="1"/>
          <p:nvPr>
            <p:ph type="title"/>
          </p:nvPr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3.3. Estimation Theory</a:t>
            </a:r>
            <a:endParaRPr/>
          </a:p>
        </p:txBody>
      </p:sp>
      <p:sp>
        <p:nvSpPr>
          <p:cNvPr id="3676" name="Google Shape;3676;p150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77" name="Google Shape;3677;p150"/>
          <p:cNvSpPr/>
          <p:nvPr/>
        </p:nvSpPr>
        <p:spPr>
          <a:xfrm>
            <a:off x="682751" y="1804416"/>
            <a:ext cx="2087118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78" name="Google Shape;3678;p150"/>
          <p:cNvSpPr/>
          <p:nvPr/>
        </p:nvSpPr>
        <p:spPr>
          <a:xfrm>
            <a:off x="682751" y="3534155"/>
            <a:ext cx="4632198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79" name="Google Shape;3679;p150"/>
          <p:cNvSpPr/>
          <p:nvPr/>
        </p:nvSpPr>
        <p:spPr>
          <a:xfrm>
            <a:off x="1110996" y="2063495"/>
            <a:ext cx="7680959" cy="1213485"/>
          </a:xfrm>
          <a:custGeom>
            <a:rect b="b" l="l" r="r" t="t"/>
            <a:pathLst>
              <a:path extrusionOk="0" h="1213485" w="7680959">
                <a:moveTo>
                  <a:pt x="7680959" y="0"/>
                </a:moveTo>
                <a:lnTo>
                  <a:pt x="0" y="0"/>
                </a:lnTo>
                <a:lnTo>
                  <a:pt x="0" y="1213103"/>
                </a:lnTo>
                <a:lnTo>
                  <a:pt x="7680959" y="1213103"/>
                </a:lnTo>
                <a:lnTo>
                  <a:pt x="7680959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80" name="Google Shape;3680;p150"/>
          <p:cNvSpPr txBox="1"/>
          <p:nvPr/>
        </p:nvSpPr>
        <p:spPr>
          <a:xfrm>
            <a:off x="3919728" y="2496058"/>
            <a:ext cx="8572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1" name="Google Shape;3681;p150"/>
          <p:cNvSpPr/>
          <p:nvPr/>
        </p:nvSpPr>
        <p:spPr>
          <a:xfrm>
            <a:off x="4226433" y="2440813"/>
            <a:ext cx="194055" cy="14223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82" name="Google Shape;3682;p150"/>
          <p:cNvSpPr txBox="1"/>
          <p:nvPr/>
        </p:nvSpPr>
        <p:spPr>
          <a:xfrm>
            <a:off x="2331973" y="2265933"/>
            <a:ext cx="212471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83DAF"/>
                </a:solidFill>
                <a:latin typeface="Verdana"/>
                <a:ea typeface="Verdana"/>
                <a:cs typeface="Verdana"/>
                <a:sym typeface="Verdana"/>
              </a:rPr>
              <a:t>Lower bound: </a:t>
            </a:r>
            <a:r>
              <a:rPr lang="en-US" sz="16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30000" lang="en-US" sz="24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− 𝑧</a:t>
            </a:r>
            <a:r>
              <a:rPr baseline="-25000" lang="en-US" sz="1725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1−</a:t>
            </a:r>
            <a:r>
              <a:rPr baseline="30000" lang="en-US" sz="1725" u="sng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30000" lang="en-US" sz="1425" u="sng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𝛼</a:t>
            </a:r>
            <a:r>
              <a:rPr baseline="30000" lang="en-US" sz="1425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30000" lang="en-US" sz="1725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24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1725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3" name="Google Shape;3683;p150"/>
          <p:cNvSpPr/>
          <p:nvPr/>
        </p:nvSpPr>
        <p:spPr>
          <a:xfrm>
            <a:off x="7040244" y="2508376"/>
            <a:ext cx="86995" cy="9525"/>
          </a:xfrm>
          <a:custGeom>
            <a:rect b="b" l="l" r="r" t="t"/>
            <a:pathLst>
              <a:path extrusionOk="0" h="9525" w="86995">
                <a:moveTo>
                  <a:pt x="86868" y="0"/>
                </a:moveTo>
                <a:lnTo>
                  <a:pt x="0" y="0"/>
                </a:lnTo>
                <a:lnTo>
                  <a:pt x="0" y="9144"/>
                </a:lnTo>
                <a:lnTo>
                  <a:pt x="86868" y="9144"/>
                </a:lnTo>
                <a:lnTo>
                  <a:pt x="8686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84" name="Google Shape;3684;p150"/>
          <p:cNvSpPr txBox="1"/>
          <p:nvPr/>
        </p:nvSpPr>
        <p:spPr>
          <a:xfrm>
            <a:off x="7047230" y="2496058"/>
            <a:ext cx="8572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5" name="Google Shape;3685;p150"/>
          <p:cNvSpPr/>
          <p:nvPr/>
        </p:nvSpPr>
        <p:spPr>
          <a:xfrm>
            <a:off x="7353681" y="2440813"/>
            <a:ext cx="194055" cy="14223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86" name="Google Shape;3686;p150"/>
          <p:cNvSpPr txBox="1"/>
          <p:nvPr/>
        </p:nvSpPr>
        <p:spPr>
          <a:xfrm>
            <a:off x="5465826" y="2265933"/>
            <a:ext cx="21183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Upper bound: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30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𝑧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1−</a:t>
            </a:r>
            <a:r>
              <a:rPr baseline="30000" lang="en-US" sz="14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𝛼 </a:t>
            </a:r>
            <a:r>
              <a:rPr baseline="30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7" name="Google Shape;3687;p150"/>
          <p:cNvSpPr txBox="1"/>
          <p:nvPr/>
        </p:nvSpPr>
        <p:spPr>
          <a:xfrm>
            <a:off x="3375659" y="2740279"/>
            <a:ext cx="723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3DAF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88" name="Google Shape;3688;p150"/>
          <p:cNvSpPr txBox="1"/>
          <p:nvPr/>
        </p:nvSpPr>
        <p:spPr>
          <a:xfrm>
            <a:off x="4152900" y="2740279"/>
            <a:ext cx="18897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Confidence Interval </a:t>
            </a:r>
            <a:r>
              <a:rPr lang="en-US" sz="1600"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689" name="Google Shape;3689;p150"/>
          <p:cNvSpPr txBox="1"/>
          <p:nvPr/>
        </p:nvSpPr>
        <p:spPr>
          <a:xfrm>
            <a:off x="6783578" y="2740279"/>
            <a:ext cx="723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]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90" name="Google Shape;3690;p150"/>
          <p:cNvSpPr/>
          <p:nvPr/>
        </p:nvSpPr>
        <p:spPr>
          <a:xfrm>
            <a:off x="1110996" y="3797808"/>
            <a:ext cx="7680959" cy="1213485"/>
          </a:xfrm>
          <a:custGeom>
            <a:rect b="b" l="l" r="r" t="t"/>
            <a:pathLst>
              <a:path extrusionOk="0" h="1213485" w="7680959">
                <a:moveTo>
                  <a:pt x="7680959" y="0"/>
                </a:moveTo>
                <a:lnTo>
                  <a:pt x="0" y="0"/>
                </a:lnTo>
                <a:lnTo>
                  <a:pt x="0" y="1213103"/>
                </a:lnTo>
                <a:lnTo>
                  <a:pt x="7680959" y="1213103"/>
                </a:lnTo>
                <a:lnTo>
                  <a:pt x="7680959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91" name="Google Shape;3691;p150"/>
          <p:cNvSpPr txBox="1"/>
          <p:nvPr/>
        </p:nvSpPr>
        <p:spPr>
          <a:xfrm>
            <a:off x="3947159" y="4231385"/>
            <a:ext cx="8572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2" name="Google Shape;3692;p150"/>
          <p:cNvSpPr/>
          <p:nvPr/>
        </p:nvSpPr>
        <p:spPr>
          <a:xfrm>
            <a:off x="4224909" y="4175505"/>
            <a:ext cx="194055" cy="14223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93" name="Google Shape;3693;p150"/>
          <p:cNvSpPr txBox="1"/>
          <p:nvPr/>
        </p:nvSpPr>
        <p:spPr>
          <a:xfrm>
            <a:off x="2376170" y="4001261"/>
            <a:ext cx="20789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83DAF"/>
                </a:solidFill>
                <a:latin typeface="Verdana"/>
                <a:ea typeface="Verdana"/>
                <a:cs typeface="Verdana"/>
                <a:sym typeface="Verdana"/>
              </a:rPr>
              <a:t>Lower bound: </a:t>
            </a:r>
            <a:r>
              <a:rPr lang="en-US" sz="16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30000" lang="en-US" sz="24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− 𝑡</a:t>
            </a:r>
            <a:r>
              <a:rPr baseline="-25000" lang="en-US" sz="1725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1−</a:t>
            </a:r>
            <a:r>
              <a:rPr baseline="30000" lang="en-US" sz="1725" u="sng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30000" lang="en-US" sz="1425" u="sng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𝛼</a:t>
            </a:r>
            <a:r>
              <a:rPr baseline="30000" lang="en-US" sz="1425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30000" lang="en-US" sz="1725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𝑠</a:t>
            </a:r>
            <a:r>
              <a:rPr baseline="-25000" lang="en-US" sz="24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1725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4" name="Google Shape;3694;p150"/>
          <p:cNvSpPr/>
          <p:nvPr/>
        </p:nvSpPr>
        <p:spPr>
          <a:xfrm>
            <a:off x="7021956" y="4243070"/>
            <a:ext cx="86995" cy="9525"/>
          </a:xfrm>
          <a:custGeom>
            <a:rect b="b" l="l" r="r" t="t"/>
            <a:pathLst>
              <a:path extrusionOk="0" h="9525" w="86995">
                <a:moveTo>
                  <a:pt x="86868" y="0"/>
                </a:moveTo>
                <a:lnTo>
                  <a:pt x="0" y="0"/>
                </a:lnTo>
                <a:lnTo>
                  <a:pt x="0" y="9143"/>
                </a:lnTo>
                <a:lnTo>
                  <a:pt x="86868" y="9143"/>
                </a:lnTo>
                <a:lnTo>
                  <a:pt x="8686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95" name="Google Shape;3695;p150"/>
          <p:cNvSpPr txBox="1"/>
          <p:nvPr/>
        </p:nvSpPr>
        <p:spPr>
          <a:xfrm>
            <a:off x="7028942" y="4231385"/>
            <a:ext cx="8572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6" name="Google Shape;3696;p150"/>
          <p:cNvSpPr/>
          <p:nvPr/>
        </p:nvSpPr>
        <p:spPr>
          <a:xfrm>
            <a:off x="7307960" y="4175505"/>
            <a:ext cx="194056" cy="14223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97" name="Google Shape;3697;p150"/>
          <p:cNvSpPr txBox="1"/>
          <p:nvPr/>
        </p:nvSpPr>
        <p:spPr>
          <a:xfrm>
            <a:off x="5465826" y="4001261"/>
            <a:ext cx="207263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Upper bound: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30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𝑡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1−</a:t>
            </a:r>
            <a:r>
              <a:rPr baseline="30000" lang="en-US" sz="14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𝛼 </a:t>
            </a:r>
            <a:r>
              <a:rPr baseline="30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𝑠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8" name="Google Shape;3698;p150"/>
          <p:cNvSpPr txBox="1"/>
          <p:nvPr/>
        </p:nvSpPr>
        <p:spPr>
          <a:xfrm>
            <a:off x="3375659" y="4475226"/>
            <a:ext cx="723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3DAF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99" name="Google Shape;3699;p150"/>
          <p:cNvSpPr txBox="1"/>
          <p:nvPr/>
        </p:nvSpPr>
        <p:spPr>
          <a:xfrm>
            <a:off x="4152900" y="4475226"/>
            <a:ext cx="18897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Confidence Interval </a:t>
            </a:r>
            <a:r>
              <a:rPr lang="en-US" sz="1600"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00" name="Google Shape;3700;p150"/>
          <p:cNvSpPr txBox="1"/>
          <p:nvPr/>
        </p:nvSpPr>
        <p:spPr>
          <a:xfrm>
            <a:off x="6783578" y="4475226"/>
            <a:ext cx="723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]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01" name="Google Shape;3701;p150"/>
          <p:cNvSpPr/>
          <p:nvPr/>
        </p:nvSpPr>
        <p:spPr>
          <a:xfrm>
            <a:off x="554736" y="1449324"/>
            <a:ext cx="1893570" cy="157734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5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p151"/>
          <p:cNvSpPr/>
          <p:nvPr/>
        </p:nvSpPr>
        <p:spPr>
          <a:xfrm>
            <a:off x="9359084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07" name="Google Shape;3707;p15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08" name="Google Shape;3708;p15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09" name="Google Shape;3709;p151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10" name="Google Shape;3710;p15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711" name="Google Shape;3711;p151"/>
          <p:cNvGrpSpPr/>
          <p:nvPr/>
        </p:nvGrpSpPr>
        <p:grpSpPr>
          <a:xfrm>
            <a:off x="675132" y="2587751"/>
            <a:ext cx="8496300" cy="1728470"/>
            <a:chOff x="675132" y="2587751"/>
            <a:chExt cx="8496300" cy="1728470"/>
          </a:xfrm>
        </p:grpSpPr>
        <p:sp>
          <p:nvSpPr>
            <p:cNvPr id="3712" name="Google Shape;3712;p151"/>
            <p:cNvSpPr/>
            <p:nvPr/>
          </p:nvSpPr>
          <p:spPr>
            <a:xfrm>
              <a:off x="675132" y="2587751"/>
              <a:ext cx="8496300" cy="1728470"/>
            </a:xfrm>
            <a:custGeom>
              <a:rect b="b" l="l" r="r" t="t"/>
              <a:pathLst>
                <a:path extrusionOk="0" h="1728470" w="8496300">
                  <a:moveTo>
                    <a:pt x="8496300" y="0"/>
                  </a:moveTo>
                  <a:lnTo>
                    <a:pt x="0" y="0"/>
                  </a:lnTo>
                  <a:lnTo>
                    <a:pt x="0" y="1728216"/>
                  </a:lnTo>
                  <a:lnTo>
                    <a:pt x="8496300" y="1728216"/>
                  </a:lnTo>
                  <a:lnTo>
                    <a:pt x="8496300" y="0"/>
                  </a:lnTo>
                  <a:close/>
                </a:path>
              </a:pathLst>
            </a:custGeom>
            <a:solidFill>
              <a:srgbClr val="FAE4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3" name="Google Shape;3713;p151"/>
            <p:cNvSpPr/>
            <p:nvPr/>
          </p:nvSpPr>
          <p:spPr>
            <a:xfrm>
              <a:off x="675132" y="2587751"/>
              <a:ext cx="8496300" cy="1728470"/>
            </a:xfrm>
            <a:custGeom>
              <a:rect b="b" l="l" r="r" t="t"/>
              <a:pathLst>
                <a:path extrusionOk="0" h="1728470" w="8496300">
                  <a:moveTo>
                    <a:pt x="0" y="1728216"/>
                  </a:moveTo>
                  <a:lnTo>
                    <a:pt x="8496300" y="1728216"/>
                  </a:lnTo>
                  <a:lnTo>
                    <a:pt x="8496300" y="0"/>
                  </a:lnTo>
                  <a:lnTo>
                    <a:pt x="0" y="0"/>
                  </a:lnTo>
                  <a:lnTo>
                    <a:pt x="0" y="1728216"/>
                  </a:lnTo>
                  <a:close/>
                </a:path>
              </a:pathLst>
            </a:custGeom>
            <a:noFill/>
            <a:ln cap="flat" cmpd="sng" w="12175">
              <a:solidFill>
                <a:srgbClr val="EC7C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4" name="Google Shape;3714;p151"/>
            <p:cNvSpPr/>
            <p:nvPr/>
          </p:nvSpPr>
          <p:spPr>
            <a:xfrm>
              <a:off x="4390644" y="3041878"/>
              <a:ext cx="1066038" cy="22786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5" name="Google Shape;3715;p151"/>
            <p:cNvSpPr/>
            <p:nvPr/>
          </p:nvSpPr>
          <p:spPr>
            <a:xfrm>
              <a:off x="2778252" y="3651503"/>
              <a:ext cx="4298442" cy="19888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716" name="Google Shape;3716;p151"/>
          <p:cNvSpPr/>
          <p:nvPr/>
        </p:nvSpPr>
        <p:spPr>
          <a:xfrm>
            <a:off x="554736" y="1449324"/>
            <a:ext cx="1893570" cy="1577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0" name="Shape 3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1" name="Google Shape;3721;p152"/>
          <p:cNvSpPr/>
          <p:nvPr/>
        </p:nvSpPr>
        <p:spPr>
          <a:xfrm>
            <a:off x="9334658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22" name="Google Shape;3722;p15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23" name="Google Shape;3723;p15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24" name="Google Shape;3724;p152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25" name="Google Shape;3725;p15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26" name="Google Shape;3726;p152"/>
          <p:cNvSpPr/>
          <p:nvPr/>
        </p:nvSpPr>
        <p:spPr>
          <a:xfrm>
            <a:off x="554736" y="1449324"/>
            <a:ext cx="1893570" cy="15773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727" name="Google Shape;3727;p152"/>
          <p:cNvGrpSpPr/>
          <p:nvPr/>
        </p:nvGrpSpPr>
        <p:grpSpPr>
          <a:xfrm>
            <a:off x="675132" y="2587751"/>
            <a:ext cx="8496300" cy="1728470"/>
            <a:chOff x="675132" y="2587751"/>
            <a:chExt cx="8496300" cy="1728470"/>
          </a:xfrm>
        </p:grpSpPr>
        <p:sp>
          <p:nvSpPr>
            <p:cNvPr id="3728" name="Google Shape;3728;p152"/>
            <p:cNvSpPr/>
            <p:nvPr/>
          </p:nvSpPr>
          <p:spPr>
            <a:xfrm>
              <a:off x="675132" y="2587751"/>
              <a:ext cx="8496300" cy="1728470"/>
            </a:xfrm>
            <a:custGeom>
              <a:rect b="b" l="l" r="r" t="t"/>
              <a:pathLst>
                <a:path extrusionOk="0" h="1728470" w="8496300">
                  <a:moveTo>
                    <a:pt x="8496300" y="0"/>
                  </a:moveTo>
                  <a:lnTo>
                    <a:pt x="0" y="0"/>
                  </a:lnTo>
                  <a:lnTo>
                    <a:pt x="0" y="1728216"/>
                  </a:lnTo>
                  <a:lnTo>
                    <a:pt x="8496300" y="1728216"/>
                  </a:lnTo>
                  <a:lnTo>
                    <a:pt x="8496300" y="0"/>
                  </a:lnTo>
                  <a:close/>
                </a:path>
              </a:pathLst>
            </a:custGeom>
            <a:solidFill>
              <a:srgbClr val="DEEB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9" name="Google Shape;3729;p152"/>
            <p:cNvSpPr/>
            <p:nvPr/>
          </p:nvSpPr>
          <p:spPr>
            <a:xfrm>
              <a:off x="675132" y="2587751"/>
              <a:ext cx="8496300" cy="1728470"/>
            </a:xfrm>
            <a:custGeom>
              <a:rect b="b" l="l" r="r" t="t"/>
              <a:pathLst>
                <a:path extrusionOk="0" h="1728470" w="8496300">
                  <a:moveTo>
                    <a:pt x="0" y="1728216"/>
                  </a:moveTo>
                  <a:lnTo>
                    <a:pt x="8496300" y="1728216"/>
                  </a:lnTo>
                  <a:lnTo>
                    <a:pt x="8496300" y="0"/>
                  </a:lnTo>
                  <a:lnTo>
                    <a:pt x="0" y="0"/>
                  </a:lnTo>
                  <a:lnTo>
                    <a:pt x="0" y="1728216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0" name="Google Shape;3730;p152"/>
            <p:cNvSpPr/>
            <p:nvPr/>
          </p:nvSpPr>
          <p:spPr>
            <a:xfrm>
              <a:off x="4462271" y="3014472"/>
              <a:ext cx="918210" cy="21107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1" name="Google Shape;3731;p152"/>
            <p:cNvSpPr/>
            <p:nvPr/>
          </p:nvSpPr>
          <p:spPr>
            <a:xfrm>
              <a:off x="2180844" y="3483863"/>
              <a:ext cx="5485637" cy="47777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5" name="Shape 3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6" name="Google Shape;3736;p153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37" name="Google Shape;3737;p15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38" name="Google Shape;3738;p15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39" name="Google Shape;3739;p153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40" name="Google Shape;3740;p15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41" name="Google Shape;3741;p153"/>
          <p:cNvSpPr/>
          <p:nvPr/>
        </p:nvSpPr>
        <p:spPr>
          <a:xfrm>
            <a:off x="554736" y="1449324"/>
            <a:ext cx="1893570" cy="15773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742" name="Google Shape;3742;p153"/>
          <p:cNvGrpSpPr/>
          <p:nvPr/>
        </p:nvGrpSpPr>
        <p:grpSpPr>
          <a:xfrm>
            <a:off x="1926335" y="1880616"/>
            <a:ext cx="6049010" cy="2052955"/>
            <a:chOff x="1926335" y="1880616"/>
            <a:chExt cx="6049010" cy="2052955"/>
          </a:xfrm>
        </p:grpSpPr>
        <p:sp>
          <p:nvSpPr>
            <p:cNvPr id="3743" name="Google Shape;3743;p153"/>
            <p:cNvSpPr/>
            <p:nvPr/>
          </p:nvSpPr>
          <p:spPr>
            <a:xfrm>
              <a:off x="1926335" y="1880616"/>
              <a:ext cx="6049010" cy="2052955"/>
            </a:xfrm>
            <a:custGeom>
              <a:rect b="b" l="l" r="r" t="t"/>
              <a:pathLst>
                <a:path extrusionOk="0" h="2052954" w="6049009">
                  <a:moveTo>
                    <a:pt x="6048756" y="0"/>
                  </a:moveTo>
                  <a:lnTo>
                    <a:pt x="0" y="0"/>
                  </a:lnTo>
                  <a:lnTo>
                    <a:pt x="0" y="2052827"/>
                  </a:lnTo>
                  <a:lnTo>
                    <a:pt x="6048756" y="2052827"/>
                  </a:lnTo>
                  <a:lnTo>
                    <a:pt x="604875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4" name="Google Shape;3744;p153"/>
            <p:cNvSpPr/>
            <p:nvPr/>
          </p:nvSpPr>
          <p:spPr>
            <a:xfrm>
              <a:off x="3192779" y="2189988"/>
              <a:ext cx="3515105" cy="144856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8" name="Shape 3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9" name="Google Shape;3749;p154"/>
          <p:cNvSpPr/>
          <p:nvPr/>
        </p:nvSpPr>
        <p:spPr>
          <a:xfrm>
            <a:off x="9337639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50" name="Google Shape;3750;p15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51" name="Google Shape;3751;p15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52" name="Google Shape;3752;p154"/>
          <p:cNvSpPr txBox="1"/>
          <p:nvPr>
            <p:ph type="title"/>
          </p:nvPr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3.3. Estimation Theory</a:t>
            </a:r>
            <a:endParaRPr/>
          </a:p>
        </p:txBody>
      </p:sp>
      <p:sp>
        <p:nvSpPr>
          <p:cNvPr id="3753" name="Google Shape;3753;p154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54" name="Google Shape;3754;p154"/>
          <p:cNvSpPr/>
          <p:nvPr/>
        </p:nvSpPr>
        <p:spPr>
          <a:xfrm>
            <a:off x="682751" y="1805939"/>
            <a:ext cx="3970782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755" name="Google Shape;3755;p154"/>
          <p:cNvGrpSpPr/>
          <p:nvPr/>
        </p:nvGrpSpPr>
        <p:grpSpPr>
          <a:xfrm>
            <a:off x="3294888" y="2103120"/>
            <a:ext cx="3313429" cy="744220"/>
            <a:chOff x="3294888" y="2103120"/>
            <a:chExt cx="3313429" cy="744220"/>
          </a:xfrm>
        </p:grpSpPr>
        <p:sp>
          <p:nvSpPr>
            <p:cNvPr id="3756" name="Google Shape;3756;p154"/>
            <p:cNvSpPr/>
            <p:nvPr/>
          </p:nvSpPr>
          <p:spPr>
            <a:xfrm>
              <a:off x="3294888" y="2103120"/>
              <a:ext cx="3313429" cy="744220"/>
            </a:xfrm>
            <a:custGeom>
              <a:rect b="b" l="l" r="r" t="t"/>
              <a:pathLst>
                <a:path extrusionOk="0" h="744219" w="3313429">
                  <a:moveTo>
                    <a:pt x="3313175" y="0"/>
                  </a:moveTo>
                  <a:lnTo>
                    <a:pt x="0" y="0"/>
                  </a:lnTo>
                  <a:lnTo>
                    <a:pt x="0" y="743712"/>
                  </a:lnTo>
                  <a:lnTo>
                    <a:pt x="3313175" y="743712"/>
                  </a:lnTo>
                  <a:lnTo>
                    <a:pt x="331317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7" name="Google Shape;3757;p154"/>
            <p:cNvSpPr/>
            <p:nvPr/>
          </p:nvSpPr>
          <p:spPr>
            <a:xfrm>
              <a:off x="4222115" y="2584450"/>
              <a:ext cx="86995" cy="9525"/>
            </a:xfrm>
            <a:custGeom>
              <a:rect b="b" l="l" r="r" t="t"/>
              <a:pathLst>
                <a:path extrusionOk="0" h="9525" w="86995">
                  <a:moveTo>
                    <a:pt x="86867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86867" y="9144"/>
                  </a:lnTo>
                  <a:lnTo>
                    <a:pt x="86867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758" name="Google Shape;3758;p154"/>
          <p:cNvSpPr txBox="1"/>
          <p:nvPr/>
        </p:nvSpPr>
        <p:spPr>
          <a:xfrm>
            <a:off x="4002278" y="2471674"/>
            <a:ext cx="33718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1−</a:t>
            </a:r>
            <a:r>
              <a:rPr baseline="-25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4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9" name="Google Shape;3759;p154"/>
          <p:cNvSpPr txBox="1"/>
          <p:nvPr/>
        </p:nvSpPr>
        <p:spPr>
          <a:xfrm>
            <a:off x="3529838" y="2342133"/>
            <a:ext cx="101663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±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𝑧	</a:t>
            </a:r>
            <a:r>
              <a:rPr baseline="30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𝛼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60" name="Google Shape;3760;p154"/>
          <p:cNvGrpSpPr/>
          <p:nvPr/>
        </p:nvGrpSpPr>
        <p:grpSpPr>
          <a:xfrm>
            <a:off x="4551298" y="2493010"/>
            <a:ext cx="196850" cy="192023"/>
            <a:chOff x="4551298" y="2493010"/>
            <a:chExt cx="196850" cy="192023"/>
          </a:xfrm>
        </p:grpSpPr>
        <p:sp>
          <p:nvSpPr>
            <p:cNvPr id="3761" name="Google Shape;3761;p154"/>
            <p:cNvSpPr/>
            <p:nvPr/>
          </p:nvSpPr>
          <p:spPr>
            <a:xfrm>
              <a:off x="4551298" y="2493010"/>
              <a:ext cx="196850" cy="13970"/>
            </a:xfrm>
            <a:custGeom>
              <a:rect b="b" l="l" r="r" t="t"/>
              <a:pathLst>
                <a:path extrusionOk="0" h="13969" w="196850">
                  <a:moveTo>
                    <a:pt x="196596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196596" y="13715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2" name="Google Shape;3762;p154"/>
            <p:cNvSpPr/>
            <p:nvPr/>
          </p:nvSpPr>
          <p:spPr>
            <a:xfrm>
              <a:off x="4553838" y="2542794"/>
              <a:ext cx="194056" cy="14223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763" name="Google Shape;3763;p154"/>
          <p:cNvSpPr txBox="1"/>
          <p:nvPr/>
        </p:nvSpPr>
        <p:spPr>
          <a:xfrm>
            <a:off x="4599178" y="2234539"/>
            <a:ext cx="159385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50165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4" name="Google Shape;3764;p154"/>
          <p:cNvSpPr/>
          <p:nvPr/>
        </p:nvSpPr>
        <p:spPr>
          <a:xfrm>
            <a:off x="5820790" y="2584450"/>
            <a:ext cx="86995" cy="9525"/>
          </a:xfrm>
          <a:custGeom>
            <a:rect b="b" l="l" r="r" t="t"/>
            <a:pathLst>
              <a:path extrusionOk="0" h="9525" w="86995">
                <a:moveTo>
                  <a:pt x="86867" y="0"/>
                </a:moveTo>
                <a:lnTo>
                  <a:pt x="0" y="0"/>
                </a:lnTo>
                <a:lnTo>
                  <a:pt x="0" y="9144"/>
                </a:lnTo>
                <a:lnTo>
                  <a:pt x="86867" y="9144"/>
                </a:lnTo>
                <a:lnTo>
                  <a:pt x="86867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65" name="Google Shape;3765;p154"/>
          <p:cNvSpPr txBox="1"/>
          <p:nvPr/>
        </p:nvSpPr>
        <p:spPr>
          <a:xfrm>
            <a:off x="5601208" y="2471674"/>
            <a:ext cx="33718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1−</a:t>
            </a:r>
            <a:r>
              <a:rPr baseline="-25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4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6" name="Google Shape;3766;p154"/>
          <p:cNvSpPr txBox="1"/>
          <p:nvPr/>
        </p:nvSpPr>
        <p:spPr>
          <a:xfrm>
            <a:off x="4883150" y="2342133"/>
            <a:ext cx="126174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or  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𝑋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ത </a:t>
            </a:r>
            <a:r>
              <a:rPr lang="en-US" sz="16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±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𝑡	</a:t>
            </a:r>
            <a:r>
              <a:rPr baseline="30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𝛼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67" name="Google Shape;3767;p154"/>
          <p:cNvGrpSpPr/>
          <p:nvPr/>
        </p:nvGrpSpPr>
        <p:grpSpPr>
          <a:xfrm>
            <a:off x="6151498" y="2493010"/>
            <a:ext cx="196850" cy="192023"/>
            <a:chOff x="6151498" y="2493010"/>
            <a:chExt cx="196850" cy="192023"/>
          </a:xfrm>
        </p:grpSpPr>
        <p:sp>
          <p:nvSpPr>
            <p:cNvPr id="3768" name="Google Shape;3768;p154"/>
            <p:cNvSpPr/>
            <p:nvPr/>
          </p:nvSpPr>
          <p:spPr>
            <a:xfrm>
              <a:off x="6151498" y="2493010"/>
              <a:ext cx="196850" cy="13970"/>
            </a:xfrm>
            <a:custGeom>
              <a:rect b="b" l="l" r="r" t="t"/>
              <a:pathLst>
                <a:path extrusionOk="0" h="13969" w="196850">
                  <a:moveTo>
                    <a:pt x="196596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196596" y="13715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9" name="Google Shape;3769;p154"/>
            <p:cNvSpPr/>
            <p:nvPr/>
          </p:nvSpPr>
          <p:spPr>
            <a:xfrm>
              <a:off x="6154038" y="2542794"/>
              <a:ext cx="194056" cy="14223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770" name="Google Shape;3770;p154"/>
          <p:cNvSpPr txBox="1"/>
          <p:nvPr/>
        </p:nvSpPr>
        <p:spPr>
          <a:xfrm>
            <a:off x="6213347" y="2234539"/>
            <a:ext cx="145415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𝑠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36195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1" name="Google Shape;3771;p154"/>
          <p:cNvSpPr/>
          <p:nvPr/>
        </p:nvSpPr>
        <p:spPr>
          <a:xfrm>
            <a:off x="682751" y="3110471"/>
            <a:ext cx="4970526" cy="76277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72" name="Google Shape;3772;p154"/>
          <p:cNvSpPr/>
          <p:nvPr/>
        </p:nvSpPr>
        <p:spPr>
          <a:xfrm>
            <a:off x="554736" y="1449324"/>
            <a:ext cx="5218938" cy="18973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773" name="Google Shape;3773;p154"/>
          <p:cNvGrpSpPr/>
          <p:nvPr/>
        </p:nvGrpSpPr>
        <p:grpSpPr>
          <a:xfrm>
            <a:off x="3294888" y="4041647"/>
            <a:ext cx="3313429" cy="744220"/>
            <a:chOff x="3294888" y="4041647"/>
            <a:chExt cx="3313429" cy="744220"/>
          </a:xfrm>
        </p:grpSpPr>
        <p:sp>
          <p:nvSpPr>
            <p:cNvPr id="3774" name="Google Shape;3774;p154"/>
            <p:cNvSpPr/>
            <p:nvPr/>
          </p:nvSpPr>
          <p:spPr>
            <a:xfrm>
              <a:off x="3294888" y="4041647"/>
              <a:ext cx="3313429" cy="744220"/>
            </a:xfrm>
            <a:custGeom>
              <a:rect b="b" l="l" r="r" t="t"/>
              <a:pathLst>
                <a:path extrusionOk="0" h="744220" w="3313429">
                  <a:moveTo>
                    <a:pt x="3313175" y="0"/>
                  </a:moveTo>
                  <a:lnTo>
                    <a:pt x="0" y="0"/>
                  </a:lnTo>
                  <a:lnTo>
                    <a:pt x="0" y="743712"/>
                  </a:lnTo>
                  <a:lnTo>
                    <a:pt x="3313175" y="743712"/>
                  </a:lnTo>
                  <a:lnTo>
                    <a:pt x="331317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5" name="Google Shape;3775;p154"/>
            <p:cNvSpPr/>
            <p:nvPr/>
          </p:nvSpPr>
          <p:spPr>
            <a:xfrm>
              <a:off x="3707003" y="4553076"/>
              <a:ext cx="86995" cy="9525"/>
            </a:xfrm>
            <a:custGeom>
              <a:rect b="b" l="l" r="r" t="t"/>
              <a:pathLst>
                <a:path extrusionOk="0" h="9525" w="86995">
                  <a:moveTo>
                    <a:pt x="86867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86867" y="9143"/>
                  </a:lnTo>
                  <a:lnTo>
                    <a:pt x="86867" y="0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776" name="Google Shape;3776;p154"/>
          <p:cNvSpPr txBox="1"/>
          <p:nvPr/>
        </p:nvSpPr>
        <p:spPr>
          <a:xfrm>
            <a:off x="3487165" y="4440377"/>
            <a:ext cx="34607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1−</a:t>
            </a:r>
            <a:r>
              <a:rPr baseline="30000" lang="en-US" sz="14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𝛼</a:t>
            </a:r>
            <a:endParaRPr baseline="30000" sz="14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7" name="Google Shape;3777;p154"/>
          <p:cNvSpPr txBox="1"/>
          <p:nvPr/>
        </p:nvSpPr>
        <p:spPr>
          <a:xfrm>
            <a:off x="3713734" y="4541647"/>
            <a:ext cx="8572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8" name="Google Shape;3778;p154"/>
          <p:cNvSpPr/>
          <p:nvPr/>
        </p:nvSpPr>
        <p:spPr>
          <a:xfrm>
            <a:off x="4036186" y="4461636"/>
            <a:ext cx="196850" cy="13970"/>
          </a:xfrm>
          <a:custGeom>
            <a:rect b="b" l="l" r="r" t="t"/>
            <a:pathLst>
              <a:path extrusionOk="0" h="13970" w="196850">
                <a:moveTo>
                  <a:pt x="196596" y="0"/>
                </a:moveTo>
                <a:lnTo>
                  <a:pt x="0" y="0"/>
                </a:lnTo>
                <a:lnTo>
                  <a:pt x="0" y="13716"/>
                </a:lnTo>
                <a:lnTo>
                  <a:pt x="196596" y="13716"/>
                </a:lnTo>
                <a:lnTo>
                  <a:pt x="196596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79" name="Google Shape;3779;p154"/>
          <p:cNvSpPr txBox="1"/>
          <p:nvPr/>
        </p:nvSpPr>
        <p:spPr>
          <a:xfrm>
            <a:off x="4084065" y="4247133"/>
            <a:ext cx="10922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0" name="Google Shape;3780;p154"/>
          <p:cNvSpPr/>
          <p:nvPr/>
        </p:nvSpPr>
        <p:spPr>
          <a:xfrm>
            <a:off x="4038727" y="4511547"/>
            <a:ext cx="194056" cy="14223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81" name="Google Shape;3781;p154"/>
          <p:cNvSpPr txBox="1"/>
          <p:nvPr/>
        </p:nvSpPr>
        <p:spPr>
          <a:xfrm>
            <a:off x="4134358" y="4467809"/>
            <a:ext cx="10922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2" name="Google Shape;3782;p154"/>
          <p:cNvSpPr txBox="1"/>
          <p:nvPr/>
        </p:nvSpPr>
        <p:spPr>
          <a:xfrm>
            <a:off x="3419602" y="4310837"/>
            <a:ext cx="161417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𝑧	×	= 𝑊	</a:t>
            </a:r>
            <a:r>
              <a:rPr lang="en-US" sz="16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83" name="Google Shape;3783;p154"/>
          <p:cNvSpPr txBox="1"/>
          <p:nvPr/>
        </p:nvSpPr>
        <p:spPr>
          <a:xfrm>
            <a:off x="5180076" y="4310837"/>
            <a:ext cx="3524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𝒏 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4" name="Google Shape;3784;p154"/>
          <p:cNvSpPr/>
          <p:nvPr/>
        </p:nvSpPr>
        <p:spPr>
          <a:xfrm>
            <a:off x="5597906" y="4301489"/>
            <a:ext cx="765175" cy="332740"/>
          </a:xfrm>
          <a:custGeom>
            <a:rect b="b" l="l" r="r" t="t"/>
            <a:pathLst>
              <a:path extrusionOk="0" h="332739" w="765175">
                <a:moveTo>
                  <a:pt x="47117" y="0"/>
                </a:moveTo>
                <a:lnTo>
                  <a:pt x="0" y="0"/>
                </a:lnTo>
                <a:lnTo>
                  <a:pt x="0" y="8890"/>
                </a:lnTo>
                <a:lnTo>
                  <a:pt x="0" y="323850"/>
                </a:lnTo>
                <a:lnTo>
                  <a:pt x="0" y="332740"/>
                </a:lnTo>
                <a:lnTo>
                  <a:pt x="47117" y="332740"/>
                </a:lnTo>
                <a:lnTo>
                  <a:pt x="47117" y="323850"/>
                </a:lnTo>
                <a:lnTo>
                  <a:pt x="18288" y="323850"/>
                </a:lnTo>
                <a:lnTo>
                  <a:pt x="18288" y="8890"/>
                </a:lnTo>
                <a:lnTo>
                  <a:pt x="47117" y="8890"/>
                </a:lnTo>
                <a:lnTo>
                  <a:pt x="47117" y="0"/>
                </a:lnTo>
                <a:close/>
              </a:path>
              <a:path extrusionOk="0" h="332739" w="765175">
                <a:moveTo>
                  <a:pt x="713600" y="160147"/>
                </a:moveTo>
                <a:lnTo>
                  <a:pt x="52197" y="160147"/>
                </a:lnTo>
                <a:lnTo>
                  <a:pt x="52197" y="173863"/>
                </a:lnTo>
                <a:lnTo>
                  <a:pt x="713600" y="173863"/>
                </a:lnTo>
                <a:lnTo>
                  <a:pt x="713600" y="160147"/>
                </a:lnTo>
                <a:close/>
              </a:path>
              <a:path extrusionOk="0" h="332739" w="765175">
                <a:moveTo>
                  <a:pt x="765175" y="0"/>
                </a:moveTo>
                <a:lnTo>
                  <a:pt x="718058" y="0"/>
                </a:lnTo>
                <a:lnTo>
                  <a:pt x="718058" y="8890"/>
                </a:lnTo>
                <a:lnTo>
                  <a:pt x="746887" y="8890"/>
                </a:lnTo>
                <a:lnTo>
                  <a:pt x="746887" y="323850"/>
                </a:lnTo>
                <a:lnTo>
                  <a:pt x="718058" y="323850"/>
                </a:lnTo>
                <a:lnTo>
                  <a:pt x="718058" y="332740"/>
                </a:lnTo>
                <a:lnTo>
                  <a:pt x="765175" y="332740"/>
                </a:lnTo>
                <a:lnTo>
                  <a:pt x="765175" y="323850"/>
                </a:lnTo>
                <a:lnTo>
                  <a:pt x="765175" y="8890"/>
                </a:lnTo>
                <a:lnTo>
                  <a:pt x="765175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85" name="Google Shape;3785;p154"/>
          <p:cNvSpPr txBox="1"/>
          <p:nvPr/>
        </p:nvSpPr>
        <p:spPr>
          <a:xfrm>
            <a:off x="5625591" y="4234389"/>
            <a:ext cx="888365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𝒛</a:t>
            </a:r>
            <a:r>
              <a:rPr lang="en-US" sz="9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𝟏−𝜶/𝟐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×𝝈 𝟐</a:t>
            </a:r>
            <a:endParaRPr baseline="30000" sz="1725">
              <a:latin typeface="Arial"/>
              <a:ea typeface="Arial"/>
              <a:cs typeface="Arial"/>
              <a:sym typeface="Arial"/>
            </a:endParaRPr>
          </a:p>
          <a:p>
            <a:pPr indent="0" lvl="0" marL="282575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𝑾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9" name="Shape 3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" name="Google Shape;3790;p155"/>
          <p:cNvSpPr/>
          <p:nvPr/>
        </p:nvSpPr>
        <p:spPr>
          <a:xfrm>
            <a:off x="9331482" y="6524434"/>
            <a:ext cx="110459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91" name="Google Shape;3791;p15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92" name="Google Shape;3792;p15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93" name="Google Shape;3793;p155"/>
          <p:cNvSpPr/>
          <p:nvPr/>
        </p:nvSpPr>
        <p:spPr>
          <a:xfrm>
            <a:off x="557783" y="1591043"/>
            <a:ext cx="3022854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94" name="Google Shape;3794;p155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795" name="Google Shape;3795;p155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3796" name="Google Shape;3796;p155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7" name="Google Shape;3797;p155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8" name="Google Shape;3798;p155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9" name="Google Shape;3799;p155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0" name="Google Shape;3800;p155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01" name="Google Shape;3801;p155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02" name="Google Shape;3802;p155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6" name="Shape 3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7" name="Google Shape;3807;p156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08" name="Google Shape;3808;p15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09" name="Google Shape;3809;p15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10" name="Google Shape;3810;p156"/>
          <p:cNvSpPr/>
          <p:nvPr/>
        </p:nvSpPr>
        <p:spPr>
          <a:xfrm>
            <a:off x="557783" y="1591043"/>
            <a:ext cx="3013710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11" name="Google Shape;3811;p156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812" name="Google Shape;3812;p156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3813" name="Google Shape;3813;p156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4" name="Google Shape;3814;p156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5" name="Google Shape;3815;p156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6" name="Google Shape;3816;p156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7" name="Google Shape;3817;p156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18" name="Google Shape;3818;p156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19" name="Google Shape;3819;p156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3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4" name="Google Shape;3824;p157"/>
          <p:cNvSpPr/>
          <p:nvPr/>
        </p:nvSpPr>
        <p:spPr>
          <a:xfrm>
            <a:off x="9342278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25" name="Google Shape;3825;p15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26" name="Google Shape;3826;p15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27" name="Google Shape;3827;p157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28" name="Google Shape;3828;p15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29" name="Google Shape;3829;p157"/>
          <p:cNvSpPr/>
          <p:nvPr/>
        </p:nvSpPr>
        <p:spPr>
          <a:xfrm>
            <a:off x="452627" y="1440154"/>
            <a:ext cx="4927854" cy="23700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30" name="Google Shape;3830;p157"/>
          <p:cNvSpPr/>
          <p:nvPr/>
        </p:nvSpPr>
        <p:spPr>
          <a:xfrm>
            <a:off x="682751" y="2325611"/>
            <a:ext cx="3960114" cy="7597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31" name="Google Shape;3831;p157"/>
          <p:cNvSpPr/>
          <p:nvPr/>
        </p:nvSpPr>
        <p:spPr>
          <a:xfrm>
            <a:off x="554736" y="1923288"/>
            <a:ext cx="2213610" cy="1577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5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58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37" name="Google Shape;3837;p15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38" name="Google Shape;3838;p15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39" name="Google Shape;3839;p158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40" name="Google Shape;3840;p15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41" name="Google Shape;3841;p158"/>
          <p:cNvSpPr/>
          <p:nvPr/>
        </p:nvSpPr>
        <p:spPr>
          <a:xfrm>
            <a:off x="682751" y="1804416"/>
            <a:ext cx="5313426" cy="186308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42" name="Google Shape;3842;p158"/>
          <p:cNvSpPr/>
          <p:nvPr/>
        </p:nvSpPr>
        <p:spPr>
          <a:xfrm>
            <a:off x="554736" y="1449324"/>
            <a:ext cx="2213610" cy="15773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6" name="Shape 3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7" name="Google Shape;3847;p159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48" name="Google Shape;3848;p15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49" name="Google Shape;3849;p15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50" name="Google Shape;3850;p159"/>
          <p:cNvSpPr txBox="1"/>
          <p:nvPr>
            <p:ph type="title"/>
          </p:nvPr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3.3. Estimation Theory</a:t>
            </a:r>
            <a:endParaRPr/>
          </a:p>
        </p:txBody>
      </p:sp>
      <p:sp>
        <p:nvSpPr>
          <p:cNvPr id="3851" name="Google Shape;3851;p159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52" name="Google Shape;3852;p159"/>
          <p:cNvSpPr/>
          <p:nvPr/>
        </p:nvSpPr>
        <p:spPr>
          <a:xfrm>
            <a:off x="682751" y="1804416"/>
            <a:ext cx="2087118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853" name="Google Shape;3853;p159"/>
          <p:cNvGrpSpPr/>
          <p:nvPr/>
        </p:nvGrpSpPr>
        <p:grpSpPr>
          <a:xfrm>
            <a:off x="1999488" y="2063495"/>
            <a:ext cx="5904230" cy="1213485"/>
            <a:chOff x="1999488" y="2063495"/>
            <a:chExt cx="5904230" cy="1213485"/>
          </a:xfrm>
        </p:grpSpPr>
        <p:sp>
          <p:nvSpPr>
            <p:cNvPr id="3854" name="Google Shape;3854;p159"/>
            <p:cNvSpPr/>
            <p:nvPr/>
          </p:nvSpPr>
          <p:spPr>
            <a:xfrm>
              <a:off x="1999488" y="2063495"/>
              <a:ext cx="5904230" cy="1213485"/>
            </a:xfrm>
            <a:custGeom>
              <a:rect b="b" l="l" r="r" t="t"/>
              <a:pathLst>
                <a:path extrusionOk="0" h="1213485" w="5904230">
                  <a:moveTo>
                    <a:pt x="5903975" y="0"/>
                  </a:moveTo>
                  <a:lnTo>
                    <a:pt x="0" y="0"/>
                  </a:lnTo>
                  <a:lnTo>
                    <a:pt x="0" y="1213103"/>
                  </a:lnTo>
                  <a:lnTo>
                    <a:pt x="5903975" y="1213103"/>
                  </a:lnTo>
                  <a:lnTo>
                    <a:pt x="590397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5" name="Google Shape;3855;p159"/>
            <p:cNvSpPr/>
            <p:nvPr/>
          </p:nvSpPr>
          <p:spPr>
            <a:xfrm>
              <a:off x="3111373" y="2399918"/>
              <a:ext cx="1305560" cy="245110"/>
            </a:xfrm>
            <a:custGeom>
              <a:rect b="b" l="l" r="r" t="t"/>
              <a:pathLst>
                <a:path extrusionOk="0" h="245110" w="1305560">
                  <a:moveTo>
                    <a:pt x="66802" y="8128"/>
                  </a:moveTo>
                  <a:lnTo>
                    <a:pt x="64262" y="0"/>
                  </a:lnTo>
                  <a:lnTo>
                    <a:pt x="49707" y="5702"/>
                  </a:lnTo>
                  <a:lnTo>
                    <a:pt x="36918" y="14605"/>
                  </a:lnTo>
                  <a:lnTo>
                    <a:pt x="9372" y="59905"/>
                  </a:lnTo>
                  <a:lnTo>
                    <a:pt x="1041" y="100050"/>
                  </a:lnTo>
                  <a:lnTo>
                    <a:pt x="0" y="122555"/>
                  </a:lnTo>
                  <a:lnTo>
                    <a:pt x="1041" y="144894"/>
                  </a:lnTo>
                  <a:lnTo>
                    <a:pt x="9372" y="185089"/>
                  </a:lnTo>
                  <a:lnTo>
                    <a:pt x="36918" y="230314"/>
                  </a:lnTo>
                  <a:lnTo>
                    <a:pt x="64262" y="244856"/>
                  </a:lnTo>
                  <a:lnTo>
                    <a:pt x="66802" y="236728"/>
                  </a:lnTo>
                  <a:lnTo>
                    <a:pt x="55524" y="230924"/>
                  </a:lnTo>
                  <a:lnTo>
                    <a:pt x="45732" y="222440"/>
                  </a:lnTo>
                  <a:lnTo>
                    <a:pt x="25120" y="181521"/>
                  </a:lnTo>
                  <a:lnTo>
                    <a:pt x="18161" y="122428"/>
                  </a:lnTo>
                  <a:lnTo>
                    <a:pt x="18935" y="101079"/>
                  </a:lnTo>
                  <a:lnTo>
                    <a:pt x="30480" y="47498"/>
                  </a:lnTo>
                  <a:lnTo>
                    <a:pt x="55524" y="14020"/>
                  </a:lnTo>
                  <a:lnTo>
                    <a:pt x="66802" y="8128"/>
                  </a:lnTo>
                  <a:close/>
                </a:path>
                <a:path extrusionOk="0" h="245110" w="1305560">
                  <a:moveTo>
                    <a:pt x="792848" y="137668"/>
                  </a:moveTo>
                  <a:lnTo>
                    <a:pt x="705993" y="137668"/>
                  </a:lnTo>
                  <a:lnTo>
                    <a:pt x="705993" y="146812"/>
                  </a:lnTo>
                  <a:lnTo>
                    <a:pt x="792848" y="146812"/>
                  </a:lnTo>
                  <a:lnTo>
                    <a:pt x="792848" y="137668"/>
                  </a:lnTo>
                  <a:close/>
                </a:path>
                <a:path extrusionOk="0" h="245110" w="1305560">
                  <a:moveTo>
                    <a:pt x="1305052" y="122428"/>
                  </a:moveTo>
                  <a:lnTo>
                    <a:pt x="1300861" y="79209"/>
                  </a:lnTo>
                  <a:lnTo>
                    <a:pt x="1288288" y="42164"/>
                  </a:lnTo>
                  <a:lnTo>
                    <a:pt x="1255331" y="5702"/>
                  </a:lnTo>
                  <a:lnTo>
                    <a:pt x="1240790" y="0"/>
                  </a:lnTo>
                  <a:lnTo>
                    <a:pt x="1238250" y="8128"/>
                  </a:lnTo>
                  <a:lnTo>
                    <a:pt x="1249514" y="14020"/>
                  </a:lnTo>
                  <a:lnTo>
                    <a:pt x="1259306" y="22529"/>
                  </a:lnTo>
                  <a:lnTo>
                    <a:pt x="1279918" y="63550"/>
                  </a:lnTo>
                  <a:lnTo>
                    <a:pt x="1286891" y="122555"/>
                  </a:lnTo>
                  <a:lnTo>
                    <a:pt x="1286103" y="144043"/>
                  </a:lnTo>
                  <a:lnTo>
                    <a:pt x="1274572" y="197485"/>
                  </a:lnTo>
                  <a:lnTo>
                    <a:pt x="1249514" y="230924"/>
                  </a:lnTo>
                  <a:lnTo>
                    <a:pt x="1238250" y="236728"/>
                  </a:lnTo>
                  <a:lnTo>
                    <a:pt x="1240790" y="244856"/>
                  </a:lnTo>
                  <a:lnTo>
                    <a:pt x="1279093" y="218186"/>
                  </a:lnTo>
                  <a:lnTo>
                    <a:pt x="1300861" y="165773"/>
                  </a:lnTo>
                  <a:lnTo>
                    <a:pt x="1303997" y="144894"/>
                  </a:lnTo>
                  <a:lnTo>
                    <a:pt x="1305052" y="122428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56" name="Google Shape;3856;p159"/>
          <p:cNvSpPr txBox="1"/>
          <p:nvPr/>
        </p:nvSpPr>
        <p:spPr>
          <a:xfrm>
            <a:off x="3823970" y="2525090"/>
            <a:ext cx="8572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7" name="Google Shape;3857;p159"/>
          <p:cNvSpPr txBox="1"/>
          <p:nvPr/>
        </p:nvSpPr>
        <p:spPr>
          <a:xfrm>
            <a:off x="2643377" y="2295270"/>
            <a:ext cx="17272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𝑡𝑎𝑛ℎ 𝑧 − 𝑧</a:t>
            </a:r>
            <a:r>
              <a:rPr baseline="-25000" lang="en-US" sz="1725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1−</a:t>
            </a:r>
            <a:r>
              <a:rPr baseline="30000" lang="en-US" sz="1425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𝛼 </a:t>
            </a:r>
            <a:r>
              <a:rPr lang="en-US" sz="1600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× 𝜎</a:t>
            </a:r>
            <a:r>
              <a:rPr baseline="-25000" lang="en-US" sz="1725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𝑧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8" name="Google Shape;3858;p159"/>
          <p:cNvSpPr/>
          <p:nvPr/>
        </p:nvSpPr>
        <p:spPr>
          <a:xfrm>
            <a:off x="5949061" y="2393822"/>
            <a:ext cx="1305560" cy="245110"/>
          </a:xfrm>
          <a:custGeom>
            <a:rect b="b" l="l" r="r" t="t"/>
            <a:pathLst>
              <a:path extrusionOk="0" h="245110" w="1305559">
                <a:moveTo>
                  <a:pt x="66802" y="8128"/>
                </a:moveTo>
                <a:lnTo>
                  <a:pt x="64262" y="0"/>
                </a:lnTo>
                <a:lnTo>
                  <a:pt x="49707" y="5702"/>
                </a:lnTo>
                <a:lnTo>
                  <a:pt x="36918" y="14605"/>
                </a:lnTo>
                <a:lnTo>
                  <a:pt x="9372" y="59905"/>
                </a:lnTo>
                <a:lnTo>
                  <a:pt x="1041" y="100050"/>
                </a:lnTo>
                <a:lnTo>
                  <a:pt x="0" y="122555"/>
                </a:lnTo>
                <a:lnTo>
                  <a:pt x="1041" y="144894"/>
                </a:lnTo>
                <a:lnTo>
                  <a:pt x="9372" y="185089"/>
                </a:lnTo>
                <a:lnTo>
                  <a:pt x="36918" y="230314"/>
                </a:lnTo>
                <a:lnTo>
                  <a:pt x="64262" y="244856"/>
                </a:lnTo>
                <a:lnTo>
                  <a:pt x="66802" y="236728"/>
                </a:lnTo>
                <a:lnTo>
                  <a:pt x="55524" y="230924"/>
                </a:lnTo>
                <a:lnTo>
                  <a:pt x="45732" y="222440"/>
                </a:lnTo>
                <a:lnTo>
                  <a:pt x="25069" y="181521"/>
                </a:lnTo>
                <a:lnTo>
                  <a:pt x="18161" y="122428"/>
                </a:lnTo>
                <a:lnTo>
                  <a:pt x="18923" y="101079"/>
                </a:lnTo>
                <a:lnTo>
                  <a:pt x="30480" y="47498"/>
                </a:lnTo>
                <a:lnTo>
                  <a:pt x="55524" y="14020"/>
                </a:lnTo>
                <a:lnTo>
                  <a:pt x="66802" y="8128"/>
                </a:lnTo>
                <a:close/>
              </a:path>
              <a:path extrusionOk="0" h="245110" w="1305559">
                <a:moveTo>
                  <a:pt x="792861" y="143764"/>
                </a:moveTo>
                <a:lnTo>
                  <a:pt x="705993" y="143764"/>
                </a:lnTo>
                <a:lnTo>
                  <a:pt x="705993" y="152908"/>
                </a:lnTo>
                <a:lnTo>
                  <a:pt x="792861" y="152908"/>
                </a:lnTo>
                <a:lnTo>
                  <a:pt x="792861" y="143764"/>
                </a:lnTo>
                <a:close/>
              </a:path>
              <a:path extrusionOk="0" h="245110" w="1305559">
                <a:moveTo>
                  <a:pt x="1305052" y="122428"/>
                </a:moveTo>
                <a:lnTo>
                  <a:pt x="1300861" y="79209"/>
                </a:lnTo>
                <a:lnTo>
                  <a:pt x="1288288" y="42164"/>
                </a:lnTo>
                <a:lnTo>
                  <a:pt x="1255331" y="5702"/>
                </a:lnTo>
                <a:lnTo>
                  <a:pt x="1240790" y="0"/>
                </a:lnTo>
                <a:lnTo>
                  <a:pt x="1238250" y="8128"/>
                </a:lnTo>
                <a:lnTo>
                  <a:pt x="1249514" y="14020"/>
                </a:lnTo>
                <a:lnTo>
                  <a:pt x="1259306" y="22529"/>
                </a:lnTo>
                <a:lnTo>
                  <a:pt x="1279918" y="63550"/>
                </a:lnTo>
                <a:lnTo>
                  <a:pt x="1286891" y="122555"/>
                </a:lnTo>
                <a:lnTo>
                  <a:pt x="1286103" y="144043"/>
                </a:lnTo>
                <a:lnTo>
                  <a:pt x="1274572" y="197485"/>
                </a:lnTo>
                <a:lnTo>
                  <a:pt x="1249514" y="230924"/>
                </a:lnTo>
                <a:lnTo>
                  <a:pt x="1238250" y="236728"/>
                </a:lnTo>
                <a:lnTo>
                  <a:pt x="1240790" y="244856"/>
                </a:lnTo>
                <a:lnTo>
                  <a:pt x="1279093" y="218186"/>
                </a:lnTo>
                <a:lnTo>
                  <a:pt x="1300861" y="165773"/>
                </a:lnTo>
                <a:lnTo>
                  <a:pt x="1303997" y="144894"/>
                </a:lnTo>
                <a:lnTo>
                  <a:pt x="1305052" y="12242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59" name="Google Shape;3859;p159"/>
          <p:cNvSpPr txBox="1"/>
          <p:nvPr/>
        </p:nvSpPr>
        <p:spPr>
          <a:xfrm>
            <a:off x="6662293" y="2525090"/>
            <a:ext cx="8572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0" name="Google Shape;3860;p159"/>
          <p:cNvSpPr txBox="1"/>
          <p:nvPr/>
        </p:nvSpPr>
        <p:spPr>
          <a:xfrm>
            <a:off x="5481446" y="2295270"/>
            <a:ext cx="17272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𝑡𝑎𝑛ℎ 𝑧 + 𝑧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1−</a:t>
            </a:r>
            <a:r>
              <a:rPr baseline="30000" lang="en-US" sz="14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𝛼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× 𝜎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𝑧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1" name="Google Shape;3861;p159"/>
          <p:cNvSpPr txBox="1"/>
          <p:nvPr/>
        </p:nvSpPr>
        <p:spPr>
          <a:xfrm>
            <a:off x="3375914" y="2767964"/>
            <a:ext cx="723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3299F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62" name="Google Shape;3862;p159"/>
          <p:cNvSpPr txBox="1"/>
          <p:nvPr/>
        </p:nvSpPr>
        <p:spPr>
          <a:xfrm>
            <a:off x="4153153" y="2767964"/>
            <a:ext cx="18897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Noto Sans Symbols"/>
                <a:ea typeface="Noto Sans Symbols"/>
                <a:cs typeface="Noto Sans Symbols"/>
                <a:sym typeface="Noto Sans Symbols"/>
              </a:rPr>
              <a:t>←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Confidence Interval </a:t>
            </a:r>
            <a:r>
              <a:rPr lang="en-US" sz="1600"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63" name="Google Shape;3863;p159"/>
          <p:cNvSpPr txBox="1"/>
          <p:nvPr/>
        </p:nvSpPr>
        <p:spPr>
          <a:xfrm>
            <a:off x="6784213" y="2767964"/>
            <a:ext cx="723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]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64" name="Google Shape;3864;p159"/>
          <p:cNvSpPr/>
          <p:nvPr/>
        </p:nvSpPr>
        <p:spPr>
          <a:xfrm>
            <a:off x="847344" y="3506723"/>
            <a:ext cx="289560" cy="224154"/>
          </a:xfrm>
          <a:custGeom>
            <a:rect b="b" l="l" r="r" t="t"/>
            <a:pathLst>
              <a:path extrusionOk="0" h="224154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65" name="Google Shape;3865;p159"/>
          <p:cNvSpPr txBox="1"/>
          <p:nvPr/>
        </p:nvSpPr>
        <p:spPr>
          <a:xfrm>
            <a:off x="913891" y="3508375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66" name="Google Shape;3866;p159"/>
          <p:cNvSpPr/>
          <p:nvPr/>
        </p:nvSpPr>
        <p:spPr>
          <a:xfrm>
            <a:off x="1228344" y="3553967"/>
            <a:ext cx="1290066" cy="13334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67" name="Google Shape;3867;p159"/>
          <p:cNvSpPr/>
          <p:nvPr/>
        </p:nvSpPr>
        <p:spPr>
          <a:xfrm>
            <a:off x="3160776" y="3544823"/>
            <a:ext cx="3284982" cy="20650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68" name="Google Shape;3868;p159"/>
          <p:cNvSpPr/>
          <p:nvPr/>
        </p:nvSpPr>
        <p:spPr>
          <a:xfrm>
            <a:off x="554736" y="1449324"/>
            <a:ext cx="2213610" cy="15773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2" name="Shape 3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3" name="Google Shape;3873;p160"/>
          <p:cNvSpPr/>
          <p:nvPr/>
        </p:nvSpPr>
        <p:spPr>
          <a:xfrm>
            <a:off x="9331604" y="6524434"/>
            <a:ext cx="11338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74" name="Google Shape;3874;p16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75" name="Google Shape;3875;p16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76" name="Google Shape;3876;p160"/>
          <p:cNvSpPr/>
          <p:nvPr/>
        </p:nvSpPr>
        <p:spPr>
          <a:xfrm>
            <a:off x="557783" y="1591043"/>
            <a:ext cx="3021329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77" name="Google Shape;3877;p160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878" name="Google Shape;3878;p160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3879" name="Google Shape;3879;p160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0" name="Google Shape;3880;p160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1" name="Google Shape;3881;p160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2" name="Google Shape;3882;p160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3" name="Google Shape;3883;p160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84" name="Google Shape;3884;p160"/>
          <p:cNvSpPr txBox="1"/>
          <p:nvPr/>
        </p:nvSpPr>
        <p:spPr>
          <a:xfrm>
            <a:off x="437489" y="431419"/>
            <a:ext cx="2242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3.3. Estimation Theory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85" name="Google Shape;3885;p160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03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89" name="Shape 3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0" name="Google Shape;3890;p161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91" name="Google Shape;3891;p161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92" name="Google Shape;3892;p161"/>
          <p:cNvSpPr/>
          <p:nvPr/>
        </p:nvSpPr>
        <p:spPr>
          <a:xfrm>
            <a:off x="9359084" y="6524434"/>
            <a:ext cx="85905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93" name="Google Shape;3893;p16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94" name="Google Shape;3894;p16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95" name="Google Shape;3895;p161"/>
          <p:cNvSpPr/>
          <p:nvPr/>
        </p:nvSpPr>
        <p:spPr>
          <a:xfrm>
            <a:off x="1010411" y="3224771"/>
            <a:ext cx="5162550" cy="4031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96" name="Google Shape;3896;p161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97" name="Google Shape;3897;p161"/>
          <p:cNvSpPr/>
          <p:nvPr/>
        </p:nvSpPr>
        <p:spPr>
          <a:xfrm>
            <a:off x="1050036" y="3963923"/>
            <a:ext cx="3672078" cy="69570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2" name="Google Shape;3902;p162"/>
          <p:cNvSpPr/>
          <p:nvPr/>
        </p:nvSpPr>
        <p:spPr>
          <a:xfrm>
            <a:off x="9333134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03" name="Google Shape;3903;p16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04" name="Google Shape;3904;p16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05" name="Google Shape;3905;p162"/>
          <p:cNvSpPr txBox="1"/>
          <p:nvPr/>
        </p:nvSpPr>
        <p:spPr>
          <a:xfrm>
            <a:off x="437489" y="431419"/>
            <a:ext cx="3632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4.1. Principles of Hypothesis Testing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06" name="Google Shape;3906;p16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07" name="Google Shape;3907;p162"/>
          <p:cNvSpPr/>
          <p:nvPr/>
        </p:nvSpPr>
        <p:spPr>
          <a:xfrm>
            <a:off x="473963" y="1443177"/>
            <a:ext cx="2503170" cy="30256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08" name="Google Shape;3908;p162"/>
          <p:cNvSpPr/>
          <p:nvPr/>
        </p:nvSpPr>
        <p:spPr>
          <a:xfrm>
            <a:off x="682751" y="2325623"/>
            <a:ext cx="4402074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09" name="Google Shape;3909;p162"/>
          <p:cNvSpPr/>
          <p:nvPr/>
        </p:nvSpPr>
        <p:spPr>
          <a:xfrm>
            <a:off x="847344" y="2657855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8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2222" y="224028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90"/>
                </a:lnTo>
                <a:lnTo>
                  <a:pt x="289559" y="37338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10" name="Google Shape;3910;p162"/>
          <p:cNvSpPr/>
          <p:nvPr/>
        </p:nvSpPr>
        <p:spPr>
          <a:xfrm>
            <a:off x="1223772" y="2700527"/>
            <a:ext cx="3694938" cy="16230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11" name="Google Shape;3911;p162"/>
          <p:cNvSpPr/>
          <p:nvPr/>
        </p:nvSpPr>
        <p:spPr>
          <a:xfrm>
            <a:off x="847344" y="3034283"/>
            <a:ext cx="289560" cy="224154"/>
          </a:xfrm>
          <a:custGeom>
            <a:rect b="b" l="l" r="r" t="t"/>
            <a:pathLst>
              <a:path extrusionOk="0" h="224154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12" name="Google Shape;3912;p162"/>
          <p:cNvSpPr txBox="1"/>
          <p:nvPr/>
        </p:nvSpPr>
        <p:spPr>
          <a:xfrm>
            <a:off x="913891" y="2658617"/>
            <a:ext cx="15748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13" name="Google Shape;3913;p162"/>
          <p:cNvSpPr/>
          <p:nvPr/>
        </p:nvSpPr>
        <p:spPr>
          <a:xfrm>
            <a:off x="1223772" y="3078479"/>
            <a:ext cx="4211574" cy="16230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14" name="Google Shape;3914;p162"/>
          <p:cNvSpPr/>
          <p:nvPr/>
        </p:nvSpPr>
        <p:spPr>
          <a:xfrm>
            <a:off x="554736" y="1923288"/>
            <a:ext cx="2769869" cy="18973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8" name="Shape 3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9" name="Google Shape;3919;p163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20" name="Google Shape;3920;p16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21" name="Google Shape;3921;p16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22" name="Google Shape;3922;p163"/>
          <p:cNvSpPr txBox="1"/>
          <p:nvPr/>
        </p:nvSpPr>
        <p:spPr>
          <a:xfrm>
            <a:off x="437489" y="431419"/>
            <a:ext cx="3632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4.1. Principles of Hypothesis Testing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23" name="Google Shape;3923;p16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924" name="Google Shape;3924;p163"/>
          <p:cNvGrpSpPr/>
          <p:nvPr/>
        </p:nvGrpSpPr>
        <p:grpSpPr>
          <a:xfrm>
            <a:off x="559307" y="1845564"/>
            <a:ext cx="8781415" cy="3731260"/>
            <a:chOff x="559307" y="1845564"/>
            <a:chExt cx="8781415" cy="3731260"/>
          </a:xfrm>
        </p:grpSpPr>
        <p:sp>
          <p:nvSpPr>
            <p:cNvPr id="3925" name="Google Shape;3925;p163"/>
            <p:cNvSpPr/>
            <p:nvPr/>
          </p:nvSpPr>
          <p:spPr>
            <a:xfrm>
              <a:off x="559307" y="1845564"/>
              <a:ext cx="8781415" cy="3731260"/>
            </a:xfrm>
            <a:custGeom>
              <a:rect b="b" l="l" r="r" t="t"/>
              <a:pathLst>
                <a:path extrusionOk="0" h="3731260" w="8781415">
                  <a:moveTo>
                    <a:pt x="0" y="3730752"/>
                  </a:moveTo>
                  <a:lnTo>
                    <a:pt x="8781288" y="3730752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3730752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6" name="Google Shape;3926;p163"/>
            <p:cNvSpPr/>
            <p:nvPr/>
          </p:nvSpPr>
          <p:spPr>
            <a:xfrm>
              <a:off x="2284483" y="2196103"/>
              <a:ext cx="435094" cy="17905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7" name="Google Shape;3927;p163"/>
            <p:cNvSpPr/>
            <p:nvPr/>
          </p:nvSpPr>
          <p:spPr>
            <a:xfrm>
              <a:off x="4098036" y="3819144"/>
              <a:ext cx="1792605" cy="1363980"/>
            </a:xfrm>
            <a:custGeom>
              <a:rect b="b" l="l" r="r" t="t"/>
              <a:pathLst>
                <a:path extrusionOk="0" h="1363979" w="1792604">
                  <a:moveTo>
                    <a:pt x="896492" y="0"/>
                  </a:moveTo>
                  <a:lnTo>
                    <a:pt x="896112" y="1523"/>
                  </a:lnTo>
                  <a:lnTo>
                    <a:pt x="895730" y="0"/>
                  </a:lnTo>
                  <a:lnTo>
                    <a:pt x="895730" y="3047"/>
                  </a:lnTo>
                  <a:lnTo>
                    <a:pt x="880002" y="55831"/>
                  </a:lnTo>
                  <a:lnTo>
                    <a:pt x="856177" y="102230"/>
                  </a:lnTo>
                  <a:lnTo>
                    <a:pt x="825388" y="140811"/>
                  </a:lnTo>
                  <a:lnTo>
                    <a:pt x="788768" y="170142"/>
                  </a:lnTo>
                  <a:lnTo>
                    <a:pt x="747449" y="188791"/>
                  </a:lnTo>
                  <a:lnTo>
                    <a:pt x="702563" y="195325"/>
                  </a:lnTo>
                  <a:lnTo>
                    <a:pt x="657284" y="188693"/>
                  </a:lnTo>
                  <a:lnTo>
                    <a:pt x="615657" y="169759"/>
                  </a:lnTo>
                  <a:lnTo>
                    <a:pt x="578863" y="139968"/>
                  </a:lnTo>
                  <a:lnTo>
                    <a:pt x="548087" y="100764"/>
                  </a:lnTo>
                  <a:lnTo>
                    <a:pt x="524510" y="53593"/>
                  </a:lnTo>
                  <a:lnTo>
                    <a:pt x="521969" y="54609"/>
                  </a:lnTo>
                  <a:lnTo>
                    <a:pt x="523894" y="106060"/>
                  </a:lnTo>
                  <a:lnTo>
                    <a:pt x="517383" y="154389"/>
                  </a:lnTo>
                  <a:lnTo>
                    <a:pt x="502872" y="198104"/>
                  </a:lnTo>
                  <a:lnTo>
                    <a:pt x="480793" y="235711"/>
                  </a:lnTo>
                  <a:lnTo>
                    <a:pt x="451582" y="265721"/>
                  </a:lnTo>
                  <a:lnTo>
                    <a:pt x="415671" y="286638"/>
                  </a:lnTo>
                  <a:lnTo>
                    <a:pt x="373845" y="296691"/>
                  </a:lnTo>
                  <a:lnTo>
                    <a:pt x="330910" y="294362"/>
                  </a:lnTo>
                  <a:lnTo>
                    <a:pt x="288377" y="280530"/>
                  </a:lnTo>
                  <a:lnTo>
                    <a:pt x="247758" y="256073"/>
                  </a:lnTo>
                  <a:lnTo>
                    <a:pt x="210565" y="221868"/>
                  </a:lnTo>
                  <a:lnTo>
                    <a:pt x="236408" y="268376"/>
                  </a:lnTo>
                  <a:lnTo>
                    <a:pt x="252800" y="316220"/>
                  </a:lnTo>
                  <a:lnTo>
                    <a:pt x="259476" y="363712"/>
                  </a:lnTo>
                  <a:lnTo>
                    <a:pt x="256173" y="409161"/>
                  </a:lnTo>
                  <a:lnTo>
                    <a:pt x="242624" y="450877"/>
                  </a:lnTo>
                  <a:lnTo>
                    <a:pt x="218566" y="487171"/>
                  </a:lnTo>
                  <a:lnTo>
                    <a:pt x="184295" y="515692"/>
                  </a:lnTo>
                  <a:lnTo>
                    <a:pt x="143519" y="533062"/>
                  </a:lnTo>
                  <a:lnTo>
                    <a:pt x="98085" y="539411"/>
                  </a:lnTo>
                  <a:lnTo>
                    <a:pt x="49841" y="534867"/>
                  </a:lnTo>
                  <a:lnTo>
                    <a:pt x="635" y="519556"/>
                  </a:lnTo>
                  <a:lnTo>
                    <a:pt x="0" y="522731"/>
                  </a:lnTo>
                  <a:lnTo>
                    <a:pt x="44061" y="553884"/>
                  </a:lnTo>
                  <a:lnTo>
                    <a:pt x="77882" y="591835"/>
                  </a:lnTo>
                  <a:lnTo>
                    <a:pt x="99655" y="635049"/>
                  </a:lnTo>
                  <a:lnTo>
                    <a:pt x="107568" y="681989"/>
                  </a:lnTo>
                  <a:lnTo>
                    <a:pt x="99655" y="728930"/>
                  </a:lnTo>
                  <a:lnTo>
                    <a:pt x="77882" y="772144"/>
                  </a:lnTo>
                  <a:lnTo>
                    <a:pt x="44061" y="810095"/>
                  </a:lnTo>
                  <a:lnTo>
                    <a:pt x="0" y="841247"/>
                  </a:lnTo>
                  <a:lnTo>
                    <a:pt x="635" y="844422"/>
                  </a:lnTo>
                  <a:lnTo>
                    <a:pt x="49841" y="829112"/>
                  </a:lnTo>
                  <a:lnTo>
                    <a:pt x="98085" y="824568"/>
                  </a:lnTo>
                  <a:lnTo>
                    <a:pt x="143519" y="830917"/>
                  </a:lnTo>
                  <a:lnTo>
                    <a:pt x="184295" y="848287"/>
                  </a:lnTo>
                  <a:lnTo>
                    <a:pt x="218566" y="876807"/>
                  </a:lnTo>
                  <a:lnTo>
                    <a:pt x="242624" y="913102"/>
                  </a:lnTo>
                  <a:lnTo>
                    <a:pt x="256173" y="954818"/>
                  </a:lnTo>
                  <a:lnTo>
                    <a:pt x="259476" y="1000267"/>
                  </a:lnTo>
                  <a:lnTo>
                    <a:pt x="252800" y="1047759"/>
                  </a:lnTo>
                  <a:lnTo>
                    <a:pt x="236408" y="1095603"/>
                  </a:lnTo>
                  <a:lnTo>
                    <a:pt x="210565" y="1142110"/>
                  </a:lnTo>
                  <a:lnTo>
                    <a:pt x="247758" y="1107906"/>
                  </a:lnTo>
                  <a:lnTo>
                    <a:pt x="288377" y="1083449"/>
                  </a:lnTo>
                  <a:lnTo>
                    <a:pt x="330910" y="1069617"/>
                  </a:lnTo>
                  <a:lnTo>
                    <a:pt x="373845" y="1067288"/>
                  </a:lnTo>
                  <a:lnTo>
                    <a:pt x="415671" y="1077340"/>
                  </a:lnTo>
                  <a:lnTo>
                    <a:pt x="451582" y="1098258"/>
                  </a:lnTo>
                  <a:lnTo>
                    <a:pt x="480793" y="1128267"/>
                  </a:lnTo>
                  <a:lnTo>
                    <a:pt x="502872" y="1165875"/>
                  </a:lnTo>
                  <a:lnTo>
                    <a:pt x="517383" y="1209590"/>
                  </a:lnTo>
                  <a:lnTo>
                    <a:pt x="523894" y="1257919"/>
                  </a:lnTo>
                  <a:lnTo>
                    <a:pt x="521969" y="1309369"/>
                  </a:lnTo>
                  <a:lnTo>
                    <a:pt x="524510" y="1310385"/>
                  </a:lnTo>
                  <a:lnTo>
                    <a:pt x="548087" y="1263215"/>
                  </a:lnTo>
                  <a:lnTo>
                    <a:pt x="578863" y="1224011"/>
                  </a:lnTo>
                  <a:lnTo>
                    <a:pt x="615657" y="1194220"/>
                  </a:lnTo>
                  <a:lnTo>
                    <a:pt x="657284" y="1175286"/>
                  </a:lnTo>
                  <a:lnTo>
                    <a:pt x="702563" y="1168653"/>
                  </a:lnTo>
                  <a:lnTo>
                    <a:pt x="747449" y="1175188"/>
                  </a:lnTo>
                  <a:lnTo>
                    <a:pt x="788768" y="1193837"/>
                  </a:lnTo>
                  <a:lnTo>
                    <a:pt x="825388" y="1223168"/>
                  </a:lnTo>
                  <a:lnTo>
                    <a:pt x="856177" y="1261749"/>
                  </a:lnTo>
                  <a:lnTo>
                    <a:pt x="880002" y="1308148"/>
                  </a:lnTo>
                  <a:lnTo>
                    <a:pt x="895730" y="1360931"/>
                  </a:lnTo>
                  <a:lnTo>
                    <a:pt x="895730" y="1363979"/>
                  </a:lnTo>
                  <a:lnTo>
                    <a:pt x="896112" y="1362455"/>
                  </a:lnTo>
                  <a:lnTo>
                    <a:pt x="896492" y="1363979"/>
                  </a:lnTo>
                  <a:lnTo>
                    <a:pt x="896492" y="1360931"/>
                  </a:lnTo>
                  <a:lnTo>
                    <a:pt x="912221" y="1308148"/>
                  </a:lnTo>
                  <a:lnTo>
                    <a:pt x="936046" y="1261749"/>
                  </a:lnTo>
                  <a:lnTo>
                    <a:pt x="966835" y="1223168"/>
                  </a:lnTo>
                  <a:lnTo>
                    <a:pt x="1003455" y="1193837"/>
                  </a:lnTo>
                  <a:lnTo>
                    <a:pt x="1044774" y="1175188"/>
                  </a:lnTo>
                  <a:lnTo>
                    <a:pt x="1089660" y="1168653"/>
                  </a:lnTo>
                  <a:lnTo>
                    <a:pt x="1134939" y="1175286"/>
                  </a:lnTo>
                  <a:lnTo>
                    <a:pt x="1176566" y="1194220"/>
                  </a:lnTo>
                  <a:lnTo>
                    <a:pt x="1213360" y="1224011"/>
                  </a:lnTo>
                  <a:lnTo>
                    <a:pt x="1244136" y="1263215"/>
                  </a:lnTo>
                  <a:lnTo>
                    <a:pt x="1267714" y="1310385"/>
                  </a:lnTo>
                  <a:lnTo>
                    <a:pt x="1270253" y="1309369"/>
                  </a:lnTo>
                  <a:lnTo>
                    <a:pt x="1268329" y="1257919"/>
                  </a:lnTo>
                  <a:lnTo>
                    <a:pt x="1274840" y="1209590"/>
                  </a:lnTo>
                  <a:lnTo>
                    <a:pt x="1289351" y="1165875"/>
                  </a:lnTo>
                  <a:lnTo>
                    <a:pt x="1311430" y="1128268"/>
                  </a:lnTo>
                  <a:lnTo>
                    <a:pt x="1340641" y="1098258"/>
                  </a:lnTo>
                  <a:lnTo>
                    <a:pt x="1376552" y="1077340"/>
                  </a:lnTo>
                  <a:lnTo>
                    <a:pt x="1418378" y="1067288"/>
                  </a:lnTo>
                  <a:lnTo>
                    <a:pt x="1461313" y="1069617"/>
                  </a:lnTo>
                  <a:lnTo>
                    <a:pt x="1503846" y="1083449"/>
                  </a:lnTo>
                  <a:lnTo>
                    <a:pt x="1544465" y="1107906"/>
                  </a:lnTo>
                  <a:lnTo>
                    <a:pt x="1581658" y="1142110"/>
                  </a:lnTo>
                  <a:lnTo>
                    <a:pt x="1555815" y="1095603"/>
                  </a:lnTo>
                  <a:lnTo>
                    <a:pt x="1539423" y="1047759"/>
                  </a:lnTo>
                  <a:lnTo>
                    <a:pt x="1532747" y="1000267"/>
                  </a:lnTo>
                  <a:lnTo>
                    <a:pt x="1536050" y="954818"/>
                  </a:lnTo>
                  <a:lnTo>
                    <a:pt x="1549599" y="913102"/>
                  </a:lnTo>
                  <a:lnTo>
                    <a:pt x="1573656" y="876807"/>
                  </a:lnTo>
                  <a:lnTo>
                    <a:pt x="1607928" y="848287"/>
                  </a:lnTo>
                  <a:lnTo>
                    <a:pt x="1648704" y="830917"/>
                  </a:lnTo>
                  <a:lnTo>
                    <a:pt x="1694138" y="824568"/>
                  </a:lnTo>
                  <a:lnTo>
                    <a:pt x="1742382" y="829112"/>
                  </a:lnTo>
                  <a:lnTo>
                    <a:pt x="1791589" y="844422"/>
                  </a:lnTo>
                  <a:lnTo>
                    <a:pt x="1792224" y="841247"/>
                  </a:lnTo>
                  <a:lnTo>
                    <a:pt x="1748162" y="810095"/>
                  </a:lnTo>
                  <a:lnTo>
                    <a:pt x="1714341" y="772144"/>
                  </a:lnTo>
                  <a:lnTo>
                    <a:pt x="1692568" y="728930"/>
                  </a:lnTo>
                  <a:lnTo>
                    <a:pt x="1684654" y="681989"/>
                  </a:lnTo>
                  <a:lnTo>
                    <a:pt x="1692568" y="635049"/>
                  </a:lnTo>
                  <a:lnTo>
                    <a:pt x="1714341" y="591835"/>
                  </a:lnTo>
                  <a:lnTo>
                    <a:pt x="1748162" y="553884"/>
                  </a:lnTo>
                  <a:lnTo>
                    <a:pt x="1792224" y="522731"/>
                  </a:lnTo>
                  <a:lnTo>
                    <a:pt x="1791589" y="519556"/>
                  </a:lnTo>
                  <a:lnTo>
                    <a:pt x="1742382" y="534867"/>
                  </a:lnTo>
                  <a:lnTo>
                    <a:pt x="1694138" y="539411"/>
                  </a:lnTo>
                  <a:lnTo>
                    <a:pt x="1648704" y="533062"/>
                  </a:lnTo>
                  <a:lnTo>
                    <a:pt x="1607928" y="515692"/>
                  </a:lnTo>
                  <a:lnTo>
                    <a:pt x="1573656" y="487171"/>
                  </a:lnTo>
                  <a:lnTo>
                    <a:pt x="1549599" y="450877"/>
                  </a:lnTo>
                  <a:lnTo>
                    <a:pt x="1536050" y="409161"/>
                  </a:lnTo>
                  <a:lnTo>
                    <a:pt x="1532747" y="363712"/>
                  </a:lnTo>
                  <a:lnTo>
                    <a:pt x="1539423" y="316220"/>
                  </a:lnTo>
                  <a:lnTo>
                    <a:pt x="1555815" y="268376"/>
                  </a:lnTo>
                  <a:lnTo>
                    <a:pt x="1581658" y="221868"/>
                  </a:lnTo>
                  <a:lnTo>
                    <a:pt x="1544465" y="256073"/>
                  </a:lnTo>
                  <a:lnTo>
                    <a:pt x="1503846" y="280530"/>
                  </a:lnTo>
                  <a:lnTo>
                    <a:pt x="1461313" y="294362"/>
                  </a:lnTo>
                  <a:lnTo>
                    <a:pt x="1418378" y="296691"/>
                  </a:lnTo>
                  <a:lnTo>
                    <a:pt x="1376552" y="286638"/>
                  </a:lnTo>
                  <a:lnTo>
                    <a:pt x="1340641" y="265721"/>
                  </a:lnTo>
                  <a:lnTo>
                    <a:pt x="1311430" y="235711"/>
                  </a:lnTo>
                  <a:lnTo>
                    <a:pt x="1289351" y="198104"/>
                  </a:lnTo>
                  <a:lnTo>
                    <a:pt x="1274840" y="154389"/>
                  </a:lnTo>
                  <a:lnTo>
                    <a:pt x="1268329" y="106060"/>
                  </a:lnTo>
                  <a:lnTo>
                    <a:pt x="1270253" y="54609"/>
                  </a:lnTo>
                  <a:lnTo>
                    <a:pt x="1267714" y="53593"/>
                  </a:lnTo>
                  <a:lnTo>
                    <a:pt x="1244136" y="100764"/>
                  </a:lnTo>
                  <a:lnTo>
                    <a:pt x="1213360" y="139968"/>
                  </a:lnTo>
                  <a:lnTo>
                    <a:pt x="1176566" y="169759"/>
                  </a:lnTo>
                  <a:lnTo>
                    <a:pt x="1134939" y="188693"/>
                  </a:lnTo>
                  <a:lnTo>
                    <a:pt x="1089660" y="195325"/>
                  </a:lnTo>
                  <a:lnTo>
                    <a:pt x="1044774" y="188791"/>
                  </a:lnTo>
                  <a:lnTo>
                    <a:pt x="1003455" y="170142"/>
                  </a:lnTo>
                  <a:lnTo>
                    <a:pt x="966835" y="140811"/>
                  </a:lnTo>
                  <a:lnTo>
                    <a:pt x="936046" y="102230"/>
                  </a:lnTo>
                  <a:lnTo>
                    <a:pt x="912221" y="55831"/>
                  </a:lnTo>
                  <a:lnTo>
                    <a:pt x="896492" y="3047"/>
                  </a:lnTo>
                  <a:lnTo>
                    <a:pt x="896492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8" name="Google Shape;3928;p163"/>
            <p:cNvSpPr/>
            <p:nvPr/>
          </p:nvSpPr>
          <p:spPr>
            <a:xfrm>
              <a:off x="4677156" y="4431792"/>
              <a:ext cx="639318" cy="15011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9" name="Google Shape;3929;p163"/>
            <p:cNvSpPr/>
            <p:nvPr/>
          </p:nvSpPr>
          <p:spPr>
            <a:xfrm>
              <a:off x="5394959" y="2645664"/>
              <a:ext cx="773429" cy="150113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0" name="Google Shape;3930;p163"/>
            <p:cNvSpPr/>
            <p:nvPr/>
          </p:nvSpPr>
          <p:spPr>
            <a:xfrm>
              <a:off x="7367016" y="3294888"/>
              <a:ext cx="797814" cy="142494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1" name="Google Shape;3931;p163"/>
            <p:cNvSpPr/>
            <p:nvPr/>
          </p:nvSpPr>
          <p:spPr>
            <a:xfrm>
              <a:off x="6440424" y="4334255"/>
              <a:ext cx="657605" cy="17602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2" name="Google Shape;3932;p163"/>
            <p:cNvSpPr/>
            <p:nvPr/>
          </p:nvSpPr>
          <p:spPr>
            <a:xfrm>
              <a:off x="5491243" y="2915570"/>
              <a:ext cx="566384" cy="598615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3" name="Google Shape;3933;p163"/>
            <p:cNvSpPr/>
            <p:nvPr/>
          </p:nvSpPr>
          <p:spPr>
            <a:xfrm>
              <a:off x="7476766" y="3583082"/>
              <a:ext cx="565358" cy="598615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4" name="Google Shape;3934;p163"/>
            <p:cNvSpPr/>
            <p:nvPr/>
          </p:nvSpPr>
          <p:spPr>
            <a:xfrm>
              <a:off x="6348983" y="4477511"/>
              <a:ext cx="839723" cy="839724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5" name="Google Shape;3935;p163"/>
            <p:cNvSpPr/>
            <p:nvPr/>
          </p:nvSpPr>
          <p:spPr>
            <a:xfrm>
              <a:off x="1696341" y="2490318"/>
              <a:ext cx="1578585" cy="2302576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936" name="Google Shape;3936;p163"/>
          <p:cNvSpPr/>
          <p:nvPr/>
        </p:nvSpPr>
        <p:spPr>
          <a:xfrm>
            <a:off x="554736" y="1449324"/>
            <a:ext cx="2769869" cy="189737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0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p164"/>
          <p:cNvSpPr/>
          <p:nvPr/>
        </p:nvSpPr>
        <p:spPr>
          <a:xfrm>
            <a:off x="9337639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42" name="Google Shape;3942;p16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43" name="Google Shape;3943;p16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44" name="Google Shape;3944;p164"/>
          <p:cNvSpPr txBox="1"/>
          <p:nvPr/>
        </p:nvSpPr>
        <p:spPr>
          <a:xfrm>
            <a:off x="437489" y="431419"/>
            <a:ext cx="3632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4.1. Principles of Hypothesis Testing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45" name="Google Shape;3945;p164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46" name="Google Shape;3946;p164"/>
          <p:cNvSpPr/>
          <p:nvPr/>
        </p:nvSpPr>
        <p:spPr>
          <a:xfrm>
            <a:off x="682751" y="1805939"/>
            <a:ext cx="3925062" cy="105994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47" name="Google Shape;3947;p164"/>
          <p:cNvSpPr/>
          <p:nvPr/>
        </p:nvSpPr>
        <p:spPr>
          <a:xfrm>
            <a:off x="554736" y="1449324"/>
            <a:ext cx="2769869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1" name="Shape 3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" name="Google Shape;3952;p165"/>
          <p:cNvSpPr/>
          <p:nvPr/>
        </p:nvSpPr>
        <p:spPr>
          <a:xfrm>
            <a:off x="9331482" y="6524434"/>
            <a:ext cx="110459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53" name="Google Shape;3953;p16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54" name="Google Shape;3954;p16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55" name="Google Shape;3955;p165"/>
          <p:cNvSpPr txBox="1"/>
          <p:nvPr/>
        </p:nvSpPr>
        <p:spPr>
          <a:xfrm>
            <a:off x="437489" y="431419"/>
            <a:ext cx="3632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4.1. Principles of Hypothesis Testing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56" name="Google Shape;3956;p165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57" name="Google Shape;3957;p165"/>
          <p:cNvSpPr/>
          <p:nvPr/>
        </p:nvSpPr>
        <p:spPr>
          <a:xfrm>
            <a:off x="682751" y="1804416"/>
            <a:ext cx="6421374" cy="166039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58" name="Google Shape;3958;p165"/>
          <p:cNvSpPr/>
          <p:nvPr/>
        </p:nvSpPr>
        <p:spPr>
          <a:xfrm>
            <a:off x="554736" y="1449324"/>
            <a:ext cx="2769869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2" name="Shape 3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3" name="Google Shape;3963;p166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64" name="Google Shape;3964;p16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65" name="Google Shape;3965;p16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66" name="Google Shape;3966;p166"/>
          <p:cNvSpPr txBox="1"/>
          <p:nvPr/>
        </p:nvSpPr>
        <p:spPr>
          <a:xfrm>
            <a:off x="437489" y="431419"/>
            <a:ext cx="3632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4.1. Principles of Hypothesis Testing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67" name="Google Shape;3967;p16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68" name="Google Shape;3968;p166"/>
          <p:cNvSpPr/>
          <p:nvPr/>
        </p:nvSpPr>
        <p:spPr>
          <a:xfrm>
            <a:off x="682751" y="1804416"/>
            <a:ext cx="5299710" cy="196519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69" name="Google Shape;3969;p166"/>
          <p:cNvSpPr/>
          <p:nvPr/>
        </p:nvSpPr>
        <p:spPr>
          <a:xfrm>
            <a:off x="554736" y="1449324"/>
            <a:ext cx="2769869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3" name="Shape 3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4" name="Google Shape;3974;p167"/>
          <p:cNvSpPr/>
          <p:nvPr/>
        </p:nvSpPr>
        <p:spPr>
          <a:xfrm>
            <a:off x="9342278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75" name="Google Shape;3975;p16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76" name="Google Shape;3976;p16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77" name="Google Shape;3977;p167"/>
          <p:cNvSpPr txBox="1"/>
          <p:nvPr/>
        </p:nvSpPr>
        <p:spPr>
          <a:xfrm>
            <a:off x="437489" y="431419"/>
            <a:ext cx="3632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4.1. Principles of Hypothesis Testing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78" name="Google Shape;3978;p16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79" name="Google Shape;3979;p167"/>
          <p:cNvSpPr/>
          <p:nvPr/>
        </p:nvSpPr>
        <p:spPr>
          <a:xfrm>
            <a:off x="682751" y="1805939"/>
            <a:ext cx="1989582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980" name="Google Shape;3980;p167"/>
          <p:cNvGrpSpPr/>
          <p:nvPr/>
        </p:nvGrpSpPr>
        <p:grpSpPr>
          <a:xfrm>
            <a:off x="2074163" y="2200656"/>
            <a:ext cx="6559551" cy="3860545"/>
            <a:chOff x="2074163" y="2200656"/>
            <a:chExt cx="6559551" cy="3860545"/>
          </a:xfrm>
        </p:grpSpPr>
        <p:sp>
          <p:nvSpPr>
            <p:cNvPr id="3981" name="Google Shape;3981;p167"/>
            <p:cNvSpPr/>
            <p:nvPr/>
          </p:nvSpPr>
          <p:spPr>
            <a:xfrm>
              <a:off x="2074163" y="4597908"/>
              <a:ext cx="3896995" cy="795655"/>
            </a:xfrm>
            <a:custGeom>
              <a:rect b="b" l="l" r="r" t="t"/>
              <a:pathLst>
                <a:path extrusionOk="0" h="795654" w="3896995">
                  <a:moveTo>
                    <a:pt x="1948434" y="0"/>
                  </a:moveTo>
                  <a:lnTo>
                    <a:pt x="0" y="397764"/>
                  </a:lnTo>
                  <a:lnTo>
                    <a:pt x="1948434" y="795528"/>
                  </a:lnTo>
                  <a:lnTo>
                    <a:pt x="3896868" y="397764"/>
                  </a:lnTo>
                  <a:lnTo>
                    <a:pt x="1948434" y="0"/>
                  </a:lnTo>
                  <a:close/>
                </a:path>
              </a:pathLst>
            </a:custGeom>
            <a:solidFill>
              <a:srgbClr val="FFFFFF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2" name="Google Shape;3982;p167"/>
            <p:cNvSpPr/>
            <p:nvPr/>
          </p:nvSpPr>
          <p:spPr>
            <a:xfrm>
              <a:off x="2074163" y="4597908"/>
              <a:ext cx="3896995" cy="795655"/>
            </a:xfrm>
            <a:custGeom>
              <a:rect b="b" l="l" r="r" t="t"/>
              <a:pathLst>
                <a:path extrusionOk="0" h="795654" w="3896995">
                  <a:moveTo>
                    <a:pt x="0" y="397764"/>
                  </a:moveTo>
                  <a:lnTo>
                    <a:pt x="1948434" y="0"/>
                  </a:lnTo>
                  <a:lnTo>
                    <a:pt x="3896868" y="397764"/>
                  </a:lnTo>
                  <a:lnTo>
                    <a:pt x="1948434" y="795528"/>
                  </a:lnTo>
                  <a:lnTo>
                    <a:pt x="0" y="397764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3" name="Google Shape;3983;p167"/>
            <p:cNvSpPr/>
            <p:nvPr/>
          </p:nvSpPr>
          <p:spPr>
            <a:xfrm>
              <a:off x="3396995" y="4824958"/>
              <a:ext cx="1238250" cy="37264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4" name="Google Shape;3984;p167"/>
            <p:cNvSpPr/>
            <p:nvPr/>
          </p:nvSpPr>
          <p:spPr>
            <a:xfrm>
              <a:off x="2074163" y="3049524"/>
              <a:ext cx="3896995" cy="588645"/>
            </a:xfrm>
            <a:custGeom>
              <a:rect b="b" l="l" r="r" t="t"/>
              <a:pathLst>
                <a:path extrusionOk="0" h="588645" w="3896995">
                  <a:moveTo>
                    <a:pt x="0" y="588263"/>
                  </a:moveTo>
                  <a:lnTo>
                    <a:pt x="3896867" y="588263"/>
                  </a:lnTo>
                  <a:lnTo>
                    <a:pt x="3896867" y="0"/>
                  </a:lnTo>
                  <a:lnTo>
                    <a:pt x="0" y="0"/>
                  </a:lnTo>
                  <a:lnTo>
                    <a:pt x="0" y="588263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5" name="Google Shape;3985;p167"/>
            <p:cNvSpPr/>
            <p:nvPr/>
          </p:nvSpPr>
          <p:spPr>
            <a:xfrm>
              <a:off x="2508503" y="3172955"/>
              <a:ext cx="3031997" cy="37415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6" name="Google Shape;3986;p167"/>
            <p:cNvSpPr/>
            <p:nvPr/>
          </p:nvSpPr>
          <p:spPr>
            <a:xfrm>
              <a:off x="3985260" y="2763012"/>
              <a:ext cx="76200" cy="287020"/>
            </a:xfrm>
            <a:custGeom>
              <a:rect b="b" l="l" r="r" t="t"/>
              <a:pathLst>
                <a:path extrusionOk="0" h="287019" w="76200">
                  <a:moveTo>
                    <a:pt x="0" y="210565"/>
                  </a:moveTo>
                  <a:lnTo>
                    <a:pt x="38100" y="286765"/>
                  </a:lnTo>
                  <a:lnTo>
                    <a:pt x="63500" y="235965"/>
                  </a:lnTo>
                  <a:lnTo>
                    <a:pt x="31750" y="235965"/>
                  </a:lnTo>
                  <a:lnTo>
                    <a:pt x="31750" y="231732"/>
                  </a:lnTo>
                  <a:lnTo>
                    <a:pt x="0" y="210565"/>
                  </a:lnTo>
                  <a:close/>
                </a:path>
                <a:path extrusionOk="0" h="287019" w="76200">
                  <a:moveTo>
                    <a:pt x="31750" y="231732"/>
                  </a:moveTo>
                  <a:lnTo>
                    <a:pt x="31750" y="235965"/>
                  </a:lnTo>
                  <a:lnTo>
                    <a:pt x="38100" y="235965"/>
                  </a:lnTo>
                  <a:lnTo>
                    <a:pt x="31750" y="231732"/>
                  </a:lnTo>
                  <a:close/>
                </a:path>
                <a:path extrusionOk="0" h="287019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231732"/>
                  </a:lnTo>
                  <a:lnTo>
                    <a:pt x="38100" y="235965"/>
                  </a:lnTo>
                  <a:lnTo>
                    <a:pt x="44450" y="231732"/>
                  </a:lnTo>
                  <a:lnTo>
                    <a:pt x="44450" y="0"/>
                  </a:lnTo>
                  <a:close/>
                </a:path>
                <a:path extrusionOk="0" h="287019" w="76200">
                  <a:moveTo>
                    <a:pt x="44450" y="231732"/>
                  </a:moveTo>
                  <a:lnTo>
                    <a:pt x="38100" y="235965"/>
                  </a:lnTo>
                  <a:lnTo>
                    <a:pt x="44450" y="235965"/>
                  </a:lnTo>
                  <a:lnTo>
                    <a:pt x="44450" y="231732"/>
                  </a:lnTo>
                  <a:close/>
                </a:path>
                <a:path extrusionOk="0" h="287019" w="76200">
                  <a:moveTo>
                    <a:pt x="76200" y="210565"/>
                  </a:moveTo>
                  <a:lnTo>
                    <a:pt x="44450" y="231732"/>
                  </a:lnTo>
                  <a:lnTo>
                    <a:pt x="44450" y="235965"/>
                  </a:lnTo>
                  <a:lnTo>
                    <a:pt x="63500" y="235965"/>
                  </a:lnTo>
                  <a:lnTo>
                    <a:pt x="76200" y="21056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7" name="Google Shape;3987;p167"/>
            <p:cNvSpPr/>
            <p:nvPr/>
          </p:nvSpPr>
          <p:spPr>
            <a:xfrm>
              <a:off x="2074163" y="3927348"/>
              <a:ext cx="3896995" cy="405765"/>
            </a:xfrm>
            <a:custGeom>
              <a:rect b="b" l="l" r="r" t="t"/>
              <a:pathLst>
                <a:path extrusionOk="0" h="405764" w="3896995">
                  <a:moveTo>
                    <a:pt x="0" y="405383"/>
                  </a:moveTo>
                  <a:lnTo>
                    <a:pt x="3896867" y="405383"/>
                  </a:lnTo>
                  <a:lnTo>
                    <a:pt x="3896867" y="0"/>
                  </a:lnTo>
                  <a:lnTo>
                    <a:pt x="0" y="0"/>
                  </a:lnTo>
                  <a:lnTo>
                    <a:pt x="0" y="405383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8" name="Google Shape;3988;p167"/>
            <p:cNvSpPr/>
            <p:nvPr/>
          </p:nvSpPr>
          <p:spPr>
            <a:xfrm>
              <a:off x="3218687" y="4070604"/>
              <a:ext cx="1600962" cy="12115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9" name="Google Shape;3989;p167"/>
            <p:cNvSpPr/>
            <p:nvPr/>
          </p:nvSpPr>
          <p:spPr>
            <a:xfrm>
              <a:off x="3985260" y="3637787"/>
              <a:ext cx="76200" cy="960119"/>
            </a:xfrm>
            <a:custGeom>
              <a:rect b="b" l="l" r="r" t="t"/>
              <a:pathLst>
                <a:path extrusionOk="0" h="960120" w="76200">
                  <a:moveTo>
                    <a:pt x="76200" y="883412"/>
                  </a:moveTo>
                  <a:lnTo>
                    <a:pt x="44450" y="904582"/>
                  </a:lnTo>
                  <a:lnTo>
                    <a:pt x="44450" y="694944"/>
                  </a:lnTo>
                  <a:lnTo>
                    <a:pt x="31750" y="694944"/>
                  </a:lnTo>
                  <a:lnTo>
                    <a:pt x="31750" y="904582"/>
                  </a:lnTo>
                  <a:lnTo>
                    <a:pt x="0" y="883412"/>
                  </a:lnTo>
                  <a:lnTo>
                    <a:pt x="38100" y="959612"/>
                  </a:lnTo>
                  <a:lnTo>
                    <a:pt x="63500" y="908812"/>
                  </a:lnTo>
                  <a:lnTo>
                    <a:pt x="76200" y="883412"/>
                  </a:lnTo>
                  <a:close/>
                </a:path>
                <a:path extrusionOk="0" h="960120" w="76200">
                  <a:moveTo>
                    <a:pt x="76200" y="212979"/>
                  </a:moveTo>
                  <a:lnTo>
                    <a:pt x="44450" y="234149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234149"/>
                  </a:lnTo>
                  <a:lnTo>
                    <a:pt x="0" y="212979"/>
                  </a:lnTo>
                  <a:lnTo>
                    <a:pt x="38100" y="289179"/>
                  </a:lnTo>
                  <a:lnTo>
                    <a:pt x="63500" y="238379"/>
                  </a:lnTo>
                  <a:lnTo>
                    <a:pt x="76200" y="21297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0" name="Google Shape;3990;p167"/>
            <p:cNvSpPr/>
            <p:nvPr/>
          </p:nvSpPr>
          <p:spPr>
            <a:xfrm>
              <a:off x="2074163" y="5704331"/>
              <a:ext cx="3896995" cy="356870"/>
            </a:xfrm>
            <a:custGeom>
              <a:rect b="b" l="l" r="r" t="t"/>
              <a:pathLst>
                <a:path extrusionOk="0" h="356870" w="3896995">
                  <a:moveTo>
                    <a:pt x="0" y="356616"/>
                  </a:moveTo>
                  <a:lnTo>
                    <a:pt x="3896867" y="356616"/>
                  </a:lnTo>
                  <a:lnTo>
                    <a:pt x="3896867" y="0"/>
                  </a:lnTo>
                  <a:lnTo>
                    <a:pt x="0" y="0"/>
                  </a:lnTo>
                  <a:lnTo>
                    <a:pt x="0" y="356616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1" name="Google Shape;3991;p167"/>
            <p:cNvSpPr/>
            <p:nvPr/>
          </p:nvSpPr>
          <p:spPr>
            <a:xfrm>
              <a:off x="3628643" y="5824727"/>
              <a:ext cx="785622" cy="15163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2" name="Google Shape;3992;p167"/>
            <p:cNvSpPr/>
            <p:nvPr/>
          </p:nvSpPr>
          <p:spPr>
            <a:xfrm>
              <a:off x="3985260" y="5393436"/>
              <a:ext cx="76200" cy="311150"/>
            </a:xfrm>
            <a:custGeom>
              <a:rect b="b" l="l" r="r" t="t"/>
              <a:pathLst>
                <a:path extrusionOk="0" h="311150" w="76200">
                  <a:moveTo>
                    <a:pt x="0" y="234645"/>
                  </a:moveTo>
                  <a:lnTo>
                    <a:pt x="38100" y="310845"/>
                  </a:lnTo>
                  <a:lnTo>
                    <a:pt x="63500" y="260045"/>
                  </a:lnTo>
                  <a:lnTo>
                    <a:pt x="31750" y="260045"/>
                  </a:lnTo>
                  <a:lnTo>
                    <a:pt x="31750" y="255811"/>
                  </a:lnTo>
                  <a:lnTo>
                    <a:pt x="0" y="234645"/>
                  </a:lnTo>
                  <a:close/>
                </a:path>
                <a:path extrusionOk="0" h="311150" w="76200">
                  <a:moveTo>
                    <a:pt x="31750" y="255811"/>
                  </a:moveTo>
                  <a:lnTo>
                    <a:pt x="31750" y="260045"/>
                  </a:lnTo>
                  <a:lnTo>
                    <a:pt x="38100" y="260045"/>
                  </a:lnTo>
                  <a:lnTo>
                    <a:pt x="31750" y="255811"/>
                  </a:lnTo>
                  <a:close/>
                </a:path>
                <a:path extrusionOk="0" h="311150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255811"/>
                  </a:lnTo>
                  <a:lnTo>
                    <a:pt x="38100" y="260045"/>
                  </a:lnTo>
                  <a:lnTo>
                    <a:pt x="44450" y="255811"/>
                  </a:lnTo>
                  <a:lnTo>
                    <a:pt x="44450" y="0"/>
                  </a:lnTo>
                  <a:close/>
                </a:path>
                <a:path extrusionOk="0" h="311150" w="76200">
                  <a:moveTo>
                    <a:pt x="44450" y="255811"/>
                  </a:moveTo>
                  <a:lnTo>
                    <a:pt x="38100" y="260045"/>
                  </a:lnTo>
                  <a:lnTo>
                    <a:pt x="44450" y="260045"/>
                  </a:lnTo>
                  <a:lnTo>
                    <a:pt x="44450" y="255811"/>
                  </a:lnTo>
                  <a:close/>
                </a:path>
                <a:path extrusionOk="0" h="311150" w="76200">
                  <a:moveTo>
                    <a:pt x="76200" y="234645"/>
                  </a:moveTo>
                  <a:lnTo>
                    <a:pt x="44450" y="255811"/>
                  </a:lnTo>
                  <a:lnTo>
                    <a:pt x="44450" y="260045"/>
                  </a:lnTo>
                  <a:lnTo>
                    <a:pt x="63500" y="260045"/>
                  </a:lnTo>
                  <a:lnTo>
                    <a:pt x="76200" y="23464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3" name="Google Shape;3993;p167"/>
            <p:cNvSpPr/>
            <p:nvPr/>
          </p:nvSpPr>
          <p:spPr>
            <a:xfrm>
              <a:off x="6417564" y="4782311"/>
              <a:ext cx="2216150" cy="426720"/>
            </a:xfrm>
            <a:custGeom>
              <a:rect b="b" l="l" r="r" t="t"/>
              <a:pathLst>
                <a:path extrusionOk="0" h="426720" w="2216150">
                  <a:moveTo>
                    <a:pt x="0" y="426719"/>
                  </a:moveTo>
                  <a:lnTo>
                    <a:pt x="2215895" y="426719"/>
                  </a:lnTo>
                  <a:lnTo>
                    <a:pt x="2215895" y="0"/>
                  </a:lnTo>
                  <a:lnTo>
                    <a:pt x="0" y="0"/>
                  </a:lnTo>
                  <a:lnTo>
                    <a:pt x="0" y="426719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4" name="Google Shape;3994;p167"/>
            <p:cNvSpPr/>
            <p:nvPr/>
          </p:nvSpPr>
          <p:spPr>
            <a:xfrm>
              <a:off x="6842759" y="4936236"/>
              <a:ext cx="1363218" cy="15316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5" name="Google Shape;3995;p167"/>
            <p:cNvSpPr/>
            <p:nvPr/>
          </p:nvSpPr>
          <p:spPr>
            <a:xfrm>
              <a:off x="5971032" y="4957572"/>
              <a:ext cx="447040" cy="76200"/>
            </a:xfrm>
            <a:custGeom>
              <a:rect b="b" l="l" r="r" t="t"/>
              <a:pathLst>
                <a:path extrusionOk="0" h="76200" w="447039">
                  <a:moveTo>
                    <a:pt x="395858" y="38100"/>
                  </a:moveTo>
                  <a:lnTo>
                    <a:pt x="370458" y="76200"/>
                  </a:lnTo>
                  <a:lnTo>
                    <a:pt x="433958" y="44450"/>
                  </a:lnTo>
                  <a:lnTo>
                    <a:pt x="395858" y="44450"/>
                  </a:lnTo>
                  <a:lnTo>
                    <a:pt x="395858" y="38100"/>
                  </a:lnTo>
                  <a:close/>
                </a:path>
                <a:path extrusionOk="0" h="76200" w="447039">
                  <a:moveTo>
                    <a:pt x="391625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91625" y="44450"/>
                  </a:lnTo>
                  <a:lnTo>
                    <a:pt x="395858" y="38100"/>
                  </a:lnTo>
                  <a:lnTo>
                    <a:pt x="391625" y="31750"/>
                  </a:lnTo>
                  <a:close/>
                </a:path>
                <a:path extrusionOk="0" h="76200" w="447039">
                  <a:moveTo>
                    <a:pt x="433958" y="31750"/>
                  </a:moveTo>
                  <a:lnTo>
                    <a:pt x="395858" y="31750"/>
                  </a:lnTo>
                  <a:lnTo>
                    <a:pt x="395858" y="44450"/>
                  </a:lnTo>
                  <a:lnTo>
                    <a:pt x="433958" y="44450"/>
                  </a:lnTo>
                  <a:lnTo>
                    <a:pt x="446658" y="38100"/>
                  </a:lnTo>
                  <a:lnTo>
                    <a:pt x="433958" y="31750"/>
                  </a:lnTo>
                  <a:close/>
                </a:path>
                <a:path extrusionOk="0" h="76200" w="447039">
                  <a:moveTo>
                    <a:pt x="370458" y="0"/>
                  </a:moveTo>
                  <a:lnTo>
                    <a:pt x="395858" y="38100"/>
                  </a:lnTo>
                  <a:lnTo>
                    <a:pt x="395858" y="31750"/>
                  </a:lnTo>
                  <a:lnTo>
                    <a:pt x="433958" y="31750"/>
                  </a:lnTo>
                  <a:lnTo>
                    <a:pt x="370458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6" name="Google Shape;3996;p167"/>
            <p:cNvSpPr/>
            <p:nvPr/>
          </p:nvSpPr>
          <p:spPr>
            <a:xfrm>
              <a:off x="4197180" y="5495639"/>
              <a:ext cx="204893" cy="107346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7" name="Google Shape;3997;p167"/>
            <p:cNvSpPr/>
            <p:nvPr/>
          </p:nvSpPr>
          <p:spPr>
            <a:xfrm>
              <a:off x="6083828" y="4788439"/>
              <a:ext cx="165333" cy="105886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8" name="Google Shape;3998;p167"/>
            <p:cNvSpPr/>
            <p:nvPr/>
          </p:nvSpPr>
          <p:spPr>
            <a:xfrm>
              <a:off x="2074163" y="2200656"/>
              <a:ext cx="3896995" cy="562610"/>
            </a:xfrm>
            <a:custGeom>
              <a:rect b="b" l="l" r="r" t="t"/>
              <a:pathLst>
                <a:path extrusionOk="0" h="562610" w="3896995">
                  <a:moveTo>
                    <a:pt x="3117469" y="0"/>
                  </a:moveTo>
                  <a:lnTo>
                    <a:pt x="779399" y="0"/>
                  </a:lnTo>
                  <a:lnTo>
                    <a:pt x="0" y="281178"/>
                  </a:lnTo>
                  <a:lnTo>
                    <a:pt x="779399" y="562356"/>
                  </a:lnTo>
                  <a:lnTo>
                    <a:pt x="3117469" y="562356"/>
                  </a:lnTo>
                  <a:lnTo>
                    <a:pt x="3896868" y="281178"/>
                  </a:lnTo>
                  <a:lnTo>
                    <a:pt x="3117469" y="0"/>
                  </a:lnTo>
                  <a:close/>
                </a:path>
              </a:pathLst>
            </a:custGeom>
            <a:solidFill>
              <a:srgbClr val="FFFFFF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9" name="Google Shape;3999;p167"/>
            <p:cNvSpPr/>
            <p:nvPr/>
          </p:nvSpPr>
          <p:spPr>
            <a:xfrm>
              <a:off x="2074163" y="2200656"/>
              <a:ext cx="3896995" cy="562610"/>
            </a:xfrm>
            <a:custGeom>
              <a:rect b="b" l="l" r="r" t="t"/>
              <a:pathLst>
                <a:path extrusionOk="0" h="562610" w="3896995">
                  <a:moveTo>
                    <a:pt x="0" y="281178"/>
                  </a:moveTo>
                  <a:lnTo>
                    <a:pt x="779399" y="0"/>
                  </a:lnTo>
                  <a:lnTo>
                    <a:pt x="3117469" y="0"/>
                  </a:lnTo>
                  <a:lnTo>
                    <a:pt x="3896868" y="281178"/>
                  </a:lnTo>
                  <a:lnTo>
                    <a:pt x="3117469" y="562356"/>
                  </a:lnTo>
                  <a:lnTo>
                    <a:pt x="779399" y="562356"/>
                  </a:lnTo>
                  <a:lnTo>
                    <a:pt x="0" y="281178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0" name="Google Shape;4000;p167"/>
            <p:cNvSpPr/>
            <p:nvPr/>
          </p:nvSpPr>
          <p:spPr>
            <a:xfrm>
              <a:off x="3157727" y="2394204"/>
              <a:ext cx="1727453" cy="15163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001" name="Google Shape;4001;p167"/>
          <p:cNvSpPr/>
          <p:nvPr/>
        </p:nvSpPr>
        <p:spPr>
          <a:xfrm>
            <a:off x="554736" y="1449324"/>
            <a:ext cx="2769869" cy="189737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5" name="Shape 4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6" name="Google Shape;4006;p168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07" name="Google Shape;4007;p16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08" name="Google Shape;4008;p16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09" name="Google Shape;4009;p168"/>
          <p:cNvSpPr txBox="1"/>
          <p:nvPr/>
        </p:nvSpPr>
        <p:spPr>
          <a:xfrm>
            <a:off x="437489" y="431419"/>
            <a:ext cx="3632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4.1. Principles of Hypothesis Testing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10" name="Google Shape;4010;p16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11" name="Google Shape;4011;p168"/>
          <p:cNvSpPr/>
          <p:nvPr/>
        </p:nvSpPr>
        <p:spPr>
          <a:xfrm>
            <a:off x="682751" y="1805939"/>
            <a:ext cx="1684782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12" name="Google Shape;4012;p168"/>
          <p:cNvSpPr/>
          <p:nvPr/>
        </p:nvSpPr>
        <p:spPr>
          <a:xfrm>
            <a:off x="554736" y="1449324"/>
            <a:ext cx="2769869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013" name="Google Shape;4013;p168"/>
          <p:cNvGrpSpPr/>
          <p:nvPr/>
        </p:nvGrpSpPr>
        <p:grpSpPr>
          <a:xfrm>
            <a:off x="2074163" y="2200656"/>
            <a:ext cx="6559551" cy="3860545"/>
            <a:chOff x="2074163" y="2200656"/>
            <a:chExt cx="6559551" cy="3860545"/>
          </a:xfrm>
        </p:grpSpPr>
        <p:sp>
          <p:nvSpPr>
            <p:cNvPr id="4014" name="Google Shape;4014;p168"/>
            <p:cNvSpPr/>
            <p:nvPr/>
          </p:nvSpPr>
          <p:spPr>
            <a:xfrm>
              <a:off x="2074163" y="4597908"/>
              <a:ext cx="3896995" cy="795655"/>
            </a:xfrm>
            <a:custGeom>
              <a:rect b="b" l="l" r="r" t="t"/>
              <a:pathLst>
                <a:path extrusionOk="0" h="795654" w="3896995">
                  <a:moveTo>
                    <a:pt x="1948434" y="0"/>
                  </a:moveTo>
                  <a:lnTo>
                    <a:pt x="0" y="397764"/>
                  </a:lnTo>
                  <a:lnTo>
                    <a:pt x="1948434" y="795528"/>
                  </a:lnTo>
                  <a:lnTo>
                    <a:pt x="3896868" y="397764"/>
                  </a:lnTo>
                  <a:lnTo>
                    <a:pt x="1948434" y="0"/>
                  </a:lnTo>
                  <a:close/>
                </a:path>
              </a:pathLst>
            </a:custGeom>
            <a:solidFill>
              <a:srgbClr val="FFFFFF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5" name="Google Shape;4015;p168"/>
            <p:cNvSpPr/>
            <p:nvPr/>
          </p:nvSpPr>
          <p:spPr>
            <a:xfrm>
              <a:off x="2074163" y="4597908"/>
              <a:ext cx="3896995" cy="795655"/>
            </a:xfrm>
            <a:custGeom>
              <a:rect b="b" l="l" r="r" t="t"/>
              <a:pathLst>
                <a:path extrusionOk="0" h="795654" w="3896995">
                  <a:moveTo>
                    <a:pt x="0" y="397764"/>
                  </a:moveTo>
                  <a:lnTo>
                    <a:pt x="1948434" y="0"/>
                  </a:lnTo>
                  <a:lnTo>
                    <a:pt x="3896868" y="397764"/>
                  </a:lnTo>
                  <a:lnTo>
                    <a:pt x="1948434" y="795528"/>
                  </a:lnTo>
                  <a:lnTo>
                    <a:pt x="0" y="397764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6" name="Google Shape;4016;p168"/>
            <p:cNvSpPr/>
            <p:nvPr/>
          </p:nvSpPr>
          <p:spPr>
            <a:xfrm>
              <a:off x="3582923" y="4936236"/>
              <a:ext cx="878586" cy="14554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7" name="Google Shape;4017;p168"/>
            <p:cNvSpPr/>
            <p:nvPr/>
          </p:nvSpPr>
          <p:spPr>
            <a:xfrm>
              <a:off x="2074163" y="3049524"/>
              <a:ext cx="3896995" cy="588645"/>
            </a:xfrm>
            <a:custGeom>
              <a:rect b="b" l="l" r="r" t="t"/>
              <a:pathLst>
                <a:path extrusionOk="0" h="588645" w="3896995">
                  <a:moveTo>
                    <a:pt x="0" y="588263"/>
                  </a:moveTo>
                  <a:lnTo>
                    <a:pt x="3896867" y="588263"/>
                  </a:lnTo>
                  <a:lnTo>
                    <a:pt x="3896867" y="0"/>
                  </a:lnTo>
                  <a:lnTo>
                    <a:pt x="0" y="0"/>
                  </a:lnTo>
                  <a:lnTo>
                    <a:pt x="0" y="588263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8" name="Google Shape;4018;p168"/>
            <p:cNvSpPr/>
            <p:nvPr/>
          </p:nvSpPr>
          <p:spPr>
            <a:xfrm>
              <a:off x="2508503" y="3172955"/>
              <a:ext cx="3031997" cy="374154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9" name="Google Shape;4019;p168"/>
            <p:cNvSpPr/>
            <p:nvPr/>
          </p:nvSpPr>
          <p:spPr>
            <a:xfrm>
              <a:off x="3985260" y="2763012"/>
              <a:ext cx="76200" cy="287020"/>
            </a:xfrm>
            <a:custGeom>
              <a:rect b="b" l="l" r="r" t="t"/>
              <a:pathLst>
                <a:path extrusionOk="0" h="287019" w="76200">
                  <a:moveTo>
                    <a:pt x="0" y="210565"/>
                  </a:moveTo>
                  <a:lnTo>
                    <a:pt x="38100" y="286765"/>
                  </a:lnTo>
                  <a:lnTo>
                    <a:pt x="63500" y="235965"/>
                  </a:lnTo>
                  <a:lnTo>
                    <a:pt x="31750" y="235965"/>
                  </a:lnTo>
                  <a:lnTo>
                    <a:pt x="31750" y="231732"/>
                  </a:lnTo>
                  <a:lnTo>
                    <a:pt x="0" y="210565"/>
                  </a:lnTo>
                  <a:close/>
                </a:path>
                <a:path extrusionOk="0" h="287019" w="76200">
                  <a:moveTo>
                    <a:pt x="31750" y="231732"/>
                  </a:moveTo>
                  <a:lnTo>
                    <a:pt x="31750" y="235965"/>
                  </a:lnTo>
                  <a:lnTo>
                    <a:pt x="38100" y="235965"/>
                  </a:lnTo>
                  <a:lnTo>
                    <a:pt x="31750" y="231732"/>
                  </a:lnTo>
                  <a:close/>
                </a:path>
                <a:path extrusionOk="0" h="287019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231732"/>
                  </a:lnTo>
                  <a:lnTo>
                    <a:pt x="38100" y="235965"/>
                  </a:lnTo>
                  <a:lnTo>
                    <a:pt x="44450" y="231732"/>
                  </a:lnTo>
                  <a:lnTo>
                    <a:pt x="44450" y="0"/>
                  </a:lnTo>
                  <a:close/>
                </a:path>
                <a:path extrusionOk="0" h="287019" w="76200">
                  <a:moveTo>
                    <a:pt x="44450" y="231732"/>
                  </a:moveTo>
                  <a:lnTo>
                    <a:pt x="38100" y="235965"/>
                  </a:lnTo>
                  <a:lnTo>
                    <a:pt x="44450" y="235965"/>
                  </a:lnTo>
                  <a:lnTo>
                    <a:pt x="44450" y="231732"/>
                  </a:lnTo>
                  <a:close/>
                </a:path>
                <a:path extrusionOk="0" h="287019" w="76200">
                  <a:moveTo>
                    <a:pt x="76200" y="210565"/>
                  </a:moveTo>
                  <a:lnTo>
                    <a:pt x="44450" y="231732"/>
                  </a:lnTo>
                  <a:lnTo>
                    <a:pt x="44450" y="235965"/>
                  </a:lnTo>
                  <a:lnTo>
                    <a:pt x="63500" y="235965"/>
                  </a:lnTo>
                  <a:lnTo>
                    <a:pt x="76200" y="21056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0" name="Google Shape;4020;p168"/>
            <p:cNvSpPr/>
            <p:nvPr/>
          </p:nvSpPr>
          <p:spPr>
            <a:xfrm>
              <a:off x="2074163" y="3927348"/>
              <a:ext cx="3896995" cy="405765"/>
            </a:xfrm>
            <a:custGeom>
              <a:rect b="b" l="l" r="r" t="t"/>
              <a:pathLst>
                <a:path extrusionOk="0" h="405764" w="3896995">
                  <a:moveTo>
                    <a:pt x="0" y="405383"/>
                  </a:moveTo>
                  <a:lnTo>
                    <a:pt x="3896867" y="405383"/>
                  </a:lnTo>
                  <a:lnTo>
                    <a:pt x="3896867" y="0"/>
                  </a:lnTo>
                  <a:lnTo>
                    <a:pt x="0" y="0"/>
                  </a:lnTo>
                  <a:lnTo>
                    <a:pt x="0" y="405383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1" name="Google Shape;4021;p168"/>
            <p:cNvSpPr/>
            <p:nvPr/>
          </p:nvSpPr>
          <p:spPr>
            <a:xfrm>
              <a:off x="2735579" y="4070604"/>
              <a:ext cx="2568701" cy="147066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2" name="Google Shape;4022;p168"/>
            <p:cNvSpPr/>
            <p:nvPr/>
          </p:nvSpPr>
          <p:spPr>
            <a:xfrm>
              <a:off x="3985260" y="3637787"/>
              <a:ext cx="76200" cy="960119"/>
            </a:xfrm>
            <a:custGeom>
              <a:rect b="b" l="l" r="r" t="t"/>
              <a:pathLst>
                <a:path extrusionOk="0" h="960120" w="76200">
                  <a:moveTo>
                    <a:pt x="76200" y="883412"/>
                  </a:moveTo>
                  <a:lnTo>
                    <a:pt x="44450" y="904582"/>
                  </a:lnTo>
                  <a:lnTo>
                    <a:pt x="44450" y="694944"/>
                  </a:lnTo>
                  <a:lnTo>
                    <a:pt x="31750" y="694944"/>
                  </a:lnTo>
                  <a:lnTo>
                    <a:pt x="31750" y="904582"/>
                  </a:lnTo>
                  <a:lnTo>
                    <a:pt x="0" y="883412"/>
                  </a:lnTo>
                  <a:lnTo>
                    <a:pt x="38100" y="959612"/>
                  </a:lnTo>
                  <a:lnTo>
                    <a:pt x="63500" y="908812"/>
                  </a:lnTo>
                  <a:lnTo>
                    <a:pt x="76200" y="883412"/>
                  </a:lnTo>
                  <a:close/>
                </a:path>
                <a:path extrusionOk="0" h="960120" w="76200">
                  <a:moveTo>
                    <a:pt x="76200" y="212979"/>
                  </a:moveTo>
                  <a:lnTo>
                    <a:pt x="44450" y="234149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234149"/>
                  </a:lnTo>
                  <a:lnTo>
                    <a:pt x="0" y="212979"/>
                  </a:lnTo>
                  <a:lnTo>
                    <a:pt x="38100" y="289179"/>
                  </a:lnTo>
                  <a:lnTo>
                    <a:pt x="63500" y="238379"/>
                  </a:lnTo>
                  <a:lnTo>
                    <a:pt x="76200" y="21297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3" name="Google Shape;4023;p168"/>
            <p:cNvSpPr/>
            <p:nvPr/>
          </p:nvSpPr>
          <p:spPr>
            <a:xfrm>
              <a:off x="2074163" y="5704331"/>
              <a:ext cx="3896995" cy="356870"/>
            </a:xfrm>
            <a:custGeom>
              <a:rect b="b" l="l" r="r" t="t"/>
              <a:pathLst>
                <a:path extrusionOk="0" h="356870" w="3896995">
                  <a:moveTo>
                    <a:pt x="0" y="356616"/>
                  </a:moveTo>
                  <a:lnTo>
                    <a:pt x="3896867" y="356616"/>
                  </a:lnTo>
                  <a:lnTo>
                    <a:pt x="3896867" y="0"/>
                  </a:lnTo>
                  <a:lnTo>
                    <a:pt x="0" y="0"/>
                  </a:lnTo>
                  <a:lnTo>
                    <a:pt x="0" y="356616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4" name="Google Shape;4024;p168"/>
            <p:cNvSpPr/>
            <p:nvPr/>
          </p:nvSpPr>
          <p:spPr>
            <a:xfrm>
              <a:off x="3628643" y="5824727"/>
              <a:ext cx="785622" cy="15163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5" name="Google Shape;4025;p168"/>
            <p:cNvSpPr/>
            <p:nvPr/>
          </p:nvSpPr>
          <p:spPr>
            <a:xfrm>
              <a:off x="3985260" y="5393436"/>
              <a:ext cx="76200" cy="311150"/>
            </a:xfrm>
            <a:custGeom>
              <a:rect b="b" l="l" r="r" t="t"/>
              <a:pathLst>
                <a:path extrusionOk="0" h="311150" w="76200">
                  <a:moveTo>
                    <a:pt x="0" y="234645"/>
                  </a:moveTo>
                  <a:lnTo>
                    <a:pt x="38100" y="310845"/>
                  </a:lnTo>
                  <a:lnTo>
                    <a:pt x="63500" y="260045"/>
                  </a:lnTo>
                  <a:lnTo>
                    <a:pt x="31750" y="260045"/>
                  </a:lnTo>
                  <a:lnTo>
                    <a:pt x="31750" y="255811"/>
                  </a:lnTo>
                  <a:lnTo>
                    <a:pt x="0" y="234645"/>
                  </a:lnTo>
                  <a:close/>
                </a:path>
                <a:path extrusionOk="0" h="311150" w="76200">
                  <a:moveTo>
                    <a:pt x="31750" y="255811"/>
                  </a:moveTo>
                  <a:lnTo>
                    <a:pt x="31750" y="260045"/>
                  </a:lnTo>
                  <a:lnTo>
                    <a:pt x="38100" y="260045"/>
                  </a:lnTo>
                  <a:lnTo>
                    <a:pt x="31750" y="255811"/>
                  </a:lnTo>
                  <a:close/>
                </a:path>
                <a:path extrusionOk="0" h="311150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255811"/>
                  </a:lnTo>
                  <a:lnTo>
                    <a:pt x="38100" y="260045"/>
                  </a:lnTo>
                  <a:lnTo>
                    <a:pt x="44450" y="255811"/>
                  </a:lnTo>
                  <a:lnTo>
                    <a:pt x="44450" y="0"/>
                  </a:lnTo>
                  <a:close/>
                </a:path>
                <a:path extrusionOk="0" h="311150" w="76200">
                  <a:moveTo>
                    <a:pt x="44450" y="255811"/>
                  </a:moveTo>
                  <a:lnTo>
                    <a:pt x="38100" y="260045"/>
                  </a:lnTo>
                  <a:lnTo>
                    <a:pt x="44450" y="260045"/>
                  </a:lnTo>
                  <a:lnTo>
                    <a:pt x="44450" y="255811"/>
                  </a:lnTo>
                  <a:close/>
                </a:path>
                <a:path extrusionOk="0" h="311150" w="76200">
                  <a:moveTo>
                    <a:pt x="76200" y="234645"/>
                  </a:moveTo>
                  <a:lnTo>
                    <a:pt x="44450" y="255811"/>
                  </a:lnTo>
                  <a:lnTo>
                    <a:pt x="44450" y="260045"/>
                  </a:lnTo>
                  <a:lnTo>
                    <a:pt x="63500" y="260045"/>
                  </a:lnTo>
                  <a:lnTo>
                    <a:pt x="76200" y="23464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6" name="Google Shape;4026;p168"/>
            <p:cNvSpPr/>
            <p:nvPr/>
          </p:nvSpPr>
          <p:spPr>
            <a:xfrm>
              <a:off x="6417564" y="4782311"/>
              <a:ext cx="2216150" cy="426720"/>
            </a:xfrm>
            <a:custGeom>
              <a:rect b="b" l="l" r="r" t="t"/>
              <a:pathLst>
                <a:path extrusionOk="0" h="426720" w="2216150">
                  <a:moveTo>
                    <a:pt x="0" y="426719"/>
                  </a:moveTo>
                  <a:lnTo>
                    <a:pt x="2215895" y="426719"/>
                  </a:lnTo>
                  <a:lnTo>
                    <a:pt x="2215895" y="0"/>
                  </a:lnTo>
                  <a:lnTo>
                    <a:pt x="0" y="0"/>
                  </a:lnTo>
                  <a:lnTo>
                    <a:pt x="0" y="426719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7" name="Google Shape;4027;p168"/>
            <p:cNvSpPr/>
            <p:nvPr/>
          </p:nvSpPr>
          <p:spPr>
            <a:xfrm>
              <a:off x="6842759" y="4936236"/>
              <a:ext cx="1363218" cy="15316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8" name="Google Shape;4028;p168"/>
            <p:cNvSpPr/>
            <p:nvPr/>
          </p:nvSpPr>
          <p:spPr>
            <a:xfrm>
              <a:off x="5971032" y="4957572"/>
              <a:ext cx="447040" cy="76200"/>
            </a:xfrm>
            <a:custGeom>
              <a:rect b="b" l="l" r="r" t="t"/>
              <a:pathLst>
                <a:path extrusionOk="0" h="76200" w="447039">
                  <a:moveTo>
                    <a:pt x="395858" y="38100"/>
                  </a:moveTo>
                  <a:lnTo>
                    <a:pt x="370458" y="76200"/>
                  </a:lnTo>
                  <a:lnTo>
                    <a:pt x="433958" y="44450"/>
                  </a:lnTo>
                  <a:lnTo>
                    <a:pt x="395858" y="44450"/>
                  </a:lnTo>
                  <a:lnTo>
                    <a:pt x="395858" y="38100"/>
                  </a:lnTo>
                  <a:close/>
                </a:path>
                <a:path extrusionOk="0" h="76200" w="447039">
                  <a:moveTo>
                    <a:pt x="391625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91625" y="44450"/>
                  </a:lnTo>
                  <a:lnTo>
                    <a:pt x="395858" y="38100"/>
                  </a:lnTo>
                  <a:lnTo>
                    <a:pt x="391625" y="31750"/>
                  </a:lnTo>
                  <a:close/>
                </a:path>
                <a:path extrusionOk="0" h="76200" w="447039">
                  <a:moveTo>
                    <a:pt x="433958" y="31750"/>
                  </a:moveTo>
                  <a:lnTo>
                    <a:pt x="395858" y="31750"/>
                  </a:lnTo>
                  <a:lnTo>
                    <a:pt x="395858" y="44450"/>
                  </a:lnTo>
                  <a:lnTo>
                    <a:pt x="433958" y="44450"/>
                  </a:lnTo>
                  <a:lnTo>
                    <a:pt x="446658" y="38100"/>
                  </a:lnTo>
                  <a:lnTo>
                    <a:pt x="433958" y="31750"/>
                  </a:lnTo>
                  <a:close/>
                </a:path>
                <a:path extrusionOk="0" h="76200" w="447039">
                  <a:moveTo>
                    <a:pt x="370458" y="0"/>
                  </a:moveTo>
                  <a:lnTo>
                    <a:pt x="395858" y="38100"/>
                  </a:lnTo>
                  <a:lnTo>
                    <a:pt x="395858" y="31750"/>
                  </a:lnTo>
                  <a:lnTo>
                    <a:pt x="433958" y="31750"/>
                  </a:lnTo>
                  <a:lnTo>
                    <a:pt x="370458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9" name="Google Shape;4029;p168"/>
            <p:cNvSpPr/>
            <p:nvPr/>
          </p:nvSpPr>
          <p:spPr>
            <a:xfrm>
              <a:off x="4197180" y="5495639"/>
              <a:ext cx="204893" cy="107346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0" name="Google Shape;4030;p168"/>
            <p:cNvSpPr/>
            <p:nvPr/>
          </p:nvSpPr>
          <p:spPr>
            <a:xfrm>
              <a:off x="6083828" y="4788439"/>
              <a:ext cx="165333" cy="105886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1" name="Google Shape;4031;p168"/>
            <p:cNvSpPr/>
            <p:nvPr/>
          </p:nvSpPr>
          <p:spPr>
            <a:xfrm>
              <a:off x="2074163" y="2200656"/>
              <a:ext cx="3896995" cy="562610"/>
            </a:xfrm>
            <a:custGeom>
              <a:rect b="b" l="l" r="r" t="t"/>
              <a:pathLst>
                <a:path extrusionOk="0" h="562610" w="3896995">
                  <a:moveTo>
                    <a:pt x="3117469" y="0"/>
                  </a:moveTo>
                  <a:lnTo>
                    <a:pt x="779399" y="0"/>
                  </a:lnTo>
                  <a:lnTo>
                    <a:pt x="0" y="281178"/>
                  </a:lnTo>
                  <a:lnTo>
                    <a:pt x="779399" y="562356"/>
                  </a:lnTo>
                  <a:lnTo>
                    <a:pt x="3117469" y="562356"/>
                  </a:lnTo>
                  <a:lnTo>
                    <a:pt x="3896868" y="281178"/>
                  </a:lnTo>
                  <a:lnTo>
                    <a:pt x="3117469" y="0"/>
                  </a:lnTo>
                  <a:close/>
                </a:path>
              </a:pathLst>
            </a:custGeom>
            <a:solidFill>
              <a:srgbClr val="FFFFFF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2" name="Google Shape;4032;p168"/>
            <p:cNvSpPr/>
            <p:nvPr/>
          </p:nvSpPr>
          <p:spPr>
            <a:xfrm>
              <a:off x="2074163" y="2200656"/>
              <a:ext cx="3896995" cy="562610"/>
            </a:xfrm>
            <a:custGeom>
              <a:rect b="b" l="l" r="r" t="t"/>
              <a:pathLst>
                <a:path extrusionOk="0" h="562610" w="3896995">
                  <a:moveTo>
                    <a:pt x="0" y="281178"/>
                  </a:moveTo>
                  <a:lnTo>
                    <a:pt x="779399" y="0"/>
                  </a:lnTo>
                  <a:lnTo>
                    <a:pt x="3117469" y="0"/>
                  </a:lnTo>
                  <a:lnTo>
                    <a:pt x="3896868" y="281178"/>
                  </a:lnTo>
                  <a:lnTo>
                    <a:pt x="3117469" y="562356"/>
                  </a:lnTo>
                  <a:lnTo>
                    <a:pt x="779399" y="562356"/>
                  </a:lnTo>
                  <a:lnTo>
                    <a:pt x="0" y="281178"/>
                  </a:lnTo>
                  <a:close/>
                </a:path>
              </a:pathLst>
            </a:custGeom>
            <a:noFill/>
            <a:ln cap="flat" cmpd="sng" w="12175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3" name="Google Shape;4033;p168"/>
            <p:cNvSpPr/>
            <p:nvPr/>
          </p:nvSpPr>
          <p:spPr>
            <a:xfrm>
              <a:off x="3157727" y="2394204"/>
              <a:ext cx="1727453" cy="151637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7" name="Shape 4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8" name="Google Shape;4038;p169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39" name="Google Shape;4039;p16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40" name="Google Shape;4040;p16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41" name="Google Shape;4041;p169"/>
          <p:cNvSpPr txBox="1"/>
          <p:nvPr/>
        </p:nvSpPr>
        <p:spPr>
          <a:xfrm>
            <a:off x="437489" y="431419"/>
            <a:ext cx="3632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4.1. Principles of Hypothesis Testing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42" name="Google Shape;4042;p169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4043" name="Google Shape;4043;p169"/>
          <p:cNvGraphicFramePr/>
          <p:nvPr/>
        </p:nvGraphicFramePr>
        <p:xfrm>
          <a:off x="558926" y="180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{5CB56259-AA10-4C71-BC1D-53083881A770}</a:tableStyleId>
              </a:tblPr>
              <a:tblGrid>
                <a:gridCol w="2844800"/>
                <a:gridCol w="2917825"/>
                <a:gridCol w="2881000"/>
              </a:tblGrid>
              <a:tr h="51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044" name="Google Shape;4044;p169"/>
          <p:cNvGrpSpPr/>
          <p:nvPr/>
        </p:nvGrpSpPr>
        <p:grpSpPr>
          <a:xfrm>
            <a:off x="558927" y="1808861"/>
            <a:ext cx="8644890" cy="2088159"/>
            <a:chOff x="558927" y="1808861"/>
            <a:chExt cx="8644890" cy="2088159"/>
          </a:xfrm>
        </p:grpSpPr>
        <p:sp>
          <p:nvSpPr>
            <p:cNvPr id="4045" name="Google Shape;4045;p169"/>
            <p:cNvSpPr/>
            <p:nvPr/>
          </p:nvSpPr>
          <p:spPr>
            <a:xfrm>
              <a:off x="558927" y="1808873"/>
              <a:ext cx="8644890" cy="519430"/>
            </a:xfrm>
            <a:custGeom>
              <a:rect b="b" l="l" r="r" t="t"/>
              <a:pathLst>
                <a:path extrusionOk="0" h="519430" w="8644890">
                  <a:moveTo>
                    <a:pt x="8644763" y="0"/>
                  </a:moveTo>
                  <a:lnTo>
                    <a:pt x="5763247" y="0"/>
                  </a:lnTo>
                  <a:lnTo>
                    <a:pt x="2844927" y="0"/>
                  </a:lnTo>
                  <a:lnTo>
                    <a:pt x="0" y="0"/>
                  </a:lnTo>
                  <a:lnTo>
                    <a:pt x="0" y="519163"/>
                  </a:lnTo>
                  <a:lnTo>
                    <a:pt x="2844927" y="519163"/>
                  </a:lnTo>
                  <a:lnTo>
                    <a:pt x="5763133" y="519163"/>
                  </a:lnTo>
                  <a:lnTo>
                    <a:pt x="8644763" y="519163"/>
                  </a:lnTo>
                  <a:lnTo>
                    <a:pt x="864476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6" name="Google Shape;4046;p169"/>
            <p:cNvSpPr/>
            <p:nvPr/>
          </p:nvSpPr>
          <p:spPr>
            <a:xfrm>
              <a:off x="558927" y="2327935"/>
              <a:ext cx="2845435" cy="1569085"/>
            </a:xfrm>
            <a:custGeom>
              <a:rect b="b" l="l" r="r" t="t"/>
              <a:pathLst>
                <a:path extrusionOk="0" h="1569085" w="2845435">
                  <a:moveTo>
                    <a:pt x="2844927" y="784352"/>
                  </a:moveTo>
                  <a:lnTo>
                    <a:pt x="0" y="784352"/>
                  </a:lnTo>
                  <a:lnTo>
                    <a:pt x="0" y="1568678"/>
                  </a:lnTo>
                  <a:lnTo>
                    <a:pt x="2844927" y="1568678"/>
                  </a:lnTo>
                  <a:lnTo>
                    <a:pt x="2844927" y="784352"/>
                  </a:lnTo>
                  <a:close/>
                </a:path>
                <a:path extrusionOk="0" h="1569085" w="2845435">
                  <a:moveTo>
                    <a:pt x="2844927" y="0"/>
                  </a:moveTo>
                  <a:lnTo>
                    <a:pt x="0" y="0"/>
                  </a:lnTo>
                  <a:lnTo>
                    <a:pt x="0" y="784326"/>
                  </a:lnTo>
                  <a:lnTo>
                    <a:pt x="2844927" y="784326"/>
                  </a:lnTo>
                  <a:lnTo>
                    <a:pt x="2844927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7" name="Google Shape;4047;p169"/>
            <p:cNvSpPr/>
            <p:nvPr/>
          </p:nvSpPr>
          <p:spPr>
            <a:xfrm>
              <a:off x="558927" y="1808861"/>
              <a:ext cx="2845435" cy="520065"/>
            </a:xfrm>
            <a:custGeom>
              <a:rect b="b" l="l" r="r" t="t"/>
              <a:pathLst>
                <a:path extrusionOk="0" h="520064" w="2845435">
                  <a:moveTo>
                    <a:pt x="0" y="0"/>
                  </a:moveTo>
                  <a:lnTo>
                    <a:pt x="2845308" y="519684"/>
                  </a:lnTo>
                </a:path>
              </a:pathLst>
            </a:custGeom>
            <a:noFill/>
            <a:ln cap="flat" cmpd="sng" w="952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8" name="Google Shape;4048;p169"/>
            <p:cNvSpPr/>
            <p:nvPr/>
          </p:nvSpPr>
          <p:spPr>
            <a:xfrm>
              <a:off x="2713989" y="1895348"/>
              <a:ext cx="596264" cy="13652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9" name="Google Shape;4049;p169"/>
            <p:cNvSpPr/>
            <p:nvPr/>
          </p:nvSpPr>
          <p:spPr>
            <a:xfrm>
              <a:off x="652538" y="2108962"/>
              <a:ext cx="773925" cy="13627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0" name="Google Shape;4050;p169"/>
            <p:cNvSpPr/>
            <p:nvPr/>
          </p:nvSpPr>
          <p:spPr>
            <a:xfrm>
              <a:off x="4506087" y="2016633"/>
              <a:ext cx="205232" cy="156463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1" name="Google Shape;4051;p169"/>
            <p:cNvSpPr/>
            <p:nvPr/>
          </p:nvSpPr>
          <p:spPr>
            <a:xfrm>
              <a:off x="4771770" y="1999234"/>
              <a:ext cx="444753" cy="13627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2" name="Google Shape;4052;p169"/>
            <p:cNvSpPr/>
            <p:nvPr/>
          </p:nvSpPr>
          <p:spPr>
            <a:xfrm>
              <a:off x="7379335" y="2016633"/>
              <a:ext cx="205232" cy="156463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3" name="Google Shape;4053;p169"/>
            <p:cNvSpPr/>
            <p:nvPr/>
          </p:nvSpPr>
          <p:spPr>
            <a:xfrm>
              <a:off x="7645019" y="1998980"/>
              <a:ext cx="499745" cy="136525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4" name="Google Shape;4054;p169"/>
            <p:cNvSpPr/>
            <p:nvPr/>
          </p:nvSpPr>
          <p:spPr>
            <a:xfrm>
              <a:off x="1568831" y="2682113"/>
              <a:ext cx="205231" cy="156337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5" name="Google Shape;4055;p169"/>
            <p:cNvSpPr/>
            <p:nvPr/>
          </p:nvSpPr>
          <p:spPr>
            <a:xfrm>
              <a:off x="1834261" y="2664460"/>
              <a:ext cx="558545" cy="136398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6" name="Google Shape;4056;p169"/>
            <p:cNvSpPr/>
            <p:nvPr/>
          </p:nvSpPr>
          <p:spPr>
            <a:xfrm>
              <a:off x="4434967" y="2559304"/>
              <a:ext cx="392684" cy="12573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7" name="Google Shape;4057;p169"/>
            <p:cNvSpPr/>
            <p:nvPr/>
          </p:nvSpPr>
          <p:spPr>
            <a:xfrm>
              <a:off x="4869307" y="2559304"/>
              <a:ext cx="421639" cy="12573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8" name="Google Shape;4058;p169"/>
            <p:cNvSpPr/>
            <p:nvPr/>
          </p:nvSpPr>
          <p:spPr>
            <a:xfrm>
              <a:off x="4296282" y="2755900"/>
              <a:ext cx="542670" cy="155448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9" name="Google Shape;4059;p169"/>
            <p:cNvSpPr/>
            <p:nvPr/>
          </p:nvSpPr>
          <p:spPr>
            <a:xfrm>
              <a:off x="4887975" y="2846070"/>
              <a:ext cx="99060" cy="10667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0" name="Google Shape;4060;p169"/>
            <p:cNvSpPr/>
            <p:nvPr/>
          </p:nvSpPr>
          <p:spPr>
            <a:xfrm>
              <a:off x="4887975" y="2812669"/>
              <a:ext cx="99060" cy="10667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1" name="Google Shape;4061;p169"/>
            <p:cNvSpPr/>
            <p:nvPr/>
          </p:nvSpPr>
          <p:spPr>
            <a:xfrm>
              <a:off x="5059552" y="2770759"/>
              <a:ext cx="63881" cy="11087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2" name="Google Shape;4062;p169"/>
            <p:cNvSpPr/>
            <p:nvPr/>
          </p:nvSpPr>
          <p:spPr>
            <a:xfrm>
              <a:off x="5185156" y="2829285"/>
              <a:ext cx="99011" cy="10688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3" name="Google Shape;4063;p169"/>
            <p:cNvSpPr/>
            <p:nvPr/>
          </p:nvSpPr>
          <p:spPr>
            <a:xfrm>
              <a:off x="5343270" y="2803525"/>
              <a:ext cx="87375" cy="79501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4" name="Google Shape;4064;p169"/>
            <p:cNvSpPr/>
            <p:nvPr/>
          </p:nvSpPr>
          <p:spPr>
            <a:xfrm>
              <a:off x="7809864" y="2606421"/>
              <a:ext cx="275716" cy="78612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5" name="Google Shape;4065;p169"/>
            <p:cNvSpPr/>
            <p:nvPr/>
          </p:nvSpPr>
          <p:spPr>
            <a:xfrm>
              <a:off x="7436993" y="2559304"/>
              <a:ext cx="323468" cy="155448"/>
            </a:xfrm>
            <a:prstGeom prst="rect">
              <a:avLst/>
            </a:pr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6" name="Google Shape;4066;p169"/>
            <p:cNvSpPr/>
            <p:nvPr/>
          </p:nvSpPr>
          <p:spPr>
            <a:xfrm>
              <a:off x="7357110" y="2755900"/>
              <a:ext cx="542544" cy="155448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7" name="Google Shape;4067;p169"/>
            <p:cNvSpPr/>
            <p:nvPr/>
          </p:nvSpPr>
          <p:spPr>
            <a:xfrm>
              <a:off x="7915274" y="2846070"/>
              <a:ext cx="98932" cy="10667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8" name="Google Shape;4068;p169"/>
            <p:cNvSpPr/>
            <p:nvPr/>
          </p:nvSpPr>
          <p:spPr>
            <a:xfrm>
              <a:off x="7915274" y="2812669"/>
              <a:ext cx="98932" cy="10667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9" name="Google Shape;4069;p169"/>
            <p:cNvSpPr/>
            <p:nvPr/>
          </p:nvSpPr>
          <p:spPr>
            <a:xfrm>
              <a:off x="8073644" y="2766695"/>
              <a:ext cx="91312" cy="149605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0" name="Google Shape;4070;p169"/>
            <p:cNvSpPr/>
            <p:nvPr/>
          </p:nvSpPr>
          <p:spPr>
            <a:xfrm>
              <a:off x="1489582" y="3306318"/>
              <a:ext cx="205231" cy="156464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1" name="Google Shape;4071;p169"/>
            <p:cNvSpPr/>
            <p:nvPr/>
          </p:nvSpPr>
          <p:spPr>
            <a:xfrm>
              <a:off x="1755012" y="3288919"/>
              <a:ext cx="717931" cy="136270"/>
            </a:xfrm>
            <a:prstGeom prst="rect">
              <a:avLst/>
            </a:pr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2" name="Google Shape;4072;p169"/>
            <p:cNvSpPr/>
            <p:nvPr/>
          </p:nvSpPr>
          <p:spPr>
            <a:xfrm>
              <a:off x="1582546" y="3626358"/>
              <a:ext cx="130683" cy="118872"/>
            </a:xfrm>
            <a:prstGeom prst="rect">
              <a:avLst/>
            </a:pr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3" name="Google Shape;4073;p169"/>
            <p:cNvSpPr/>
            <p:nvPr/>
          </p:nvSpPr>
          <p:spPr>
            <a:xfrm>
              <a:off x="1728215" y="3694430"/>
              <a:ext cx="58419" cy="87375"/>
            </a:xfrm>
            <a:prstGeom prst="rect">
              <a:avLst/>
            </a:pr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4" name="Google Shape;4074;p169"/>
            <p:cNvSpPr/>
            <p:nvPr/>
          </p:nvSpPr>
          <p:spPr>
            <a:xfrm>
              <a:off x="1843023" y="3608832"/>
              <a:ext cx="534543" cy="136398"/>
            </a:xfrm>
            <a:prstGeom prst="rect">
              <a:avLst/>
            </a:pr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5" name="Google Shape;4075;p169"/>
            <p:cNvSpPr/>
            <p:nvPr/>
          </p:nvSpPr>
          <p:spPr>
            <a:xfrm>
              <a:off x="4553076" y="3343655"/>
              <a:ext cx="289178" cy="155448"/>
            </a:xfrm>
            <a:prstGeom prst="rect">
              <a:avLst/>
            </a:pr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6" name="Google Shape;4076;p169"/>
            <p:cNvSpPr/>
            <p:nvPr/>
          </p:nvSpPr>
          <p:spPr>
            <a:xfrm>
              <a:off x="4893944" y="3390773"/>
              <a:ext cx="275589" cy="78612"/>
            </a:xfrm>
            <a:prstGeom prst="rect">
              <a:avLst/>
            </a:pr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7" name="Google Shape;4077;p169"/>
            <p:cNvSpPr/>
            <p:nvPr/>
          </p:nvSpPr>
          <p:spPr>
            <a:xfrm>
              <a:off x="4441063" y="3540252"/>
              <a:ext cx="542671" cy="155448"/>
            </a:xfrm>
            <a:prstGeom prst="rect">
              <a:avLst/>
            </a:prstGeom>
            <a:blipFill rotWithShape="1">
              <a:blip r:embed="rId3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8" name="Google Shape;4078;p169"/>
            <p:cNvSpPr/>
            <p:nvPr/>
          </p:nvSpPr>
          <p:spPr>
            <a:xfrm>
              <a:off x="5032756" y="3630295"/>
              <a:ext cx="99060" cy="10668"/>
            </a:xfrm>
            <a:prstGeom prst="rect">
              <a:avLst/>
            </a:pr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9" name="Google Shape;4079;p169"/>
            <p:cNvSpPr/>
            <p:nvPr/>
          </p:nvSpPr>
          <p:spPr>
            <a:xfrm>
              <a:off x="5032756" y="3597020"/>
              <a:ext cx="99060" cy="10667"/>
            </a:xfrm>
            <a:prstGeom prst="rect">
              <a:avLst/>
            </a:prstGeom>
            <a:blipFill rotWithShape="1">
              <a:blip r:embed="rId3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0" name="Google Shape;4080;p169"/>
            <p:cNvSpPr/>
            <p:nvPr/>
          </p:nvSpPr>
          <p:spPr>
            <a:xfrm>
              <a:off x="5198490" y="3587877"/>
              <a:ext cx="87375" cy="79375"/>
            </a:xfrm>
            <a:prstGeom prst="rect">
              <a:avLst/>
            </a:prstGeom>
            <a:blipFill rotWithShape="1">
              <a:blip r:embed="rId3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1" name="Google Shape;4081;p169"/>
            <p:cNvSpPr/>
            <p:nvPr/>
          </p:nvSpPr>
          <p:spPr>
            <a:xfrm>
              <a:off x="7335773" y="3343655"/>
              <a:ext cx="392556" cy="125730"/>
            </a:xfrm>
            <a:prstGeom prst="rect">
              <a:avLst/>
            </a:prstGeom>
            <a:blipFill rotWithShape="1">
              <a:blip r:embed="rId3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2" name="Google Shape;4082;p169"/>
            <p:cNvSpPr/>
            <p:nvPr/>
          </p:nvSpPr>
          <p:spPr>
            <a:xfrm>
              <a:off x="7770113" y="3343655"/>
              <a:ext cx="421512" cy="125730"/>
            </a:xfrm>
            <a:prstGeom prst="rect">
              <a:avLst/>
            </a:prstGeom>
            <a:blipFill rotWithShape="1">
              <a:blip r:embed="rId3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3" name="Google Shape;4083;p169"/>
            <p:cNvSpPr/>
            <p:nvPr/>
          </p:nvSpPr>
          <p:spPr>
            <a:xfrm>
              <a:off x="7195565" y="3540252"/>
              <a:ext cx="542543" cy="155448"/>
            </a:xfrm>
            <a:prstGeom prst="rect">
              <a:avLst/>
            </a:prstGeom>
            <a:blipFill rotWithShape="1">
              <a:blip r:embed="rId4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4" name="Google Shape;4084;p169"/>
            <p:cNvSpPr/>
            <p:nvPr/>
          </p:nvSpPr>
          <p:spPr>
            <a:xfrm>
              <a:off x="7787259" y="3597020"/>
              <a:ext cx="98933" cy="10667"/>
            </a:xfrm>
            <a:prstGeom prst="rect">
              <a:avLst/>
            </a:pr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5" name="Google Shape;4085;p169"/>
            <p:cNvSpPr/>
            <p:nvPr/>
          </p:nvSpPr>
          <p:spPr>
            <a:xfrm>
              <a:off x="7787259" y="3630295"/>
              <a:ext cx="98933" cy="10668"/>
            </a:xfrm>
            <a:prstGeom prst="rect">
              <a:avLst/>
            </a:pr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6" name="Google Shape;4086;p169"/>
            <p:cNvSpPr/>
            <p:nvPr/>
          </p:nvSpPr>
          <p:spPr>
            <a:xfrm>
              <a:off x="7958709" y="3554983"/>
              <a:ext cx="64008" cy="110997"/>
            </a:xfrm>
            <a:prstGeom prst="rect">
              <a:avLst/>
            </a:prstGeom>
            <a:blipFill rotWithShape="1">
              <a:blip r:embed="rId4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7" name="Google Shape;4087;p169"/>
            <p:cNvSpPr/>
            <p:nvPr/>
          </p:nvSpPr>
          <p:spPr>
            <a:xfrm>
              <a:off x="8235187" y="3551047"/>
              <a:ext cx="91312" cy="149478"/>
            </a:xfrm>
            <a:prstGeom prst="rect">
              <a:avLst/>
            </a:prstGeom>
            <a:blipFill rotWithShape="1">
              <a:blip r:embed="rId4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8" name="Google Shape;4088;p169"/>
            <p:cNvSpPr/>
            <p:nvPr/>
          </p:nvSpPr>
          <p:spPr>
            <a:xfrm>
              <a:off x="8084438" y="3613637"/>
              <a:ext cx="99011" cy="10688"/>
            </a:xfrm>
            <a:prstGeom prst="rect">
              <a:avLst/>
            </a:prstGeom>
            <a:blipFill rotWithShape="1">
              <a:blip r:embed="rId4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089" name="Google Shape;4089;p169"/>
          <p:cNvSpPr/>
          <p:nvPr/>
        </p:nvSpPr>
        <p:spPr>
          <a:xfrm>
            <a:off x="554736" y="1449324"/>
            <a:ext cx="2769869" cy="189737"/>
          </a:xfrm>
          <a:prstGeom prst="rect">
            <a:avLst/>
          </a:prstGeom>
          <a:blipFill rotWithShape="1">
            <a:blip r:embed="rId4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93" name="Shape 4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p170"/>
          <p:cNvSpPr/>
          <p:nvPr/>
        </p:nvSpPr>
        <p:spPr>
          <a:xfrm>
            <a:off x="0" y="0"/>
            <a:ext cx="9902951" cy="299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95" name="Google Shape;4095;p170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96" name="Google Shape;4096;p170"/>
          <p:cNvSpPr/>
          <p:nvPr/>
        </p:nvSpPr>
        <p:spPr>
          <a:xfrm>
            <a:off x="9342219" y="6524434"/>
            <a:ext cx="102770" cy="904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97" name="Google Shape;4097;p17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98" name="Google Shape;4098;p17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99" name="Google Shape;4099;p170"/>
          <p:cNvSpPr/>
          <p:nvPr/>
        </p:nvSpPr>
        <p:spPr>
          <a:xfrm>
            <a:off x="1010411" y="3224771"/>
            <a:ext cx="5162550" cy="4031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00" name="Google Shape;4100;p170"/>
          <p:cNvSpPr/>
          <p:nvPr/>
        </p:nvSpPr>
        <p:spPr>
          <a:xfrm>
            <a:off x="1007363" y="2807207"/>
            <a:ext cx="700277" cy="19583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01" name="Google Shape;4101;p170"/>
          <p:cNvSpPr/>
          <p:nvPr/>
        </p:nvSpPr>
        <p:spPr>
          <a:xfrm>
            <a:off x="1050036" y="3959352"/>
            <a:ext cx="3306317" cy="69723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5" name="Shape 4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Google Shape;4106;p171"/>
          <p:cNvSpPr/>
          <p:nvPr/>
        </p:nvSpPr>
        <p:spPr>
          <a:xfrm>
            <a:off x="9369686" y="6524434"/>
            <a:ext cx="75303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07" name="Google Shape;4107;p17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08" name="Google Shape;4108;p17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09" name="Google Shape;4109;p171"/>
          <p:cNvSpPr txBox="1"/>
          <p:nvPr>
            <p:ph type="title"/>
          </p:nvPr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4.2. Hypothesis Testing in Action</a:t>
            </a:r>
            <a:endParaRPr/>
          </a:p>
        </p:txBody>
      </p:sp>
      <p:sp>
        <p:nvSpPr>
          <p:cNvPr id="4110" name="Google Shape;4110;p17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11" name="Google Shape;4111;p171"/>
          <p:cNvSpPr/>
          <p:nvPr/>
        </p:nvSpPr>
        <p:spPr>
          <a:xfrm>
            <a:off x="473963" y="1440154"/>
            <a:ext cx="3941826" cy="30558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12" name="Google Shape;4112;p171"/>
          <p:cNvSpPr/>
          <p:nvPr/>
        </p:nvSpPr>
        <p:spPr>
          <a:xfrm>
            <a:off x="682751" y="2325623"/>
            <a:ext cx="2241042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13" name="Google Shape;4113;p171"/>
          <p:cNvSpPr/>
          <p:nvPr/>
        </p:nvSpPr>
        <p:spPr>
          <a:xfrm>
            <a:off x="4695444" y="3380359"/>
            <a:ext cx="939165" cy="363220"/>
          </a:xfrm>
          <a:custGeom>
            <a:rect b="b" l="l" r="r" t="t"/>
            <a:pathLst>
              <a:path extrusionOk="0" h="363220" w="939164">
                <a:moveTo>
                  <a:pt x="58165" y="291464"/>
                </a:moveTo>
                <a:lnTo>
                  <a:pt x="0" y="353694"/>
                </a:lnTo>
                <a:lnTo>
                  <a:pt x="84708" y="362838"/>
                </a:lnTo>
                <a:lnTo>
                  <a:pt x="75310" y="337565"/>
                </a:lnTo>
                <a:lnTo>
                  <a:pt x="61721" y="337565"/>
                </a:lnTo>
                <a:lnTo>
                  <a:pt x="57276" y="325627"/>
                </a:lnTo>
                <a:lnTo>
                  <a:pt x="69222" y="321195"/>
                </a:lnTo>
                <a:lnTo>
                  <a:pt x="58165" y="291464"/>
                </a:lnTo>
                <a:close/>
              </a:path>
              <a:path extrusionOk="0" h="363220" w="939164">
                <a:moveTo>
                  <a:pt x="69222" y="321195"/>
                </a:moveTo>
                <a:lnTo>
                  <a:pt x="57276" y="325627"/>
                </a:lnTo>
                <a:lnTo>
                  <a:pt x="61721" y="337565"/>
                </a:lnTo>
                <a:lnTo>
                  <a:pt x="73662" y="333134"/>
                </a:lnTo>
                <a:lnTo>
                  <a:pt x="69222" y="321195"/>
                </a:lnTo>
                <a:close/>
              </a:path>
              <a:path extrusionOk="0" h="363220" w="939164">
                <a:moveTo>
                  <a:pt x="73662" y="333134"/>
                </a:moveTo>
                <a:lnTo>
                  <a:pt x="61721" y="337565"/>
                </a:lnTo>
                <a:lnTo>
                  <a:pt x="75310" y="337565"/>
                </a:lnTo>
                <a:lnTo>
                  <a:pt x="73662" y="333134"/>
                </a:lnTo>
                <a:close/>
              </a:path>
              <a:path extrusionOk="0" h="363220" w="939164">
                <a:moveTo>
                  <a:pt x="934719" y="0"/>
                </a:moveTo>
                <a:lnTo>
                  <a:pt x="69222" y="321195"/>
                </a:lnTo>
                <a:lnTo>
                  <a:pt x="73662" y="333134"/>
                </a:lnTo>
                <a:lnTo>
                  <a:pt x="939038" y="11937"/>
                </a:lnTo>
                <a:lnTo>
                  <a:pt x="934719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14" name="Google Shape;4114;p171"/>
          <p:cNvSpPr txBox="1"/>
          <p:nvPr/>
        </p:nvSpPr>
        <p:spPr>
          <a:xfrm>
            <a:off x="5632703" y="3124200"/>
            <a:ext cx="2281555" cy="585470"/>
          </a:xfrm>
          <a:prstGeom prst="rect">
            <a:avLst/>
          </a:prstGeom>
          <a:solidFill>
            <a:srgbClr val="DEEBF7"/>
          </a:solidFill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Compare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𝜇 </a:t>
            </a: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with a specified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number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𝜇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15" name="Google Shape;4115;p171"/>
          <p:cNvSpPr txBox="1"/>
          <p:nvPr/>
        </p:nvSpPr>
        <p:spPr>
          <a:xfrm>
            <a:off x="5009641" y="2696336"/>
            <a:ext cx="58102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𝑿</a:t>
            </a:r>
            <a:r>
              <a:rPr baseline="30000" lang="en-US" sz="1950">
                <a:latin typeface="Arial"/>
                <a:ea typeface="Arial"/>
                <a:cs typeface="Arial"/>
                <a:sym typeface="Arial"/>
              </a:rPr>
              <a:t>ഥ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, 𝒔</a:t>
            </a:r>
            <a:r>
              <a:rPr baseline="30000" lang="en-US" sz="1425">
                <a:latin typeface="Arial"/>
                <a:ea typeface="Arial"/>
                <a:cs typeface="Arial"/>
                <a:sym typeface="Arial"/>
              </a:rPr>
              <a:t>𝟐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, 𝒏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16" name="Google Shape;4116;p171"/>
          <p:cNvGrpSpPr/>
          <p:nvPr/>
        </p:nvGrpSpPr>
        <p:grpSpPr>
          <a:xfrm>
            <a:off x="3000756" y="2746247"/>
            <a:ext cx="1945385" cy="1629410"/>
            <a:chOff x="3000756" y="2746247"/>
            <a:chExt cx="1945385" cy="1629410"/>
          </a:xfrm>
        </p:grpSpPr>
        <p:sp>
          <p:nvSpPr>
            <p:cNvPr id="4117" name="Google Shape;4117;p171"/>
            <p:cNvSpPr/>
            <p:nvPr/>
          </p:nvSpPr>
          <p:spPr>
            <a:xfrm>
              <a:off x="3000756" y="2746247"/>
              <a:ext cx="1629410" cy="1629410"/>
            </a:xfrm>
            <a:custGeom>
              <a:rect b="b" l="l" r="r" t="t"/>
              <a:pathLst>
                <a:path extrusionOk="0" h="1629410" w="1629410">
                  <a:moveTo>
                    <a:pt x="0" y="814577"/>
                  </a:moveTo>
                  <a:lnTo>
                    <a:pt x="1382" y="766719"/>
                  </a:lnTo>
                  <a:lnTo>
                    <a:pt x="5480" y="719589"/>
                  </a:lnTo>
                  <a:lnTo>
                    <a:pt x="12217" y="673262"/>
                  </a:lnTo>
                  <a:lnTo>
                    <a:pt x="21515" y="627816"/>
                  </a:lnTo>
                  <a:lnTo>
                    <a:pt x="33300" y="583327"/>
                  </a:lnTo>
                  <a:lnTo>
                    <a:pt x="47493" y="539872"/>
                  </a:lnTo>
                  <a:lnTo>
                    <a:pt x="64019" y="497526"/>
                  </a:lnTo>
                  <a:lnTo>
                    <a:pt x="82802" y="456366"/>
                  </a:lnTo>
                  <a:lnTo>
                    <a:pt x="103765" y="416470"/>
                  </a:lnTo>
                  <a:lnTo>
                    <a:pt x="126831" y="377912"/>
                  </a:lnTo>
                  <a:lnTo>
                    <a:pt x="151924" y="340770"/>
                  </a:lnTo>
                  <a:lnTo>
                    <a:pt x="178967" y="305119"/>
                  </a:lnTo>
                  <a:lnTo>
                    <a:pt x="207885" y="271038"/>
                  </a:lnTo>
                  <a:lnTo>
                    <a:pt x="238601" y="238601"/>
                  </a:lnTo>
                  <a:lnTo>
                    <a:pt x="271038" y="207885"/>
                  </a:lnTo>
                  <a:lnTo>
                    <a:pt x="305119" y="178967"/>
                  </a:lnTo>
                  <a:lnTo>
                    <a:pt x="340770" y="151924"/>
                  </a:lnTo>
                  <a:lnTo>
                    <a:pt x="377912" y="126831"/>
                  </a:lnTo>
                  <a:lnTo>
                    <a:pt x="416470" y="103765"/>
                  </a:lnTo>
                  <a:lnTo>
                    <a:pt x="456366" y="82802"/>
                  </a:lnTo>
                  <a:lnTo>
                    <a:pt x="497526" y="64019"/>
                  </a:lnTo>
                  <a:lnTo>
                    <a:pt x="539872" y="47493"/>
                  </a:lnTo>
                  <a:lnTo>
                    <a:pt x="583327" y="33300"/>
                  </a:lnTo>
                  <a:lnTo>
                    <a:pt x="627816" y="21515"/>
                  </a:lnTo>
                  <a:lnTo>
                    <a:pt x="673262" y="12217"/>
                  </a:lnTo>
                  <a:lnTo>
                    <a:pt x="719589" y="5480"/>
                  </a:lnTo>
                  <a:lnTo>
                    <a:pt x="766719" y="1382"/>
                  </a:lnTo>
                  <a:lnTo>
                    <a:pt x="814578" y="0"/>
                  </a:lnTo>
                  <a:lnTo>
                    <a:pt x="862436" y="1382"/>
                  </a:lnTo>
                  <a:lnTo>
                    <a:pt x="909566" y="5480"/>
                  </a:lnTo>
                  <a:lnTo>
                    <a:pt x="955893" y="12217"/>
                  </a:lnTo>
                  <a:lnTo>
                    <a:pt x="1001339" y="21515"/>
                  </a:lnTo>
                  <a:lnTo>
                    <a:pt x="1045828" y="33300"/>
                  </a:lnTo>
                  <a:lnTo>
                    <a:pt x="1089283" y="47493"/>
                  </a:lnTo>
                  <a:lnTo>
                    <a:pt x="1131629" y="64019"/>
                  </a:lnTo>
                  <a:lnTo>
                    <a:pt x="1172789" y="82802"/>
                  </a:lnTo>
                  <a:lnTo>
                    <a:pt x="1212685" y="103765"/>
                  </a:lnTo>
                  <a:lnTo>
                    <a:pt x="1251243" y="126831"/>
                  </a:lnTo>
                  <a:lnTo>
                    <a:pt x="1288385" y="151924"/>
                  </a:lnTo>
                  <a:lnTo>
                    <a:pt x="1324036" y="178967"/>
                  </a:lnTo>
                  <a:lnTo>
                    <a:pt x="1358117" y="207885"/>
                  </a:lnTo>
                  <a:lnTo>
                    <a:pt x="1390554" y="238601"/>
                  </a:lnTo>
                  <a:lnTo>
                    <a:pt x="1421270" y="271038"/>
                  </a:lnTo>
                  <a:lnTo>
                    <a:pt x="1450188" y="305119"/>
                  </a:lnTo>
                  <a:lnTo>
                    <a:pt x="1477231" y="340770"/>
                  </a:lnTo>
                  <a:lnTo>
                    <a:pt x="1502324" y="377912"/>
                  </a:lnTo>
                  <a:lnTo>
                    <a:pt x="1525390" y="416470"/>
                  </a:lnTo>
                  <a:lnTo>
                    <a:pt x="1546353" y="456366"/>
                  </a:lnTo>
                  <a:lnTo>
                    <a:pt x="1565136" y="497526"/>
                  </a:lnTo>
                  <a:lnTo>
                    <a:pt x="1581662" y="539872"/>
                  </a:lnTo>
                  <a:lnTo>
                    <a:pt x="1595855" y="583327"/>
                  </a:lnTo>
                  <a:lnTo>
                    <a:pt x="1607640" y="627816"/>
                  </a:lnTo>
                  <a:lnTo>
                    <a:pt x="1616938" y="673262"/>
                  </a:lnTo>
                  <a:lnTo>
                    <a:pt x="1623675" y="719589"/>
                  </a:lnTo>
                  <a:lnTo>
                    <a:pt x="1627773" y="766719"/>
                  </a:lnTo>
                  <a:lnTo>
                    <a:pt x="1629156" y="814577"/>
                  </a:lnTo>
                  <a:lnTo>
                    <a:pt x="1627773" y="862436"/>
                  </a:lnTo>
                  <a:lnTo>
                    <a:pt x="1623675" y="909566"/>
                  </a:lnTo>
                  <a:lnTo>
                    <a:pt x="1616938" y="955893"/>
                  </a:lnTo>
                  <a:lnTo>
                    <a:pt x="1607640" y="1001339"/>
                  </a:lnTo>
                  <a:lnTo>
                    <a:pt x="1595855" y="1045828"/>
                  </a:lnTo>
                  <a:lnTo>
                    <a:pt x="1581662" y="1089283"/>
                  </a:lnTo>
                  <a:lnTo>
                    <a:pt x="1565136" y="1131629"/>
                  </a:lnTo>
                  <a:lnTo>
                    <a:pt x="1546353" y="1172789"/>
                  </a:lnTo>
                  <a:lnTo>
                    <a:pt x="1525390" y="1212685"/>
                  </a:lnTo>
                  <a:lnTo>
                    <a:pt x="1502324" y="1251243"/>
                  </a:lnTo>
                  <a:lnTo>
                    <a:pt x="1477231" y="1288385"/>
                  </a:lnTo>
                  <a:lnTo>
                    <a:pt x="1450188" y="1324036"/>
                  </a:lnTo>
                  <a:lnTo>
                    <a:pt x="1421270" y="1358117"/>
                  </a:lnTo>
                  <a:lnTo>
                    <a:pt x="1390554" y="1390554"/>
                  </a:lnTo>
                  <a:lnTo>
                    <a:pt x="1358117" y="1421270"/>
                  </a:lnTo>
                  <a:lnTo>
                    <a:pt x="1324036" y="1450188"/>
                  </a:lnTo>
                  <a:lnTo>
                    <a:pt x="1288385" y="1477231"/>
                  </a:lnTo>
                  <a:lnTo>
                    <a:pt x="1251243" y="1502324"/>
                  </a:lnTo>
                  <a:lnTo>
                    <a:pt x="1212685" y="1525390"/>
                  </a:lnTo>
                  <a:lnTo>
                    <a:pt x="1172789" y="1546353"/>
                  </a:lnTo>
                  <a:lnTo>
                    <a:pt x="1131629" y="1565136"/>
                  </a:lnTo>
                  <a:lnTo>
                    <a:pt x="1089283" y="1581662"/>
                  </a:lnTo>
                  <a:lnTo>
                    <a:pt x="1045828" y="1595855"/>
                  </a:lnTo>
                  <a:lnTo>
                    <a:pt x="1001339" y="1607640"/>
                  </a:lnTo>
                  <a:lnTo>
                    <a:pt x="955893" y="1616938"/>
                  </a:lnTo>
                  <a:lnTo>
                    <a:pt x="909566" y="1623675"/>
                  </a:lnTo>
                  <a:lnTo>
                    <a:pt x="862436" y="1627773"/>
                  </a:lnTo>
                  <a:lnTo>
                    <a:pt x="814578" y="1629156"/>
                  </a:lnTo>
                  <a:lnTo>
                    <a:pt x="766719" y="1627773"/>
                  </a:lnTo>
                  <a:lnTo>
                    <a:pt x="719589" y="1623675"/>
                  </a:lnTo>
                  <a:lnTo>
                    <a:pt x="673262" y="1616938"/>
                  </a:lnTo>
                  <a:lnTo>
                    <a:pt x="627816" y="1607640"/>
                  </a:lnTo>
                  <a:lnTo>
                    <a:pt x="583327" y="1595855"/>
                  </a:lnTo>
                  <a:lnTo>
                    <a:pt x="539872" y="1581662"/>
                  </a:lnTo>
                  <a:lnTo>
                    <a:pt x="497526" y="1565136"/>
                  </a:lnTo>
                  <a:lnTo>
                    <a:pt x="456366" y="1546353"/>
                  </a:lnTo>
                  <a:lnTo>
                    <a:pt x="416470" y="1525390"/>
                  </a:lnTo>
                  <a:lnTo>
                    <a:pt x="377912" y="1502324"/>
                  </a:lnTo>
                  <a:lnTo>
                    <a:pt x="340770" y="1477231"/>
                  </a:lnTo>
                  <a:lnTo>
                    <a:pt x="305119" y="1450188"/>
                  </a:lnTo>
                  <a:lnTo>
                    <a:pt x="271038" y="1421270"/>
                  </a:lnTo>
                  <a:lnTo>
                    <a:pt x="238601" y="1390554"/>
                  </a:lnTo>
                  <a:lnTo>
                    <a:pt x="207885" y="1358117"/>
                  </a:lnTo>
                  <a:lnTo>
                    <a:pt x="178967" y="1324036"/>
                  </a:lnTo>
                  <a:lnTo>
                    <a:pt x="151924" y="1288385"/>
                  </a:lnTo>
                  <a:lnTo>
                    <a:pt x="126831" y="1251243"/>
                  </a:lnTo>
                  <a:lnTo>
                    <a:pt x="103765" y="1212685"/>
                  </a:lnTo>
                  <a:lnTo>
                    <a:pt x="82802" y="1172789"/>
                  </a:lnTo>
                  <a:lnTo>
                    <a:pt x="64019" y="1131629"/>
                  </a:lnTo>
                  <a:lnTo>
                    <a:pt x="47493" y="1089283"/>
                  </a:lnTo>
                  <a:lnTo>
                    <a:pt x="33300" y="1045828"/>
                  </a:lnTo>
                  <a:lnTo>
                    <a:pt x="21515" y="1001339"/>
                  </a:lnTo>
                  <a:lnTo>
                    <a:pt x="12217" y="955893"/>
                  </a:lnTo>
                  <a:lnTo>
                    <a:pt x="5480" y="909566"/>
                  </a:lnTo>
                  <a:lnTo>
                    <a:pt x="1382" y="862436"/>
                  </a:lnTo>
                  <a:lnTo>
                    <a:pt x="0" y="814577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8" name="Google Shape;4118;p171"/>
            <p:cNvSpPr/>
            <p:nvPr/>
          </p:nvSpPr>
          <p:spPr>
            <a:xfrm>
              <a:off x="4363212" y="2752343"/>
              <a:ext cx="582929" cy="16992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9" name="Google Shape;4119;p171"/>
            <p:cNvSpPr/>
            <p:nvPr/>
          </p:nvSpPr>
          <p:spPr>
            <a:xfrm>
              <a:off x="3262884" y="2932175"/>
              <a:ext cx="1209040" cy="1298575"/>
            </a:xfrm>
            <a:custGeom>
              <a:rect b="b" l="l" r="r" t="t"/>
              <a:pathLst>
                <a:path extrusionOk="0" h="1298575" w="1209039">
                  <a:moveTo>
                    <a:pt x="60960" y="668274"/>
                  </a:moveTo>
                  <a:lnTo>
                    <a:pt x="58572" y="656107"/>
                  </a:lnTo>
                  <a:lnTo>
                    <a:pt x="52044" y="646176"/>
                  </a:lnTo>
                  <a:lnTo>
                    <a:pt x="42367" y="639495"/>
                  </a:lnTo>
                  <a:lnTo>
                    <a:pt x="30480" y="637044"/>
                  </a:lnTo>
                  <a:lnTo>
                    <a:pt x="18580" y="639495"/>
                  </a:lnTo>
                  <a:lnTo>
                    <a:pt x="8902" y="646176"/>
                  </a:lnTo>
                  <a:lnTo>
                    <a:pt x="2374" y="656107"/>
                  </a:lnTo>
                  <a:lnTo>
                    <a:pt x="0" y="668274"/>
                  </a:lnTo>
                  <a:lnTo>
                    <a:pt x="2374" y="680453"/>
                  </a:lnTo>
                  <a:lnTo>
                    <a:pt x="8902" y="690372"/>
                  </a:lnTo>
                  <a:lnTo>
                    <a:pt x="18580" y="697064"/>
                  </a:lnTo>
                  <a:lnTo>
                    <a:pt x="30480" y="699516"/>
                  </a:lnTo>
                  <a:lnTo>
                    <a:pt x="42367" y="697064"/>
                  </a:lnTo>
                  <a:lnTo>
                    <a:pt x="52044" y="690372"/>
                  </a:lnTo>
                  <a:lnTo>
                    <a:pt x="58572" y="680453"/>
                  </a:lnTo>
                  <a:lnTo>
                    <a:pt x="60960" y="668274"/>
                  </a:lnTo>
                  <a:close/>
                </a:path>
                <a:path extrusionOk="0" h="1298575" w="1209039">
                  <a:moveTo>
                    <a:pt x="86868" y="889254"/>
                  </a:moveTo>
                  <a:lnTo>
                    <a:pt x="84404" y="877087"/>
                  </a:lnTo>
                  <a:lnTo>
                    <a:pt x="77724" y="867156"/>
                  </a:lnTo>
                  <a:lnTo>
                    <a:pt x="67792" y="860475"/>
                  </a:lnTo>
                  <a:lnTo>
                    <a:pt x="55626" y="858012"/>
                  </a:lnTo>
                  <a:lnTo>
                    <a:pt x="43446" y="860475"/>
                  </a:lnTo>
                  <a:lnTo>
                    <a:pt x="33528" y="867156"/>
                  </a:lnTo>
                  <a:lnTo>
                    <a:pt x="26835" y="877087"/>
                  </a:lnTo>
                  <a:lnTo>
                    <a:pt x="24371" y="889254"/>
                  </a:lnTo>
                  <a:lnTo>
                    <a:pt x="26835" y="901433"/>
                  </a:lnTo>
                  <a:lnTo>
                    <a:pt x="33528" y="911352"/>
                  </a:lnTo>
                  <a:lnTo>
                    <a:pt x="43446" y="918044"/>
                  </a:lnTo>
                  <a:lnTo>
                    <a:pt x="55626" y="920496"/>
                  </a:lnTo>
                  <a:lnTo>
                    <a:pt x="67792" y="918044"/>
                  </a:lnTo>
                  <a:lnTo>
                    <a:pt x="77711" y="911364"/>
                  </a:lnTo>
                  <a:lnTo>
                    <a:pt x="84404" y="901433"/>
                  </a:lnTo>
                  <a:lnTo>
                    <a:pt x="86868" y="889254"/>
                  </a:lnTo>
                  <a:close/>
                </a:path>
                <a:path extrusionOk="0" h="1298575" w="1209039">
                  <a:moveTo>
                    <a:pt x="170688" y="427482"/>
                  </a:moveTo>
                  <a:lnTo>
                    <a:pt x="168300" y="415315"/>
                  </a:lnTo>
                  <a:lnTo>
                    <a:pt x="161772" y="405384"/>
                  </a:lnTo>
                  <a:lnTo>
                    <a:pt x="152095" y="398703"/>
                  </a:lnTo>
                  <a:lnTo>
                    <a:pt x="140208" y="396240"/>
                  </a:lnTo>
                  <a:lnTo>
                    <a:pt x="128308" y="398703"/>
                  </a:lnTo>
                  <a:lnTo>
                    <a:pt x="118630" y="405384"/>
                  </a:lnTo>
                  <a:lnTo>
                    <a:pt x="112102" y="415315"/>
                  </a:lnTo>
                  <a:lnTo>
                    <a:pt x="109728" y="427482"/>
                  </a:lnTo>
                  <a:lnTo>
                    <a:pt x="112102" y="439661"/>
                  </a:lnTo>
                  <a:lnTo>
                    <a:pt x="118630" y="449580"/>
                  </a:lnTo>
                  <a:lnTo>
                    <a:pt x="128308" y="456272"/>
                  </a:lnTo>
                  <a:lnTo>
                    <a:pt x="140208" y="458724"/>
                  </a:lnTo>
                  <a:lnTo>
                    <a:pt x="152095" y="456272"/>
                  </a:lnTo>
                  <a:lnTo>
                    <a:pt x="161772" y="449592"/>
                  </a:lnTo>
                  <a:lnTo>
                    <a:pt x="168300" y="439661"/>
                  </a:lnTo>
                  <a:lnTo>
                    <a:pt x="170688" y="427482"/>
                  </a:lnTo>
                  <a:close/>
                </a:path>
                <a:path extrusionOk="0" h="1298575" w="1209039">
                  <a:moveTo>
                    <a:pt x="199644" y="651510"/>
                  </a:moveTo>
                  <a:lnTo>
                    <a:pt x="197256" y="639343"/>
                  </a:lnTo>
                  <a:lnTo>
                    <a:pt x="190728" y="629424"/>
                  </a:lnTo>
                  <a:lnTo>
                    <a:pt x="181051" y="622731"/>
                  </a:lnTo>
                  <a:lnTo>
                    <a:pt x="169164" y="620280"/>
                  </a:lnTo>
                  <a:lnTo>
                    <a:pt x="157264" y="622731"/>
                  </a:lnTo>
                  <a:lnTo>
                    <a:pt x="147586" y="629412"/>
                  </a:lnTo>
                  <a:lnTo>
                    <a:pt x="141058" y="639343"/>
                  </a:lnTo>
                  <a:lnTo>
                    <a:pt x="138684" y="651510"/>
                  </a:lnTo>
                  <a:lnTo>
                    <a:pt x="141058" y="663689"/>
                  </a:lnTo>
                  <a:lnTo>
                    <a:pt x="147586" y="673608"/>
                  </a:lnTo>
                  <a:lnTo>
                    <a:pt x="157264" y="680300"/>
                  </a:lnTo>
                  <a:lnTo>
                    <a:pt x="169164" y="682752"/>
                  </a:lnTo>
                  <a:lnTo>
                    <a:pt x="181051" y="680300"/>
                  </a:lnTo>
                  <a:lnTo>
                    <a:pt x="190728" y="673620"/>
                  </a:lnTo>
                  <a:lnTo>
                    <a:pt x="197256" y="663689"/>
                  </a:lnTo>
                  <a:lnTo>
                    <a:pt x="199644" y="651510"/>
                  </a:lnTo>
                  <a:close/>
                </a:path>
                <a:path extrusionOk="0" h="1298575" w="1209039">
                  <a:moveTo>
                    <a:pt x="217932" y="212598"/>
                  </a:moveTo>
                  <a:lnTo>
                    <a:pt x="215544" y="200431"/>
                  </a:lnTo>
                  <a:lnTo>
                    <a:pt x="209016" y="190500"/>
                  </a:lnTo>
                  <a:lnTo>
                    <a:pt x="199339" y="183819"/>
                  </a:lnTo>
                  <a:lnTo>
                    <a:pt x="187452" y="181356"/>
                  </a:lnTo>
                  <a:lnTo>
                    <a:pt x="175552" y="183819"/>
                  </a:lnTo>
                  <a:lnTo>
                    <a:pt x="165874" y="190500"/>
                  </a:lnTo>
                  <a:lnTo>
                    <a:pt x="159346" y="200431"/>
                  </a:lnTo>
                  <a:lnTo>
                    <a:pt x="156972" y="212598"/>
                  </a:lnTo>
                  <a:lnTo>
                    <a:pt x="159346" y="224777"/>
                  </a:lnTo>
                  <a:lnTo>
                    <a:pt x="165874" y="234696"/>
                  </a:lnTo>
                  <a:lnTo>
                    <a:pt x="175552" y="241388"/>
                  </a:lnTo>
                  <a:lnTo>
                    <a:pt x="187452" y="243840"/>
                  </a:lnTo>
                  <a:lnTo>
                    <a:pt x="199339" y="241388"/>
                  </a:lnTo>
                  <a:lnTo>
                    <a:pt x="209016" y="234696"/>
                  </a:lnTo>
                  <a:lnTo>
                    <a:pt x="215544" y="224777"/>
                  </a:lnTo>
                  <a:lnTo>
                    <a:pt x="217932" y="212598"/>
                  </a:lnTo>
                  <a:close/>
                </a:path>
                <a:path extrusionOk="0" h="1298575" w="1209039">
                  <a:moveTo>
                    <a:pt x="288036" y="947166"/>
                  </a:moveTo>
                  <a:lnTo>
                    <a:pt x="285648" y="934999"/>
                  </a:lnTo>
                  <a:lnTo>
                    <a:pt x="279120" y="925068"/>
                  </a:lnTo>
                  <a:lnTo>
                    <a:pt x="269443" y="918387"/>
                  </a:lnTo>
                  <a:lnTo>
                    <a:pt x="257556" y="915924"/>
                  </a:lnTo>
                  <a:lnTo>
                    <a:pt x="245656" y="918387"/>
                  </a:lnTo>
                  <a:lnTo>
                    <a:pt x="235978" y="925068"/>
                  </a:lnTo>
                  <a:lnTo>
                    <a:pt x="229450" y="934999"/>
                  </a:lnTo>
                  <a:lnTo>
                    <a:pt x="227076" y="947166"/>
                  </a:lnTo>
                  <a:lnTo>
                    <a:pt x="229450" y="959345"/>
                  </a:lnTo>
                  <a:lnTo>
                    <a:pt x="235978" y="969264"/>
                  </a:lnTo>
                  <a:lnTo>
                    <a:pt x="245656" y="975956"/>
                  </a:lnTo>
                  <a:lnTo>
                    <a:pt x="257556" y="978408"/>
                  </a:lnTo>
                  <a:lnTo>
                    <a:pt x="269443" y="975956"/>
                  </a:lnTo>
                  <a:lnTo>
                    <a:pt x="279120" y="969264"/>
                  </a:lnTo>
                  <a:lnTo>
                    <a:pt x="285648" y="959345"/>
                  </a:lnTo>
                  <a:lnTo>
                    <a:pt x="288036" y="947166"/>
                  </a:lnTo>
                  <a:close/>
                </a:path>
                <a:path extrusionOk="0" h="1298575" w="1209039">
                  <a:moveTo>
                    <a:pt x="313944" y="1174242"/>
                  </a:moveTo>
                  <a:lnTo>
                    <a:pt x="311480" y="1162075"/>
                  </a:lnTo>
                  <a:lnTo>
                    <a:pt x="304800" y="1152144"/>
                  </a:lnTo>
                  <a:lnTo>
                    <a:pt x="294868" y="1145463"/>
                  </a:lnTo>
                  <a:lnTo>
                    <a:pt x="282702" y="1143000"/>
                  </a:lnTo>
                  <a:lnTo>
                    <a:pt x="270522" y="1145463"/>
                  </a:lnTo>
                  <a:lnTo>
                    <a:pt x="260604" y="1152144"/>
                  </a:lnTo>
                  <a:lnTo>
                    <a:pt x="253911" y="1162075"/>
                  </a:lnTo>
                  <a:lnTo>
                    <a:pt x="251460" y="1174242"/>
                  </a:lnTo>
                  <a:lnTo>
                    <a:pt x="253911" y="1186421"/>
                  </a:lnTo>
                  <a:lnTo>
                    <a:pt x="260604" y="1196340"/>
                  </a:lnTo>
                  <a:lnTo>
                    <a:pt x="270522" y="1203032"/>
                  </a:lnTo>
                  <a:lnTo>
                    <a:pt x="282702" y="1205484"/>
                  </a:lnTo>
                  <a:lnTo>
                    <a:pt x="294868" y="1203032"/>
                  </a:lnTo>
                  <a:lnTo>
                    <a:pt x="304787" y="1196340"/>
                  </a:lnTo>
                  <a:lnTo>
                    <a:pt x="311480" y="1186421"/>
                  </a:lnTo>
                  <a:lnTo>
                    <a:pt x="313944" y="1174242"/>
                  </a:lnTo>
                  <a:close/>
                </a:path>
                <a:path extrusionOk="0" h="1298575" w="1209039">
                  <a:moveTo>
                    <a:pt x="333756" y="733806"/>
                  </a:moveTo>
                  <a:lnTo>
                    <a:pt x="331368" y="721639"/>
                  </a:lnTo>
                  <a:lnTo>
                    <a:pt x="324840" y="711720"/>
                  </a:lnTo>
                  <a:lnTo>
                    <a:pt x="315163" y="705027"/>
                  </a:lnTo>
                  <a:lnTo>
                    <a:pt x="303276" y="702564"/>
                  </a:lnTo>
                  <a:lnTo>
                    <a:pt x="291376" y="705027"/>
                  </a:lnTo>
                  <a:lnTo>
                    <a:pt x="281698" y="711708"/>
                  </a:lnTo>
                  <a:lnTo>
                    <a:pt x="275170" y="721639"/>
                  </a:lnTo>
                  <a:lnTo>
                    <a:pt x="272796" y="733806"/>
                  </a:lnTo>
                  <a:lnTo>
                    <a:pt x="275170" y="745985"/>
                  </a:lnTo>
                  <a:lnTo>
                    <a:pt x="281698" y="755904"/>
                  </a:lnTo>
                  <a:lnTo>
                    <a:pt x="291376" y="762596"/>
                  </a:lnTo>
                  <a:lnTo>
                    <a:pt x="303276" y="765048"/>
                  </a:lnTo>
                  <a:lnTo>
                    <a:pt x="315163" y="762596"/>
                  </a:lnTo>
                  <a:lnTo>
                    <a:pt x="324840" y="755904"/>
                  </a:lnTo>
                  <a:lnTo>
                    <a:pt x="331368" y="745985"/>
                  </a:lnTo>
                  <a:lnTo>
                    <a:pt x="333756" y="733806"/>
                  </a:lnTo>
                  <a:close/>
                </a:path>
                <a:path extrusionOk="0" h="1298575" w="1209039">
                  <a:moveTo>
                    <a:pt x="448056" y="459486"/>
                  </a:moveTo>
                  <a:lnTo>
                    <a:pt x="445592" y="447319"/>
                  </a:lnTo>
                  <a:lnTo>
                    <a:pt x="438912" y="437400"/>
                  </a:lnTo>
                  <a:lnTo>
                    <a:pt x="428980" y="430707"/>
                  </a:lnTo>
                  <a:lnTo>
                    <a:pt x="416814" y="428244"/>
                  </a:lnTo>
                  <a:lnTo>
                    <a:pt x="404634" y="430707"/>
                  </a:lnTo>
                  <a:lnTo>
                    <a:pt x="394716" y="437388"/>
                  </a:lnTo>
                  <a:lnTo>
                    <a:pt x="388023" y="447319"/>
                  </a:lnTo>
                  <a:lnTo>
                    <a:pt x="385572" y="459486"/>
                  </a:lnTo>
                  <a:lnTo>
                    <a:pt x="388023" y="471665"/>
                  </a:lnTo>
                  <a:lnTo>
                    <a:pt x="394716" y="481584"/>
                  </a:lnTo>
                  <a:lnTo>
                    <a:pt x="404634" y="488276"/>
                  </a:lnTo>
                  <a:lnTo>
                    <a:pt x="416814" y="490728"/>
                  </a:lnTo>
                  <a:lnTo>
                    <a:pt x="428980" y="488276"/>
                  </a:lnTo>
                  <a:lnTo>
                    <a:pt x="438912" y="481584"/>
                  </a:lnTo>
                  <a:lnTo>
                    <a:pt x="445592" y="471665"/>
                  </a:lnTo>
                  <a:lnTo>
                    <a:pt x="448056" y="459486"/>
                  </a:lnTo>
                  <a:close/>
                </a:path>
                <a:path extrusionOk="0" h="1298575" w="1209039">
                  <a:moveTo>
                    <a:pt x="454152" y="236982"/>
                  </a:moveTo>
                  <a:lnTo>
                    <a:pt x="451688" y="224815"/>
                  </a:lnTo>
                  <a:lnTo>
                    <a:pt x="445008" y="214884"/>
                  </a:lnTo>
                  <a:lnTo>
                    <a:pt x="435076" y="208203"/>
                  </a:lnTo>
                  <a:lnTo>
                    <a:pt x="422910" y="205740"/>
                  </a:lnTo>
                  <a:lnTo>
                    <a:pt x="410730" y="208203"/>
                  </a:lnTo>
                  <a:lnTo>
                    <a:pt x="400812" y="214884"/>
                  </a:lnTo>
                  <a:lnTo>
                    <a:pt x="394119" y="224815"/>
                  </a:lnTo>
                  <a:lnTo>
                    <a:pt x="391668" y="236982"/>
                  </a:lnTo>
                  <a:lnTo>
                    <a:pt x="394119" y="249161"/>
                  </a:lnTo>
                  <a:lnTo>
                    <a:pt x="400812" y="259080"/>
                  </a:lnTo>
                  <a:lnTo>
                    <a:pt x="410730" y="265772"/>
                  </a:lnTo>
                  <a:lnTo>
                    <a:pt x="422910" y="268224"/>
                  </a:lnTo>
                  <a:lnTo>
                    <a:pt x="435076" y="265772"/>
                  </a:lnTo>
                  <a:lnTo>
                    <a:pt x="445008" y="259092"/>
                  </a:lnTo>
                  <a:lnTo>
                    <a:pt x="451688" y="249161"/>
                  </a:lnTo>
                  <a:lnTo>
                    <a:pt x="454152" y="236982"/>
                  </a:lnTo>
                  <a:close/>
                </a:path>
                <a:path extrusionOk="0" h="1298575" w="1209039">
                  <a:moveTo>
                    <a:pt x="519684" y="564642"/>
                  </a:moveTo>
                  <a:lnTo>
                    <a:pt x="517296" y="552475"/>
                  </a:lnTo>
                  <a:lnTo>
                    <a:pt x="510768" y="542544"/>
                  </a:lnTo>
                  <a:lnTo>
                    <a:pt x="501091" y="535863"/>
                  </a:lnTo>
                  <a:lnTo>
                    <a:pt x="489204" y="533400"/>
                  </a:lnTo>
                  <a:lnTo>
                    <a:pt x="477304" y="535863"/>
                  </a:lnTo>
                  <a:lnTo>
                    <a:pt x="467626" y="542544"/>
                  </a:lnTo>
                  <a:lnTo>
                    <a:pt x="461098" y="552475"/>
                  </a:lnTo>
                  <a:lnTo>
                    <a:pt x="458724" y="564642"/>
                  </a:lnTo>
                  <a:lnTo>
                    <a:pt x="461098" y="576821"/>
                  </a:lnTo>
                  <a:lnTo>
                    <a:pt x="467626" y="586740"/>
                  </a:lnTo>
                  <a:lnTo>
                    <a:pt x="477304" y="593432"/>
                  </a:lnTo>
                  <a:lnTo>
                    <a:pt x="489204" y="595884"/>
                  </a:lnTo>
                  <a:lnTo>
                    <a:pt x="501091" y="593432"/>
                  </a:lnTo>
                  <a:lnTo>
                    <a:pt x="510768" y="586740"/>
                  </a:lnTo>
                  <a:lnTo>
                    <a:pt x="517296" y="576821"/>
                  </a:lnTo>
                  <a:lnTo>
                    <a:pt x="519684" y="564642"/>
                  </a:lnTo>
                  <a:close/>
                </a:path>
                <a:path extrusionOk="0" h="1298575" w="1209039">
                  <a:moveTo>
                    <a:pt x="548640" y="1157478"/>
                  </a:moveTo>
                  <a:lnTo>
                    <a:pt x="546252" y="1145311"/>
                  </a:lnTo>
                  <a:lnTo>
                    <a:pt x="539724" y="1135380"/>
                  </a:lnTo>
                  <a:lnTo>
                    <a:pt x="530047" y="1128699"/>
                  </a:lnTo>
                  <a:lnTo>
                    <a:pt x="518160" y="1126236"/>
                  </a:lnTo>
                  <a:lnTo>
                    <a:pt x="506260" y="1128699"/>
                  </a:lnTo>
                  <a:lnTo>
                    <a:pt x="496582" y="1135380"/>
                  </a:lnTo>
                  <a:lnTo>
                    <a:pt x="490054" y="1145311"/>
                  </a:lnTo>
                  <a:lnTo>
                    <a:pt x="487680" y="1157478"/>
                  </a:lnTo>
                  <a:lnTo>
                    <a:pt x="490054" y="1169657"/>
                  </a:lnTo>
                  <a:lnTo>
                    <a:pt x="496582" y="1179576"/>
                  </a:lnTo>
                  <a:lnTo>
                    <a:pt x="506260" y="1186268"/>
                  </a:lnTo>
                  <a:lnTo>
                    <a:pt x="518160" y="1188720"/>
                  </a:lnTo>
                  <a:lnTo>
                    <a:pt x="530047" y="1186268"/>
                  </a:lnTo>
                  <a:lnTo>
                    <a:pt x="539724" y="1179576"/>
                  </a:lnTo>
                  <a:lnTo>
                    <a:pt x="546252" y="1169657"/>
                  </a:lnTo>
                  <a:lnTo>
                    <a:pt x="548640" y="1157478"/>
                  </a:lnTo>
                  <a:close/>
                </a:path>
                <a:path extrusionOk="0" h="1298575" w="1209039">
                  <a:moveTo>
                    <a:pt x="560832" y="976122"/>
                  </a:moveTo>
                  <a:lnTo>
                    <a:pt x="558444" y="963955"/>
                  </a:lnTo>
                  <a:lnTo>
                    <a:pt x="551916" y="954024"/>
                  </a:lnTo>
                  <a:lnTo>
                    <a:pt x="542239" y="947343"/>
                  </a:lnTo>
                  <a:lnTo>
                    <a:pt x="530352" y="944880"/>
                  </a:lnTo>
                  <a:lnTo>
                    <a:pt x="518452" y="947343"/>
                  </a:lnTo>
                  <a:lnTo>
                    <a:pt x="508774" y="954024"/>
                  </a:lnTo>
                  <a:lnTo>
                    <a:pt x="502246" y="963955"/>
                  </a:lnTo>
                  <a:lnTo>
                    <a:pt x="499872" y="976122"/>
                  </a:lnTo>
                  <a:lnTo>
                    <a:pt x="502246" y="988301"/>
                  </a:lnTo>
                  <a:lnTo>
                    <a:pt x="508774" y="998220"/>
                  </a:lnTo>
                  <a:lnTo>
                    <a:pt x="518452" y="1004912"/>
                  </a:lnTo>
                  <a:lnTo>
                    <a:pt x="530352" y="1007364"/>
                  </a:lnTo>
                  <a:lnTo>
                    <a:pt x="542239" y="1004912"/>
                  </a:lnTo>
                  <a:lnTo>
                    <a:pt x="551916" y="998220"/>
                  </a:lnTo>
                  <a:lnTo>
                    <a:pt x="558444" y="988301"/>
                  </a:lnTo>
                  <a:lnTo>
                    <a:pt x="560832" y="976122"/>
                  </a:lnTo>
                  <a:close/>
                </a:path>
                <a:path extrusionOk="0" h="1298575" w="1209039">
                  <a:moveTo>
                    <a:pt x="560832" y="756666"/>
                  </a:moveTo>
                  <a:lnTo>
                    <a:pt x="558444" y="744499"/>
                  </a:lnTo>
                  <a:lnTo>
                    <a:pt x="551916" y="734568"/>
                  </a:lnTo>
                  <a:lnTo>
                    <a:pt x="542239" y="727887"/>
                  </a:lnTo>
                  <a:lnTo>
                    <a:pt x="530352" y="725424"/>
                  </a:lnTo>
                  <a:lnTo>
                    <a:pt x="518452" y="727887"/>
                  </a:lnTo>
                  <a:lnTo>
                    <a:pt x="508774" y="734568"/>
                  </a:lnTo>
                  <a:lnTo>
                    <a:pt x="502246" y="744499"/>
                  </a:lnTo>
                  <a:lnTo>
                    <a:pt x="499872" y="756666"/>
                  </a:lnTo>
                  <a:lnTo>
                    <a:pt x="502246" y="768845"/>
                  </a:lnTo>
                  <a:lnTo>
                    <a:pt x="508774" y="778764"/>
                  </a:lnTo>
                  <a:lnTo>
                    <a:pt x="518452" y="785456"/>
                  </a:lnTo>
                  <a:lnTo>
                    <a:pt x="530352" y="787908"/>
                  </a:lnTo>
                  <a:lnTo>
                    <a:pt x="542239" y="785456"/>
                  </a:lnTo>
                  <a:lnTo>
                    <a:pt x="551916" y="778764"/>
                  </a:lnTo>
                  <a:lnTo>
                    <a:pt x="558444" y="768845"/>
                  </a:lnTo>
                  <a:lnTo>
                    <a:pt x="560832" y="756666"/>
                  </a:lnTo>
                  <a:close/>
                </a:path>
                <a:path extrusionOk="0" h="1298575" w="1209039">
                  <a:moveTo>
                    <a:pt x="597408" y="31242"/>
                  </a:moveTo>
                  <a:lnTo>
                    <a:pt x="595020" y="19075"/>
                  </a:lnTo>
                  <a:lnTo>
                    <a:pt x="588492" y="9144"/>
                  </a:lnTo>
                  <a:lnTo>
                    <a:pt x="578815" y="2463"/>
                  </a:lnTo>
                  <a:lnTo>
                    <a:pt x="566928" y="0"/>
                  </a:lnTo>
                  <a:lnTo>
                    <a:pt x="555028" y="2463"/>
                  </a:lnTo>
                  <a:lnTo>
                    <a:pt x="545350" y="9144"/>
                  </a:lnTo>
                  <a:lnTo>
                    <a:pt x="538822" y="19075"/>
                  </a:lnTo>
                  <a:lnTo>
                    <a:pt x="536448" y="31242"/>
                  </a:lnTo>
                  <a:lnTo>
                    <a:pt x="538822" y="43421"/>
                  </a:lnTo>
                  <a:lnTo>
                    <a:pt x="545350" y="53340"/>
                  </a:lnTo>
                  <a:lnTo>
                    <a:pt x="555028" y="60032"/>
                  </a:lnTo>
                  <a:lnTo>
                    <a:pt x="566928" y="62484"/>
                  </a:lnTo>
                  <a:lnTo>
                    <a:pt x="578815" y="60032"/>
                  </a:lnTo>
                  <a:lnTo>
                    <a:pt x="588492" y="53340"/>
                  </a:lnTo>
                  <a:lnTo>
                    <a:pt x="595020" y="43421"/>
                  </a:lnTo>
                  <a:lnTo>
                    <a:pt x="597408" y="31242"/>
                  </a:lnTo>
                  <a:close/>
                </a:path>
                <a:path extrusionOk="0" h="1298575" w="1209039">
                  <a:moveTo>
                    <a:pt x="626364" y="1267206"/>
                  </a:moveTo>
                  <a:lnTo>
                    <a:pt x="623976" y="1255039"/>
                  </a:lnTo>
                  <a:lnTo>
                    <a:pt x="617448" y="1245120"/>
                  </a:lnTo>
                  <a:lnTo>
                    <a:pt x="607771" y="1238427"/>
                  </a:lnTo>
                  <a:lnTo>
                    <a:pt x="595884" y="1235964"/>
                  </a:lnTo>
                  <a:lnTo>
                    <a:pt x="583984" y="1238427"/>
                  </a:lnTo>
                  <a:lnTo>
                    <a:pt x="574306" y="1245108"/>
                  </a:lnTo>
                  <a:lnTo>
                    <a:pt x="567778" y="1255039"/>
                  </a:lnTo>
                  <a:lnTo>
                    <a:pt x="565404" y="1267206"/>
                  </a:lnTo>
                  <a:lnTo>
                    <a:pt x="567778" y="1279385"/>
                  </a:lnTo>
                  <a:lnTo>
                    <a:pt x="574306" y="1289304"/>
                  </a:lnTo>
                  <a:lnTo>
                    <a:pt x="583984" y="1295996"/>
                  </a:lnTo>
                  <a:lnTo>
                    <a:pt x="595884" y="1298448"/>
                  </a:lnTo>
                  <a:lnTo>
                    <a:pt x="607771" y="1295996"/>
                  </a:lnTo>
                  <a:lnTo>
                    <a:pt x="617448" y="1289304"/>
                  </a:lnTo>
                  <a:lnTo>
                    <a:pt x="623976" y="1279385"/>
                  </a:lnTo>
                  <a:lnTo>
                    <a:pt x="626364" y="1267206"/>
                  </a:lnTo>
                  <a:close/>
                </a:path>
                <a:path extrusionOk="0" h="1298575" w="1209039">
                  <a:moveTo>
                    <a:pt x="637032" y="1082802"/>
                  </a:moveTo>
                  <a:lnTo>
                    <a:pt x="634644" y="1070635"/>
                  </a:lnTo>
                  <a:lnTo>
                    <a:pt x="628116" y="1060704"/>
                  </a:lnTo>
                  <a:lnTo>
                    <a:pt x="618439" y="1054023"/>
                  </a:lnTo>
                  <a:lnTo>
                    <a:pt x="606552" y="1051560"/>
                  </a:lnTo>
                  <a:lnTo>
                    <a:pt x="594652" y="1054023"/>
                  </a:lnTo>
                  <a:lnTo>
                    <a:pt x="584974" y="1060704"/>
                  </a:lnTo>
                  <a:lnTo>
                    <a:pt x="578446" y="1070635"/>
                  </a:lnTo>
                  <a:lnTo>
                    <a:pt x="576072" y="1082802"/>
                  </a:lnTo>
                  <a:lnTo>
                    <a:pt x="578446" y="1094981"/>
                  </a:lnTo>
                  <a:lnTo>
                    <a:pt x="584974" y="1104900"/>
                  </a:lnTo>
                  <a:lnTo>
                    <a:pt x="594652" y="1111592"/>
                  </a:lnTo>
                  <a:lnTo>
                    <a:pt x="606552" y="1114044"/>
                  </a:lnTo>
                  <a:lnTo>
                    <a:pt x="618439" y="1111592"/>
                  </a:lnTo>
                  <a:lnTo>
                    <a:pt x="628116" y="1104900"/>
                  </a:lnTo>
                  <a:lnTo>
                    <a:pt x="634644" y="1094981"/>
                  </a:lnTo>
                  <a:lnTo>
                    <a:pt x="637032" y="1082802"/>
                  </a:lnTo>
                  <a:close/>
                </a:path>
                <a:path extrusionOk="0" h="1298575" w="1209039">
                  <a:moveTo>
                    <a:pt x="682752" y="515874"/>
                  </a:moveTo>
                  <a:lnTo>
                    <a:pt x="680364" y="503707"/>
                  </a:lnTo>
                  <a:lnTo>
                    <a:pt x="673836" y="493776"/>
                  </a:lnTo>
                  <a:lnTo>
                    <a:pt x="664159" y="487095"/>
                  </a:lnTo>
                  <a:lnTo>
                    <a:pt x="652272" y="484632"/>
                  </a:lnTo>
                  <a:lnTo>
                    <a:pt x="640372" y="487095"/>
                  </a:lnTo>
                  <a:lnTo>
                    <a:pt x="630694" y="493776"/>
                  </a:lnTo>
                  <a:lnTo>
                    <a:pt x="624166" y="503707"/>
                  </a:lnTo>
                  <a:lnTo>
                    <a:pt x="621792" y="515874"/>
                  </a:lnTo>
                  <a:lnTo>
                    <a:pt x="624166" y="528053"/>
                  </a:lnTo>
                  <a:lnTo>
                    <a:pt x="630694" y="537972"/>
                  </a:lnTo>
                  <a:lnTo>
                    <a:pt x="640372" y="544664"/>
                  </a:lnTo>
                  <a:lnTo>
                    <a:pt x="652272" y="547116"/>
                  </a:lnTo>
                  <a:lnTo>
                    <a:pt x="664159" y="544664"/>
                  </a:lnTo>
                  <a:lnTo>
                    <a:pt x="673836" y="537972"/>
                  </a:lnTo>
                  <a:lnTo>
                    <a:pt x="680364" y="528053"/>
                  </a:lnTo>
                  <a:lnTo>
                    <a:pt x="682752" y="515874"/>
                  </a:lnTo>
                  <a:close/>
                </a:path>
                <a:path extrusionOk="0" h="1298575" w="1209039">
                  <a:moveTo>
                    <a:pt x="786384" y="1209294"/>
                  </a:moveTo>
                  <a:lnTo>
                    <a:pt x="783920" y="1197127"/>
                  </a:lnTo>
                  <a:lnTo>
                    <a:pt x="777240" y="1187196"/>
                  </a:lnTo>
                  <a:lnTo>
                    <a:pt x="767308" y="1180515"/>
                  </a:lnTo>
                  <a:lnTo>
                    <a:pt x="755142" y="1178052"/>
                  </a:lnTo>
                  <a:lnTo>
                    <a:pt x="742962" y="1180515"/>
                  </a:lnTo>
                  <a:lnTo>
                    <a:pt x="733044" y="1187196"/>
                  </a:lnTo>
                  <a:lnTo>
                    <a:pt x="726351" y="1197127"/>
                  </a:lnTo>
                  <a:lnTo>
                    <a:pt x="723900" y="1209294"/>
                  </a:lnTo>
                  <a:lnTo>
                    <a:pt x="726351" y="1221473"/>
                  </a:lnTo>
                  <a:lnTo>
                    <a:pt x="733044" y="1231392"/>
                  </a:lnTo>
                  <a:lnTo>
                    <a:pt x="742962" y="1238084"/>
                  </a:lnTo>
                  <a:lnTo>
                    <a:pt x="755142" y="1240536"/>
                  </a:lnTo>
                  <a:lnTo>
                    <a:pt x="767308" y="1238084"/>
                  </a:lnTo>
                  <a:lnTo>
                    <a:pt x="777240" y="1231392"/>
                  </a:lnTo>
                  <a:lnTo>
                    <a:pt x="783920" y="1221473"/>
                  </a:lnTo>
                  <a:lnTo>
                    <a:pt x="786384" y="1209294"/>
                  </a:lnTo>
                  <a:close/>
                </a:path>
                <a:path extrusionOk="0" h="1298575" w="1209039">
                  <a:moveTo>
                    <a:pt x="792480" y="299466"/>
                  </a:moveTo>
                  <a:lnTo>
                    <a:pt x="790092" y="287299"/>
                  </a:lnTo>
                  <a:lnTo>
                    <a:pt x="783564" y="277368"/>
                  </a:lnTo>
                  <a:lnTo>
                    <a:pt x="773887" y="270687"/>
                  </a:lnTo>
                  <a:lnTo>
                    <a:pt x="762000" y="268224"/>
                  </a:lnTo>
                  <a:lnTo>
                    <a:pt x="750100" y="270687"/>
                  </a:lnTo>
                  <a:lnTo>
                    <a:pt x="740422" y="277368"/>
                  </a:lnTo>
                  <a:lnTo>
                    <a:pt x="733894" y="287299"/>
                  </a:lnTo>
                  <a:lnTo>
                    <a:pt x="731520" y="299466"/>
                  </a:lnTo>
                  <a:lnTo>
                    <a:pt x="733894" y="311645"/>
                  </a:lnTo>
                  <a:lnTo>
                    <a:pt x="740422" y="321564"/>
                  </a:lnTo>
                  <a:lnTo>
                    <a:pt x="750100" y="328256"/>
                  </a:lnTo>
                  <a:lnTo>
                    <a:pt x="762000" y="330708"/>
                  </a:lnTo>
                  <a:lnTo>
                    <a:pt x="773887" y="328256"/>
                  </a:lnTo>
                  <a:lnTo>
                    <a:pt x="783564" y="321564"/>
                  </a:lnTo>
                  <a:lnTo>
                    <a:pt x="790092" y="311645"/>
                  </a:lnTo>
                  <a:lnTo>
                    <a:pt x="792480" y="299466"/>
                  </a:lnTo>
                  <a:close/>
                </a:path>
                <a:path extrusionOk="0" h="1298575" w="1209039">
                  <a:moveTo>
                    <a:pt x="795528" y="1034034"/>
                  </a:moveTo>
                  <a:lnTo>
                    <a:pt x="793140" y="1021867"/>
                  </a:lnTo>
                  <a:lnTo>
                    <a:pt x="786612" y="1011936"/>
                  </a:lnTo>
                  <a:lnTo>
                    <a:pt x="776935" y="1005255"/>
                  </a:lnTo>
                  <a:lnTo>
                    <a:pt x="765048" y="1002792"/>
                  </a:lnTo>
                  <a:lnTo>
                    <a:pt x="753148" y="1005255"/>
                  </a:lnTo>
                  <a:lnTo>
                    <a:pt x="743470" y="1011936"/>
                  </a:lnTo>
                  <a:lnTo>
                    <a:pt x="736942" y="1021867"/>
                  </a:lnTo>
                  <a:lnTo>
                    <a:pt x="734568" y="1034034"/>
                  </a:lnTo>
                  <a:lnTo>
                    <a:pt x="736942" y="1046213"/>
                  </a:lnTo>
                  <a:lnTo>
                    <a:pt x="743470" y="1056132"/>
                  </a:lnTo>
                  <a:lnTo>
                    <a:pt x="753148" y="1062824"/>
                  </a:lnTo>
                  <a:lnTo>
                    <a:pt x="765048" y="1065276"/>
                  </a:lnTo>
                  <a:lnTo>
                    <a:pt x="776935" y="1062824"/>
                  </a:lnTo>
                  <a:lnTo>
                    <a:pt x="786612" y="1056132"/>
                  </a:lnTo>
                  <a:lnTo>
                    <a:pt x="793140" y="1046213"/>
                  </a:lnTo>
                  <a:lnTo>
                    <a:pt x="795528" y="1034034"/>
                  </a:lnTo>
                  <a:close/>
                </a:path>
                <a:path extrusionOk="0" h="1298575" w="1209039">
                  <a:moveTo>
                    <a:pt x="885444" y="698754"/>
                  </a:moveTo>
                  <a:lnTo>
                    <a:pt x="882980" y="686587"/>
                  </a:lnTo>
                  <a:lnTo>
                    <a:pt x="876300" y="676656"/>
                  </a:lnTo>
                  <a:lnTo>
                    <a:pt x="866368" y="669975"/>
                  </a:lnTo>
                  <a:lnTo>
                    <a:pt x="854202" y="667512"/>
                  </a:lnTo>
                  <a:lnTo>
                    <a:pt x="842022" y="669975"/>
                  </a:lnTo>
                  <a:lnTo>
                    <a:pt x="832104" y="676668"/>
                  </a:lnTo>
                  <a:lnTo>
                    <a:pt x="825411" y="686587"/>
                  </a:lnTo>
                  <a:lnTo>
                    <a:pt x="822960" y="698754"/>
                  </a:lnTo>
                  <a:lnTo>
                    <a:pt x="825411" y="710933"/>
                  </a:lnTo>
                  <a:lnTo>
                    <a:pt x="832104" y="720852"/>
                  </a:lnTo>
                  <a:lnTo>
                    <a:pt x="842022" y="727544"/>
                  </a:lnTo>
                  <a:lnTo>
                    <a:pt x="854202" y="729996"/>
                  </a:lnTo>
                  <a:lnTo>
                    <a:pt x="866368" y="727544"/>
                  </a:lnTo>
                  <a:lnTo>
                    <a:pt x="876287" y="720864"/>
                  </a:lnTo>
                  <a:lnTo>
                    <a:pt x="882980" y="710933"/>
                  </a:lnTo>
                  <a:lnTo>
                    <a:pt x="885444" y="698754"/>
                  </a:lnTo>
                  <a:close/>
                </a:path>
                <a:path extrusionOk="0" h="1298575" w="1209039">
                  <a:moveTo>
                    <a:pt x="903732" y="880872"/>
                  </a:moveTo>
                  <a:lnTo>
                    <a:pt x="901344" y="868984"/>
                  </a:lnTo>
                  <a:lnTo>
                    <a:pt x="894816" y="859307"/>
                  </a:lnTo>
                  <a:lnTo>
                    <a:pt x="885139" y="852779"/>
                  </a:lnTo>
                  <a:lnTo>
                    <a:pt x="873252" y="850392"/>
                  </a:lnTo>
                  <a:lnTo>
                    <a:pt x="861352" y="852779"/>
                  </a:lnTo>
                  <a:lnTo>
                    <a:pt x="851674" y="859307"/>
                  </a:lnTo>
                  <a:lnTo>
                    <a:pt x="845146" y="868984"/>
                  </a:lnTo>
                  <a:lnTo>
                    <a:pt x="842772" y="880872"/>
                  </a:lnTo>
                  <a:lnTo>
                    <a:pt x="845146" y="892771"/>
                  </a:lnTo>
                  <a:lnTo>
                    <a:pt x="851674" y="902449"/>
                  </a:lnTo>
                  <a:lnTo>
                    <a:pt x="861352" y="908977"/>
                  </a:lnTo>
                  <a:lnTo>
                    <a:pt x="873252" y="911352"/>
                  </a:lnTo>
                  <a:lnTo>
                    <a:pt x="885139" y="908977"/>
                  </a:lnTo>
                  <a:lnTo>
                    <a:pt x="894816" y="902449"/>
                  </a:lnTo>
                  <a:lnTo>
                    <a:pt x="901344" y="892771"/>
                  </a:lnTo>
                  <a:lnTo>
                    <a:pt x="903732" y="880872"/>
                  </a:lnTo>
                  <a:close/>
                </a:path>
                <a:path extrusionOk="0" h="1298575" w="1209039">
                  <a:moveTo>
                    <a:pt x="922020" y="180594"/>
                  </a:moveTo>
                  <a:lnTo>
                    <a:pt x="919632" y="168427"/>
                  </a:lnTo>
                  <a:lnTo>
                    <a:pt x="913104" y="158496"/>
                  </a:lnTo>
                  <a:lnTo>
                    <a:pt x="903427" y="151815"/>
                  </a:lnTo>
                  <a:lnTo>
                    <a:pt x="891540" y="149352"/>
                  </a:lnTo>
                  <a:lnTo>
                    <a:pt x="879640" y="151815"/>
                  </a:lnTo>
                  <a:lnTo>
                    <a:pt x="869962" y="158496"/>
                  </a:lnTo>
                  <a:lnTo>
                    <a:pt x="863434" y="168427"/>
                  </a:lnTo>
                  <a:lnTo>
                    <a:pt x="861060" y="180594"/>
                  </a:lnTo>
                  <a:lnTo>
                    <a:pt x="863434" y="192773"/>
                  </a:lnTo>
                  <a:lnTo>
                    <a:pt x="869962" y="202692"/>
                  </a:lnTo>
                  <a:lnTo>
                    <a:pt x="879640" y="209384"/>
                  </a:lnTo>
                  <a:lnTo>
                    <a:pt x="891540" y="211836"/>
                  </a:lnTo>
                  <a:lnTo>
                    <a:pt x="903427" y="209384"/>
                  </a:lnTo>
                  <a:lnTo>
                    <a:pt x="913104" y="202704"/>
                  </a:lnTo>
                  <a:lnTo>
                    <a:pt x="919632" y="192773"/>
                  </a:lnTo>
                  <a:lnTo>
                    <a:pt x="922020" y="180594"/>
                  </a:lnTo>
                  <a:close/>
                </a:path>
                <a:path extrusionOk="0" h="1298575" w="1209039">
                  <a:moveTo>
                    <a:pt x="1039368" y="864870"/>
                  </a:moveTo>
                  <a:lnTo>
                    <a:pt x="1036980" y="852703"/>
                  </a:lnTo>
                  <a:lnTo>
                    <a:pt x="1030452" y="842772"/>
                  </a:lnTo>
                  <a:lnTo>
                    <a:pt x="1020775" y="836091"/>
                  </a:lnTo>
                  <a:lnTo>
                    <a:pt x="1008888" y="833628"/>
                  </a:lnTo>
                  <a:lnTo>
                    <a:pt x="996988" y="836091"/>
                  </a:lnTo>
                  <a:lnTo>
                    <a:pt x="987310" y="842772"/>
                  </a:lnTo>
                  <a:lnTo>
                    <a:pt x="980782" y="852703"/>
                  </a:lnTo>
                  <a:lnTo>
                    <a:pt x="978408" y="864870"/>
                  </a:lnTo>
                  <a:lnTo>
                    <a:pt x="980782" y="877049"/>
                  </a:lnTo>
                  <a:lnTo>
                    <a:pt x="987310" y="886968"/>
                  </a:lnTo>
                  <a:lnTo>
                    <a:pt x="996988" y="893660"/>
                  </a:lnTo>
                  <a:lnTo>
                    <a:pt x="1008888" y="896112"/>
                  </a:lnTo>
                  <a:lnTo>
                    <a:pt x="1020775" y="893660"/>
                  </a:lnTo>
                  <a:lnTo>
                    <a:pt x="1030452" y="886968"/>
                  </a:lnTo>
                  <a:lnTo>
                    <a:pt x="1036980" y="877049"/>
                  </a:lnTo>
                  <a:lnTo>
                    <a:pt x="1039368" y="864870"/>
                  </a:lnTo>
                  <a:close/>
                </a:path>
                <a:path extrusionOk="0" h="1298575" w="1209039">
                  <a:moveTo>
                    <a:pt x="1060704" y="1043178"/>
                  </a:moveTo>
                  <a:lnTo>
                    <a:pt x="1058316" y="1031011"/>
                  </a:lnTo>
                  <a:lnTo>
                    <a:pt x="1051788" y="1021080"/>
                  </a:lnTo>
                  <a:lnTo>
                    <a:pt x="1042111" y="1014399"/>
                  </a:lnTo>
                  <a:lnTo>
                    <a:pt x="1030224" y="1011936"/>
                  </a:lnTo>
                  <a:lnTo>
                    <a:pt x="1018324" y="1014399"/>
                  </a:lnTo>
                  <a:lnTo>
                    <a:pt x="1008646" y="1021080"/>
                  </a:lnTo>
                  <a:lnTo>
                    <a:pt x="1002118" y="1031011"/>
                  </a:lnTo>
                  <a:lnTo>
                    <a:pt x="999744" y="1043178"/>
                  </a:lnTo>
                  <a:lnTo>
                    <a:pt x="1002118" y="1055357"/>
                  </a:lnTo>
                  <a:lnTo>
                    <a:pt x="1008646" y="1065276"/>
                  </a:lnTo>
                  <a:lnTo>
                    <a:pt x="1018324" y="1071968"/>
                  </a:lnTo>
                  <a:lnTo>
                    <a:pt x="1030224" y="1074420"/>
                  </a:lnTo>
                  <a:lnTo>
                    <a:pt x="1042111" y="1071968"/>
                  </a:lnTo>
                  <a:lnTo>
                    <a:pt x="1051788" y="1065276"/>
                  </a:lnTo>
                  <a:lnTo>
                    <a:pt x="1058316" y="1055357"/>
                  </a:lnTo>
                  <a:lnTo>
                    <a:pt x="1060704" y="1043178"/>
                  </a:lnTo>
                  <a:close/>
                </a:path>
                <a:path extrusionOk="0" h="1298575" w="1209039">
                  <a:moveTo>
                    <a:pt x="1085088" y="512826"/>
                  </a:moveTo>
                  <a:lnTo>
                    <a:pt x="1082700" y="500659"/>
                  </a:lnTo>
                  <a:lnTo>
                    <a:pt x="1076172" y="490728"/>
                  </a:lnTo>
                  <a:lnTo>
                    <a:pt x="1066495" y="484047"/>
                  </a:lnTo>
                  <a:lnTo>
                    <a:pt x="1054608" y="481584"/>
                  </a:lnTo>
                  <a:lnTo>
                    <a:pt x="1042708" y="484047"/>
                  </a:lnTo>
                  <a:lnTo>
                    <a:pt x="1033030" y="490728"/>
                  </a:lnTo>
                  <a:lnTo>
                    <a:pt x="1026502" y="500659"/>
                  </a:lnTo>
                  <a:lnTo>
                    <a:pt x="1024128" y="512826"/>
                  </a:lnTo>
                  <a:lnTo>
                    <a:pt x="1026502" y="525005"/>
                  </a:lnTo>
                  <a:lnTo>
                    <a:pt x="1033030" y="534924"/>
                  </a:lnTo>
                  <a:lnTo>
                    <a:pt x="1042708" y="541616"/>
                  </a:lnTo>
                  <a:lnTo>
                    <a:pt x="1054608" y="544068"/>
                  </a:lnTo>
                  <a:lnTo>
                    <a:pt x="1066495" y="541616"/>
                  </a:lnTo>
                  <a:lnTo>
                    <a:pt x="1076172" y="534924"/>
                  </a:lnTo>
                  <a:lnTo>
                    <a:pt x="1082700" y="525005"/>
                  </a:lnTo>
                  <a:lnTo>
                    <a:pt x="1085088" y="512826"/>
                  </a:lnTo>
                  <a:close/>
                </a:path>
                <a:path extrusionOk="0" h="1298575" w="1209039">
                  <a:moveTo>
                    <a:pt x="1208532" y="398526"/>
                  </a:moveTo>
                  <a:lnTo>
                    <a:pt x="1206144" y="386359"/>
                  </a:lnTo>
                  <a:lnTo>
                    <a:pt x="1199616" y="376428"/>
                  </a:lnTo>
                  <a:lnTo>
                    <a:pt x="1189939" y="369747"/>
                  </a:lnTo>
                  <a:lnTo>
                    <a:pt x="1178052" y="367284"/>
                  </a:lnTo>
                  <a:lnTo>
                    <a:pt x="1166152" y="369747"/>
                  </a:lnTo>
                  <a:lnTo>
                    <a:pt x="1156474" y="376428"/>
                  </a:lnTo>
                  <a:lnTo>
                    <a:pt x="1149946" y="386359"/>
                  </a:lnTo>
                  <a:lnTo>
                    <a:pt x="1147572" y="398526"/>
                  </a:lnTo>
                  <a:lnTo>
                    <a:pt x="1149946" y="410705"/>
                  </a:lnTo>
                  <a:lnTo>
                    <a:pt x="1156474" y="420624"/>
                  </a:lnTo>
                  <a:lnTo>
                    <a:pt x="1166152" y="427316"/>
                  </a:lnTo>
                  <a:lnTo>
                    <a:pt x="1178052" y="429768"/>
                  </a:lnTo>
                  <a:lnTo>
                    <a:pt x="1189939" y="427316"/>
                  </a:lnTo>
                  <a:lnTo>
                    <a:pt x="1199616" y="420624"/>
                  </a:lnTo>
                  <a:lnTo>
                    <a:pt x="1206144" y="410705"/>
                  </a:lnTo>
                  <a:lnTo>
                    <a:pt x="1208532" y="398526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0" name="Google Shape;4120;p171"/>
            <p:cNvSpPr/>
            <p:nvPr/>
          </p:nvSpPr>
          <p:spPr>
            <a:xfrm>
              <a:off x="3759242" y="2880923"/>
              <a:ext cx="795655" cy="667385"/>
            </a:xfrm>
            <a:custGeom>
              <a:rect b="b" l="l" r="r" t="t"/>
              <a:pathLst>
                <a:path extrusionOk="0" h="667385" w="795654">
                  <a:moveTo>
                    <a:pt x="282913" y="478734"/>
                  </a:moveTo>
                  <a:lnTo>
                    <a:pt x="232316" y="436568"/>
                  </a:lnTo>
                  <a:lnTo>
                    <a:pt x="185831" y="393546"/>
                  </a:lnTo>
                  <a:lnTo>
                    <a:pt x="143774" y="350198"/>
                  </a:lnTo>
                  <a:lnTo>
                    <a:pt x="106463" y="307053"/>
                  </a:lnTo>
                  <a:lnTo>
                    <a:pt x="74213" y="264643"/>
                  </a:lnTo>
                  <a:lnTo>
                    <a:pt x="47343" y="223496"/>
                  </a:lnTo>
                  <a:lnTo>
                    <a:pt x="26170" y="184143"/>
                  </a:lnTo>
                  <a:lnTo>
                    <a:pt x="11010" y="147113"/>
                  </a:lnTo>
                  <a:lnTo>
                    <a:pt x="0" y="82147"/>
                  </a:lnTo>
                  <a:lnTo>
                    <a:pt x="4783" y="55270"/>
                  </a:lnTo>
                  <a:lnTo>
                    <a:pt x="16848" y="32837"/>
                  </a:lnTo>
                  <a:lnTo>
                    <a:pt x="35892" y="15894"/>
                  </a:lnTo>
                  <a:lnTo>
                    <a:pt x="60945" y="5010"/>
                  </a:lnTo>
                  <a:lnTo>
                    <a:pt x="91416" y="0"/>
                  </a:lnTo>
                  <a:lnTo>
                    <a:pt x="126717" y="678"/>
                  </a:lnTo>
                  <a:lnTo>
                    <a:pt x="166256" y="6859"/>
                  </a:lnTo>
                  <a:lnTo>
                    <a:pt x="209443" y="18359"/>
                  </a:lnTo>
                  <a:lnTo>
                    <a:pt x="255689" y="34992"/>
                  </a:lnTo>
                  <a:lnTo>
                    <a:pt x="304404" y="56572"/>
                  </a:lnTo>
                  <a:lnTo>
                    <a:pt x="354997" y="82915"/>
                  </a:lnTo>
                  <a:lnTo>
                    <a:pt x="406879" y="113835"/>
                  </a:lnTo>
                  <a:lnTo>
                    <a:pt x="459459" y="149147"/>
                  </a:lnTo>
                  <a:lnTo>
                    <a:pt x="512148" y="188666"/>
                  </a:lnTo>
                  <a:lnTo>
                    <a:pt x="562773" y="230802"/>
                  </a:lnTo>
                  <a:lnTo>
                    <a:pt x="609282" y="273800"/>
                  </a:lnTo>
                  <a:lnTo>
                    <a:pt x="651357" y="317128"/>
                  </a:lnTo>
                  <a:lnTo>
                    <a:pt x="688682" y="360257"/>
                  </a:lnTo>
                  <a:lnTo>
                    <a:pt x="720939" y="402655"/>
                  </a:lnTo>
                  <a:lnTo>
                    <a:pt x="747812" y="443793"/>
                  </a:lnTo>
                  <a:lnTo>
                    <a:pt x="768983" y="483139"/>
                  </a:lnTo>
                  <a:lnTo>
                    <a:pt x="784135" y="520164"/>
                  </a:lnTo>
                  <a:lnTo>
                    <a:pt x="795114" y="585126"/>
                  </a:lnTo>
                  <a:lnTo>
                    <a:pt x="790307" y="612003"/>
                  </a:lnTo>
                  <a:lnTo>
                    <a:pt x="778213" y="634436"/>
                  </a:lnTo>
                  <a:lnTo>
                    <a:pt x="759197" y="651379"/>
                  </a:lnTo>
                  <a:lnTo>
                    <a:pt x="734168" y="662264"/>
                  </a:lnTo>
                  <a:lnTo>
                    <a:pt x="703715" y="667275"/>
                  </a:lnTo>
                  <a:lnTo>
                    <a:pt x="668428" y="666600"/>
                  </a:lnTo>
                  <a:lnTo>
                    <a:pt x="628897" y="660423"/>
                  </a:lnTo>
                  <a:lnTo>
                    <a:pt x="585712" y="648930"/>
                  </a:lnTo>
                  <a:lnTo>
                    <a:pt x="539464" y="632307"/>
                  </a:lnTo>
                  <a:lnTo>
                    <a:pt x="490741" y="610739"/>
                  </a:lnTo>
                  <a:lnTo>
                    <a:pt x="440135" y="584412"/>
                  </a:lnTo>
                  <a:lnTo>
                    <a:pt x="388234" y="553512"/>
                  </a:lnTo>
                  <a:lnTo>
                    <a:pt x="335630" y="518224"/>
                  </a:lnTo>
                  <a:lnTo>
                    <a:pt x="282913" y="47873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1" name="Google Shape;4121;p171"/>
            <p:cNvSpPr/>
            <p:nvPr/>
          </p:nvSpPr>
          <p:spPr>
            <a:xfrm>
              <a:off x="4347972" y="2907918"/>
              <a:ext cx="187198" cy="18719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2" name="Google Shape;4122;p171"/>
            <p:cNvSpPr/>
            <p:nvPr/>
          </p:nvSpPr>
          <p:spPr>
            <a:xfrm>
              <a:off x="3390900" y="3474719"/>
              <a:ext cx="710565" cy="469900"/>
            </a:xfrm>
            <a:custGeom>
              <a:rect b="b" l="l" r="r" t="t"/>
              <a:pathLst>
                <a:path extrusionOk="0" h="469900" w="710564">
                  <a:moveTo>
                    <a:pt x="710184" y="0"/>
                  </a:moveTo>
                  <a:lnTo>
                    <a:pt x="0" y="0"/>
                  </a:lnTo>
                  <a:lnTo>
                    <a:pt x="0" y="469391"/>
                  </a:lnTo>
                  <a:lnTo>
                    <a:pt x="710184" y="469391"/>
                  </a:lnTo>
                  <a:lnTo>
                    <a:pt x="7101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3" name="Google Shape;4123;p171"/>
            <p:cNvSpPr/>
            <p:nvPr/>
          </p:nvSpPr>
          <p:spPr>
            <a:xfrm>
              <a:off x="3480816" y="3550881"/>
              <a:ext cx="614946" cy="32541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24" name="Google Shape;4124;p171"/>
          <p:cNvSpPr/>
          <p:nvPr/>
        </p:nvSpPr>
        <p:spPr>
          <a:xfrm>
            <a:off x="3357371" y="4472940"/>
            <a:ext cx="881634" cy="168401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25" name="Google Shape;4125;p171"/>
          <p:cNvSpPr/>
          <p:nvPr/>
        </p:nvSpPr>
        <p:spPr>
          <a:xfrm>
            <a:off x="682751" y="4954523"/>
            <a:ext cx="4441698" cy="162306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26" name="Google Shape;4126;p171"/>
          <p:cNvSpPr/>
          <p:nvPr/>
        </p:nvSpPr>
        <p:spPr>
          <a:xfrm>
            <a:off x="554736" y="1923288"/>
            <a:ext cx="1119377" cy="18973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27" name="Google Shape;4127;p171"/>
          <p:cNvSpPr/>
          <p:nvPr/>
        </p:nvSpPr>
        <p:spPr>
          <a:xfrm>
            <a:off x="4302252" y="5349240"/>
            <a:ext cx="1304925" cy="807720"/>
          </a:xfrm>
          <a:custGeom>
            <a:rect b="b" l="l" r="r" t="t"/>
            <a:pathLst>
              <a:path extrusionOk="0" h="807720" w="1304925">
                <a:moveTo>
                  <a:pt x="1304544" y="0"/>
                </a:moveTo>
                <a:lnTo>
                  <a:pt x="0" y="0"/>
                </a:lnTo>
                <a:lnTo>
                  <a:pt x="0" y="807720"/>
                </a:lnTo>
                <a:lnTo>
                  <a:pt x="1304544" y="807720"/>
                </a:lnTo>
                <a:lnTo>
                  <a:pt x="1304544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28" name="Google Shape;4128;p171"/>
          <p:cNvSpPr txBox="1"/>
          <p:nvPr/>
        </p:nvSpPr>
        <p:spPr>
          <a:xfrm>
            <a:off x="4476241" y="5497169"/>
            <a:ext cx="3079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𝑡 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9" name="Google Shape;4129;p171"/>
          <p:cNvSpPr/>
          <p:nvPr/>
        </p:nvSpPr>
        <p:spPr>
          <a:xfrm>
            <a:off x="4827651" y="5647296"/>
            <a:ext cx="607060" cy="13970"/>
          </a:xfrm>
          <a:custGeom>
            <a:rect b="b" l="l" r="r" t="t"/>
            <a:pathLst>
              <a:path extrusionOk="0" h="13970" w="607060">
                <a:moveTo>
                  <a:pt x="606551" y="0"/>
                </a:moveTo>
                <a:lnTo>
                  <a:pt x="0" y="0"/>
                </a:lnTo>
                <a:lnTo>
                  <a:pt x="0" y="13716"/>
                </a:lnTo>
                <a:lnTo>
                  <a:pt x="606551" y="13716"/>
                </a:lnTo>
                <a:lnTo>
                  <a:pt x="606551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30" name="Google Shape;4130;p171"/>
          <p:cNvSpPr txBox="1"/>
          <p:nvPr/>
        </p:nvSpPr>
        <p:spPr>
          <a:xfrm>
            <a:off x="4916678" y="5568797"/>
            <a:ext cx="10668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𝑠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1" name="Google Shape;4131;p171"/>
          <p:cNvSpPr/>
          <p:nvPr/>
        </p:nvSpPr>
        <p:spPr>
          <a:xfrm>
            <a:off x="5096255" y="5811151"/>
            <a:ext cx="248031" cy="19507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32" name="Google Shape;4132;p171"/>
          <p:cNvSpPr txBox="1"/>
          <p:nvPr/>
        </p:nvSpPr>
        <p:spPr>
          <a:xfrm>
            <a:off x="4802885" y="5252770"/>
            <a:ext cx="66167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𝑥ഥ − 𝜇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  <a:p>
            <a:pPr indent="0" lvl="0" marL="19558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ൗ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endParaRPr baseline="-25000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6" name="Shape 4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" name="Google Shape;4137;p172"/>
          <p:cNvSpPr/>
          <p:nvPr/>
        </p:nvSpPr>
        <p:spPr>
          <a:xfrm>
            <a:off x="9340769" y="6524434"/>
            <a:ext cx="9964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38" name="Google Shape;4138;p17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39" name="Google Shape;4139;p17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40" name="Google Shape;4140;p172"/>
          <p:cNvSpPr txBox="1"/>
          <p:nvPr/>
        </p:nvSpPr>
        <p:spPr>
          <a:xfrm>
            <a:off x="437489" y="431419"/>
            <a:ext cx="3299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41" name="Google Shape;4141;p17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42" name="Google Shape;4142;p172"/>
          <p:cNvSpPr/>
          <p:nvPr/>
        </p:nvSpPr>
        <p:spPr>
          <a:xfrm>
            <a:off x="682751" y="1805939"/>
            <a:ext cx="896874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143" name="Google Shape;4143;p172"/>
          <p:cNvGrpSpPr/>
          <p:nvPr/>
        </p:nvGrpSpPr>
        <p:grpSpPr>
          <a:xfrm>
            <a:off x="3727703" y="2709672"/>
            <a:ext cx="5615940" cy="3235960"/>
            <a:chOff x="3727703" y="2709672"/>
            <a:chExt cx="5615940" cy="3235960"/>
          </a:xfrm>
        </p:grpSpPr>
        <p:sp>
          <p:nvSpPr>
            <p:cNvPr id="4144" name="Google Shape;4144;p172"/>
            <p:cNvSpPr/>
            <p:nvPr/>
          </p:nvSpPr>
          <p:spPr>
            <a:xfrm>
              <a:off x="3727703" y="2709672"/>
              <a:ext cx="5615940" cy="3235960"/>
            </a:xfrm>
            <a:custGeom>
              <a:rect b="b" l="l" r="r" t="t"/>
              <a:pathLst>
                <a:path extrusionOk="0" h="3235960" w="5615940">
                  <a:moveTo>
                    <a:pt x="5615940" y="0"/>
                  </a:moveTo>
                  <a:lnTo>
                    <a:pt x="0" y="0"/>
                  </a:lnTo>
                  <a:lnTo>
                    <a:pt x="0" y="3235452"/>
                  </a:lnTo>
                  <a:lnTo>
                    <a:pt x="5615940" y="3235452"/>
                  </a:lnTo>
                  <a:lnTo>
                    <a:pt x="561594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5" name="Google Shape;4145;p172"/>
            <p:cNvSpPr/>
            <p:nvPr/>
          </p:nvSpPr>
          <p:spPr>
            <a:xfrm>
              <a:off x="7616951" y="5123688"/>
              <a:ext cx="657225" cy="307975"/>
            </a:xfrm>
            <a:custGeom>
              <a:rect b="b" l="l" r="r" t="t"/>
              <a:pathLst>
                <a:path extrusionOk="0" h="307975" w="657225">
                  <a:moveTo>
                    <a:pt x="12573" y="0"/>
                  </a:moveTo>
                  <a:lnTo>
                    <a:pt x="0" y="307848"/>
                  </a:lnTo>
                  <a:lnTo>
                    <a:pt x="656844" y="307848"/>
                  </a:lnTo>
                  <a:lnTo>
                    <a:pt x="254762" y="173736"/>
                  </a:lnTo>
                  <a:lnTo>
                    <a:pt x="210901" y="149471"/>
                  </a:lnTo>
                  <a:lnTo>
                    <a:pt x="171257" y="119577"/>
                  </a:lnTo>
                  <a:lnTo>
                    <a:pt x="96162" y="54158"/>
                  </a:lnTo>
                  <a:lnTo>
                    <a:pt x="56486" y="24264"/>
                  </a:lnTo>
                  <a:lnTo>
                    <a:pt x="1257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6" name="Google Shape;4146;p172"/>
            <p:cNvSpPr/>
            <p:nvPr/>
          </p:nvSpPr>
          <p:spPr>
            <a:xfrm>
              <a:off x="4617719" y="3307080"/>
              <a:ext cx="3831335" cy="211531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7" name="Google Shape;4147;p172"/>
            <p:cNvSpPr/>
            <p:nvPr/>
          </p:nvSpPr>
          <p:spPr>
            <a:xfrm>
              <a:off x="5753099" y="5596127"/>
              <a:ext cx="1536953" cy="14249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8" name="Google Shape;4148;p172"/>
            <p:cNvSpPr/>
            <p:nvPr/>
          </p:nvSpPr>
          <p:spPr>
            <a:xfrm>
              <a:off x="7617713" y="4225289"/>
              <a:ext cx="0" cy="1264285"/>
            </a:xfrm>
            <a:custGeom>
              <a:rect b="b" l="l" r="r" t="t"/>
              <a:pathLst>
                <a:path extrusionOk="0" h="1264285" w="120000">
                  <a:moveTo>
                    <a:pt x="0" y="0"/>
                  </a:moveTo>
                  <a:lnTo>
                    <a:pt x="0" y="1264285"/>
                  </a:lnTo>
                </a:path>
              </a:pathLst>
            </a:custGeom>
            <a:noFill/>
            <a:ln cap="flat" cmpd="sng" w="289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9" name="Google Shape;4149;p172"/>
            <p:cNvSpPr/>
            <p:nvPr/>
          </p:nvSpPr>
          <p:spPr>
            <a:xfrm>
              <a:off x="4263389" y="5386577"/>
              <a:ext cx="4648835" cy="76200"/>
            </a:xfrm>
            <a:custGeom>
              <a:rect b="b" l="l" r="r" t="t"/>
              <a:pathLst>
                <a:path extrusionOk="0" h="76200" w="4648834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4"/>
                  </a:lnTo>
                  <a:lnTo>
                    <a:pt x="76200" y="28194"/>
                  </a:lnTo>
                  <a:lnTo>
                    <a:pt x="76200" y="0"/>
                  </a:lnTo>
                  <a:close/>
                </a:path>
                <a:path extrusionOk="0" h="76200" w="4648834">
                  <a:moveTo>
                    <a:pt x="4572508" y="0"/>
                  </a:moveTo>
                  <a:lnTo>
                    <a:pt x="4572508" y="76200"/>
                  </a:lnTo>
                  <a:lnTo>
                    <a:pt x="4628896" y="48006"/>
                  </a:lnTo>
                  <a:lnTo>
                    <a:pt x="4585335" y="48006"/>
                  </a:lnTo>
                  <a:lnTo>
                    <a:pt x="4585335" y="28194"/>
                  </a:lnTo>
                  <a:lnTo>
                    <a:pt x="4628896" y="28194"/>
                  </a:lnTo>
                  <a:lnTo>
                    <a:pt x="4572508" y="0"/>
                  </a:lnTo>
                  <a:close/>
                </a:path>
                <a:path extrusionOk="0" h="76200" w="4648834">
                  <a:moveTo>
                    <a:pt x="76200" y="28194"/>
                  </a:moveTo>
                  <a:lnTo>
                    <a:pt x="63500" y="28194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4"/>
                  </a:lnTo>
                  <a:close/>
                </a:path>
                <a:path extrusionOk="0" h="76200" w="4648834">
                  <a:moveTo>
                    <a:pt x="4572508" y="28194"/>
                  </a:moveTo>
                  <a:lnTo>
                    <a:pt x="76200" y="28194"/>
                  </a:lnTo>
                  <a:lnTo>
                    <a:pt x="76200" y="48006"/>
                  </a:lnTo>
                  <a:lnTo>
                    <a:pt x="4572508" y="48006"/>
                  </a:lnTo>
                  <a:lnTo>
                    <a:pt x="4572508" y="28194"/>
                  </a:lnTo>
                  <a:close/>
                </a:path>
                <a:path extrusionOk="0" h="76200" w="4648834">
                  <a:moveTo>
                    <a:pt x="4628896" y="28194"/>
                  </a:moveTo>
                  <a:lnTo>
                    <a:pt x="4585335" y="28194"/>
                  </a:lnTo>
                  <a:lnTo>
                    <a:pt x="4585335" y="48006"/>
                  </a:lnTo>
                  <a:lnTo>
                    <a:pt x="4628896" y="48006"/>
                  </a:lnTo>
                  <a:lnTo>
                    <a:pt x="4648708" y="38100"/>
                  </a:lnTo>
                  <a:lnTo>
                    <a:pt x="4628896" y="2819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0" name="Google Shape;4150;p172"/>
            <p:cNvSpPr/>
            <p:nvPr/>
          </p:nvSpPr>
          <p:spPr>
            <a:xfrm>
              <a:off x="6483857" y="2998470"/>
              <a:ext cx="76200" cy="2423795"/>
            </a:xfrm>
            <a:custGeom>
              <a:rect b="b" l="l" r="r" t="t"/>
              <a:pathLst>
                <a:path extrusionOk="0" h="2423795" w="76200">
                  <a:moveTo>
                    <a:pt x="48006" y="63500"/>
                  </a:moveTo>
                  <a:lnTo>
                    <a:pt x="28193" y="63500"/>
                  </a:lnTo>
                  <a:lnTo>
                    <a:pt x="28193" y="2423414"/>
                  </a:lnTo>
                  <a:lnTo>
                    <a:pt x="48006" y="2423414"/>
                  </a:lnTo>
                  <a:lnTo>
                    <a:pt x="48006" y="63500"/>
                  </a:lnTo>
                  <a:close/>
                </a:path>
                <a:path extrusionOk="0" h="2423795" w="76200">
                  <a:moveTo>
                    <a:pt x="38099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49" y="63500"/>
                  </a:lnTo>
                  <a:lnTo>
                    <a:pt x="38099" y="0"/>
                  </a:lnTo>
                  <a:close/>
                </a:path>
                <a:path extrusionOk="0" h="2423795" w="76200">
                  <a:moveTo>
                    <a:pt x="69849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199" y="76200"/>
                  </a:lnTo>
                  <a:lnTo>
                    <a:pt x="69849" y="63500"/>
                  </a:lnTo>
                  <a:close/>
                </a:path>
              </a:pathLst>
            </a:custGeom>
            <a:solidFill>
              <a:srgbClr val="000000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1" name="Google Shape;4151;p172"/>
            <p:cNvSpPr/>
            <p:nvPr/>
          </p:nvSpPr>
          <p:spPr>
            <a:xfrm>
              <a:off x="7889747" y="4808194"/>
              <a:ext cx="726198" cy="227863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2" name="Google Shape;4152;p172"/>
            <p:cNvSpPr/>
            <p:nvPr/>
          </p:nvSpPr>
          <p:spPr>
            <a:xfrm>
              <a:off x="7667244" y="5269992"/>
              <a:ext cx="128777" cy="116585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3" name="Google Shape;4153;p172"/>
            <p:cNvSpPr/>
            <p:nvPr/>
          </p:nvSpPr>
          <p:spPr>
            <a:xfrm>
              <a:off x="6097523" y="4806683"/>
              <a:ext cx="872502" cy="229374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54" name="Google Shape;4154;p172"/>
          <p:cNvSpPr/>
          <p:nvPr/>
        </p:nvSpPr>
        <p:spPr>
          <a:xfrm>
            <a:off x="554736" y="1449324"/>
            <a:ext cx="1119377" cy="18973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55" name="Google Shape;4155;p172"/>
          <p:cNvSpPr/>
          <p:nvPr/>
        </p:nvSpPr>
        <p:spPr>
          <a:xfrm>
            <a:off x="847344" y="2063495"/>
            <a:ext cx="2461260" cy="707390"/>
          </a:xfrm>
          <a:custGeom>
            <a:rect b="b" l="l" r="r" t="t"/>
            <a:pathLst>
              <a:path extrusionOk="0" h="707389" w="2461260">
                <a:moveTo>
                  <a:pt x="2461260" y="0"/>
                </a:moveTo>
                <a:lnTo>
                  <a:pt x="0" y="0"/>
                </a:lnTo>
                <a:lnTo>
                  <a:pt x="0" y="707136"/>
                </a:lnTo>
                <a:lnTo>
                  <a:pt x="2461260" y="707136"/>
                </a:lnTo>
                <a:lnTo>
                  <a:pt x="246126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56" name="Google Shape;4156;p172"/>
          <p:cNvSpPr txBox="1"/>
          <p:nvPr/>
        </p:nvSpPr>
        <p:spPr>
          <a:xfrm>
            <a:off x="966419" y="2124349"/>
            <a:ext cx="1065530" cy="60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0  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:     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 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≤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0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:     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 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0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7" name="Google Shape;4157;p172"/>
          <p:cNvSpPr txBox="1"/>
          <p:nvPr/>
        </p:nvSpPr>
        <p:spPr>
          <a:xfrm>
            <a:off x="2273807" y="2462606"/>
            <a:ext cx="53848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“larger”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58" name="Google Shape;4158;p172"/>
          <p:cNvSpPr/>
          <p:nvPr/>
        </p:nvSpPr>
        <p:spPr>
          <a:xfrm>
            <a:off x="704087" y="2971800"/>
            <a:ext cx="2044445" cy="162305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2" name="Shape 4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3" name="Google Shape;4163;p173"/>
          <p:cNvSpPr/>
          <p:nvPr/>
        </p:nvSpPr>
        <p:spPr>
          <a:xfrm>
            <a:off x="9342153" y="6524434"/>
            <a:ext cx="10131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64" name="Google Shape;4164;p17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65" name="Google Shape;4165;p17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66" name="Google Shape;4166;p173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67" name="Google Shape;4167;p173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68" name="Google Shape;4168;p173"/>
          <p:cNvSpPr/>
          <p:nvPr/>
        </p:nvSpPr>
        <p:spPr>
          <a:xfrm>
            <a:off x="682751" y="1805939"/>
            <a:ext cx="829818" cy="1333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169" name="Google Shape;4169;p173"/>
          <p:cNvGrpSpPr/>
          <p:nvPr/>
        </p:nvGrpSpPr>
        <p:grpSpPr>
          <a:xfrm>
            <a:off x="3726179" y="2709672"/>
            <a:ext cx="5615940" cy="3235960"/>
            <a:chOff x="3726179" y="2709672"/>
            <a:chExt cx="5615940" cy="3235960"/>
          </a:xfrm>
        </p:grpSpPr>
        <p:sp>
          <p:nvSpPr>
            <p:cNvPr id="4170" name="Google Shape;4170;p173"/>
            <p:cNvSpPr/>
            <p:nvPr/>
          </p:nvSpPr>
          <p:spPr>
            <a:xfrm>
              <a:off x="3726179" y="2709672"/>
              <a:ext cx="5615940" cy="3235960"/>
            </a:xfrm>
            <a:custGeom>
              <a:rect b="b" l="l" r="r" t="t"/>
              <a:pathLst>
                <a:path extrusionOk="0" h="3235960" w="5615940">
                  <a:moveTo>
                    <a:pt x="5615939" y="0"/>
                  </a:moveTo>
                  <a:lnTo>
                    <a:pt x="0" y="0"/>
                  </a:lnTo>
                  <a:lnTo>
                    <a:pt x="0" y="3235452"/>
                  </a:lnTo>
                  <a:lnTo>
                    <a:pt x="5615939" y="3235452"/>
                  </a:lnTo>
                  <a:lnTo>
                    <a:pt x="5615939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1" name="Google Shape;4171;p173"/>
            <p:cNvSpPr/>
            <p:nvPr/>
          </p:nvSpPr>
          <p:spPr>
            <a:xfrm>
              <a:off x="4797551" y="5122164"/>
              <a:ext cx="657225" cy="307975"/>
            </a:xfrm>
            <a:custGeom>
              <a:rect b="b" l="l" r="r" t="t"/>
              <a:pathLst>
                <a:path extrusionOk="0" h="307975" w="657225">
                  <a:moveTo>
                    <a:pt x="644271" y="0"/>
                  </a:moveTo>
                  <a:lnTo>
                    <a:pt x="600357" y="24264"/>
                  </a:lnTo>
                  <a:lnTo>
                    <a:pt x="560681" y="54158"/>
                  </a:lnTo>
                  <a:lnTo>
                    <a:pt x="485586" y="119577"/>
                  </a:lnTo>
                  <a:lnTo>
                    <a:pt x="445942" y="149471"/>
                  </a:lnTo>
                  <a:lnTo>
                    <a:pt x="402082" y="173736"/>
                  </a:lnTo>
                  <a:lnTo>
                    <a:pt x="0" y="307848"/>
                  </a:lnTo>
                  <a:lnTo>
                    <a:pt x="656844" y="307848"/>
                  </a:lnTo>
                  <a:lnTo>
                    <a:pt x="64427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2" name="Google Shape;4172;p173"/>
            <p:cNvSpPr/>
            <p:nvPr/>
          </p:nvSpPr>
          <p:spPr>
            <a:xfrm>
              <a:off x="4620767" y="3307080"/>
              <a:ext cx="3832860" cy="2113788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3" name="Google Shape;4173;p173"/>
            <p:cNvSpPr/>
            <p:nvPr/>
          </p:nvSpPr>
          <p:spPr>
            <a:xfrm>
              <a:off x="5779007" y="5594604"/>
              <a:ext cx="1536954" cy="14249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4" name="Google Shape;4174;p173"/>
            <p:cNvSpPr/>
            <p:nvPr/>
          </p:nvSpPr>
          <p:spPr>
            <a:xfrm>
              <a:off x="5455157" y="4223766"/>
              <a:ext cx="0" cy="1264285"/>
            </a:xfrm>
            <a:custGeom>
              <a:rect b="b" l="l" r="r" t="t"/>
              <a:pathLst>
                <a:path extrusionOk="0" h="1264285" w="120000">
                  <a:moveTo>
                    <a:pt x="0" y="0"/>
                  </a:moveTo>
                  <a:lnTo>
                    <a:pt x="0" y="1264284"/>
                  </a:lnTo>
                </a:path>
              </a:pathLst>
            </a:custGeom>
            <a:noFill/>
            <a:ln cap="flat" cmpd="sng" w="289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5" name="Google Shape;4175;p173"/>
            <p:cNvSpPr/>
            <p:nvPr/>
          </p:nvSpPr>
          <p:spPr>
            <a:xfrm>
              <a:off x="4159757" y="5385054"/>
              <a:ext cx="4648835" cy="76200"/>
            </a:xfrm>
            <a:custGeom>
              <a:rect b="b" l="l" r="r" t="t"/>
              <a:pathLst>
                <a:path extrusionOk="0" h="76200" w="4648834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4"/>
                  </a:lnTo>
                  <a:lnTo>
                    <a:pt x="76200" y="28194"/>
                  </a:lnTo>
                  <a:lnTo>
                    <a:pt x="76200" y="0"/>
                  </a:lnTo>
                  <a:close/>
                </a:path>
                <a:path extrusionOk="0" h="76200" w="4648834">
                  <a:moveTo>
                    <a:pt x="4572508" y="0"/>
                  </a:moveTo>
                  <a:lnTo>
                    <a:pt x="4572508" y="76200"/>
                  </a:lnTo>
                  <a:lnTo>
                    <a:pt x="4628895" y="48006"/>
                  </a:lnTo>
                  <a:lnTo>
                    <a:pt x="4585208" y="48006"/>
                  </a:lnTo>
                  <a:lnTo>
                    <a:pt x="4585208" y="28194"/>
                  </a:lnTo>
                  <a:lnTo>
                    <a:pt x="4628896" y="28194"/>
                  </a:lnTo>
                  <a:lnTo>
                    <a:pt x="4572508" y="0"/>
                  </a:lnTo>
                  <a:close/>
                </a:path>
                <a:path extrusionOk="0" h="76200" w="4648834">
                  <a:moveTo>
                    <a:pt x="76200" y="28194"/>
                  </a:moveTo>
                  <a:lnTo>
                    <a:pt x="63500" y="28194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4"/>
                  </a:lnTo>
                  <a:close/>
                </a:path>
                <a:path extrusionOk="0" h="76200" w="4648834">
                  <a:moveTo>
                    <a:pt x="4572508" y="28194"/>
                  </a:moveTo>
                  <a:lnTo>
                    <a:pt x="76200" y="28194"/>
                  </a:lnTo>
                  <a:lnTo>
                    <a:pt x="76200" y="48006"/>
                  </a:lnTo>
                  <a:lnTo>
                    <a:pt x="4572508" y="48006"/>
                  </a:lnTo>
                  <a:lnTo>
                    <a:pt x="4572508" y="28194"/>
                  </a:lnTo>
                  <a:close/>
                </a:path>
                <a:path extrusionOk="0" h="76200" w="4648834">
                  <a:moveTo>
                    <a:pt x="4628896" y="28194"/>
                  </a:moveTo>
                  <a:lnTo>
                    <a:pt x="4585208" y="28194"/>
                  </a:lnTo>
                  <a:lnTo>
                    <a:pt x="4585208" y="48006"/>
                  </a:lnTo>
                  <a:lnTo>
                    <a:pt x="4628895" y="48006"/>
                  </a:lnTo>
                  <a:lnTo>
                    <a:pt x="4648708" y="38100"/>
                  </a:lnTo>
                  <a:lnTo>
                    <a:pt x="4628896" y="2819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6" name="Google Shape;4176;p173"/>
            <p:cNvSpPr/>
            <p:nvPr/>
          </p:nvSpPr>
          <p:spPr>
            <a:xfrm>
              <a:off x="6512813" y="2996946"/>
              <a:ext cx="76200" cy="2423795"/>
            </a:xfrm>
            <a:custGeom>
              <a:rect b="b" l="l" r="r" t="t"/>
              <a:pathLst>
                <a:path extrusionOk="0" h="2423795" w="76200">
                  <a:moveTo>
                    <a:pt x="48005" y="63500"/>
                  </a:moveTo>
                  <a:lnTo>
                    <a:pt x="28193" y="63500"/>
                  </a:lnTo>
                  <a:lnTo>
                    <a:pt x="28193" y="2423414"/>
                  </a:lnTo>
                  <a:lnTo>
                    <a:pt x="48005" y="2423414"/>
                  </a:lnTo>
                  <a:lnTo>
                    <a:pt x="48005" y="63500"/>
                  </a:lnTo>
                  <a:close/>
                </a:path>
                <a:path extrusionOk="0" h="2423795" w="76200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extrusionOk="0" h="2423795" w="76200">
                  <a:moveTo>
                    <a:pt x="69850" y="63500"/>
                  </a:moveTo>
                  <a:lnTo>
                    <a:pt x="48005" y="63500"/>
                  </a:lnTo>
                  <a:lnTo>
                    <a:pt x="4800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7" name="Google Shape;4177;p173"/>
            <p:cNvSpPr/>
            <p:nvPr/>
          </p:nvSpPr>
          <p:spPr>
            <a:xfrm>
              <a:off x="4443983" y="4806683"/>
              <a:ext cx="726198" cy="229374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8" name="Google Shape;4178;p173"/>
            <p:cNvSpPr/>
            <p:nvPr/>
          </p:nvSpPr>
          <p:spPr>
            <a:xfrm>
              <a:off x="6091427" y="4805159"/>
              <a:ext cx="872502" cy="22937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9" name="Google Shape;4179;p173"/>
            <p:cNvSpPr/>
            <p:nvPr/>
          </p:nvSpPr>
          <p:spPr>
            <a:xfrm>
              <a:off x="5274563" y="5268467"/>
              <a:ext cx="128777" cy="116585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80" name="Google Shape;4180;p173"/>
          <p:cNvSpPr/>
          <p:nvPr/>
        </p:nvSpPr>
        <p:spPr>
          <a:xfrm>
            <a:off x="554736" y="1449324"/>
            <a:ext cx="1119377" cy="18973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81" name="Google Shape;4181;p173"/>
          <p:cNvSpPr/>
          <p:nvPr/>
        </p:nvSpPr>
        <p:spPr>
          <a:xfrm>
            <a:off x="850391" y="2063495"/>
            <a:ext cx="2504440" cy="707390"/>
          </a:xfrm>
          <a:custGeom>
            <a:rect b="b" l="l" r="r" t="t"/>
            <a:pathLst>
              <a:path extrusionOk="0" h="707389" w="2504440">
                <a:moveTo>
                  <a:pt x="2503932" y="0"/>
                </a:moveTo>
                <a:lnTo>
                  <a:pt x="0" y="0"/>
                </a:lnTo>
                <a:lnTo>
                  <a:pt x="0" y="707136"/>
                </a:lnTo>
                <a:lnTo>
                  <a:pt x="2503932" y="707136"/>
                </a:lnTo>
                <a:lnTo>
                  <a:pt x="2503932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82" name="Google Shape;4182;p173"/>
          <p:cNvSpPr txBox="1"/>
          <p:nvPr/>
        </p:nvSpPr>
        <p:spPr>
          <a:xfrm>
            <a:off x="969772" y="2124349"/>
            <a:ext cx="1065530" cy="60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0  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:     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 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≥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0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:     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 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0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3" name="Google Shape;4183;p173"/>
          <p:cNvSpPr txBox="1"/>
          <p:nvPr/>
        </p:nvSpPr>
        <p:spPr>
          <a:xfrm>
            <a:off x="2277110" y="2462606"/>
            <a:ext cx="62611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“smaller”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84" name="Google Shape;4184;p173"/>
          <p:cNvSpPr/>
          <p:nvPr/>
        </p:nvSpPr>
        <p:spPr>
          <a:xfrm>
            <a:off x="682751" y="2959607"/>
            <a:ext cx="2044445" cy="162305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8" name="Shape 4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9" name="Google Shape;4189;p174"/>
          <p:cNvSpPr/>
          <p:nvPr/>
        </p:nvSpPr>
        <p:spPr>
          <a:xfrm>
            <a:off x="9348248" y="6524434"/>
            <a:ext cx="10131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90" name="Google Shape;4190;p17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91" name="Google Shape;4191;p17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92" name="Google Shape;4192;p174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93" name="Google Shape;4193;p174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94" name="Google Shape;4194;p174"/>
          <p:cNvSpPr/>
          <p:nvPr/>
        </p:nvSpPr>
        <p:spPr>
          <a:xfrm>
            <a:off x="682751" y="1805939"/>
            <a:ext cx="834390" cy="1333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195" name="Google Shape;4195;p174"/>
          <p:cNvGrpSpPr/>
          <p:nvPr/>
        </p:nvGrpSpPr>
        <p:grpSpPr>
          <a:xfrm>
            <a:off x="3727703" y="2709672"/>
            <a:ext cx="5615940" cy="3235960"/>
            <a:chOff x="3727703" y="2709672"/>
            <a:chExt cx="5615940" cy="3235960"/>
          </a:xfrm>
        </p:grpSpPr>
        <p:sp>
          <p:nvSpPr>
            <p:cNvPr id="4196" name="Google Shape;4196;p174"/>
            <p:cNvSpPr/>
            <p:nvPr/>
          </p:nvSpPr>
          <p:spPr>
            <a:xfrm>
              <a:off x="3727703" y="2709672"/>
              <a:ext cx="5615940" cy="3235960"/>
            </a:xfrm>
            <a:custGeom>
              <a:rect b="b" l="l" r="r" t="t"/>
              <a:pathLst>
                <a:path extrusionOk="0" h="3235960" w="5615940">
                  <a:moveTo>
                    <a:pt x="5615940" y="0"/>
                  </a:moveTo>
                  <a:lnTo>
                    <a:pt x="0" y="0"/>
                  </a:lnTo>
                  <a:lnTo>
                    <a:pt x="0" y="3235452"/>
                  </a:lnTo>
                  <a:lnTo>
                    <a:pt x="5615940" y="3235452"/>
                  </a:lnTo>
                  <a:lnTo>
                    <a:pt x="561594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7" name="Google Shape;4197;p174"/>
            <p:cNvSpPr/>
            <p:nvPr/>
          </p:nvSpPr>
          <p:spPr>
            <a:xfrm>
              <a:off x="4808220" y="5122163"/>
              <a:ext cx="3491865" cy="307975"/>
            </a:xfrm>
            <a:custGeom>
              <a:rect b="b" l="l" r="r" t="t"/>
              <a:pathLst>
                <a:path extrusionOk="0" h="307975" w="3491865">
                  <a:moveTo>
                    <a:pt x="656844" y="307848"/>
                  </a:moveTo>
                  <a:lnTo>
                    <a:pt x="644271" y="0"/>
                  </a:lnTo>
                  <a:lnTo>
                    <a:pt x="600354" y="24269"/>
                  </a:lnTo>
                  <a:lnTo>
                    <a:pt x="560679" y="54165"/>
                  </a:lnTo>
                  <a:lnTo>
                    <a:pt x="485584" y="119583"/>
                  </a:lnTo>
                  <a:lnTo>
                    <a:pt x="445935" y="149479"/>
                  </a:lnTo>
                  <a:lnTo>
                    <a:pt x="402082" y="173736"/>
                  </a:lnTo>
                  <a:lnTo>
                    <a:pt x="0" y="307848"/>
                  </a:lnTo>
                  <a:lnTo>
                    <a:pt x="656844" y="307848"/>
                  </a:lnTo>
                  <a:close/>
                </a:path>
                <a:path extrusionOk="0" h="307975" w="3491865">
                  <a:moveTo>
                    <a:pt x="3491484" y="307848"/>
                  </a:moveTo>
                  <a:lnTo>
                    <a:pt x="3089402" y="173736"/>
                  </a:lnTo>
                  <a:lnTo>
                    <a:pt x="3045536" y="149479"/>
                  </a:lnTo>
                  <a:lnTo>
                    <a:pt x="3005886" y="119583"/>
                  </a:lnTo>
                  <a:lnTo>
                    <a:pt x="2930791" y="54165"/>
                  </a:lnTo>
                  <a:lnTo>
                    <a:pt x="2891117" y="24269"/>
                  </a:lnTo>
                  <a:lnTo>
                    <a:pt x="2847213" y="0"/>
                  </a:lnTo>
                  <a:lnTo>
                    <a:pt x="2834640" y="307848"/>
                  </a:lnTo>
                  <a:lnTo>
                    <a:pt x="3491484" y="307848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8" name="Google Shape;4198;p174"/>
            <p:cNvSpPr/>
            <p:nvPr/>
          </p:nvSpPr>
          <p:spPr>
            <a:xfrm>
              <a:off x="4631435" y="3307080"/>
              <a:ext cx="3832860" cy="2113788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9" name="Google Shape;4199;p174"/>
            <p:cNvSpPr/>
            <p:nvPr/>
          </p:nvSpPr>
          <p:spPr>
            <a:xfrm>
              <a:off x="5789675" y="5594604"/>
              <a:ext cx="1536953" cy="14249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0" name="Google Shape;4200;p174"/>
            <p:cNvSpPr/>
            <p:nvPr/>
          </p:nvSpPr>
          <p:spPr>
            <a:xfrm>
              <a:off x="4170425" y="5385054"/>
              <a:ext cx="4648835" cy="76200"/>
            </a:xfrm>
            <a:custGeom>
              <a:rect b="b" l="l" r="r" t="t"/>
              <a:pathLst>
                <a:path extrusionOk="0" h="76200" w="4648834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4"/>
                  </a:lnTo>
                  <a:lnTo>
                    <a:pt x="76200" y="28194"/>
                  </a:lnTo>
                  <a:lnTo>
                    <a:pt x="76200" y="0"/>
                  </a:lnTo>
                  <a:close/>
                </a:path>
                <a:path extrusionOk="0" h="76200" w="4648834">
                  <a:moveTo>
                    <a:pt x="4572508" y="0"/>
                  </a:moveTo>
                  <a:lnTo>
                    <a:pt x="4572508" y="76200"/>
                  </a:lnTo>
                  <a:lnTo>
                    <a:pt x="4628895" y="48006"/>
                  </a:lnTo>
                  <a:lnTo>
                    <a:pt x="4585208" y="48006"/>
                  </a:lnTo>
                  <a:lnTo>
                    <a:pt x="4585208" y="28194"/>
                  </a:lnTo>
                  <a:lnTo>
                    <a:pt x="4628896" y="28194"/>
                  </a:lnTo>
                  <a:lnTo>
                    <a:pt x="4572508" y="0"/>
                  </a:lnTo>
                  <a:close/>
                </a:path>
                <a:path extrusionOk="0" h="76200" w="4648834">
                  <a:moveTo>
                    <a:pt x="76200" y="28194"/>
                  </a:moveTo>
                  <a:lnTo>
                    <a:pt x="63500" y="28194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4"/>
                  </a:lnTo>
                  <a:close/>
                </a:path>
                <a:path extrusionOk="0" h="76200" w="4648834">
                  <a:moveTo>
                    <a:pt x="4572508" y="28194"/>
                  </a:moveTo>
                  <a:lnTo>
                    <a:pt x="76200" y="28194"/>
                  </a:lnTo>
                  <a:lnTo>
                    <a:pt x="76200" y="48006"/>
                  </a:lnTo>
                  <a:lnTo>
                    <a:pt x="4572508" y="48006"/>
                  </a:lnTo>
                  <a:lnTo>
                    <a:pt x="4572508" y="28194"/>
                  </a:lnTo>
                  <a:close/>
                </a:path>
                <a:path extrusionOk="0" h="76200" w="4648834">
                  <a:moveTo>
                    <a:pt x="4628896" y="28194"/>
                  </a:moveTo>
                  <a:lnTo>
                    <a:pt x="4585208" y="28194"/>
                  </a:lnTo>
                  <a:lnTo>
                    <a:pt x="4585208" y="48006"/>
                  </a:lnTo>
                  <a:lnTo>
                    <a:pt x="4628895" y="48006"/>
                  </a:lnTo>
                  <a:lnTo>
                    <a:pt x="4648708" y="38100"/>
                  </a:lnTo>
                  <a:lnTo>
                    <a:pt x="4628896" y="28194"/>
                  </a:ln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1" name="Google Shape;4201;p174"/>
            <p:cNvSpPr/>
            <p:nvPr/>
          </p:nvSpPr>
          <p:spPr>
            <a:xfrm>
              <a:off x="6523481" y="2996946"/>
              <a:ext cx="76200" cy="2423795"/>
            </a:xfrm>
            <a:custGeom>
              <a:rect b="b" l="l" r="r" t="t"/>
              <a:pathLst>
                <a:path extrusionOk="0" h="2423795" w="76200">
                  <a:moveTo>
                    <a:pt x="48006" y="63500"/>
                  </a:moveTo>
                  <a:lnTo>
                    <a:pt x="28194" y="63500"/>
                  </a:lnTo>
                  <a:lnTo>
                    <a:pt x="28194" y="2423414"/>
                  </a:lnTo>
                  <a:lnTo>
                    <a:pt x="48006" y="2423414"/>
                  </a:lnTo>
                  <a:lnTo>
                    <a:pt x="48006" y="63500"/>
                  </a:lnTo>
                  <a:close/>
                </a:path>
                <a:path extrusionOk="0" h="2423795" w="76200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extrusionOk="0" h="2423795" w="76200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2" name="Google Shape;4202;p174"/>
            <p:cNvSpPr/>
            <p:nvPr/>
          </p:nvSpPr>
          <p:spPr>
            <a:xfrm>
              <a:off x="6102095" y="4805159"/>
              <a:ext cx="872502" cy="229374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3" name="Google Shape;4203;p174"/>
            <p:cNvSpPr/>
            <p:nvPr/>
          </p:nvSpPr>
          <p:spPr>
            <a:xfrm>
              <a:off x="5465825" y="4223766"/>
              <a:ext cx="0" cy="1264285"/>
            </a:xfrm>
            <a:custGeom>
              <a:rect b="b" l="l" r="r" t="t"/>
              <a:pathLst>
                <a:path extrusionOk="0" h="1264285" w="120000">
                  <a:moveTo>
                    <a:pt x="0" y="0"/>
                  </a:moveTo>
                  <a:lnTo>
                    <a:pt x="0" y="1264284"/>
                  </a:lnTo>
                </a:path>
              </a:pathLst>
            </a:custGeom>
            <a:noFill/>
            <a:ln cap="flat" cmpd="sng" w="289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4" name="Google Shape;4204;p174"/>
            <p:cNvSpPr/>
            <p:nvPr/>
          </p:nvSpPr>
          <p:spPr>
            <a:xfrm>
              <a:off x="4454651" y="4806683"/>
              <a:ext cx="726198" cy="229374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5" name="Google Shape;4205;p174"/>
            <p:cNvSpPr/>
            <p:nvPr/>
          </p:nvSpPr>
          <p:spPr>
            <a:xfrm>
              <a:off x="4773167" y="5137404"/>
              <a:ext cx="233934" cy="116585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6" name="Google Shape;4206;p174"/>
            <p:cNvSpPr/>
            <p:nvPr/>
          </p:nvSpPr>
          <p:spPr>
            <a:xfrm>
              <a:off x="7643621" y="4223766"/>
              <a:ext cx="0" cy="1264285"/>
            </a:xfrm>
            <a:custGeom>
              <a:rect b="b" l="l" r="r" t="t"/>
              <a:pathLst>
                <a:path extrusionOk="0" h="1264285" w="120000">
                  <a:moveTo>
                    <a:pt x="0" y="0"/>
                  </a:moveTo>
                  <a:lnTo>
                    <a:pt x="0" y="1264284"/>
                  </a:lnTo>
                </a:path>
              </a:pathLst>
            </a:custGeom>
            <a:noFill/>
            <a:ln cap="flat" cmpd="sng" w="289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7" name="Google Shape;4207;p174"/>
            <p:cNvSpPr/>
            <p:nvPr/>
          </p:nvSpPr>
          <p:spPr>
            <a:xfrm>
              <a:off x="7915655" y="4806683"/>
              <a:ext cx="724674" cy="229374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8" name="Google Shape;4208;p174"/>
            <p:cNvSpPr/>
            <p:nvPr/>
          </p:nvSpPr>
          <p:spPr>
            <a:xfrm>
              <a:off x="8037575" y="5137404"/>
              <a:ext cx="232409" cy="116585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09" name="Google Shape;4209;p174"/>
          <p:cNvSpPr/>
          <p:nvPr/>
        </p:nvSpPr>
        <p:spPr>
          <a:xfrm>
            <a:off x="554736" y="1449324"/>
            <a:ext cx="1119377" cy="18973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10" name="Google Shape;4210;p174"/>
          <p:cNvSpPr/>
          <p:nvPr/>
        </p:nvSpPr>
        <p:spPr>
          <a:xfrm>
            <a:off x="682751" y="2967227"/>
            <a:ext cx="2283714" cy="162305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11" name="Google Shape;4211;p174"/>
          <p:cNvSpPr/>
          <p:nvPr/>
        </p:nvSpPr>
        <p:spPr>
          <a:xfrm>
            <a:off x="847344" y="2063495"/>
            <a:ext cx="2620010" cy="707390"/>
          </a:xfrm>
          <a:custGeom>
            <a:rect b="b" l="l" r="r" t="t"/>
            <a:pathLst>
              <a:path extrusionOk="0" h="707389" w="2620010">
                <a:moveTo>
                  <a:pt x="2619756" y="0"/>
                </a:moveTo>
                <a:lnTo>
                  <a:pt x="0" y="0"/>
                </a:lnTo>
                <a:lnTo>
                  <a:pt x="0" y="707136"/>
                </a:lnTo>
                <a:lnTo>
                  <a:pt x="2619756" y="707136"/>
                </a:lnTo>
                <a:lnTo>
                  <a:pt x="2619756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12" name="Google Shape;4212;p174"/>
          <p:cNvSpPr txBox="1"/>
          <p:nvPr/>
        </p:nvSpPr>
        <p:spPr>
          <a:xfrm>
            <a:off x="966419" y="2124349"/>
            <a:ext cx="1065530" cy="60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0  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:     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 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0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𝐻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:     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 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≠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𝜇</a:t>
            </a:r>
            <a:r>
              <a:rPr baseline="-25000" lang="en-US" sz="1725">
                <a:latin typeface="Arial"/>
                <a:ea typeface="Arial"/>
                <a:cs typeface="Arial"/>
                <a:sym typeface="Arial"/>
              </a:rPr>
              <a:t>0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3" name="Google Shape;4213;p174"/>
          <p:cNvSpPr txBox="1"/>
          <p:nvPr/>
        </p:nvSpPr>
        <p:spPr>
          <a:xfrm>
            <a:off x="2273807" y="2462606"/>
            <a:ext cx="6965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“different”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7" name="Shape 4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" name="Google Shape;4218;p175"/>
          <p:cNvSpPr/>
          <p:nvPr/>
        </p:nvSpPr>
        <p:spPr>
          <a:xfrm>
            <a:off x="9342293" y="6524434"/>
            <a:ext cx="99648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19" name="Google Shape;4219;p17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20" name="Google Shape;4220;p17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21" name="Google Shape;4221;p175"/>
          <p:cNvSpPr txBox="1"/>
          <p:nvPr>
            <p:ph type="title"/>
          </p:nvPr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4.2. Hypothesis Testing in Action</a:t>
            </a:r>
            <a:endParaRPr/>
          </a:p>
        </p:txBody>
      </p:sp>
      <p:sp>
        <p:nvSpPr>
          <p:cNvPr id="4222" name="Google Shape;4222;p175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23" name="Google Shape;4223;p175"/>
          <p:cNvSpPr/>
          <p:nvPr/>
        </p:nvSpPr>
        <p:spPr>
          <a:xfrm>
            <a:off x="682751" y="1805939"/>
            <a:ext cx="2451354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24" name="Google Shape;4224;p175"/>
          <p:cNvSpPr/>
          <p:nvPr/>
        </p:nvSpPr>
        <p:spPr>
          <a:xfrm>
            <a:off x="3796284" y="3960875"/>
            <a:ext cx="1711960" cy="601345"/>
          </a:xfrm>
          <a:custGeom>
            <a:rect b="b" l="l" r="r" t="t"/>
            <a:pathLst>
              <a:path extrusionOk="0" h="601345" w="1711960">
                <a:moveTo>
                  <a:pt x="1711706" y="27432"/>
                </a:moveTo>
                <a:lnTo>
                  <a:pt x="1626870" y="35941"/>
                </a:lnTo>
                <a:lnTo>
                  <a:pt x="1643849" y="62776"/>
                </a:lnTo>
                <a:lnTo>
                  <a:pt x="813917" y="587933"/>
                </a:lnTo>
                <a:lnTo>
                  <a:pt x="65189" y="39865"/>
                </a:lnTo>
                <a:lnTo>
                  <a:pt x="70662" y="32385"/>
                </a:lnTo>
                <a:lnTo>
                  <a:pt x="83947" y="14224"/>
                </a:lnTo>
                <a:lnTo>
                  <a:pt x="0" y="0"/>
                </a:lnTo>
                <a:lnTo>
                  <a:pt x="38989" y="75692"/>
                </a:lnTo>
                <a:lnTo>
                  <a:pt x="57683" y="50139"/>
                </a:lnTo>
                <a:lnTo>
                  <a:pt x="810006" y="600837"/>
                </a:lnTo>
                <a:lnTo>
                  <a:pt x="813828" y="595591"/>
                </a:lnTo>
                <a:lnTo>
                  <a:pt x="817245" y="600964"/>
                </a:lnTo>
                <a:lnTo>
                  <a:pt x="1650695" y="73583"/>
                </a:lnTo>
                <a:lnTo>
                  <a:pt x="1667637" y="100330"/>
                </a:lnTo>
                <a:lnTo>
                  <a:pt x="1694421" y="56007"/>
                </a:lnTo>
                <a:lnTo>
                  <a:pt x="1711706" y="27432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25" name="Google Shape;4225;p175"/>
          <p:cNvSpPr txBox="1"/>
          <p:nvPr/>
        </p:nvSpPr>
        <p:spPr>
          <a:xfrm>
            <a:off x="3579876" y="4556759"/>
            <a:ext cx="2144395" cy="338455"/>
          </a:xfrm>
          <a:prstGeom prst="rect">
            <a:avLst/>
          </a:prstGeom>
          <a:solidFill>
            <a:srgbClr val="DEEBF7"/>
          </a:solidFill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0" lvl="0" marL="3689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Compare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𝜇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with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𝜇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26" name="Google Shape;4226;p175"/>
          <p:cNvSpPr txBox="1"/>
          <p:nvPr/>
        </p:nvSpPr>
        <p:spPr>
          <a:xfrm>
            <a:off x="7651242" y="2477262"/>
            <a:ext cx="1035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𝟐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7" name="Google Shape;4227;p175"/>
          <p:cNvSpPr txBox="1"/>
          <p:nvPr/>
        </p:nvSpPr>
        <p:spPr>
          <a:xfrm>
            <a:off x="7260081" y="2385822"/>
            <a:ext cx="52006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𝑿</a:t>
            </a:r>
            <a:r>
              <a:rPr baseline="30000" lang="en-US" sz="2100">
                <a:latin typeface="Arial"/>
                <a:ea typeface="Arial"/>
                <a:cs typeface="Arial"/>
                <a:sym typeface="Arial"/>
              </a:rPr>
              <a:t>ഥ</a:t>
            </a:r>
            <a:r>
              <a:rPr baseline="-25000" lang="en-US" sz="1500">
                <a:latin typeface="Arial"/>
                <a:ea typeface="Arial"/>
                <a:cs typeface="Arial"/>
                <a:sym typeface="Arial"/>
              </a:rPr>
              <a:t>𝟐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𝒔</a:t>
            </a:r>
            <a:r>
              <a:rPr baseline="30000" lang="en-US" sz="1500">
                <a:latin typeface="Arial"/>
                <a:ea typeface="Arial"/>
                <a:cs typeface="Arial"/>
                <a:sym typeface="Arial"/>
              </a:rPr>
              <a:t>𝟐</a:t>
            </a:r>
            <a:endParaRPr baseline="30000"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8" name="Google Shape;4228;p175"/>
          <p:cNvSpPr txBox="1"/>
          <p:nvPr/>
        </p:nvSpPr>
        <p:spPr>
          <a:xfrm>
            <a:off x="7260081" y="2602230"/>
            <a:ext cx="30353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𝒏</a:t>
            </a:r>
            <a:r>
              <a:rPr baseline="-25000" lang="en-US" sz="1500">
                <a:latin typeface="Arial"/>
                <a:ea typeface="Arial"/>
                <a:cs typeface="Arial"/>
                <a:sym typeface="Arial"/>
              </a:rPr>
              <a:t>𝟐</a:t>
            </a:r>
            <a:endParaRPr baseline="-25000"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9" name="Google Shape;4229;p175"/>
          <p:cNvSpPr txBox="1"/>
          <p:nvPr/>
        </p:nvSpPr>
        <p:spPr>
          <a:xfrm>
            <a:off x="4679441" y="2477262"/>
            <a:ext cx="1035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𝟏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0" name="Google Shape;4230;p175"/>
          <p:cNvSpPr txBox="1"/>
          <p:nvPr/>
        </p:nvSpPr>
        <p:spPr>
          <a:xfrm>
            <a:off x="4288282" y="2385822"/>
            <a:ext cx="52006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𝑿</a:t>
            </a:r>
            <a:r>
              <a:rPr baseline="30000" lang="en-US" sz="2100">
                <a:latin typeface="Arial"/>
                <a:ea typeface="Arial"/>
                <a:cs typeface="Arial"/>
                <a:sym typeface="Arial"/>
              </a:rPr>
              <a:t>ഥ</a:t>
            </a:r>
            <a:r>
              <a:rPr baseline="-25000" lang="en-US" sz="1500">
                <a:latin typeface="Arial"/>
                <a:ea typeface="Arial"/>
                <a:cs typeface="Arial"/>
                <a:sym typeface="Arial"/>
              </a:rPr>
              <a:t>𝟏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𝒔</a:t>
            </a:r>
            <a:r>
              <a:rPr baseline="30000" lang="en-US" sz="1500">
                <a:latin typeface="Arial"/>
                <a:ea typeface="Arial"/>
                <a:cs typeface="Arial"/>
                <a:sym typeface="Arial"/>
              </a:rPr>
              <a:t>𝟐</a:t>
            </a:r>
            <a:endParaRPr baseline="30000"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1" name="Google Shape;4231;p175"/>
          <p:cNvSpPr txBox="1"/>
          <p:nvPr/>
        </p:nvSpPr>
        <p:spPr>
          <a:xfrm>
            <a:off x="4288282" y="2602230"/>
            <a:ext cx="30353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𝒏</a:t>
            </a:r>
            <a:r>
              <a:rPr baseline="-25000" lang="en-US" sz="1500">
                <a:latin typeface="Arial"/>
                <a:ea typeface="Arial"/>
                <a:cs typeface="Arial"/>
                <a:sym typeface="Arial"/>
              </a:rPr>
              <a:t>𝟏</a:t>
            </a:r>
            <a:endParaRPr baseline="-25000" sz="15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32" name="Google Shape;4232;p175"/>
          <p:cNvGrpSpPr/>
          <p:nvPr/>
        </p:nvGrpSpPr>
        <p:grpSpPr>
          <a:xfrm>
            <a:off x="2319528" y="2446019"/>
            <a:ext cx="4895848" cy="1895093"/>
            <a:chOff x="2319528" y="2446019"/>
            <a:chExt cx="4895848" cy="1895093"/>
          </a:xfrm>
        </p:grpSpPr>
        <p:sp>
          <p:nvSpPr>
            <p:cNvPr id="4233" name="Google Shape;4233;p175"/>
            <p:cNvSpPr/>
            <p:nvPr/>
          </p:nvSpPr>
          <p:spPr>
            <a:xfrm>
              <a:off x="2319528" y="2446019"/>
              <a:ext cx="1629410" cy="1629410"/>
            </a:xfrm>
            <a:custGeom>
              <a:rect b="b" l="l" r="r" t="t"/>
              <a:pathLst>
                <a:path extrusionOk="0" h="1629410" w="1629410">
                  <a:moveTo>
                    <a:pt x="0" y="814577"/>
                  </a:moveTo>
                  <a:lnTo>
                    <a:pt x="1382" y="766719"/>
                  </a:lnTo>
                  <a:lnTo>
                    <a:pt x="5480" y="719589"/>
                  </a:lnTo>
                  <a:lnTo>
                    <a:pt x="12217" y="673262"/>
                  </a:lnTo>
                  <a:lnTo>
                    <a:pt x="21515" y="627816"/>
                  </a:lnTo>
                  <a:lnTo>
                    <a:pt x="33300" y="583327"/>
                  </a:lnTo>
                  <a:lnTo>
                    <a:pt x="47493" y="539872"/>
                  </a:lnTo>
                  <a:lnTo>
                    <a:pt x="64019" y="497526"/>
                  </a:lnTo>
                  <a:lnTo>
                    <a:pt x="82802" y="456366"/>
                  </a:lnTo>
                  <a:lnTo>
                    <a:pt x="103765" y="416470"/>
                  </a:lnTo>
                  <a:lnTo>
                    <a:pt x="126831" y="377912"/>
                  </a:lnTo>
                  <a:lnTo>
                    <a:pt x="151924" y="340770"/>
                  </a:lnTo>
                  <a:lnTo>
                    <a:pt x="178967" y="305119"/>
                  </a:lnTo>
                  <a:lnTo>
                    <a:pt x="207885" y="271038"/>
                  </a:lnTo>
                  <a:lnTo>
                    <a:pt x="238601" y="238601"/>
                  </a:lnTo>
                  <a:lnTo>
                    <a:pt x="271038" y="207885"/>
                  </a:lnTo>
                  <a:lnTo>
                    <a:pt x="305119" y="178967"/>
                  </a:lnTo>
                  <a:lnTo>
                    <a:pt x="340770" y="151924"/>
                  </a:lnTo>
                  <a:lnTo>
                    <a:pt x="377912" y="126831"/>
                  </a:lnTo>
                  <a:lnTo>
                    <a:pt x="416470" y="103765"/>
                  </a:lnTo>
                  <a:lnTo>
                    <a:pt x="456366" y="82802"/>
                  </a:lnTo>
                  <a:lnTo>
                    <a:pt x="497526" y="64019"/>
                  </a:lnTo>
                  <a:lnTo>
                    <a:pt x="539872" y="47493"/>
                  </a:lnTo>
                  <a:lnTo>
                    <a:pt x="583327" y="33300"/>
                  </a:lnTo>
                  <a:lnTo>
                    <a:pt x="627816" y="21515"/>
                  </a:lnTo>
                  <a:lnTo>
                    <a:pt x="673262" y="12217"/>
                  </a:lnTo>
                  <a:lnTo>
                    <a:pt x="719589" y="5480"/>
                  </a:lnTo>
                  <a:lnTo>
                    <a:pt x="766719" y="1382"/>
                  </a:lnTo>
                  <a:lnTo>
                    <a:pt x="814578" y="0"/>
                  </a:lnTo>
                  <a:lnTo>
                    <a:pt x="862436" y="1382"/>
                  </a:lnTo>
                  <a:lnTo>
                    <a:pt x="909566" y="5480"/>
                  </a:lnTo>
                  <a:lnTo>
                    <a:pt x="955893" y="12217"/>
                  </a:lnTo>
                  <a:lnTo>
                    <a:pt x="1001339" y="21515"/>
                  </a:lnTo>
                  <a:lnTo>
                    <a:pt x="1045828" y="33300"/>
                  </a:lnTo>
                  <a:lnTo>
                    <a:pt x="1089283" y="47493"/>
                  </a:lnTo>
                  <a:lnTo>
                    <a:pt x="1131629" y="64019"/>
                  </a:lnTo>
                  <a:lnTo>
                    <a:pt x="1172789" y="82802"/>
                  </a:lnTo>
                  <a:lnTo>
                    <a:pt x="1212685" y="103765"/>
                  </a:lnTo>
                  <a:lnTo>
                    <a:pt x="1251243" y="126831"/>
                  </a:lnTo>
                  <a:lnTo>
                    <a:pt x="1288385" y="151924"/>
                  </a:lnTo>
                  <a:lnTo>
                    <a:pt x="1324036" y="178967"/>
                  </a:lnTo>
                  <a:lnTo>
                    <a:pt x="1358117" y="207885"/>
                  </a:lnTo>
                  <a:lnTo>
                    <a:pt x="1390554" y="238601"/>
                  </a:lnTo>
                  <a:lnTo>
                    <a:pt x="1421270" y="271038"/>
                  </a:lnTo>
                  <a:lnTo>
                    <a:pt x="1450188" y="305119"/>
                  </a:lnTo>
                  <a:lnTo>
                    <a:pt x="1477231" y="340770"/>
                  </a:lnTo>
                  <a:lnTo>
                    <a:pt x="1502324" y="377912"/>
                  </a:lnTo>
                  <a:lnTo>
                    <a:pt x="1525390" y="416470"/>
                  </a:lnTo>
                  <a:lnTo>
                    <a:pt x="1546353" y="456366"/>
                  </a:lnTo>
                  <a:lnTo>
                    <a:pt x="1565136" y="497526"/>
                  </a:lnTo>
                  <a:lnTo>
                    <a:pt x="1581662" y="539872"/>
                  </a:lnTo>
                  <a:lnTo>
                    <a:pt x="1595855" y="583327"/>
                  </a:lnTo>
                  <a:lnTo>
                    <a:pt x="1607640" y="627816"/>
                  </a:lnTo>
                  <a:lnTo>
                    <a:pt x="1616938" y="673262"/>
                  </a:lnTo>
                  <a:lnTo>
                    <a:pt x="1623675" y="719589"/>
                  </a:lnTo>
                  <a:lnTo>
                    <a:pt x="1627773" y="766719"/>
                  </a:lnTo>
                  <a:lnTo>
                    <a:pt x="1629156" y="814577"/>
                  </a:lnTo>
                  <a:lnTo>
                    <a:pt x="1627773" y="862436"/>
                  </a:lnTo>
                  <a:lnTo>
                    <a:pt x="1623675" y="909566"/>
                  </a:lnTo>
                  <a:lnTo>
                    <a:pt x="1616938" y="955893"/>
                  </a:lnTo>
                  <a:lnTo>
                    <a:pt x="1607640" y="1001339"/>
                  </a:lnTo>
                  <a:lnTo>
                    <a:pt x="1595855" y="1045828"/>
                  </a:lnTo>
                  <a:lnTo>
                    <a:pt x="1581662" y="1089283"/>
                  </a:lnTo>
                  <a:lnTo>
                    <a:pt x="1565136" y="1131629"/>
                  </a:lnTo>
                  <a:lnTo>
                    <a:pt x="1546353" y="1172789"/>
                  </a:lnTo>
                  <a:lnTo>
                    <a:pt x="1525390" y="1212685"/>
                  </a:lnTo>
                  <a:lnTo>
                    <a:pt x="1502324" y="1251243"/>
                  </a:lnTo>
                  <a:lnTo>
                    <a:pt x="1477231" y="1288385"/>
                  </a:lnTo>
                  <a:lnTo>
                    <a:pt x="1450188" y="1324036"/>
                  </a:lnTo>
                  <a:lnTo>
                    <a:pt x="1421270" y="1358117"/>
                  </a:lnTo>
                  <a:lnTo>
                    <a:pt x="1390554" y="1390554"/>
                  </a:lnTo>
                  <a:lnTo>
                    <a:pt x="1358117" y="1421270"/>
                  </a:lnTo>
                  <a:lnTo>
                    <a:pt x="1324036" y="1450188"/>
                  </a:lnTo>
                  <a:lnTo>
                    <a:pt x="1288385" y="1477231"/>
                  </a:lnTo>
                  <a:lnTo>
                    <a:pt x="1251243" y="1502324"/>
                  </a:lnTo>
                  <a:lnTo>
                    <a:pt x="1212685" y="1525390"/>
                  </a:lnTo>
                  <a:lnTo>
                    <a:pt x="1172789" y="1546353"/>
                  </a:lnTo>
                  <a:lnTo>
                    <a:pt x="1131629" y="1565136"/>
                  </a:lnTo>
                  <a:lnTo>
                    <a:pt x="1089283" y="1581662"/>
                  </a:lnTo>
                  <a:lnTo>
                    <a:pt x="1045828" y="1595855"/>
                  </a:lnTo>
                  <a:lnTo>
                    <a:pt x="1001339" y="1607640"/>
                  </a:lnTo>
                  <a:lnTo>
                    <a:pt x="955893" y="1616938"/>
                  </a:lnTo>
                  <a:lnTo>
                    <a:pt x="909566" y="1623675"/>
                  </a:lnTo>
                  <a:lnTo>
                    <a:pt x="862436" y="1627773"/>
                  </a:lnTo>
                  <a:lnTo>
                    <a:pt x="814578" y="1629155"/>
                  </a:lnTo>
                  <a:lnTo>
                    <a:pt x="766719" y="1627773"/>
                  </a:lnTo>
                  <a:lnTo>
                    <a:pt x="719589" y="1623675"/>
                  </a:lnTo>
                  <a:lnTo>
                    <a:pt x="673262" y="1616938"/>
                  </a:lnTo>
                  <a:lnTo>
                    <a:pt x="627816" y="1607640"/>
                  </a:lnTo>
                  <a:lnTo>
                    <a:pt x="583327" y="1595855"/>
                  </a:lnTo>
                  <a:lnTo>
                    <a:pt x="539872" y="1581662"/>
                  </a:lnTo>
                  <a:lnTo>
                    <a:pt x="497526" y="1565136"/>
                  </a:lnTo>
                  <a:lnTo>
                    <a:pt x="456366" y="1546353"/>
                  </a:lnTo>
                  <a:lnTo>
                    <a:pt x="416470" y="1525390"/>
                  </a:lnTo>
                  <a:lnTo>
                    <a:pt x="377912" y="1502324"/>
                  </a:lnTo>
                  <a:lnTo>
                    <a:pt x="340770" y="1477231"/>
                  </a:lnTo>
                  <a:lnTo>
                    <a:pt x="305119" y="1450188"/>
                  </a:lnTo>
                  <a:lnTo>
                    <a:pt x="271038" y="1421270"/>
                  </a:lnTo>
                  <a:lnTo>
                    <a:pt x="238601" y="1390554"/>
                  </a:lnTo>
                  <a:lnTo>
                    <a:pt x="207885" y="1358117"/>
                  </a:lnTo>
                  <a:lnTo>
                    <a:pt x="178967" y="1324036"/>
                  </a:lnTo>
                  <a:lnTo>
                    <a:pt x="151924" y="1288385"/>
                  </a:lnTo>
                  <a:lnTo>
                    <a:pt x="126831" y="1251243"/>
                  </a:lnTo>
                  <a:lnTo>
                    <a:pt x="103765" y="1212685"/>
                  </a:lnTo>
                  <a:lnTo>
                    <a:pt x="82802" y="1172789"/>
                  </a:lnTo>
                  <a:lnTo>
                    <a:pt x="64019" y="1131629"/>
                  </a:lnTo>
                  <a:lnTo>
                    <a:pt x="47493" y="1089283"/>
                  </a:lnTo>
                  <a:lnTo>
                    <a:pt x="33300" y="1045828"/>
                  </a:lnTo>
                  <a:lnTo>
                    <a:pt x="21515" y="1001339"/>
                  </a:lnTo>
                  <a:lnTo>
                    <a:pt x="12217" y="955893"/>
                  </a:lnTo>
                  <a:lnTo>
                    <a:pt x="5480" y="909566"/>
                  </a:lnTo>
                  <a:lnTo>
                    <a:pt x="1382" y="862436"/>
                  </a:lnTo>
                  <a:lnTo>
                    <a:pt x="0" y="814577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4" name="Google Shape;4234;p175"/>
            <p:cNvSpPr/>
            <p:nvPr/>
          </p:nvSpPr>
          <p:spPr>
            <a:xfrm>
              <a:off x="3681984" y="2453639"/>
              <a:ext cx="582929" cy="16840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5" name="Google Shape;4235;p175"/>
            <p:cNvSpPr/>
            <p:nvPr/>
          </p:nvSpPr>
          <p:spPr>
            <a:xfrm>
              <a:off x="3118104" y="2631947"/>
              <a:ext cx="62865" cy="62865"/>
            </a:xfrm>
            <a:custGeom>
              <a:rect b="b" l="l" r="r" t="t"/>
              <a:pathLst>
                <a:path extrusionOk="0" h="62864" w="62864">
                  <a:moveTo>
                    <a:pt x="31241" y="0"/>
                  </a:moveTo>
                  <a:lnTo>
                    <a:pt x="19073" y="2452"/>
                  </a:lnTo>
                  <a:lnTo>
                    <a:pt x="9143" y="9143"/>
                  </a:lnTo>
                  <a:lnTo>
                    <a:pt x="2452" y="19073"/>
                  </a:lnTo>
                  <a:lnTo>
                    <a:pt x="0" y="31241"/>
                  </a:lnTo>
                  <a:lnTo>
                    <a:pt x="2452" y="43410"/>
                  </a:lnTo>
                  <a:lnTo>
                    <a:pt x="9143" y="53339"/>
                  </a:lnTo>
                  <a:lnTo>
                    <a:pt x="19073" y="60031"/>
                  </a:lnTo>
                  <a:lnTo>
                    <a:pt x="31241" y="62484"/>
                  </a:lnTo>
                  <a:lnTo>
                    <a:pt x="43410" y="60031"/>
                  </a:lnTo>
                  <a:lnTo>
                    <a:pt x="53339" y="53339"/>
                  </a:lnTo>
                  <a:lnTo>
                    <a:pt x="60031" y="43410"/>
                  </a:lnTo>
                  <a:lnTo>
                    <a:pt x="62483" y="31241"/>
                  </a:lnTo>
                  <a:lnTo>
                    <a:pt x="60031" y="19073"/>
                  </a:lnTo>
                  <a:lnTo>
                    <a:pt x="53339" y="9144"/>
                  </a:lnTo>
                  <a:lnTo>
                    <a:pt x="43410" y="2452"/>
                  </a:lnTo>
                  <a:lnTo>
                    <a:pt x="31241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6" name="Google Shape;4236;p175"/>
            <p:cNvSpPr/>
            <p:nvPr/>
          </p:nvSpPr>
          <p:spPr>
            <a:xfrm>
              <a:off x="2676144" y="4172711"/>
              <a:ext cx="881633" cy="16840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7" name="Google Shape;4237;p175"/>
            <p:cNvSpPr/>
            <p:nvPr/>
          </p:nvSpPr>
          <p:spPr>
            <a:xfrm>
              <a:off x="2581656" y="2781299"/>
              <a:ext cx="1209040" cy="1149350"/>
            </a:xfrm>
            <a:custGeom>
              <a:rect b="b" l="l" r="r" t="t"/>
              <a:pathLst>
                <a:path extrusionOk="0" h="1149350" w="1209039">
                  <a:moveTo>
                    <a:pt x="60960" y="518922"/>
                  </a:moveTo>
                  <a:lnTo>
                    <a:pt x="58572" y="506755"/>
                  </a:lnTo>
                  <a:lnTo>
                    <a:pt x="52044" y="496824"/>
                  </a:lnTo>
                  <a:lnTo>
                    <a:pt x="42367" y="490143"/>
                  </a:lnTo>
                  <a:lnTo>
                    <a:pt x="30480" y="487680"/>
                  </a:lnTo>
                  <a:lnTo>
                    <a:pt x="18580" y="490143"/>
                  </a:lnTo>
                  <a:lnTo>
                    <a:pt x="8902" y="496824"/>
                  </a:lnTo>
                  <a:lnTo>
                    <a:pt x="2374" y="506755"/>
                  </a:lnTo>
                  <a:lnTo>
                    <a:pt x="0" y="518922"/>
                  </a:lnTo>
                  <a:lnTo>
                    <a:pt x="2374" y="531101"/>
                  </a:lnTo>
                  <a:lnTo>
                    <a:pt x="8902" y="541020"/>
                  </a:lnTo>
                  <a:lnTo>
                    <a:pt x="18580" y="547712"/>
                  </a:lnTo>
                  <a:lnTo>
                    <a:pt x="30480" y="550164"/>
                  </a:lnTo>
                  <a:lnTo>
                    <a:pt x="42367" y="547712"/>
                  </a:lnTo>
                  <a:lnTo>
                    <a:pt x="52044" y="541020"/>
                  </a:lnTo>
                  <a:lnTo>
                    <a:pt x="58572" y="531101"/>
                  </a:lnTo>
                  <a:lnTo>
                    <a:pt x="60960" y="518922"/>
                  </a:lnTo>
                  <a:close/>
                </a:path>
                <a:path extrusionOk="0" h="1149350" w="1209039">
                  <a:moveTo>
                    <a:pt x="86868" y="739902"/>
                  </a:moveTo>
                  <a:lnTo>
                    <a:pt x="84404" y="727735"/>
                  </a:lnTo>
                  <a:lnTo>
                    <a:pt x="77724" y="717804"/>
                  </a:lnTo>
                  <a:lnTo>
                    <a:pt x="67792" y="711123"/>
                  </a:lnTo>
                  <a:lnTo>
                    <a:pt x="55626" y="708660"/>
                  </a:lnTo>
                  <a:lnTo>
                    <a:pt x="43446" y="711123"/>
                  </a:lnTo>
                  <a:lnTo>
                    <a:pt x="33528" y="717804"/>
                  </a:lnTo>
                  <a:lnTo>
                    <a:pt x="26835" y="727735"/>
                  </a:lnTo>
                  <a:lnTo>
                    <a:pt x="24384" y="739902"/>
                  </a:lnTo>
                  <a:lnTo>
                    <a:pt x="26835" y="752081"/>
                  </a:lnTo>
                  <a:lnTo>
                    <a:pt x="33528" y="762000"/>
                  </a:lnTo>
                  <a:lnTo>
                    <a:pt x="43446" y="768692"/>
                  </a:lnTo>
                  <a:lnTo>
                    <a:pt x="55626" y="771156"/>
                  </a:lnTo>
                  <a:lnTo>
                    <a:pt x="67792" y="768692"/>
                  </a:lnTo>
                  <a:lnTo>
                    <a:pt x="77724" y="762000"/>
                  </a:lnTo>
                  <a:lnTo>
                    <a:pt x="84404" y="752081"/>
                  </a:lnTo>
                  <a:lnTo>
                    <a:pt x="86868" y="739902"/>
                  </a:lnTo>
                  <a:close/>
                </a:path>
                <a:path extrusionOk="0" h="1149350" w="1209039">
                  <a:moveTo>
                    <a:pt x="170688" y="278130"/>
                  </a:moveTo>
                  <a:lnTo>
                    <a:pt x="168300" y="265963"/>
                  </a:lnTo>
                  <a:lnTo>
                    <a:pt x="161772" y="256032"/>
                  </a:lnTo>
                  <a:lnTo>
                    <a:pt x="152095" y="249351"/>
                  </a:lnTo>
                  <a:lnTo>
                    <a:pt x="140208" y="246888"/>
                  </a:lnTo>
                  <a:lnTo>
                    <a:pt x="128308" y="249351"/>
                  </a:lnTo>
                  <a:lnTo>
                    <a:pt x="118630" y="256032"/>
                  </a:lnTo>
                  <a:lnTo>
                    <a:pt x="112102" y="265963"/>
                  </a:lnTo>
                  <a:lnTo>
                    <a:pt x="109728" y="278130"/>
                  </a:lnTo>
                  <a:lnTo>
                    <a:pt x="112102" y="290309"/>
                  </a:lnTo>
                  <a:lnTo>
                    <a:pt x="118630" y="300228"/>
                  </a:lnTo>
                  <a:lnTo>
                    <a:pt x="128308" y="306920"/>
                  </a:lnTo>
                  <a:lnTo>
                    <a:pt x="140208" y="309372"/>
                  </a:lnTo>
                  <a:lnTo>
                    <a:pt x="152095" y="306920"/>
                  </a:lnTo>
                  <a:lnTo>
                    <a:pt x="161772" y="300228"/>
                  </a:lnTo>
                  <a:lnTo>
                    <a:pt x="168300" y="290309"/>
                  </a:lnTo>
                  <a:lnTo>
                    <a:pt x="170688" y="278130"/>
                  </a:lnTo>
                  <a:close/>
                </a:path>
                <a:path extrusionOk="0" h="1149350" w="1209039">
                  <a:moveTo>
                    <a:pt x="199644" y="502158"/>
                  </a:moveTo>
                  <a:lnTo>
                    <a:pt x="197256" y="489991"/>
                  </a:lnTo>
                  <a:lnTo>
                    <a:pt x="190728" y="480060"/>
                  </a:lnTo>
                  <a:lnTo>
                    <a:pt x="181051" y="473379"/>
                  </a:lnTo>
                  <a:lnTo>
                    <a:pt x="169164" y="470916"/>
                  </a:lnTo>
                  <a:lnTo>
                    <a:pt x="157264" y="473379"/>
                  </a:lnTo>
                  <a:lnTo>
                    <a:pt x="147586" y="480060"/>
                  </a:lnTo>
                  <a:lnTo>
                    <a:pt x="141058" y="489991"/>
                  </a:lnTo>
                  <a:lnTo>
                    <a:pt x="138684" y="502158"/>
                  </a:lnTo>
                  <a:lnTo>
                    <a:pt x="141058" y="514337"/>
                  </a:lnTo>
                  <a:lnTo>
                    <a:pt x="147586" y="524256"/>
                  </a:lnTo>
                  <a:lnTo>
                    <a:pt x="157264" y="530948"/>
                  </a:lnTo>
                  <a:lnTo>
                    <a:pt x="169164" y="533400"/>
                  </a:lnTo>
                  <a:lnTo>
                    <a:pt x="181051" y="530948"/>
                  </a:lnTo>
                  <a:lnTo>
                    <a:pt x="190728" y="524268"/>
                  </a:lnTo>
                  <a:lnTo>
                    <a:pt x="197256" y="514337"/>
                  </a:lnTo>
                  <a:lnTo>
                    <a:pt x="199644" y="502158"/>
                  </a:lnTo>
                  <a:close/>
                </a:path>
                <a:path extrusionOk="0" h="1149350" w="1209039">
                  <a:moveTo>
                    <a:pt x="217932" y="63246"/>
                  </a:moveTo>
                  <a:lnTo>
                    <a:pt x="215544" y="51079"/>
                  </a:lnTo>
                  <a:lnTo>
                    <a:pt x="209016" y="41148"/>
                  </a:lnTo>
                  <a:lnTo>
                    <a:pt x="199339" y="34467"/>
                  </a:lnTo>
                  <a:lnTo>
                    <a:pt x="187452" y="32004"/>
                  </a:lnTo>
                  <a:lnTo>
                    <a:pt x="175552" y="34467"/>
                  </a:lnTo>
                  <a:lnTo>
                    <a:pt x="165874" y="41148"/>
                  </a:lnTo>
                  <a:lnTo>
                    <a:pt x="159346" y="51079"/>
                  </a:lnTo>
                  <a:lnTo>
                    <a:pt x="156972" y="63246"/>
                  </a:lnTo>
                  <a:lnTo>
                    <a:pt x="159346" y="75425"/>
                  </a:lnTo>
                  <a:lnTo>
                    <a:pt x="165874" y="85344"/>
                  </a:lnTo>
                  <a:lnTo>
                    <a:pt x="175552" y="92036"/>
                  </a:lnTo>
                  <a:lnTo>
                    <a:pt x="187452" y="94488"/>
                  </a:lnTo>
                  <a:lnTo>
                    <a:pt x="199339" y="92036"/>
                  </a:lnTo>
                  <a:lnTo>
                    <a:pt x="209016" y="85344"/>
                  </a:lnTo>
                  <a:lnTo>
                    <a:pt x="215544" y="75425"/>
                  </a:lnTo>
                  <a:lnTo>
                    <a:pt x="217932" y="63246"/>
                  </a:lnTo>
                  <a:close/>
                </a:path>
                <a:path extrusionOk="0" h="1149350" w="1209039">
                  <a:moveTo>
                    <a:pt x="288036" y="797814"/>
                  </a:moveTo>
                  <a:lnTo>
                    <a:pt x="285648" y="785647"/>
                  </a:lnTo>
                  <a:lnTo>
                    <a:pt x="279120" y="775728"/>
                  </a:lnTo>
                  <a:lnTo>
                    <a:pt x="269443" y="769035"/>
                  </a:lnTo>
                  <a:lnTo>
                    <a:pt x="257556" y="766572"/>
                  </a:lnTo>
                  <a:lnTo>
                    <a:pt x="245656" y="769035"/>
                  </a:lnTo>
                  <a:lnTo>
                    <a:pt x="235978" y="775716"/>
                  </a:lnTo>
                  <a:lnTo>
                    <a:pt x="229450" y="785647"/>
                  </a:lnTo>
                  <a:lnTo>
                    <a:pt x="227076" y="797814"/>
                  </a:lnTo>
                  <a:lnTo>
                    <a:pt x="229450" y="809993"/>
                  </a:lnTo>
                  <a:lnTo>
                    <a:pt x="235978" y="819912"/>
                  </a:lnTo>
                  <a:lnTo>
                    <a:pt x="245656" y="826604"/>
                  </a:lnTo>
                  <a:lnTo>
                    <a:pt x="257556" y="829056"/>
                  </a:lnTo>
                  <a:lnTo>
                    <a:pt x="269443" y="826604"/>
                  </a:lnTo>
                  <a:lnTo>
                    <a:pt x="279120" y="819912"/>
                  </a:lnTo>
                  <a:lnTo>
                    <a:pt x="285648" y="809993"/>
                  </a:lnTo>
                  <a:lnTo>
                    <a:pt x="288036" y="797814"/>
                  </a:lnTo>
                  <a:close/>
                </a:path>
                <a:path extrusionOk="0" h="1149350" w="1209039">
                  <a:moveTo>
                    <a:pt x="313944" y="1024890"/>
                  </a:moveTo>
                  <a:lnTo>
                    <a:pt x="311480" y="1012723"/>
                  </a:lnTo>
                  <a:lnTo>
                    <a:pt x="304800" y="1002792"/>
                  </a:lnTo>
                  <a:lnTo>
                    <a:pt x="294868" y="996111"/>
                  </a:lnTo>
                  <a:lnTo>
                    <a:pt x="282702" y="993648"/>
                  </a:lnTo>
                  <a:lnTo>
                    <a:pt x="270522" y="996111"/>
                  </a:lnTo>
                  <a:lnTo>
                    <a:pt x="260604" y="1002792"/>
                  </a:lnTo>
                  <a:lnTo>
                    <a:pt x="253911" y="1012723"/>
                  </a:lnTo>
                  <a:lnTo>
                    <a:pt x="251460" y="1024890"/>
                  </a:lnTo>
                  <a:lnTo>
                    <a:pt x="253911" y="1037069"/>
                  </a:lnTo>
                  <a:lnTo>
                    <a:pt x="260604" y="1046988"/>
                  </a:lnTo>
                  <a:lnTo>
                    <a:pt x="270522" y="1053680"/>
                  </a:lnTo>
                  <a:lnTo>
                    <a:pt x="282702" y="1056132"/>
                  </a:lnTo>
                  <a:lnTo>
                    <a:pt x="294868" y="1053680"/>
                  </a:lnTo>
                  <a:lnTo>
                    <a:pt x="304800" y="1046988"/>
                  </a:lnTo>
                  <a:lnTo>
                    <a:pt x="311480" y="1037069"/>
                  </a:lnTo>
                  <a:lnTo>
                    <a:pt x="313944" y="1024890"/>
                  </a:lnTo>
                  <a:close/>
                </a:path>
                <a:path extrusionOk="0" h="1149350" w="1209039">
                  <a:moveTo>
                    <a:pt x="333756" y="584454"/>
                  </a:moveTo>
                  <a:lnTo>
                    <a:pt x="331368" y="572287"/>
                  </a:lnTo>
                  <a:lnTo>
                    <a:pt x="324840" y="562368"/>
                  </a:lnTo>
                  <a:lnTo>
                    <a:pt x="315163" y="555675"/>
                  </a:lnTo>
                  <a:lnTo>
                    <a:pt x="303276" y="553212"/>
                  </a:lnTo>
                  <a:lnTo>
                    <a:pt x="291376" y="555675"/>
                  </a:lnTo>
                  <a:lnTo>
                    <a:pt x="281698" y="562356"/>
                  </a:lnTo>
                  <a:lnTo>
                    <a:pt x="275170" y="572287"/>
                  </a:lnTo>
                  <a:lnTo>
                    <a:pt x="272796" y="584454"/>
                  </a:lnTo>
                  <a:lnTo>
                    <a:pt x="275170" y="596633"/>
                  </a:lnTo>
                  <a:lnTo>
                    <a:pt x="281698" y="606552"/>
                  </a:lnTo>
                  <a:lnTo>
                    <a:pt x="291376" y="613244"/>
                  </a:lnTo>
                  <a:lnTo>
                    <a:pt x="303276" y="615696"/>
                  </a:lnTo>
                  <a:lnTo>
                    <a:pt x="315163" y="613244"/>
                  </a:lnTo>
                  <a:lnTo>
                    <a:pt x="324840" y="606552"/>
                  </a:lnTo>
                  <a:lnTo>
                    <a:pt x="331368" y="596633"/>
                  </a:lnTo>
                  <a:lnTo>
                    <a:pt x="333756" y="584454"/>
                  </a:lnTo>
                  <a:close/>
                </a:path>
                <a:path extrusionOk="0" h="1149350" w="1209039">
                  <a:moveTo>
                    <a:pt x="448056" y="310134"/>
                  </a:moveTo>
                  <a:lnTo>
                    <a:pt x="445592" y="297967"/>
                  </a:lnTo>
                  <a:lnTo>
                    <a:pt x="438912" y="288036"/>
                  </a:lnTo>
                  <a:lnTo>
                    <a:pt x="428980" y="281355"/>
                  </a:lnTo>
                  <a:lnTo>
                    <a:pt x="416814" y="278892"/>
                  </a:lnTo>
                  <a:lnTo>
                    <a:pt x="404634" y="281355"/>
                  </a:lnTo>
                  <a:lnTo>
                    <a:pt x="394716" y="288036"/>
                  </a:lnTo>
                  <a:lnTo>
                    <a:pt x="388023" y="297967"/>
                  </a:lnTo>
                  <a:lnTo>
                    <a:pt x="385572" y="310134"/>
                  </a:lnTo>
                  <a:lnTo>
                    <a:pt x="388023" y="322313"/>
                  </a:lnTo>
                  <a:lnTo>
                    <a:pt x="394703" y="332232"/>
                  </a:lnTo>
                  <a:lnTo>
                    <a:pt x="404634" y="338924"/>
                  </a:lnTo>
                  <a:lnTo>
                    <a:pt x="416814" y="341376"/>
                  </a:lnTo>
                  <a:lnTo>
                    <a:pt x="428980" y="338924"/>
                  </a:lnTo>
                  <a:lnTo>
                    <a:pt x="438912" y="332232"/>
                  </a:lnTo>
                  <a:lnTo>
                    <a:pt x="445592" y="322313"/>
                  </a:lnTo>
                  <a:lnTo>
                    <a:pt x="448056" y="310134"/>
                  </a:lnTo>
                  <a:close/>
                </a:path>
                <a:path extrusionOk="0" h="1149350" w="1209039">
                  <a:moveTo>
                    <a:pt x="454152" y="87630"/>
                  </a:moveTo>
                  <a:lnTo>
                    <a:pt x="451764" y="75463"/>
                  </a:lnTo>
                  <a:lnTo>
                    <a:pt x="445236" y="65532"/>
                  </a:lnTo>
                  <a:lnTo>
                    <a:pt x="435559" y="58851"/>
                  </a:lnTo>
                  <a:lnTo>
                    <a:pt x="423672" y="56388"/>
                  </a:lnTo>
                  <a:lnTo>
                    <a:pt x="411772" y="58851"/>
                  </a:lnTo>
                  <a:lnTo>
                    <a:pt x="402094" y="65532"/>
                  </a:lnTo>
                  <a:lnTo>
                    <a:pt x="395566" y="75463"/>
                  </a:lnTo>
                  <a:lnTo>
                    <a:pt x="393192" y="87630"/>
                  </a:lnTo>
                  <a:lnTo>
                    <a:pt x="395566" y="99809"/>
                  </a:lnTo>
                  <a:lnTo>
                    <a:pt x="402094" y="109728"/>
                  </a:lnTo>
                  <a:lnTo>
                    <a:pt x="411772" y="116420"/>
                  </a:lnTo>
                  <a:lnTo>
                    <a:pt x="423672" y="118872"/>
                  </a:lnTo>
                  <a:lnTo>
                    <a:pt x="435559" y="116420"/>
                  </a:lnTo>
                  <a:lnTo>
                    <a:pt x="445236" y="109728"/>
                  </a:lnTo>
                  <a:lnTo>
                    <a:pt x="451764" y="99809"/>
                  </a:lnTo>
                  <a:lnTo>
                    <a:pt x="454152" y="87630"/>
                  </a:lnTo>
                  <a:close/>
                </a:path>
                <a:path extrusionOk="0" h="1149350" w="1209039">
                  <a:moveTo>
                    <a:pt x="519684" y="415290"/>
                  </a:moveTo>
                  <a:lnTo>
                    <a:pt x="517296" y="403123"/>
                  </a:lnTo>
                  <a:lnTo>
                    <a:pt x="510768" y="393204"/>
                  </a:lnTo>
                  <a:lnTo>
                    <a:pt x="501091" y="386511"/>
                  </a:lnTo>
                  <a:lnTo>
                    <a:pt x="489204" y="384048"/>
                  </a:lnTo>
                  <a:lnTo>
                    <a:pt x="477304" y="386511"/>
                  </a:lnTo>
                  <a:lnTo>
                    <a:pt x="467626" y="393192"/>
                  </a:lnTo>
                  <a:lnTo>
                    <a:pt x="461098" y="403123"/>
                  </a:lnTo>
                  <a:lnTo>
                    <a:pt x="458724" y="415290"/>
                  </a:lnTo>
                  <a:lnTo>
                    <a:pt x="461098" y="427469"/>
                  </a:lnTo>
                  <a:lnTo>
                    <a:pt x="467626" y="437388"/>
                  </a:lnTo>
                  <a:lnTo>
                    <a:pt x="477304" y="444080"/>
                  </a:lnTo>
                  <a:lnTo>
                    <a:pt x="489204" y="446532"/>
                  </a:lnTo>
                  <a:lnTo>
                    <a:pt x="501091" y="444080"/>
                  </a:lnTo>
                  <a:lnTo>
                    <a:pt x="510768" y="437388"/>
                  </a:lnTo>
                  <a:lnTo>
                    <a:pt x="517296" y="427469"/>
                  </a:lnTo>
                  <a:lnTo>
                    <a:pt x="519684" y="415290"/>
                  </a:lnTo>
                  <a:close/>
                </a:path>
                <a:path extrusionOk="0" h="1149350" w="1209039">
                  <a:moveTo>
                    <a:pt x="548640" y="1008126"/>
                  </a:moveTo>
                  <a:lnTo>
                    <a:pt x="546252" y="995959"/>
                  </a:lnTo>
                  <a:lnTo>
                    <a:pt x="539724" y="986040"/>
                  </a:lnTo>
                  <a:lnTo>
                    <a:pt x="530047" y="979347"/>
                  </a:lnTo>
                  <a:lnTo>
                    <a:pt x="518160" y="976884"/>
                  </a:lnTo>
                  <a:lnTo>
                    <a:pt x="506260" y="979347"/>
                  </a:lnTo>
                  <a:lnTo>
                    <a:pt x="496582" y="986028"/>
                  </a:lnTo>
                  <a:lnTo>
                    <a:pt x="490054" y="995959"/>
                  </a:lnTo>
                  <a:lnTo>
                    <a:pt x="487680" y="1008126"/>
                  </a:lnTo>
                  <a:lnTo>
                    <a:pt x="490054" y="1020305"/>
                  </a:lnTo>
                  <a:lnTo>
                    <a:pt x="496582" y="1030224"/>
                  </a:lnTo>
                  <a:lnTo>
                    <a:pt x="506260" y="1036916"/>
                  </a:lnTo>
                  <a:lnTo>
                    <a:pt x="518160" y="1039368"/>
                  </a:lnTo>
                  <a:lnTo>
                    <a:pt x="530047" y="1036916"/>
                  </a:lnTo>
                  <a:lnTo>
                    <a:pt x="539724" y="1030224"/>
                  </a:lnTo>
                  <a:lnTo>
                    <a:pt x="546252" y="1020305"/>
                  </a:lnTo>
                  <a:lnTo>
                    <a:pt x="548640" y="1008126"/>
                  </a:lnTo>
                  <a:close/>
                </a:path>
                <a:path extrusionOk="0" h="1149350" w="1209039">
                  <a:moveTo>
                    <a:pt x="560832" y="826770"/>
                  </a:moveTo>
                  <a:lnTo>
                    <a:pt x="558444" y="814603"/>
                  </a:lnTo>
                  <a:lnTo>
                    <a:pt x="551916" y="804672"/>
                  </a:lnTo>
                  <a:lnTo>
                    <a:pt x="542239" y="797991"/>
                  </a:lnTo>
                  <a:lnTo>
                    <a:pt x="530352" y="795528"/>
                  </a:lnTo>
                  <a:lnTo>
                    <a:pt x="518452" y="797991"/>
                  </a:lnTo>
                  <a:lnTo>
                    <a:pt x="508774" y="804672"/>
                  </a:lnTo>
                  <a:lnTo>
                    <a:pt x="502246" y="814603"/>
                  </a:lnTo>
                  <a:lnTo>
                    <a:pt x="499872" y="826770"/>
                  </a:lnTo>
                  <a:lnTo>
                    <a:pt x="502246" y="838949"/>
                  </a:lnTo>
                  <a:lnTo>
                    <a:pt x="508774" y="848868"/>
                  </a:lnTo>
                  <a:lnTo>
                    <a:pt x="518452" y="855560"/>
                  </a:lnTo>
                  <a:lnTo>
                    <a:pt x="530352" y="858012"/>
                  </a:lnTo>
                  <a:lnTo>
                    <a:pt x="542239" y="855560"/>
                  </a:lnTo>
                  <a:lnTo>
                    <a:pt x="551916" y="848868"/>
                  </a:lnTo>
                  <a:lnTo>
                    <a:pt x="558444" y="838949"/>
                  </a:lnTo>
                  <a:lnTo>
                    <a:pt x="560832" y="826770"/>
                  </a:lnTo>
                  <a:close/>
                </a:path>
                <a:path extrusionOk="0" h="1149350" w="1209039">
                  <a:moveTo>
                    <a:pt x="560832" y="607314"/>
                  </a:moveTo>
                  <a:lnTo>
                    <a:pt x="558444" y="595147"/>
                  </a:lnTo>
                  <a:lnTo>
                    <a:pt x="551916" y="585228"/>
                  </a:lnTo>
                  <a:lnTo>
                    <a:pt x="542239" y="578535"/>
                  </a:lnTo>
                  <a:lnTo>
                    <a:pt x="530352" y="576072"/>
                  </a:lnTo>
                  <a:lnTo>
                    <a:pt x="518452" y="578535"/>
                  </a:lnTo>
                  <a:lnTo>
                    <a:pt x="508774" y="585216"/>
                  </a:lnTo>
                  <a:lnTo>
                    <a:pt x="502246" y="595147"/>
                  </a:lnTo>
                  <a:lnTo>
                    <a:pt x="499872" y="607314"/>
                  </a:lnTo>
                  <a:lnTo>
                    <a:pt x="502246" y="619493"/>
                  </a:lnTo>
                  <a:lnTo>
                    <a:pt x="508774" y="629412"/>
                  </a:lnTo>
                  <a:lnTo>
                    <a:pt x="518452" y="636104"/>
                  </a:lnTo>
                  <a:lnTo>
                    <a:pt x="530352" y="638556"/>
                  </a:lnTo>
                  <a:lnTo>
                    <a:pt x="542239" y="636104"/>
                  </a:lnTo>
                  <a:lnTo>
                    <a:pt x="551916" y="629412"/>
                  </a:lnTo>
                  <a:lnTo>
                    <a:pt x="558444" y="619493"/>
                  </a:lnTo>
                  <a:lnTo>
                    <a:pt x="560832" y="607314"/>
                  </a:lnTo>
                  <a:close/>
                </a:path>
                <a:path extrusionOk="0" h="1149350" w="1209039">
                  <a:moveTo>
                    <a:pt x="627888" y="1117854"/>
                  </a:moveTo>
                  <a:lnTo>
                    <a:pt x="625424" y="1105687"/>
                  </a:lnTo>
                  <a:lnTo>
                    <a:pt x="618744" y="1095756"/>
                  </a:lnTo>
                  <a:lnTo>
                    <a:pt x="608812" y="1089075"/>
                  </a:lnTo>
                  <a:lnTo>
                    <a:pt x="596646" y="1086612"/>
                  </a:lnTo>
                  <a:lnTo>
                    <a:pt x="584466" y="1089075"/>
                  </a:lnTo>
                  <a:lnTo>
                    <a:pt x="574548" y="1095756"/>
                  </a:lnTo>
                  <a:lnTo>
                    <a:pt x="567855" y="1105687"/>
                  </a:lnTo>
                  <a:lnTo>
                    <a:pt x="565404" y="1117854"/>
                  </a:lnTo>
                  <a:lnTo>
                    <a:pt x="567855" y="1130033"/>
                  </a:lnTo>
                  <a:lnTo>
                    <a:pt x="574548" y="1139952"/>
                  </a:lnTo>
                  <a:lnTo>
                    <a:pt x="584466" y="1146644"/>
                  </a:lnTo>
                  <a:lnTo>
                    <a:pt x="596646" y="1149096"/>
                  </a:lnTo>
                  <a:lnTo>
                    <a:pt x="608812" y="1146644"/>
                  </a:lnTo>
                  <a:lnTo>
                    <a:pt x="618744" y="1139952"/>
                  </a:lnTo>
                  <a:lnTo>
                    <a:pt x="625424" y="1130033"/>
                  </a:lnTo>
                  <a:lnTo>
                    <a:pt x="627888" y="1117854"/>
                  </a:lnTo>
                  <a:close/>
                </a:path>
                <a:path extrusionOk="0" h="1149350" w="1209039">
                  <a:moveTo>
                    <a:pt x="682752" y="366522"/>
                  </a:moveTo>
                  <a:lnTo>
                    <a:pt x="680364" y="354355"/>
                  </a:lnTo>
                  <a:lnTo>
                    <a:pt x="673836" y="344424"/>
                  </a:lnTo>
                  <a:lnTo>
                    <a:pt x="664159" y="337743"/>
                  </a:lnTo>
                  <a:lnTo>
                    <a:pt x="652272" y="335280"/>
                  </a:lnTo>
                  <a:lnTo>
                    <a:pt x="640372" y="337743"/>
                  </a:lnTo>
                  <a:lnTo>
                    <a:pt x="630694" y="344424"/>
                  </a:lnTo>
                  <a:lnTo>
                    <a:pt x="624166" y="354355"/>
                  </a:lnTo>
                  <a:lnTo>
                    <a:pt x="621792" y="366522"/>
                  </a:lnTo>
                  <a:lnTo>
                    <a:pt x="624166" y="378701"/>
                  </a:lnTo>
                  <a:lnTo>
                    <a:pt x="630694" y="388620"/>
                  </a:lnTo>
                  <a:lnTo>
                    <a:pt x="640372" y="395312"/>
                  </a:lnTo>
                  <a:lnTo>
                    <a:pt x="652272" y="397764"/>
                  </a:lnTo>
                  <a:lnTo>
                    <a:pt x="664159" y="395312"/>
                  </a:lnTo>
                  <a:lnTo>
                    <a:pt x="673836" y="388620"/>
                  </a:lnTo>
                  <a:lnTo>
                    <a:pt x="680364" y="378701"/>
                  </a:lnTo>
                  <a:lnTo>
                    <a:pt x="682752" y="366522"/>
                  </a:lnTo>
                  <a:close/>
                </a:path>
                <a:path extrusionOk="0" h="1149350" w="1209039">
                  <a:moveTo>
                    <a:pt x="786384" y="1059942"/>
                  </a:moveTo>
                  <a:lnTo>
                    <a:pt x="783996" y="1047775"/>
                  </a:lnTo>
                  <a:lnTo>
                    <a:pt x="777468" y="1037844"/>
                  </a:lnTo>
                  <a:lnTo>
                    <a:pt x="767791" y="1031163"/>
                  </a:lnTo>
                  <a:lnTo>
                    <a:pt x="755904" y="1028700"/>
                  </a:lnTo>
                  <a:lnTo>
                    <a:pt x="744004" y="1031163"/>
                  </a:lnTo>
                  <a:lnTo>
                    <a:pt x="734326" y="1037844"/>
                  </a:lnTo>
                  <a:lnTo>
                    <a:pt x="727798" y="1047775"/>
                  </a:lnTo>
                  <a:lnTo>
                    <a:pt x="725411" y="1059942"/>
                  </a:lnTo>
                  <a:lnTo>
                    <a:pt x="727798" y="1072121"/>
                  </a:lnTo>
                  <a:lnTo>
                    <a:pt x="734326" y="1082040"/>
                  </a:lnTo>
                  <a:lnTo>
                    <a:pt x="744004" y="1088732"/>
                  </a:lnTo>
                  <a:lnTo>
                    <a:pt x="755904" y="1091184"/>
                  </a:lnTo>
                  <a:lnTo>
                    <a:pt x="767791" y="1088732"/>
                  </a:lnTo>
                  <a:lnTo>
                    <a:pt x="777468" y="1082040"/>
                  </a:lnTo>
                  <a:lnTo>
                    <a:pt x="783996" y="1072121"/>
                  </a:lnTo>
                  <a:lnTo>
                    <a:pt x="786384" y="1059942"/>
                  </a:lnTo>
                  <a:close/>
                </a:path>
                <a:path extrusionOk="0" h="1149350" w="1209039">
                  <a:moveTo>
                    <a:pt x="792480" y="150114"/>
                  </a:moveTo>
                  <a:lnTo>
                    <a:pt x="790092" y="137947"/>
                  </a:lnTo>
                  <a:lnTo>
                    <a:pt x="783564" y="128028"/>
                  </a:lnTo>
                  <a:lnTo>
                    <a:pt x="773887" y="121335"/>
                  </a:lnTo>
                  <a:lnTo>
                    <a:pt x="762000" y="118872"/>
                  </a:lnTo>
                  <a:lnTo>
                    <a:pt x="750100" y="121335"/>
                  </a:lnTo>
                  <a:lnTo>
                    <a:pt x="740422" y="128016"/>
                  </a:lnTo>
                  <a:lnTo>
                    <a:pt x="733894" y="137947"/>
                  </a:lnTo>
                  <a:lnTo>
                    <a:pt x="731520" y="150114"/>
                  </a:lnTo>
                  <a:lnTo>
                    <a:pt x="733894" y="162293"/>
                  </a:lnTo>
                  <a:lnTo>
                    <a:pt x="740422" y="172212"/>
                  </a:lnTo>
                  <a:lnTo>
                    <a:pt x="750100" y="178904"/>
                  </a:lnTo>
                  <a:lnTo>
                    <a:pt x="762000" y="181356"/>
                  </a:lnTo>
                  <a:lnTo>
                    <a:pt x="773887" y="178904"/>
                  </a:lnTo>
                  <a:lnTo>
                    <a:pt x="783564" y="172212"/>
                  </a:lnTo>
                  <a:lnTo>
                    <a:pt x="790092" y="162293"/>
                  </a:lnTo>
                  <a:lnTo>
                    <a:pt x="792480" y="150114"/>
                  </a:lnTo>
                  <a:close/>
                </a:path>
                <a:path extrusionOk="0" h="1149350" w="1209039">
                  <a:moveTo>
                    <a:pt x="797052" y="884682"/>
                  </a:moveTo>
                  <a:lnTo>
                    <a:pt x="794588" y="872515"/>
                  </a:lnTo>
                  <a:lnTo>
                    <a:pt x="787908" y="862596"/>
                  </a:lnTo>
                  <a:lnTo>
                    <a:pt x="777976" y="855903"/>
                  </a:lnTo>
                  <a:lnTo>
                    <a:pt x="765810" y="853440"/>
                  </a:lnTo>
                  <a:lnTo>
                    <a:pt x="753630" y="855903"/>
                  </a:lnTo>
                  <a:lnTo>
                    <a:pt x="743712" y="862584"/>
                  </a:lnTo>
                  <a:lnTo>
                    <a:pt x="737019" y="872515"/>
                  </a:lnTo>
                  <a:lnTo>
                    <a:pt x="734568" y="884682"/>
                  </a:lnTo>
                  <a:lnTo>
                    <a:pt x="737019" y="896861"/>
                  </a:lnTo>
                  <a:lnTo>
                    <a:pt x="743699" y="906780"/>
                  </a:lnTo>
                  <a:lnTo>
                    <a:pt x="753630" y="913472"/>
                  </a:lnTo>
                  <a:lnTo>
                    <a:pt x="765810" y="915924"/>
                  </a:lnTo>
                  <a:lnTo>
                    <a:pt x="777976" y="913472"/>
                  </a:lnTo>
                  <a:lnTo>
                    <a:pt x="787908" y="906780"/>
                  </a:lnTo>
                  <a:lnTo>
                    <a:pt x="794588" y="896861"/>
                  </a:lnTo>
                  <a:lnTo>
                    <a:pt x="797052" y="884682"/>
                  </a:lnTo>
                  <a:close/>
                </a:path>
                <a:path extrusionOk="0" h="1149350" w="1209039">
                  <a:moveTo>
                    <a:pt x="885444" y="549402"/>
                  </a:moveTo>
                  <a:lnTo>
                    <a:pt x="883056" y="537235"/>
                  </a:lnTo>
                  <a:lnTo>
                    <a:pt x="876528" y="527304"/>
                  </a:lnTo>
                  <a:lnTo>
                    <a:pt x="866851" y="520623"/>
                  </a:lnTo>
                  <a:lnTo>
                    <a:pt x="854964" y="518160"/>
                  </a:lnTo>
                  <a:lnTo>
                    <a:pt x="843064" y="520623"/>
                  </a:lnTo>
                  <a:lnTo>
                    <a:pt x="833386" y="527304"/>
                  </a:lnTo>
                  <a:lnTo>
                    <a:pt x="826858" y="537235"/>
                  </a:lnTo>
                  <a:lnTo>
                    <a:pt x="824484" y="549402"/>
                  </a:lnTo>
                  <a:lnTo>
                    <a:pt x="826858" y="561581"/>
                  </a:lnTo>
                  <a:lnTo>
                    <a:pt x="833386" y="571500"/>
                  </a:lnTo>
                  <a:lnTo>
                    <a:pt x="843064" y="578192"/>
                  </a:lnTo>
                  <a:lnTo>
                    <a:pt x="854964" y="580644"/>
                  </a:lnTo>
                  <a:lnTo>
                    <a:pt x="866851" y="578192"/>
                  </a:lnTo>
                  <a:lnTo>
                    <a:pt x="876528" y="571500"/>
                  </a:lnTo>
                  <a:lnTo>
                    <a:pt x="883056" y="561581"/>
                  </a:lnTo>
                  <a:lnTo>
                    <a:pt x="885444" y="549402"/>
                  </a:lnTo>
                  <a:close/>
                </a:path>
                <a:path extrusionOk="0" h="1149350" w="1209039">
                  <a:moveTo>
                    <a:pt x="903732" y="731520"/>
                  </a:moveTo>
                  <a:lnTo>
                    <a:pt x="901344" y="719632"/>
                  </a:lnTo>
                  <a:lnTo>
                    <a:pt x="894816" y="709955"/>
                  </a:lnTo>
                  <a:lnTo>
                    <a:pt x="885139" y="703427"/>
                  </a:lnTo>
                  <a:lnTo>
                    <a:pt x="873252" y="701040"/>
                  </a:lnTo>
                  <a:lnTo>
                    <a:pt x="861352" y="703427"/>
                  </a:lnTo>
                  <a:lnTo>
                    <a:pt x="851674" y="709955"/>
                  </a:lnTo>
                  <a:lnTo>
                    <a:pt x="845146" y="719632"/>
                  </a:lnTo>
                  <a:lnTo>
                    <a:pt x="842772" y="731520"/>
                  </a:lnTo>
                  <a:lnTo>
                    <a:pt x="845146" y="743419"/>
                  </a:lnTo>
                  <a:lnTo>
                    <a:pt x="851674" y="753097"/>
                  </a:lnTo>
                  <a:lnTo>
                    <a:pt x="861352" y="759625"/>
                  </a:lnTo>
                  <a:lnTo>
                    <a:pt x="873252" y="762000"/>
                  </a:lnTo>
                  <a:lnTo>
                    <a:pt x="885139" y="759625"/>
                  </a:lnTo>
                  <a:lnTo>
                    <a:pt x="894816" y="753097"/>
                  </a:lnTo>
                  <a:lnTo>
                    <a:pt x="901344" y="743419"/>
                  </a:lnTo>
                  <a:lnTo>
                    <a:pt x="903732" y="731520"/>
                  </a:lnTo>
                  <a:close/>
                </a:path>
                <a:path extrusionOk="0" h="1149350" w="1209039">
                  <a:moveTo>
                    <a:pt x="922020" y="31242"/>
                  </a:moveTo>
                  <a:lnTo>
                    <a:pt x="919632" y="19075"/>
                  </a:lnTo>
                  <a:lnTo>
                    <a:pt x="913104" y="9144"/>
                  </a:lnTo>
                  <a:lnTo>
                    <a:pt x="903427" y="2463"/>
                  </a:lnTo>
                  <a:lnTo>
                    <a:pt x="891540" y="0"/>
                  </a:lnTo>
                  <a:lnTo>
                    <a:pt x="879640" y="2463"/>
                  </a:lnTo>
                  <a:lnTo>
                    <a:pt x="869962" y="9144"/>
                  </a:lnTo>
                  <a:lnTo>
                    <a:pt x="863434" y="19075"/>
                  </a:lnTo>
                  <a:lnTo>
                    <a:pt x="861060" y="31242"/>
                  </a:lnTo>
                  <a:lnTo>
                    <a:pt x="863434" y="43421"/>
                  </a:lnTo>
                  <a:lnTo>
                    <a:pt x="869962" y="53340"/>
                  </a:lnTo>
                  <a:lnTo>
                    <a:pt x="879640" y="60032"/>
                  </a:lnTo>
                  <a:lnTo>
                    <a:pt x="891540" y="62484"/>
                  </a:lnTo>
                  <a:lnTo>
                    <a:pt x="903427" y="60032"/>
                  </a:lnTo>
                  <a:lnTo>
                    <a:pt x="913104" y="53340"/>
                  </a:lnTo>
                  <a:lnTo>
                    <a:pt x="919632" y="43421"/>
                  </a:lnTo>
                  <a:lnTo>
                    <a:pt x="922020" y="31242"/>
                  </a:lnTo>
                  <a:close/>
                </a:path>
                <a:path extrusionOk="0" h="1149350" w="1209039">
                  <a:moveTo>
                    <a:pt x="1039368" y="715518"/>
                  </a:moveTo>
                  <a:lnTo>
                    <a:pt x="1036980" y="703351"/>
                  </a:lnTo>
                  <a:lnTo>
                    <a:pt x="1030452" y="693420"/>
                  </a:lnTo>
                  <a:lnTo>
                    <a:pt x="1020775" y="686739"/>
                  </a:lnTo>
                  <a:lnTo>
                    <a:pt x="1008888" y="684276"/>
                  </a:lnTo>
                  <a:lnTo>
                    <a:pt x="996988" y="686739"/>
                  </a:lnTo>
                  <a:lnTo>
                    <a:pt x="987310" y="693420"/>
                  </a:lnTo>
                  <a:lnTo>
                    <a:pt x="980782" y="703351"/>
                  </a:lnTo>
                  <a:lnTo>
                    <a:pt x="978408" y="715518"/>
                  </a:lnTo>
                  <a:lnTo>
                    <a:pt x="980782" y="727697"/>
                  </a:lnTo>
                  <a:lnTo>
                    <a:pt x="987310" y="737616"/>
                  </a:lnTo>
                  <a:lnTo>
                    <a:pt x="996988" y="744308"/>
                  </a:lnTo>
                  <a:lnTo>
                    <a:pt x="1008888" y="746760"/>
                  </a:lnTo>
                  <a:lnTo>
                    <a:pt x="1020775" y="744308"/>
                  </a:lnTo>
                  <a:lnTo>
                    <a:pt x="1030452" y="737616"/>
                  </a:lnTo>
                  <a:lnTo>
                    <a:pt x="1036980" y="727697"/>
                  </a:lnTo>
                  <a:lnTo>
                    <a:pt x="1039368" y="715518"/>
                  </a:lnTo>
                  <a:close/>
                </a:path>
                <a:path extrusionOk="0" h="1149350" w="1209039">
                  <a:moveTo>
                    <a:pt x="1060704" y="894588"/>
                  </a:moveTo>
                  <a:lnTo>
                    <a:pt x="1058316" y="882700"/>
                  </a:lnTo>
                  <a:lnTo>
                    <a:pt x="1051788" y="873023"/>
                  </a:lnTo>
                  <a:lnTo>
                    <a:pt x="1042111" y="866495"/>
                  </a:lnTo>
                  <a:lnTo>
                    <a:pt x="1030224" y="864108"/>
                  </a:lnTo>
                  <a:lnTo>
                    <a:pt x="1018324" y="866495"/>
                  </a:lnTo>
                  <a:lnTo>
                    <a:pt x="1008646" y="873023"/>
                  </a:lnTo>
                  <a:lnTo>
                    <a:pt x="1002118" y="882700"/>
                  </a:lnTo>
                  <a:lnTo>
                    <a:pt x="999744" y="894588"/>
                  </a:lnTo>
                  <a:lnTo>
                    <a:pt x="1002118" y="906487"/>
                  </a:lnTo>
                  <a:lnTo>
                    <a:pt x="1008646" y="916165"/>
                  </a:lnTo>
                  <a:lnTo>
                    <a:pt x="1018324" y="922693"/>
                  </a:lnTo>
                  <a:lnTo>
                    <a:pt x="1030224" y="925068"/>
                  </a:lnTo>
                  <a:lnTo>
                    <a:pt x="1042111" y="922693"/>
                  </a:lnTo>
                  <a:lnTo>
                    <a:pt x="1051788" y="916165"/>
                  </a:lnTo>
                  <a:lnTo>
                    <a:pt x="1058316" y="906487"/>
                  </a:lnTo>
                  <a:lnTo>
                    <a:pt x="1060704" y="894588"/>
                  </a:lnTo>
                  <a:close/>
                </a:path>
                <a:path extrusionOk="0" h="1149350" w="1209039">
                  <a:moveTo>
                    <a:pt x="1085088" y="364236"/>
                  </a:moveTo>
                  <a:lnTo>
                    <a:pt x="1082700" y="352348"/>
                  </a:lnTo>
                  <a:lnTo>
                    <a:pt x="1076172" y="342671"/>
                  </a:lnTo>
                  <a:lnTo>
                    <a:pt x="1066495" y="336143"/>
                  </a:lnTo>
                  <a:lnTo>
                    <a:pt x="1054608" y="333756"/>
                  </a:lnTo>
                  <a:lnTo>
                    <a:pt x="1042708" y="336143"/>
                  </a:lnTo>
                  <a:lnTo>
                    <a:pt x="1033030" y="342671"/>
                  </a:lnTo>
                  <a:lnTo>
                    <a:pt x="1026502" y="352348"/>
                  </a:lnTo>
                  <a:lnTo>
                    <a:pt x="1024128" y="364236"/>
                  </a:lnTo>
                  <a:lnTo>
                    <a:pt x="1026502" y="376135"/>
                  </a:lnTo>
                  <a:lnTo>
                    <a:pt x="1033030" y="385813"/>
                  </a:lnTo>
                  <a:lnTo>
                    <a:pt x="1042708" y="392341"/>
                  </a:lnTo>
                  <a:lnTo>
                    <a:pt x="1054608" y="394716"/>
                  </a:lnTo>
                  <a:lnTo>
                    <a:pt x="1066495" y="392341"/>
                  </a:lnTo>
                  <a:lnTo>
                    <a:pt x="1076172" y="385813"/>
                  </a:lnTo>
                  <a:lnTo>
                    <a:pt x="1082700" y="376135"/>
                  </a:lnTo>
                  <a:lnTo>
                    <a:pt x="1085088" y="364236"/>
                  </a:lnTo>
                  <a:close/>
                </a:path>
                <a:path extrusionOk="0" h="1149350" w="1209039">
                  <a:moveTo>
                    <a:pt x="1208532" y="249174"/>
                  </a:moveTo>
                  <a:lnTo>
                    <a:pt x="1206144" y="237007"/>
                  </a:lnTo>
                  <a:lnTo>
                    <a:pt x="1199616" y="227076"/>
                  </a:lnTo>
                  <a:lnTo>
                    <a:pt x="1189939" y="220395"/>
                  </a:lnTo>
                  <a:lnTo>
                    <a:pt x="1178052" y="217932"/>
                  </a:lnTo>
                  <a:lnTo>
                    <a:pt x="1166152" y="220395"/>
                  </a:lnTo>
                  <a:lnTo>
                    <a:pt x="1156474" y="227076"/>
                  </a:lnTo>
                  <a:lnTo>
                    <a:pt x="1149946" y="237007"/>
                  </a:lnTo>
                  <a:lnTo>
                    <a:pt x="1147572" y="249174"/>
                  </a:lnTo>
                  <a:lnTo>
                    <a:pt x="1149946" y="261353"/>
                  </a:lnTo>
                  <a:lnTo>
                    <a:pt x="1156474" y="271272"/>
                  </a:lnTo>
                  <a:lnTo>
                    <a:pt x="1166152" y="277964"/>
                  </a:lnTo>
                  <a:lnTo>
                    <a:pt x="1178052" y="280416"/>
                  </a:lnTo>
                  <a:lnTo>
                    <a:pt x="1189939" y="277964"/>
                  </a:lnTo>
                  <a:lnTo>
                    <a:pt x="1199616" y="271272"/>
                  </a:lnTo>
                  <a:lnTo>
                    <a:pt x="1206144" y="261353"/>
                  </a:lnTo>
                  <a:lnTo>
                    <a:pt x="1208532" y="249174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8" name="Google Shape;4238;p175"/>
            <p:cNvSpPr/>
            <p:nvPr/>
          </p:nvSpPr>
          <p:spPr>
            <a:xfrm>
              <a:off x="3078141" y="2580766"/>
              <a:ext cx="795655" cy="667385"/>
            </a:xfrm>
            <a:custGeom>
              <a:rect b="b" l="l" r="r" t="t"/>
              <a:pathLst>
                <a:path extrusionOk="0" h="667385" w="795654">
                  <a:moveTo>
                    <a:pt x="282913" y="478663"/>
                  </a:moveTo>
                  <a:lnTo>
                    <a:pt x="232316" y="436524"/>
                  </a:lnTo>
                  <a:lnTo>
                    <a:pt x="185831" y="393519"/>
                  </a:lnTo>
                  <a:lnTo>
                    <a:pt x="143774" y="350180"/>
                  </a:lnTo>
                  <a:lnTo>
                    <a:pt x="106463" y="307038"/>
                  </a:lnTo>
                  <a:lnTo>
                    <a:pt x="74213" y="264625"/>
                  </a:lnTo>
                  <a:lnTo>
                    <a:pt x="47343" y="223472"/>
                  </a:lnTo>
                  <a:lnTo>
                    <a:pt x="26170" y="184110"/>
                  </a:lnTo>
                  <a:lnTo>
                    <a:pt x="11010" y="147070"/>
                  </a:lnTo>
                  <a:lnTo>
                    <a:pt x="0" y="82084"/>
                  </a:lnTo>
                  <a:lnTo>
                    <a:pt x="4783" y="55201"/>
                  </a:lnTo>
                  <a:lnTo>
                    <a:pt x="16848" y="32766"/>
                  </a:lnTo>
                  <a:lnTo>
                    <a:pt x="35863" y="15852"/>
                  </a:lnTo>
                  <a:lnTo>
                    <a:pt x="60892" y="4991"/>
                  </a:lnTo>
                  <a:lnTo>
                    <a:pt x="91345" y="0"/>
                  </a:lnTo>
                  <a:lnTo>
                    <a:pt x="126632" y="691"/>
                  </a:lnTo>
                  <a:lnTo>
                    <a:pt x="166163" y="6880"/>
                  </a:lnTo>
                  <a:lnTo>
                    <a:pt x="209348" y="18383"/>
                  </a:lnTo>
                  <a:lnTo>
                    <a:pt x="255597" y="35013"/>
                  </a:lnTo>
                  <a:lnTo>
                    <a:pt x="304319" y="56585"/>
                  </a:lnTo>
                  <a:lnTo>
                    <a:pt x="354926" y="82915"/>
                  </a:lnTo>
                  <a:lnTo>
                    <a:pt x="406826" y="113816"/>
                  </a:lnTo>
                  <a:lnTo>
                    <a:pt x="459430" y="149105"/>
                  </a:lnTo>
                  <a:lnTo>
                    <a:pt x="512148" y="188595"/>
                  </a:lnTo>
                  <a:lnTo>
                    <a:pt x="562744" y="230733"/>
                  </a:lnTo>
                  <a:lnTo>
                    <a:pt x="609229" y="273738"/>
                  </a:lnTo>
                  <a:lnTo>
                    <a:pt x="651286" y="317077"/>
                  </a:lnTo>
                  <a:lnTo>
                    <a:pt x="688598" y="360219"/>
                  </a:lnTo>
                  <a:lnTo>
                    <a:pt x="720847" y="402632"/>
                  </a:lnTo>
                  <a:lnTo>
                    <a:pt x="747717" y="443785"/>
                  </a:lnTo>
                  <a:lnTo>
                    <a:pt x="768890" y="483147"/>
                  </a:lnTo>
                  <a:lnTo>
                    <a:pt x="784050" y="520187"/>
                  </a:lnTo>
                  <a:lnTo>
                    <a:pt x="795061" y="585173"/>
                  </a:lnTo>
                  <a:lnTo>
                    <a:pt x="790278" y="612056"/>
                  </a:lnTo>
                  <a:lnTo>
                    <a:pt x="778213" y="634492"/>
                  </a:lnTo>
                  <a:lnTo>
                    <a:pt x="759197" y="651405"/>
                  </a:lnTo>
                  <a:lnTo>
                    <a:pt x="734168" y="662266"/>
                  </a:lnTo>
                  <a:lnTo>
                    <a:pt x="703715" y="667258"/>
                  </a:lnTo>
                  <a:lnTo>
                    <a:pt x="668428" y="666566"/>
                  </a:lnTo>
                  <a:lnTo>
                    <a:pt x="628897" y="660377"/>
                  </a:lnTo>
                  <a:lnTo>
                    <a:pt x="585712" y="648874"/>
                  </a:lnTo>
                  <a:lnTo>
                    <a:pt x="539464" y="632244"/>
                  </a:lnTo>
                  <a:lnTo>
                    <a:pt x="490741" y="610672"/>
                  </a:lnTo>
                  <a:lnTo>
                    <a:pt x="440135" y="584342"/>
                  </a:lnTo>
                  <a:lnTo>
                    <a:pt x="388234" y="553441"/>
                  </a:lnTo>
                  <a:lnTo>
                    <a:pt x="335630" y="518152"/>
                  </a:lnTo>
                  <a:lnTo>
                    <a:pt x="282913" y="47866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9" name="Google Shape;4239;p175"/>
            <p:cNvSpPr/>
            <p:nvPr/>
          </p:nvSpPr>
          <p:spPr>
            <a:xfrm>
              <a:off x="3666744" y="2607690"/>
              <a:ext cx="187197" cy="18719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0" name="Google Shape;4240;p175"/>
            <p:cNvSpPr/>
            <p:nvPr/>
          </p:nvSpPr>
          <p:spPr>
            <a:xfrm>
              <a:off x="2567940" y="3244595"/>
              <a:ext cx="943610" cy="485140"/>
            </a:xfrm>
            <a:custGeom>
              <a:rect b="b" l="l" r="r" t="t"/>
              <a:pathLst>
                <a:path extrusionOk="0" h="485139" w="943610">
                  <a:moveTo>
                    <a:pt x="943356" y="0"/>
                  </a:moveTo>
                  <a:lnTo>
                    <a:pt x="0" y="0"/>
                  </a:lnTo>
                  <a:lnTo>
                    <a:pt x="0" y="484631"/>
                  </a:lnTo>
                  <a:lnTo>
                    <a:pt x="943356" y="484631"/>
                  </a:lnTo>
                  <a:lnTo>
                    <a:pt x="9433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1" name="Google Shape;4241;p175"/>
            <p:cNvSpPr/>
            <p:nvPr/>
          </p:nvSpPr>
          <p:spPr>
            <a:xfrm>
              <a:off x="2657856" y="3332975"/>
              <a:ext cx="765822" cy="348246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2" name="Google Shape;4242;p175"/>
            <p:cNvSpPr/>
            <p:nvPr/>
          </p:nvSpPr>
          <p:spPr>
            <a:xfrm>
              <a:off x="5269992" y="2446019"/>
              <a:ext cx="1629410" cy="1629410"/>
            </a:xfrm>
            <a:custGeom>
              <a:rect b="b" l="l" r="r" t="t"/>
              <a:pathLst>
                <a:path extrusionOk="0" h="1629410" w="1629409">
                  <a:moveTo>
                    <a:pt x="0" y="814577"/>
                  </a:moveTo>
                  <a:lnTo>
                    <a:pt x="1382" y="766719"/>
                  </a:lnTo>
                  <a:lnTo>
                    <a:pt x="5480" y="719589"/>
                  </a:lnTo>
                  <a:lnTo>
                    <a:pt x="12217" y="673262"/>
                  </a:lnTo>
                  <a:lnTo>
                    <a:pt x="21515" y="627816"/>
                  </a:lnTo>
                  <a:lnTo>
                    <a:pt x="33300" y="583327"/>
                  </a:lnTo>
                  <a:lnTo>
                    <a:pt x="47493" y="539872"/>
                  </a:lnTo>
                  <a:lnTo>
                    <a:pt x="64019" y="497526"/>
                  </a:lnTo>
                  <a:lnTo>
                    <a:pt x="82802" y="456366"/>
                  </a:lnTo>
                  <a:lnTo>
                    <a:pt x="103765" y="416470"/>
                  </a:lnTo>
                  <a:lnTo>
                    <a:pt x="126831" y="377912"/>
                  </a:lnTo>
                  <a:lnTo>
                    <a:pt x="151924" y="340770"/>
                  </a:lnTo>
                  <a:lnTo>
                    <a:pt x="178967" y="305119"/>
                  </a:lnTo>
                  <a:lnTo>
                    <a:pt x="207885" y="271038"/>
                  </a:lnTo>
                  <a:lnTo>
                    <a:pt x="238601" y="238601"/>
                  </a:lnTo>
                  <a:lnTo>
                    <a:pt x="271038" y="207885"/>
                  </a:lnTo>
                  <a:lnTo>
                    <a:pt x="305119" y="178967"/>
                  </a:lnTo>
                  <a:lnTo>
                    <a:pt x="340770" y="151924"/>
                  </a:lnTo>
                  <a:lnTo>
                    <a:pt x="377912" y="126831"/>
                  </a:lnTo>
                  <a:lnTo>
                    <a:pt x="416470" y="103765"/>
                  </a:lnTo>
                  <a:lnTo>
                    <a:pt x="456366" y="82802"/>
                  </a:lnTo>
                  <a:lnTo>
                    <a:pt x="497526" y="64019"/>
                  </a:lnTo>
                  <a:lnTo>
                    <a:pt x="539872" y="47493"/>
                  </a:lnTo>
                  <a:lnTo>
                    <a:pt x="583327" y="33300"/>
                  </a:lnTo>
                  <a:lnTo>
                    <a:pt x="627816" y="21515"/>
                  </a:lnTo>
                  <a:lnTo>
                    <a:pt x="673262" y="12217"/>
                  </a:lnTo>
                  <a:lnTo>
                    <a:pt x="719589" y="5480"/>
                  </a:lnTo>
                  <a:lnTo>
                    <a:pt x="766719" y="1382"/>
                  </a:lnTo>
                  <a:lnTo>
                    <a:pt x="814578" y="0"/>
                  </a:lnTo>
                  <a:lnTo>
                    <a:pt x="862436" y="1382"/>
                  </a:lnTo>
                  <a:lnTo>
                    <a:pt x="909566" y="5480"/>
                  </a:lnTo>
                  <a:lnTo>
                    <a:pt x="955893" y="12217"/>
                  </a:lnTo>
                  <a:lnTo>
                    <a:pt x="1001339" y="21515"/>
                  </a:lnTo>
                  <a:lnTo>
                    <a:pt x="1045828" y="33300"/>
                  </a:lnTo>
                  <a:lnTo>
                    <a:pt x="1089283" y="47493"/>
                  </a:lnTo>
                  <a:lnTo>
                    <a:pt x="1131629" y="64019"/>
                  </a:lnTo>
                  <a:lnTo>
                    <a:pt x="1172789" y="82802"/>
                  </a:lnTo>
                  <a:lnTo>
                    <a:pt x="1212685" y="103765"/>
                  </a:lnTo>
                  <a:lnTo>
                    <a:pt x="1251243" y="126831"/>
                  </a:lnTo>
                  <a:lnTo>
                    <a:pt x="1288385" y="151924"/>
                  </a:lnTo>
                  <a:lnTo>
                    <a:pt x="1324036" y="178967"/>
                  </a:lnTo>
                  <a:lnTo>
                    <a:pt x="1358117" y="207885"/>
                  </a:lnTo>
                  <a:lnTo>
                    <a:pt x="1390554" y="238601"/>
                  </a:lnTo>
                  <a:lnTo>
                    <a:pt x="1421270" y="271038"/>
                  </a:lnTo>
                  <a:lnTo>
                    <a:pt x="1450188" y="305119"/>
                  </a:lnTo>
                  <a:lnTo>
                    <a:pt x="1477231" y="340770"/>
                  </a:lnTo>
                  <a:lnTo>
                    <a:pt x="1502324" y="377912"/>
                  </a:lnTo>
                  <a:lnTo>
                    <a:pt x="1525390" y="416470"/>
                  </a:lnTo>
                  <a:lnTo>
                    <a:pt x="1546353" y="456366"/>
                  </a:lnTo>
                  <a:lnTo>
                    <a:pt x="1565136" y="497526"/>
                  </a:lnTo>
                  <a:lnTo>
                    <a:pt x="1581662" y="539872"/>
                  </a:lnTo>
                  <a:lnTo>
                    <a:pt x="1595855" y="583327"/>
                  </a:lnTo>
                  <a:lnTo>
                    <a:pt x="1607640" y="627816"/>
                  </a:lnTo>
                  <a:lnTo>
                    <a:pt x="1616938" y="673262"/>
                  </a:lnTo>
                  <a:lnTo>
                    <a:pt x="1623675" y="719589"/>
                  </a:lnTo>
                  <a:lnTo>
                    <a:pt x="1627773" y="766719"/>
                  </a:lnTo>
                  <a:lnTo>
                    <a:pt x="1629156" y="814577"/>
                  </a:lnTo>
                  <a:lnTo>
                    <a:pt x="1627773" y="862436"/>
                  </a:lnTo>
                  <a:lnTo>
                    <a:pt x="1623675" y="909566"/>
                  </a:lnTo>
                  <a:lnTo>
                    <a:pt x="1616938" y="955893"/>
                  </a:lnTo>
                  <a:lnTo>
                    <a:pt x="1607640" y="1001339"/>
                  </a:lnTo>
                  <a:lnTo>
                    <a:pt x="1595855" y="1045828"/>
                  </a:lnTo>
                  <a:lnTo>
                    <a:pt x="1581662" y="1089283"/>
                  </a:lnTo>
                  <a:lnTo>
                    <a:pt x="1565136" y="1131629"/>
                  </a:lnTo>
                  <a:lnTo>
                    <a:pt x="1546353" y="1172789"/>
                  </a:lnTo>
                  <a:lnTo>
                    <a:pt x="1525390" y="1212685"/>
                  </a:lnTo>
                  <a:lnTo>
                    <a:pt x="1502324" y="1251243"/>
                  </a:lnTo>
                  <a:lnTo>
                    <a:pt x="1477231" y="1288385"/>
                  </a:lnTo>
                  <a:lnTo>
                    <a:pt x="1450188" y="1324036"/>
                  </a:lnTo>
                  <a:lnTo>
                    <a:pt x="1421270" y="1358117"/>
                  </a:lnTo>
                  <a:lnTo>
                    <a:pt x="1390554" y="1390554"/>
                  </a:lnTo>
                  <a:lnTo>
                    <a:pt x="1358117" y="1421270"/>
                  </a:lnTo>
                  <a:lnTo>
                    <a:pt x="1324036" y="1450188"/>
                  </a:lnTo>
                  <a:lnTo>
                    <a:pt x="1288385" y="1477231"/>
                  </a:lnTo>
                  <a:lnTo>
                    <a:pt x="1251243" y="1502324"/>
                  </a:lnTo>
                  <a:lnTo>
                    <a:pt x="1212685" y="1525390"/>
                  </a:lnTo>
                  <a:lnTo>
                    <a:pt x="1172789" y="1546353"/>
                  </a:lnTo>
                  <a:lnTo>
                    <a:pt x="1131629" y="1565136"/>
                  </a:lnTo>
                  <a:lnTo>
                    <a:pt x="1089283" y="1581662"/>
                  </a:lnTo>
                  <a:lnTo>
                    <a:pt x="1045828" y="1595855"/>
                  </a:lnTo>
                  <a:lnTo>
                    <a:pt x="1001339" y="1607640"/>
                  </a:lnTo>
                  <a:lnTo>
                    <a:pt x="955893" y="1616938"/>
                  </a:lnTo>
                  <a:lnTo>
                    <a:pt x="909566" y="1623675"/>
                  </a:lnTo>
                  <a:lnTo>
                    <a:pt x="862436" y="1627773"/>
                  </a:lnTo>
                  <a:lnTo>
                    <a:pt x="814578" y="1629155"/>
                  </a:lnTo>
                  <a:lnTo>
                    <a:pt x="766719" y="1627773"/>
                  </a:lnTo>
                  <a:lnTo>
                    <a:pt x="719589" y="1623675"/>
                  </a:lnTo>
                  <a:lnTo>
                    <a:pt x="673262" y="1616938"/>
                  </a:lnTo>
                  <a:lnTo>
                    <a:pt x="627816" y="1607640"/>
                  </a:lnTo>
                  <a:lnTo>
                    <a:pt x="583327" y="1595855"/>
                  </a:lnTo>
                  <a:lnTo>
                    <a:pt x="539872" y="1581662"/>
                  </a:lnTo>
                  <a:lnTo>
                    <a:pt x="497526" y="1565136"/>
                  </a:lnTo>
                  <a:lnTo>
                    <a:pt x="456366" y="1546353"/>
                  </a:lnTo>
                  <a:lnTo>
                    <a:pt x="416470" y="1525390"/>
                  </a:lnTo>
                  <a:lnTo>
                    <a:pt x="377912" y="1502324"/>
                  </a:lnTo>
                  <a:lnTo>
                    <a:pt x="340770" y="1477231"/>
                  </a:lnTo>
                  <a:lnTo>
                    <a:pt x="305119" y="1450188"/>
                  </a:lnTo>
                  <a:lnTo>
                    <a:pt x="271038" y="1421270"/>
                  </a:lnTo>
                  <a:lnTo>
                    <a:pt x="238601" y="1390554"/>
                  </a:lnTo>
                  <a:lnTo>
                    <a:pt x="207885" y="1358117"/>
                  </a:lnTo>
                  <a:lnTo>
                    <a:pt x="178967" y="1324036"/>
                  </a:lnTo>
                  <a:lnTo>
                    <a:pt x="151924" y="1288385"/>
                  </a:lnTo>
                  <a:lnTo>
                    <a:pt x="126831" y="1251243"/>
                  </a:lnTo>
                  <a:lnTo>
                    <a:pt x="103765" y="1212685"/>
                  </a:lnTo>
                  <a:lnTo>
                    <a:pt x="82802" y="1172789"/>
                  </a:lnTo>
                  <a:lnTo>
                    <a:pt x="64019" y="1131629"/>
                  </a:lnTo>
                  <a:lnTo>
                    <a:pt x="47493" y="1089283"/>
                  </a:lnTo>
                  <a:lnTo>
                    <a:pt x="33300" y="1045828"/>
                  </a:lnTo>
                  <a:lnTo>
                    <a:pt x="21515" y="1001339"/>
                  </a:lnTo>
                  <a:lnTo>
                    <a:pt x="12217" y="955893"/>
                  </a:lnTo>
                  <a:lnTo>
                    <a:pt x="5480" y="909566"/>
                  </a:lnTo>
                  <a:lnTo>
                    <a:pt x="1382" y="862436"/>
                  </a:lnTo>
                  <a:lnTo>
                    <a:pt x="0" y="814577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3" name="Google Shape;4243;p175"/>
            <p:cNvSpPr/>
            <p:nvPr/>
          </p:nvSpPr>
          <p:spPr>
            <a:xfrm>
              <a:off x="6632447" y="2453639"/>
              <a:ext cx="582929" cy="16840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4" name="Google Shape;4244;p175"/>
            <p:cNvSpPr/>
            <p:nvPr/>
          </p:nvSpPr>
          <p:spPr>
            <a:xfrm>
              <a:off x="6070091" y="2631947"/>
              <a:ext cx="60960" cy="62865"/>
            </a:xfrm>
            <a:custGeom>
              <a:rect b="b" l="l" r="r" t="t"/>
              <a:pathLst>
                <a:path extrusionOk="0" h="62864" w="60960">
                  <a:moveTo>
                    <a:pt x="30480" y="0"/>
                  </a:moveTo>
                  <a:lnTo>
                    <a:pt x="18591" y="2452"/>
                  </a:lnTo>
                  <a:lnTo>
                    <a:pt x="8905" y="9143"/>
                  </a:lnTo>
                  <a:lnTo>
                    <a:pt x="2387" y="19073"/>
                  </a:lnTo>
                  <a:lnTo>
                    <a:pt x="0" y="31241"/>
                  </a:lnTo>
                  <a:lnTo>
                    <a:pt x="2387" y="43410"/>
                  </a:lnTo>
                  <a:lnTo>
                    <a:pt x="8905" y="53339"/>
                  </a:lnTo>
                  <a:lnTo>
                    <a:pt x="18591" y="60031"/>
                  </a:lnTo>
                  <a:lnTo>
                    <a:pt x="30480" y="62484"/>
                  </a:lnTo>
                  <a:lnTo>
                    <a:pt x="42368" y="60031"/>
                  </a:lnTo>
                  <a:lnTo>
                    <a:pt x="52054" y="53339"/>
                  </a:lnTo>
                  <a:lnTo>
                    <a:pt x="58572" y="43410"/>
                  </a:lnTo>
                  <a:lnTo>
                    <a:pt x="60960" y="31241"/>
                  </a:lnTo>
                  <a:lnTo>
                    <a:pt x="58572" y="19073"/>
                  </a:lnTo>
                  <a:lnTo>
                    <a:pt x="52054" y="9144"/>
                  </a:lnTo>
                  <a:lnTo>
                    <a:pt x="42368" y="2452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5" name="Google Shape;4245;p175"/>
            <p:cNvSpPr/>
            <p:nvPr/>
          </p:nvSpPr>
          <p:spPr>
            <a:xfrm>
              <a:off x="5626608" y="4172711"/>
              <a:ext cx="883158" cy="168401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6" name="Google Shape;4246;p175"/>
            <p:cNvSpPr/>
            <p:nvPr/>
          </p:nvSpPr>
          <p:spPr>
            <a:xfrm>
              <a:off x="5532120" y="2781299"/>
              <a:ext cx="1210310" cy="1149350"/>
            </a:xfrm>
            <a:custGeom>
              <a:rect b="b" l="l" r="r" t="t"/>
              <a:pathLst>
                <a:path extrusionOk="0" h="1149350" w="1210309">
                  <a:moveTo>
                    <a:pt x="62484" y="518922"/>
                  </a:moveTo>
                  <a:lnTo>
                    <a:pt x="60020" y="506755"/>
                  </a:lnTo>
                  <a:lnTo>
                    <a:pt x="53340" y="496824"/>
                  </a:lnTo>
                  <a:lnTo>
                    <a:pt x="43408" y="490143"/>
                  </a:lnTo>
                  <a:lnTo>
                    <a:pt x="31242" y="487680"/>
                  </a:lnTo>
                  <a:lnTo>
                    <a:pt x="19062" y="490143"/>
                  </a:lnTo>
                  <a:lnTo>
                    <a:pt x="9144" y="496824"/>
                  </a:lnTo>
                  <a:lnTo>
                    <a:pt x="2451" y="506755"/>
                  </a:lnTo>
                  <a:lnTo>
                    <a:pt x="0" y="518922"/>
                  </a:lnTo>
                  <a:lnTo>
                    <a:pt x="2451" y="531101"/>
                  </a:lnTo>
                  <a:lnTo>
                    <a:pt x="9144" y="541020"/>
                  </a:lnTo>
                  <a:lnTo>
                    <a:pt x="19062" y="547712"/>
                  </a:lnTo>
                  <a:lnTo>
                    <a:pt x="31242" y="550164"/>
                  </a:lnTo>
                  <a:lnTo>
                    <a:pt x="43408" y="547712"/>
                  </a:lnTo>
                  <a:lnTo>
                    <a:pt x="53327" y="541020"/>
                  </a:lnTo>
                  <a:lnTo>
                    <a:pt x="60020" y="531101"/>
                  </a:lnTo>
                  <a:lnTo>
                    <a:pt x="62484" y="518922"/>
                  </a:lnTo>
                  <a:close/>
                </a:path>
                <a:path extrusionOk="0" h="1149350" w="1210309">
                  <a:moveTo>
                    <a:pt x="86868" y="739902"/>
                  </a:moveTo>
                  <a:lnTo>
                    <a:pt x="84480" y="727735"/>
                  </a:lnTo>
                  <a:lnTo>
                    <a:pt x="77952" y="717804"/>
                  </a:lnTo>
                  <a:lnTo>
                    <a:pt x="68275" y="711123"/>
                  </a:lnTo>
                  <a:lnTo>
                    <a:pt x="56388" y="708660"/>
                  </a:lnTo>
                  <a:lnTo>
                    <a:pt x="44488" y="711123"/>
                  </a:lnTo>
                  <a:lnTo>
                    <a:pt x="34810" y="717804"/>
                  </a:lnTo>
                  <a:lnTo>
                    <a:pt x="28282" y="727735"/>
                  </a:lnTo>
                  <a:lnTo>
                    <a:pt x="25908" y="739902"/>
                  </a:lnTo>
                  <a:lnTo>
                    <a:pt x="28282" y="752081"/>
                  </a:lnTo>
                  <a:lnTo>
                    <a:pt x="34810" y="762000"/>
                  </a:lnTo>
                  <a:lnTo>
                    <a:pt x="44488" y="768692"/>
                  </a:lnTo>
                  <a:lnTo>
                    <a:pt x="56388" y="771156"/>
                  </a:lnTo>
                  <a:lnTo>
                    <a:pt x="68275" y="768692"/>
                  </a:lnTo>
                  <a:lnTo>
                    <a:pt x="77952" y="762000"/>
                  </a:lnTo>
                  <a:lnTo>
                    <a:pt x="84480" y="752081"/>
                  </a:lnTo>
                  <a:lnTo>
                    <a:pt x="86868" y="739902"/>
                  </a:lnTo>
                  <a:close/>
                </a:path>
                <a:path extrusionOk="0" h="1149350" w="1210309">
                  <a:moveTo>
                    <a:pt x="170688" y="278130"/>
                  </a:moveTo>
                  <a:lnTo>
                    <a:pt x="168300" y="265963"/>
                  </a:lnTo>
                  <a:lnTo>
                    <a:pt x="161772" y="256032"/>
                  </a:lnTo>
                  <a:lnTo>
                    <a:pt x="152095" y="249351"/>
                  </a:lnTo>
                  <a:lnTo>
                    <a:pt x="140208" y="246888"/>
                  </a:lnTo>
                  <a:lnTo>
                    <a:pt x="128308" y="249351"/>
                  </a:lnTo>
                  <a:lnTo>
                    <a:pt x="118630" y="256032"/>
                  </a:lnTo>
                  <a:lnTo>
                    <a:pt x="112102" y="265963"/>
                  </a:lnTo>
                  <a:lnTo>
                    <a:pt x="109728" y="278130"/>
                  </a:lnTo>
                  <a:lnTo>
                    <a:pt x="112102" y="290309"/>
                  </a:lnTo>
                  <a:lnTo>
                    <a:pt x="118630" y="300228"/>
                  </a:lnTo>
                  <a:lnTo>
                    <a:pt x="128308" y="306920"/>
                  </a:lnTo>
                  <a:lnTo>
                    <a:pt x="140208" y="309372"/>
                  </a:lnTo>
                  <a:lnTo>
                    <a:pt x="152095" y="306920"/>
                  </a:lnTo>
                  <a:lnTo>
                    <a:pt x="161772" y="300228"/>
                  </a:lnTo>
                  <a:lnTo>
                    <a:pt x="168300" y="290309"/>
                  </a:lnTo>
                  <a:lnTo>
                    <a:pt x="170688" y="278130"/>
                  </a:lnTo>
                  <a:close/>
                </a:path>
                <a:path extrusionOk="0" h="1149350" w="1210309">
                  <a:moveTo>
                    <a:pt x="199644" y="502158"/>
                  </a:moveTo>
                  <a:lnTo>
                    <a:pt x="197256" y="489991"/>
                  </a:lnTo>
                  <a:lnTo>
                    <a:pt x="190728" y="480060"/>
                  </a:lnTo>
                  <a:lnTo>
                    <a:pt x="181051" y="473379"/>
                  </a:lnTo>
                  <a:lnTo>
                    <a:pt x="169164" y="470916"/>
                  </a:lnTo>
                  <a:lnTo>
                    <a:pt x="157264" y="473379"/>
                  </a:lnTo>
                  <a:lnTo>
                    <a:pt x="147586" y="480060"/>
                  </a:lnTo>
                  <a:lnTo>
                    <a:pt x="141058" y="489991"/>
                  </a:lnTo>
                  <a:lnTo>
                    <a:pt x="138684" y="502158"/>
                  </a:lnTo>
                  <a:lnTo>
                    <a:pt x="141058" y="514337"/>
                  </a:lnTo>
                  <a:lnTo>
                    <a:pt x="147586" y="524256"/>
                  </a:lnTo>
                  <a:lnTo>
                    <a:pt x="157264" y="530948"/>
                  </a:lnTo>
                  <a:lnTo>
                    <a:pt x="169164" y="533400"/>
                  </a:lnTo>
                  <a:lnTo>
                    <a:pt x="181051" y="530948"/>
                  </a:lnTo>
                  <a:lnTo>
                    <a:pt x="190728" y="524268"/>
                  </a:lnTo>
                  <a:lnTo>
                    <a:pt x="197256" y="514337"/>
                  </a:lnTo>
                  <a:lnTo>
                    <a:pt x="199644" y="502158"/>
                  </a:lnTo>
                  <a:close/>
                </a:path>
                <a:path extrusionOk="0" h="1149350" w="1210309">
                  <a:moveTo>
                    <a:pt x="219456" y="63246"/>
                  </a:moveTo>
                  <a:lnTo>
                    <a:pt x="216992" y="51079"/>
                  </a:lnTo>
                  <a:lnTo>
                    <a:pt x="210312" y="41148"/>
                  </a:lnTo>
                  <a:lnTo>
                    <a:pt x="200380" y="34467"/>
                  </a:lnTo>
                  <a:lnTo>
                    <a:pt x="188214" y="32004"/>
                  </a:lnTo>
                  <a:lnTo>
                    <a:pt x="176034" y="34467"/>
                  </a:lnTo>
                  <a:lnTo>
                    <a:pt x="166116" y="41148"/>
                  </a:lnTo>
                  <a:lnTo>
                    <a:pt x="159423" y="51079"/>
                  </a:lnTo>
                  <a:lnTo>
                    <a:pt x="156972" y="63246"/>
                  </a:lnTo>
                  <a:lnTo>
                    <a:pt x="159423" y="75425"/>
                  </a:lnTo>
                  <a:lnTo>
                    <a:pt x="166116" y="85344"/>
                  </a:lnTo>
                  <a:lnTo>
                    <a:pt x="176034" y="92036"/>
                  </a:lnTo>
                  <a:lnTo>
                    <a:pt x="188214" y="94488"/>
                  </a:lnTo>
                  <a:lnTo>
                    <a:pt x="200380" y="92036"/>
                  </a:lnTo>
                  <a:lnTo>
                    <a:pt x="210299" y="85344"/>
                  </a:lnTo>
                  <a:lnTo>
                    <a:pt x="216992" y="75425"/>
                  </a:lnTo>
                  <a:lnTo>
                    <a:pt x="219456" y="63246"/>
                  </a:lnTo>
                  <a:close/>
                </a:path>
                <a:path extrusionOk="0" h="1149350" w="1210309">
                  <a:moveTo>
                    <a:pt x="289560" y="797814"/>
                  </a:moveTo>
                  <a:lnTo>
                    <a:pt x="287096" y="785647"/>
                  </a:lnTo>
                  <a:lnTo>
                    <a:pt x="280416" y="775728"/>
                  </a:lnTo>
                  <a:lnTo>
                    <a:pt x="270484" y="769035"/>
                  </a:lnTo>
                  <a:lnTo>
                    <a:pt x="258318" y="766572"/>
                  </a:lnTo>
                  <a:lnTo>
                    <a:pt x="246138" y="769035"/>
                  </a:lnTo>
                  <a:lnTo>
                    <a:pt x="236220" y="775716"/>
                  </a:lnTo>
                  <a:lnTo>
                    <a:pt x="229527" y="785647"/>
                  </a:lnTo>
                  <a:lnTo>
                    <a:pt x="227076" y="797814"/>
                  </a:lnTo>
                  <a:lnTo>
                    <a:pt x="229527" y="809993"/>
                  </a:lnTo>
                  <a:lnTo>
                    <a:pt x="236220" y="819912"/>
                  </a:lnTo>
                  <a:lnTo>
                    <a:pt x="246138" y="826604"/>
                  </a:lnTo>
                  <a:lnTo>
                    <a:pt x="258318" y="829056"/>
                  </a:lnTo>
                  <a:lnTo>
                    <a:pt x="270484" y="826604"/>
                  </a:lnTo>
                  <a:lnTo>
                    <a:pt x="280403" y="819912"/>
                  </a:lnTo>
                  <a:lnTo>
                    <a:pt x="287096" y="809993"/>
                  </a:lnTo>
                  <a:lnTo>
                    <a:pt x="289560" y="797814"/>
                  </a:lnTo>
                  <a:close/>
                </a:path>
                <a:path extrusionOk="0" h="1149350" w="1210309">
                  <a:moveTo>
                    <a:pt x="313944" y="1024890"/>
                  </a:moveTo>
                  <a:lnTo>
                    <a:pt x="311556" y="1012723"/>
                  </a:lnTo>
                  <a:lnTo>
                    <a:pt x="305028" y="1002792"/>
                  </a:lnTo>
                  <a:lnTo>
                    <a:pt x="295351" y="996111"/>
                  </a:lnTo>
                  <a:lnTo>
                    <a:pt x="283464" y="993648"/>
                  </a:lnTo>
                  <a:lnTo>
                    <a:pt x="271564" y="996111"/>
                  </a:lnTo>
                  <a:lnTo>
                    <a:pt x="261886" y="1002792"/>
                  </a:lnTo>
                  <a:lnTo>
                    <a:pt x="255358" y="1012723"/>
                  </a:lnTo>
                  <a:lnTo>
                    <a:pt x="252984" y="1024890"/>
                  </a:lnTo>
                  <a:lnTo>
                    <a:pt x="255358" y="1037069"/>
                  </a:lnTo>
                  <a:lnTo>
                    <a:pt x="261886" y="1046988"/>
                  </a:lnTo>
                  <a:lnTo>
                    <a:pt x="271564" y="1053680"/>
                  </a:lnTo>
                  <a:lnTo>
                    <a:pt x="283464" y="1056132"/>
                  </a:lnTo>
                  <a:lnTo>
                    <a:pt x="295351" y="1053680"/>
                  </a:lnTo>
                  <a:lnTo>
                    <a:pt x="305028" y="1046988"/>
                  </a:lnTo>
                  <a:lnTo>
                    <a:pt x="311556" y="1037069"/>
                  </a:lnTo>
                  <a:lnTo>
                    <a:pt x="313944" y="1024890"/>
                  </a:lnTo>
                  <a:close/>
                </a:path>
                <a:path extrusionOk="0" h="1149350" w="1210309">
                  <a:moveTo>
                    <a:pt x="333756" y="584454"/>
                  </a:moveTo>
                  <a:lnTo>
                    <a:pt x="331368" y="572287"/>
                  </a:lnTo>
                  <a:lnTo>
                    <a:pt x="324840" y="562368"/>
                  </a:lnTo>
                  <a:lnTo>
                    <a:pt x="315163" y="555675"/>
                  </a:lnTo>
                  <a:lnTo>
                    <a:pt x="303276" y="553212"/>
                  </a:lnTo>
                  <a:lnTo>
                    <a:pt x="291376" y="555675"/>
                  </a:lnTo>
                  <a:lnTo>
                    <a:pt x="281698" y="562356"/>
                  </a:lnTo>
                  <a:lnTo>
                    <a:pt x="275170" y="572287"/>
                  </a:lnTo>
                  <a:lnTo>
                    <a:pt x="272796" y="584454"/>
                  </a:lnTo>
                  <a:lnTo>
                    <a:pt x="275170" y="596633"/>
                  </a:lnTo>
                  <a:lnTo>
                    <a:pt x="281698" y="606552"/>
                  </a:lnTo>
                  <a:lnTo>
                    <a:pt x="291376" y="613244"/>
                  </a:lnTo>
                  <a:lnTo>
                    <a:pt x="303276" y="615696"/>
                  </a:lnTo>
                  <a:lnTo>
                    <a:pt x="315163" y="613244"/>
                  </a:lnTo>
                  <a:lnTo>
                    <a:pt x="324840" y="606552"/>
                  </a:lnTo>
                  <a:lnTo>
                    <a:pt x="331368" y="596633"/>
                  </a:lnTo>
                  <a:lnTo>
                    <a:pt x="333756" y="584454"/>
                  </a:lnTo>
                  <a:close/>
                </a:path>
                <a:path extrusionOk="0" h="1149350" w="1210309">
                  <a:moveTo>
                    <a:pt x="448056" y="310134"/>
                  </a:moveTo>
                  <a:lnTo>
                    <a:pt x="445668" y="297967"/>
                  </a:lnTo>
                  <a:lnTo>
                    <a:pt x="439140" y="288036"/>
                  </a:lnTo>
                  <a:lnTo>
                    <a:pt x="429463" y="281355"/>
                  </a:lnTo>
                  <a:lnTo>
                    <a:pt x="417576" y="278892"/>
                  </a:lnTo>
                  <a:lnTo>
                    <a:pt x="405676" y="281355"/>
                  </a:lnTo>
                  <a:lnTo>
                    <a:pt x="395998" y="288036"/>
                  </a:lnTo>
                  <a:lnTo>
                    <a:pt x="389470" y="297967"/>
                  </a:lnTo>
                  <a:lnTo>
                    <a:pt x="387096" y="310134"/>
                  </a:lnTo>
                  <a:lnTo>
                    <a:pt x="389470" y="322313"/>
                  </a:lnTo>
                  <a:lnTo>
                    <a:pt x="395998" y="332232"/>
                  </a:lnTo>
                  <a:lnTo>
                    <a:pt x="405676" y="338924"/>
                  </a:lnTo>
                  <a:lnTo>
                    <a:pt x="417576" y="341376"/>
                  </a:lnTo>
                  <a:lnTo>
                    <a:pt x="429463" y="338924"/>
                  </a:lnTo>
                  <a:lnTo>
                    <a:pt x="439140" y="332232"/>
                  </a:lnTo>
                  <a:lnTo>
                    <a:pt x="445668" y="322313"/>
                  </a:lnTo>
                  <a:lnTo>
                    <a:pt x="448056" y="310134"/>
                  </a:lnTo>
                  <a:close/>
                </a:path>
                <a:path extrusionOk="0" h="1149350" w="1210309">
                  <a:moveTo>
                    <a:pt x="454152" y="87630"/>
                  </a:moveTo>
                  <a:lnTo>
                    <a:pt x="451764" y="75463"/>
                  </a:lnTo>
                  <a:lnTo>
                    <a:pt x="445236" y="65532"/>
                  </a:lnTo>
                  <a:lnTo>
                    <a:pt x="435559" y="58851"/>
                  </a:lnTo>
                  <a:lnTo>
                    <a:pt x="423672" y="56388"/>
                  </a:lnTo>
                  <a:lnTo>
                    <a:pt x="411772" y="58851"/>
                  </a:lnTo>
                  <a:lnTo>
                    <a:pt x="402094" y="65532"/>
                  </a:lnTo>
                  <a:lnTo>
                    <a:pt x="395566" y="75463"/>
                  </a:lnTo>
                  <a:lnTo>
                    <a:pt x="393192" y="87630"/>
                  </a:lnTo>
                  <a:lnTo>
                    <a:pt x="395566" y="99809"/>
                  </a:lnTo>
                  <a:lnTo>
                    <a:pt x="402094" y="109728"/>
                  </a:lnTo>
                  <a:lnTo>
                    <a:pt x="411772" y="116420"/>
                  </a:lnTo>
                  <a:lnTo>
                    <a:pt x="423672" y="118872"/>
                  </a:lnTo>
                  <a:lnTo>
                    <a:pt x="435559" y="116420"/>
                  </a:lnTo>
                  <a:lnTo>
                    <a:pt x="445236" y="109728"/>
                  </a:lnTo>
                  <a:lnTo>
                    <a:pt x="451764" y="99809"/>
                  </a:lnTo>
                  <a:lnTo>
                    <a:pt x="454152" y="87630"/>
                  </a:lnTo>
                  <a:close/>
                </a:path>
                <a:path extrusionOk="0" h="1149350" w="1210309">
                  <a:moveTo>
                    <a:pt x="519684" y="415290"/>
                  </a:moveTo>
                  <a:lnTo>
                    <a:pt x="517296" y="403123"/>
                  </a:lnTo>
                  <a:lnTo>
                    <a:pt x="510768" y="393204"/>
                  </a:lnTo>
                  <a:lnTo>
                    <a:pt x="501091" y="386511"/>
                  </a:lnTo>
                  <a:lnTo>
                    <a:pt x="489204" y="384048"/>
                  </a:lnTo>
                  <a:lnTo>
                    <a:pt x="477304" y="386511"/>
                  </a:lnTo>
                  <a:lnTo>
                    <a:pt x="467626" y="393192"/>
                  </a:lnTo>
                  <a:lnTo>
                    <a:pt x="461098" y="403123"/>
                  </a:lnTo>
                  <a:lnTo>
                    <a:pt x="458724" y="415290"/>
                  </a:lnTo>
                  <a:lnTo>
                    <a:pt x="461098" y="427469"/>
                  </a:lnTo>
                  <a:lnTo>
                    <a:pt x="467626" y="437388"/>
                  </a:lnTo>
                  <a:lnTo>
                    <a:pt x="477304" y="444080"/>
                  </a:lnTo>
                  <a:lnTo>
                    <a:pt x="489204" y="446532"/>
                  </a:lnTo>
                  <a:lnTo>
                    <a:pt x="501091" y="444080"/>
                  </a:lnTo>
                  <a:lnTo>
                    <a:pt x="510768" y="437388"/>
                  </a:lnTo>
                  <a:lnTo>
                    <a:pt x="517296" y="427469"/>
                  </a:lnTo>
                  <a:lnTo>
                    <a:pt x="519684" y="415290"/>
                  </a:lnTo>
                  <a:close/>
                </a:path>
                <a:path extrusionOk="0" h="1149350" w="1210309">
                  <a:moveTo>
                    <a:pt x="548640" y="1008126"/>
                  </a:moveTo>
                  <a:lnTo>
                    <a:pt x="546252" y="995959"/>
                  </a:lnTo>
                  <a:lnTo>
                    <a:pt x="539724" y="986040"/>
                  </a:lnTo>
                  <a:lnTo>
                    <a:pt x="530047" y="979347"/>
                  </a:lnTo>
                  <a:lnTo>
                    <a:pt x="518160" y="976884"/>
                  </a:lnTo>
                  <a:lnTo>
                    <a:pt x="506260" y="979347"/>
                  </a:lnTo>
                  <a:lnTo>
                    <a:pt x="496582" y="986028"/>
                  </a:lnTo>
                  <a:lnTo>
                    <a:pt x="490054" y="995959"/>
                  </a:lnTo>
                  <a:lnTo>
                    <a:pt x="487680" y="1008126"/>
                  </a:lnTo>
                  <a:lnTo>
                    <a:pt x="490054" y="1020305"/>
                  </a:lnTo>
                  <a:lnTo>
                    <a:pt x="496582" y="1030224"/>
                  </a:lnTo>
                  <a:lnTo>
                    <a:pt x="506260" y="1036916"/>
                  </a:lnTo>
                  <a:lnTo>
                    <a:pt x="518160" y="1039368"/>
                  </a:lnTo>
                  <a:lnTo>
                    <a:pt x="530047" y="1036916"/>
                  </a:lnTo>
                  <a:lnTo>
                    <a:pt x="539724" y="1030224"/>
                  </a:lnTo>
                  <a:lnTo>
                    <a:pt x="546252" y="1020305"/>
                  </a:lnTo>
                  <a:lnTo>
                    <a:pt x="548640" y="1008126"/>
                  </a:lnTo>
                  <a:close/>
                </a:path>
                <a:path extrusionOk="0" h="1149350" w="1210309">
                  <a:moveTo>
                    <a:pt x="560832" y="826770"/>
                  </a:moveTo>
                  <a:lnTo>
                    <a:pt x="558444" y="814603"/>
                  </a:lnTo>
                  <a:lnTo>
                    <a:pt x="551916" y="804672"/>
                  </a:lnTo>
                  <a:lnTo>
                    <a:pt x="542239" y="797991"/>
                  </a:lnTo>
                  <a:lnTo>
                    <a:pt x="530352" y="795528"/>
                  </a:lnTo>
                  <a:lnTo>
                    <a:pt x="518452" y="797991"/>
                  </a:lnTo>
                  <a:lnTo>
                    <a:pt x="508774" y="804672"/>
                  </a:lnTo>
                  <a:lnTo>
                    <a:pt x="502246" y="814603"/>
                  </a:lnTo>
                  <a:lnTo>
                    <a:pt x="499872" y="826770"/>
                  </a:lnTo>
                  <a:lnTo>
                    <a:pt x="502246" y="838949"/>
                  </a:lnTo>
                  <a:lnTo>
                    <a:pt x="508774" y="848868"/>
                  </a:lnTo>
                  <a:lnTo>
                    <a:pt x="518452" y="855560"/>
                  </a:lnTo>
                  <a:lnTo>
                    <a:pt x="530352" y="858012"/>
                  </a:lnTo>
                  <a:lnTo>
                    <a:pt x="542239" y="855560"/>
                  </a:lnTo>
                  <a:lnTo>
                    <a:pt x="551916" y="848868"/>
                  </a:lnTo>
                  <a:lnTo>
                    <a:pt x="558444" y="838949"/>
                  </a:lnTo>
                  <a:lnTo>
                    <a:pt x="560832" y="826770"/>
                  </a:lnTo>
                  <a:close/>
                </a:path>
                <a:path extrusionOk="0" h="1149350" w="1210309">
                  <a:moveTo>
                    <a:pt x="560832" y="607314"/>
                  </a:moveTo>
                  <a:lnTo>
                    <a:pt x="558444" y="595147"/>
                  </a:lnTo>
                  <a:lnTo>
                    <a:pt x="551916" y="585228"/>
                  </a:lnTo>
                  <a:lnTo>
                    <a:pt x="542239" y="578535"/>
                  </a:lnTo>
                  <a:lnTo>
                    <a:pt x="530352" y="576072"/>
                  </a:lnTo>
                  <a:lnTo>
                    <a:pt x="518452" y="578535"/>
                  </a:lnTo>
                  <a:lnTo>
                    <a:pt x="508774" y="585216"/>
                  </a:lnTo>
                  <a:lnTo>
                    <a:pt x="502246" y="595147"/>
                  </a:lnTo>
                  <a:lnTo>
                    <a:pt x="499872" y="607314"/>
                  </a:lnTo>
                  <a:lnTo>
                    <a:pt x="502246" y="619493"/>
                  </a:lnTo>
                  <a:lnTo>
                    <a:pt x="508774" y="629412"/>
                  </a:lnTo>
                  <a:lnTo>
                    <a:pt x="518452" y="636104"/>
                  </a:lnTo>
                  <a:lnTo>
                    <a:pt x="530352" y="638556"/>
                  </a:lnTo>
                  <a:lnTo>
                    <a:pt x="542239" y="636104"/>
                  </a:lnTo>
                  <a:lnTo>
                    <a:pt x="551916" y="629412"/>
                  </a:lnTo>
                  <a:lnTo>
                    <a:pt x="558444" y="619493"/>
                  </a:lnTo>
                  <a:lnTo>
                    <a:pt x="560832" y="607314"/>
                  </a:lnTo>
                  <a:close/>
                </a:path>
                <a:path extrusionOk="0" h="1149350" w="1210309">
                  <a:moveTo>
                    <a:pt x="627888" y="1117854"/>
                  </a:moveTo>
                  <a:lnTo>
                    <a:pt x="625424" y="1105687"/>
                  </a:lnTo>
                  <a:lnTo>
                    <a:pt x="618744" y="1095756"/>
                  </a:lnTo>
                  <a:lnTo>
                    <a:pt x="608812" y="1089075"/>
                  </a:lnTo>
                  <a:lnTo>
                    <a:pt x="596646" y="1086612"/>
                  </a:lnTo>
                  <a:lnTo>
                    <a:pt x="584466" y="1089075"/>
                  </a:lnTo>
                  <a:lnTo>
                    <a:pt x="574548" y="1095756"/>
                  </a:lnTo>
                  <a:lnTo>
                    <a:pt x="567855" y="1105687"/>
                  </a:lnTo>
                  <a:lnTo>
                    <a:pt x="565404" y="1117854"/>
                  </a:lnTo>
                  <a:lnTo>
                    <a:pt x="567855" y="1130033"/>
                  </a:lnTo>
                  <a:lnTo>
                    <a:pt x="574548" y="1139952"/>
                  </a:lnTo>
                  <a:lnTo>
                    <a:pt x="584466" y="1146644"/>
                  </a:lnTo>
                  <a:lnTo>
                    <a:pt x="596646" y="1149096"/>
                  </a:lnTo>
                  <a:lnTo>
                    <a:pt x="608812" y="1146644"/>
                  </a:lnTo>
                  <a:lnTo>
                    <a:pt x="618744" y="1139952"/>
                  </a:lnTo>
                  <a:lnTo>
                    <a:pt x="625424" y="1130033"/>
                  </a:lnTo>
                  <a:lnTo>
                    <a:pt x="627888" y="1117854"/>
                  </a:lnTo>
                  <a:close/>
                </a:path>
                <a:path extrusionOk="0" h="1149350" w="1210309">
                  <a:moveTo>
                    <a:pt x="682752" y="366522"/>
                  </a:moveTo>
                  <a:lnTo>
                    <a:pt x="680364" y="354355"/>
                  </a:lnTo>
                  <a:lnTo>
                    <a:pt x="673836" y="344424"/>
                  </a:lnTo>
                  <a:lnTo>
                    <a:pt x="664159" y="337743"/>
                  </a:lnTo>
                  <a:lnTo>
                    <a:pt x="652272" y="335280"/>
                  </a:lnTo>
                  <a:lnTo>
                    <a:pt x="640372" y="337743"/>
                  </a:lnTo>
                  <a:lnTo>
                    <a:pt x="630694" y="344424"/>
                  </a:lnTo>
                  <a:lnTo>
                    <a:pt x="624166" y="354355"/>
                  </a:lnTo>
                  <a:lnTo>
                    <a:pt x="621792" y="366522"/>
                  </a:lnTo>
                  <a:lnTo>
                    <a:pt x="624166" y="378701"/>
                  </a:lnTo>
                  <a:lnTo>
                    <a:pt x="630694" y="388620"/>
                  </a:lnTo>
                  <a:lnTo>
                    <a:pt x="640372" y="395312"/>
                  </a:lnTo>
                  <a:lnTo>
                    <a:pt x="652272" y="397764"/>
                  </a:lnTo>
                  <a:lnTo>
                    <a:pt x="664159" y="395312"/>
                  </a:lnTo>
                  <a:lnTo>
                    <a:pt x="673836" y="388620"/>
                  </a:lnTo>
                  <a:lnTo>
                    <a:pt x="680364" y="378701"/>
                  </a:lnTo>
                  <a:lnTo>
                    <a:pt x="682752" y="366522"/>
                  </a:lnTo>
                  <a:close/>
                </a:path>
                <a:path extrusionOk="0" h="1149350" w="1210309">
                  <a:moveTo>
                    <a:pt x="786384" y="1059942"/>
                  </a:moveTo>
                  <a:lnTo>
                    <a:pt x="783996" y="1047775"/>
                  </a:lnTo>
                  <a:lnTo>
                    <a:pt x="777468" y="1037844"/>
                  </a:lnTo>
                  <a:lnTo>
                    <a:pt x="767791" y="1031163"/>
                  </a:lnTo>
                  <a:lnTo>
                    <a:pt x="755904" y="1028700"/>
                  </a:lnTo>
                  <a:lnTo>
                    <a:pt x="744004" y="1031163"/>
                  </a:lnTo>
                  <a:lnTo>
                    <a:pt x="734326" y="1037844"/>
                  </a:lnTo>
                  <a:lnTo>
                    <a:pt x="727798" y="1047775"/>
                  </a:lnTo>
                  <a:lnTo>
                    <a:pt x="725424" y="1059942"/>
                  </a:lnTo>
                  <a:lnTo>
                    <a:pt x="727798" y="1072121"/>
                  </a:lnTo>
                  <a:lnTo>
                    <a:pt x="734326" y="1082040"/>
                  </a:lnTo>
                  <a:lnTo>
                    <a:pt x="744004" y="1088732"/>
                  </a:lnTo>
                  <a:lnTo>
                    <a:pt x="755904" y="1091184"/>
                  </a:lnTo>
                  <a:lnTo>
                    <a:pt x="767791" y="1088732"/>
                  </a:lnTo>
                  <a:lnTo>
                    <a:pt x="777468" y="1082040"/>
                  </a:lnTo>
                  <a:lnTo>
                    <a:pt x="783996" y="1072121"/>
                  </a:lnTo>
                  <a:lnTo>
                    <a:pt x="786384" y="1059942"/>
                  </a:lnTo>
                  <a:close/>
                </a:path>
                <a:path extrusionOk="0" h="1149350" w="1210309">
                  <a:moveTo>
                    <a:pt x="792480" y="150114"/>
                  </a:moveTo>
                  <a:lnTo>
                    <a:pt x="790092" y="137947"/>
                  </a:lnTo>
                  <a:lnTo>
                    <a:pt x="783564" y="128028"/>
                  </a:lnTo>
                  <a:lnTo>
                    <a:pt x="773887" y="121335"/>
                  </a:lnTo>
                  <a:lnTo>
                    <a:pt x="762000" y="118872"/>
                  </a:lnTo>
                  <a:lnTo>
                    <a:pt x="750100" y="121335"/>
                  </a:lnTo>
                  <a:lnTo>
                    <a:pt x="740422" y="128016"/>
                  </a:lnTo>
                  <a:lnTo>
                    <a:pt x="733894" y="137947"/>
                  </a:lnTo>
                  <a:lnTo>
                    <a:pt x="731520" y="150114"/>
                  </a:lnTo>
                  <a:lnTo>
                    <a:pt x="733894" y="162293"/>
                  </a:lnTo>
                  <a:lnTo>
                    <a:pt x="740422" y="172212"/>
                  </a:lnTo>
                  <a:lnTo>
                    <a:pt x="750100" y="178904"/>
                  </a:lnTo>
                  <a:lnTo>
                    <a:pt x="762000" y="181356"/>
                  </a:lnTo>
                  <a:lnTo>
                    <a:pt x="773887" y="178904"/>
                  </a:lnTo>
                  <a:lnTo>
                    <a:pt x="783564" y="172212"/>
                  </a:lnTo>
                  <a:lnTo>
                    <a:pt x="790092" y="162293"/>
                  </a:lnTo>
                  <a:lnTo>
                    <a:pt x="792480" y="150114"/>
                  </a:lnTo>
                  <a:close/>
                </a:path>
                <a:path extrusionOk="0" h="1149350" w="1210309">
                  <a:moveTo>
                    <a:pt x="797052" y="884682"/>
                  </a:moveTo>
                  <a:lnTo>
                    <a:pt x="794664" y="872515"/>
                  </a:lnTo>
                  <a:lnTo>
                    <a:pt x="788136" y="862596"/>
                  </a:lnTo>
                  <a:lnTo>
                    <a:pt x="778459" y="855903"/>
                  </a:lnTo>
                  <a:lnTo>
                    <a:pt x="766572" y="853440"/>
                  </a:lnTo>
                  <a:lnTo>
                    <a:pt x="754672" y="855903"/>
                  </a:lnTo>
                  <a:lnTo>
                    <a:pt x="744994" y="862584"/>
                  </a:lnTo>
                  <a:lnTo>
                    <a:pt x="738466" y="872515"/>
                  </a:lnTo>
                  <a:lnTo>
                    <a:pt x="736092" y="884682"/>
                  </a:lnTo>
                  <a:lnTo>
                    <a:pt x="738466" y="896861"/>
                  </a:lnTo>
                  <a:lnTo>
                    <a:pt x="744994" y="906780"/>
                  </a:lnTo>
                  <a:lnTo>
                    <a:pt x="754672" y="913472"/>
                  </a:lnTo>
                  <a:lnTo>
                    <a:pt x="766572" y="915924"/>
                  </a:lnTo>
                  <a:lnTo>
                    <a:pt x="778459" y="913472"/>
                  </a:lnTo>
                  <a:lnTo>
                    <a:pt x="788136" y="906780"/>
                  </a:lnTo>
                  <a:lnTo>
                    <a:pt x="794664" y="896861"/>
                  </a:lnTo>
                  <a:lnTo>
                    <a:pt x="797052" y="884682"/>
                  </a:lnTo>
                  <a:close/>
                </a:path>
                <a:path extrusionOk="0" h="1149350" w="1210309">
                  <a:moveTo>
                    <a:pt x="885444" y="549402"/>
                  </a:moveTo>
                  <a:lnTo>
                    <a:pt x="883056" y="537235"/>
                  </a:lnTo>
                  <a:lnTo>
                    <a:pt x="876528" y="527304"/>
                  </a:lnTo>
                  <a:lnTo>
                    <a:pt x="866851" y="520623"/>
                  </a:lnTo>
                  <a:lnTo>
                    <a:pt x="854964" y="518160"/>
                  </a:lnTo>
                  <a:lnTo>
                    <a:pt x="843064" y="520623"/>
                  </a:lnTo>
                  <a:lnTo>
                    <a:pt x="833386" y="527304"/>
                  </a:lnTo>
                  <a:lnTo>
                    <a:pt x="826858" y="537235"/>
                  </a:lnTo>
                  <a:lnTo>
                    <a:pt x="824484" y="549402"/>
                  </a:lnTo>
                  <a:lnTo>
                    <a:pt x="826858" y="561581"/>
                  </a:lnTo>
                  <a:lnTo>
                    <a:pt x="833386" y="571500"/>
                  </a:lnTo>
                  <a:lnTo>
                    <a:pt x="843064" y="578192"/>
                  </a:lnTo>
                  <a:lnTo>
                    <a:pt x="854964" y="580644"/>
                  </a:lnTo>
                  <a:lnTo>
                    <a:pt x="866851" y="578192"/>
                  </a:lnTo>
                  <a:lnTo>
                    <a:pt x="876528" y="571500"/>
                  </a:lnTo>
                  <a:lnTo>
                    <a:pt x="883056" y="561581"/>
                  </a:lnTo>
                  <a:lnTo>
                    <a:pt x="885444" y="549402"/>
                  </a:lnTo>
                  <a:close/>
                </a:path>
                <a:path extrusionOk="0" h="1149350" w="1210309">
                  <a:moveTo>
                    <a:pt x="903732" y="731520"/>
                  </a:moveTo>
                  <a:lnTo>
                    <a:pt x="901344" y="719632"/>
                  </a:lnTo>
                  <a:lnTo>
                    <a:pt x="894816" y="709955"/>
                  </a:lnTo>
                  <a:lnTo>
                    <a:pt x="885139" y="703427"/>
                  </a:lnTo>
                  <a:lnTo>
                    <a:pt x="873252" y="701040"/>
                  </a:lnTo>
                  <a:lnTo>
                    <a:pt x="861352" y="703427"/>
                  </a:lnTo>
                  <a:lnTo>
                    <a:pt x="851674" y="709955"/>
                  </a:lnTo>
                  <a:lnTo>
                    <a:pt x="845146" y="719632"/>
                  </a:lnTo>
                  <a:lnTo>
                    <a:pt x="842772" y="731520"/>
                  </a:lnTo>
                  <a:lnTo>
                    <a:pt x="845146" y="743419"/>
                  </a:lnTo>
                  <a:lnTo>
                    <a:pt x="851674" y="753097"/>
                  </a:lnTo>
                  <a:lnTo>
                    <a:pt x="861352" y="759625"/>
                  </a:lnTo>
                  <a:lnTo>
                    <a:pt x="873252" y="762000"/>
                  </a:lnTo>
                  <a:lnTo>
                    <a:pt x="885139" y="759625"/>
                  </a:lnTo>
                  <a:lnTo>
                    <a:pt x="894816" y="753097"/>
                  </a:lnTo>
                  <a:lnTo>
                    <a:pt x="901344" y="743419"/>
                  </a:lnTo>
                  <a:lnTo>
                    <a:pt x="903732" y="731520"/>
                  </a:lnTo>
                  <a:close/>
                </a:path>
                <a:path extrusionOk="0" h="1149350" w="1210309">
                  <a:moveTo>
                    <a:pt x="922020" y="31242"/>
                  </a:moveTo>
                  <a:lnTo>
                    <a:pt x="919632" y="19075"/>
                  </a:lnTo>
                  <a:lnTo>
                    <a:pt x="913104" y="9144"/>
                  </a:lnTo>
                  <a:lnTo>
                    <a:pt x="903427" y="2463"/>
                  </a:lnTo>
                  <a:lnTo>
                    <a:pt x="891540" y="0"/>
                  </a:lnTo>
                  <a:lnTo>
                    <a:pt x="879640" y="2463"/>
                  </a:lnTo>
                  <a:lnTo>
                    <a:pt x="869962" y="9144"/>
                  </a:lnTo>
                  <a:lnTo>
                    <a:pt x="863434" y="19075"/>
                  </a:lnTo>
                  <a:lnTo>
                    <a:pt x="861060" y="31242"/>
                  </a:lnTo>
                  <a:lnTo>
                    <a:pt x="863434" y="43421"/>
                  </a:lnTo>
                  <a:lnTo>
                    <a:pt x="869962" y="53340"/>
                  </a:lnTo>
                  <a:lnTo>
                    <a:pt x="879640" y="60032"/>
                  </a:lnTo>
                  <a:lnTo>
                    <a:pt x="891540" y="62484"/>
                  </a:lnTo>
                  <a:lnTo>
                    <a:pt x="903427" y="60032"/>
                  </a:lnTo>
                  <a:lnTo>
                    <a:pt x="913104" y="53340"/>
                  </a:lnTo>
                  <a:lnTo>
                    <a:pt x="919632" y="43421"/>
                  </a:lnTo>
                  <a:lnTo>
                    <a:pt x="922020" y="31242"/>
                  </a:lnTo>
                  <a:close/>
                </a:path>
                <a:path extrusionOk="0" h="1149350" w="1210309">
                  <a:moveTo>
                    <a:pt x="1040879" y="715518"/>
                  </a:moveTo>
                  <a:lnTo>
                    <a:pt x="1038428" y="703351"/>
                  </a:lnTo>
                  <a:lnTo>
                    <a:pt x="1031748" y="693420"/>
                  </a:lnTo>
                  <a:lnTo>
                    <a:pt x="1021816" y="686739"/>
                  </a:lnTo>
                  <a:lnTo>
                    <a:pt x="1009650" y="684276"/>
                  </a:lnTo>
                  <a:lnTo>
                    <a:pt x="997470" y="686739"/>
                  </a:lnTo>
                  <a:lnTo>
                    <a:pt x="987552" y="693420"/>
                  </a:lnTo>
                  <a:lnTo>
                    <a:pt x="980859" y="703351"/>
                  </a:lnTo>
                  <a:lnTo>
                    <a:pt x="978408" y="715518"/>
                  </a:lnTo>
                  <a:lnTo>
                    <a:pt x="980859" y="727697"/>
                  </a:lnTo>
                  <a:lnTo>
                    <a:pt x="987552" y="737616"/>
                  </a:lnTo>
                  <a:lnTo>
                    <a:pt x="997470" y="744308"/>
                  </a:lnTo>
                  <a:lnTo>
                    <a:pt x="1009650" y="746760"/>
                  </a:lnTo>
                  <a:lnTo>
                    <a:pt x="1021816" y="744308"/>
                  </a:lnTo>
                  <a:lnTo>
                    <a:pt x="1031735" y="737616"/>
                  </a:lnTo>
                  <a:lnTo>
                    <a:pt x="1038428" y="727697"/>
                  </a:lnTo>
                  <a:lnTo>
                    <a:pt x="1040879" y="715518"/>
                  </a:lnTo>
                  <a:close/>
                </a:path>
                <a:path extrusionOk="0" h="1149350" w="1210309">
                  <a:moveTo>
                    <a:pt x="1060704" y="894588"/>
                  </a:moveTo>
                  <a:lnTo>
                    <a:pt x="1058316" y="882700"/>
                  </a:lnTo>
                  <a:lnTo>
                    <a:pt x="1051788" y="873023"/>
                  </a:lnTo>
                  <a:lnTo>
                    <a:pt x="1042111" y="866495"/>
                  </a:lnTo>
                  <a:lnTo>
                    <a:pt x="1030224" y="864108"/>
                  </a:lnTo>
                  <a:lnTo>
                    <a:pt x="1018324" y="866495"/>
                  </a:lnTo>
                  <a:lnTo>
                    <a:pt x="1008646" y="873023"/>
                  </a:lnTo>
                  <a:lnTo>
                    <a:pt x="1002118" y="882700"/>
                  </a:lnTo>
                  <a:lnTo>
                    <a:pt x="999744" y="894588"/>
                  </a:lnTo>
                  <a:lnTo>
                    <a:pt x="1002118" y="906487"/>
                  </a:lnTo>
                  <a:lnTo>
                    <a:pt x="1008646" y="916165"/>
                  </a:lnTo>
                  <a:lnTo>
                    <a:pt x="1018324" y="922693"/>
                  </a:lnTo>
                  <a:lnTo>
                    <a:pt x="1030224" y="925068"/>
                  </a:lnTo>
                  <a:lnTo>
                    <a:pt x="1042111" y="922693"/>
                  </a:lnTo>
                  <a:lnTo>
                    <a:pt x="1051788" y="916165"/>
                  </a:lnTo>
                  <a:lnTo>
                    <a:pt x="1058316" y="906487"/>
                  </a:lnTo>
                  <a:lnTo>
                    <a:pt x="1060704" y="894588"/>
                  </a:lnTo>
                  <a:close/>
                </a:path>
                <a:path extrusionOk="0" h="1149350" w="1210309">
                  <a:moveTo>
                    <a:pt x="1085075" y="364236"/>
                  </a:moveTo>
                  <a:lnTo>
                    <a:pt x="1082700" y="352348"/>
                  </a:lnTo>
                  <a:lnTo>
                    <a:pt x="1076172" y="342671"/>
                  </a:lnTo>
                  <a:lnTo>
                    <a:pt x="1066495" y="336143"/>
                  </a:lnTo>
                  <a:lnTo>
                    <a:pt x="1054608" y="333756"/>
                  </a:lnTo>
                  <a:lnTo>
                    <a:pt x="1042708" y="336143"/>
                  </a:lnTo>
                  <a:lnTo>
                    <a:pt x="1033030" y="342671"/>
                  </a:lnTo>
                  <a:lnTo>
                    <a:pt x="1026502" y="352348"/>
                  </a:lnTo>
                  <a:lnTo>
                    <a:pt x="1024128" y="364236"/>
                  </a:lnTo>
                  <a:lnTo>
                    <a:pt x="1026502" y="376135"/>
                  </a:lnTo>
                  <a:lnTo>
                    <a:pt x="1033030" y="385813"/>
                  </a:lnTo>
                  <a:lnTo>
                    <a:pt x="1042708" y="392341"/>
                  </a:lnTo>
                  <a:lnTo>
                    <a:pt x="1054608" y="394716"/>
                  </a:lnTo>
                  <a:lnTo>
                    <a:pt x="1066495" y="392341"/>
                  </a:lnTo>
                  <a:lnTo>
                    <a:pt x="1076172" y="385813"/>
                  </a:lnTo>
                  <a:lnTo>
                    <a:pt x="1082700" y="376135"/>
                  </a:lnTo>
                  <a:lnTo>
                    <a:pt x="1085075" y="364236"/>
                  </a:lnTo>
                  <a:close/>
                </a:path>
                <a:path extrusionOk="0" h="1149350" w="1210309">
                  <a:moveTo>
                    <a:pt x="1210056" y="249174"/>
                  </a:moveTo>
                  <a:lnTo>
                    <a:pt x="1207592" y="237007"/>
                  </a:lnTo>
                  <a:lnTo>
                    <a:pt x="1200912" y="227076"/>
                  </a:lnTo>
                  <a:lnTo>
                    <a:pt x="1190980" y="220395"/>
                  </a:lnTo>
                  <a:lnTo>
                    <a:pt x="1178814" y="217932"/>
                  </a:lnTo>
                  <a:lnTo>
                    <a:pt x="1166634" y="220395"/>
                  </a:lnTo>
                  <a:lnTo>
                    <a:pt x="1156716" y="227076"/>
                  </a:lnTo>
                  <a:lnTo>
                    <a:pt x="1150023" y="237007"/>
                  </a:lnTo>
                  <a:lnTo>
                    <a:pt x="1147572" y="249174"/>
                  </a:lnTo>
                  <a:lnTo>
                    <a:pt x="1150023" y="261353"/>
                  </a:lnTo>
                  <a:lnTo>
                    <a:pt x="1156716" y="271272"/>
                  </a:lnTo>
                  <a:lnTo>
                    <a:pt x="1166634" y="277964"/>
                  </a:lnTo>
                  <a:lnTo>
                    <a:pt x="1178814" y="280416"/>
                  </a:lnTo>
                  <a:lnTo>
                    <a:pt x="1190980" y="277964"/>
                  </a:lnTo>
                  <a:lnTo>
                    <a:pt x="1200912" y="271272"/>
                  </a:lnTo>
                  <a:lnTo>
                    <a:pt x="1207592" y="261353"/>
                  </a:lnTo>
                  <a:lnTo>
                    <a:pt x="1210056" y="249174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7" name="Google Shape;4247;p175"/>
            <p:cNvSpPr/>
            <p:nvPr/>
          </p:nvSpPr>
          <p:spPr>
            <a:xfrm>
              <a:off x="6028859" y="2580766"/>
              <a:ext cx="795655" cy="667385"/>
            </a:xfrm>
            <a:custGeom>
              <a:rect b="b" l="l" r="r" t="t"/>
              <a:pathLst>
                <a:path extrusionOk="0" h="667385" w="795654">
                  <a:moveTo>
                    <a:pt x="282913" y="478663"/>
                  </a:moveTo>
                  <a:lnTo>
                    <a:pt x="232316" y="436524"/>
                  </a:lnTo>
                  <a:lnTo>
                    <a:pt x="185831" y="393519"/>
                  </a:lnTo>
                  <a:lnTo>
                    <a:pt x="143774" y="350180"/>
                  </a:lnTo>
                  <a:lnTo>
                    <a:pt x="106463" y="307038"/>
                  </a:lnTo>
                  <a:lnTo>
                    <a:pt x="74213" y="264625"/>
                  </a:lnTo>
                  <a:lnTo>
                    <a:pt x="47343" y="223472"/>
                  </a:lnTo>
                  <a:lnTo>
                    <a:pt x="26170" y="184110"/>
                  </a:lnTo>
                  <a:lnTo>
                    <a:pt x="11010" y="147070"/>
                  </a:lnTo>
                  <a:lnTo>
                    <a:pt x="0" y="82084"/>
                  </a:lnTo>
                  <a:lnTo>
                    <a:pt x="4783" y="55201"/>
                  </a:lnTo>
                  <a:lnTo>
                    <a:pt x="16848" y="32766"/>
                  </a:lnTo>
                  <a:lnTo>
                    <a:pt x="35892" y="15852"/>
                  </a:lnTo>
                  <a:lnTo>
                    <a:pt x="60945" y="4991"/>
                  </a:lnTo>
                  <a:lnTo>
                    <a:pt x="91416" y="0"/>
                  </a:lnTo>
                  <a:lnTo>
                    <a:pt x="126717" y="691"/>
                  </a:lnTo>
                  <a:lnTo>
                    <a:pt x="166256" y="6880"/>
                  </a:lnTo>
                  <a:lnTo>
                    <a:pt x="209443" y="18383"/>
                  </a:lnTo>
                  <a:lnTo>
                    <a:pt x="255689" y="35013"/>
                  </a:lnTo>
                  <a:lnTo>
                    <a:pt x="304404" y="56585"/>
                  </a:lnTo>
                  <a:lnTo>
                    <a:pt x="354997" y="82915"/>
                  </a:lnTo>
                  <a:lnTo>
                    <a:pt x="406879" y="113816"/>
                  </a:lnTo>
                  <a:lnTo>
                    <a:pt x="459459" y="149105"/>
                  </a:lnTo>
                  <a:lnTo>
                    <a:pt x="512148" y="188595"/>
                  </a:lnTo>
                  <a:lnTo>
                    <a:pt x="562773" y="230733"/>
                  </a:lnTo>
                  <a:lnTo>
                    <a:pt x="609282" y="273738"/>
                  </a:lnTo>
                  <a:lnTo>
                    <a:pt x="651357" y="317077"/>
                  </a:lnTo>
                  <a:lnTo>
                    <a:pt x="688682" y="360219"/>
                  </a:lnTo>
                  <a:lnTo>
                    <a:pt x="720939" y="402632"/>
                  </a:lnTo>
                  <a:lnTo>
                    <a:pt x="747812" y="443785"/>
                  </a:lnTo>
                  <a:lnTo>
                    <a:pt x="768983" y="483147"/>
                  </a:lnTo>
                  <a:lnTo>
                    <a:pt x="784135" y="520187"/>
                  </a:lnTo>
                  <a:lnTo>
                    <a:pt x="795114" y="585173"/>
                  </a:lnTo>
                  <a:lnTo>
                    <a:pt x="790307" y="612056"/>
                  </a:lnTo>
                  <a:lnTo>
                    <a:pt x="778213" y="634492"/>
                  </a:lnTo>
                  <a:lnTo>
                    <a:pt x="759197" y="651405"/>
                  </a:lnTo>
                  <a:lnTo>
                    <a:pt x="734168" y="662266"/>
                  </a:lnTo>
                  <a:lnTo>
                    <a:pt x="703715" y="667258"/>
                  </a:lnTo>
                  <a:lnTo>
                    <a:pt x="668428" y="666566"/>
                  </a:lnTo>
                  <a:lnTo>
                    <a:pt x="628897" y="660377"/>
                  </a:lnTo>
                  <a:lnTo>
                    <a:pt x="585712" y="648874"/>
                  </a:lnTo>
                  <a:lnTo>
                    <a:pt x="539464" y="632244"/>
                  </a:lnTo>
                  <a:lnTo>
                    <a:pt x="490741" y="610672"/>
                  </a:lnTo>
                  <a:lnTo>
                    <a:pt x="440135" y="584342"/>
                  </a:lnTo>
                  <a:lnTo>
                    <a:pt x="388234" y="553441"/>
                  </a:lnTo>
                  <a:lnTo>
                    <a:pt x="335630" y="518152"/>
                  </a:lnTo>
                  <a:lnTo>
                    <a:pt x="282913" y="47866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8" name="Google Shape;4248;p175"/>
            <p:cNvSpPr/>
            <p:nvPr/>
          </p:nvSpPr>
          <p:spPr>
            <a:xfrm>
              <a:off x="6617208" y="2607690"/>
              <a:ext cx="187198" cy="18719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9" name="Google Shape;4249;p175"/>
            <p:cNvSpPr/>
            <p:nvPr/>
          </p:nvSpPr>
          <p:spPr>
            <a:xfrm>
              <a:off x="5518404" y="3244595"/>
              <a:ext cx="944880" cy="485140"/>
            </a:xfrm>
            <a:custGeom>
              <a:rect b="b" l="l" r="r" t="t"/>
              <a:pathLst>
                <a:path extrusionOk="0" h="485139" w="944879">
                  <a:moveTo>
                    <a:pt x="944879" y="0"/>
                  </a:moveTo>
                  <a:lnTo>
                    <a:pt x="0" y="0"/>
                  </a:lnTo>
                  <a:lnTo>
                    <a:pt x="0" y="484631"/>
                  </a:lnTo>
                  <a:lnTo>
                    <a:pt x="944879" y="484631"/>
                  </a:lnTo>
                  <a:lnTo>
                    <a:pt x="9448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0" name="Google Shape;4250;p175"/>
            <p:cNvSpPr/>
            <p:nvPr/>
          </p:nvSpPr>
          <p:spPr>
            <a:xfrm>
              <a:off x="5608320" y="3332975"/>
              <a:ext cx="762774" cy="348246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51" name="Google Shape;4251;p175"/>
          <p:cNvSpPr/>
          <p:nvPr/>
        </p:nvSpPr>
        <p:spPr>
          <a:xfrm>
            <a:off x="554736" y="1449324"/>
            <a:ext cx="1821942" cy="18973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5" name="Shape 4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6" name="Google Shape;4256;p176"/>
          <p:cNvSpPr/>
          <p:nvPr/>
        </p:nvSpPr>
        <p:spPr>
          <a:xfrm>
            <a:off x="9342153" y="6524434"/>
            <a:ext cx="10131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57" name="Google Shape;4257;p17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58" name="Google Shape;4258;p17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59" name="Google Shape;4259;p176"/>
          <p:cNvSpPr txBox="1"/>
          <p:nvPr>
            <p:ph type="title"/>
          </p:nvPr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4.2. Hypothesis Testing in Action</a:t>
            </a:r>
            <a:endParaRPr/>
          </a:p>
        </p:txBody>
      </p:sp>
      <p:sp>
        <p:nvSpPr>
          <p:cNvPr id="4260" name="Google Shape;4260;p17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61" name="Google Shape;4261;p176"/>
          <p:cNvSpPr/>
          <p:nvPr/>
        </p:nvSpPr>
        <p:spPr>
          <a:xfrm>
            <a:off x="682751" y="1805939"/>
            <a:ext cx="874013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262" name="Google Shape;4262;p176"/>
          <p:cNvGrpSpPr/>
          <p:nvPr/>
        </p:nvGrpSpPr>
        <p:grpSpPr>
          <a:xfrm>
            <a:off x="847344" y="2043683"/>
            <a:ext cx="3240405" cy="711835"/>
            <a:chOff x="847344" y="2043683"/>
            <a:chExt cx="3240405" cy="711835"/>
          </a:xfrm>
        </p:grpSpPr>
        <p:sp>
          <p:nvSpPr>
            <p:cNvPr id="4263" name="Google Shape;4263;p176"/>
            <p:cNvSpPr/>
            <p:nvPr/>
          </p:nvSpPr>
          <p:spPr>
            <a:xfrm>
              <a:off x="847344" y="2043683"/>
              <a:ext cx="3240405" cy="711835"/>
            </a:xfrm>
            <a:custGeom>
              <a:rect b="b" l="l" r="r" t="t"/>
              <a:pathLst>
                <a:path extrusionOk="0" h="711835" w="3240404">
                  <a:moveTo>
                    <a:pt x="3240024" y="0"/>
                  </a:moveTo>
                  <a:lnTo>
                    <a:pt x="0" y="0"/>
                  </a:lnTo>
                  <a:lnTo>
                    <a:pt x="0" y="711708"/>
                  </a:lnTo>
                  <a:lnTo>
                    <a:pt x="3240024" y="711708"/>
                  </a:lnTo>
                  <a:lnTo>
                    <a:pt x="324002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64" name="Google Shape;4264;p176"/>
            <p:cNvSpPr/>
            <p:nvPr/>
          </p:nvSpPr>
          <p:spPr>
            <a:xfrm>
              <a:off x="940308" y="2147290"/>
              <a:ext cx="2705862" cy="553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65" name="Google Shape;4265;p176"/>
          <p:cNvSpPr/>
          <p:nvPr/>
        </p:nvSpPr>
        <p:spPr>
          <a:xfrm>
            <a:off x="682751" y="2976372"/>
            <a:ext cx="806958" cy="13335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266" name="Google Shape;4266;p176"/>
          <p:cNvGrpSpPr/>
          <p:nvPr/>
        </p:nvGrpSpPr>
        <p:grpSpPr>
          <a:xfrm>
            <a:off x="847344" y="3212592"/>
            <a:ext cx="3240405" cy="713740"/>
            <a:chOff x="847344" y="3212592"/>
            <a:chExt cx="3240405" cy="713740"/>
          </a:xfrm>
        </p:grpSpPr>
        <p:sp>
          <p:nvSpPr>
            <p:cNvPr id="4267" name="Google Shape;4267;p176"/>
            <p:cNvSpPr/>
            <p:nvPr/>
          </p:nvSpPr>
          <p:spPr>
            <a:xfrm>
              <a:off x="847344" y="3212592"/>
              <a:ext cx="3240405" cy="713740"/>
            </a:xfrm>
            <a:custGeom>
              <a:rect b="b" l="l" r="r" t="t"/>
              <a:pathLst>
                <a:path extrusionOk="0" h="713739" w="3240404">
                  <a:moveTo>
                    <a:pt x="3240024" y="0"/>
                  </a:moveTo>
                  <a:lnTo>
                    <a:pt x="0" y="0"/>
                  </a:lnTo>
                  <a:lnTo>
                    <a:pt x="0" y="713231"/>
                  </a:lnTo>
                  <a:lnTo>
                    <a:pt x="3240024" y="713231"/>
                  </a:lnTo>
                  <a:lnTo>
                    <a:pt x="324002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68" name="Google Shape;4268;p176"/>
            <p:cNvSpPr/>
            <p:nvPr/>
          </p:nvSpPr>
          <p:spPr>
            <a:xfrm>
              <a:off x="940308" y="3317722"/>
              <a:ext cx="2705862" cy="553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69" name="Google Shape;4269;p176"/>
          <p:cNvSpPr/>
          <p:nvPr/>
        </p:nvSpPr>
        <p:spPr>
          <a:xfrm>
            <a:off x="682751" y="4160520"/>
            <a:ext cx="811530" cy="13335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270" name="Google Shape;4270;p176"/>
          <p:cNvGrpSpPr/>
          <p:nvPr/>
        </p:nvGrpSpPr>
        <p:grpSpPr>
          <a:xfrm>
            <a:off x="847344" y="4396740"/>
            <a:ext cx="3240405" cy="713740"/>
            <a:chOff x="847344" y="4396740"/>
            <a:chExt cx="3240405" cy="713740"/>
          </a:xfrm>
        </p:grpSpPr>
        <p:sp>
          <p:nvSpPr>
            <p:cNvPr id="4271" name="Google Shape;4271;p176"/>
            <p:cNvSpPr/>
            <p:nvPr/>
          </p:nvSpPr>
          <p:spPr>
            <a:xfrm>
              <a:off x="847344" y="4396740"/>
              <a:ext cx="3240405" cy="713740"/>
            </a:xfrm>
            <a:custGeom>
              <a:rect b="b" l="l" r="r" t="t"/>
              <a:pathLst>
                <a:path extrusionOk="0" h="713739" w="3240404">
                  <a:moveTo>
                    <a:pt x="3240024" y="0"/>
                  </a:moveTo>
                  <a:lnTo>
                    <a:pt x="0" y="0"/>
                  </a:lnTo>
                  <a:lnTo>
                    <a:pt x="0" y="713231"/>
                  </a:lnTo>
                  <a:lnTo>
                    <a:pt x="3240024" y="713231"/>
                  </a:lnTo>
                  <a:lnTo>
                    <a:pt x="324002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2" name="Google Shape;4272;p176"/>
            <p:cNvSpPr/>
            <p:nvPr/>
          </p:nvSpPr>
          <p:spPr>
            <a:xfrm>
              <a:off x="940308" y="4501870"/>
              <a:ext cx="2705862" cy="55399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73" name="Google Shape;4273;p176"/>
          <p:cNvSpPr/>
          <p:nvPr/>
        </p:nvSpPr>
        <p:spPr>
          <a:xfrm>
            <a:off x="5329428" y="2997707"/>
            <a:ext cx="3145790" cy="1156970"/>
          </a:xfrm>
          <a:custGeom>
            <a:rect b="b" l="l" r="r" t="t"/>
            <a:pathLst>
              <a:path extrusionOk="0" h="1156970" w="3145790">
                <a:moveTo>
                  <a:pt x="3145535" y="0"/>
                </a:moveTo>
                <a:lnTo>
                  <a:pt x="0" y="0"/>
                </a:lnTo>
                <a:lnTo>
                  <a:pt x="0" y="1156715"/>
                </a:lnTo>
                <a:lnTo>
                  <a:pt x="3145535" y="1156715"/>
                </a:lnTo>
                <a:lnTo>
                  <a:pt x="3145535" y="0"/>
                </a:lnTo>
                <a:close/>
              </a:path>
            </a:pathLst>
          </a:custGeom>
          <a:solidFill>
            <a:srgbClr val="DE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74" name="Google Shape;4274;p176"/>
          <p:cNvSpPr txBox="1"/>
          <p:nvPr/>
        </p:nvSpPr>
        <p:spPr>
          <a:xfrm>
            <a:off x="5329428" y="2997707"/>
            <a:ext cx="3145790" cy="1156970"/>
          </a:xfrm>
          <a:prstGeom prst="rect">
            <a:avLst/>
          </a:pr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0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You should consider two cases: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-135890" lvl="0" marL="2273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600"/>
              <a:buFont typeface="Verdana"/>
              <a:buAutoNum type="arabicParenR"/>
            </a:pP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Equal variances.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-173990" lvl="0" marL="2654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600"/>
              <a:buFont typeface="Verdana"/>
              <a:buAutoNum type="arabicParenR"/>
            </a:pP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Unequal variances.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75" name="Google Shape;4275;p176"/>
          <p:cNvSpPr/>
          <p:nvPr/>
        </p:nvSpPr>
        <p:spPr>
          <a:xfrm>
            <a:off x="8119871" y="3866388"/>
            <a:ext cx="431292" cy="432816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76" name="Google Shape;4276;p176"/>
          <p:cNvSpPr/>
          <p:nvPr/>
        </p:nvSpPr>
        <p:spPr>
          <a:xfrm>
            <a:off x="554736" y="1449324"/>
            <a:ext cx="1821942" cy="18973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0" name="Shape 4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1" name="Google Shape;4281;p177"/>
          <p:cNvSpPr/>
          <p:nvPr/>
        </p:nvSpPr>
        <p:spPr>
          <a:xfrm>
            <a:off x="9352891" y="6524434"/>
            <a:ext cx="98194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82" name="Google Shape;4282;p17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83" name="Google Shape;4283;p17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84" name="Google Shape;4284;p177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85" name="Google Shape;4285;p17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86" name="Google Shape;4286;p177"/>
          <p:cNvSpPr/>
          <p:nvPr/>
        </p:nvSpPr>
        <p:spPr>
          <a:xfrm>
            <a:off x="682751" y="1805939"/>
            <a:ext cx="4010405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87" name="Google Shape;4287;p177"/>
          <p:cNvSpPr/>
          <p:nvPr/>
        </p:nvSpPr>
        <p:spPr>
          <a:xfrm>
            <a:off x="3977640" y="3898391"/>
            <a:ext cx="1711960" cy="601345"/>
          </a:xfrm>
          <a:custGeom>
            <a:rect b="b" l="l" r="r" t="t"/>
            <a:pathLst>
              <a:path extrusionOk="0" h="601345" w="1711960">
                <a:moveTo>
                  <a:pt x="1711706" y="27432"/>
                </a:moveTo>
                <a:lnTo>
                  <a:pt x="1626870" y="35941"/>
                </a:lnTo>
                <a:lnTo>
                  <a:pt x="1643849" y="62776"/>
                </a:lnTo>
                <a:lnTo>
                  <a:pt x="813917" y="587933"/>
                </a:lnTo>
                <a:lnTo>
                  <a:pt x="65189" y="39865"/>
                </a:lnTo>
                <a:lnTo>
                  <a:pt x="70662" y="32385"/>
                </a:lnTo>
                <a:lnTo>
                  <a:pt x="83947" y="14224"/>
                </a:lnTo>
                <a:lnTo>
                  <a:pt x="0" y="0"/>
                </a:lnTo>
                <a:lnTo>
                  <a:pt x="38989" y="75692"/>
                </a:lnTo>
                <a:lnTo>
                  <a:pt x="57683" y="50139"/>
                </a:lnTo>
                <a:lnTo>
                  <a:pt x="810006" y="600837"/>
                </a:lnTo>
                <a:lnTo>
                  <a:pt x="813828" y="595591"/>
                </a:lnTo>
                <a:lnTo>
                  <a:pt x="817245" y="600964"/>
                </a:lnTo>
                <a:lnTo>
                  <a:pt x="1650695" y="73583"/>
                </a:lnTo>
                <a:lnTo>
                  <a:pt x="1667637" y="100330"/>
                </a:lnTo>
                <a:lnTo>
                  <a:pt x="1694421" y="56007"/>
                </a:lnTo>
                <a:lnTo>
                  <a:pt x="1711706" y="27432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88" name="Google Shape;4288;p177"/>
          <p:cNvSpPr txBox="1"/>
          <p:nvPr/>
        </p:nvSpPr>
        <p:spPr>
          <a:xfrm>
            <a:off x="3761232" y="4494276"/>
            <a:ext cx="2144395" cy="338455"/>
          </a:xfrm>
          <a:prstGeom prst="rect">
            <a:avLst/>
          </a:prstGeom>
          <a:solidFill>
            <a:srgbClr val="DEEBF7"/>
          </a:solidFill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0" lvl="0" marL="47434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One on one pairing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289" name="Google Shape;4289;p177"/>
          <p:cNvGrpSpPr/>
          <p:nvPr/>
        </p:nvGrpSpPr>
        <p:grpSpPr>
          <a:xfrm>
            <a:off x="2500884" y="2383535"/>
            <a:ext cx="4895848" cy="1895093"/>
            <a:chOff x="2500884" y="2383535"/>
            <a:chExt cx="4895848" cy="1895093"/>
          </a:xfrm>
        </p:grpSpPr>
        <p:sp>
          <p:nvSpPr>
            <p:cNvPr id="4290" name="Google Shape;4290;p177"/>
            <p:cNvSpPr/>
            <p:nvPr/>
          </p:nvSpPr>
          <p:spPr>
            <a:xfrm>
              <a:off x="2500884" y="2383535"/>
              <a:ext cx="1629410" cy="1629410"/>
            </a:xfrm>
            <a:custGeom>
              <a:rect b="b" l="l" r="r" t="t"/>
              <a:pathLst>
                <a:path extrusionOk="0" h="1629410" w="1629410">
                  <a:moveTo>
                    <a:pt x="0" y="814577"/>
                  </a:moveTo>
                  <a:lnTo>
                    <a:pt x="1382" y="766719"/>
                  </a:lnTo>
                  <a:lnTo>
                    <a:pt x="5480" y="719589"/>
                  </a:lnTo>
                  <a:lnTo>
                    <a:pt x="12217" y="673262"/>
                  </a:lnTo>
                  <a:lnTo>
                    <a:pt x="21515" y="627816"/>
                  </a:lnTo>
                  <a:lnTo>
                    <a:pt x="33300" y="583327"/>
                  </a:lnTo>
                  <a:lnTo>
                    <a:pt x="47493" y="539872"/>
                  </a:lnTo>
                  <a:lnTo>
                    <a:pt x="64019" y="497526"/>
                  </a:lnTo>
                  <a:lnTo>
                    <a:pt x="82802" y="456366"/>
                  </a:lnTo>
                  <a:lnTo>
                    <a:pt x="103765" y="416470"/>
                  </a:lnTo>
                  <a:lnTo>
                    <a:pt x="126831" y="377912"/>
                  </a:lnTo>
                  <a:lnTo>
                    <a:pt x="151924" y="340770"/>
                  </a:lnTo>
                  <a:lnTo>
                    <a:pt x="178967" y="305119"/>
                  </a:lnTo>
                  <a:lnTo>
                    <a:pt x="207885" y="271038"/>
                  </a:lnTo>
                  <a:lnTo>
                    <a:pt x="238601" y="238601"/>
                  </a:lnTo>
                  <a:lnTo>
                    <a:pt x="271038" y="207885"/>
                  </a:lnTo>
                  <a:lnTo>
                    <a:pt x="305119" y="178967"/>
                  </a:lnTo>
                  <a:lnTo>
                    <a:pt x="340770" y="151924"/>
                  </a:lnTo>
                  <a:lnTo>
                    <a:pt x="377912" y="126831"/>
                  </a:lnTo>
                  <a:lnTo>
                    <a:pt x="416470" y="103765"/>
                  </a:lnTo>
                  <a:lnTo>
                    <a:pt x="456366" y="82802"/>
                  </a:lnTo>
                  <a:lnTo>
                    <a:pt x="497526" y="64019"/>
                  </a:lnTo>
                  <a:lnTo>
                    <a:pt x="539872" y="47493"/>
                  </a:lnTo>
                  <a:lnTo>
                    <a:pt x="583327" y="33300"/>
                  </a:lnTo>
                  <a:lnTo>
                    <a:pt x="627816" y="21515"/>
                  </a:lnTo>
                  <a:lnTo>
                    <a:pt x="673262" y="12217"/>
                  </a:lnTo>
                  <a:lnTo>
                    <a:pt x="719589" y="5480"/>
                  </a:lnTo>
                  <a:lnTo>
                    <a:pt x="766719" y="1382"/>
                  </a:lnTo>
                  <a:lnTo>
                    <a:pt x="814578" y="0"/>
                  </a:lnTo>
                  <a:lnTo>
                    <a:pt x="862436" y="1382"/>
                  </a:lnTo>
                  <a:lnTo>
                    <a:pt x="909566" y="5480"/>
                  </a:lnTo>
                  <a:lnTo>
                    <a:pt x="955893" y="12217"/>
                  </a:lnTo>
                  <a:lnTo>
                    <a:pt x="1001339" y="21515"/>
                  </a:lnTo>
                  <a:lnTo>
                    <a:pt x="1045828" y="33300"/>
                  </a:lnTo>
                  <a:lnTo>
                    <a:pt x="1089283" y="47493"/>
                  </a:lnTo>
                  <a:lnTo>
                    <a:pt x="1131629" y="64019"/>
                  </a:lnTo>
                  <a:lnTo>
                    <a:pt x="1172789" y="82802"/>
                  </a:lnTo>
                  <a:lnTo>
                    <a:pt x="1212685" y="103765"/>
                  </a:lnTo>
                  <a:lnTo>
                    <a:pt x="1251243" y="126831"/>
                  </a:lnTo>
                  <a:lnTo>
                    <a:pt x="1288385" y="151924"/>
                  </a:lnTo>
                  <a:lnTo>
                    <a:pt x="1324036" y="178967"/>
                  </a:lnTo>
                  <a:lnTo>
                    <a:pt x="1358117" y="207885"/>
                  </a:lnTo>
                  <a:lnTo>
                    <a:pt x="1390554" y="238601"/>
                  </a:lnTo>
                  <a:lnTo>
                    <a:pt x="1421270" y="271038"/>
                  </a:lnTo>
                  <a:lnTo>
                    <a:pt x="1450188" y="305119"/>
                  </a:lnTo>
                  <a:lnTo>
                    <a:pt x="1477231" y="340770"/>
                  </a:lnTo>
                  <a:lnTo>
                    <a:pt x="1502324" y="377912"/>
                  </a:lnTo>
                  <a:lnTo>
                    <a:pt x="1525390" y="416470"/>
                  </a:lnTo>
                  <a:lnTo>
                    <a:pt x="1546353" y="456366"/>
                  </a:lnTo>
                  <a:lnTo>
                    <a:pt x="1565136" y="497526"/>
                  </a:lnTo>
                  <a:lnTo>
                    <a:pt x="1581662" y="539872"/>
                  </a:lnTo>
                  <a:lnTo>
                    <a:pt x="1595855" y="583327"/>
                  </a:lnTo>
                  <a:lnTo>
                    <a:pt x="1607640" y="627816"/>
                  </a:lnTo>
                  <a:lnTo>
                    <a:pt x="1616938" y="673262"/>
                  </a:lnTo>
                  <a:lnTo>
                    <a:pt x="1623675" y="719589"/>
                  </a:lnTo>
                  <a:lnTo>
                    <a:pt x="1627773" y="766719"/>
                  </a:lnTo>
                  <a:lnTo>
                    <a:pt x="1629156" y="814577"/>
                  </a:lnTo>
                  <a:lnTo>
                    <a:pt x="1627773" y="862436"/>
                  </a:lnTo>
                  <a:lnTo>
                    <a:pt x="1623675" y="909566"/>
                  </a:lnTo>
                  <a:lnTo>
                    <a:pt x="1616938" y="955893"/>
                  </a:lnTo>
                  <a:lnTo>
                    <a:pt x="1607640" y="1001339"/>
                  </a:lnTo>
                  <a:lnTo>
                    <a:pt x="1595855" y="1045828"/>
                  </a:lnTo>
                  <a:lnTo>
                    <a:pt x="1581662" y="1089283"/>
                  </a:lnTo>
                  <a:lnTo>
                    <a:pt x="1565136" y="1131629"/>
                  </a:lnTo>
                  <a:lnTo>
                    <a:pt x="1546353" y="1172789"/>
                  </a:lnTo>
                  <a:lnTo>
                    <a:pt x="1525390" y="1212685"/>
                  </a:lnTo>
                  <a:lnTo>
                    <a:pt x="1502324" y="1251243"/>
                  </a:lnTo>
                  <a:lnTo>
                    <a:pt x="1477231" y="1288385"/>
                  </a:lnTo>
                  <a:lnTo>
                    <a:pt x="1450188" y="1324036"/>
                  </a:lnTo>
                  <a:lnTo>
                    <a:pt x="1421270" y="1358117"/>
                  </a:lnTo>
                  <a:lnTo>
                    <a:pt x="1390554" y="1390554"/>
                  </a:lnTo>
                  <a:lnTo>
                    <a:pt x="1358117" y="1421270"/>
                  </a:lnTo>
                  <a:lnTo>
                    <a:pt x="1324036" y="1450188"/>
                  </a:lnTo>
                  <a:lnTo>
                    <a:pt x="1288385" y="1477231"/>
                  </a:lnTo>
                  <a:lnTo>
                    <a:pt x="1251243" y="1502324"/>
                  </a:lnTo>
                  <a:lnTo>
                    <a:pt x="1212685" y="1525390"/>
                  </a:lnTo>
                  <a:lnTo>
                    <a:pt x="1172789" y="1546353"/>
                  </a:lnTo>
                  <a:lnTo>
                    <a:pt x="1131629" y="1565136"/>
                  </a:lnTo>
                  <a:lnTo>
                    <a:pt x="1089283" y="1581662"/>
                  </a:lnTo>
                  <a:lnTo>
                    <a:pt x="1045828" y="1595855"/>
                  </a:lnTo>
                  <a:lnTo>
                    <a:pt x="1001339" y="1607640"/>
                  </a:lnTo>
                  <a:lnTo>
                    <a:pt x="955893" y="1616938"/>
                  </a:lnTo>
                  <a:lnTo>
                    <a:pt x="909566" y="1623675"/>
                  </a:lnTo>
                  <a:lnTo>
                    <a:pt x="862436" y="1627773"/>
                  </a:lnTo>
                  <a:lnTo>
                    <a:pt x="814578" y="1629156"/>
                  </a:lnTo>
                  <a:lnTo>
                    <a:pt x="766719" y="1627773"/>
                  </a:lnTo>
                  <a:lnTo>
                    <a:pt x="719589" y="1623675"/>
                  </a:lnTo>
                  <a:lnTo>
                    <a:pt x="673262" y="1616938"/>
                  </a:lnTo>
                  <a:lnTo>
                    <a:pt x="627816" y="1607640"/>
                  </a:lnTo>
                  <a:lnTo>
                    <a:pt x="583327" y="1595855"/>
                  </a:lnTo>
                  <a:lnTo>
                    <a:pt x="539872" y="1581662"/>
                  </a:lnTo>
                  <a:lnTo>
                    <a:pt x="497526" y="1565136"/>
                  </a:lnTo>
                  <a:lnTo>
                    <a:pt x="456366" y="1546353"/>
                  </a:lnTo>
                  <a:lnTo>
                    <a:pt x="416470" y="1525390"/>
                  </a:lnTo>
                  <a:lnTo>
                    <a:pt x="377912" y="1502324"/>
                  </a:lnTo>
                  <a:lnTo>
                    <a:pt x="340770" y="1477231"/>
                  </a:lnTo>
                  <a:lnTo>
                    <a:pt x="305119" y="1450188"/>
                  </a:lnTo>
                  <a:lnTo>
                    <a:pt x="271038" y="1421270"/>
                  </a:lnTo>
                  <a:lnTo>
                    <a:pt x="238601" y="1390554"/>
                  </a:lnTo>
                  <a:lnTo>
                    <a:pt x="207885" y="1358117"/>
                  </a:lnTo>
                  <a:lnTo>
                    <a:pt x="178967" y="1324036"/>
                  </a:lnTo>
                  <a:lnTo>
                    <a:pt x="151924" y="1288385"/>
                  </a:lnTo>
                  <a:lnTo>
                    <a:pt x="126831" y="1251243"/>
                  </a:lnTo>
                  <a:lnTo>
                    <a:pt x="103765" y="1212685"/>
                  </a:lnTo>
                  <a:lnTo>
                    <a:pt x="82802" y="1172789"/>
                  </a:lnTo>
                  <a:lnTo>
                    <a:pt x="64019" y="1131629"/>
                  </a:lnTo>
                  <a:lnTo>
                    <a:pt x="47493" y="1089283"/>
                  </a:lnTo>
                  <a:lnTo>
                    <a:pt x="33300" y="1045828"/>
                  </a:lnTo>
                  <a:lnTo>
                    <a:pt x="21515" y="1001339"/>
                  </a:lnTo>
                  <a:lnTo>
                    <a:pt x="12217" y="955893"/>
                  </a:lnTo>
                  <a:lnTo>
                    <a:pt x="5480" y="909566"/>
                  </a:lnTo>
                  <a:lnTo>
                    <a:pt x="1382" y="862436"/>
                  </a:lnTo>
                  <a:lnTo>
                    <a:pt x="0" y="814577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1" name="Google Shape;4291;p177"/>
            <p:cNvSpPr/>
            <p:nvPr/>
          </p:nvSpPr>
          <p:spPr>
            <a:xfrm>
              <a:off x="3369563" y="2613659"/>
              <a:ext cx="60960" cy="62865"/>
            </a:xfrm>
            <a:custGeom>
              <a:rect b="b" l="l" r="r" t="t"/>
              <a:pathLst>
                <a:path extrusionOk="0" h="62864" w="60960">
                  <a:moveTo>
                    <a:pt x="30480" y="0"/>
                  </a:moveTo>
                  <a:lnTo>
                    <a:pt x="18591" y="2452"/>
                  </a:lnTo>
                  <a:lnTo>
                    <a:pt x="8905" y="9143"/>
                  </a:lnTo>
                  <a:lnTo>
                    <a:pt x="2387" y="19073"/>
                  </a:lnTo>
                  <a:lnTo>
                    <a:pt x="0" y="31241"/>
                  </a:lnTo>
                  <a:lnTo>
                    <a:pt x="2387" y="43410"/>
                  </a:lnTo>
                  <a:lnTo>
                    <a:pt x="8905" y="53339"/>
                  </a:lnTo>
                  <a:lnTo>
                    <a:pt x="18591" y="60031"/>
                  </a:lnTo>
                  <a:lnTo>
                    <a:pt x="30480" y="62484"/>
                  </a:lnTo>
                  <a:lnTo>
                    <a:pt x="42368" y="60031"/>
                  </a:lnTo>
                  <a:lnTo>
                    <a:pt x="52054" y="53339"/>
                  </a:lnTo>
                  <a:lnTo>
                    <a:pt x="58572" y="43410"/>
                  </a:lnTo>
                  <a:lnTo>
                    <a:pt x="60960" y="31241"/>
                  </a:lnTo>
                  <a:lnTo>
                    <a:pt x="58572" y="19073"/>
                  </a:lnTo>
                  <a:lnTo>
                    <a:pt x="52054" y="9143"/>
                  </a:lnTo>
                  <a:lnTo>
                    <a:pt x="42368" y="2452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FFB5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2" name="Google Shape;4292;p177"/>
            <p:cNvSpPr/>
            <p:nvPr/>
          </p:nvSpPr>
          <p:spPr>
            <a:xfrm>
              <a:off x="2857500" y="4110227"/>
              <a:ext cx="881634" cy="16840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3" name="Google Shape;4293;p177"/>
            <p:cNvSpPr/>
            <p:nvPr/>
          </p:nvSpPr>
          <p:spPr>
            <a:xfrm>
              <a:off x="3624072" y="2720339"/>
              <a:ext cx="60960" cy="62865"/>
            </a:xfrm>
            <a:custGeom>
              <a:rect b="b" l="l" r="r" t="t"/>
              <a:pathLst>
                <a:path extrusionOk="0" h="62864" w="60960">
                  <a:moveTo>
                    <a:pt x="30479" y="0"/>
                  </a:moveTo>
                  <a:lnTo>
                    <a:pt x="18591" y="2452"/>
                  </a:lnTo>
                  <a:lnTo>
                    <a:pt x="8905" y="9144"/>
                  </a:lnTo>
                  <a:lnTo>
                    <a:pt x="2387" y="19073"/>
                  </a:lnTo>
                  <a:lnTo>
                    <a:pt x="0" y="31242"/>
                  </a:lnTo>
                  <a:lnTo>
                    <a:pt x="2387" y="43410"/>
                  </a:lnTo>
                  <a:lnTo>
                    <a:pt x="8905" y="53339"/>
                  </a:lnTo>
                  <a:lnTo>
                    <a:pt x="18591" y="60031"/>
                  </a:lnTo>
                  <a:lnTo>
                    <a:pt x="30479" y="62484"/>
                  </a:lnTo>
                  <a:lnTo>
                    <a:pt x="42368" y="60031"/>
                  </a:lnTo>
                  <a:lnTo>
                    <a:pt x="52054" y="53340"/>
                  </a:lnTo>
                  <a:lnTo>
                    <a:pt x="58572" y="43410"/>
                  </a:lnTo>
                  <a:lnTo>
                    <a:pt x="60960" y="31242"/>
                  </a:lnTo>
                  <a:lnTo>
                    <a:pt x="58572" y="19073"/>
                  </a:lnTo>
                  <a:lnTo>
                    <a:pt x="52054" y="9144"/>
                  </a:lnTo>
                  <a:lnTo>
                    <a:pt x="42368" y="2452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00AF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4" name="Google Shape;4294;p177"/>
            <p:cNvSpPr/>
            <p:nvPr/>
          </p:nvSpPr>
          <p:spPr>
            <a:xfrm>
              <a:off x="3624072" y="2919983"/>
              <a:ext cx="60960" cy="62865"/>
            </a:xfrm>
            <a:custGeom>
              <a:rect b="b" l="l" r="r" t="t"/>
              <a:pathLst>
                <a:path extrusionOk="0" h="62864" w="60960">
                  <a:moveTo>
                    <a:pt x="30479" y="0"/>
                  </a:moveTo>
                  <a:lnTo>
                    <a:pt x="18591" y="2452"/>
                  </a:lnTo>
                  <a:lnTo>
                    <a:pt x="8905" y="9143"/>
                  </a:lnTo>
                  <a:lnTo>
                    <a:pt x="2387" y="19073"/>
                  </a:lnTo>
                  <a:lnTo>
                    <a:pt x="0" y="31241"/>
                  </a:lnTo>
                  <a:lnTo>
                    <a:pt x="2387" y="43410"/>
                  </a:lnTo>
                  <a:lnTo>
                    <a:pt x="8905" y="53339"/>
                  </a:lnTo>
                  <a:lnTo>
                    <a:pt x="18591" y="60031"/>
                  </a:lnTo>
                  <a:lnTo>
                    <a:pt x="30479" y="62483"/>
                  </a:lnTo>
                  <a:lnTo>
                    <a:pt x="42368" y="60031"/>
                  </a:lnTo>
                  <a:lnTo>
                    <a:pt x="52054" y="53339"/>
                  </a:lnTo>
                  <a:lnTo>
                    <a:pt x="58572" y="43410"/>
                  </a:lnTo>
                  <a:lnTo>
                    <a:pt x="60960" y="31241"/>
                  </a:lnTo>
                  <a:lnTo>
                    <a:pt x="58572" y="19073"/>
                  </a:lnTo>
                  <a:lnTo>
                    <a:pt x="52054" y="9143"/>
                  </a:lnTo>
                  <a:lnTo>
                    <a:pt x="42368" y="2452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00B3E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5" name="Google Shape;4295;p177"/>
            <p:cNvSpPr/>
            <p:nvPr/>
          </p:nvSpPr>
          <p:spPr>
            <a:xfrm>
              <a:off x="3870960" y="3032759"/>
              <a:ext cx="62865" cy="62865"/>
            </a:xfrm>
            <a:custGeom>
              <a:rect b="b" l="l" r="r" t="t"/>
              <a:pathLst>
                <a:path extrusionOk="0" h="62864" w="62864">
                  <a:moveTo>
                    <a:pt x="31241" y="0"/>
                  </a:moveTo>
                  <a:lnTo>
                    <a:pt x="19073" y="2452"/>
                  </a:lnTo>
                  <a:lnTo>
                    <a:pt x="9143" y="9143"/>
                  </a:lnTo>
                  <a:lnTo>
                    <a:pt x="2452" y="19073"/>
                  </a:lnTo>
                  <a:lnTo>
                    <a:pt x="0" y="31241"/>
                  </a:lnTo>
                  <a:lnTo>
                    <a:pt x="2452" y="43410"/>
                  </a:lnTo>
                  <a:lnTo>
                    <a:pt x="9143" y="53339"/>
                  </a:lnTo>
                  <a:lnTo>
                    <a:pt x="19073" y="60031"/>
                  </a:lnTo>
                  <a:lnTo>
                    <a:pt x="31241" y="62484"/>
                  </a:lnTo>
                  <a:lnTo>
                    <a:pt x="43410" y="60031"/>
                  </a:lnTo>
                  <a:lnTo>
                    <a:pt x="53339" y="53339"/>
                  </a:lnTo>
                  <a:lnTo>
                    <a:pt x="60031" y="43410"/>
                  </a:lnTo>
                  <a:lnTo>
                    <a:pt x="62484" y="31241"/>
                  </a:lnTo>
                  <a:lnTo>
                    <a:pt x="60031" y="19073"/>
                  </a:lnTo>
                  <a:lnTo>
                    <a:pt x="53339" y="9143"/>
                  </a:lnTo>
                  <a:lnTo>
                    <a:pt x="43410" y="2452"/>
                  </a:lnTo>
                  <a:lnTo>
                    <a:pt x="31241" y="0"/>
                  </a:lnTo>
                  <a:close/>
                </a:path>
              </a:pathLst>
            </a:custGeom>
            <a:solidFill>
              <a:srgbClr val="FF43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6" name="Google Shape;4296;p177"/>
            <p:cNvSpPr/>
            <p:nvPr/>
          </p:nvSpPr>
          <p:spPr>
            <a:xfrm>
              <a:off x="2763012" y="2750819"/>
              <a:ext cx="1061085" cy="1117600"/>
            </a:xfrm>
            <a:custGeom>
              <a:rect b="b" l="l" r="r" t="t"/>
              <a:pathLst>
                <a:path extrusionOk="0" h="1117600" w="1061085">
                  <a:moveTo>
                    <a:pt x="62484" y="486918"/>
                  </a:moveTo>
                  <a:lnTo>
                    <a:pt x="60020" y="474751"/>
                  </a:lnTo>
                  <a:lnTo>
                    <a:pt x="53340" y="464832"/>
                  </a:lnTo>
                  <a:lnTo>
                    <a:pt x="43408" y="458139"/>
                  </a:lnTo>
                  <a:lnTo>
                    <a:pt x="31242" y="455676"/>
                  </a:lnTo>
                  <a:lnTo>
                    <a:pt x="19062" y="458139"/>
                  </a:lnTo>
                  <a:lnTo>
                    <a:pt x="9144" y="464820"/>
                  </a:lnTo>
                  <a:lnTo>
                    <a:pt x="2451" y="474751"/>
                  </a:lnTo>
                  <a:lnTo>
                    <a:pt x="0" y="486918"/>
                  </a:lnTo>
                  <a:lnTo>
                    <a:pt x="2451" y="499097"/>
                  </a:lnTo>
                  <a:lnTo>
                    <a:pt x="9144" y="509016"/>
                  </a:lnTo>
                  <a:lnTo>
                    <a:pt x="19062" y="515708"/>
                  </a:lnTo>
                  <a:lnTo>
                    <a:pt x="31242" y="518160"/>
                  </a:lnTo>
                  <a:lnTo>
                    <a:pt x="43408" y="515708"/>
                  </a:lnTo>
                  <a:lnTo>
                    <a:pt x="53340" y="509016"/>
                  </a:lnTo>
                  <a:lnTo>
                    <a:pt x="60020" y="499097"/>
                  </a:lnTo>
                  <a:lnTo>
                    <a:pt x="62484" y="486918"/>
                  </a:lnTo>
                  <a:close/>
                </a:path>
                <a:path extrusionOk="0" h="1117600" w="1061085">
                  <a:moveTo>
                    <a:pt x="86868" y="707898"/>
                  </a:moveTo>
                  <a:lnTo>
                    <a:pt x="84480" y="695731"/>
                  </a:lnTo>
                  <a:lnTo>
                    <a:pt x="77952" y="685800"/>
                  </a:lnTo>
                  <a:lnTo>
                    <a:pt x="68275" y="679119"/>
                  </a:lnTo>
                  <a:lnTo>
                    <a:pt x="56388" y="676656"/>
                  </a:lnTo>
                  <a:lnTo>
                    <a:pt x="44488" y="679119"/>
                  </a:lnTo>
                  <a:lnTo>
                    <a:pt x="34810" y="685800"/>
                  </a:lnTo>
                  <a:lnTo>
                    <a:pt x="28282" y="695731"/>
                  </a:lnTo>
                  <a:lnTo>
                    <a:pt x="25908" y="707898"/>
                  </a:lnTo>
                  <a:lnTo>
                    <a:pt x="28282" y="720077"/>
                  </a:lnTo>
                  <a:lnTo>
                    <a:pt x="34810" y="729996"/>
                  </a:lnTo>
                  <a:lnTo>
                    <a:pt x="44488" y="736688"/>
                  </a:lnTo>
                  <a:lnTo>
                    <a:pt x="56388" y="739140"/>
                  </a:lnTo>
                  <a:lnTo>
                    <a:pt x="68275" y="736688"/>
                  </a:lnTo>
                  <a:lnTo>
                    <a:pt x="77952" y="729996"/>
                  </a:lnTo>
                  <a:lnTo>
                    <a:pt x="84480" y="720077"/>
                  </a:lnTo>
                  <a:lnTo>
                    <a:pt x="86868" y="707898"/>
                  </a:lnTo>
                  <a:close/>
                </a:path>
                <a:path extrusionOk="0" h="1117600" w="1061085">
                  <a:moveTo>
                    <a:pt x="170688" y="246126"/>
                  </a:moveTo>
                  <a:lnTo>
                    <a:pt x="168300" y="233959"/>
                  </a:lnTo>
                  <a:lnTo>
                    <a:pt x="161772" y="224028"/>
                  </a:lnTo>
                  <a:lnTo>
                    <a:pt x="152095" y="217347"/>
                  </a:lnTo>
                  <a:lnTo>
                    <a:pt x="140208" y="214884"/>
                  </a:lnTo>
                  <a:lnTo>
                    <a:pt x="128308" y="217347"/>
                  </a:lnTo>
                  <a:lnTo>
                    <a:pt x="118630" y="224028"/>
                  </a:lnTo>
                  <a:lnTo>
                    <a:pt x="112102" y="233959"/>
                  </a:lnTo>
                  <a:lnTo>
                    <a:pt x="109728" y="246126"/>
                  </a:lnTo>
                  <a:lnTo>
                    <a:pt x="112102" y="258305"/>
                  </a:lnTo>
                  <a:lnTo>
                    <a:pt x="118630" y="268224"/>
                  </a:lnTo>
                  <a:lnTo>
                    <a:pt x="128308" y="274916"/>
                  </a:lnTo>
                  <a:lnTo>
                    <a:pt x="140208" y="277368"/>
                  </a:lnTo>
                  <a:lnTo>
                    <a:pt x="152095" y="274916"/>
                  </a:lnTo>
                  <a:lnTo>
                    <a:pt x="161772" y="268224"/>
                  </a:lnTo>
                  <a:lnTo>
                    <a:pt x="168300" y="258305"/>
                  </a:lnTo>
                  <a:lnTo>
                    <a:pt x="170688" y="246126"/>
                  </a:lnTo>
                  <a:close/>
                </a:path>
                <a:path extrusionOk="0" h="1117600" w="1061085">
                  <a:moveTo>
                    <a:pt x="199644" y="470154"/>
                  </a:moveTo>
                  <a:lnTo>
                    <a:pt x="197256" y="457987"/>
                  </a:lnTo>
                  <a:lnTo>
                    <a:pt x="190728" y="448056"/>
                  </a:lnTo>
                  <a:lnTo>
                    <a:pt x="181051" y="441375"/>
                  </a:lnTo>
                  <a:lnTo>
                    <a:pt x="169164" y="438912"/>
                  </a:lnTo>
                  <a:lnTo>
                    <a:pt x="157264" y="441375"/>
                  </a:lnTo>
                  <a:lnTo>
                    <a:pt x="147586" y="448056"/>
                  </a:lnTo>
                  <a:lnTo>
                    <a:pt x="141058" y="457987"/>
                  </a:lnTo>
                  <a:lnTo>
                    <a:pt x="138684" y="470154"/>
                  </a:lnTo>
                  <a:lnTo>
                    <a:pt x="141058" y="482333"/>
                  </a:lnTo>
                  <a:lnTo>
                    <a:pt x="147586" y="492252"/>
                  </a:lnTo>
                  <a:lnTo>
                    <a:pt x="157264" y="498944"/>
                  </a:lnTo>
                  <a:lnTo>
                    <a:pt x="169164" y="501396"/>
                  </a:lnTo>
                  <a:lnTo>
                    <a:pt x="181051" y="498944"/>
                  </a:lnTo>
                  <a:lnTo>
                    <a:pt x="190728" y="492252"/>
                  </a:lnTo>
                  <a:lnTo>
                    <a:pt x="197256" y="482333"/>
                  </a:lnTo>
                  <a:lnTo>
                    <a:pt x="199644" y="470154"/>
                  </a:lnTo>
                  <a:close/>
                </a:path>
                <a:path extrusionOk="0" h="1117600" w="1061085">
                  <a:moveTo>
                    <a:pt x="217932" y="31242"/>
                  </a:moveTo>
                  <a:lnTo>
                    <a:pt x="215544" y="19075"/>
                  </a:lnTo>
                  <a:lnTo>
                    <a:pt x="209016" y="9156"/>
                  </a:lnTo>
                  <a:lnTo>
                    <a:pt x="199339" y="2463"/>
                  </a:lnTo>
                  <a:lnTo>
                    <a:pt x="187452" y="0"/>
                  </a:lnTo>
                  <a:lnTo>
                    <a:pt x="175552" y="2463"/>
                  </a:lnTo>
                  <a:lnTo>
                    <a:pt x="165874" y="9144"/>
                  </a:lnTo>
                  <a:lnTo>
                    <a:pt x="159346" y="19075"/>
                  </a:lnTo>
                  <a:lnTo>
                    <a:pt x="156972" y="31242"/>
                  </a:lnTo>
                  <a:lnTo>
                    <a:pt x="159346" y="43421"/>
                  </a:lnTo>
                  <a:lnTo>
                    <a:pt x="165874" y="53340"/>
                  </a:lnTo>
                  <a:lnTo>
                    <a:pt x="175552" y="60032"/>
                  </a:lnTo>
                  <a:lnTo>
                    <a:pt x="187452" y="62484"/>
                  </a:lnTo>
                  <a:lnTo>
                    <a:pt x="199339" y="60032"/>
                  </a:lnTo>
                  <a:lnTo>
                    <a:pt x="209016" y="53340"/>
                  </a:lnTo>
                  <a:lnTo>
                    <a:pt x="215544" y="43421"/>
                  </a:lnTo>
                  <a:lnTo>
                    <a:pt x="217932" y="31242"/>
                  </a:lnTo>
                  <a:close/>
                </a:path>
                <a:path extrusionOk="0" h="1117600" w="1061085">
                  <a:moveTo>
                    <a:pt x="288036" y="765810"/>
                  </a:moveTo>
                  <a:lnTo>
                    <a:pt x="285648" y="753643"/>
                  </a:lnTo>
                  <a:lnTo>
                    <a:pt x="279120" y="743712"/>
                  </a:lnTo>
                  <a:lnTo>
                    <a:pt x="269443" y="737031"/>
                  </a:lnTo>
                  <a:lnTo>
                    <a:pt x="257556" y="734568"/>
                  </a:lnTo>
                  <a:lnTo>
                    <a:pt x="245656" y="737031"/>
                  </a:lnTo>
                  <a:lnTo>
                    <a:pt x="235978" y="743712"/>
                  </a:lnTo>
                  <a:lnTo>
                    <a:pt x="229450" y="753643"/>
                  </a:lnTo>
                  <a:lnTo>
                    <a:pt x="227076" y="765810"/>
                  </a:lnTo>
                  <a:lnTo>
                    <a:pt x="229450" y="777989"/>
                  </a:lnTo>
                  <a:lnTo>
                    <a:pt x="235978" y="787908"/>
                  </a:lnTo>
                  <a:lnTo>
                    <a:pt x="245656" y="794600"/>
                  </a:lnTo>
                  <a:lnTo>
                    <a:pt x="257556" y="797052"/>
                  </a:lnTo>
                  <a:lnTo>
                    <a:pt x="269443" y="794600"/>
                  </a:lnTo>
                  <a:lnTo>
                    <a:pt x="279120" y="787908"/>
                  </a:lnTo>
                  <a:lnTo>
                    <a:pt x="285648" y="777989"/>
                  </a:lnTo>
                  <a:lnTo>
                    <a:pt x="288036" y="765810"/>
                  </a:lnTo>
                  <a:close/>
                </a:path>
                <a:path extrusionOk="0" h="1117600" w="1061085">
                  <a:moveTo>
                    <a:pt x="313944" y="992886"/>
                  </a:moveTo>
                  <a:lnTo>
                    <a:pt x="311480" y="980719"/>
                  </a:lnTo>
                  <a:lnTo>
                    <a:pt x="304800" y="970788"/>
                  </a:lnTo>
                  <a:lnTo>
                    <a:pt x="294868" y="964107"/>
                  </a:lnTo>
                  <a:lnTo>
                    <a:pt x="282702" y="961644"/>
                  </a:lnTo>
                  <a:lnTo>
                    <a:pt x="270522" y="964107"/>
                  </a:lnTo>
                  <a:lnTo>
                    <a:pt x="260604" y="970788"/>
                  </a:lnTo>
                  <a:lnTo>
                    <a:pt x="253911" y="980719"/>
                  </a:lnTo>
                  <a:lnTo>
                    <a:pt x="251460" y="992886"/>
                  </a:lnTo>
                  <a:lnTo>
                    <a:pt x="253911" y="1005065"/>
                  </a:lnTo>
                  <a:lnTo>
                    <a:pt x="260604" y="1014984"/>
                  </a:lnTo>
                  <a:lnTo>
                    <a:pt x="270522" y="1021676"/>
                  </a:lnTo>
                  <a:lnTo>
                    <a:pt x="282702" y="1024128"/>
                  </a:lnTo>
                  <a:lnTo>
                    <a:pt x="294868" y="1021676"/>
                  </a:lnTo>
                  <a:lnTo>
                    <a:pt x="304800" y="1014984"/>
                  </a:lnTo>
                  <a:lnTo>
                    <a:pt x="311480" y="1005065"/>
                  </a:lnTo>
                  <a:lnTo>
                    <a:pt x="313944" y="992886"/>
                  </a:lnTo>
                  <a:close/>
                </a:path>
                <a:path extrusionOk="0" h="1117600" w="1061085">
                  <a:moveTo>
                    <a:pt x="333756" y="552450"/>
                  </a:moveTo>
                  <a:lnTo>
                    <a:pt x="331368" y="540283"/>
                  </a:lnTo>
                  <a:lnTo>
                    <a:pt x="324840" y="530352"/>
                  </a:lnTo>
                  <a:lnTo>
                    <a:pt x="315163" y="523671"/>
                  </a:lnTo>
                  <a:lnTo>
                    <a:pt x="303276" y="521208"/>
                  </a:lnTo>
                  <a:lnTo>
                    <a:pt x="291376" y="523671"/>
                  </a:lnTo>
                  <a:lnTo>
                    <a:pt x="281698" y="530352"/>
                  </a:lnTo>
                  <a:lnTo>
                    <a:pt x="275170" y="540283"/>
                  </a:lnTo>
                  <a:lnTo>
                    <a:pt x="272796" y="552450"/>
                  </a:lnTo>
                  <a:lnTo>
                    <a:pt x="275170" y="564629"/>
                  </a:lnTo>
                  <a:lnTo>
                    <a:pt x="281698" y="574548"/>
                  </a:lnTo>
                  <a:lnTo>
                    <a:pt x="291376" y="581240"/>
                  </a:lnTo>
                  <a:lnTo>
                    <a:pt x="303276" y="583692"/>
                  </a:lnTo>
                  <a:lnTo>
                    <a:pt x="315163" y="581240"/>
                  </a:lnTo>
                  <a:lnTo>
                    <a:pt x="324840" y="574560"/>
                  </a:lnTo>
                  <a:lnTo>
                    <a:pt x="331368" y="564629"/>
                  </a:lnTo>
                  <a:lnTo>
                    <a:pt x="333756" y="552450"/>
                  </a:lnTo>
                  <a:close/>
                </a:path>
                <a:path extrusionOk="0" h="1117600" w="1061085">
                  <a:moveTo>
                    <a:pt x="448056" y="278130"/>
                  </a:moveTo>
                  <a:lnTo>
                    <a:pt x="445668" y="265963"/>
                  </a:lnTo>
                  <a:lnTo>
                    <a:pt x="439140" y="256032"/>
                  </a:lnTo>
                  <a:lnTo>
                    <a:pt x="429463" y="249351"/>
                  </a:lnTo>
                  <a:lnTo>
                    <a:pt x="417576" y="246888"/>
                  </a:lnTo>
                  <a:lnTo>
                    <a:pt x="405676" y="249351"/>
                  </a:lnTo>
                  <a:lnTo>
                    <a:pt x="395998" y="256032"/>
                  </a:lnTo>
                  <a:lnTo>
                    <a:pt x="389470" y="265963"/>
                  </a:lnTo>
                  <a:lnTo>
                    <a:pt x="387096" y="278130"/>
                  </a:lnTo>
                  <a:lnTo>
                    <a:pt x="389470" y="290309"/>
                  </a:lnTo>
                  <a:lnTo>
                    <a:pt x="395998" y="300228"/>
                  </a:lnTo>
                  <a:lnTo>
                    <a:pt x="405676" y="306920"/>
                  </a:lnTo>
                  <a:lnTo>
                    <a:pt x="417576" y="309372"/>
                  </a:lnTo>
                  <a:lnTo>
                    <a:pt x="429463" y="306920"/>
                  </a:lnTo>
                  <a:lnTo>
                    <a:pt x="439140" y="300228"/>
                  </a:lnTo>
                  <a:lnTo>
                    <a:pt x="445668" y="290309"/>
                  </a:lnTo>
                  <a:lnTo>
                    <a:pt x="448056" y="278130"/>
                  </a:lnTo>
                  <a:close/>
                </a:path>
                <a:path extrusionOk="0" h="1117600" w="1061085">
                  <a:moveTo>
                    <a:pt x="454152" y="55626"/>
                  </a:moveTo>
                  <a:lnTo>
                    <a:pt x="451764" y="43459"/>
                  </a:lnTo>
                  <a:lnTo>
                    <a:pt x="445236" y="33528"/>
                  </a:lnTo>
                  <a:lnTo>
                    <a:pt x="435559" y="26847"/>
                  </a:lnTo>
                  <a:lnTo>
                    <a:pt x="423672" y="24384"/>
                  </a:lnTo>
                  <a:lnTo>
                    <a:pt x="411772" y="26847"/>
                  </a:lnTo>
                  <a:lnTo>
                    <a:pt x="402094" y="33528"/>
                  </a:lnTo>
                  <a:lnTo>
                    <a:pt x="395566" y="43459"/>
                  </a:lnTo>
                  <a:lnTo>
                    <a:pt x="393192" y="55626"/>
                  </a:lnTo>
                  <a:lnTo>
                    <a:pt x="395566" y="67805"/>
                  </a:lnTo>
                  <a:lnTo>
                    <a:pt x="402094" y="77724"/>
                  </a:lnTo>
                  <a:lnTo>
                    <a:pt x="411772" y="84416"/>
                  </a:lnTo>
                  <a:lnTo>
                    <a:pt x="423672" y="86868"/>
                  </a:lnTo>
                  <a:lnTo>
                    <a:pt x="435559" y="84416"/>
                  </a:lnTo>
                  <a:lnTo>
                    <a:pt x="445236" y="77724"/>
                  </a:lnTo>
                  <a:lnTo>
                    <a:pt x="451764" y="67805"/>
                  </a:lnTo>
                  <a:lnTo>
                    <a:pt x="454152" y="55626"/>
                  </a:lnTo>
                  <a:close/>
                </a:path>
                <a:path extrusionOk="0" h="1117600" w="1061085">
                  <a:moveTo>
                    <a:pt x="519684" y="383286"/>
                  </a:moveTo>
                  <a:lnTo>
                    <a:pt x="517296" y="371119"/>
                  </a:lnTo>
                  <a:lnTo>
                    <a:pt x="510768" y="361188"/>
                  </a:lnTo>
                  <a:lnTo>
                    <a:pt x="501091" y="354507"/>
                  </a:lnTo>
                  <a:lnTo>
                    <a:pt x="489191" y="352044"/>
                  </a:lnTo>
                  <a:lnTo>
                    <a:pt x="477304" y="354507"/>
                  </a:lnTo>
                  <a:lnTo>
                    <a:pt x="467626" y="361188"/>
                  </a:lnTo>
                  <a:lnTo>
                    <a:pt x="461098" y="371119"/>
                  </a:lnTo>
                  <a:lnTo>
                    <a:pt x="458724" y="383286"/>
                  </a:lnTo>
                  <a:lnTo>
                    <a:pt x="461098" y="395465"/>
                  </a:lnTo>
                  <a:lnTo>
                    <a:pt x="467626" y="405384"/>
                  </a:lnTo>
                  <a:lnTo>
                    <a:pt x="477304" y="412076"/>
                  </a:lnTo>
                  <a:lnTo>
                    <a:pt x="489191" y="414528"/>
                  </a:lnTo>
                  <a:lnTo>
                    <a:pt x="501091" y="412076"/>
                  </a:lnTo>
                  <a:lnTo>
                    <a:pt x="510768" y="405384"/>
                  </a:lnTo>
                  <a:lnTo>
                    <a:pt x="517296" y="395465"/>
                  </a:lnTo>
                  <a:lnTo>
                    <a:pt x="519684" y="383286"/>
                  </a:lnTo>
                  <a:close/>
                </a:path>
                <a:path extrusionOk="0" h="1117600" w="1061085">
                  <a:moveTo>
                    <a:pt x="548640" y="976122"/>
                  </a:moveTo>
                  <a:lnTo>
                    <a:pt x="546252" y="963955"/>
                  </a:lnTo>
                  <a:lnTo>
                    <a:pt x="539724" y="954024"/>
                  </a:lnTo>
                  <a:lnTo>
                    <a:pt x="530047" y="947343"/>
                  </a:lnTo>
                  <a:lnTo>
                    <a:pt x="518160" y="944880"/>
                  </a:lnTo>
                  <a:lnTo>
                    <a:pt x="506260" y="947343"/>
                  </a:lnTo>
                  <a:lnTo>
                    <a:pt x="496582" y="954024"/>
                  </a:lnTo>
                  <a:lnTo>
                    <a:pt x="490054" y="963955"/>
                  </a:lnTo>
                  <a:lnTo>
                    <a:pt x="487680" y="976122"/>
                  </a:lnTo>
                  <a:lnTo>
                    <a:pt x="490054" y="988301"/>
                  </a:lnTo>
                  <a:lnTo>
                    <a:pt x="496582" y="998220"/>
                  </a:lnTo>
                  <a:lnTo>
                    <a:pt x="506260" y="1004912"/>
                  </a:lnTo>
                  <a:lnTo>
                    <a:pt x="518160" y="1007364"/>
                  </a:lnTo>
                  <a:lnTo>
                    <a:pt x="530047" y="1004912"/>
                  </a:lnTo>
                  <a:lnTo>
                    <a:pt x="539724" y="998220"/>
                  </a:lnTo>
                  <a:lnTo>
                    <a:pt x="546252" y="988301"/>
                  </a:lnTo>
                  <a:lnTo>
                    <a:pt x="548640" y="976122"/>
                  </a:lnTo>
                  <a:close/>
                </a:path>
                <a:path extrusionOk="0" h="1117600" w="1061085">
                  <a:moveTo>
                    <a:pt x="560832" y="794766"/>
                  </a:moveTo>
                  <a:lnTo>
                    <a:pt x="558444" y="782599"/>
                  </a:lnTo>
                  <a:lnTo>
                    <a:pt x="551916" y="772680"/>
                  </a:lnTo>
                  <a:lnTo>
                    <a:pt x="542239" y="765987"/>
                  </a:lnTo>
                  <a:lnTo>
                    <a:pt x="530352" y="763524"/>
                  </a:lnTo>
                  <a:lnTo>
                    <a:pt x="518452" y="765987"/>
                  </a:lnTo>
                  <a:lnTo>
                    <a:pt x="508774" y="772668"/>
                  </a:lnTo>
                  <a:lnTo>
                    <a:pt x="502246" y="782599"/>
                  </a:lnTo>
                  <a:lnTo>
                    <a:pt x="499872" y="794766"/>
                  </a:lnTo>
                  <a:lnTo>
                    <a:pt x="502246" y="806945"/>
                  </a:lnTo>
                  <a:lnTo>
                    <a:pt x="508774" y="816864"/>
                  </a:lnTo>
                  <a:lnTo>
                    <a:pt x="518452" y="823556"/>
                  </a:lnTo>
                  <a:lnTo>
                    <a:pt x="530352" y="826008"/>
                  </a:lnTo>
                  <a:lnTo>
                    <a:pt x="542239" y="823556"/>
                  </a:lnTo>
                  <a:lnTo>
                    <a:pt x="551916" y="816876"/>
                  </a:lnTo>
                  <a:lnTo>
                    <a:pt x="558444" y="806945"/>
                  </a:lnTo>
                  <a:lnTo>
                    <a:pt x="560832" y="794766"/>
                  </a:lnTo>
                  <a:close/>
                </a:path>
                <a:path extrusionOk="0" h="1117600" w="1061085">
                  <a:moveTo>
                    <a:pt x="560832" y="575310"/>
                  </a:moveTo>
                  <a:lnTo>
                    <a:pt x="558444" y="563143"/>
                  </a:lnTo>
                  <a:lnTo>
                    <a:pt x="551916" y="553212"/>
                  </a:lnTo>
                  <a:lnTo>
                    <a:pt x="542239" y="546531"/>
                  </a:lnTo>
                  <a:lnTo>
                    <a:pt x="530352" y="544068"/>
                  </a:lnTo>
                  <a:lnTo>
                    <a:pt x="518452" y="546531"/>
                  </a:lnTo>
                  <a:lnTo>
                    <a:pt x="508774" y="553212"/>
                  </a:lnTo>
                  <a:lnTo>
                    <a:pt x="502246" y="563143"/>
                  </a:lnTo>
                  <a:lnTo>
                    <a:pt x="499872" y="575310"/>
                  </a:lnTo>
                  <a:lnTo>
                    <a:pt x="502246" y="587489"/>
                  </a:lnTo>
                  <a:lnTo>
                    <a:pt x="508774" y="597408"/>
                  </a:lnTo>
                  <a:lnTo>
                    <a:pt x="518452" y="604100"/>
                  </a:lnTo>
                  <a:lnTo>
                    <a:pt x="530352" y="606552"/>
                  </a:lnTo>
                  <a:lnTo>
                    <a:pt x="542239" y="604100"/>
                  </a:lnTo>
                  <a:lnTo>
                    <a:pt x="551916" y="597408"/>
                  </a:lnTo>
                  <a:lnTo>
                    <a:pt x="558444" y="587489"/>
                  </a:lnTo>
                  <a:lnTo>
                    <a:pt x="560832" y="575310"/>
                  </a:lnTo>
                  <a:close/>
                </a:path>
                <a:path extrusionOk="0" h="1117600" w="1061085">
                  <a:moveTo>
                    <a:pt x="627888" y="1085850"/>
                  </a:moveTo>
                  <a:lnTo>
                    <a:pt x="625424" y="1073683"/>
                  </a:lnTo>
                  <a:lnTo>
                    <a:pt x="618744" y="1063752"/>
                  </a:lnTo>
                  <a:lnTo>
                    <a:pt x="608812" y="1057071"/>
                  </a:lnTo>
                  <a:lnTo>
                    <a:pt x="596646" y="1054608"/>
                  </a:lnTo>
                  <a:lnTo>
                    <a:pt x="584466" y="1057071"/>
                  </a:lnTo>
                  <a:lnTo>
                    <a:pt x="574548" y="1063752"/>
                  </a:lnTo>
                  <a:lnTo>
                    <a:pt x="567855" y="1073683"/>
                  </a:lnTo>
                  <a:lnTo>
                    <a:pt x="565391" y="1085850"/>
                  </a:lnTo>
                  <a:lnTo>
                    <a:pt x="567855" y="1098029"/>
                  </a:lnTo>
                  <a:lnTo>
                    <a:pt x="574548" y="1107948"/>
                  </a:lnTo>
                  <a:lnTo>
                    <a:pt x="584466" y="1114640"/>
                  </a:lnTo>
                  <a:lnTo>
                    <a:pt x="596646" y="1117092"/>
                  </a:lnTo>
                  <a:lnTo>
                    <a:pt x="608812" y="1114640"/>
                  </a:lnTo>
                  <a:lnTo>
                    <a:pt x="618744" y="1107948"/>
                  </a:lnTo>
                  <a:lnTo>
                    <a:pt x="625424" y="1098029"/>
                  </a:lnTo>
                  <a:lnTo>
                    <a:pt x="627888" y="1085850"/>
                  </a:lnTo>
                  <a:close/>
                </a:path>
                <a:path extrusionOk="0" h="1117600" w="1061085">
                  <a:moveTo>
                    <a:pt x="682752" y="334518"/>
                  </a:moveTo>
                  <a:lnTo>
                    <a:pt x="680364" y="322351"/>
                  </a:lnTo>
                  <a:lnTo>
                    <a:pt x="673836" y="312432"/>
                  </a:lnTo>
                  <a:lnTo>
                    <a:pt x="664159" y="305739"/>
                  </a:lnTo>
                  <a:lnTo>
                    <a:pt x="652272" y="303276"/>
                  </a:lnTo>
                  <a:lnTo>
                    <a:pt x="640372" y="305739"/>
                  </a:lnTo>
                  <a:lnTo>
                    <a:pt x="630694" y="312420"/>
                  </a:lnTo>
                  <a:lnTo>
                    <a:pt x="624166" y="322351"/>
                  </a:lnTo>
                  <a:lnTo>
                    <a:pt x="621792" y="334518"/>
                  </a:lnTo>
                  <a:lnTo>
                    <a:pt x="624166" y="346697"/>
                  </a:lnTo>
                  <a:lnTo>
                    <a:pt x="630694" y="356616"/>
                  </a:lnTo>
                  <a:lnTo>
                    <a:pt x="640372" y="363308"/>
                  </a:lnTo>
                  <a:lnTo>
                    <a:pt x="652272" y="365760"/>
                  </a:lnTo>
                  <a:lnTo>
                    <a:pt x="664159" y="363308"/>
                  </a:lnTo>
                  <a:lnTo>
                    <a:pt x="673836" y="356616"/>
                  </a:lnTo>
                  <a:lnTo>
                    <a:pt x="680364" y="346697"/>
                  </a:lnTo>
                  <a:lnTo>
                    <a:pt x="682752" y="334518"/>
                  </a:lnTo>
                  <a:close/>
                </a:path>
                <a:path extrusionOk="0" h="1117600" w="1061085">
                  <a:moveTo>
                    <a:pt x="786384" y="1027938"/>
                  </a:moveTo>
                  <a:lnTo>
                    <a:pt x="783996" y="1015771"/>
                  </a:lnTo>
                  <a:lnTo>
                    <a:pt x="777468" y="1005840"/>
                  </a:lnTo>
                  <a:lnTo>
                    <a:pt x="767791" y="999159"/>
                  </a:lnTo>
                  <a:lnTo>
                    <a:pt x="755904" y="996696"/>
                  </a:lnTo>
                  <a:lnTo>
                    <a:pt x="744004" y="999159"/>
                  </a:lnTo>
                  <a:lnTo>
                    <a:pt x="734326" y="1005840"/>
                  </a:lnTo>
                  <a:lnTo>
                    <a:pt x="727798" y="1015771"/>
                  </a:lnTo>
                  <a:lnTo>
                    <a:pt x="725424" y="1027938"/>
                  </a:lnTo>
                  <a:lnTo>
                    <a:pt x="727798" y="1040117"/>
                  </a:lnTo>
                  <a:lnTo>
                    <a:pt x="734326" y="1050036"/>
                  </a:lnTo>
                  <a:lnTo>
                    <a:pt x="744004" y="1056728"/>
                  </a:lnTo>
                  <a:lnTo>
                    <a:pt x="755904" y="1059180"/>
                  </a:lnTo>
                  <a:lnTo>
                    <a:pt x="767791" y="1056728"/>
                  </a:lnTo>
                  <a:lnTo>
                    <a:pt x="777468" y="1050036"/>
                  </a:lnTo>
                  <a:lnTo>
                    <a:pt x="783996" y="1040117"/>
                  </a:lnTo>
                  <a:lnTo>
                    <a:pt x="786384" y="1027938"/>
                  </a:lnTo>
                  <a:close/>
                </a:path>
                <a:path extrusionOk="0" h="1117600" w="1061085">
                  <a:moveTo>
                    <a:pt x="797052" y="852678"/>
                  </a:moveTo>
                  <a:lnTo>
                    <a:pt x="794588" y="840511"/>
                  </a:lnTo>
                  <a:lnTo>
                    <a:pt x="787908" y="830580"/>
                  </a:lnTo>
                  <a:lnTo>
                    <a:pt x="777976" y="823899"/>
                  </a:lnTo>
                  <a:lnTo>
                    <a:pt x="765810" y="821436"/>
                  </a:lnTo>
                  <a:lnTo>
                    <a:pt x="753630" y="823899"/>
                  </a:lnTo>
                  <a:lnTo>
                    <a:pt x="743712" y="830580"/>
                  </a:lnTo>
                  <a:lnTo>
                    <a:pt x="737019" y="840511"/>
                  </a:lnTo>
                  <a:lnTo>
                    <a:pt x="734568" y="852678"/>
                  </a:lnTo>
                  <a:lnTo>
                    <a:pt x="737019" y="864857"/>
                  </a:lnTo>
                  <a:lnTo>
                    <a:pt x="743712" y="874776"/>
                  </a:lnTo>
                  <a:lnTo>
                    <a:pt x="753630" y="881468"/>
                  </a:lnTo>
                  <a:lnTo>
                    <a:pt x="765810" y="883920"/>
                  </a:lnTo>
                  <a:lnTo>
                    <a:pt x="777976" y="881468"/>
                  </a:lnTo>
                  <a:lnTo>
                    <a:pt x="787908" y="874776"/>
                  </a:lnTo>
                  <a:lnTo>
                    <a:pt x="794588" y="864857"/>
                  </a:lnTo>
                  <a:lnTo>
                    <a:pt x="797052" y="852678"/>
                  </a:lnTo>
                  <a:close/>
                </a:path>
                <a:path extrusionOk="0" h="1117600" w="1061085">
                  <a:moveTo>
                    <a:pt x="885444" y="517398"/>
                  </a:moveTo>
                  <a:lnTo>
                    <a:pt x="883056" y="505231"/>
                  </a:lnTo>
                  <a:lnTo>
                    <a:pt x="876528" y="495300"/>
                  </a:lnTo>
                  <a:lnTo>
                    <a:pt x="866851" y="488619"/>
                  </a:lnTo>
                  <a:lnTo>
                    <a:pt x="854964" y="486156"/>
                  </a:lnTo>
                  <a:lnTo>
                    <a:pt x="843064" y="488619"/>
                  </a:lnTo>
                  <a:lnTo>
                    <a:pt x="833386" y="495300"/>
                  </a:lnTo>
                  <a:lnTo>
                    <a:pt x="826858" y="505231"/>
                  </a:lnTo>
                  <a:lnTo>
                    <a:pt x="824484" y="517398"/>
                  </a:lnTo>
                  <a:lnTo>
                    <a:pt x="826858" y="529577"/>
                  </a:lnTo>
                  <a:lnTo>
                    <a:pt x="833386" y="539496"/>
                  </a:lnTo>
                  <a:lnTo>
                    <a:pt x="843064" y="546188"/>
                  </a:lnTo>
                  <a:lnTo>
                    <a:pt x="854964" y="548640"/>
                  </a:lnTo>
                  <a:lnTo>
                    <a:pt x="866851" y="546188"/>
                  </a:lnTo>
                  <a:lnTo>
                    <a:pt x="876528" y="539496"/>
                  </a:lnTo>
                  <a:lnTo>
                    <a:pt x="883056" y="529577"/>
                  </a:lnTo>
                  <a:lnTo>
                    <a:pt x="885444" y="517398"/>
                  </a:lnTo>
                  <a:close/>
                </a:path>
                <a:path extrusionOk="0" h="1117600" w="1061085">
                  <a:moveTo>
                    <a:pt x="903732" y="700278"/>
                  </a:moveTo>
                  <a:lnTo>
                    <a:pt x="901344" y="688111"/>
                  </a:lnTo>
                  <a:lnTo>
                    <a:pt x="894816" y="678180"/>
                  </a:lnTo>
                  <a:lnTo>
                    <a:pt x="885139" y="671499"/>
                  </a:lnTo>
                  <a:lnTo>
                    <a:pt x="873252" y="669036"/>
                  </a:lnTo>
                  <a:lnTo>
                    <a:pt x="861352" y="671499"/>
                  </a:lnTo>
                  <a:lnTo>
                    <a:pt x="851674" y="678180"/>
                  </a:lnTo>
                  <a:lnTo>
                    <a:pt x="845146" y="688111"/>
                  </a:lnTo>
                  <a:lnTo>
                    <a:pt x="842772" y="700278"/>
                  </a:lnTo>
                  <a:lnTo>
                    <a:pt x="845146" y="712457"/>
                  </a:lnTo>
                  <a:lnTo>
                    <a:pt x="851674" y="722376"/>
                  </a:lnTo>
                  <a:lnTo>
                    <a:pt x="861352" y="729068"/>
                  </a:lnTo>
                  <a:lnTo>
                    <a:pt x="873252" y="731520"/>
                  </a:lnTo>
                  <a:lnTo>
                    <a:pt x="885139" y="729068"/>
                  </a:lnTo>
                  <a:lnTo>
                    <a:pt x="894816" y="722376"/>
                  </a:lnTo>
                  <a:lnTo>
                    <a:pt x="901344" y="712457"/>
                  </a:lnTo>
                  <a:lnTo>
                    <a:pt x="903732" y="700278"/>
                  </a:lnTo>
                  <a:close/>
                </a:path>
                <a:path extrusionOk="0" h="1117600" w="1061085">
                  <a:moveTo>
                    <a:pt x="1039368" y="683514"/>
                  </a:moveTo>
                  <a:lnTo>
                    <a:pt x="1036980" y="671347"/>
                  </a:lnTo>
                  <a:lnTo>
                    <a:pt x="1030452" y="661416"/>
                  </a:lnTo>
                  <a:lnTo>
                    <a:pt x="1020775" y="654735"/>
                  </a:lnTo>
                  <a:lnTo>
                    <a:pt x="1008888" y="652272"/>
                  </a:lnTo>
                  <a:lnTo>
                    <a:pt x="996988" y="654735"/>
                  </a:lnTo>
                  <a:lnTo>
                    <a:pt x="987310" y="661416"/>
                  </a:lnTo>
                  <a:lnTo>
                    <a:pt x="980782" y="671347"/>
                  </a:lnTo>
                  <a:lnTo>
                    <a:pt x="978408" y="683514"/>
                  </a:lnTo>
                  <a:lnTo>
                    <a:pt x="980782" y="695693"/>
                  </a:lnTo>
                  <a:lnTo>
                    <a:pt x="987310" y="705612"/>
                  </a:lnTo>
                  <a:lnTo>
                    <a:pt x="996988" y="712304"/>
                  </a:lnTo>
                  <a:lnTo>
                    <a:pt x="1008888" y="714756"/>
                  </a:lnTo>
                  <a:lnTo>
                    <a:pt x="1020775" y="712304"/>
                  </a:lnTo>
                  <a:lnTo>
                    <a:pt x="1030452" y="705612"/>
                  </a:lnTo>
                  <a:lnTo>
                    <a:pt x="1036980" y="695693"/>
                  </a:lnTo>
                  <a:lnTo>
                    <a:pt x="1039368" y="683514"/>
                  </a:lnTo>
                  <a:close/>
                </a:path>
                <a:path extrusionOk="0" h="1117600" w="1061085">
                  <a:moveTo>
                    <a:pt x="1060704" y="863346"/>
                  </a:moveTo>
                  <a:lnTo>
                    <a:pt x="1058316" y="851179"/>
                  </a:lnTo>
                  <a:lnTo>
                    <a:pt x="1051788" y="841260"/>
                  </a:lnTo>
                  <a:lnTo>
                    <a:pt x="1042111" y="834567"/>
                  </a:lnTo>
                  <a:lnTo>
                    <a:pt x="1030224" y="832104"/>
                  </a:lnTo>
                  <a:lnTo>
                    <a:pt x="1018324" y="834567"/>
                  </a:lnTo>
                  <a:lnTo>
                    <a:pt x="1008646" y="841260"/>
                  </a:lnTo>
                  <a:lnTo>
                    <a:pt x="1002118" y="851179"/>
                  </a:lnTo>
                  <a:lnTo>
                    <a:pt x="999744" y="863346"/>
                  </a:lnTo>
                  <a:lnTo>
                    <a:pt x="1002118" y="875525"/>
                  </a:lnTo>
                  <a:lnTo>
                    <a:pt x="1008646" y="885444"/>
                  </a:lnTo>
                  <a:lnTo>
                    <a:pt x="1018324" y="892136"/>
                  </a:lnTo>
                  <a:lnTo>
                    <a:pt x="1030224" y="894588"/>
                  </a:lnTo>
                  <a:lnTo>
                    <a:pt x="1042111" y="892136"/>
                  </a:lnTo>
                  <a:lnTo>
                    <a:pt x="1051788" y="885444"/>
                  </a:lnTo>
                  <a:lnTo>
                    <a:pt x="1058316" y="875525"/>
                  </a:lnTo>
                  <a:lnTo>
                    <a:pt x="1060704" y="863346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7" name="Google Shape;4297;p177"/>
            <p:cNvSpPr/>
            <p:nvPr/>
          </p:nvSpPr>
          <p:spPr>
            <a:xfrm>
              <a:off x="3259498" y="2518463"/>
              <a:ext cx="795655" cy="667385"/>
            </a:xfrm>
            <a:custGeom>
              <a:rect b="b" l="l" r="r" t="t"/>
              <a:pathLst>
                <a:path extrusionOk="0" h="667385" w="795654">
                  <a:moveTo>
                    <a:pt x="283039" y="478609"/>
                  </a:moveTo>
                  <a:lnTo>
                    <a:pt x="232413" y="436470"/>
                  </a:lnTo>
                  <a:lnTo>
                    <a:pt x="185904" y="393466"/>
                  </a:lnTo>
                  <a:lnTo>
                    <a:pt x="143827" y="350129"/>
                  </a:lnTo>
                  <a:lnTo>
                    <a:pt x="106500" y="306990"/>
                  </a:lnTo>
                  <a:lnTo>
                    <a:pt x="74238" y="264581"/>
                  </a:lnTo>
                  <a:lnTo>
                    <a:pt x="47359" y="223434"/>
                  </a:lnTo>
                  <a:lnTo>
                    <a:pt x="26179" y="184081"/>
                  </a:lnTo>
                  <a:lnTo>
                    <a:pt x="11014" y="147054"/>
                  </a:lnTo>
                  <a:lnTo>
                    <a:pt x="0" y="82104"/>
                  </a:lnTo>
                  <a:lnTo>
                    <a:pt x="4782" y="55245"/>
                  </a:lnTo>
                  <a:lnTo>
                    <a:pt x="16847" y="32839"/>
                  </a:lnTo>
                  <a:lnTo>
                    <a:pt x="35891" y="15896"/>
                  </a:lnTo>
                  <a:lnTo>
                    <a:pt x="60944" y="5011"/>
                  </a:lnTo>
                  <a:lnTo>
                    <a:pt x="91416" y="0"/>
                  </a:lnTo>
                  <a:lnTo>
                    <a:pt x="126716" y="675"/>
                  </a:lnTo>
                  <a:lnTo>
                    <a:pt x="166255" y="6852"/>
                  </a:lnTo>
                  <a:lnTo>
                    <a:pt x="209442" y="18345"/>
                  </a:lnTo>
                  <a:lnTo>
                    <a:pt x="255689" y="34968"/>
                  </a:lnTo>
                  <a:lnTo>
                    <a:pt x="304403" y="56536"/>
                  </a:lnTo>
                  <a:lnTo>
                    <a:pt x="354996" y="82863"/>
                  </a:lnTo>
                  <a:lnTo>
                    <a:pt x="406878" y="113763"/>
                  </a:lnTo>
                  <a:lnTo>
                    <a:pt x="459458" y="149051"/>
                  </a:lnTo>
                  <a:lnTo>
                    <a:pt x="512147" y="188541"/>
                  </a:lnTo>
                  <a:lnTo>
                    <a:pt x="562772" y="230680"/>
                  </a:lnTo>
                  <a:lnTo>
                    <a:pt x="609281" y="273684"/>
                  </a:lnTo>
                  <a:lnTo>
                    <a:pt x="651357" y="317023"/>
                  </a:lnTo>
                  <a:lnTo>
                    <a:pt x="688682" y="360165"/>
                  </a:lnTo>
                  <a:lnTo>
                    <a:pt x="720939" y="402578"/>
                  </a:lnTo>
                  <a:lnTo>
                    <a:pt x="747811" y="443732"/>
                  </a:lnTo>
                  <a:lnTo>
                    <a:pt x="768982" y="483094"/>
                  </a:lnTo>
                  <a:lnTo>
                    <a:pt x="784134" y="520133"/>
                  </a:lnTo>
                  <a:lnTo>
                    <a:pt x="795113" y="585119"/>
                  </a:lnTo>
                  <a:lnTo>
                    <a:pt x="790306" y="612003"/>
                  </a:lnTo>
                  <a:lnTo>
                    <a:pt x="778212" y="634438"/>
                  </a:lnTo>
                  <a:lnTo>
                    <a:pt x="759197" y="651352"/>
                  </a:lnTo>
                  <a:lnTo>
                    <a:pt x="734168" y="662212"/>
                  </a:lnTo>
                  <a:lnTo>
                    <a:pt x="703717" y="667204"/>
                  </a:lnTo>
                  <a:lnTo>
                    <a:pt x="668432" y="666512"/>
                  </a:lnTo>
                  <a:lnTo>
                    <a:pt x="628906" y="660323"/>
                  </a:lnTo>
                  <a:lnTo>
                    <a:pt x="585728" y="648821"/>
                  </a:lnTo>
                  <a:lnTo>
                    <a:pt x="539488" y="632191"/>
                  </a:lnTo>
                  <a:lnTo>
                    <a:pt x="490778" y="610618"/>
                  </a:lnTo>
                  <a:lnTo>
                    <a:pt x="440188" y="584289"/>
                  </a:lnTo>
                  <a:lnTo>
                    <a:pt x="388307" y="553387"/>
                  </a:lnTo>
                  <a:lnTo>
                    <a:pt x="335728" y="518099"/>
                  </a:lnTo>
                  <a:lnTo>
                    <a:pt x="283039" y="478609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8" name="Google Shape;4298;p177"/>
            <p:cNvSpPr/>
            <p:nvPr/>
          </p:nvSpPr>
          <p:spPr>
            <a:xfrm>
              <a:off x="2749296" y="3182111"/>
              <a:ext cx="943610" cy="485140"/>
            </a:xfrm>
            <a:custGeom>
              <a:rect b="b" l="l" r="r" t="t"/>
              <a:pathLst>
                <a:path extrusionOk="0" h="485139" w="943610">
                  <a:moveTo>
                    <a:pt x="943356" y="0"/>
                  </a:moveTo>
                  <a:lnTo>
                    <a:pt x="0" y="0"/>
                  </a:lnTo>
                  <a:lnTo>
                    <a:pt x="0" y="484631"/>
                  </a:lnTo>
                  <a:lnTo>
                    <a:pt x="943356" y="484631"/>
                  </a:lnTo>
                  <a:lnTo>
                    <a:pt x="9433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9" name="Google Shape;4299;p177"/>
            <p:cNvSpPr/>
            <p:nvPr/>
          </p:nvSpPr>
          <p:spPr>
            <a:xfrm>
              <a:off x="2839212" y="3270491"/>
              <a:ext cx="765810" cy="34824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0" name="Google Shape;4300;p177"/>
            <p:cNvSpPr/>
            <p:nvPr/>
          </p:nvSpPr>
          <p:spPr>
            <a:xfrm>
              <a:off x="5451348" y="2383535"/>
              <a:ext cx="1629410" cy="1629410"/>
            </a:xfrm>
            <a:custGeom>
              <a:rect b="b" l="l" r="r" t="t"/>
              <a:pathLst>
                <a:path extrusionOk="0" h="1629410" w="1629409">
                  <a:moveTo>
                    <a:pt x="0" y="814577"/>
                  </a:moveTo>
                  <a:lnTo>
                    <a:pt x="1382" y="766719"/>
                  </a:lnTo>
                  <a:lnTo>
                    <a:pt x="5480" y="719589"/>
                  </a:lnTo>
                  <a:lnTo>
                    <a:pt x="12217" y="673262"/>
                  </a:lnTo>
                  <a:lnTo>
                    <a:pt x="21515" y="627816"/>
                  </a:lnTo>
                  <a:lnTo>
                    <a:pt x="33300" y="583327"/>
                  </a:lnTo>
                  <a:lnTo>
                    <a:pt x="47493" y="539872"/>
                  </a:lnTo>
                  <a:lnTo>
                    <a:pt x="64019" y="497526"/>
                  </a:lnTo>
                  <a:lnTo>
                    <a:pt x="82802" y="456366"/>
                  </a:lnTo>
                  <a:lnTo>
                    <a:pt x="103765" y="416470"/>
                  </a:lnTo>
                  <a:lnTo>
                    <a:pt x="126831" y="377912"/>
                  </a:lnTo>
                  <a:lnTo>
                    <a:pt x="151924" y="340770"/>
                  </a:lnTo>
                  <a:lnTo>
                    <a:pt x="178967" y="305119"/>
                  </a:lnTo>
                  <a:lnTo>
                    <a:pt x="207885" y="271038"/>
                  </a:lnTo>
                  <a:lnTo>
                    <a:pt x="238601" y="238601"/>
                  </a:lnTo>
                  <a:lnTo>
                    <a:pt x="271038" y="207885"/>
                  </a:lnTo>
                  <a:lnTo>
                    <a:pt x="305119" y="178967"/>
                  </a:lnTo>
                  <a:lnTo>
                    <a:pt x="340770" y="151924"/>
                  </a:lnTo>
                  <a:lnTo>
                    <a:pt x="377912" y="126831"/>
                  </a:lnTo>
                  <a:lnTo>
                    <a:pt x="416470" y="103765"/>
                  </a:lnTo>
                  <a:lnTo>
                    <a:pt x="456366" y="82802"/>
                  </a:lnTo>
                  <a:lnTo>
                    <a:pt x="497526" y="64019"/>
                  </a:lnTo>
                  <a:lnTo>
                    <a:pt x="539872" y="47493"/>
                  </a:lnTo>
                  <a:lnTo>
                    <a:pt x="583327" y="33300"/>
                  </a:lnTo>
                  <a:lnTo>
                    <a:pt x="627816" y="21515"/>
                  </a:lnTo>
                  <a:lnTo>
                    <a:pt x="673262" y="12217"/>
                  </a:lnTo>
                  <a:lnTo>
                    <a:pt x="719589" y="5480"/>
                  </a:lnTo>
                  <a:lnTo>
                    <a:pt x="766719" y="1382"/>
                  </a:lnTo>
                  <a:lnTo>
                    <a:pt x="814577" y="0"/>
                  </a:lnTo>
                  <a:lnTo>
                    <a:pt x="862436" y="1382"/>
                  </a:lnTo>
                  <a:lnTo>
                    <a:pt x="909566" y="5480"/>
                  </a:lnTo>
                  <a:lnTo>
                    <a:pt x="955893" y="12217"/>
                  </a:lnTo>
                  <a:lnTo>
                    <a:pt x="1001339" y="21515"/>
                  </a:lnTo>
                  <a:lnTo>
                    <a:pt x="1045828" y="33300"/>
                  </a:lnTo>
                  <a:lnTo>
                    <a:pt x="1089283" y="47493"/>
                  </a:lnTo>
                  <a:lnTo>
                    <a:pt x="1131629" y="64019"/>
                  </a:lnTo>
                  <a:lnTo>
                    <a:pt x="1172789" y="82802"/>
                  </a:lnTo>
                  <a:lnTo>
                    <a:pt x="1212685" y="103765"/>
                  </a:lnTo>
                  <a:lnTo>
                    <a:pt x="1251243" y="126831"/>
                  </a:lnTo>
                  <a:lnTo>
                    <a:pt x="1288385" y="151924"/>
                  </a:lnTo>
                  <a:lnTo>
                    <a:pt x="1324036" y="178967"/>
                  </a:lnTo>
                  <a:lnTo>
                    <a:pt x="1358117" y="207885"/>
                  </a:lnTo>
                  <a:lnTo>
                    <a:pt x="1390554" y="238601"/>
                  </a:lnTo>
                  <a:lnTo>
                    <a:pt x="1421270" y="271038"/>
                  </a:lnTo>
                  <a:lnTo>
                    <a:pt x="1450188" y="305119"/>
                  </a:lnTo>
                  <a:lnTo>
                    <a:pt x="1477231" y="340770"/>
                  </a:lnTo>
                  <a:lnTo>
                    <a:pt x="1502324" y="377912"/>
                  </a:lnTo>
                  <a:lnTo>
                    <a:pt x="1525390" y="416470"/>
                  </a:lnTo>
                  <a:lnTo>
                    <a:pt x="1546353" y="456366"/>
                  </a:lnTo>
                  <a:lnTo>
                    <a:pt x="1565136" y="497526"/>
                  </a:lnTo>
                  <a:lnTo>
                    <a:pt x="1581662" y="539872"/>
                  </a:lnTo>
                  <a:lnTo>
                    <a:pt x="1595855" y="583327"/>
                  </a:lnTo>
                  <a:lnTo>
                    <a:pt x="1607640" y="627816"/>
                  </a:lnTo>
                  <a:lnTo>
                    <a:pt x="1616938" y="673262"/>
                  </a:lnTo>
                  <a:lnTo>
                    <a:pt x="1623675" y="719589"/>
                  </a:lnTo>
                  <a:lnTo>
                    <a:pt x="1627773" y="766719"/>
                  </a:lnTo>
                  <a:lnTo>
                    <a:pt x="1629155" y="814577"/>
                  </a:lnTo>
                  <a:lnTo>
                    <a:pt x="1627773" y="862436"/>
                  </a:lnTo>
                  <a:lnTo>
                    <a:pt x="1623675" y="909566"/>
                  </a:lnTo>
                  <a:lnTo>
                    <a:pt x="1616938" y="955893"/>
                  </a:lnTo>
                  <a:lnTo>
                    <a:pt x="1607640" y="1001339"/>
                  </a:lnTo>
                  <a:lnTo>
                    <a:pt x="1595855" y="1045828"/>
                  </a:lnTo>
                  <a:lnTo>
                    <a:pt x="1581662" y="1089283"/>
                  </a:lnTo>
                  <a:lnTo>
                    <a:pt x="1565136" y="1131629"/>
                  </a:lnTo>
                  <a:lnTo>
                    <a:pt x="1546353" y="1172789"/>
                  </a:lnTo>
                  <a:lnTo>
                    <a:pt x="1525390" y="1212685"/>
                  </a:lnTo>
                  <a:lnTo>
                    <a:pt x="1502324" y="1251243"/>
                  </a:lnTo>
                  <a:lnTo>
                    <a:pt x="1477231" y="1288385"/>
                  </a:lnTo>
                  <a:lnTo>
                    <a:pt x="1450188" y="1324036"/>
                  </a:lnTo>
                  <a:lnTo>
                    <a:pt x="1421270" y="1358117"/>
                  </a:lnTo>
                  <a:lnTo>
                    <a:pt x="1390554" y="1390554"/>
                  </a:lnTo>
                  <a:lnTo>
                    <a:pt x="1358117" y="1421270"/>
                  </a:lnTo>
                  <a:lnTo>
                    <a:pt x="1324036" y="1450188"/>
                  </a:lnTo>
                  <a:lnTo>
                    <a:pt x="1288385" y="1477231"/>
                  </a:lnTo>
                  <a:lnTo>
                    <a:pt x="1251243" y="1502324"/>
                  </a:lnTo>
                  <a:lnTo>
                    <a:pt x="1212685" y="1525390"/>
                  </a:lnTo>
                  <a:lnTo>
                    <a:pt x="1172789" y="1546353"/>
                  </a:lnTo>
                  <a:lnTo>
                    <a:pt x="1131629" y="1565136"/>
                  </a:lnTo>
                  <a:lnTo>
                    <a:pt x="1089283" y="1581662"/>
                  </a:lnTo>
                  <a:lnTo>
                    <a:pt x="1045828" y="1595855"/>
                  </a:lnTo>
                  <a:lnTo>
                    <a:pt x="1001339" y="1607640"/>
                  </a:lnTo>
                  <a:lnTo>
                    <a:pt x="955893" y="1616938"/>
                  </a:lnTo>
                  <a:lnTo>
                    <a:pt x="909566" y="1623675"/>
                  </a:lnTo>
                  <a:lnTo>
                    <a:pt x="862436" y="1627773"/>
                  </a:lnTo>
                  <a:lnTo>
                    <a:pt x="814577" y="1629156"/>
                  </a:lnTo>
                  <a:lnTo>
                    <a:pt x="766719" y="1627773"/>
                  </a:lnTo>
                  <a:lnTo>
                    <a:pt x="719589" y="1623675"/>
                  </a:lnTo>
                  <a:lnTo>
                    <a:pt x="673262" y="1616938"/>
                  </a:lnTo>
                  <a:lnTo>
                    <a:pt x="627816" y="1607640"/>
                  </a:lnTo>
                  <a:lnTo>
                    <a:pt x="583327" y="1595855"/>
                  </a:lnTo>
                  <a:lnTo>
                    <a:pt x="539872" y="1581662"/>
                  </a:lnTo>
                  <a:lnTo>
                    <a:pt x="497526" y="1565136"/>
                  </a:lnTo>
                  <a:lnTo>
                    <a:pt x="456366" y="1546353"/>
                  </a:lnTo>
                  <a:lnTo>
                    <a:pt x="416470" y="1525390"/>
                  </a:lnTo>
                  <a:lnTo>
                    <a:pt x="377912" y="1502324"/>
                  </a:lnTo>
                  <a:lnTo>
                    <a:pt x="340770" y="1477231"/>
                  </a:lnTo>
                  <a:lnTo>
                    <a:pt x="305119" y="1450188"/>
                  </a:lnTo>
                  <a:lnTo>
                    <a:pt x="271038" y="1421270"/>
                  </a:lnTo>
                  <a:lnTo>
                    <a:pt x="238601" y="1390554"/>
                  </a:lnTo>
                  <a:lnTo>
                    <a:pt x="207885" y="1358117"/>
                  </a:lnTo>
                  <a:lnTo>
                    <a:pt x="178967" y="1324036"/>
                  </a:lnTo>
                  <a:lnTo>
                    <a:pt x="151924" y="1288385"/>
                  </a:lnTo>
                  <a:lnTo>
                    <a:pt x="126831" y="1251243"/>
                  </a:lnTo>
                  <a:lnTo>
                    <a:pt x="103765" y="1212685"/>
                  </a:lnTo>
                  <a:lnTo>
                    <a:pt x="82802" y="1172789"/>
                  </a:lnTo>
                  <a:lnTo>
                    <a:pt x="64019" y="1131629"/>
                  </a:lnTo>
                  <a:lnTo>
                    <a:pt x="47493" y="1089283"/>
                  </a:lnTo>
                  <a:lnTo>
                    <a:pt x="33300" y="1045828"/>
                  </a:lnTo>
                  <a:lnTo>
                    <a:pt x="21515" y="1001339"/>
                  </a:lnTo>
                  <a:lnTo>
                    <a:pt x="12217" y="955893"/>
                  </a:lnTo>
                  <a:lnTo>
                    <a:pt x="5480" y="909566"/>
                  </a:lnTo>
                  <a:lnTo>
                    <a:pt x="1382" y="862436"/>
                  </a:lnTo>
                  <a:lnTo>
                    <a:pt x="0" y="814577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1" name="Google Shape;4301;p177"/>
            <p:cNvSpPr/>
            <p:nvPr/>
          </p:nvSpPr>
          <p:spPr>
            <a:xfrm>
              <a:off x="6813803" y="2391155"/>
              <a:ext cx="582929" cy="16840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2" name="Google Shape;4302;p177"/>
            <p:cNvSpPr/>
            <p:nvPr/>
          </p:nvSpPr>
          <p:spPr>
            <a:xfrm>
              <a:off x="6320028" y="2613659"/>
              <a:ext cx="62865" cy="62865"/>
            </a:xfrm>
            <a:custGeom>
              <a:rect b="b" l="l" r="r" t="t"/>
              <a:pathLst>
                <a:path extrusionOk="0" h="62864" w="62864">
                  <a:moveTo>
                    <a:pt x="31242" y="0"/>
                  </a:moveTo>
                  <a:lnTo>
                    <a:pt x="19073" y="2452"/>
                  </a:lnTo>
                  <a:lnTo>
                    <a:pt x="9144" y="9143"/>
                  </a:lnTo>
                  <a:lnTo>
                    <a:pt x="2452" y="19073"/>
                  </a:lnTo>
                  <a:lnTo>
                    <a:pt x="0" y="31241"/>
                  </a:lnTo>
                  <a:lnTo>
                    <a:pt x="2452" y="43410"/>
                  </a:lnTo>
                  <a:lnTo>
                    <a:pt x="9144" y="53339"/>
                  </a:lnTo>
                  <a:lnTo>
                    <a:pt x="19073" y="60031"/>
                  </a:lnTo>
                  <a:lnTo>
                    <a:pt x="31242" y="62484"/>
                  </a:lnTo>
                  <a:lnTo>
                    <a:pt x="43410" y="60031"/>
                  </a:lnTo>
                  <a:lnTo>
                    <a:pt x="53339" y="53339"/>
                  </a:lnTo>
                  <a:lnTo>
                    <a:pt x="60031" y="43410"/>
                  </a:lnTo>
                  <a:lnTo>
                    <a:pt x="62484" y="31241"/>
                  </a:lnTo>
                  <a:lnTo>
                    <a:pt x="60031" y="19073"/>
                  </a:lnTo>
                  <a:lnTo>
                    <a:pt x="53340" y="9143"/>
                  </a:lnTo>
                  <a:lnTo>
                    <a:pt x="43410" y="2452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B5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3" name="Google Shape;4303;p177"/>
            <p:cNvSpPr/>
            <p:nvPr/>
          </p:nvSpPr>
          <p:spPr>
            <a:xfrm>
              <a:off x="5807964" y="4110227"/>
              <a:ext cx="883158" cy="168401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4" name="Google Shape;4304;p177"/>
            <p:cNvSpPr/>
            <p:nvPr/>
          </p:nvSpPr>
          <p:spPr>
            <a:xfrm>
              <a:off x="6574535" y="2720339"/>
              <a:ext cx="60960" cy="62865"/>
            </a:xfrm>
            <a:custGeom>
              <a:rect b="b" l="l" r="r" t="t"/>
              <a:pathLst>
                <a:path extrusionOk="0" h="62864" w="60959">
                  <a:moveTo>
                    <a:pt x="30480" y="0"/>
                  </a:moveTo>
                  <a:lnTo>
                    <a:pt x="18591" y="2452"/>
                  </a:lnTo>
                  <a:lnTo>
                    <a:pt x="8905" y="9144"/>
                  </a:lnTo>
                  <a:lnTo>
                    <a:pt x="2387" y="19073"/>
                  </a:lnTo>
                  <a:lnTo>
                    <a:pt x="0" y="31242"/>
                  </a:lnTo>
                  <a:lnTo>
                    <a:pt x="2387" y="43410"/>
                  </a:lnTo>
                  <a:lnTo>
                    <a:pt x="8905" y="53339"/>
                  </a:lnTo>
                  <a:lnTo>
                    <a:pt x="18591" y="60031"/>
                  </a:lnTo>
                  <a:lnTo>
                    <a:pt x="30480" y="62484"/>
                  </a:lnTo>
                  <a:lnTo>
                    <a:pt x="42368" y="60031"/>
                  </a:lnTo>
                  <a:lnTo>
                    <a:pt x="52054" y="53340"/>
                  </a:lnTo>
                  <a:lnTo>
                    <a:pt x="58572" y="43410"/>
                  </a:lnTo>
                  <a:lnTo>
                    <a:pt x="60960" y="31242"/>
                  </a:lnTo>
                  <a:lnTo>
                    <a:pt x="58572" y="19073"/>
                  </a:lnTo>
                  <a:lnTo>
                    <a:pt x="52054" y="9144"/>
                  </a:lnTo>
                  <a:lnTo>
                    <a:pt x="42368" y="2452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AF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5" name="Google Shape;4305;p177"/>
            <p:cNvSpPr/>
            <p:nvPr/>
          </p:nvSpPr>
          <p:spPr>
            <a:xfrm>
              <a:off x="6574535" y="2919983"/>
              <a:ext cx="60960" cy="62865"/>
            </a:xfrm>
            <a:custGeom>
              <a:rect b="b" l="l" r="r" t="t"/>
              <a:pathLst>
                <a:path extrusionOk="0" h="62864" w="60959">
                  <a:moveTo>
                    <a:pt x="30480" y="0"/>
                  </a:moveTo>
                  <a:lnTo>
                    <a:pt x="18591" y="2452"/>
                  </a:lnTo>
                  <a:lnTo>
                    <a:pt x="8905" y="9143"/>
                  </a:lnTo>
                  <a:lnTo>
                    <a:pt x="2387" y="19073"/>
                  </a:lnTo>
                  <a:lnTo>
                    <a:pt x="0" y="31241"/>
                  </a:lnTo>
                  <a:lnTo>
                    <a:pt x="2387" y="43410"/>
                  </a:lnTo>
                  <a:lnTo>
                    <a:pt x="8905" y="53339"/>
                  </a:lnTo>
                  <a:lnTo>
                    <a:pt x="18591" y="60031"/>
                  </a:lnTo>
                  <a:lnTo>
                    <a:pt x="30480" y="62483"/>
                  </a:lnTo>
                  <a:lnTo>
                    <a:pt x="42368" y="60031"/>
                  </a:lnTo>
                  <a:lnTo>
                    <a:pt x="52054" y="53339"/>
                  </a:lnTo>
                  <a:lnTo>
                    <a:pt x="58572" y="43410"/>
                  </a:lnTo>
                  <a:lnTo>
                    <a:pt x="60960" y="31241"/>
                  </a:lnTo>
                  <a:lnTo>
                    <a:pt x="58572" y="19073"/>
                  </a:lnTo>
                  <a:lnTo>
                    <a:pt x="52054" y="9143"/>
                  </a:lnTo>
                  <a:lnTo>
                    <a:pt x="42368" y="2452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B3E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6" name="Google Shape;4306;p177"/>
            <p:cNvSpPr/>
            <p:nvPr/>
          </p:nvSpPr>
          <p:spPr>
            <a:xfrm>
              <a:off x="6822947" y="3032759"/>
              <a:ext cx="60960" cy="62865"/>
            </a:xfrm>
            <a:custGeom>
              <a:rect b="b" l="l" r="r" t="t"/>
              <a:pathLst>
                <a:path extrusionOk="0" h="62864" w="60959">
                  <a:moveTo>
                    <a:pt x="30479" y="0"/>
                  </a:moveTo>
                  <a:lnTo>
                    <a:pt x="18591" y="2452"/>
                  </a:lnTo>
                  <a:lnTo>
                    <a:pt x="8905" y="9143"/>
                  </a:lnTo>
                  <a:lnTo>
                    <a:pt x="2387" y="19073"/>
                  </a:lnTo>
                  <a:lnTo>
                    <a:pt x="0" y="31241"/>
                  </a:lnTo>
                  <a:lnTo>
                    <a:pt x="2387" y="43410"/>
                  </a:lnTo>
                  <a:lnTo>
                    <a:pt x="8905" y="53339"/>
                  </a:lnTo>
                  <a:lnTo>
                    <a:pt x="18591" y="60031"/>
                  </a:lnTo>
                  <a:lnTo>
                    <a:pt x="30479" y="62484"/>
                  </a:lnTo>
                  <a:lnTo>
                    <a:pt x="42368" y="60031"/>
                  </a:lnTo>
                  <a:lnTo>
                    <a:pt x="52054" y="53339"/>
                  </a:lnTo>
                  <a:lnTo>
                    <a:pt x="58572" y="43410"/>
                  </a:lnTo>
                  <a:lnTo>
                    <a:pt x="60959" y="31241"/>
                  </a:lnTo>
                  <a:lnTo>
                    <a:pt x="58572" y="19073"/>
                  </a:lnTo>
                  <a:lnTo>
                    <a:pt x="52054" y="9143"/>
                  </a:lnTo>
                  <a:lnTo>
                    <a:pt x="42368" y="2452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FF43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7" name="Google Shape;4307;p177"/>
            <p:cNvSpPr/>
            <p:nvPr/>
          </p:nvSpPr>
          <p:spPr>
            <a:xfrm>
              <a:off x="5713476" y="2750819"/>
              <a:ext cx="1061085" cy="1117600"/>
            </a:xfrm>
            <a:custGeom>
              <a:rect b="b" l="l" r="r" t="t"/>
              <a:pathLst>
                <a:path extrusionOk="0" h="1117600" w="1061084">
                  <a:moveTo>
                    <a:pt x="62484" y="486918"/>
                  </a:moveTo>
                  <a:lnTo>
                    <a:pt x="60020" y="474751"/>
                  </a:lnTo>
                  <a:lnTo>
                    <a:pt x="53340" y="464832"/>
                  </a:lnTo>
                  <a:lnTo>
                    <a:pt x="43408" y="458139"/>
                  </a:lnTo>
                  <a:lnTo>
                    <a:pt x="31242" y="455676"/>
                  </a:lnTo>
                  <a:lnTo>
                    <a:pt x="19062" y="458139"/>
                  </a:lnTo>
                  <a:lnTo>
                    <a:pt x="9144" y="464820"/>
                  </a:lnTo>
                  <a:lnTo>
                    <a:pt x="2451" y="474751"/>
                  </a:lnTo>
                  <a:lnTo>
                    <a:pt x="0" y="486918"/>
                  </a:lnTo>
                  <a:lnTo>
                    <a:pt x="2451" y="499097"/>
                  </a:lnTo>
                  <a:lnTo>
                    <a:pt x="9131" y="509016"/>
                  </a:lnTo>
                  <a:lnTo>
                    <a:pt x="19062" y="515708"/>
                  </a:lnTo>
                  <a:lnTo>
                    <a:pt x="31242" y="518160"/>
                  </a:lnTo>
                  <a:lnTo>
                    <a:pt x="43408" y="515708"/>
                  </a:lnTo>
                  <a:lnTo>
                    <a:pt x="53340" y="509016"/>
                  </a:lnTo>
                  <a:lnTo>
                    <a:pt x="60020" y="499097"/>
                  </a:lnTo>
                  <a:lnTo>
                    <a:pt x="62484" y="486918"/>
                  </a:lnTo>
                  <a:close/>
                </a:path>
                <a:path extrusionOk="0" h="1117600" w="1061084">
                  <a:moveTo>
                    <a:pt x="86868" y="707898"/>
                  </a:moveTo>
                  <a:lnTo>
                    <a:pt x="84480" y="695731"/>
                  </a:lnTo>
                  <a:lnTo>
                    <a:pt x="77952" y="685800"/>
                  </a:lnTo>
                  <a:lnTo>
                    <a:pt x="68275" y="679119"/>
                  </a:lnTo>
                  <a:lnTo>
                    <a:pt x="56388" y="676656"/>
                  </a:lnTo>
                  <a:lnTo>
                    <a:pt x="44488" y="679119"/>
                  </a:lnTo>
                  <a:lnTo>
                    <a:pt x="34810" y="685800"/>
                  </a:lnTo>
                  <a:lnTo>
                    <a:pt x="28282" y="695731"/>
                  </a:lnTo>
                  <a:lnTo>
                    <a:pt x="25908" y="707898"/>
                  </a:lnTo>
                  <a:lnTo>
                    <a:pt x="28282" y="720077"/>
                  </a:lnTo>
                  <a:lnTo>
                    <a:pt x="34810" y="729996"/>
                  </a:lnTo>
                  <a:lnTo>
                    <a:pt x="44488" y="736688"/>
                  </a:lnTo>
                  <a:lnTo>
                    <a:pt x="56388" y="739140"/>
                  </a:lnTo>
                  <a:lnTo>
                    <a:pt x="68275" y="736688"/>
                  </a:lnTo>
                  <a:lnTo>
                    <a:pt x="77952" y="729996"/>
                  </a:lnTo>
                  <a:lnTo>
                    <a:pt x="84480" y="720077"/>
                  </a:lnTo>
                  <a:lnTo>
                    <a:pt x="86868" y="707898"/>
                  </a:lnTo>
                  <a:close/>
                </a:path>
                <a:path extrusionOk="0" h="1117600" w="1061084">
                  <a:moveTo>
                    <a:pt x="170688" y="246126"/>
                  </a:moveTo>
                  <a:lnTo>
                    <a:pt x="168300" y="233959"/>
                  </a:lnTo>
                  <a:lnTo>
                    <a:pt x="161772" y="224028"/>
                  </a:lnTo>
                  <a:lnTo>
                    <a:pt x="152095" y="217347"/>
                  </a:lnTo>
                  <a:lnTo>
                    <a:pt x="140208" y="214884"/>
                  </a:lnTo>
                  <a:lnTo>
                    <a:pt x="128308" y="217347"/>
                  </a:lnTo>
                  <a:lnTo>
                    <a:pt x="118630" y="224028"/>
                  </a:lnTo>
                  <a:lnTo>
                    <a:pt x="112102" y="233959"/>
                  </a:lnTo>
                  <a:lnTo>
                    <a:pt x="109728" y="246126"/>
                  </a:lnTo>
                  <a:lnTo>
                    <a:pt x="112102" y="258305"/>
                  </a:lnTo>
                  <a:lnTo>
                    <a:pt x="118630" y="268224"/>
                  </a:lnTo>
                  <a:lnTo>
                    <a:pt x="128308" y="274916"/>
                  </a:lnTo>
                  <a:lnTo>
                    <a:pt x="140208" y="277368"/>
                  </a:lnTo>
                  <a:lnTo>
                    <a:pt x="152095" y="274916"/>
                  </a:lnTo>
                  <a:lnTo>
                    <a:pt x="161772" y="268224"/>
                  </a:lnTo>
                  <a:lnTo>
                    <a:pt x="168300" y="258305"/>
                  </a:lnTo>
                  <a:lnTo>
                    <a:pt x="170688" y="246126"/>
                  </a:lnTo>
                  <a:close/>
                </a:path>
                <a:path extrusionOk="0" h="1117600" w="1061084">
                  <a:moveTo>
                    <a:pt x="199644" y="470154"/>
                  </a:moveTo>
                  <a:lnTo>
                    <a:pt x="197256" y="457987"/>
                  </a:lnTo>
                  <a:lnTo>
                    <a:pt x="190728" y="448056"/>
                  </a:lnTo>
                  <a:lnTo>
                    <a:pt x="181051" y="441375"/>
                  </a:lnTo>
                  <a:lnTo>
                    <a:pt x="169164" y="438912"/>
                  </a:lnTo>
                  <a:lnTo>
                    <a:pt x="157264" y="441375"/>
                  </a:lnTo>
                  <a:lnTo>
                    <a:pt x="147586" y="448056"/>
                  </a:lnTo>
                  <a:lnTo>
                    <a:pt x="141058" y="457987"/>
                  </a:lnTo>
                  <a:lnTo>
                    <a:pt x="138684" y="470154"/>
                  </a:lnTo>
                  <a:lnTo>
                    <a:pt x="141058" y="482333"/>
                  </a:lnTo>
                  <a:lnTo>
                    <a:pt x="147586" y="492252"/>
                  </a:lnTo>
                  <a:lnTo>
                    <a:pt x="157264" y="498944"/>
                  </a:lnTo>
                  <a:lnTo>
                    <a:pt x="169164" y="501396"/>
                  </a:lnTo>
                  <a:lnTo>
                    <a:pt x="181051" y="498944"/>
                  </a:lnTo>
                  <a:lnTo>
                    <a:pt x="190728" y="492252"/>
                  </a:lnTo>
                  <a:lnTo>
                    <a:pt x="197256" y="482333"/>
                  </a:lnTo>
                  <a:lnTo>
                    <a:pt x="199644" y="470154"/>
                  </a:lnTo>
                  <a:close/>
                </a:path>
                <a:path extrusionOk="0" h="1117600" w="1061084">
                  <a:moveTo>
                    <a:pt x="219456" y="31242"/>
                  </a:moveTo>
                  <a:lnTo>
                    <a:pt x="216992" y="19075"/>
                  </a:lnTo>
                  <a:lnTo>
                    <a:pt x="210312" y="9156"/>
                  </a:lnTo>
                  <a:lnTo>
                    <a:pt x="200380" y="2463"/>
                  </a:lnTo>
                  <a:lnTo>
                    <a:pt x="188214" y="0"/>
                  </a:lnTo>
                  <a:lnTo>
                    <a:pt x="176034" y="2463"/>
                  </a:lnTo>
                  <a:lnTo>
                    <a:pt x="166116" y="9144"/>
                  </a:lnTo>
                  <a:lnTo>
                    <a:pt x="159423" y="19075"/>
                  </a:lnTo>
                  <a:lnTo>
                    <a:pt x="156972" y="31242"/>
                  </a:lnTo>
                  <a:lnTo>
                    <a:pt x="159423" y="43421"/>
                  </a:lnTo>
                  <a:lnTo>
                    <a:pt x="166116" y="53340"/>
                  </a:lnTo>
                  <a:lnTo>
                    <a:pt x="176034" y="60032"/>
                  </a:lnTo>
                  <a:lnTo>
                    <a:pt x="188214" y="62484"/>
                  </a:lnTo>
                  <a:lnTo>
                    <a:pt x="200380" y="60032"/>
                  </a:lnTo>
                  <a:lnTo>
                    <a:pt x="210312" y="53340"/>
                  </a:lnTo>
                  <a:lnTo>
                    <a:pt x="216992" y="43421"/>
                  </a:lnTo>
                  <a:lnTo>
                    <a:pt x="219456" y="31242"/>
                  </a:lnTo>
                  <a:close/>
                </a:path>
                <a:path extrusionOk="0" h="1117600" w="1061084">
                  <a:moveTo>
                    <a:pt x="289560" y="765810"/>
                  </a:moveTo>
                  <a:lnTo>
                    <a:pt x="287096" y="753643"/>
                  </a:lnTo>
                  <a:lnTo>
                    <a:pt x="280416" y="743712"/>
                  </a:lnTo>
                  <a:lnTo>
                    <a:pt x="270484" y="737031"/>
                  </a:lnTo>
                  <a:lnTo>
                    <a:pt x="258318" y="734568"/>
                  </a:lnTo>
                  <a:lnTo>
                    <a:pt x="246138" y="737031"/>
                  </a:lnTo>
                  <a:lnTo>
                    <a:pt x="236220" y="743712"/>
                  </a:lnTo>
                  <a:lnTo>
                    <a:pt x="229527" y="753643"/>
                  </a:lnTo>
                  <a:lnTo>
                    <a:pt x="227076" y="765810"/>
                  </a:lnTo>
                  <a:lnTo>
                    <a:pt x="229527" y="777989"/>
                  </a:lnTo>
                  <a:lnTo>
                    <a:pt x="236220" y="787908"/>
                  </a:lnTo>
                  <a:lnTo>
                    <a:pt x="246138" y="794600"/>
                  </a:lnTo>
                  <a:lnTo>
                    <a:pt x="258318" y="797052"/>
                  </a:lnTo>
                  <a:lnTo>
                    <a:pt x="270484" y="794600"/>
                  </a:lnTo>
                  <a:lnTo>
                    <a:pt x="280416" y="787908"/>
                  </a:lnTo>
                  <a:lnTo>
                    <a:pt x="287096" y="777989"/>
                  </a:lnTo>
                  <a:lnTo>
                    <a:pt x="289560" y="765810"/>
                  </a:lnTo>
                  <a:close/>
                </a:path>
                <a:path extrusionOk="0" h="1117600" w="1061084">
                  <a:moveTo>
                    <a:pt x="313944" y="992886"/>
                  </a:moveTo>
                  <a:lnTo>
                    <a:pt x="311556" y="980719"/>
                  </a:lnTo>
                  <a:lnTo>
                    <a:pt x="305028" y="970788"/>
                  </a:lnTo>
                  <a:lnTo>
                    <a:pt x="295351" y="964107"/>
                  </a:lnTo>
                  <a:lnTo>
                    <a:pt x="283464" y="961644"/>
                  </a:lnTo>
                  <a:lnTo>
                    <a:pt x="271564" y="964107"/>
                  </a:lnTo>
                  <a:lnTo>
                    <a:pt x="261886" y="970788"/>
                  </a:lnTo>
                  <a:lnTo>
                    <a:pt x="255358" y="980719"/>
                  </a:lnTo>
                  <a:lnTo>
                    <a:pt x="252984" y="992886"/>
                  </a:lnTo>
                  <a:lnTo>
                    <a:pt x="255358" y="1005065"/>
                  </a:lnTo>
                  <a:lnTo>
                    <a:pt x="261886" y="1014984"/>
                  </a:lnTo>
                  <a:lnTo>
                    <a:pt x="271564" y="1021676"/>
                  </a:lnTo>
                  <a:lnTo>
                    <a:pt x="283464" y="1024128"/>
                  </a:lnTo>
                  <a:lnTo>
                    <a:pt x="295351" y="1021676"/>
                  </a:lnTo>
                  <a:lnTo>
                    <a:pt x="305028" y="1014984"/>
                  </a:lnTo>
                  <a:lnTo>
                    <a:pt x="311556" y="1005065"/>
                  </a:lnTo>
                  <a:lnTo>
                    <a:pt x="313944" y="992886"/>
                  </a:lnTo>
                  <a:close/>
                </a:path>
                <a:path extrusionOk="0" h="1117600" w="1061084">
                  <a:moveTo>
                    <a:pt x="333756" y="552450"/>
                  </a:moveTo>
                  <a:lnTo>
                    <a:pt x="331368" y="540283"/>
                  </a:lnTo>
                  <a:lnTo>
                    <a:pt x="324840" y="530352"/>
                  </a:lnTo>
                  <a:lnTo>
                    <a:pt x="315163" y="523671"/>
                  </a:lnTo>
                  <a:lnTo>
                    <a:pt x="303276" y="521208"/>
                  </a:lnTo>
                  <a:lnTo>
                    <a:pt x="291376" y="523671"/>
                  </a:lnTo>
                  <a:lnTo>
                    <a:pt x="281698" y="530352"/>
                  </a:lnTo>
                  <a:lnTo>
                    <a:pt x="275170" y="540283"/>
                  </a:lnTo>
                  <a:lnTo>
                    <a:pt x="272796" y="552450"/>
                  </a:lnTo>
                  <a:lnTo>
                    <a:pt x="275170" y="564629"/>
                  </a:lnTo>
                  <a:lnTo>
                    <a:pt x="281698" y="574548"/>
                  </a:lnTo>
                  <a:lnTo>
                    <a:pt x="291376" y="581240"/>
                  </a:lnTo>
                  <a:lnTo>
                    <a:pt x="303276" y="583692"/>
                  </a:lnTo>
                  <a:lnTo>
                    <a:pt x="315163" y="581240"/>
                  </a:lnTo>
                  <a:lnTo>
                    <a:pt x="324840" y="574560"/>
                  </a:lnTo>
                  <a:lnTo>
                    <a:pt x="331368" y="564629"/>
                  </a:lnTo>
                  <a:lnTo>
                    <a:pt x="333756" y="552450"/>
                  </a:lnTo>
                  <a:close/>
                </a:path>
                <a:path extrusionOk="0" h="1117600" w="1061084">
                  <a:moveTo>
                    <a:pt x="448056" y="278130"/>
                  </a:moveTo>
                  <a:lnTo>
                    <a:pt x="445668" y="265963"/>
                  </a:lnTo>
                  <a:lnTo>
                    <a:pt x="439140" y="256032"/>
                  </a:lnTo>
                  <a:lnTo>
                    <a:pt x="429463" y="249351"/>
                  </a:lnTo>
                  <a:lnTo>
                    <a:pt x="417576" y="246888"/>
                  </a:lnTo>
                  <a:lnTo>
                    <a:pt x="405676" y="249351"/>
                  </a:lnTo>
                  <a:lnTo>
                    <a:pt x="395998" y="256032"/>
                  </a:lnTo>
                  <a:lnTo>
                    <a:pt x="389470" y="265963"/>
                  </a:lnTo>
                  <a:lnTo>
                    <a:pt x="387096" y="278130"/>
                  </a:lnTo>
                  <a:lnTo>
                    <a:pt x="389470" y="290309"/>
                  </a:lnTo>
                  <a:lnTo>
                    <a:pt x="395998" y="300228"/>
                  </a:lnTo>
                  <a:lnTo>
                    <a:pt x="405676" y="306920"/>
                  </a:lnTo>
                  <a:lnTo>
                    <a:pt x="417576" y="309372"/>
                  </a:lnTo>
                  <a:lnTo>
                    <a:pt x="429463" y="306920"/>
                  </a:lnTo>
                  <a:lnTo>
                    <a:pt x="439140" y="300228"/>
                  </a:lnTo>
                  <a:lnTo>
                    <a:pt x="445668" y="290309"/>
                  </a:lnTo>
                  <a:lnTo>
                    <a:pt x="448056" y="278130"/>
                  </a:lnTo>
                  <a:close/>
                </a:path>
                <a:path extrusionOk="0" h="1117600" w="1061084">
                  <a:moveTo>
                    <a:pt x="454152" y="55626"/>
                  </a:moveTo>
                  <a:lnTo>
                    <a:pt x="451764" y="43459"/>
                  </a:lnTo>
                  <a:lnTo>
                    <a:pt x="445236" y="33528"/>
                  </a:lnTo>
                  <a:lnTo>
                    <a:pt x="435559" y="26847"/>
                  </a:lnTo>
                  <a:lnTo>
                    <a:pt x="423672" y="24384"/>
                  </a:lnTo>
                  <a:lnTo>
                    <a:pt x="411772" y="26847"/>
                  </a:lnTo>
                  <a:lnTo>
                    <a:pt x="402094" y="33528"/>
                  </a:lnTo>
                  <a:lnTo>
                    <a:pt x="395566" y="43459"/>
                  </a:lnTo>
                  <a:lnTo>
                    <a:pt x="393192" y="55626"/>
                  </a:lnTo>
                  <a:lnTo>
                    <a:pt x="395566" y="67805"/>
                  </a:lnTo>
                  <a:lnTo>
                    <a:pt x="402094" y="77724"/>
                  </a:lnTo>
                  <a:lnTo>
                    <a:pt x="411772" y="84416"/>
                  </a:lnTo>
                  <a:lnTo>
                    <a:pt x="423672" y="86868"/>
                  </a:lnTo>
                  <a:lnTo>
                    <a:pt x="435559" y="84416"/>
                  </a:lnTo>
                  <a:lnTo>
                    <a:pt x="445236" y="77724"/>
                  </a:lnTo>
                  <a:lnTo>
                    <a:pt x="451764" y="67805"/>
                  </a:lnTo>
                  <a:lnTo>
                    <a:pt x="454152" y="55626"/>
                  </a:lnTo>
                  <a:close/>
                </a:path>
                <a:path extrusionOk="0" h="1117600" w="1061084">
                  <a:moveTo>
                    <a:pt x="519684" y="383286"/>
                  </a:moveTo>
                  <a:lnTo>
                    <a:pt x="517296" y="371119"/>
                  </a:lnTo>
                  <a:lnTo>
                    <a:pt x="510768" y="361188"/>
                  </a:lnTo>
                  <a:lnTo>
                    <a:pt x="501091" y="354507"/>
                  </a:lnTo>
                  <a:lnTo>
                    <a:pt x="489204" y="352044"/>
                  </a:lnTo>
                  <a:lnTo>
                    <a:pt x="477304" y="354507"/>
                  </a:lnTo>
                  <a:lnTo>
                    <a:pt x="467626" y="361188"/>
                  </a:lnTo>
                  <a:lnTo>
                    <a:pt x="461098" y="371119"/>
                  </a:lnTo>
                  <a:lnTo>
                    <a:pt x="458724" y="383286"/>
                  </a:lnTo>
                  <a:lnTo>
                    <a:pt x="461098" y="395465"/>
                  </a:lnTo>
                  <a:lnTo>
                    <a:pt x="467626" y="405384"/>
                  </a:lnTo>
                  <a:lnTo>
                    <a:pt x="477304" y="412076"/>
                  </a:lnTo>
                  <a:lnTo>
                    <a:pt x="489204" y="414528"/>
                  </a:lnTo>
                  <a:lnTo>
                    <a:pt x="501091" y="412076"/>
                  </a:lnTo>
                  <a:lnTo>
                    <a:pt x="510768" y="405384"/>
                  </a:lnTo>
                  <a:lnTo>
                    <a:pt x="517296" y="395465"/>
                  </a:lnTo>
                  <a:lnTo>
                    <a:pt x="519684" y="383286"/>
                  </a:lnTo>
                  <a:close/>
                </a:path>
                <a:path extrusionOk="0" h="1117600" w="1061084">
                  <a:moveTo>
                    <a:pt x="548640" y="976122"/>
                  </a:moveTo>
                  <a:lnTo>
                    <a:pt x="546252" y="963955"/>
                  </a:lnTo>
                  <a:lnTo>
                    <a:pt x="539724" y="954024"/>
                  </a:lnTo>
                  <a:lnTo>
                    <a:pt x="530047" y="947343"/>
                  </a:lnTo>
                  <a:lnTo>
                    <a:pt x="518160" y="944880"/>
                  </a:lnTo>
                  <a:lnTo>
                    <a:pt x="506260" y="947343"/>
                  </a:lnTo>
                  <a:lnTo>
                    <a:pt x="496582" y="954024"/>
                  </a:lnTo>
                  <a:lnTo>
                    <a:pt x="490054" y="963955"/>
                  </a:lnTo>
                  <a:lnTo>
                    <a:pt x="487680" y="976122"/>
                  </a:lnTo>
                  <a:lnTo>
                    <a:pt x="490054" y="988301"/>
                  </a:lnTo>
                  <a:lnTo>
                    <a:pt x="496582" y="998220"/>
                  </a:lnTo>
                  <a:lnTo>
                    <a:pt x="506260" y="1004912"/>
                  </a:lnTo>
                  <a:lnTo>
                    <a:pt x="518160" y="1007364"/>
                  </a:lnTo>
                  <a:lnTo>
                    <a:pt x="530047" y="1004912"/>
                  </a:lnTo>
                  <a:lnTo>
                    <a:pt x="539724" y="998220"/>
                  </a:lnTo>
                  <a:lnTo>
                    <a:pt x="546252" y="988301"/>
                  </a:lnTo>
                  <a:lnTo>
                    <a:pt x="548640" y="976122"/>
                  </a:lnTo>
                  <a:close/>
                </a:path>
                <a:path extrusionOk="0" h="1117600" w="1061084">
                  <a:moveTo>
                    <a:pt x="560832" y="794766"/>
                  </a:moveTo>
                  <a:lnTo>
                    <a:pt x="558444" y="782599"/>
                  </a:lnTo>
                  <a:lnTo>
                    <a:pt x="551916" y="772680"/>
                  </a:lnTo>
                  <a:lnTo>
                    <a:pt x="542239" y="765987"/>
                  </a:lnTo>
                  <a:lnTo>
                    <a:pt x="530352" y="763524"/>
                  </a:lnTo>
                  <a:lnTo>
                    <a:pt x="518452" y="765987"/>
                  </a:lnTo>
                  <a:lnTo>
                    <a:pt x="508774" y="772668"/>
                  </a:lnTo>
                  <a:lnTo>
                    <a:pt x="502246" y="782599"/>
                  </a:lnTo>
                  <a:lnTo>
                    <a:pt x="499872" y="794766"/>
                  </a:lnTo>
                  <a:lnTo>
                    <a:pt x="502246" y="806945"/>
                  </a:lnTo>
                  <a:lnTo>
                    <a:pt x="508774" y="816864"/>
                  </a:lnTo>
                  <a:lnTo>
                    <a:pt x="518452" y="823556"/>
                  </a:lnTo>
                  <a:lnTo>
                    <a:pt x="530352" y="826008"/>
                  </a:lnTo>
                  <a:lnTo>
                    <a:pt x="542239" y="823556"/>
                  </a:lnTo>
                  <a:lnTo>
                    <a:pt x="551916" y="816876"/>
                  </a:lnTo>
                  <a:lnTo>
                    <a:pt x="558444" y="806945"/>
                  </a:lnTo>
                  <a:lnTo>
                    <a:pt x="560832" y="794766"/>
                  </a:lnTo>
                  <a:close/>
                </a:path>
                <a:path extrusionOk="0" h="1117600" w="1061084">
                  <a:moveTo>
                    <a:pt x="560832" y="575310"/>
                  </a:moveTo>
                  <a:lnTo>
                    <a:pt x="558444" y="563143"/>
                  </a:lnTo>
                  <a:lnTo>
                    <a:pt x="551916" y="553212"/>
                  </a:lnTo>
                  <a:lnTo>
                    <a:pt x="542239" y="546531"/>
                  </a:lnTo>
                  <a:lnTo>
                    <a:pt x="530352" y="544068"/>
                  </a:lnTo>
                  <a:lnTo>
                    <a:pt x="518452" y="546531"/>
                  </a:lnTo>
                  <a:lnTo>
                    <a:pt x="508774" y="553212"/>
                  </a:lnTo>
                  <a:lnTo>
                    <a:pt x="502246" y="563143"/>
                  </a:lnTo>
                  <a:lnTo>
                    <a:pt x="499872" y="575310"/>
                  </a:lnTo>
                  <a:lnTo>
                    <a:pt x="502246" y="587489"/>
                  </a:lnTo>
                  <a:lnTo>
                    <a:pt x="508774" y="597408"/>
                  </a:lnTo>
                  <a:lnTo>
                    <a:pt x="518452" y="604100"/>
                  </a:lnTo>
                  <a:lnTo>
                    <a:pt x="530352" y="606552"/>
                  </a:lnTo>
                  <a:lnTo>
                    <a:pt x="542239" y="604100"/>
                  </a:lnTo>
                  <a:lnTo>
                    <a:pt x="551916" y="597408"/>
                  </a:lnTo>
                  <a:lnTo>
                    <a:pt x="558444" y="587489"/>
                  </a:lnTo>
                  <a:lnTo>
                    <a:pt x="560832" y="575310"/>
                  </a:lnTo>
                  <a:close/>
                </a:path>
                <a:path extrusionOk="0" h="1117600" w="1061084">
                  <a:moveTo>
                    <a:pt x="627888" y="1085850"/>
                  </a:moveTo>
                  <a:lnTo>
                    <a:pt x="625500" y="1073683"/>
                  </a:lnTo>
                  <a:lnTo>
                    <a:pt x="618972" y="1063752"/>
                  </a:lnTo>
                  <a:lnTo>
                    <a:pt x="609295" y="1057071"/>
                  </a:lnTo>
                  <a:lnTo>
                    <a:pt x="597408" y="1054608"/>
                  </a:lnTo>
                  <a:lnTo>
                    <a:pt x="585508" y="1057071"/>
                  </a:lnTo>
                  <a:lnTo>
                    <a:pt x="575830" y="1063752"/>
                  </a:lnTo>
                  <a:lnTo>
                    <a:pt x="569302" y="1073683"/>
                  </a:lnTo>
                  <a:lnTo>
                    <a:pt x="566928" y="1085850"/>
                  </a:lnTo>
                  <a:lnTo>
                    <a:pt x="569302" y="1098029"/>
                  </a:lnTo>
                  <a:lnTo>
                    <a:pt x="575830" y="1107948"/>
                  </a:lnTo>
                  <a:lnTo>
                    <a:pt x="585508" y="1114640"/>
                  </a:lnTo>
                  <a:lnTo>
                    <a:pt x="597408" y="1117092"/>
                  </a:lnTo>
                  <a:lnTo>
                    <a:pt x="609295" y="1114640"/>
                  </a:lnTo>
                  <a:lnTo>
                    <a:pt x="618972" y="1107948"/>
                  </a:lnTo>
                  <a:lnTo>
                    <a:pt x="625500" y="1098029"/>
                  </a:lnTo>
                  <a:lnTo>
                    <a:pt x="627888" y="1085850"/>
                  </a:lnTo>
                  <a:close/>
                </a:path>
                <a:path extrusionOk="0" h="1117600" w="1061084">
                  <a:moveTo>
                    <a:pt x="682752" y="334518"/>
                  </a:moveTo>
                  <a:lnTo>
                    <a:pt x="680364" y="322351"/>
                  </a:lnTo>
                  <a:lnTo>
                    <a:pt x="673836" y="312432"/>
                  </a:lnTo>
                  <a:lnTo>
                    <a:pt x="664159" y="305739"/>
                  </a:lnTo>
                  <a:lnTo>
                    <a:pt x="652272" y="303276"/>
                  </a:lnTo>
                  <a:lnTo>
                    <a:pt x="640372" y="305739"/>
                  </a:lnTo>
                  <a:lnTo>
                    <a:pt x="630694" y="312420"/>
                  </a:lnTo>
                  <a:lnTo>
                    <a:pt x="624166" y="322351"/>
                  </a:lnTo>
                  <a:lnTo>
                    <a:pt x="621792" y="334518"/>
                  </a:lnTo>
                  <a:lnTo>
                    <a:pt x="624166" y="346697"/>
                  </a:lnTo>
                  <a:lnTo>
                    <a:pt x="630694" y="356616"/>
                  </a:lnTo>
                  <a:lnTo>
                    <a:pt x="640372" y="363308"/>
                  </a:lnTo>
                  <a:lnTo>
                    <a:pt x="652272" y="365760"/>
                  </a:lnTo>
                  <a:lnTo>
                    <a:pt x="664159" y="363308"/>
                  </a:lnTo>
                  <a:lnTo>
                    <a:pt x="673836" y="356616"/>
                  </a:lnTo>
                  <a:lnTo>
                    <a:pt x="680364" y="346697"/>
                  </a:lnTo>
                  <a:lnTo>
                    <a:pt x="682752" y="334518"/>
                  </a:lnTo>
                  <a:close/>
                </a:path>
                <a:path extrusionOk="0" h="1117600" w="1061084">
                  <a:moveTo>
                    <a:pt x="786384" y="1027938"/>
                  </a:moveTo>
                  <a:lnTo>
                    <a:pt x="783996" y="1015771"/>
                  </a:lnTo>
                  <a:lnTo>
                    <a:pt x="777468" y="1005840"/>
                  </a:lnTo>
                  <a:lnTo>
                    <a:pt x="767791" y="999159"/>
                  </a:lnTo>
                  <a:lnTo>
                    <a:pt x="755904" y="996696"/>
                  </a:lnTo>
                  <a:lnTo>
                    <a:pt x="744004" y="999159"/>
                  </a:lnTo>
                  <a:lnTo>
                    <a:pt x="734326" y="1005840"/>
                  </a:lnTo>
                  <a:lnTo>
                    <a:pt x="727798" y="1015771"/>
                  </a:lnTo>
                  <a:lnTo>
                    <a:pt x="725424" y="1027938"/>
                  </a:lnTo>
                  <a:lnTo>
                    <a:pt x="727798" y="1040117"/>
                  </a:lnTo>
                  <a:lnTo>
                    <a:pt x="734326" y="1050036"/>
                  </a:lnTo>
                  <a:lnTo>
                    <a:pt x="744004" y="1056728"/>
                  </a:lnTo>
                  <a:lnTo>
                    <a:pt x="755904" y="1059180"/>
                  </a:lnTo>
                  <a:lnTo>
                    <a:pt x="767791" y="1056728"/>
                  </a:lnTo>
                  <a:lnTo>
                    <a:pt x="777468" y="1050036"/>
                  </a:lnTo>
                  <a:lnTo>
                    <a:pt x="783996" y="1040117"/>
                  </a:lnTo>
                  <a:lnTo>
                    <a:pt x="786384" y="1027938"/>
                  </a:lnTo>
                  <a:close/>
                </a:path>
                <a:path extrusionOk="0" h="1117600" w="1061084">
                  <a:moveTo>
                    <a:pt x="797052" y="852678"/>
                  </a:moveTo>
                  <a:lnTo>
                    <a:pt x="794664" y="840511"/>
                  </a:lnTo>
                  <a:lnTo>
                    <a:pt x="788136" y="830580"/>
                  </a:lnTo>
                  <a:lnTo>
                    <a:pt x="778459" y="823899"/>
                  </a:lnTo>
                  <a:lnTo>
                    <a:pt x="766572" y="821436"/>
                  </a:lnTo>
                  <a:lnTo>
                    <a:pt x="754672" y="823899"/>
                  </a:lnTo>
                  <a:lnTo>
                    <a:pt x="744994" y="830580"/>
                  </a:lnTo>
                  <a:lnTo>
                    <a:pt x="738466" y="840511"/>
                  </a:lnTo>
                  <a:lnTo>
                    <a:pt x="736092" y="852678"/>
                  </a:lnTo>
                  <a:lnTo>
                    <a:pt x="738466" y="864857"/>
                  </a:lnTo>
                  <a:lnTo>
                    <a:pt x="744994" y="874776"/>
                  </a:lnTo>
                  <a:lnTo>
                    <a:pt x="754672" y="881468"/>
                  </a:lnTo>
                  <a:lnTo>
                    <a:pt x="766572" y="883920"/>
                  </a:lnTo>
                  <a:lnTo>
                    <a:pt x="778459" y="881468"/>
                  </a:lnTo>
                  <a:lnTo>
                    <a:pt x="788136" y="874776"/>
                  </a:lnTo>
                  <a:lnTo>
                    <a:pt x="794664" y="864857"/>
                  </a:lnTo>
                  <a:lnTo>
                    <a:pt x="797052" y="852678"/>
                  </a:lnTo>
                  <a:close/>
                </a:path>
                <a:path extrusionOk="0" h="1117600" w="1061084">
                  <a:moveTo>
                    <a:pt x="885444" y="517398"/>
                  </a:moveTo>
                  <a:lnTo>
                    <a:pt x="883056" y="505231"/>
                  </a:lnTo>
                  <a:lnTo>
                    <a:pt x="876528" y="495300"/>
                  </a:lnTo>
                  <a:lnTo>
                    <a:pt x="866851" y="488619"/>
                  </a:lnTo>
                  <a:lnTo>
                    <a:pt x="854964" y="486156"/>
                  </a:lnTo>
                  <a:lnTo>
                    <a:pt x="843064" y="488619"/>
                  </a:lnTo>
                  <a:lnTo>
                    <a:pt x="833386" y="495300"/>
                  </a:lnTo>
                  <a:lnTo>
                    <a:pt x="826858" y="505231"/>
                  </a:lnTo>
                  <a:lnTo>
                    <a:pt x="824471" y="517398"/>
                  </a:lnTo>
                  <a:lnTo>
                    <a:pt x="826858" y="529577"/>
                  </a:lnTo>
                  <a:lnTo>
                    <a:pt x="833386" y="539496"/>
                  </a:lnTo>
                  <a:lnTo>
                    <a:pt x="843064" y="546188"/>
                  </a:lnTo>
                  <a:lnTo>
                    <a:pt x="854964" y="548640"/>
                  </a:lnTo>
                  <a:lnTo>
                    <a:pt x="866851" y="546188"/>
                  </a:lnTo>
                  <a:lnTo>
                    <a:pt x="876528" y="539496"/>
                  </a:lnTo>
                  <a:lnTo>
                    <a:pt x="883056" y="529577"/>
                  </a:lnTo>
                  <a:lnTo>
                    <a:pt x="885444" y="517398"/>
                  </a:lnTo>
                  <a:close/>
                </a:path>
                <a:path extrusionOk="0" h="1117600" w="1061084">
                  <a:moveTo>
                    <a:pt x="903719" y="700278"/>
                  </a:moveTo>
                  <a:lnTo>
                    <a:pt x="901344" y="688111"/>
                  </a:lnTo>
                  <a:lnTo>
                    <a:pt x="894816" y="678180"/>
                  </a:lnTo>
                  <a:lnTo>
                    <a:pt x="885139" y="671499"/>
                  </a:lnTo>
                  <a:lnTo>
                    <a:pt x="873252" y="669036"/>
                  </a:lnTo>
                  <a:lnTo>
                    <a:pt x="861352" y="671499"/>
                  </a:lnTo>
                  <a:lnTo>
                    <a:pt x="851674" y="678180"/>
                  </a:lnTo>
                  <a:lnTo>
                    <a:pt x="845146" y="688111"/>
                  </a:lnTo>
                  <a:lnTo>
                    <a:pt x="842772" y="700278"/>
                  </a:lnTo>
                  <a:lnTo>
                    <a:pt x="845146" y="712457"/>
                  </a:lnTo>
                  <a:lnTo>
                    <a:pt x="851674" y="722376"/>
                  </a:lnTo>
                  <a:lnTo>
                    <a:pt x="861352" y="729068"/>
                  </a:lnTo>
                  <a:lnTo>
                    <a:pt x="873252" y="731520"/>
                  </a:lnTo>
                  <a:lnTo>
                    <a:pt x="885139" y="729068"/>
                  </a:lnTo>
                  <a:lnTo>
                    <a:pt x="894816" y="722376"/>
                  </a:lnTo>
                  <a:lnTo>
                    <a:pt x="901344" y="712457"/>
                  </a:lnTo>
                  <a:lnTo>
                    <a:pt x="903719" y="700278"/>
                  </a:lnTo>
                  <a:close/>
                </a:path>
                <a:path extrusionOk="0" h="1117600" w="1061084">
                  <a:moveTo>
                    <a:pt x="1040892" y="683514"/>
                  </a:moveTo>
                  <a:lnTo>
                    <a:pt x="1038428" y="671347"/>
                  </a:lnTo>
                  <a:lnTo>
                    <a:pt x="1031748" y="661416"/>
                  </a:lnTo>
                  <a:lnTo>
                    <a:pt x="1021816" y="654735"/>
                  </a:lnTo>
                  <a:lnTo>
                    <a:pt x="1009650" y="652272"/>
                  </a:lnTo>
                  <a:lnTo>
                    <a:pt x="997470" y="654735"/>
                  </a:lnTo>
                  <a:lnTo>
                    <a:pt x="987552" y="661416"/>
                  </a:lnTo>
                  <a:lnTo>
                    <a:pt x="980859" y="671347"/>
                  </a:lnTo>
                  <a:lnTo>
                    <a:pt x="978408" y="683514"/>
                  </a:lnTo>
                  <a:lnTo>
                    <a:pt x="980859" y="695693"/>
                  </a:lnTo>
                  <a:lnTo>
                    <a:pt x="987552" y="705612"/>
                  </a:lnTo>
                  <a:lnTo>
                    <a:pt x="997470" y="712304"/>
                  </a:lnTo>
                  <a:lnTo>
                    <a:pt x="1009650" y="714756"/>
                  </a:lnTo>
                  <a:lnTo>
                    <a:pt x="1021816" y="712304"/>
                  </a:lnTo>
                  <a:lnTo>
                    <a:pt x="1031748" y="705612"/>
                  </a:lnTo>
                  <a:lnTo>
                    <a:pt x="1038428" y="695693"/>
                  </a:lnTo>
                  <a:lnTo>
                    <a:pt x="1040892" y="683514"/>
                  </a:lnTo>
                  <a:close/>
                </a:path>
                <a:path extrusionOk="0" h="1117600" w="1061084">
                  <a:moveTo>
                    <a:pt x="1060704" y="863346"/>
                  </a:moveTo>
                  <a:lnTo>
                    <a:pt x="1058316" y="851179"/>
                  </a:lnTo>
                  <a:lnTo>
                    <a:pt x="1051788" y="841260"/>
                  </a:lnTo>
                  <a:lnTo>
                    <a:pt x="1042111" y="834567"/>
                  </a:lnTo>
                  <a:lnTo>
                    <a:pt x="1030224" y="832104"/>
                  </a:lnTo>
                  <a:lnTo>
                    <a:pt x="1018324" y="834567"/>
                  </a:lnTo>
                  <a:lnTo>
                    <a:pt x="1008646" y="841260"/>
                  </a:lnTo>
                  <a:lnTo>
                    <a:pt x="1002118" y="851179"/>
                  </a:lnTo>
                  <a:lnTo>
                    <a:pt x="999744" y="863346"/>
                  </a:lnTo>
                  <a:lnTo>
                    <a:pt x="1002118" y="875525"/>
                  </a:lnTo>
                  <a:lnTo>
                    <a:pt x="1008646" y="885444"/>
                  </a:lnTo>
                  <a:lnTo>
                    <a:pt x="1018324" y="892136"/>
                  </a:lnTo>
                  <a:lnTo>
                    <a:pt x="1030224" y="894588"/>
                  </a:lnTo>
                  <a:lnTo>
                    <a:pt x="1042111" y="892136"/>
                  </a:lnTo>
                  <a:lnTo>
                    <a:pt x="1051788" y="885444"/>
                  </a:lnTo>
                  <a:lnTo>
                    <a:pt x="1058316" y="875525"/>
                  </a:lnTo>
                  <a:lnTo>
                    <a:pt x="1060704" y="863346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8" name="Google Shape;4308;p177"/>
            <p:cNvSpPr/>
            <p:nvPr/>
          </p:nvSpPr>
          <p:spPr>
            <a:xfrm>
              <a:off x="6210289" y="2518463"/>
              <a:ext cx="795655" cy="667385"/>
            </a:xfrm>
            <a:custGeom>
              <a:rect b="b" l="l" r="r" t="t"/>
              <a:pathLst>
                <a:path extrusionOk="0" h="667385" w="795654">
                  <a:moveTo>
                    <a:pt x="282965" y="478609"/>
                  </a:moveTo>
                  <a:lnTo>
                    <a:pt x="232340" y="436470"/>
                  </a:lnTo>
                  <a:lnTo>
                    <a:pt x="185831" y="393466"/>
                  </a:lnTo>
                  <a:lnTo>
                    <a:pt x="143756" y="350129"/>
                  </a:lnTo>
                  <a:lnTo>
                    <a:pt x="106431" y="306990"/>
                  </a:lnTo>
                  <a:lnTo>
                    <a:pt x="74174" y="264581"/>
                  </a:lnTo>
                  <a:lnTo>
                    <a:pt x="47301" y="223434"/>
                  </a:lnTo>
                  <a:lnTo>
                    <a:pt x="26130" y="184081"/>
                  </a:lnTo>
                  <a:lnTo>
                    <a:pt x="10979" y="147054"/>
                  </a:lnTo>
                  <a:lnTo>
                    <a:pt x="0" y="82104"/>
                  </a:lnTo>
                  <a:lnTo>
                    <a:pt x="4806" y="55245"/>
                  </a:lnTo>
                  <a:lnTo>
                    <a:pt x="16900" y="32839"/>
                  </a:lnTo>
                  <a:lnTo>
                    <a:pt x="35916" y="15896"/>
                  </a:lnTo>
                  <a:lnTo>
                    <a:pt x="60945" y="5011"/>
                  </a:lnTo>
                  <a:lnTo>
                    <a:pt x="91398" y="0"/>
                  </a:lnTo>
                  <a:lnTo>
                    <a:pt x="126685" y="675"/>
                  </a:lnTo>
                  <a:lnTo>
                    <a:pt x="166216" y="6852"/>
                  </a:lnTo>
                  <a:lnTo>
                    <a:pt x="209401" y="18345"/>
                  </a:lnTo>
                  <a:lnTo>
                    <a:pt x="255649" y="34968"/>
                  </a:lnTo>
                  <a:lnTo>
                    <a:pt x="304372" y="56536"/>
                  </a:lnTo>
                  <a:lnTo>
                    <a:pt x="354978" y="82863"/>
                  </a:lnTo>
                  <a:lnTo>
                    <a:pt x="406879" y="113763"/>
                  </a:lnTo>
                  <a:lnTo>
                    <a:pt x="459483" y="149051"/>
                  </a:lnTo>
                  <a:lnTo>
                    <a:pt x="512200" y="188541"/>
                  </a:lnTo>
                  <a:lnTo>
                    <a:pt x="562797" y="230680"/>
                  </a:lnTo>
                  <a:lnTo>
                    <a:pt x="609282" y="273684"/>
                  </a:lnTo>
                  <a:lnTo>
                    <a:pt x="651339" y="317023"/>
                  </a:lnTo>
                  <a:lnTo>
                    <a:pt x="688651" y="360165"/>
                  </a:lnTo>
                  <a:lnTo>
                    <a:pt x="720900" y="402578"/>
                  </a:lnTo>
                  <a:lnTo>
                    <a:pt x="747770" y="443732"/>
                  </a:lnTo>
                  <a:lnTo>
                    <a:pt x="768943" y="483094"/>
                  </a:lnTo>
                  <a:lnTo>
                    <a:pt x="784103" y="520133"/>
                  </a:lnTo>
                  <a:lnTo>
                    <a:pt x="795114" y="585119"/>
                  </a:lnTo>
                  <a:lnTo>
                    <a:pt x="790330" y="612003"/>
                  </a:lnTo>
                  <a:lnTo>
                    <a:pt x="778265" y="634438"/>
                  </a:lnTo>
                  <a:lnTo>
                    <a:pt x="759221" y="651352"/>
                  </a:lnTo>
                  <a:lnTo>
                    <a:pt x="734168" y="662212"/>
                  </a:lnTo>
                  <a:lnTo>
                    <a:pt x="703697" y="667204"/>
                  </a:lnTo>
                  <a:lnTo>
                    <a:pt x="668396" y="666512"/>
                  </a:lnTo>
                  <a:lnTo>
                    <a:pt x="628857" y="660323"/>
                  </a:lnTo>
                  <a:lnTo>
                    <a:pt x="585670" y="648821"/>
                  </a:lnTo>
                  <a:lnTo>
                    <a:pt x="539424" y="632191"/>
                  </a:lnTo>
                  <a:lnTo>
                    <a:pt x="490709" y="610618"/>
                  </a:lnTo>
                  <a:lnTo>
                    <a:pt x="440116" y="584289"/>
                  </a:lnTo>
                  <a:lnTo>
                    <a:pt x="388234" y="553387"/>
                  </a:lnTo>
                  <a:lnTo>
                    <a:pt x="335654" y="518099"/>
                  </a:lnTo>
                  <a:lnTo>
                    <a:pt x="282965" y="478609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9" name="Google Shape;4309;p177"/>
            <p:cNvSpPr/>
            <p:nvPr/>
          </p:nvSpPr>
          <p:spPr>
            <a:xfrm>
              <a:off x="6798564" y="2545206"/>
              <a:ext cx="187197" cy="18719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0" name="Google Shape;4310;p177"/>
            <p:cNvSpPr/>
            <p:nvPr/>
          </p:nvSpPr>
          <p:spPr>
            <a:xfrm>
              <a:off x="5701283" y="3182111"/>
              <a:ext cx="943610" cy="485140"/>
            </a:xfrm>
            <a:custGeom>
              <a:rect b="b" l="l" r="r" t="t"/>
              <a:pathLst>
                <a:path extrusionOk="0" h="485139" w="943609">
                  <a:moveTo>
                    <a:pt x="943356" y="0"/>
                  </a:moveTo>
                  <a:lnTo>
                    <a:pt x="0" y="0"/>
                  </a:lnTo>
                  <a:lnTo>
                    <a:pt x="0" y="484631"/>
                  </a:lnTo>
                  <a:lnTo>
                    <a:pt x="943356" y="484631"/>
                  </a:lnTo>
                  <a:lnTo>
                    <a:pt x="9433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1" name="Google Shape;4311;p177"/>
            <p:cNvSpPr/>
            <p:nvPr/>
          </p:nvSpPr>
          <p:spPr>
            <a:xfrm>
              <a:off x="5789676" y="3270491"/>
              <a:ext cx="762774" cy="348246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2" name="Google Shape;4312;p177"/>
            <p:cNvSpPr/>
            <p:nvPr/>
          </p:nvSpPr>
          <p:spPr>
            <a:xfrm>
              <a:off x="3430524" y="2644139"/>
              <a:ext cx="2889885" cy="0"/>
            </a:xfrm>
            <a:custGeom>
              <a:rect b="b" l="l" r="r" t="t"/>
              <a:pathLst>
                <a:path extrusionOk="0" h="120000" w="2889885">
                  <a:moveTo>
                    <a:pt x="0" y="0"/>
                  </a:moveTo>
                  <a:lnTo>
                    <a:pt x="2889377" y="0"/>
                  </a:lnTo>
                </a:path>
              </a:pathLst>
            </a:custGeom>
            <a:noFill/>
            <a:ln cap="flat" cmpd="sng" w="9525">
              <a:solidFill>
                <a:srgbClr val="FFB5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3" name="Google Shape;4313;p177"/>
            <p:cNvSpPr/>
            <p:nvPr/>
          </p:nvSpPr>
          <p:spPr>
            <a:xfrm>
              <a:off x="3685032" y="2750819"/>
              <a:ext cx="2889885" cy="0"/>
            </a:xfrm>
            <a:custGeom>
              <a:rect b="b" l="l" r="r" t="t"/>
              <a:pathLst>
                <a:path extrusionOk="0" h="120000" w="2889884">
                  <a:moveTo>
                    <a:pt x="0" y="0"/>
                  </a:moveTo>
                  <a:lnTo>
                    <a:pt x="2889376" y="0"/>
                  </a:lnTo>
                </a:path>
              </a:pathLst>
            </a:custGeom>
            <a:noFill/>
            <a:ln cap="flat" cmpd="sng" w="9525">
              <a:solidFill>
                <a:srgbClr val="00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4" name="Google Shape;4314;p177"/>
            <p:cNvSpPr/>
            <p:nvPr/>
          </p:nvSpPr>
          <p:spPr>
            <a:xfrm>
              <a:off x="3685032" y="2950463"/>
              <a:ext cx="2889885" cy="0"/>
            </a:xfrm>
            <a:custGeom>
              <a:rect b="b" l="l" r="r" t="t"/>
              <a:pathLst>
                <a:path extrusionOk="0" h="120000" w="2889884">
                  <a:moveTo>
                    <a:pt x="0" y="0"/>
                  </a:moveTo>
                  <a:lnTo>
                    <a:pt x="2889376" y="0"/>
                  </a:lnTo>
                </a:path>
              </a:pathLst>
            </a:custGeom>
            <a:noFill/>
            <a:ln cap="flat" cmpd="sng" w="9525">
              <a:solidFill>
                <a:srgbClr val="00B3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5" name="Google Shape;4315;p177"/>
            <p:cNvSpPr/>
            <p:nvPr/>
          </p:nvSpPr>
          <p:spPr>
            <a:xfrm>
              <a:off x="3933444" y="3064763"/>
              <a:ext cx="2889885" cy="0"/>
            </a:xfrm>
            <a:custGeom>
              <a:rect b="b" l="l" r="r" t="t"/>
              <a:pathLst>
                <a:path extrusionOk="0" h="120000" w="2889884">
                  <a:moveTo>
                    <a:pt x="0" y="0"/>
                  </a:moveTo>
                  <a:lnTo>
                    <a:pt x="2889377" y="0"/>
                  </a:lnTo>
                </a:path>
              </a:pathLst>
            </a:custGeom>
            <a:noFill/>
            <a:ln cap="flat" cmpd="sng" w="9525">
              <a:solidFill>
                <a:srgbClr val="FF43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6" name="Google Shape;4316;p177"/>
            <p:cNvSpPr/>
            <p:nvPr/>
          </p:nvSpPr>
          <p:spPr>
            <a:xfrm>
              <a:off x="3863340" y="2391155"/>
              <a:ext cx="582929" cy="16840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7" name="Google Shape;4317;p177"/>
            <p:cNvSpPr/>
            <p:nvPr/>
          </p:nvSpPr>
          <p:spPr>
            <a:xfrm>
              <a:off x="3848100" y="2545206"/>
              <a:ext cx="187198" cy="18719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318" name="Google Shape;4318;p177"/>
          <p:cNvSpPr/>
          <p:nvPr/>
        </p:nvSpPr>
        <p:spPr>
          <a:xfrm>
            <a:off x="847344" y="5224271"/>
            <a:ext cx="289560" cy="224154"/>
          </a:xfrm>
          <a:custGeom>
            <a:rect b="b" l="l" r="r" t="t"/>
            <a:pathLst>
              <a:path extrusionOk="0" h="224154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19" name="Google Shape;4319;p177"/>
          <p:cNvSpPr txBox="1"/>
          <p:nvPr/>
        </p:nvSpPr>
        <p:spPr>
          <a:xfrm>
            <a:off x="913891" y="5226177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20" name="Google Shape;4320;p177"/>
          <p:cNvSpPr/>
          <p:nvPr/>
        </p:nvSpPr>
        <p:spPr>
          <a:xfrm>
            <a:off x="1228344" y="5271515"/>
            <a:ext cx="4679441" cy="162306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21" name="Google Shape;4321;p177"/>
          <p:cNvSpPr/>
          <p:nvPr/>
        </p:nvSpPr>
        <p:spPr>
          <a:xfrm>
            <a:off x="554736" y="1449324"/>
            <a:ext cx="1506474" cy="18973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5" name="Shape 4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6" name="Google Shape;4326;p178"/>
          <p:cNvSpPr/>
          <p:nvPr/>
        </p:nvSpPr>
        <p:spPr>
          <a:xfrm>
            <a:off x="9342153" y="6524434"/>
            <a:ext cx="10131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27" name="Google Shape;4327;p17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28" name="Google Shape;4328;p17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29" name="Google Shape;4329;p178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30" name="Google Shape;4330;p178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31" name="Google Shape;4331;p178"/>
          <p:cNvSpPr/>
          <p:nvPr/>
        </p:nvSpPr>
        <p:spPr>
          <a:xfrm>
            <a:off x="682751" y="1805939"/>
            <a:ext cx="3832098" cy="226847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32" name="Google Shape;4332;p178"/>
          <p:cNvSpPr/>
          <p:nvPr/>
        </p:nvSpPr>
        <p:spPr>
          <a:xfrm>
            <a:off x="554736" y="1449324"/>
            <a:ext cx="1744218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6" name="Shape 4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7" name="Google Shape;4337;p179"/>
          <p:cNvSpPr/>
          <p:nvPr/>
        </p:nvSpPr>
        <p:spPr>
          <a:xfrm>
            <a:off x="9342153" y="6524434"/>
            <a:ext cx="10131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38" name="Google Shape;4338;p17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39" name="Google Shape;4339;p17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40" name="Google Shape;4340;p179"/>
          <p:cNvSpPr/>
          <p:nvPr/>
        </p:nvSpPr>
        <p:spPr>
          <a:xfrm>
            <a:off x="557783" y="1591043"/>
            <a:ext cx="3019805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41" name="Google Shape;4341;p179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342" name="Google Shape;4342;p179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4343" name="Google Shape;4343;p179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4" name="Google Shape;4344;p179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5" name="Google Shape;4345;p179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6" name="Google Shape;4346;p179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7" name="Google Shape;4347;p179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348" name="Google Shape;4348;p179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49" name="Google Shape;4349;p179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3" name="Shape 4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4" name="Google Shape;4354;p180"/>
          <p:cNvSpPr/>
          <p:nvPr/>
        </p:nvSpPr>
        <p:spPr>
          <a:xfrm>
            <a:off x="9331604" y="6524434"/>
            <a:ext cx="11338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55" name="Google Shape;4355;p18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56" name="Google Shape;4356;p18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57" name="Google Shape;4357;p180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58" name="Google Shape;4358;p180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59" name="Google Shape;4359;p180"/>
          <p:cNvSpPr/>
          <p:nvPr/>
        </p:nvSpPr>
        <p:spPr>
          <a:xfrm>
            <a:off x="473963" y="1440154"/>
            <a:ext cx="4653534" cy="30558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60" name="Google Shape;4360;p180"/>
          <p:cNvSpPr/>
          <p:nvPr/>
        </p:nvSpPr>
        <p:spPr>
          <a:xfrm>
            <a:off x="682751" y="2325623"/>
            <a:ext cx="5243322" cy="13891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61" name="Google Shape;4361;p180"/>
          <p:cNvSpPr/>
          <p:nvPr/>
        </p:nvSpPr>
        <p:spPr>
          <a:xfrm>
            <a:off x="554736" y="1923288"/>
            <a:ext cx="2055114" cy="1897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5" name="Shape 4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6" name="Google Shape;4366;p181"/>
          <p:cNvSpPr/>
          <p:nvPr/>
        </p:nvSpPr>
        <p:spPr>
          <a:xfrm>
            <a:off x="9359084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67" name="Google Shape;4367;p18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68" name="Google Shape;4368;p18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69" name="Google Shape;4369;p181"/>
          <p:cNvSpPr txBox="1"/>
          <p:nvPr>
            <p:ph type="title"/>
          </p:nvPr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4.2. Hypothesis Testing in Action</a:t>
            </a:r>
            <a:endParaRPr/>
          </a:p>
        </p:txBody>
      </p:sp>
      <p:sp>
        <p:nvSpPr>
          <p:cNvPr id="4370" name="Google Shape;4370;p18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71" name="Google Shape;4371;p181"/>
          <p:cNvSpPr/>
          <p:nvPr/>
        </p:nvSpPr>
        <p:spPr>
          <a:xfrm>
            <a:off x="682751" y="1805939"/>
            <a:ext cx="1192530" cy="1333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72" name="Google Shape;4372;p181"/>
          <p:cNvSpPr/>
          <p:nvPr/>
        </p:nvSpPr>
        <p:spPr>
          <a:xfrm>
            <a:off x="554736" y="1449324"/>
            <a:ext cx="2056638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73" name="Google Shape;4373;p181"/>
          <p:cNvSpPr/>
          <p:nvPr/>
        </p:nvSpPr>
        <p:spPr>
          <a:xfrm>
            <a:off x="3454908" y="2112264"/>
            <a:ext cx="2993390" cy="891540"/>
          </a:xfrm>
          <a:custGeom>
            <a:rect b="b" l="l" r="r" t="t"/>
            <a:pathLst>
              <a:path extrusionOk="0" h="891539" w="2993390">
                <a:moveTo>
                  <a:pt x="2993136" y="0"/>
                </a:moveTo>
                <a:lnTo>
                  <a:pt x="0" y="0"/>
                </a:lnTo>
                <a:lnTo>
                  <a:pt x="0" y="891539"/>
                </a:lnTo>
                <a:lnTo>
                  <a:pt x="2993136" y="891539"/>
                </a:lnTo>
                <a:lnTo>
                  <a:pt x="2993136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74" name="Google Shape;4374;p181"/>
          <p:cNvSpPr txBox="1"/>
          <p:nvPr/>
        </p:nvSpPr>
        <p:spPr>
          <a:xfrm>
            <a:off x="3635628" y="2079359"/>
            <a:ext cx="1727835" cy="814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0" lvl="0" marL="14274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𝑘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𝑡𝑒𝑠𝑡   𝑠𝑡𝑎𝑡𝑖𝑠𝑡𝑖𝑐     = ෍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431290" marR="0" rtl="0" algn="ctr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𝑖=1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5" name="Google Shape;4375;p181"/>
          <p:cNvSpPr/>
          <p:nvPr/>
        </p:nvSpPr>
        <p:spPr>
          <a:xfrm>
            <a:off x="5384546" y="2287142"/>
            <a:ext cx="882650" cy="254635"/>
          </a:xfrm>
          <a:custGeom>
            <a:rect b="b" l="l" r="r" t="t"/>
            <a:pathLst>
              <a:path extrusionOk="0" h="254635" w="882650">
                <a:moveTo>
                  <a:pt x="80391" y="7620"/>
                </a:moveTo>
                <a:lnTo>
                  <a:pt x="77724" y="0"/>
                </a:lnTo>
                <a:lnTo>
                  <a:pt x="64096" y="4927"/>
                </a:lnTo>
                <a:lnTo>
                  <a:pt x="52158" y="12065"/>
                </a:lnTo>
                <a:lnTo>
                  <a:pt x="26530" y="46215"/>
                </a:lnTo>
                <a:lnTo>
                  <a:pt x="17907" y="93980"/>
                </a:lnTo>
                <a:lnTo>
                  <a:pt x="18859" y="111226"/>
                </a:lnTo>
                <a:lnTo>
                  <a:pt x="33274" y="154940"/>
                </a:lnTo>
                <a:lnTo>
                  <a:pt x="64071" y="182803"/>
                </a:lnTo>
                <a:lnTo>
                  <a:pt x="77724" y="187706"/>
                </a:lnTo>
                <a:lnTo>
                  <a:pt x="80137" y="180086"/>
                </a:lnTo>
                <a:lnTo>
                  <a:pt x="69418" y="175361"/>
                </a:lnTo>
                <a:lnTo>
                  <a:pt x="60159" y="168770"/>
                </a:lnTo>
                <a:lnTo>
                  <a:pt x="37744" y="124599"/>
                </a:lnTo>
                <a:lnTo>
                  <a:pt x="34925" y="92964"/>
                </a:lnTo>
                <a:lnTo>
                  <a:pt x="35623" y="76923"/>
                </a:lnTo>
                <a:lnTo>
                  <a:pt x="46101" y="37338"/>
                </a:lnTo>
                <a:lnTo>
                  <a:pt x="69532" y="12344"/>
                </a:lnTo>
                <a:lnTo>
                  <a:pt x="80391" y="7620"/>
                </a:lnTo>
                <a:close/>
              </a:path>
              <a:path extrusionOk="0" h="254635" w="882650">
                <a:moveTo>
                  <a:pt x="770382" y="93980"/>
                </a:moveTo>
                <a:lnTo>
                  <a:pt x="761695" y="46215"/>
                </a:lnTo>
                <a:lnTo>
                  <a:pt x="736104" y="12065"/>
                </a:lnTo>
                <a:lnTo>
                  <a:pt x="710565" y="0"/>
                </a:lnTo>
                <a:lnTo>
                  <a:pt x="707898" y="7620"/>
                </a:lnTo>
                <a:lnTo>
                  <a:pt x="718756" y="12344"/>
                </a:lnTo>
                <a:lnTo>
                  <a:pt x="728091" y="18859"/>
                </a:lnTo>
                <a:lnTo>
                  <a:pt x="750531" y="62293"/>
                </a:lnTo>
                <a:lnTo>
                  <a:pt x="753364" y="92964"/>
                </a:lnTo>
                <a:lnTo>
                  <a:pt x="752652" y="109550"/>
                </a:lnTo>
                <a:lnTo>
                  <a:pt x="742188" y="150114"/>
                </a:lnTo>
                <a:lnTo>
                  <a:pt x="708152" y="180086"/>
                </a:lnTo>
                <a:lnTo>
                  <a:pt x="710565" y="187706"/>
                </a:lnTo>
                <a:lnTo>
                  <a:pt x="746442" y="166420"/>
                </a:lnTo>
                <a:lnTo>
                  <a:pt x="766546" y="127127"/>
                </a:lnTo>
                <a:lnTo>
                  <a:pt x="769416" y="111226"/>
                </a:lnTo>
                <a:lnTo>
                  <a:pt x="770382" y="93980"/>
                </a:lnTo>
                <a:close/>
              </a:path>
              <a:path extrusionOk="0" h="254635" w="882650">
                <a:moveTo>
                  <a:pt x="882396" y="240538"/>
                </a:moveTo>
                <a:lnTo>
                  <a:pt x="0" y="240538"/>
                </a:lnTo>
                <a:lnTo>
                  <a:pt x="0" y="254254"/>
                </a:lnTo>
                <a:lnTo>
                  <a:pt x="882396" y="254254"/>
                </a:lnTo>
                <a:lnTo>
                  <a:pt x="882396" y="240538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76" name="Google Shape;4376;p181"/>
          <p:cNvSpPr txBox="1"/>
          <p:nvPr/>
        </p:nvSpPr>
        <p:spPr>
          <a:xfrm>
            <a:off x="6173470" y="2203195"/>
            <a:ext cx="9842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7" name="Google Shape;4377;p181"/>
          <p:cNvSpPr txBox="1"/>
          <p:nvPr/>
        </p:nvSpPr>
        <p:spPr>
          <a:xfrm>
            <a:off x="5443982" y="2176678"/>
            <a:ext cx="668655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𝑂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 </a:t>
            </a: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𝐸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  <a:p>
            <a:pPr indent="0" lvl="0" marL="292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</a:t>
            </a:r>
            <a:r>
              <a:rPr baseline="-25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</a:t>
            </a:r>
            <a:endParaRPr baseline="-25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8" name="Google Shape;4378;p181"/>
          <p:cNvSpPr/>
          <p:nvPr/>
        </p:nvSpPr>
        <p:spPr>
          <a:xfrm>
            <a:off x="682751" y="3316223"/>
            <a:ext cx="4414266" cy="75971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2" name="Shape 4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3" name="Google Shape;4383;p182"/>
          <p:cNvSpPr/>
          <p:nvPr/>
        </p:nvSpPr>
        <p:spPr>
          <a:xfrm>
            <a:off x="9333134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84" name="Google Shape;4384;p18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85" name="Google Shape;4385;p18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86" name="Google Shape;4386;p182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87" name="Google Shape;4387;p182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88" name="Google Shape;4388;p182"/>
          <p:cNvSpPr/>
          <p:nvPr/>
        </p:nvSpPr>
        <p:spPr>
          <a:xfrm>
            <a:off x="682751" y="1805939"/>
            <a:ext cx="3220974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89" name="Google Shape;4389;p182"/>
          <p:cNvSpPr/>
          <p:nvPr/>
        </p:nvSpPr>
        <p:spPr>
          <a:xfrm>
            <a:off x="847344" y="2121407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90" name="Google Shape;4390;p182"/>
          <p:cNvSpPr txBox="1"/>
          <p:nvPr/>
        </p:nvSpPr>
        <p:spPr>
          <a:xfrm>
            <a:off x="913891" y="2122423"/>
            <a:ext cx="1574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91" name="Google Shape;4391;p182"/>
          <p:cNvSpPr/>
          <p:nvPr/>
        </p:nvSpPr>
        <p:spPr>
          <a:xfrm>
            <a:off x="1228344" y="2168651"/>
            <a:ext cx="1876806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92" name="Google Shape;4392;p182"/>
          <p:cNvSpPr/>
          <p:nvPr/>
        </p:nvSpPr>
        <p:spPr>
          <a:xfrm>
            <a:off x="682751" y="2587751"/>
            <a:ext cx="5074158" cy="107975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93" name="Google Shape;4393;p182"/>
          <p:cNvSpPr/>
          <p:nvPr/>
        </p:nvSpPr>
        <p:spPr>
          <a:xfrm>
            <a:off x="554736" y="1449324"/>
            <a:ext cx="2058162" cy="18973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7" name="Shape 4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8" name="Google Shape;4398;p183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99" name="Google Shape;4399;p18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00" name="Google Shape;4400;p18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01" name="Google Shape;4401;p183"/>
          <p:cNvSpPr txBox="1"/>
          <p:nvPr>
            <p:ph type="title"/>
          </p:nvPr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4.2. Hypothesis Testing in Action</a:t>
            </a:r>
            <a:endParaRPr/>
          </a:p>
        </p:txBody>
      </p:sp>
      <p:sp>
        <p:nvSpPr>
          <p:cNvPr id="4402" name="Google Shape;4402;p183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03" name="Google Shape;4403;p183"/>
          <p:cNvSpPr/>
          <p:nvPr/>
        </p:nvSpPr>
        <p:spPr>
          <a:xfrm>
            <a:off x="682751" y="1805939"/>
            <a:ext cx="1192530" cy="1333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04" name="Google Shape;4404;p183"/>
          <p:cNvSpPr/>
          <p:nvPr/>
        </p:nvSpPr>
        <p:spPr>
          <a:xfrm>
            <a:off x="554736" y="1449324"/>
            <a:ext cx="2058162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05" name="Google Shape;4405;p183"/>
          <p:cNvSpPr/>
          <p:nvPr/>
        </p:nvSpPr>
        <p:spPr>
          <a:xfrm>
            <a:off x="3454908" y="2103120"/>
            <a:ext cx="3455035" cy="909955"/>
          </a:xfrm>
          <a:custGeom>
            <a:rect b="b" l="l" r="r" t="t"/>
            <a:pathLst>
              <a:path extrusionOk="0" h="909955" w="3455034">
                <a:moveTo>
                  <a:pt x="3454908" y="0"/>
                </a:moveTo>
                <a:lnTo>
                  <a:pt x="0" y="0"/>
                </a:lnTo>
                <a:lnTo>
                  <a:pt x="0" y="909827"/>
                </a:lnTo>
                <a:lnTo>
                  <a:pt x="3454908" y="909827"/>
                </a:lnTo>
                <a:lnTo>
                  <a:pt x="3454908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06" name="Google Shape;4406;p183"/>
          <p:cNvSpPr txBox="1"/>
          <p:nvPr/>
        </p:nvSpPr>
        <p:spPr>
          <a:xfrm>
            <a:off x="3638677" y="2261413"/>
            <a:ext cx="2031364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𝑡𝑒𝑠𝑡  𝑠𝑡𝑎𝑡𝑖𝑠𝑡𝑖𝑐     = ෍ ෍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𝑖=1 𝑗=1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7" name="Google Shape;4407;p183"/>
          <p:cNvSpPr txBox="1"/>
          <p:nvPr/>
        </p:nvSpPr>
        <p:spPr>
          <a:xfrm>
            <a:off x="5176392" y="2110867"/>
            <a:ext cx="39306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𝑟	𝑐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8" name="Google Shape;4408;p183"/>
          <p:cNvSpPr/>
          <p:nvPr/>
        </p:nvSpPr>
        <p:spPr>
          <a:xfrm>
            <a:off x="5689346" y="2232278"/>
            <a:ext cx="1036319" cy="290195"/>
          </a:xfrm>
          <a:custGeom>
            <a:rect b="b" l="l" r="r" t="t"/>
            <a:pathLst>
              <a:path extrusionOk="0" h="290194" w="1036320">
                <a:moveTo>
                  <a:pt x="84709" y="8128"/>
                </a:moveTo>
                <a:lnTo>
                  <a:pt x="82169" y="0"/>
                </a:lnTo>
                <a:lnTo>
                  <a:pt x="67614" y="5702"/>
                </a:lnTo>
                <a:lnTo>
                  <a:pt x="54825" y="14592"/>
                </a:lnTo>
                <a:lnTo>
                  <a:pt x="27228" y="59778"/>
                </a:lnTo>
                <a:lnTo>
                  <a:pt x="18923" y="99974"/>
                </a:lnTo>
                <a:lnTo>
                  <a:pt x="17907" y="122555"/>
                </a:lnTo>
                <a:lnTo>
                  <a:pt x="18923" y="144894"/>
                </a:lnTo>
                <a:lnTo>
                  <a:pt x="27228" y="185089"/>
                </a:lnTo>
                <a:lnTo>
                  <a:pt x="54825" y="230276"/>
                </a:lnTo>
                <a:lnTo>
                  <a:pt x="82169" y="244856"/>
                </a:lnTo>
                <a:lnTo>
                  <a:pt x="84709" y="236728"/>
                </a:lnTo>
                <a:lnTo>
                  <a:pt x="73431" y="230924"/>
                </a:lnTo>
                <a:lnTo>
                  <a:pt x="63639" y="222440"/>
                </a:lnTo>
                <a:lnTo>
                  <a:pt x="42976" y="181457"/>
                </a:lnTo>
                <a:lnTo>
                  <a:pt x="36068" y="122428"/>
                </a:lnTo>
                <a:lnTo>
                  <a:pt x="36830" y="101066"/>
                </a:lnTo>
                <a:lnTo>
                  <a:pt x="42976" y="63449"/>
                </a:lnTo>
                <a:lnTo>
                  <a:pt x="63639" y="22415"/>
                </a:lnTo>
                <a:lnTo>
                  <a:pt x="73431" y="13944"/>
                </a:lnTo>
                <a:lnTo>
                  <a:pt x="84709" y="8128"/>
                </a:lnTo>
                <a:close/>
              </a:path>
              <a:path extrusionOk="0" h="290194" w="1036320">
                <a:moveTo>
                  <a:pt x="923671" y="122428"/>
                </a:moveTo>
                <a:lnTo>
                  <a:pt x="919480" y="79095"/>
                </a:lnTo>
                <a:lnTo>
                  <a:pt x="906907" y="42037"/>
                </a:lnTo>
                <a:lnTo>
                  <a:pt x="873823" y="5702"/>
                </a:lnTo>
                <a:lnTo>
                  <a:pt x="859282" y="0"/>
                </a:lnTo>
                <a:lnTo>
                  <a:pt x="856869" y="8128"/>
                </a:lnTo>
                <a:lnTo>
                  <a:pt x="868133" y="13944"/>
                </a:lnTo>
                <a:lnTo>
                  <a:pt x="877925" y="22415"/>
                </a:lnTo>
                <a:lnTo>
                  <a:pt x="898537" y="63449"/>
                </a:lnTo>
                <a:lnTo>
                  <a:pt x="904722" y="101066"/>
                </a:lnTo>
                <a:lnTo>
                  <a:pt x="905510" y="122555"/>
                </a:lnTo>
                <a:lnTo>
                  <a:pt x="904722" y="144018"/>
                </a:lnTo>
                <a:lnTo>
                  <a:pt x="893178" y="197485"/>
                </a:lnTo>
                <a:lnTo>
                  <a:pt x="868133" y="230924"/>
                </a:lnTo>
                <a:lnTo>
                  <a:pt x="856869" y="236728"/>
                </a:lnTo>
                <a:lnTo>
                  <a:pt x="859282" y="244856"/>
                </a:lnTo>
                <a:lnTo>
                  <a:pt x="897636" y="218160"/>
                </a:lnTo>
                <a:lnTo>
                  <a:pt x="919480" y="165773"/>
                </a:lnTo>
                <a:lnTo>
                  <a:pt x="922616" y="144894"/>
                </a:lnTo>
                <a:lnTo>
                  <a:pt x="923671" y="122428"/>
                </a:lnTo>
                <a:close/>
              </a:path>
              <a:path extrusionOk="0" h="290194" w="1036320">
                <a:moveTo>
                  <a:pt x="1036320" y="276352"/>
                </a:moveTo>
                <a:lnTo>
                  <a:pt x="0" y="276352"/>
                </a:lnTo>
                <a:lnTo>
                  <a:pt x="0" y="290068"/>
                </a:lnTo>
                <a:lnTo>
                  <a:pt x="1036320" y="290068"/>
                </a:lnTo>
                <a:lnTo>
                  <a:pt x="1036320" y="276352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09" name="Google Shape;4409;p183"/>
          <p:cNvSpPr txBox="1"/>
          <p:nvPr/>
        </p:nvSpPr>
        <p:spPr>
          <a:xfrm>
            <a:off x="6632193" y="2118487"/>
            <a:ext cx="9842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0" name="Google Shape;4410;p183"/>
          <p:cNvSpPr txBox="1"/>
          <p:nvPr/>
        </p:nvSpPr>
        <p:spPr>
          <a:xfrm>
            <a:off x="5756402" y="2186840"/>
            <a:ext cx="808355" cy="61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𝑂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𝑖𝑗 </a:t>
            </a: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− 𝐸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𝑖𝑗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327025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𝐸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𝑖𝑗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1" name="Google Shape;4411;p183"/>
          <p:cNvSpPr/>
          <p:nvPr/>
        </p:nvSpPr>
        <p:spPr>
          <a:xfrm>
            <a:off x="682751" y="3316223"/>
            <a:ext cx="4961382" cy="75971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5" name="Shape 4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6" name="Google Shape;4416;p184"/>
          <p:cNvSpPr/>
          <p:nvPr/>
        </p:nvSpPr>
        <p:spPr>
          <a:xfrm>
            <a:off x="9337639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17" name="Google Shape;4417;p184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18" name="Google Shape;4418;p184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19" name="Google Shape;4419;p184"/>
          <p:cNvSpPr/>
          <p:nvPr/>
        </p:nvSpPr>
        <p:spPr>
          <a:xfrm>
            <a:off x="557783" y="1591043"/>
            <a:ext cx="3021329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20" name="Google Shape;4420;p184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421" name="Google Shape;4421;p184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4422" name="Google Shape;4422;p184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3" name="Google Shape;4423;p184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4" name="Google Shape;4424;p184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5" name="Google Shape;4425;p184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6" name="Google Shape;4426;p184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427" name="Google Shape;4427;p184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28" name="Google Shape;4428;p184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2" name="Shape 4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" name="Google Shape;4433;p185"/>
          <p:cNvSpPr/>
          <p:nvPr/>
        </p:nvSpPr>
        <p:spPr>
          <a:xfrm>
            <a:off x="9331482" y="6524434"/>
            <a:ext cx="110459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34" name="Google Shape;4434;p185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35" name="Google Shape;4435;p185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36" name="Google Shape;4436;p185"/>
          <p:cNvSpPr/>
          <p:nvPr/>
        </p:nvSpPr>
        <p:spPr>
          <a:xfrm>
            <a:off x="557783" y="1591043"/>
            <a:ext cx="3018281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37" name="Google Shape;4437;p185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438" name="Google Shape;4438;p185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4439" name="Google Shape;4439;p185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0" name="Google Shape;4440;p185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1" name="Google Shape;4441;p185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2" name="Google Shape;4442;p185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3" name="Google Shape;4443;p185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444" name="Google Shape;4444;p185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45" name="Google Shape;4445;p185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9" name="Shape 4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0" name="Google Shape;4450;p186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51" name="Google Shape;4451;p186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52" name="Google Shape;4452;p186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53" name="Google Shape;4453;p186"/>
          <p:cNvSpPr txBox="1"/>
          <p:nvPr>
            <p:ph type="title"/>
          </p:nvPr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4.2. Hypothesis Testing in Action</a:t>
            </a:r>
            <a:endParaRPr/>
          </a:p>
        </p:txBody>
      </p:sp>
      <p:sp>
        <p:nvSpPr>
          <p:cNvPr id="4454" name="Google Shape;4454;p186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55" name="Google Shape;4455;p186"/>
          <p:cNvSpPr/>
          <p:nvPr/>
        </p:nvSpPr>
        <p:spPr>
          <a:xfrm>
            <a:off x="473963" y="1440154"/>
            <a:ext cx="4331970" cy="30558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56" name="Google Shape;4456;p186"/>
          <p:cNvSpPr/>
          <p:nvPr/>
        </p:nvSpPr>
        <p:spPr>
          <a:xfrm>
            <a:off x="682751" y="2325623"/>
            <a:ext cx="2241042" cy="1623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57" name="Google Shape;4457;p186"/>
          <p:cNvSpPr/>
          <p:nvPr/>
        </p:nvSpPr>
        <p:spPr>
          <a:xfrm>
            <a:off x="4178808" y="3572383"/>
            <a:ext cx="939165" cy="363220"/>
          </a:xfrm>
          <a:custGeom>
            <a:rect b="b" l="l" r="r" t="t"/>
            <a:pathLst>
              <a:path extrusionOk="0" h="363220" w="939164">
                <a:moveTo>
                  <a:pt x="58165" y="291464"/>
                </a:moveTo>
                <a:lnTo>
                  <a:pt x="0" y="353694"/>
                </a:lnTo>
                <a:lnTo>
                  <a:pt x="84708" y="362838"/>
                </a:lnTo>
                <a:lnTo>
                  <a:pt x="75310" y="337565"/>
                </a:lnTo>
                <a:lnTo>
                  <a:pt x="61721" y="337565"/>
                </a:lnTo>
                <a:lnTo>
                  <a:pt x="57276" y="325627"/>
                </a:lnTo>
                <a:lnTo>
                  <a:pt x="69222" y="321195"/>
                </a:lnTo>
                <a:lnTo>
                  <a:pt x="58165" y="291464"/>
                </a:lnTo>
                <a:close/>
              </a:path>
              <a:path extrusionOk="0" h="363220" w="939164">
                <a:moveTo>
                  <a:pt x="69222" y="321195"/>
                </a:moveTo>
                <a:lnTo>
                  <a:pt x="57276" y="325627"/>
                </a:lnTo>
                <a:lnTo>
                  <a:pt x="61721" y="337565"/>
                </a:lnTo>
                <a:lnTo>
                  <a:pt x="73662" y="333134"/>
                </a:lnTo>
                <a:lnTo>
                  <a:pt x="69222" y="321195"/>
                </a:lnTo>
                <a:close/>
              </a:path>
              <a:path extrusionOk="0" h="363220" w="939164">
                <a:moveTo>
                  <a:pt x="73662" y="333134"/>
                </a:moveTo>
                <a:lnTo>
                  <a:pt x="61721" y="337565"/>
                </a:lnTo>
                <a:lnTo>
                  <a:pt x="75310" y="337565"/>
                </a:lnTo>
                <a:lnTo>
                  <a:pt x="73662" y="333134"/>
                </a:lnTo>
                <a:close/>
              </a:path>
              <a:path extrusionOk="0" h="363220" w="939164">
                <a:moveTo>
                  <a:pt x="934719" y="0"/>
                </a:moveTo>
                <a:lnTo>
                  <a:pt x="69222" y="321195"/>
                </a:lnTo>
                <a:lnTo>
                  <a:pt x="73662" y="333134"/>
                </a:lnTo>
                <a:lnTo>
                  <a:pt x="939038" y="11937"/>
                </a:lnTo>
                <a:lnTo>
                  <a:pt x="934719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58" name="Google Shape;4458;p186"/>
          <p:cNvSpPr txBox="1"/>
          <p:nvPr/>
        </p:nvSpPr>
        <p:spPr>
          <a:xfrm>
            <a:off x="5116067" y="3316223"/>
            <a:ext cx="2281555" cy="585470"/>
          </a:xfrm>
          <a:prstGeom prst="rect">
            <a:avLst/>
          </a:prstGeom>
          <a:solidFill>
            <a:srgbClr val="DEEBF7"/>
          </a:solidFill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-512444" lvl="0" marL="710565" marR="193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Compare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30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with a specified  number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59" name="Google Shape;4459;p186"/>
          <p:cNvSpPr txBox="1"/>
          <p:nvPr/>
        </p:nvSpPr>
        <p:spPr>
          <a:xfrm>
            <a:off x="4493005" y="2888106"/>
            <a:ext cx="58102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𝑿</a:t>
            </a:r>
            <a:r>
              <a:rPr baseline="30000" lang="en-US" sz="1950">
                <a:latin typeface="Arial"/>
                <a:ea typeface="Arial"/>
                <a:cs typeface="Arial"/>
                <a:sym typeface="Arial"/>
              </a:rPr>
              <a:t>ഥ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, 𝒔</a:t>
            </a:r>
            <a:r>
              <a:rPr baseline="30000" lang="en-US" sz="1425">
                <a:latin typeface="Arial"/>
                <a:ea typeface="Arial"/>
                <a:cs typeface="Arial"/>
                <a:sym typeface="Arial"/>
              </a:rPr>
              <a:t>𝟐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, 𝒏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60" name="Google Shape;4460;p186"/>
          <p:cNvGrpSpPr/>
          <p:nvPr/>
        </p:nvGrpSpPr>
        <p:grpSpPr>
          <a:xfrm>
            <a:off x="2484119" y="2938272"/>
            <a:ext cx="1945385" cy="1629410"/>
            <a:chOff x="2484119" y="2938272"/>
            <a:chExt cx="1945385" cy="1629410"/>
          </a:xfrm>
        </p:grpSpPr>
        <p:sp>
          <p:nvSpPr>
            <p:cNvPr id="4461" name="Google Shape;4461;p186"/>
            <p:cNvSpPr/>
            <p:nvPr/>
          </p:nvSpPr>
          <p:spPr>
            <a:xfrm>
              <a:off x="2484119" y="2938272"/>
              <a:ext cx="1629410" cy="1629410"/>
            </a:xfrm>
            <a:custGeom>
              <a:rect b="b" l="l" r="r" t="t"/>
              <a:pathLst>
                <a:path extrusionOk="0" h="1629410" w="1629410">
                  <a:moveTo>
                    <a:pt x="0" y="814577"/>
                  </a:moveTo>
                  <a:lnTo>
                    <a:pt x="1382" y="766719"/>
                  </a:lnTo>
                  <a:lnTo>
                    <a:pt x="5480" y="719589"/>
                  </a:lnTo>
                  <a:lnTo>
                    <a:pt x="12217" y="673262"/>
                  </a:lnTo>
                  <a:lnTo>
                    <a:pt x="21515" y="627816"/>
                  </a:lnTo>
                  <a:lnTo>
                    <a:pt x="33300" y="583327"/>
                  </a:lnTo>
                  <a:lnTo>
                    <a:pt x="47493" y="539872"/>
                  </a:lnTo>
                  <a:lnTo>
                    <a:pt x="64019" y="497526"/>
                  </a:lnTo>
                  <a:lnTo>
                    <a:pt x="82802" y="456366"/>
                  </a:lnTo>
                  <a:lnTo>
                    <a:pt x="103765" y="416470"/>
                  </a:lnTo>
                  <a:lnTo>
                    <a:pt x="126831" y="377912"/>
                  </a:lnTo>
                  <a:lnTo>
                    <a:pt x="151924" y="340770"/>
                  </a:lnTo>
                  <a:lnTo>
                    <a:pt x="178967" y="305119"/>
                  </a:lnTo>
                  <a:lnTo>
                    <a:pt x="207885" y="271038"/>
                  </a:lnTo>
                  <a:lnTo>
                    <a:pt x="238601" y="238601"/>
                  </a:lnTo>
                  <a:lnTo>
                    <a:pt x="271038" y="207885"/>
                  </a:lnTo>
                  <a:lnTo>
                    <a:pt x="305119" y="178967"/>
                  </a:lnTo>
                  <a:lnTo>
                    <a:pt x="340770" y="151924"/>
                  </a:lnTo>
                  <a:lnTo>
                    <a:pt x="377912" y="126831"/>
                  </a:lnTo>
                  <a:lnTo>
                    <a:pt x="416470" y="103765"/>
                  </a:lnTo>
                  <a:lnTo>
                    <a:pt x="456366" y="82802"/>
                  </a:lnTo>
                  <a:lnTo>
                    <a:pt x="497526" y="64019"/>
                  </a:lnTo>
                  <a:lnTo>
                    <a:pt x="539872" y="47493"/>
                  </a:lnTo>
                  <a:lnTo>
                    <a:pt x="583327" y="33300"/>
                  </a:lnTo>
                  <a:lnTo>
                    <a:pt x="627816" y="21515"/>
                  </a:lnTo>
                  <a:lnTo>
                    <a:pt x="673262" y="12217"/>
                  </a:lnTo>
                  <a:lnTo>
                    <a:pt x="719589" y="5480"/>
                  </a:lnTo>
                  <a:lnTo>
                    <a:pt x="766719" y="1382"/>
                  </a:lnTo>
                  <a:lnTo>
                    <a:pt x="814578" y="0"/>
                  </a:lnTo>
                  <a:lnTo>
                    <a:pt x="862436" y="1382"/>
                  </a:lnTo>
                  <a:lnTo>
                    <a:pt x="909566" y="5480"/>
                  </a:lnTo>
                  <a:lnTo>
                    <a:pt x="955893" y="12217"/>
                  </a:lnTo>
                  <a:lnTo>
                    <a:pt x="1001339" y="21515"/>
                  </a:lnTo>
                  <a:lnTo>
                    <a:pt x="1045828" y="33300"/>
                  </a:lnTo>
                  <a:lnTo>
                    <a:pt x="1089283" y="47493"/>
                  </a:lnTo>
                  <a:lnTo>
                    <a:pt x="1131629" y="64019"/>
                  </a:lnTo>
                  <a:lnTo>
                    <a:pt x="1172789" y="82802"/>
                  </a:lnTo>
                  <a:lnTo>
                    <a:pt x="1212685" y="103765"/>
                  </a:lnTo>
                  <a:lnTo>
                    <a:pt x="1251243" y="126831"/>
                  </a:lnTo>
                  <a:lnTo>
                    <a:pt x="1288385" y="151924"/>
                  </a:lnTo>
                  <a:lnTo>
                    <a:pt x="1324036" y="178967"/>
                  </a:lnTo>
                  <a:lnTo>
                    <a:pt x="1358117" y="207885"/>
                  </a:lnTo>
                  <a:lnTo>
                    <a:pt x="1390554" y="238601"/>
                  </a:lnTo>
                  <a:lnTo>
                    <a:pt x="1421270" y="271038"/>
                  </a:lnTo>
                  <a:lnTo>
                    <a:pt x="1450188" y="305119"/>
                  </a:lnTo>
                  <a:lnTo>
                    <a:pt x="1477231" y="340770"/>
                  </a:lnTo>
                  <a:lnTo>
                    <a:pt x="1502324" y="377912"/>
                  </a:lnTo>
                  <a:lnTo>
                    <a:pt x="1525390" y="416470"/>
                  </a:lnTo>
                  <a:lnTo>
                    <a:pt x="1546353" y="456366"/>
                  </a:lnTo>
                  <a:lnTo>
                    <a:pt x="1565136" y="497526"/>
                  </a:lnTo>
                  <a:lnTo>
                    <a:pt x="1581662" y="539872"/>
                  </a:lnTo>
                  <a:lnTo>
                    <a:pt x="1595855" y="583327"/>
                  </a:lnTo>
                  <a:lnTo>
                    <a:pt x="1607640" y="627816"/>
                  </a:lnTo>
                  <a:lnTo>
                    <a:pt x="1616938" y="673262"/>
                  </a:lnTo>
                  <a:lnTo>
                    <a:pt x="1623675" y="719589"/>
                  </a:lnTo>
                  <a:lnTo>
                    <a:pt x="1627773" y="766719"/>
                  </a:lnTo>
                  <a:lnTo>
                    <a:pt x="1629156" y="814577"/>
                  </a:lnTo>
                  <a:lnTo>
                    <a:pt x="1627773" y="862436"/>
                  </a:lnTo>
                  <a:lnTo>
                    <a:pt x="1623675" y="909566"/>
                  </a:lnTo>
                  <a:lnTo>
                    <a:pt x="1616938" y="955893"/>
                  </a:lnTo>
                  <a:lnTo>
                    <a:pt x="1607640" y="1001339"/>
                  </a:lnTo>
                  <a:lnTo>
                    <a:pt x="1595855" y="1045828"/>
                  </a:lnTo>
                  <a:lnTo>
                    <a:pt x="1581662" y="1089283"/>
                  </a:lnTo>
                  <a:lnTo>
                    <a:pt x="1565136" y="1131629"/>
                  </a:lnTo>
                  <a:lnTo>
                    <a:pt x="1546353" y="1172789"/>
                  </a:lnTo>
                  <a:lnTo>
                    <a:pt x="1525390" y="1212685"/>
                  </a:lnTo>
                  <a:lnTo>
                    <a:pt x="1502324" y="1251243"/>
                  </a:lnTo>
                  <a:lnTo>
                    <a:pt x="1477231" y="1288385"/>
                  </a:lnTo>
                  <a:lnTo>
                    <a:pt x="1450188" y="1324036"/>
                  </a:lnTo>
                  <a:lnTo>
                    <a:pt x="1421270" y="1358117"/>
                  </a:lnTo>
                  <a:lnTo>
                    <a:pt x="1390554" y="1390554"/>
                  </a:lnTo>
                  <a:lnTo>
                    <a:pt x="1358117" y="1421270"/>
                  </a:lnTo>
                  <a:lnTo>
                    <a:pt x="1324036" y="1450188"/>
                  </a:lnTo>
                  <a:lnTo>
                    <a:pt x="1288385" y="1477231"/>
                  </a:lnTo>
                  <a:lnTo>
                    <a:pt x="1251243" y="1502324"/>
                  </a:lnTo>
                  <a:lnTo>
                    <a:pt x="1212685" y="1525390"/>
                  </a:lnTo>
                  <a:lnTo>
                    <a:pt x="1172789" y="1546353"/>
                  </a:lnTo>
                  <a:lnTo>
                    <a:pt x="1131629" y="1565136"/>
                  </a:lnTo>
                  <a:lnTo>
                    <a:pt x="1089283" y="1581662"/>
                  </a:lnTo>
                  <a:lnTo>
                    <a:pt x="1045828" y="1595855"/>
                  </a:lnTo>
                  <a:lnTo>
                    <a:pt x="1001339" y="1607640"/>
                  </a:lnTo>
                  <a:lnTo>
                    <a:pt x="955893" y="1616938"/>
                  </a:lnTo>
                  <a:lnTo>
                    <a:pt x="909566" y="1623675"/>
                  </a:lnTo>
                  <a:lnTo>
                    <a:pt x="862436" y="1627773"/>
                  </a:lnTo>
                  <a:lnTo>
                    <a:pt x="814578" y="1629155"/>
                  </a:lnTo>
                  <a:lnTo>
                    <a:pt x="766719" y="1627773"/>
                  </a:lnTo>
                  <a:lnTo>
                    <a:pt x="719589" y="1623675"/>
                  </a:lnTo>
                  <a:lnTo>
                    <a:pt x="673262" y="1616938"/>
                  </a:lnTo>
                  <a:lnTo>
                    <a:pt x="627816" y="1607640"/>
                  </a:lnTo>
                  <a:lnTo>
                    <a:pt x="583327" y="1595855"/>
                  </a:lnTo>
                  <a:lnTo>
                    <a:pt x="539872" y="1581662"/>
                  </a:lnTo>
                  <a:lnTo>
                    <a:pt x="497526" y="1565136"/>
                  </a:lnTo>
                  <a:lnTo>
                    <a:pt x="456366" y="1546353"/>
                  </a:lnTo>
                  <a:lnTo>
                    <a:pt x="416470" y="1525390"/>
                  </a:lnTo>
                  <a:lnTo>
                    <a:pt x="377912" y="1502324"/>
                  </a:lnTo>
                  <a:lnTo>
                    <a:pt x="340770" y="1477231"/>
                  </a:lnTo>
                  <a:lnTo>
                    <a:pt x="305119" y="1450188"/>
                  </a:lnTo>
                  <a:lnTo>
                    <a:pt x="271038" y="1421270"/>
                  </a:lnTo>
                  <a:lnTo>
                    <a:pt x="238601" y="1390554"/>
                  </a:lnTo>
                  <a:lnTo>
                    <a:pt x="207885" y="1358117"/>
                  </a:lnTo>
                  <a:lnTo>
                    <a:pt x="178967" y="1324036"/>
                  </a:lnTo>
                  <a:lnTo>
                    <a:pt x="151924" y="1288385"/>
                  </a:lnTo>
                  <a:lnTo>
                    <a:pt x="126831" y="1251243"/>
                  </a:lnTo>
                  <a:lnTo>
                    <a:pt x="103765" y="1212685"/>
                  </a:lnTo>
                  <a:lnTo>
                    <a:pt x="82802" y="1172789"/>
                  </a:lnTo>
                  <a:lnTo>
                    <a:pt x="64019" y="1131629"/>
                  </a:lnTo>
                  <a:lnTo>
                    <a:pt x="47493" y="1089283"/>
                  </a:lnTo>
                  <a:lnTo>
                    <a:pt x="33300" y="1045828"/>
                  </a:lnTo>
                  <a:lnTo>
                    <a:pt x="21515" y="1001339"/>
                  </a:lnTo>
                  <a:lnTo>
                    <a:pt x="12217" y="955893"/>
                  </a:lnTo>
                  <a:lnTo>
                    <a:pt x="5480" y="909566"/>
                  </a:lnTo>
                  <a:lnTo>
                    <a:pt x="1382" y="862436"/>
                  </a:lnTo>
                  <a:lnTo>
                    <a:pt x="0" y="814577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2" name="Google Shape;4462;p186"/>
            <p:cNvSpPr/>
            <p:nvPr/>
          </p:nvSpPr>
          <p:spPr>
            <a:xfrm>
              <a:off x="3846575" y="2944368"/>
              <a:ext cx="582929" cy="16992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3" name="Google Shape;4463;p186"/>
            <p:cNvSpPr/>
            <p:nvPr/>
          </p:nvSpPr>
          <p:spPr>
            <a:xfrm>
              <a:off x="2746248" y="3122675"/>
              <a:ext cx="1209040" cy="1300480"/>
            </a:xfrm>
            <a:custGeom>
              <a:rect b="b" l="l" r="r" t="t"/>
              <a:pathLst>
                <a:path extrusionOk="0" h="1300479" w="1209039">
                  <a:moveTo>
                    <a:pt x="60960" y="669798"/>
                  </a:moveTo>
                  <a:lnTo>
                    <a:pt x="58572" y="657631"/>
                  </a:lnTo>
                  <a:lnTo>
                    <a:pt x="52044" y="647700"/>
                  </a:lnTo>
                  <a:lnTo>
                    <a:pt x="42367" y="641019"/>
                  </a:lnTo>
                  <a:lnTo>
                    <a:pt x="30480" y="638556"/>
                  </a:lnTo>
                  <a:lnTo>
                    <a:pt x="18580" y="641019"/>
                  </a:lnTo>
                  <a:lnTo>
                    <a:pt x="8902" y="647700"/>
                  </a:lnTo>
                  <a:lnTo>
                    <a:pt x="2374" y="657631"/>
                  </a:lnTo>
                  <a:lnTo>
                    <a:pt x="0" y="669798"/>
                  </a:lnTo>
                  <a:lnTo>
                    <a:pt x="2374" y="681977"/>
                  </a:lnTo>
                  <a:lnTo>
                    <a:pt x="8902" y="691896"/>
                  </a:lnTo>
                  <a:lnTo>
                    <a:pt x="18580" y="698588"/>
                  </a:lnTo>
                  <a:lnTo>
                    <a:pt x="30480" y="701040"/>
                  </a:lnTo>
                  <a:lnTo>
                    <a:pt x="42367" y="698588"/>
                  </a:lnTo>
                  <a:lnTo>
                    <a:pt x="52044" y="691896"/>
                  </a:lnTo>
                  <a:lnTo>
                    <a:pt x="58572" y="681977"/>
                  </a:lnTo>
                  <a:lnTo>
                    <a:pt x="60960" y="669798"/>
                  </a:lnTo>
                  <a:close/>
                </a:path>
                <a:path extrusionOk="0" h="1300479" w="1209039">
                  <a:moveTo>
                    <a:pt x="86868" y="890778"/>
                  </a:moveTo>
                  <a:lnTo>
                    <a:pt x="84404" y="878611"/>
                  </a:lnTo>
                  <a:lnTo>
                    <a:pt x="77724" y="868680"/>
                  </a:lnTo>
                  <a:lnTo>
                    <a:pt x="67792" y="861999"/>
                  </a:lnTo>
                  <a:lnTo>
                    <a:pt x="55626" y="859536"/>
                  </a:lnTo>
                  <a:lnTo>
                    <a:pt x="43446" y="861999"/>
                  </a:lnTo>
                  <a:lnTo>
                    <a:pt x="33528" y="868680"/>
                  </a:lnTo>
                  <a:lnTo>
                    <a:pt x="26835" y="878611"/>
                  </a:lnTo>
                  <a:lnTo>
                    <a:pt x="24384" y="890778"/>
                  </a:lnTo>
                  <a:lnTo>
                    <a:pt x="26835" y="902957"/>
                  </a:lnTo>
                  <a:lnTo>
                    <a:pt x="33528" y="912876"/>
                  </a:lnTo>
                  <a:lnTo>
                    <a:pt x="43446" y="919568"/>
                  </a:lnTo>
                  <a:lnTo>
                    <a:pt x="55626" y="922020"/>
                  </a:lnTo>
                  <a:lnTo>
                    <a:pt x="67792" y="919568"/>
                  </a:lnTo>
                  <a:lnTo>
                    <a:pt x="77711" y="912876"/>
                  </a:lnTo>
                  <a:lnTo>
                    <a:pt x="84404" y="902957"/>
                  </a:lnTo>
                  <a:lnTo>
                    <a:pt x="86868" y="890778"/>
                  </a:lnTo>
                  <a:close/>
                </a:path>
                <a:path extrusionOk="0" h="1300479" w="1209039">
                  <a:moveTo>
                    <a:pt x="170688" y="427494"/>
                  </a:moveTo>
                  <a:lnTo>
                    <a:pt x="168300" y="415315"/>
                  </a:lnTo>
                  <a:lnTo>
                    <a:pt x="161772" y="405384"/>
                  </a:lnTo>
                  <a:lnTo>
                    <a:pt x="152095" y="398703"/>
                  </a:lnTo>
                  <a:lnTo>
                    <a:pt x="140208" y="396240"/>
                  </a:lnTo>
                  <a:lnTo>
                    <a:pt x="128308" y="398703"/>
                  </a:lnTo>
                  <a:lnTo>
                    <a:pt x="118630" y="405384"/>
                  </a:lnTo>
                  <a:lnTo>
                    <a:pt x="112102" y="415315"/>
                  </a:lnTo>
                  <a:lnTo>
                    <a:pt x="109728" y="427494"/>
                  </a:lnTo>
                  <a:lnTo>
                    <a:pt x="112102" y="439661"/>
                  </a:lnTo>
                  <a:lnTo>
                    <a:pt x="118630" y="449580"/>
                  </a:lnTo>
                  <a:lnTo>
                    <a:pt x="128308" y="456272"/>
                  </a:lnTo>
                  <a:lnTo>
                    <a:pt x="140208" y="458724"/>
                  </a:lnTo>
                  <a:lnTo>
                    <a:pt x="152095" y="456272"/>
                  </a:lnTo>
                  <a:lnTo>
                    <a:pt x="161772" y="449592"/>
                  </a:lnTo>
                  <a:lnTo>
                    <a:pt x="168300" y="439661"/>
                  </a:lnTo>
                  <a:lnTo>
                    <a:pt x="170688" y="427494"/>
                  </a:lnTo>
                  <a:close/>
                </a:path>
                <a:path extrusionOk="0" h="1300479" w="1209039">
                  <a:moveTo>
                    <a:pt x="199644" y="653034"/>
                  </a:moveTo>
                  <a:lnTo>
                    <a:pt x="197256" y="640867"/>
                  </a:lnTo>
                  <a:lnTo>
                    <a:pt x="190728" y="630936"/>
                  </a:lnTo>
                  <a:lnTo>
                    <a:pt x="181051" y="624255"/>
                  </a:lnTo>
                  <a:lnTo>
                    <a:pt x="169164" y="621792"/>
                  </a:lnTo>
                  <a:lnTo>
                    <a:pt x="157264" y="624255"/>
                  </a:lnTo>
                  <a:lnTo>
                    <a:pt x="147586" y="630936"/>
                  </a:lnTo>
                  <a:lnTo>
                    <a:pt x="141058" y="640867"/>
                  </a:lnTo>
                  <a:lnTo>
                    <a:pt x="138684" y="653034"/>
                  </a:lnTo>
                  <a:lnTo>
                    <a:pt x="141058" y="665213"/>
                  </a:lnTo>
                  <a:lnTo>
                    <a:pt x="147586" y="675132"/>
                  </a:lnTo>
                  <a:lnTo>
                    <a:pt x="157264" y="681824"/>
                  </a:lnTo>
                  <a:lnTo>
                    <a:pt x="169164" y="684276"/>
                  </a:lnTo>
                  <a:lnTo>
                    <a:pt x="181051" y="681824"/>
                  </a:lnTo>
                  <a:lnTo>
                    <a:pt x="190728" y="675132"/>
                  </a:lnTo>
                  <a:lnTo>
                    <a:pt x="197256" y="665213"/>
                  </a:lnTo>
                  <a:lnTo>
                    <a:pt x="199644" y="653034"/>
                  </a:lnTo>
                  <a:close/>
                </a:path>
                <a:path extrusionOk="0" h="1300479" w="1209039">
                  <a:moveTo>
                    <a:pt x="217932" y="214122"/>
                  </a:moveTo>
                  <a:lnTo>
                    <a:pt x="215544" y="201955"/>
                  </a:lnTo>
                  <a:lnTo>
                    <a:pt x="209016" y="192024"/>
                  </a:lnTo>
                  <a:lnTo>
                    <a:pt x="199339" y="185343"/>
                  </a:lnTo>
                  <a:lnTo>
                    <a:pt x="187452" y="182880"/>
                  </a:lnTo>
                  <a:lnTo>
                    <a:pt x="175552" y="185343"/>
                  </a:lnTo>
                  <a:lnTo>
                    <a:pt x="165874" y="192024"/>
                  </a:lnTo>
                  <a:lnTo>
                    <a:pt x="159346" y="201955"/>
                  </a:lnTo>
                  <a:lnTo>
                    <a:pt x="156972" y="214122"/>
                  </a:lnTo>
                  <a:lnTo>
                    <a:pt x="159346" y="226301"/>
                  </a:lnTo>
                  <a:lnTo>
                    <a:pt x="165874" y="236220"/>
                  </a:lnTo>
                  <a:lnTo>
                    <a:pt x="175552" y="242912"/>
                  </a:lnTo>
                  <a:lnTo>
                    <a:pt x="187452" y="245364"/>
                  </a:lnTo>
                  <a:lnTo>
                    <a:pt x="199339" y="242912"/>
                  </a:lnTo>
                  <a:lnTo>
                    <a:pt x="209016" y="236220"/>
                  </a:lnTo>
                  <a:lnTo>
                    <a:pt x="215544" y="226301"/>
                  </a:lnTo>
                  <a:lnTo>
                    <a:pt x="217932" y="214122"/>
                  </a:lnTo>
                  <a:close/>
                </a:path>
                <a:path extrusionOk="0" h="1300479" w="1209039">
                  <a:moveTo>
                    <a:pt x="288036" y="948690"/>
                  </a:moveTo>
                  <a:lnTo>
                    <a:pt x="285648" y="936523"/>
                  </a:lnTo>
                  <a:lnTo>
                    <a:pt x="279120" y="926592"/>
                  </a:lnTo>
                  <a:lnTo>
                    <a:pt x="269443" y="919911"/>
                  </a:lnTo>
                  <a:lnTo>
                    <a:pt x="257556" y="917448"/>
                  </a:lnTo>
                  <a:lnTo>
                    <a:pt x="245656" y="919911"/>
                  </a:lnTo>
                  <a:lnTo>
                    <a:pt x="235978" y="926592"/>
                  </a:lnTo>
                  <a:lnTo>
                    <a:pt x="229450" y="936523"/>
                  </a:lnTo>
                  <a:lnTo>
                    <a:pt x="227076" y="948690"/>
                  </a:lnTo>
                  <a:lnTo>
                    <a:pt x="229450" y="960869"/>
                  </a:lnTo>
                  <a:lnTo>
                    <a:pt x="235978" y="970788"/>
                  </a:lnTo>
                  <a:lnTo>
                    <a:pt x="245656" y="977480"/>
                  </a:lnTo>
                  <a:lnTo>
                    <a:pt x="257556" y="979932"/>
                  </a:lnTo>
                  <a:lnTo>
                    <a:pt x="269443" y="977480"/>
                  </a:lnTo>
                  <a:lnTo>
                    <a:pt x="279120" y="970788"/>
                  </a:lnTo>
                  <a:lnTo>
                    <a:pt x="285648" y="960869"/>
                  </a:lnTo>
                  <a:lnTo>
                    <a:pt x="288036" y="948690"/>
                  </a:lnTo>
                  <a:close/>
                </a:path>
                <a:path extrusionOk="0" h="1300479" w="1209039">
                  <a:moveTo>
                    <a:pt x="313944" y="1175766"/>
                  </a:moveTo>
                  <a:lnTo>
                    <a:pt x="311480" y="1163599"/>
                  </a:lnTo>
                  <a:lnTo>
                    <a:pt x="304800" y="1153668"/>
                  </a:lnTo>
                  <a:lnTo>
                    <a:pt x="294868" y="1146987"/>
                  </a:lnTo>
                  <a:lnTo>
                    <a:pt x="282702" y="1144524"/>
                  </a:lnTo>
                  <a:lnTo>
                    <a:pt x="270522" y="1146987"/>
                  </a:lnTo>
                  <a:lnTo>
                    <a:pt x="260604" y="1153668"/>
                  </a:lnTo>
                  <a:lnTo>
                    <a:pt x="253911" y="1163599"/>
                  </a:lnTo>
                  <a:lnTo>
                    <a:pt x="251460" y="1175766"/>
                  </a:lnTo>
                  <a:lnTo>
                    <a:pt x="253911" y="1187945"/>
                  </a:lnTo>
                  <a:lnTo>
                    <a:pt x="260604" y="1197864"/>
                  </a:lnTo>
                  <a:lnTo>
                    <a:pt x="270522" y="1204556"/>
                  </a:lnTo>
                  <a:lnTo>
                    <a:pt x="282702" y="1207008"/>
                  </a:lnTo>
                  <a:lnTo>
                    <a:pt x="294868" y="1204556"/>
                  </a:lnTo>
                  <a:lnTo>
                    <a:pt x="304800" y="1197864"/>
                  </a:lnTo>
                  <a:lnTo>
                    <a:pt x="311480" y="1187945"/>
                  </a:lnTo>
                  <a:lnTo>
                    <a:pt x="313944" y="1175766"/>
                  </a:lnTo>
                  <a:close/>
                </a:path>
                <a:path extrusionOk="0" h="1300479" w="1209039">
                  <a:moveTo>
                    <a:pt x="333756" y="735330"/>
                  </a:moveTo>
                  <a:lnTo>
                    <a:pt x="331368" y="723163"/>
                  </a:lnTo>
                  <a:lnTo>
                    <a:pt x="324840" y="713232"/>
                  </a:lnTo>
                  <a:lnTo>
                    <a:pt x="315163" y="706551"/>
                  </a:lnTo>
                  <a:lnTo>
                    <a:pt x="303276" y="704088"/>
                  </a:lnTo>
                  <a:lnTo>
                    <a:pt x="291376" y="706551"/>
                  </a:lnTo>
                  <a:lnTo>
                    <a:pt x="281698" y="713232"/>
                  </a:lnTo>
                  <a:lnTo>
                    <a:pt x="275170" y="723163"/>
                  </a:lnTo>
                  <a:lnTo>
                    <a:pt x="272796" y="735330"/>
                  </a:lnTo>
                  <a:lnTo>
                    <a:pt x="275170" y="747509"/>
                  </a:lnTo>
                  <a:lnTo>
                    <a:pt x="281698" y="757428"/>
                  </a:lnTo>
                  <a:lnTo>
                    <a:pt x="291376" y="764120"/>
                  </a:lnTo>
                  <a:lnTo>
                    <a:pt x="303276" y="766572"/>
                  </a:lnTo>
                  <a:lnTo>
                    <a:pt x="315163" y="764120"/>
                  </a:lnTo>
                  <a:lnTo>
                    <a:pt x="324840" y="757428"/>
                  </a:lnTo>
                  <a:lnTo>
                    <a:pt x="331368" y="747509"/>
                  </a:lnTo>
                  <a:lnTo>
                    <a:pt x="333756" y="735330"/>
                  </a:lnTo>
                  <a:close/>
                </a:path>
                <a:path extrusionOk="0" h="1300479" w="1209039">
                  <a:moveTo>
                    <a:pt x="448056" y="461010"/>
                  </a:moveTo>
                  <a:lnTo>
                    <a:pt x="445592" y="448843"/>
                  </a:lnTo>
                  <a:lnTo>
                    <a:pt x="438912" y="438924"/>
                  </a:lnTo>
                  <a:lnTo>
                    <a:pt x="428980" y="432231"/>
                  </a:lnTo>
                  <a:lnTo>
                    <a:pt x="416814" y="429780"/>
                  </a:lnTo>
                  <a:lnTo>
                    <a:pt x="404634" y="432231"/>
                  </a:lnTo>
                  <a:lnTo>
                    <a:pt x="394716" y="438912"/>
                  </a:lnTo>
                  <a:lnTo>
                    <a:pt x="388023" y="448843"/>
                  </a:lnTo>
                  <a:lnTo>
                    <a:pt x="385572" y="461010"/>
                  </a:lnTo>
                  <a:lnTo>
                    <a:pt x="388023" y="473189"/>
                  </a:lnTo>
                  <a:lnTo>
                    <a:pt x="394716" y="483108"/>
                  </a:lnTo>
                  <a:lnTo>
                    <a:pt x="404634" y="489800"/>
                  </a:lnTo>
                  <a:lnTo>
                    <a:pt x="416814" y="492252"/>
                  </a:lnTo>
                  <a:lnTo>
                    <a:pt x="428980" y="489800"/>
                  </a:lnTo>
                  <a:lnTo>
                    <a:pt x="438899" y="483120"/>
                  </a:lnTo>
                  <a:lnTo>
                    <a:pt x="445592" y="473189"/>
                  </a:lnTo>
                  <a:lnTo>
                    <a:pt x="448056" y="461010"/>
                  </a:lnTo>
                  <a:close/>
                </a:path>
                <a:path extrusionOk="0" h="1300479" w="1209039">
                  <a:moveTo>
                    <a:pt x="454152" y="238506"/>
                  </a:moveTo>
                  <a:lnTo>
                    <a:pt x="451764" y="226339"/>
                  </a:lnTo>
                  <a:lnTo>
                    <a:pt x="445236" y="216408"/>
                  </a:lnTo>
                  <a:lnTo>
                    <a:pt x="435559" y="209727"/>
                  </a:lnTo>
                  <a:lnTo>
                    <a:pt x="423672" y="207264"/>
                  </a:lnTo>
                  <a:lnTo>
                    <a:pt x="411772" y="209727"/>
                  </a:lnTo>
                  <a:lnTo>
                    <a:pt x="402094" y="216408"/>
                  </a:lnTo>
                  <a:lnTo>
                    <a:pt x="395566" y="226339"/>
                  </a:lnTo>
                  <a:lnTo>
                    <a:pt x="393192" y="238506"/>
                  </a:lnTo>
                  <a:lnTo>
                    <a:pt x="395566" y="250685"/>
                  </a:lnTo>
                  <a:lnTo>
                    <a:pt x="402094" y="260604"/>
                  </a:lnTo>
                  <a:lnTo>
                    <a:pt x="411772" y="267296"/>
                  </a:lnTo>
                  <a:lnTo>
                    <a:pt x="423672" y="269748"/>
                  </a:lnTo>
                  <a:lnTo>
                    <a:pt x="435559" y="267296"/>
                  </a:lnTo>
                  <a:lnTo>
                    <a:pt x="445236" y="260616"/>
                  </a:lnTo>
                  <a:lnTo>
                    <a:pt x="451764" y="250685"/>
                  </a:lnTo>
                  <a:lnTo>
                    <a:pt x="454152" y="238506"/>
                  </a:lnTo>
                  <a:close/>
                </a:path>
                <a:path extrusionOk="0" h="1300479" w="1209039">
                  <a:moveTo>
                    <a:pt x="519684" y="566166"/>
                  </a:moveTo>
                  <a:lnTo>
                    <a:pt x="517296" y="553999"/>
                  </a:lnTo>
                  <a:lnTo>
                    <a:pt x="510768" y="544068"/>
                  </a:lnTo>
                  <a:lnTo>
                    <a:pt x="501091" y="537387"/>
                  </a:lnTo>
                  <a:lnTo>
                    <a:pt x="489204" y="534924"/>
                  </a:lnTo>
                  <a:lnTo>
                    <a:pt x="477304" y="537387"/>
                  </a:lnTo>
                  <a:lnTo>
                    <a:pt x="467626" y="544068"/>
                  </a:lnTo>
                  <a:lnTo>
                    <a:pt x="461098" y="553999"/>
                  </a:lnTo>
                  <a:lnTo>
                    <a:pt x="458724" y="566166"/>
                  </a:lnTo>
                  <a:lnTo>
                    <a:pt x="461098" y="578345"/>
                  </a:lnTo>
                  <a:lnTo>
                    <a:pt x="467626" y="588264"/>
                  </a:lnTo>
                  <a:lnTo>
                    <a:pt x="477304" y="594956"/>
                  </a:lnTo>
                  <a:lnTo>
                    <a:pt x="489204" y="597408"/>
                  </a:lnTo>
                  <a:lnTo>
                    <a:pt x="501091" y="594956"/>
                  </a:lnTo>
                  <a:lnTo>
                    <a:pt x="510768" y="588264"/>
                  </a:lnTo>
                  <a:lnTo>
                    <a:pt x="517296" y="578345"/>
                  </a:lnTo>
                  <a:lnTo>
                    <a:pt x="519684" y="566166"/>
                  </a:lnTo>
                  <a:close/>
                </a:path>
                <a:path extrusionOk="0" h="1300479" w="1209039">
                  <a:moveTo>
                    <a:pt x="548640" y="1159002"/>
                  </a:moveTo>
                  <a:lnTo>
                    <a:pt x="546252" y="1146835"/>
                  </a:lnTo>
                  <a:lnTo>
                    <a:pt x="539724" y="1136904"/>
                  </a:lnTo>
                  <a:lnTo>
                    <a:pt x="530047" y="1130223"/>
                  </a:lnTo>
                  <a:lnTo>
                    <a:pt x="518160" y="1127760"/>
                  </a:lnTo>
                  <a:lnTo>
                    <a:pt x="506260" y="1130223"/>
                  </a:lnTo>
                  <a:lnTo>
                    <a:pt x="496582" y="1136904"/>
                  </a:lnTo>
                  <a:lnTo>
                    <a:pt x="490054" y="1146835"/>
                  </a:lnTo>
                  <a:lnTo>
                    <a:pt x="487680" y="1159002"/>
                  </a:lnTo>
                  <a:lnTo>
                    <a:pt x="490054" y="1171181"/>
                  </a:lnTo>
                  <a:lnTo>
                    <a:pt x="496582" y="1181100"/>
                  </a:lnTo>
                  <a:lnTo>
                    <a:pt x="506260" y="1187792"/>
                  </a:lnTo>
                  <a:lnTo>
                    <a:pt x="518160" y="1190244"/>
                  </a:lnTo>
                  <a:lnTo>
                    <a:pt x="530047" y="1187792"/>
                  </a:lnTo>
                  <a:lnTo>
                    <a:pt x="539724" y="1181100"/>
                  </a:lnTo>
                  <a:lnTo>
                    <a:pt x="546252" y="1171181"/>
                  </a:lnTo>
                  <a:lnTo>
                    <a:pt x="548640" y="1159002"/>
                  </a:lnTo>
                  <a:close/>
                </a:path>
                <a:path extrusionOk="0" h="1300479" w="1209039">
                  <a:moveTo>
                    <a:pt x="560819" y="977646"/>
                  </a:moveTo>
                  <a:lnTo>
                    <a:pt x="558444" y="965479"/>
                  </a:lnTo>
                  <a:lnTo>
                    <a:pt x="551916" y="955548"/>
                  </a:lnTo>
                  <a:lnTo>
                    <a:pt x="542239" y="948867"/>
                  </a:lnTo>
                  <a:lnTo>
                    <a:pt x="530352" y="946404"/>
                  </a:lnTo>
                  <a:lnTo>
                    <a:pt x="518452" y="948867"/>
                  </a:lnTo>
                  <a:lnTo>
                    <a:pt x="508774" y="955548"/>
                  </a:lnTo>
                  <a:lnTo>
                    <a:pt x="502246" y="965479"/>
                  </a:lnTo>
                  <a:lnTo>
                    <a:pt x="499872" y="977646"/>
                  </a:lnTo>
                  <a:lnTo>
                    <a:pt x="502246" y="989825"/>
                  </a:lnTo>
                  <a:lnTo>
                    <a:pt x="508774" y="999744"/>
                  </a:lnTo>
                  <a:lnTo>
                    <a:pt x="518452" y="1006436"/>
                  </a:lnTo>
                  <a:lnTo>
                    <a:pt x="530352" y="1008888"/>
                  </a:lnTo>
                  <a:lnTo>
                    <a:pt x="542239" y="1006436"/>
                  </a:lnTo>
                  <a:lnTo>
                    <a:pt x="551916" y="999744"/>
                  </a:lnTo>
                  <a:lnTo>
                    <a:pt x="558444" y="989825"/>
                  </a:lnTo>
                  <a:lnTo>
                    <a:pt x="560819" y="977646"/>
                  </a:lnTo>
                  <a:close/>
                </a:path>
                <a:path extrusionOk="0" h="1300479" w="1209039">
                  <a:moveTo>
                    <a:pt x="560819" y="758190"/>
                  </a:moveTo>
                  <a:lnTo>
                    <a:pt x="558444" y="746023"/>
                  </a:lnTo>
                  <a:lnTo>
                    <a:pt x="551916" y="736092"/>
                  </a:lnTo>
                  <a:lnTo>
                    <a:pt x="542239" y="729411"/>
                  </a:lnTo>
                  <a:lnTo>
                    <a:pt x="530352" y="726948"/>
                  </a:lnTo>
                  <a:lnTo>
                    <a:pt x="518452" y="729411"/>
                  </a:lnTo>
                  <a:lnTo>
                    <a:pt x="508774" y="736092"/>
                  </a:lnTo>
                  <a:lnTo>
                    <a:pt x="502246" y="746023"/>
                  </a:lnTo>
                  <a:lnTo>
                    <a:pt x="499872" y="758190"/>
                  </a:lnTo>
                  <a:lnTo>
                    <a:pt x="502246" y="770369"/>
                  </a:lnTo>
                  <a:lnTo>
                    <a:pt x="508774" y="780288"/>
                  </a:lnTo>
                  <a:lnTo>
                    <a:pt x="518452" y="786980"/>
                  </a:lnTo>
                  <a:lnTo>
                    <a:pt x="530352" y="789432"/>
                  </a:lnTo>
                  <a:lnTo>
                    <a:pt x="542239" y="786980"/>
                  </a:lnTo>
                  <a:lnTo>
                    <a:pt x="551916" y="780288"/>
                  </a:lnTo>
                  <a:lnTo>
                    <a:pt x="558444" y="770369"/>
                  </a:lnTo>
                  <a:lnTo>
                    <a:pt x="560819" y="758190"/>
                  </a:lnTo>
                  <a:close/>
                </a:path>
                <a:path extrusionOk="0" h="1300479" w="1209039">
                  <a:moveTo>
                    <a:pt x="598932" y="31242"/>
                  </a:moveTo>
                  <a:lnTo>
                    <a:pt x="596468" y="19075"/>
                  </a:lnTo>
                  <a:lnTo>
                    <a:pt x="589788" y="9144"/>
                  </a:lnTo>
                  <a:lnTo>
                    <a:pt x="579856" y="2463"/>
                  </a:lnTo>
                  <a:lnTo>
                    <a:pt x="567690" y="0"/>
                  </a:lnTo>
                  <a:lnTo>
                    <a:pt x="555510" y="2463"/>
                  </a:lnTo>
                  <a:lnTo>
                    <a:pt x="545592" y="9144"/>
                  </a:lnTo>
                  <a:lnTo>
                    <a:pt x="538899" y="19075"/>
                  </a:lnTo>
                  <a:lnTo>
                    <a:pt x="536448" y="31242"/>
                  </a:lnTo>
                  <a:lnTo>
                    <a:pt x="538899" y="43421"/>
                  </a:lnTo>
                  <a:lnTo>
                    <a:pt x="545592" y="53340"/>
                  </a:lnTo>
                  <a:lnTo>
                    <a:pt x="555510" y="60032"/>
                  </a:lnTo>
                  <a:lnTo>
                    <a:pt x="567690" y="62484"/>
                  </a:lnTo>
                  <a:lnTo>
                    <a:pt x="579856" y="60032"/>
                  </a:lnTo>
                  <a:lnTo>
                    <a:pt x="589775" y="53340"/>
                  </a:lnTo>
                  <a:lnTo>
                    <a:pt x="596468" y="43421"/>
                  </a:lnTo>
                  <a:lnTo>
                    <a:pt x="598932" y="31242"/>
                  </a:lnTo>
                  <a:close/>
                </a:path>
                <a:path extrusionOk="0" h="1300479" w="1209039">
                  <a:moveTo>
                    <a:pt x="627888" y="1268730"/>
                  </a:moveTo>
                  <a:lnTo>
                    <a:pt x="625424" y="1256563"/>
                  </a:lnTo>
                  <a:lnTo>
                    <a:pt x="618744" y="1246632"/>
                  </a:lnTo>
                  <a:lnTo>
                    <a:pt x="608812" y="1239951"/>
                  </a:lnTo>
                  <a:lnTo>
                    <a:pt x="596646" y="1237488"/>
                  </a:lnTo>
                  <a:lnTo>
                    <a:pt x="584466" y="1239951"/>
                  </a:lnTo>
                  <a:lnTo>
                    <a:pt x="574548" y="1246632"/>
                  </a:lnTo>
                  <a:lnTo>
                    <a:pt x="567855" y="1256563"/>
                  </a:lnTo>
                  <a:lnTo>
                    <a:pt x="565404" y="1268730"/>
                  </a:lnTo>
                  <a:lnTo>
                    <a:pt x="567855" y="1280909"/>
                  </a:lnTo>
                  <a:lnTo>
                    <a:pt x="574548" y="1290828"/>
                  </a:lnTo>
                  <a:lnTo>
                    <a:pt x="584466" y="1297520"/>
                  </a:lnTo>
                  <a:lnTo>
                    <a:pt x="596646" y="1299972"/>
                  </a:lnTo>
                  <a:lnTo>
                    <a:pt x="608812" y="1297520"/>
                  </a:lnTo>
                  <a:lnTo>
                    <a:pt x="618744" y="1290828"/>
                  </a:lnTo>
                  <a:lnTo>
                    <a:pt x="625424" y="1280909"/>
                  </a:lnTo>
                  <a:lnTo>
                    <a:pt x="627888" y="1268730"/>
                  </a:lnTo>
                  <a:close/>
                </a:path>
                <a:path extrusionOk="0" h="1300479" w="1209039">
                  <a:moveTo>
                    <a:pt x="637032" y="1084326"/>
                  </a:moveTo>
                  <a:lnTo>
                    <a:pt x="634644" y="1072159"/>
                  </a:lnTo>
                  <a:lnTo>
                    <a:pt x="628116" y="1062228"/>
                  </a:lnTo>
                  <a:lnTo>
                    <a:pt x="618439" y="1055547"/>
                  </a:lnTo>
                  <a:lnTo>
                    <a:pt x="606552" y="1053084"/>
                  </a:lnTo>
                  <a:lnTo>
                    <a:pt x="594652" y="1055547"/>
                  </a:lnTo>
                  <a:lnTo>
                    <a:pt x="584974" y="1062228"/>
                  </a:lnTo>
                  <a:lnTo>
                    <a:pt x="578446" y="1072159"/>
                  </a:lnTo>
                  <a:lnTo>
                    <a:pt x="576072" y="1084326"/>
                  </a:lnTo>
                  <a:lnTo>
                    <a:pt x="578446" y="1096505"/>
                  </a:lnTo>
                  <a:lnTo>
                    <a:pt x="584974" y="1106424"/>
                  </a:lnTo>
                  <a:lnTo>
                    <a:pt x="594652" y="1113116"/>
                  </a:lnTo>
                  <a:lnTo>
                    <a:pt x="606552" y="1115568"/>
                  </a:lnTo>
                  <a:lnTo>
                    <a:pt x="618439" y="1113116"/>
                  </a:lnTo>
                  <a:lnTo>
                    <a:pt x="628116" y="1106424"/>
                  </a:lnTo>
                  <a:lnTo>
                    <a:pt x="634644" y="1096505"/>
                  </a:lnTo>
                  <a:lnTo>
                    <a:pt x="637032" y="1084326"/>
                  </a:lnTo>
                  <a:close/>
                </a:path>
                <a:path extrusionOk="0" h="1300479" w="1209039">
                  <a:moveTo>
                    <a:pt x="682752" y="517398"/>
                  </a:moveTo>
                  <a:lnTo>
                    <a:pt x="680364" y="505231"/>
                  </a:lnTo>
                  <a:lnTo>
                    <a:pt x="673836" y="495300"/>
                  </a:lnTo>
                  <a:lnTo>
                    <a:pt x="664159" y="488619"/>
                  </a:lnTo>
                  <a:lnTo>
                    <a:pt x="652272" y="486156"/>
                  </a:lnTo>
                  <a:lnTo>
                    <a:pt x="640372" y="488619"/>
                  </a:lnTo>
                  <a:lnTo>
                    <a:pt x="630694" y="495300"/>
                  </a:lnTo>
                  <a:lnTo>
                    <a:pt x="624166" y="505231"/>
                  </a:lnTo>
                  <a:lnTo>
                    <a:pt x="621792" y="517398"/>
                  </a:lnTo>
                  <a:lnTo>
                    <a:pt x="624166" y="529577"/>
                  </a:lnTo>
                  <a:lnTo>
                    <a:pt x="630694" y="539496"/>
                  </a:lnTo>
                  <a:lnTo>
                    <a:pt x="640372" y="546188"/>
                  </a:lnTo>
                  <a:lnTo>
                    <a:pt x="652272" y="548640"/>
                  </a:lnTo>
                  <a:lnTo>
                    <a:pt x="664159" y="546188"/>
                  </a:lnTo>
                  <a:lnTo>
                    <a:pt x="673836" y="539496"/>
                  </a:lnTo>
                  <a:lnTo>
                    <a:pt x="680364" y="529577"/>
                  </a:lnTo>
                  <a:lnTo>
                    <a:pt x="682752" y="517398"/>
                  </a:lnTo>
                  <a:close/>
                </a:path>
                <a:path extrusionOk="0" h="1300479" w="1209039">
                  <a:moveTo>
                    <a:pt x="786384" y="1210818"/>
                  </a:moveTo>
                  <a:lnTo>
                    <a:pt x="783996" y="1198651"/>
                  </a:lnTo>
                  <a:lnTo>
                    <a:pt x="777468" y="1188732"/>
                  </a:lnTo>
                  <a:lnTo>
                    <a:pt x="767791" y="1182039"/>
                  </a:lnTo>
                  <a:lnTo>
                    <a:pt x="755904" y="1179576"/>
                  </a:lnTo>
                  <a:lnTo>
                    <a:pt x="744004" y="1182039"/>
                  </a:lnTo>
                  <a:lnTo>
                    <a:pt x="734326" y="1188720"/>
                  </a:lnTo>
                  <a:lnTo>
                    <a:pt x="727798" y="1198651"/>
                  </a:lnTo>
                  <a:lnTo>
                    <a:pt x="725424" y="1210818"/>
                  </a:lnTo>
                  <a:lnTo>
                    <a:pt x="727798" y="1222997"/>
                  </a:lnTo>
                  <a:lnTo>
                    <a:pt x="734326" y="1232916"/>
                  </a:lnTo>
                  <a:lnTo>
                    <a:pt x="744004" y="1239608"/>
                  </a:lnTo>
                  <a:lnTo>
                    <a:pt x="755904" y="1242060"/>
                  </a:lnTo>
                  <a:lnTo>
                    <a:pt x="767791" y="1239608"/>
                  </a:lnTo>
                  <a:lnTo>
                    <a:pt x="777468" y="1232916"/>
                  </a:lnTo>
                  <a:lnTo>
                    <a:pt x="783996" y="1222997"/>
                  </a:lnTo>
                  <a:lnTo>
                    <a:pt x="786384" y="1210818"/>
                  </a:lnTo>
                  <a:close/>
                </a:path>
                <a:path extrusionOk="0" h="1300479" w="1209039">
                  <a:moveTo>
                    <a:pt x="792480" y="299466"/>
                  </a:moveTo>
                  <a:lnTo>
                    <a:pt x="790092" y="287299"/>
                  </a:lnTo>
                  <a:lnTo>
                    <a:pt x="783564" y="277368"/>
                  </a:lnTo>
                  <a:lnTo>
                    <a:pt x="773887" y="270687"/>
                  </a:lnTo>
                  <a:lnTo>
                    <a:pt x="762000" y="268224"/>
                  </a:lnTo>
                  <a:lnTo>
                    <a:pt x="750100" y="270687"/>
                  </a:lnTo>
                  <a:lnTo>
                    <a:pt x="740422" y="277368"/>
                  </a:lnTo>
                  <a:lnTo>
                    <a:pt x="733894" y="287299"/>
                  </a:lnTo>
                  <a:lnTo>
                    <a:pt x="731520" y="299466"/>
                  </a:lnTo>
                  <a:lnTo>
                    <a:pt x="733894" y="311645"/>
                  </a:lnTo>
                  <a:lnTo>
                    <a:pt x="740422" y="321564"/>
                  </a:lnTo>
                  <a:lnTo>
                    <a:pt x="750100" y="328256"/>
                  </a:lnTo>
                  <a:lnTo>
                    <a:pt x="762000" y="330708"/>
                  </a:lnTo>
                  <a:lnTo>
                    <a:pt x="773887" y="328256"/>
                  </a:lnTo>
                  <a:lnTo>
                    <a:pt x="783564" y="321564"/>
                  </a:lnTo>
                  <a:lnTo>
                    <a:pt x="790092" y="311645"/>
                  </a:lnTo>
                  <a:lnTo>
                    <a:pt x="792480" y="299466"/>
                  </a:lnTo>
                  <a:close/>
                </a:path>
                <a:path extrusionOk="0" h="1300479" w="1209039">
                  <a:moveTo>
                    <a:pt x="797052" y="1035558"/>
                  </a:moveTo>
                  <a:lnTo>
                    <a:pt x="794588" y="1023391"/>
                  </a:lnTo>
                  <a:lnTo>
                    <a:pt x="787908" y="1013460"/>
                  </a:lnTo>
                  <a:lnTo>
                    <a:pt x="777976" y="1006779"/>
                  </a:lnTo>
                  <a:lnTo>
                    <a:pt x="765810" y="1004316"/>
                  </a:lnTo>
                  <a:lnTo>
                    <a:pt x="753630" y="1006779"/>
                  </a:lnTo>
                  <a:lnTo>
                    <a:pt x="743712" y="1013460"/>
                  </a:lnTo>
                  <a:lnTo>
                    <a:pt x="737019" y="1023391"/>
                  </a:lnTo>
                  <a:lnTo>
                    <a:pt x="734568" y="1035558"/>
                  </a:lnTo>
                  <a:lnTo>
                    <a:pt x="737019" y="1047737"/>
                  </a:lnTo>
                  <a:lnTo>
                    <a:pt x="743712" y="1057656"/>
                  </a:lnTo>
                  <a:lnTo>
                    <a:pt x="753630" y="1064348"/>
                  </a:lnTo>
                  <a:lnTo>
                    <a:pt x="765810" y="1066800"/>
                  </a:lnTo>
                  <a:lnTo>
                    <a:pt x="777976" y="1064348"/>
                  </a:lnTo>
                  <a:lnTo>
                    <a:pt x="787908" y="1057656"/>
                  </a:lnTo>
                  <a:lnTo>
                    <a:pt x="794588" y="1047737"/>
                  </a:lnTo>
                  <a:lnTo>
                    <a:pt x="797052" y="1035558"/>
                  </a:lnTo>
                  <a:close/>
                </a:path>
                <a:path extrusionOk="0" h="1300479" w="1209039">
                  <a:moveTo>
                    <a:pt x="885444" y="700278"/>
                  </a:moveTo>
                  <a:lnTo>
                    <a:pt x="883056" y="688111"/>
                  </a:lnTo>
                  <a:lnTo>
                    <a:pt x="876528" y="678180"/>
                  </a:lnTo>
                  <a:lnTo>
                    <a:pt x="866851" y="671499"/>
                  </a:lnTo>
                  <a:lnTo>
                    <a:pt x="854964" y="669036"/>
                  </a:lnTo>
                  <a:lnTo>
                    <a:pt x="843064" y="671499"/>
                  </a:lnTo>
                  <a:lnTo>
                    <a:pt x="833386" y="678180"/>
                  </a:lnTo>
                  <a:lnTo>
                    <a:pt x="826858" y="688111"/>
                  </a:lnTo>
                  <a:lnTo>
                    <a:pt x="824484" y="700278"/>
                  </a:lnTo>
                  <a:lnTo>
                    <a:pt x="826858" y="712457"/>
                  </a:lnTo>
                  <a:lnTo>
                    <a:pt x="833386" y="722376"/>
                  </a:lnTo>
                  <a:lnTo>
                    <a:pt x="843064" y="729068"/>
                  </a:lnTo>
                  <a:lnTo>
                    <a:pt x="854964" y="731520"/>
                  </a:lnTo>
                  <a:lnTo>
                    <a:pt x="866851" y="729068"/>
                  </a:lnTo>
                  <a:lnTo>
                    <a:pt x="876528" y="722376"/>
                  </a:lnTo>
                  <a:lnTo>
                    <a:pt x="883056" y="712457"/>
                  </a:lnTo>
                  <a:lnTo>
                    <a:pt x="885444" y="700278"/>
                  </a:lnTo>
                  <a:close/>
                </a:path>
                <a:path extrusionOk="0" h="1300479" w="1209039">
                  <a:moveTo>
                    <a:pt x="903732" y="881634"/>
                  </a:moveTo>
                  <a:lnTo>
                    <a:pt x="901344" y="869467"/>
                  </a:lnTo>
                  <a:lnTo>
                    <a:pt x="894816" y="859536"/>
                  </a:lnTo>
                  <a:lnTo>
                    <a:pt x="885139" y="852855"/>
                  </a:lnTo>
                  <a:lnTo>
                    <a:pt x="873252" y="850392"/>
                  </a:lnTo>
                  <a:lnTo>
                    <a:pt x="861352" y="852855"/>
                  </a:lnTo>
                  <a:lnTo>
                    <a:pt x="851674" y="859536"/>
                  </a:lnTo>
                  <a:lnTo>
                    <a:pt x="845146" y="869467"/>
                  </a:lnTo>
                  <a:lnTo>
                    <a:pt x="842772" y="881634"/>
                  </a:lnTo>
                  <a:lnTo>
                    <a:pt x="845146" y="893813"/>
                  </a:lnTo>
                  <a:lnTo>
                    <a:pt x="851674" y="903732"/>
                  </a:lnTo>
                  <a:lnTo>
                    <a:pt x="861352" y="910424"/>
                  </a:lnTo>
                  <a:lnTo>
                    <a:pt x="873252" y="912876"/>
                  </a:lnTo>
                  <a:lnTo>
                    <a:pt x="885139" y="910424"/>
                  </a:lnTo>
                  <a:lnTo>
                    <a:pt x="894816" y="903732"/>
                  </a:lnTo>
                  <a:lnTo>
                    <a:pt x="901344" y="893813"/>
                  </a:lnTo>
                  <a:lnTo>
                    <a:pt x="903732" y="881634"/>
                  </a:lnTo>
                  <a:close/>
                </a:path>
                <a:path extrusionOk="0" h="1300479" w="1209039">
                  <a:moveTo>
                    <a:pt x="922020" y="182118"/>
                  </a:moveTo>
                  <a:lnTo>
                    <a:pt x="919632" y="169951"/>
                  </a:lnTo>
                  <a:lnTo>
                    <a:pt x="913104" y="160020"/>
                  </a:lnTo>
                  <a:lnTo>
                    <a:pt x="903427" y="153339"/>
                  </a:lnTo>
                  <a:lnTo>
                    <a:pt x="891540" y="150876"/>
                  </a:lnTo>
                  <a:lnTo>
                    <a:pt x="879640" y="153339"/>
                  </a:lnTo>
                  <a:lnTo>
                    <a:pt x="869962" y="160020"/>
                  </a:lnTo>
                  <a:lnTo>
                    <a:pt x="863434" y="169951"/>
                  </a:lnTo>
                  <a:lnTo>
                    <a:pt x="861060" y="182118"/>
                  </a:lnTo>
                  <a:lnTo>
                    <a:pt x="863434" y="194297"/>
                  </a:lnTo>
                  <a:lnTo>
                    <a:pt x="869962" y="204216"/>
                  </a:lnTo>
                  <a:lnTo>
                    <a:pt x="879640" y="210908"/>
                  </a:lnTo>
                  <a:lnTo>
                    <a:pt x="891540" y="213360"/>
                  </a:lnTo>
                  <a:lnTo>
                    <a:pt x="903427" y="210908"/>
                  </a:lnTo>
                  <a:lnTo>
                    <a:pt x="913104" y="204228"/>
                  </a:lnTo>
                  <a:lnTo>
                    <a:pt x="919632" y="194297"/>
                  </a:lnTo>
                  <a:lnTo>
                    <a:pt x="922020" y="182118"/>
                  </a:lnTo>
                  <a:close/>
                </a:path>
                <a:path extrusionOk="0" h="1300479" w="1209039">
                  <a:moveTo>
                    <a:pt x="1039368" y="865632"/>
                  </a:moveTo>
                  <a:lnTo>
                    <a:pt x="1036980" y="853744"/>
                  </a:lnTo>
                  <a:lnTo>
                    <a:pt x="1030452" y="844067"/>
                  </a:lnTo>
                  <a:lnTo>
                    <a:pt x="1020775" y="837539"/>
                  </a:lnTo>
                  <a:lnTo>
                    <a:pt x="1008888" y="835152"/>
                  </a:lnTo>
                  <a:lnTo>
                    <a:pt x="996988" y="837539"/>
                  </a:lnTo>
                  <a:lnTo>
                    <a:pt x="987310" y="844067"/>
                  </a:lnTo>
                  <a:lnTo>
                    <a:pt x="980782" y="853744"/>
                  </a:lnTo>
                  <a:lnTo>
                    <a:pt x="978408" y="865632"/>
                  </a:lnTo>
                  <a:lnTo>
                    <a:pt x="980782" y="877531"/>
                  </a:lnTo>
                  <a:lnTo>
                    <a:pt x="987310" y="887209"/>
                  </a:lnTo>
                  <a:lnTo>
                    <a:pt x="996988" y="893737"/>
                  </a:lnTo>
                  <a:lnTo>
                    <a:pt x="1008888" y="896112"/>
                  </a:lnTo>
                  <a:lnTo>
                    <a:pt x="1020775" y="893737"/>
                  </a:lnTo>
                  <a:lnTo>
                    <a:pt x="1030452" y="887209"/>
                  </a:lnTo>
                  <a:lnTo>
                    <a:pt x="1036980" y="877531"/>
                  </a:lnTo>
                  <a:lnTo>
                    <a:pt x="1039368" y="865632"/>
                  </a:lnTo>
                  <a:close/>
                </a:path>
                <a:path extrusionOk="0" h="1300479" w="1209039">
                  <a:moveTo>
                    <a:pt x="1060704" y="1044702"/>
                  </a:moveTo>
                  <a:lnTo>
                    <a:pt x="1058316" y="1032535"/>
                  </a:lnTo>
                  <a:lnTo>
                    <a:pt x="1051788" y="1022604"/>
                  </a:lnTo>
                  <a:lnTo>
                    <a:pt x="1042111" y="1015923"/>
                  </a:lnTo>
                  <a:lnTo>
                    <a:pt x="1030224" y="1013460"/>
                  </a:lnTo>
                  <a:lnTo>
                    <a:pt x="1018324" y="1015923"/>
                  </a:lnTo>
                  <a:lnTo>
                    <a:pt x="1008646" y="1022604"/>
                  </a:lnTo>
                  <a:lnTo>
                    <a:pt x="1002118" y="1032535"/>
                  </a:lnTo>
                  <a:lnTo>
                    <a:pt x="999744" y="1044702"/>
                  </a:lnTo>
                  <a:lnTo>
                    <a:pt x="1002118" y="1056881"/>
                  </a:lnTo>
                  <a:lnTo>
                    <a:pt x="1008646" y="1066800"/>
                  </a:lnTo>
                  <a:lnTo>
                    <a:pt x="1018324" y="1073492"/>
                  </a:lnTo>
                  <a:lnTo>
                    <a:pt x="1030224" y="1075944"/>
                  </a:lnTo>
                  <a:lnTo>
                    <a:pt x="1042111" y="1073492"/>
                  </a:lnTo>
                  <a:lnTo>
                    <a:pt x="1051788" y="1066800"/>
                  </a:lnTo>
                  <a:lnTo>
                    <a:pt x="1058316" y="1056881"/>
                  </a:lnTo>
                  <a:lnTo>
                    <a:pt x="1060704" y="1044702"/>
                  </a:lnTo>
                  <a:close/>
                </a:path>
                <a:path extrusionOk="0" h="1300479" w="1209039">
                  <a:moveTo>
                    <a:pt x="1085088" y="514350"/>
                  </a:moveTo>
                  <a:lnTo>
                    <a:pt x="1082700" y="502183"/>
                  </a:lnTo>
                  <a:lnTo>
                    <a:pt x="1076172" y="492264"/>
                  </a:lnTo>
                  <a:lnTo>
                    <a:pt x="1066495" y="485571"/>
                  </a:lnTo>
                  <a:lnTo>
                    <a:pt x="1054608" y="483120"/>
                  </a:lnTo>
                  <a:lnTo>
                    <a:pt x="1042708" y="485571"/>
                  </a:lnTo>
                  <a:lnTo>
                    <a:pt x="1033030" y="492264"/>
                  </a:lnTo>
                  <a:lnTo>
                    <a:pt x="1026502" y="502183"/>
                  </a:lnTo>
                  <a:lnTo>
                    <a:pt x="1024128" y="514350"/>
                  </a:lnTo>
                  <a:lnTo>
                    <a:pt x="1026502" y="526529"/>
                  </a:lnTo>
                  <a:lnTo>
                    <a:pt x="1033030" y="536448"/>
                  </a:lnTo>
                  <a:lnTo>
                    <a:pt x="1042708" y="543140"/>
                  </a:lnTo>
                  <a:lnTo>
                    <a:pt x="1054608" y="545592"/>
                  </a:lnTo>
                  <a:lnTo>
                    <a:pt x="1066495" y="543140"/>
                  </a:lnTo>
                  <a:lnTo>
                    <a:pt x="1076172" y="536448"/>
                  </a:lnTo>
                  <a:lnTo>
                    <a:pt x="1082700" y="526529"/>
                  </a:lnTo>
                  <a:lnTo>
                    <a:pt x="1085088" y="514350"/>
                  </a:lnTo>
                  <a:close/>
                </a:path>
                <a:path extrusionOk="0" h="1300479" w="1209039">
                  <a:moveTo>
                    <a:pt x="1208532" y="398526"/>
                  </a:moveTo>
                  <a:lnTo>
                    <a:pt x="1206144" y="386359"/>
                  </a:lnTo>
                  <a:lnTo>
                    <a:pt x="1199616" y="376428"/>
                  </a:lnTo>
                  <a:lnTo>
                    <a:pt x="1189939" y="369747"/>
                  </a:lnTo>
                  <a:lnTo>
                    <a:pt x="1178052" y="367284"/>
                  </a:lnTo>
                  <a:lnTo>
                    <a:pt x="1166152" y="369747"/>
                  </a:lnTo>
                  <a:lnTo>
                    <a:pt x="1156474" y="376428"/>
                  </a:lnTo>
                  <a:lnTo>
                    <a:pt x="1149946" y="386359"/>
                  </a:lnTo>
                  <a:lnTo>
                    <a:pt x="1147572" y="398526"/>
                  </a:lnTo>
                  <a:lnTo>
                    <a:pt x="1149946" y="410705"/>
                  </a:lnTo>
                  <a:lnTo>
                    <a:pt x="1156474" y="420624"/>
                  </a:lnTo>
                  <a:lnTo>
                    <a:pt x="1166152" y="427316"/>
                  </a:lnTo>
                  <a:lnTo>
                    <a:pt x="1178052" y="429780"/>
                  </a:lnTo>
                  <a:lnTo>
                    <a:pt x="1189939" y="427316"/>
                  </a:lnTo>
                  <a:lnTo>
                    <a:pt x="1199616" y="420624"/>
                  </a:lnTo>
                  <a:lnTo>
                    <a:pt x="1206144" y="410705"/>
                  </a:lnTo>
                  <a:lnTo>
                    <a:pt x="1208532" y="398526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4" name="Google Shape;4464;p186"/>
            <p:cNvSpPr/>
            <p:nvPr/>
          </p:nvSpPr>
          <p:spPr>
            <a:xfrm>
              <a:off x="3242733" y="3072711"/>
              <a:ext cx="795655" cy="667385"/>
            </a:xfrm>
            <a:custGeom>
              <a:rect b="b" l="l" r="r" t="t"/>
              <a:pathLst>
                <a:path extrusionOk="0" h="667385" w="795654">
                  <a:moveTo>
                    <a:pt x="282913" y="478716"/>
                  </a:moveTo>
                  <a:lnTo>
                    <a:pt x="232316" y="436577"/>
                  </a:lnTo>
                  <a:lnTo>
                    <a:pt x="185831" y="393573"/>
                  </a:lnTo>
                  <a:lnTo>
                    <a:pt x="143774" y="350234"/>
                  </a:lnTo>
                  <a:lnTo>
                    <a:pt x="106463" y="307092"/>
                  </a:lnTo>
                  <a:lnTo>
                    <a:pt x="74213" y="264679"/>
                  </a:lnTo>
                  <a:lnTo>
                    <a:pt x="47343" y="223525"/>
                  </a:lnTo>
                  <a:lnTo>
                    <a:pt x="26170" y="184163"/>
                  </a:lnTo>
                  <a:lnTo>
                    <a:pt x="11010" y="147124"/>
                  </a:lnTo>
                  <a:lnTo>
                    <a:pt x="0" y="82138"/>
                  </a:lnTo>
                  <a:lnTo>
                    <a:pt x="4783" y="55254"/>
                  </a:lnTo>
                  <a:lnTo>
                    <a:pt x="16848" y="32819"/>
                  </a:lnTo>
                  <a:lnTo>
                    <a:pt x="35863" y="15878"/>
                  </a:lnTo>
                  <a:lnTo>
                    <a:pt x="60892" y="5001"/>
                  </a:lnTo>
                  <a:lnTo>
                    <a:pt x="91345" y="0"/>
                  </a:lnTo>
                  <a:lnTo>
                    <a:pt x="126632" y="688"/>
                  </a:lnTo>
                  <a:lnTo>
                    <a:pt x="166163" y="6880"/>
                  </a:lnTo>
                  <a:lnTo>
                    <a:pt x="209348" y="18389"/>
                  </a:lnTo>
                  <a:lnTo>
                    <a:pt x="255597" y="35028"/>
                  </a:lnTo>
                  <a:lnTo>
                    <a:pt x="304319" y="56610"/>
                  </a:lnTo>
                  <a:lnTo>
                    <a:pt x="354926" y="82950"/>
                  </a:lnTo>
                  <a:lnTo>
                    <a:pt x="406826" y="113861"/>
                  </a:lnTo>
                  <a:lnTo>
                    <a:pt x="459430" y="149156"/>
                  </a:lnTo>
                  <a:lnTo>
                    <a:pt x="512148" y="188648"/>
                  </a:lnTo>
                  <a:lnTo>
                    <a:pt x="562744" y="230787"/>
                  </a:lnTo>
                  <a:lnTo>
                    <a:pt x="609229" y="273791"/>
                  </a:lnTo>
                  <a:lnTo>
                    <a:pt x="651286" y="317128"/>
                  </a:lnTo>
                  <a:lnTo>
                    <a:pt x="688598" y="360267"/>
                  </a:lnTo>
                  <a:lnTo>
                    <a:pt x="720847" y="402676"/>
                  </a:lnTo>
                  <a:lnTo>
                    <a:pt x="747717" y="443823"/>
                  </a:lnTo>
                  <a:lnTo>
                    <a:pt x="768890" y="483176"/>
                  </a:lnTo>
                  <a:lnTo>
                    <a:pt x="784050" y="520203"/>
                  </a:lnTo>
                  <a:lnTo>
                    <a:pt x="795061" y="585153"/>
                  </a:lnTo>
                  <a:lnTo>
                    <a:pt x="790278" y="612012"/>
                  </a:lnTo>
                  <a:lnTo>
                    <a:pt x="778213" y="634418"/>
                  </a:lnTo>
                  <a:lnTo>
                    <a:pt x="759197" y="651361"/>
                  </a:lnTo>
                  <a:lnTo>
                    <a:pt x="734168" y="662246"/>
                  </a:lnTo>
                  <a:lnTo>
                    <a:pt x="703715" y="667257"/>
                  </a:lnTo>
                  <a:lnTo>
                    <a:pt x="668428" y="666582"/>
                  </a:lnTo>
                  <a:lnTo>
                    <a:pt x="628897" y="660405"/>
                  </a:lnTo>
                  <a:lnTo>
                    <a:pt x="585712" y="648912"/>
                  </a:lnTo>
                  <a:lnTo>
                    <a:pt x="539464" y="632289"/>
                  </a:lnTo>
                  <a:lnTo>
                    <a:pt x="490741" y="610721"/>
                  </a:lnTo>
                  <a:lnTo>
                    <a:pt x="440135" y="584394"/>
                  </a:lnTo>
                  <a:lnTo>
                    <a:pt x="388234" y="553494"/>
                  </a:lnTo>
                  <a:lnTo>
                    <a:pt x="335630" y="518206"/>
                  </a:lnTo>
                  <a:lnTo>
                    <a:pt x="282913" y="47871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5" name="Google Shape;4465;p186"/>
            <p:cNvSpPr/>
            <p:nvPr/>
          </p:nvSpPr>
          <p:spPr>
            <a:xfrm>
              <a:off x="3831335" y="3099943"/>
              <a:ext cx="187198" cy="18719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6" name="Google Shape;4466;p186"/>
            <p:cNvSpPr/>
            <p:nvPr/>
          </p:nvSpPr>
          <p:spPr>
            <a:xfrm>
              <a:off x="2874263" y="3666744"/>
              <a:ext cx="710565" cy="469900"/>
            </a:xfrm>
            <a:custGeom>
              <a:rect b="b" l="l" r="r" t="t"/>
              <a:pathLst>
                <a:path extrusionOk="0" h="469900" w="710564">
                  <a:moveTo>
                    <a:pt x="710184" y="0"/>
                  </a:moveTo>
                  <a:lnTo>
                    <a:pt x="0" y="0"/>
                  </a:lnTo>
                  <a:lnTo>
                    <a:pt x="0" y="469391"/>
                  </a:lnTo>
                  <a:lnTo>
                    <a:pt x="710184" y="469391"/>
                  </a:lnTo>
                  <a:lnTo>
                    <a:pt x="7101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7" name="Google Shape;4467;p186"/>
            <p:cNvSpPr/>
            <p:nvPr/>
          </p:nvSpPr>
          <p:spPr>
            <a:xfrm>
              <a:off x="2964179" y="3742905"/>
              <a:ext cx="614946" cy="32541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468" name="Google Shape;4468;p186"/>
          <p:cNvSpPr/>
          <p:nvPr/>
        </p:nvSpPr>
        <p:spPr>
          <a:xfrm>
            <a:off x="2840735" y="4664964"/>
            <a:ext cx="881634" cy="168401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69" name="Google Shape;4469;p186"/>
          <p:cNvSpPr/>
          <p:nvPr/>
        </p:nvSpPr>
        <p:spPr>
          <a:xfrm>
            <a:off x="554736" y="1923288"/>
            <a:ext cx="1119377" cy="18973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3" name="Shape 4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" name="Google Shape;4474;p187"/>
          <p:cNvSpPr/>
          <p:nvPr/>
        </p:nvSpPr>
        <p:spPr>
          <a:xfrm>
            <a:off x="9342278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75" name="Google Shape;4475;p187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76" name="Google Shape;4476;p187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77" name="Google Shape;4477;p187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78" name="Google Shape;4478;p187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79" name="Google Shape;4479;p187"/>
          <p:cNvSpPr/>
          <p:nvPr/>
        </p:nvSpPr>
        <p:spPr>
          <a:xfrm>
            <a:off x="682751" y="1815083"/>
            <a:ext cx="4115562" cy="46405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80" name="Google Shape;4480;p187"/>
          <p:cNvSpPr/>
          <p:nvPr/>
        </p:nvSpPr>
        <p:spPr>
          <a:xfrm>
            <a:off x="554736" y="1449324"/>
            <a:ext cx="1718310" cy="18973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81" name="Google Shape;4481;p187"/>
          <p:cNvSpPr/>
          <p:nvPr/>
        </p:nvSpPr>
        <p:spPr>
          <a:xfrm>
            <a:off x="3454908" y="2500883"/>
            <a:ext cx="2659380" cy="749935"/>
          </a:xfrm>
          <a:custGeom>
            <a:rect b="b" l="l" r="r" t="t"/>
            <a:pathLst>
              <a:path extrusionOk="0" h="749935" w="2659379">
                <a:moveTo>
                  <a:pt x="2659380" y="0"/>
                </a:moveTo>
                <a:lnTo>
                  <a:pt x="0" y="0"/>
                </a:lnTo>
                <a:lnTo>
                  <a:pt x="0" y="749808"/>
                </a:lnTo>
                <a:lnTo>
                  <a:pt x="2659380" y="749808"/>
                </a:lnTo>
                <a:lnTo>
                  <a:pt x="265938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82" name="Google Shape;4482;p187"/>
          <p:cNvSpPr txBox="1"/>
          <p:nvPr/>
        </p:nvSpPr>
        <p:spPr>
          <a:xfrm>
            <a:off x="3634104" y="2687573"/>
            <a:ext cx="14001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𝑡𝑒𝑠𝑡 𝑠𝑡𝑎𝑡𝑖𝑠𝑡𝑖𝑐 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3" name="Google Shape;4483;p187"/>
          <p:cNvSpPr/>
          <p:nvPr/>
        </p:nvSpPr>
        <p:spPr>
          <a:xfrm>
            <a:off x="5079746" y="2838195"/>
            <a:ext cx="855344" cy="13970"/>
          </a:xfrm>
          <a:custGeom>
            <a:rect b="b" l="l" r="r" t="t"/>
            <a:pathLst>
              <a:path extrusionOk="0" h="13969" w="855345">
                <a:moveTo>
                  <a:pt x="854963" y="0"/>
                </a:moveTo>
                <a:lnTo>
                  <a:pt x="0" y="0"/>
                </a:lnTo>
                <a:lnTo>
                  <a:pt x="0" y="13715"/>
                </a:lnTo>
                <a:lnTo>
                  <a:pt x="854963" y="13715"/>
                </a:lnTo>
                <a:lnTo>
                  <a:pt x="854963" y="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84" name="Google Shape;4484;p187"/>
          <p:cNvSpPr txBox="1"/>
          <p:nvPr/>
        </p:nvSpPr>
        <p:spPr>
          <a:xfrm>
            <a:off x="5054980" y="2533649"/>
            <a:ext cx="90868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(𝑛 − 1)𝑆</a:t>
            </a:r>
            <a:r>
              <a:rPr baseline="30000" lang="en-US" sz="1725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30000" sz="17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5" name="Google Shape;4485;p187"/>
          <p:cNvSpPr txBox="1"/>
          <p:nvPr/>
        </p:nvSpPr>
        <p:spPr>
          <a:xfrm>
            <a:off x="5499861" y="2939033"/>
            <a:ext cx="9842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6" name="Google Shape;4486;p187"/>
          <p:cNvSpPr txBox="1"/>
          <p:nvPr/>
        </p:nvSpPr>
        <p:spPr>
          <a:xfrm>
            <a:off x="5369305" y="2756154"/>
            <a:ext cx="28067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7" name="Google Shape;4487;p187"/>
          <p:cNvSpPr/>
          <p:nvPr/>
        </p:nvSpPr>
        <p:spPr>
          <a:xfrm>
            <a:off x="682751" y="3532632"/>
            <a:ext cx="4420362" cy="16230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1" name="Shape 4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2" name="Google Shape;4492;p188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93" name="Google Shape;4493;p188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94" name="Google Shape;4494;p188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95" name="Google Shape;4495;p188"/>
          <p:cNvSpPr/>
          <p:nvPr/>
        </p:nvSpPr>
        <p:spPr>
          <a:xfrm>
            <a:off x="557783" y="1591043"/>
            <a:ext cx="3021329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96" name="Google Shape;4496;p188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497" name="Google Shape;4497;p188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4498" name="Google Shape;4498;p188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9" name="Google Shape;4499;p188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0" name="Google Shape;4500;p188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1" name="Google Shape;4501;p188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2" name="Google Shape;4502;p188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503" name="Google Shape;4503;p188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04" name="Google Shape;4504;p188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8" name="Shape 4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9" name="Google Shape;4509;p189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10" name="Google Shape;4510;p189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11" name="Google Shape;4511;p189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12" name="Google Shape;4512;p189"/>
          <p:cNvSpPr txBox="1"/>
          <p:nvPr>
            <p:ph type="title"/>
          </p:nvPr>
        </p:nvSpPr>
        <p:spPr>
          <a:xfrm>
            <a:off x="437489" y="431419"/>
            <a:ext cx="3299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4.2. Hypothesis Testing in Action</a:t>
            </a:r>
            <a:endParaRPr/>
          </a:p>
        </p:txBody>
      </p:sp>
      <p:sp>
        <p:nvSpPr>
          <p:cNvPr id="4513" name="Google Shape;4513;p189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14" name="Google Shape;4514;p189"/>
          <p:cNvSpPr/>
          <p:nvPr/>
        </p:nvSpPr>
        <p:spPr>
          <a:xfrm>
            <a:off x="682751" y="1805939"/>
            <a:ext cx="2451354" cy="16230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15" name="Google Shape;4515;p189"/>
          <p:cNvSpPr/>
          <p:nvPr/>
        </p:nvSpPr>
        <p:spPr>
          <a:xfrm>
            <a:off x="3646932" y="4006595"/>
            <a:ext cx="1711960" cy="601345"/>
          </a:xfrm>
          <a:custGeom>
            <a:rect b="b" l="l" r="r" t="t"/>
            <a:pathLst>
              <a:path extrusionOk="0" h="601345" w="1711960">
                <a:moveTo>
                  <a:pt x="1711706" y="27432"/>
                </a:moveTo>
                <a:lnTo>
                  <a:pt x="1626870" y="35941"/>
                </a:lnTo>
                <a:lnTo>
                  <a:pt x="1643849" y="62776"/>
                </a:lnTo>
                <a:lnTo>
                  <a:pt x="813917" y="587933"/>
                </a:lnTo>
                <a:lnTo>
                  <a:pt x="65189" y="39865"/>
                </a:lnTo>
                <a:lnTo>
                  <a:pt x="70662" y="32385"/>
                </a:lnTo>
                <a:lnTo>
                  <a:pt x="83947" y="14224"/>
                </a:lnTo>
                <a:lnTo>
                  <a:pt x="0" y="0"/>
                </a:lnTo>
                <a:lnTo>
                  <a:pt x="38989" y="75692"/>
                </a:lnTo>
                <a:lnTo>
                  <a:pt x="57683" y="50139"/>
                </a:lnTo>
                <a:lnTo>
                  <a:pt x="810006" y="600837"/>
                </a:lnTo>
                <a:lnTo>
                  <a:pt x="813828" y="595591"/>
                </a:lnTo>
                <a:lnTo>
                  <a:pt x="817245" y="600964"/>
                </a:lnTo>
                <a:lnTo>
                  <a:pt x="1650695" y="73583"/>
                </a:lnTo>
                <a:lnTo>
                  <a:pt x="1667637" y="100330"/>
                </a:lnTo>
                <a:lnTo>
                  <a:pt x="1694421" y="56007"/>
                </a:lnTo>
                <a:lnTo>
                  <a:pt x="1711706" y="27432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16" name="Google Shape;4516;p189"/>
          <p:cNvSpPr txBox="1"/>
          <p:nvPr/>
        </p:nvSpPr>
        <p:spPr>
          <a:xfrm>
            <a:off x="3349752" y="4602479"/>
            <a:ext cx="2307590" cy="338455"/>
          </a:xfrm>
          <a:prstGeom prst="rect">
            <a:avLst/>
          </a:prstGeom>
          <a:solidFill>
            <a:srgbClr val="DEEBF7"/>
          </a:solidFill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0" lvl="0" marL="3594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Compare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with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𝜎</a:t>
            </a:r>
            <a:r>
              <a:rPr baseline="-25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aseline="30000" lang="en-US" sz="17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>
                <a:solidFill>
                  <a:srgbClr val="252525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17" name="Google Shape;4517;p189"/>
          <p:cNvSpPr txBox="1"/>
          <p:nvPr/>
        </p:nvSpPr>
        <p:spPr>
          <a:xfrm>
            <a:off x="7502143" y="2522296"/>
            <a:ext cx="10350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𝟐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8" name="Google Shape;4518;p189"/>
          <p:cNvSpPr txBox="1"/>
          <p:nvPr/>
        </p:nvSpPr>
        <p:spPr>
          <a:xfrm>
            <a:off x="7110983" y="2430856"/>
            <a:ext cx="52006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𝑿</a:t>
            </a:r>
            <a:r>
              <a:rPr baseline="30000" lang="en-US" sz="2100">
                <a:latin typeface="Arial"/>
                <a:ea typeface="Arial"/>
                <a:cs typeface="Arial"/>
                <a:sym typeface="Arial"/>
              </a:rPr>
              <a:t>ഥ</a:t>
            </a:r>
            <a:r>
              <a:rPr baseline="-25000" lang="en-US" sz="1500">
                <a:latin typeface="Arial"/>
                <a:ea typeface="Arial"/>
                <a:cs typeface="Arial"/>
                <a:sym typeface="Arial"/>
              </a:rPr>
              <a:t>𝟐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𝒔</a:t>
            </a:r>
            <a:r>
              <a:rPr baseline="30000" lang="en-US" sz="1500">
                <a:latin typeface="Arial"/>
                <a:ea typeface="Arial"/>
                <a:cs typeface="Arial"/>
                <a:sym typeface="Arial"/>
              </a:rPr>
              <a:t>𝟐</a:t>
            </a:r>
            <a:endParaRPr baseline="30000"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9" name="Google Shape;4519;p189"/>
          <p:cNvSpPr txBox="1"/>
          <p:nvPr/>
        </p:nvSpPr>
        <p:spPr>
          <a:xfrm>
            <a:off x="7110983" y="2647950"/>
            <a:ext cx="30353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𝒏</a:t>
            </a:r>
            <a:r>
              <a:rPr baseline="-25000" lang="en-US" sz="1500">
                <a:latin typeface="Arial"/>
                <a:ea typeface="Arial"/>
                <a:cs typeface="Arial"/>
                <a:sym typeface="Arial"/>
              </a:rPr>
              <a:t>𝟐</a:t>
            </a:r>
            <a:endParaRPr baseline="-25000"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0" name="Google Shape;4520;p189"/>
          <p:cNvSpPr txBox="1"/>
          <p:nvPr/>
        </p:nvSpPr>
        <p:spPr>
          <a:xfrm>
            <a:off x="4530597" y="2522296"/>
            <a:ext cx="10350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𝟏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1" name="Google Shape;4521;p189"/>
          <p:cNvSpPr txBox="1"/>
          <p:nvPr/>
        </p:nvSpPr>
        <p:spPr>
          <a:xfrm>
            <a:off x="4139438" y="2430856"/>
            <a:ext cx="52006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𝑿</a:t>
            </a:r>
            <a:r>
              <a:rPr baseline="30000" lang="en-US" sz="2100">
                <a:latin typeface="Arial"/>
                <a:ea typeface="Arial"/>
                <a:cs typeface="Arial"/>
                <a:sym typeface="Arial"/>
              </a:rPr>
              <a:t>ഥ</a:t>
            </a:r>
            <a:r>
              <a:rPr baseline="-25000" lang="en-US" sz="1500">
                <a:latin typeface="Arial"/>
                <a:ea typeface="Arial"/>
                <a:cs typeface="Arial"/>
                <a:sym typeface="Arial"/>
              </a:rPr>
              <a:t>𝟏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𝒔</a:t>
            </a:r>
            <a:r>
              <a:rPr baseline="30000" lang="en-US" sz="1500">
                <a:latin typeface="Arial"/>
                <a:ea typeface="Arial"/>
                <a:cs typeface="Arial"/>
                <a:sym typeface="Arial"/>
              </a:rPr>
              <a:t>𝟐</a:t>
            </a:r>
            <a:endParaRPr baseline="30000"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2" name="Google Shape;4522;p189"/>
          <p:cNvSpPr txBox="1"/>
          <p:nvPr/>
        </p:nvSpPr>
        <p:spPr>
          <a:xfrm>
            <a:off x="4139438" y="2647950"/>
            <a:ext cx="30353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𝒏</a:t>
            </a:r>
            <a:r>
              <a:rPr baseline="-25000" lang="en-US" sz="1500">
                <a:latin typeface="Arial"/>
                <a:ea typeface="Arial"/>
                <a:cs typeface="Arial"/>
                <a:sym typeface="Arial"/>
              </a:rPr>
              <a:t>𝟏</a:t>
            </a:r>
            <a:endParaRPr baseline="-25000" sz="15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3" name="Google Shape;4523;p189"/>
          <p:cNvGrpSpPr/>
          <p:nvPr/>
        </p:nvGrpSpPr>
        <p:grpSpPr>
          <a:xfrm>
            <a:off x="2170175" y="2491740"/>
            <a:ext cx="4895849" cy="1895093"/>
            <a:chOff x="2170175" y="2491740"/>
            <a:chExt cx="4895849" cy="1895093"/>
          </a:xfrm>
        </p:grpSpPr>
        <p:sp>
          <p:nvSpPr>
            <p:cNvPr id="4524" name="Google Shape;4524;p189"/>
            <p:cNvSpPr/>
            <p:nvPr/>
          </p:nvSpPr>
          <p:spPr>
            <a:xfrm>
              <a:off x="2170175" y="2491740"/>
              <a:ext cx="1629410" cy="1629410"/>
            </a:xfrm>
            <a:custGeom>
              <a:rect b="b" l="l" r="r" t="t"/>
              <a:pathLst>
                <a:path extrusionOk="0" h="1629410" w="1629410">
                  <a:moveTo>
                    <a:pt x="0" y="814577"/>
                  </a:moveTo>
                  <a:lnTo>
                    <a:pt x="1382" y="766719"/>
                  </a:lnTo>
                  <a:lnTo>
                    <a:pt x="5480" y="719589"/>
                  </a:lnTo>
                  <a:lnTo>
                    <a:pt x="12217" y="673262"/>
                  </a:lnTo>
                  <a:lnTo>
                    <a:pt x="21515" y="627816"/>
                  </a:lnTo>
                  <a:lnTo>
                    <a:pt x="33300" y="583327"/>
                  </a:lnTo>
                  <a:lnTo>
                    <a:pt x="47493" y="539872"/>
                  </a:lnTo>
                  <a:lnTo>
                    <a:pt x="64019" y="497526"/>
                  </a:lnTo>
                  <a:lnTo>
                    <a:pt x="82802" y="456366"/>
                  </a:lnTo>
                  <a:lnTo>
                    <a:pt x="103765" y="416470"/>
                  </a:lnTo>
                  <a:lnTo>
                    <a:pt x="126831" y="377912"/>
                  </a:lnTo>
                  <a:lnTo>
                    <a:pt x="151924" y="340770"/>
                  </a:lnTo>
                  <a:lnTo>
                    <a:pt x="178967" y="305119"/>
                  </a:lnTo>
                  <a:lnTo>
                    <a:pt x="207885" y="271038"/>
                  </a:lnTo>
                  <a:lnTo>
                    <a:pt x="238601" y="238601"/>
                  </a:lnTo>
                  <a:lnTo>
                    <a:pt x="271038" y="207885"/>
                  </a:lnTo>
                  <a:lnTo>
                    <a:pt x="305119" y="178967"/>
                  </a:lnTo>
                  <a:lnTo>
                    <a:pt x="340770" y="151924"/>
                  </a:lnTo>
                  <a:lnTo>
                    <a:pt x="377912" y="126831"/>
                  </a:lnTo>
                  <a:lnTo>
                    <a:pt x="416470" y="103765"/>
                  </a:lnTo>
                  <a:lnTo>
                    <a:pt x="456366" y="82802"/>
                  </a:lnTo>
                  <a:lnTo>
                    <a:pt x="497526" y="64019"/>
                  </a:lnTo>
                  <a:lnTo>
                    <a:pt x="539872" y="47493"/>
                  </a:lnTo>
                  <a:lnTo>
                    <a:pt x="583327" y="33300"/>
                  </a:lnTo>
                  <a:lnTo>
                    <a:pt x="627816" y="21515"/>
                  </a:lnTo>
                  <a:lnTo>
                    <a:pt x="673262" y="12217"/>
                  </a:lnTo>
                  <a:lnTo>
                    <a:pt x="719589" y="5480"/>
                  </a:lnTo>
                  <a:lnTo>
                    <a:pt x="766719" y="1382"/>
                  </a:lnTo>
                  <a:lnTo>
                    <a:pt x="814578" y="0"/>
                  </a:lnTo>
                  <a:lnTo>
                    <a:pt x="862436" y="1382"/>
                  </a:lnTo>
                  <a:lnTo>
                    <a:pt x="909566" y="5480"/>
                  </a:lnTo>
                  <a:lnTo>
                    <a:pt x="955893" y="12217"/>
                  </a:lnTo>
                  <a:lnTo>
                    <a:pt x="1001339" y="21515"/>
                  </a:lnTo>
                  <a:lnTo>
                    <a:pt x="1045828" y="33300"/>
                  </a:lnTo>
                  <a:lnTo>
                    <a:pt x="1089283" y="47493"/>
                  </a:lnTo>
                  <a:lnTo>
                    <a:pt x="1131629" y="64019"/>
                  </a:lnTo>
                  <a:lnTo>
                    <a:pt x="1172789" y="82802"/>
                  </a:lnTo>
                  <a:lnTo>
                    <a:pt x="1212685" y="103765"/>
                  </a:lnTo>
                  <a:lnTo>
                    <a:pt x="1251243" y="126831"/>
                  </a:lnTo>
                  <a:lnTo>
                    <a:pt x="1288385" y="151924"/>
                  </a:lnTo>
                  <a:lnTo>
                    <a:pt x="1324036" y="178967"/>
                  </a:lnTo>
                  <a:lnTo>
                    <a:pt x="1358117" y="207885"/>
                  </a:lnTo>
                  <a:lnTo>
                    <a:pt x="1390554" y="238601"/>
                  </a:lnTo>
                  <a:lnTo>
                    <a:pt x="1421270" y="271038"/>
                  </a:lnTo>
                  <a:lnTo>
                    <a:pt x="1450188" y="305119"/>
                  </a:lnTo>
                  <a:lnTo>
                    <a:pt x="1477231" y="340770"/>
                  </a:lnTo>
                  <a:lnTo>
                    <a:pt x="1502324" y="377912"/>
                  </a:lnTo>
                  <a:lnTo>
                    <a:pt x="1525390" y="416470"/>
                  </a:lnTo>
                  <a:lnTo>
                    <a:pt x="1546353" y="456366"/>
                  </a:lnTo>
                  <a:lnTo>
                    <a:pt x="1565136" y="497526"/>
                  </a:lnTo>
                  <a:lnTo>
                    <a:pt x="1581662" y="539872"/>
                  </a:lnTo>
                  <a:lnTo>
                    <a:pt x="1595855" y="583327"/>
                  </a:lnTo>
                  <a:lnTo>
                    <a:pt x="1607640" y="627816"/>
                  </a:lnTo>
                  <a:lnTo>
                    <a:pt x="1616938" y="673262"/>
                  </a:lnTo>
                  <a:lnTo>
                    <a:pt x="1623675" y="719589"/>
                  </a:lnTo>
                  <a:lnTo>
                    <a:pt x="1627773" y="766719"/>
                  </a:lnTo>
                  <a:lnTo>
                    <a:pt x="1629156" y="814577"/>
                  </a:lnTo>
                  <a:lnTo>
                    <a:pt x="1627773" y="862436"/>
                  </a:lnTo>
                  <a:lnTo>
                    <a:pt x="1623675" y="909566"/>
                  </a:lnTo>
                  <a:lnTo>
                    <a:pt x="1616938" y="955893"/>
                  </a:lnTo>
                  <a:lnTo>
                    <a:pt x="1607640" y="1001339"/>
                  </a:lnTo>
                  <a:lnTo>
                    <a:pt x="1595855" y="1045828"/>
                  </a:lnTo>
                  <a:lnTo>
                    <a:pt x="1581662" y="1089283"/>
                  </a:lnTo>
                  <a:lnTo>
                    <a:pt x="1565136" y="1131629"/>
                  </a:lnTo>
                  <a:lnTo>
                    <a:pt x="1546353" y="1172789"/>
                  </a:lnTo>
                  <a:lnTo>
                    <a:pt x="1525390" y="1212685"/>
                  </a:lnTo>
                  <a:lnTo>
                    <a:pt x="1502324" y="1251243"/>
                  </a:lnTo>
                  <a:lnTo>
                    <a:pt x="1477231" y="1288385"/>
                  </a:lnTo>
                  <a:lnTo>
                    <a:pt x="1450188" y="1324036"/>
                  </a:lnTo>
                  <a:lnTo>
                    <a:pt x="1421270" y="1358117"/>
                  </a:lnTo>
                  <a:lnTo>
                    <a:pt x="1390554" y="1390554"/>
                  </a:lnTo>
                  <a:lnTo>
                    <a:pt x="1358117" y="1421270"/>
                  </a:lnTo>
                  <a:lnTo>
                    <a:pt x="1324036" y="1450188"/>
                  </a:lnTo>
                  <a:lnTo>
                    <a:pt x="1288385" y="1477231"/>
                  </a:lnTo>
                  <a:lnTo>
                    <a:pt x="1251243" y="1502324"/>
                  </a:lnTo>
                  <a:lnTo>
                    <a:pt x="1212685" y="1525390"/>
                  </a:lnTo>
                  <a:lnTo>
                    <a:pt x="1172789" y="1546353"/>
                  </a:lnTo>
                  <a:lnTo>
                    <a:pt x="1131629" y="1565136"/>
                  </a:lnTo>
                  <a:lnTo>
                    <a:pt x="1089283" y="1581662"/>
                  </a:lnTo>
                  <a:lnTo>
                    <a:pt x="1045828" y="1595855"/>
                  </a:lnTo>
                  <a:lnTo>
                    <a:pt x="1001339" y="1607640"/>
                  </a:lnTo>
                  <a:lnTo>
                    <a:pt x="955893" y="1616938"/>
                  </a:lnTo>
                  <a:lnTo>
                    <a:pt x="909566" y="1623675"/>
                  </a:lnTo>
                  <a:lnTo>
                    <a:pt x="862436" y="1627773"/>
                  </a:lnTo>
                  <a:lnTo>
                    <a:pt x="814578" y="1629156"/>
                  </a:lnTo>
                  <a:lnTo>
                    <a:pt x="766719" y="1627773"/>
                  </a:lnTo>
                  <a:lnTo>
                    <a:pt x="719589" y="1623675"/>
                  </a:lnTo>
                  <a:lnTo>
                    <a:pt x="673262" y="1616938"/>
                  </a:lnTo>
                  <a:lnTo>
                    <a:pt x="627816" y="1607640"/>
                  </a:lnTo>
                  <a:lnTo>
                    <a:pt x="583327" y="1595855"/>
                  </a:lnTo>
                  <a:lnTo>
                    <a:pt x="539872" y="1581662"/>
                  </a:lnTo>
                  <a:lnTo>
                    <a:pt x="497526" y="1565136"/>
                  </a:lnTo>
                  <a:lnTo>
                    <a:pt x="456366" y="1546353"/>
                  </a:lnTo>
                  <a:lnTo>
                    <a:pt x="416470" y="1525390"/>
                  </a:lnTo>
                  <a:lnTo>
                    <a:pt x="377912" y="1502324"/>
                  </a:lnTo>
                  <a:lnTo>
                    <a:pt x="340770" y="1477231"/>
                  </a:lnTo>
                  <a:lnTo>
                    <a:pt x="305119" y="1450188"/>
                  </a:lnTo>
                  <a:lnTo>
                    <a:pt x="271038" y="1421270"/>
                  </a:lnTo>
                  <a:lnTo>
                    <a:pt x="238601" y="1390554"/>
                  </a:lnTo>
                  <a:lnTo>
                    <a:pt x="207885" y="1358117"/>
                  </a:lnTo>
                  <a:lnTo>
                    <a:pt x="178967" y="1324036"/>
                  </a:lnTo>
                  <a:lnTo>
                    <a:pt x="151924" y="1288385"/>
                  </a:lnTo>
                  <a:lnTo>
                    <a:pt x="126831" y="1251243"/>
                  </a:lnTo>
                  <a:lnTo>
                    <a:pt x="103765" y="1212685"/>
                  </a:lnTo>
                  <a:lnTo>
                    <a:pt x="82802" y="1172789"/>
                  </a:lnTo>
                  <a:lnTo>
                    <a:pt x="64019" y="1131629"/>
                  </a:lnTo>
                  <a:lnTo>
                    <a:pt x="47493" y="1089283"/>
                  </a:lnTo>
                  <a:lnTo>
                    <a:pt x="33300" y="1045828"/>
                  </a:lnTo>
                  <a:lnTo>
                    <a:pt x="21515" y="1001339"/>
                  </a:lnTo>
                  <a:lnTo>
                    <a:pt x="12217" y="955893"/>
                  </a:lnTo>
                  <a:lnTo>
                    <a:pt x="5480" y="909566"/>
                  </a:lnTo>
                  <a:lnTo>
                    <a:pt x="1382" y="862436"/>
                  </a:lnTo>
                  <a:lnTo>
                    <a:pt x="0" y="814577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5" name="Google Shape;4525;p189"/>
            <p:cNvSpPr/>
            <p:nvPr/>
          </p:nvSpPr>
          <p:spPr>
            <a:xfrm>
              <a:off x="3532631" y="2499360"/>
              <a:ext cx="582929" cy="16840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6" name="Google Shape;4526;p189"/>
            <p:cNvSpPr/>
            <p:nvPr/>
          </p:nvSpPr>
          <p:spPr>
            <a:xfrm>
              <a:off x="2970275" y="2677668"/>
              <a:ext cx="60960" cy="62865"/>
            </a:xfrm>
            <a:custGeom>
              <a:rect b="b" l="l" r="r" t="t"/>
              <a:pathLst>
                <a:path extrusionOk="0" h="62864" w="60960">
                  <a:moveTo>
                    <a:pt x="30480" y="0"/>
                  </a:moveTo>
                  <a:lnTo>
                    <a:pt x="18591" y="2452"/>
                  </a:lnTo>
                  <a:lnTo>
                    <a:pt x="8905" y="9144"/>
                  </a:lnTo>
                  <a:lnTo>
                    <a:pt x="2387" y="19073"/>
                  </a:lnTo>
                  <a:lnTo>
                    <a:pt x="0" y="31242"/>
                  </a:lnTo>
                  <a:lnTo>
                    <a:pt x="2387" y="43410"/>
                  </a:lnTo>
                  <a:lnTo>
                    <a:pt x="8905" y="53339"/>
                  </a:lnTo>
                  <a:lnTo>
                    <a:pt x="18591" y="60031"/>
                  </a:lnTo>
                  <a:lnTo>
                    <a:pt x="30480" y="62484"/>
                  </a:lnTo>
                  <a:lnTo>
                    <a:pt x="42368" y="60031"/>
                  </a:lnTo>
                  <a:lnTo>
                    <a:pt x="52054" y="53340"/>
                  </a:lnTo>
                  <a:lnTo>
                    <a:pt x="58572" y="43410"/>
                  </a:lnTo>
                  <a:lnTo>
                    <a:pt x="60960" y="31242"/>
                  </a:lnTo>
                  <a:lnTo>
                    <a:pt x="58572" y="19073"/>
                  </a:lnTo>
                  <a:lnTo>
                    <a:pt x="52054" y="9144"/>
                  </a:lnTo>
                  <a:lnTo>
                    <a:pt x="42368" y="2452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7" name="Google Shape;4527;p189"/>
            <p:cNvSpPr/>
            <p:nvPr/>
          </p:nvSpPr>
          <p:spPr>
            <a:xfrm>
              <a:off x="2526791" y="4218432"/>
              <a:ext cx="883157" cy="16840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8" name="Google Shape;4528;p189"/>
            <p:cNvSpPr/>
            <p:nvPr/>
          </p:nvSpPr>
          <p:spPr>
            <a:xfrm>
              <a:off x="2433828" y="2827019"/>
              <a:ext cx="1209040" cy="1149350"/>
            </a:xfrm>
            <a:custGeom>
              <a:rect b="b" l="l" r="r" t="t"/>
              <a:pathLst>
                <a:path extrusionOk="0" h="1149350" w="1209039">
                  <a:moveTo>
                    <a:pt x="60960" y="518922"/>
                  </a:moveTo>
                  <a:lnTo>
                    <a:pt x="58572" y="506755"/>
                  </a:lnTo>
                  <a:lnTo>
                    <a:pt x="52044" y="496824"/>
                  </a:lnTo>
                  <a:lnTo>
                    <a:pt x="42367" y="490143"/>
                  </a:lnTo>
                  <a:lnTo>
                    <a:pt x="30480" y="487680"/>
                  </a:lnTo>
                  <a:lnTo>
                    <a:pt x="18580" y="490143"/>
                  </a:lnTo>
                  <a:lnTo>
                    <a:pt x="8902" y="496824"/>
                  </a:lnTo>
                  <a:lnTo>
                    <a:pt x="2374" y="506755"/>
                  </a:lnTo>
                  <a:lnTo>
                    <a:pt x="0" y="518922"/>
                  </a:lnTo>
                  <a:lnTo>
                    <a:pt x="2374" y="531101"/>
                  </a:lnTo>
                  <a:lnTo>
                    <a:pt x="8902" y="541020"/>
                  </a:lnTo>
                  <a:lnTo>
                    <a:pt x="18580" y="547712"/>
                  </a:lnTo>
                  <a:lnTo>
                    <a:pt x="30480" y="550164"/>
                  </a:lnTo>
                  <a:lnTo>
                    <a:pt x="42367" y="547712"/>
                  </a:lnTo>
                  <a:lnTo>
                    <a:pt x="52044" y="541020"/>
                  </a:lnTo>
                  <a:lnTo>
                    <a:pt x="58572" y="531101"/>
                  </a:lnTo>
                  <a:lnTo>
                    <a:pt x="60960" y="518922"/>
                  </a:lnTo>
                  <a:close/>
                </a:path>
                <a:path extrusionOk="0" h="1149350" w="1209039">
                  <a:moveTo>
                    <a:pt x="85344" y="739902"/>
                  </a:moveTo>
                  <a:lnTo>
                    <a:pt x="82956" y="727735"/>
                  </a:lnTo>
                  <a:lnTo>
                    <a:pt x="76428" y="717804"/>
                  </a:lnTo>
                  <a:lnTo>
                    <a:pt x="66751" y="711123"/>
                  </a:lnTo>
                  <a:lnTo>
                    <a:pt x="54864" y="708660"/>
                  </a:lnTo>
                  <a:lnTo>
                    <a:pt x="42964" y="711123"/>
                  </a:lnTo>
                  <a:lnTo>
                    <a:pt x="33286" y="717804"/>
                  </a:lnTo>
                  <a:lnTo>
                    <a:pt x="26758" y="727735"/>
                  </a:lnTo>
                  <a:lnTo>
                    <a:pt x="24384" y="739902"/>
                  </a:lnTo>
                  <a:lnTo>
                    <a:pt x="26758" y="752081"/>
                  </a:lnTo>
                  <a:lnTo>
                    <a:pt x="33286" y="762012"/>
                  </a:lnTo>
                  <a:lnTo>
                    <a:pt x="42964" y="768692"/>
                  </a:lnTo>
                  <a:lnTo>
                    <a:pt x="54864" y="771144"/>
                  </a:lnTo>
                  <a:lnTo>
                    <a:pt x="66751" y="768692"/>
                  </a:lnTo>
                  <a:lnTo>
                    <a:pt x="76428" y="762012"/>
                  </a:lnTo>
                  <a:lnTo>
                    <a:pt x="82956" y="752081"/>
                  </a:lnTo>
                  <a:lnTo>
                    <a:pt x="85344" y="739902"/>
                  </a:lnTo>
                  <a:close/>
                </a:path>
                <a:path extrusionOk="0" h="1149350" w="1209039">
                  <a:moveTo>
                    <a:pt x="170688" y="278130"/>
                  </a:moveTo>
                  <a:lnTo>
                    <a:pt x="168224" y="265963"/>
                  </a:lnTo>
                  <a:lnTo>
                    <a:pt x="161544" y="256032"/>
                  </a:lnTo>
                  <a:lnTo>
                    <a:pt x="151612" y="249351"/>
                  </a:lnTo>
                  <a:lnTo>
                    <a:pt x="139446" y="246888"/>
                  </a:lnTo>
                  <a:lnTo>
                    <a:pt x="127266" y="249351"/>
                  </a:lnTo>
                  <a:lnTo>
                    <a:pt x="117348" y="256032"/>
                  </a:lnTo>
                  <a:lnTo>
                    <a:pt x="110655" y="265963"/>
                  </a:lnTo>
                  <a:lnTo>
                    <a:pt x="108204" y="278130"/>
                  </a:lnTo>
                  <a:lnTo>
                    <a:pt x="110655" y="290309"/>
                  </a:lnTo>
                  <a:lnTo>
                    <a:pt x="117348" y="300228"/>
                  </a:lnTo>
                  <a:lnTo>
                    <a:pt x="127266" y="306920"/>
                  </a:lnTo>
                  <a:lnTo>
                    <a:pt x="139446" y="309372"/>
                  </a:lnTo>
                  <a:lnTo>
                    <a:pt x="151612" y="306920"/>
                  </a:lnTo>
                  <a:lnTo>
                    <a:pt x="161531" y="300228"/>
                  </a:lnTo>
                  <a:lnTo>
                    <a:pt x="168224" y="290309"/>
                  </a:lnTo>
                  <a:lnTo>
                    <a:pt x="170688" y="278130"/>
                  </a:lnTo>
                  <a:close/>
                </a:path>
                <a:path extrusionOk="0" h="1149350" w="1209039">
                  <a:moveTo>
                    <a:pt x="199644" y="502158"/>
                  </a:moveTo>
                  <a:lnTo>
                    <a:pt x="197180" y="489991"/>
                  </a:lnTo>
                  <a:lnTo>
                    <a:pt x="190500" y="480060"/>
                  </a:lnTo>
                  <a:lnTo>
                    <a:pt x="180568" y="473379"/>
                  </a:lnTo>
                  <a:lnTo>
                    <a:pt x="168402" y="470916"/>
                  </a:lnTo>
                  <a:lnTo>
                    <a:pt x="156222" y="473379"/>
                  </a:lnTo>
                  <a:lnTo>
                    <a:pt x="146304" y="480060"/>
                  </a:lnTo>
                  <a:lnTo>
                    <a:pt x="139611" y="489991"/>
                  </a:lnTo>
                  <a:lnTo>
                    <a:pt x="137160" y="502158"/>
                  </a:lnTo>
                  <a:lnTo>
                    <a:pt x="139611" y="514337"/>
                  </a:lnTo>
                  <a:lnTo>
                    <a:pt x="146304" y="524256"/>
                  </a:lnTo>
                  <a:lnTo>
                    <a:pt x="156222" y="530948"/>
                  </a:lnTo>
                  <a:lnTo>
                    <a:pt x="168402" y="533400"/>
                  </a:lnTo>
                  <a:lnTo>
                    <a:pt x="180568" y="530948"/>
                  </a:lnTo>
                  <a:lnTo>
                    <a:pt x="190500" y="524256"/>
                  </a:lnTo>
                  <a:lnTo>
                    <a:pt x="197180" y="514337"/>
                  </a:lnTo>
                  <a:lnTo>
                    <a:pt x="199644" y="502158"/>
                  </a:lnTo>
                  <a:close/>
                </a:path>
                <a:path extrusionOk="0" h="1149350" w="1209039">
                  <a:moveTo>
                    <a:pt x="217932" y="63246"/>
                  </a:moveTo>
                  <a:lnTo>
                    <a:pt x="215468" y="51079"/>
                  </a:lnTo>
                  <a:lnTo>
                    <a:pt x="208788" y="41160"/>
                  </a:lnTo>
                  <a:lnTo>
                    <a:pt x="198856" y="34467"/>
                  </a:lnTo>
                  <a:lnTo>
                    <a:pt x="186690" y="32004"/>
                  </a:lnTo>
                  <a:lnTo>
                    <a:pt x="174510" y="34467"/>
                  </a:lnTo>
                  <a:lnTo>
                    <a:pt x="164592" y="41148"/>
                  </a:lnTo>
                  <a:lnTo>
                    <a:pt x="157899" y="51079"/>
                  </a:lnTo>
                  <a:lnTo>
                    <a:pt x="155448" y="63246"/>
                  </a:lnTo>
                  <a:lnTo>
                    <a:pt x="157899" y="75425"/>
                  </a:lnTo>
                  <a:lnTo>
                    <a:pt x="164592" y="85344"/>
                  </a:lnTo>
                  <a:lnTo>
                    <a:pt x="174510" y="92036"/>
                  </a:lnTo>
                  <a:lnTo>
                    <a:pt x="186690" y="94488"/>
                  </a:lnTo>
                  <a:lnTo>
                    <a:pt x="198856" y="92036"/>
                  </a:lnTo>
                  <a:lnTo>
                    <a:pt x="208775" y="85344"/>
                  </a:lnTo>
                  <a:lnTo>
                    <a:pt x="215468" y="75425"/>
                  </a:lnTo>
                  <a:lnTo>
                    <a:pt x="217932" y="63246"/>
                  </a:lnTo>
                  <a:close/>
                </a:path>
                <a:path extrusionOk="0" h="1149350" w="1209039">
                  <a:moveTo>
                    <a:pt x="288036" y="797814"/>
                  </a:moveTo>
                  <a:lnTo>
                    <a:pt x="285648" y="785647"/>
                  </a:lnTo>
                  <a:lnTo>
                    <a:pt x="279120" y="775716"/>
                  </a:lnTo>
                  <a:lnTo>
                    <a:pt x="269443" y="769035"/>
                  </a:lnTo>
                  <a:lnTo>
                    <a:pt x="257556" y="766572"/>
                  </a:lnTo>
                  <a:lnTo>
                    <a:pt x="245656" y="769035"/>
                  </a:lnTo>
                  <a:lnTo>
                    <a:pt x="235978" y="775716"/>
                  </a:lnTo>
                  <a:lnTo>
                    <a:pt x="229450" y="785647"/>
                  </a:lnTo>
                  <a:lnTo>
                    <a:pt x="227076" y="797814"/>
                  </a:lnTo>
                  <a:lnTo>
                    <a:pt x="229450" y="809993"/>
                  </a:lnTo>
                  <a:lnTo>
                    <a:pt x="235978" y="819912"/>
                  </a:lnTo>
                  <a:lnTo>
                    <a:pt x="245656" y="826604"/>
                  </a:lnTo>
                  <a:lnTo>
                    <a:pt x="257556" y="829056"/>
                  </a:lnTo>
                  <a:lnTo>
                    <a:pt x="269443" y="826604"/>
                  </a:lnTo>
                  <a:lnTo>
                    <a:pt x="279120" y="819912"/>
                  </a:lnTo>
                  <a:lnTo>
                    <a:pt x="285648" y="809993"/>
                  </a:lnTo>
                  <a:lnTo>
                    <a:pt x="288036" y="797814"/>
                  </a:lnTo>
                  <a:close/>
                </a:path>
                <a:path extrusionOk="0" h="1149350" w="1209039">
                  <a:moveTo>
                    <a:pt x="312420" y="1024890"/>
                  </a:moveTo>
                  <a:lnTo>
                    <a:pt x="310032" y="1012723"/>
                  </a:lnTo>
                  <a:lnTo>
                    <a:pt x="303504" y="1002792"/>
                  </a:lnTo>
                  <a:lnTo>
                    <a:pt x="293827" y="996111"/>
                  </a:lnTo>
                  <a:lnTo>
                    <a:pt x="281940" y="993648"/>
                  </a:lnTo>
                  <a:lnTo>
                    <a:pt x="270040" y="996111"/>
                  </a:lnTo>
                  <a:lnTo>
                    <a:pt x="260362" y="1002792"/>
                  </a:lnTo>
                  <a:lnTo>
                    <a:pt x="253834" y="1012723"/>
                  </a:lnTo>
                  <a:lnTo>
                    <a:pt x="251460" y="1024890"/>
                  </a:lnTo>
                  <a:lnTo>
                    <a:pt x="253834" y="1037069"/>
                  </a:lnTo>
                  <a:lnTo>
                    <a:pt x="260362" y="1046988"/>
                  </a:lnTo>
                  <a:lnTo>
                    <a:pt x="270040" y="1053680"/>
                  </a:lnTo>
                  <a:lnTo>
                    <a:pt x="281940" y="1056132"/>
                  </a:lnTo>
                  <a:lnTo>
                    <a:pt x="293827" y="1053680"/>
                  </a:lnTo>
                  <a:lnTo>
                    <a:pt x="303504" y="1046988"/>
                  </a:lnTo>
                  <a:lnTo>
                    <a:pt x="310032" y="1037069"/>
                  </a:lnTo>
                  <a:lnTo>
                    <a:pt x="312420" y="1024890"/>
                  </a:lnTo>
                  <a:close/>
                </a:path>
                <a:path extrusionOk="0" h="1149350" w="1209039">
                  <a:moveTo>
                    <a:pt x="333756" y="584454"/>
                  </a:moveTo>
                  <a:lnTo>
                    <a:pt x="331292" y="572287"/>
                  </a:lnTo>
                  <a:lnTo>
                    <a:pt x="324612" y="562356"/>
                  </a:lnTo>
                  <a:lnTo>
                    <a:pt x="314680" y="555675"/>
                  </a:lnTo>
                  <a:lnTo>
                    <a:pt x="302514" y="553212"/>
                  </a:lnTo>
                  <a:lnTo>
                    <a:pt x="290334" y="555675"/>
                  </a:lnTo>
                  <a:lnTo>
                    <a:pt x="280416" y="562356"/>
                  </a:lnTo>
                  <a:lnTo>
                    <a:pt x="273723" y="572287"/>
                  </a:lnTo>
                  <a:lnTo>
                    <a:pt x="271272" y="584454"/>
                  </a:lnTo>
                  <a:lnTo>
                    <a:pt x="273723" y="596633"/>
                  </a:lnTo>
                  <a:lnTo>
                    <a:pt x="280416" y="606552"/>
                  </a:lnTo>
                  <a:lnTo>
                    <a:pt x="290334" y="613244"/>
                  </a:lnTo>
                  <a:lnTo>
                    <a:pt x="302514" y="615696"/>
                  </a:lnTo>
                  <a:lnTo>
                    <a:pt x="314680" y="613244"/>
                  </a:lnTo>
                  <a:lnTo>
                    <a:pt x="324612" y="606552"/>
                  </a:lnTo>
                  <a:lnTo>
                    <a:pt x="331292" y="596633"/>
                  </a:lnTo>
                  <a:lnTo>
                    <a:pt x="333756" y="584454"/>
                  </a:lnTo>
                  <a:close/>
                </a:path>
                <a:path extrusionOk="0" h="1149350" w="1209039">
                  <a:moveTo>
                    <a:pt x="446532" y="310134"/>
                  </a:moveTo>
                  <a:lnTo>
                    <a:pt x="444144" y="297967"/>
                  </a:lnTo>
                  <a:lnTo>
                    <a:pt x="437616" y="288048"/>
                  </a:lnTo>
                  <a:lnTo>
                    <a:pt x="427939" y="281355"/>
                  </a:lnTo>
                  <a:lnTo>
                    <a:pt x="416052" y="278892"/>
                  </a:lnTo>
                  <a:lnTo>
                    <a:pt x="404152" y="281355"/>
                  </a:lnTo>
                  <a:lnTo>
                    <a:pt x="394474" y="288036"/>
                  </a:lnTo>
                  <a:lnTo>
                    <a:pt x="387946" y="297967"/>
                  </a:lnTo>
                  <a:lnTo>
                    <a:pt x="385572" y="310134"/>
                  </a:lnTo>
                  <a:lnTo>
                    <a:pt x="387946" y="322313"/>
                  </a:lnTo>
                  <a:lnTo>
                    <a:pt x="394474" y="332232"/>
                  </a:lnTo>
                  <a:lnTo>
                    <a:pt x="404152" y="338924"/>
                  </a:lnTo>
                  <a:lnTo>
                    <a:pt x="416052" y="341376"/>
                  </a:lnTo>
                  <a:lnTo>
                    <a:pt x="427939" y="338924"/>
                  </a:lnTo>
                  <a:lnTo>
                    <a:pt x="437616" y="332232"/>
                  </a:lnTo>
                  <a:lnTo>
                    <a:pt x="444144" y="322313"/>
                  </a:lnTo>
                  <a:lnTo>
                    <a:pt x="446532" y="310134"/>
                  </a:lnTo>
                  <a:close/>
                </a:path>
                <a:path extrusionOk="0" h="1149350" w="1209039">
                  <a:moveTo>
                    <a:pt x="452628" y="87630"/>
                  </a:moveTo>
                  <a:lnTo>
                    <a:pt x="450240" y="75463"/>
                  </a:lnTo>
                  <a:lnTo>
                    <a:pt x="443712" y="65532"/>
                  </a:lnTo>
                  <a:lnTo>
                    <a:pt x="434035" y="58851"/>
                  </a:lnTo>
                  <a:lnTo>
                    <a:pt x="422148" y="56388"/>
                  </a:lnTo>
                  <a:lnTo>
                    <a:pt x="410248" y="58851"/>
                  </a:lnTo>
                  <a:lnTo>
                    <a:pt x="400570" y="65532"/>
                  </a:lnTo>
                  <a:lnTo>
                    <a:pt x="394042" y="75463"/>
                  </a:lnTo>
                  <a:lnTo>
                    <a:pt x="391668" y="87630"/>
                  </a:lnTo>
                  <a:lnTo>
                    <a:pt x="394042" y="99809"/>
                  </a:lnTo>
                  <a:lnTo>
                    <a:pt x="400570" y="109728"/>
                  </a:lnTo>
                  <a:lnTo>
                    <a:pt x="410248" y="116420"/>
                  </a:lnTo>
                  <a:lnTo>
                    <a:pt x="422148" y="118872"/>
                  </a:lnTo>
                  <a:lnTo>
                    <a:pt x="434035" y="116420"/>
                  </a:lnTo>
                  <a:lnTo>
                    <a:pt x="443712" y="109728"/>
                  </a:lnTo>
                  <a:lnTo>
                    <a:pt x="450240" y="99809"/>
                  </a:lnTo>
                  <a:lnTo>
                    <a:pt x="452628" y="87630"/>
                  </a:lnTo>
                  <a:close/>
                </a:path>
                <a:path extrusionOk="0" h="1149350" w="1209039">
                  <a:moveTo>
                    <a:pt x="518160" y="415290"/>
                  </a:moveTo>
                  <a:lnTo>
                    <a:pt x="515772" y="403123"/>
                  </a:lnTo>
                  <a:lnTo>
                    <a:pt x="509244" y="393192"/>
                  </a:lnTo>
                  <a:lnTo>
                    <a:pt x="499567" y="386511"/>
                  </a:lnTo>
                  <a:lnTo>
                    <a:pt x="487680" y="384048"/>
                  </a:lnTo>
                  <a:lnTo>
                    <a:pt x="475780" y="386511"/>
                  </a:lnTo>
                  <a:lnTo>
                    <a:pt x="466102" y="393192"/>
                  </a:lnTo>
                  <a:lnTo>
                    <a:pt x="459574" y="403123"/>
                  </a:lnTo>
                  <a:lnTo>
                    <a:pt x="457200" y="415290"/>
                  </a:lnTo>
                  <a:lnTo>
                    <a:pt x="459574" y="427469"/>
                  </a:lnTo>
                  <a:lnTo>
                    <a:pt x="466102" y="437388"/>
                  </a:lnTo>
                  <a:lnTo>
                    <a:pt x="475780" y="444080"/>
                  </a:lnTo>
                  <a:lnTo>
                    <a:pt x="487680" y="446532"/>
                  </a:lnTo>
                  <a:lnTo>
                    <a:pt x="499567" y="444080"/>
                  </a:lnTo>
                  <a:lnTo>
                    <a:pt x="509244" y="437388"/>
                  </a:lnTo>
                  <a:lnTo>
                    <a:pt x="515772" y="427469"/>
                  </a:lnTo>
                  <a:lnTo>
                    <a:pt x="518160" y="415290"/>
                  </a:lnTo>
                  <a:close/>
                </a:path>
                <a:path extrusionOk="0" h="1149350" w="1209039">
                  <a:moveTo>
                    <a:pt x="547116" y="1008126"/>
                  </a:moveTo>
                  <a:lnTo>
                    <a:pt x="544728" y="995959"/>
                  </a:lnTo>
                  <a:lnTo>
                    <a:pt x="538200" y="986028"/>
                  </a:lnTo>
                  <a:lnTo>
                    <a:pt x="528523" y="979347"/>
                  </a:lnTo>
                  <a:lnTo>
                    <a:pt x="516636" y="976884"/>
                  </a:lnTo>
                  <a:lnTo>
                    <a:pt x="504736" y="979347"/>
                  </a:lnTo>
                  <a:lnTo>
                    <a:pt x="495058" y="986028"/>
                  </a:lnTo>
                  <a:lnTo>
                    <a:pt x="488530" y="995959"/>
                  </a:lnTo>
                  <a:lnTo>
                    <a:pt x="486156" y="1008126"/>
                  </a:lnTo>
                  <a:lnTo>
                    <a:pt x="488530" y="1020305"/>
                  </a:lnTo>
                  <a:lnTo>
                    <a:pt x="495058" y="1030224"/>
                  </a:lnTo>
                  <a:lnTo>
                    <a:pt x="504736" y="1036916"/>
                  </a:lnTo>
                  <a:lnTo>
                    <a:pt x="516636" y="1039368"/>
                  </a:lnTo>
                  <a:lnTo>
                    <a:pt x="528523" y="1036916"/>
                  </a:lnTo>
                  <a:lnTo>
                    <a:pt x="538200" y="1030224"/>
                  </a:lnTo>
                  <a:lnTo>
                    <a:pt x="544728" y="1020305"/>
                  </a:lnTo>
                  <a:lnTo>
                    <a:pt x="547116" y="1008126"/>
                  </a:lnTo>
                  <a:close/>
                </a:path>
                <a:path extrusionOk="0" h="1149350" w="1209039">
                  <a:moveTo>
                    <a:pt x="560832" y="826770"/>
                  </a:moveTo>
                  <a:lnTo>
                    <a:pt x="558368" y="814603"/>
                  </a:lnTo>
                  <a:lnTo>
                    <a:pt x="551688" y="804672"/>
                  </a:lnTo>
                  <a:lnTo>
                    <a:pt x="541756" y="797991"/>
                  </a:lnTo>
                  <a:lnTo>
                    <a:pt x="529590" y="795528"/>
                  </a:lnTo>
                  <a:lnTo>
                    <a:pt x="517410" y="797991"/>
                  </a:lnTo>
                  <a:lnTo>
                    <a:pt x="507492" y="804672"/>
                  </a:lnTo>
                  <a:lnTo>
                    <a:pt x="500799" y="814603"/>
                  </a:lnTo>
                  <a:lnTo>
                    <a:pt x="498348" y="826770"/>
                  </a:lnTo>
                  <a:lnTo>
                    <a:pt x="500799" y="838949"/>
                  </a:lnTo>
                  <a:lnTo>
                    <a:pt x="507492" y="848868"/>
                  </a:lnTo>
                  <a:lnTo>
                    <a:pt x="517410" y="855560"/>
                  </a:lnTo>
                  <a:lnTo>
                    <a:pt x="529590" y="858012"/>
                  </a:lnTo>
                  <a:lnTo>
                    <a:pt x="541756" y="855560"/>
                  </a:lnTo>
                  <a:lnTo>
                    <a:pt x="551675" y="848868"/>
                  </a:lnTo>
                  <a:lnTo>
                    <a:pt x="558368" y="838949"/>
                  </a:lnTo>
                  <a:lnTo>
                    <a:pt x="560832" y="826770"/>
                  </a:lnTo>
                  <a:close/>
                </a:path>
                <a:path extrusionOk="0" h="1149350" w="1209039">
                  <a:moveTo>
                    <a:pt x="560832" y="607314"/>
                  </a:moveTo>
                  <a:lnTo>
                    <a:pt x="558368" y="595147"/>
                  </a:lnTo>
                  <a:lnTo>
                    <a:pt x="551688" y="585216"/>
                  </a:lnTo>
                  <a:lnTo>
                    <a:pt x="541756" y="578535"/>
                  </a:lnTo>
                  <a:lnTo>
                    <a:pt x="529590" y="576072"/>
                  </a:lnTo>
                  <a:lnTo>
                    <a:pt x="517410" y="578535"/>
                  </a:lnTo>
                  <a:lnTo>
                    <a:pt x="507492" y="585216"/>
                  </a:lnTo>
                  <a:lnTo>
                    <a:pt x="500799" y="595147"/>
                  </a:lnTo>
                  <a:lnTo>
                    <a:pt x="498348" y="607314"/>
                  </a:lnTo>
                  <a:lnTo>
                    <a:pt x="500799" y="619493"/>
                  </a:lnTo>
                  <a:lnTo>
                    <a:pt x="507492" y="629412"/>
                  </a:lnTo>
                  <a:lnTo>
                    <a:pt x="517410" y="636104"/>
                  </a:lnTo>
                  <a:lnTo>
                    <a:pt x="529590" y="638556"/>
                  </a:lnTo>
                  <a:lnTo>
                    <a:pt x="541756" y="636104"/>
                  </a:lnTo>
                  <a:lnTo>
                    <a:pt x="551675" y="629412"/>
                  </a:lnTo>
                  <a:lnTo>
                    <a:pt x="558368" y="619493"/>
                  </a:lnTo>
                  <a:lnTo>
                    <a:pt x="560832" y="607314"/>
                  </a:lnTo>
                  <a:close/>
                </a:path>
                <a:path extrusionOk="0" h="1149350" w="1209039">
                  <a:moveTo>
                    <a:pt x="626364" y="1117854"/>
                  </a:moveTo>
                  <a:lnTo>
                    <a:pt x="623976" y="1105687"/>
                  </a:lnTo>
                  <a:lnTo>
                    <a:pt x="617448" y="1095756"/>
                  </a:lnTo>
                  <a:lnTo>
                    <a:pt x="607771" y="1089075"/>
                  </a:lnTo>
                  <a:lnTo>
                    <a:pt x="595884" y="1086612"/>
                  </a:lnTo>
                  <a:lnTo>
                    <a:pt x="583984" y="1089075"/>
                  </a:lnTo>
                  <a:lnTo>
                    <a:pt x="574306" y="1095756"/>
                  </a:lnTo>
                  <a:lnTo>
                    <a:pt x="567778" y="1105687"/>
                  </a:lnTo>
                  <a:lnTo>
                    <a:pt x="565404" y="1117854"/>
                  </a:lnTo>
                  <a:lnTo>
                    <a:pt x="567778" y="1130033"/>
                  </a:lnTo>
                  <a:lnTo>
                    <a:pt x="574306" y="1139952"/>
                  </a:lnTo>
                  <a:lnTo>
                    <a:pt x="583984" y="1146644"/>
                  </a:lnTo>
                  <a:lnTo>
                    <a:pt x="595884" y="1149096"/>
                  </a:lnTo>
                  <a:lnTo>
                    <a:pt x="607771" y="1146644"/>
                  </a:lnTo>
                  <a:lnTo>
                    <a:pt x="617448" y="1139952"/>
                  </a:lnTo>
                  <a:lnTo>
                    <a:pt x="623976" y="1130033"/>
                  </a:lnTo>
                  <a:lnTo>
                    <a:pt x="626364" y="1117854"/>
                  </a:lnTo>
                  <a:close/>
                </a:path>
                <a:path extrusionOk="0" h="1149350" w="1209039">
                  <a:moveTo>
                    <a:pt x="681228" y="366522"/>
                  </a:moveTo>
                  <a:lnTo>
                    <a:pt x="678840" y="354355"/>
                  </a:lnTo>
                  <a:lnTo>
                    <a:pt x="672312" y="344424"/>
                  </a:lnTo>
                  <a:lnTo>
                    <a:pt x="662635" y="337743"/>
                  </a:lnTo>
                  <a:lnTo>
                    <a:pt x="650748" y="335280"/>
                  </a:lnTo>
                  <a:lnTo>
                    <a:pt x="638848" y="337743"/>
                  </a:lnTo>
                  <a:lnTo>
                    <a:pt x="629170" y="344424"/>
                  </a:lnTo>
                  <a:lnTo>
                    <a:pt x="622642" y="354355"/>
                  </a:lnTo>
                  <a:lnTo>
                    <a:pt x="620268" y="366522"/>
                  </a:lnTo>
                  <a:lnTo>
                    <a:pt x="622642" y="378701"/>
                  </a:lnTo>
                  <a:lnTo>
                    <a:pt x="629170" y="388620"/>
                  </a:lnTo>
                  <a:lnTo>
                    <a:pt x="638848" y="395312"/>
                  </a:lnTo>
                  <a:lnTo>
                    <a:pt x="650748" y="397764"/>
                  </a:lnTo>
                  <a:lnTo>
                    <a:pt x="662635" y="395312"/>
                  </a:lnTo>
                  <a:lnTo>
                    <a:pt x="672312" y="388620"/>
                  </a:lnTo>
                  <a:lnTo>
                    <a:pt x="678840" y="378701"/>
                  </a:lnTo>
                  <a:lnTo>
                    <a:pt x="681228" y="366522"/>
                  </a:lnTo>
                  <a:close/>
                </a:path>
                <a:path extrusionOk="0" h="1149350" w="1209039">
                  <a:moveTo>
                    <a:pt x="784860" y="1059942"/>
                  </a:moveTo>
                  <a:lnTo>
                    <a:pt x="782472" y="1047775"/>
                  </a:lnTo>
                  <a:lnTo>
                    <a:pt x="775944" y="1037844"/>
                  </a:lnTo>
                  <a:lnTo>
                    <a:pt x="766267" y="1031163"/>
                  </a:lnTo>
                  <a:lnTo>
                    <a:pt x="754380" y="1028700"/>
                  </a:lnTo>
                  <a:lnTo>
                    <a:pt x="742480" y="1031163"/>
                  </a:lnTo>
                  <a:lnTo>
                    <a:pt x="732802" y="1037844"/>
                  </a:lnTo>
                  <a:lnTo>
                    <a:pt x="726274" y="1047775"/>
                  </a:lnTo>
                  <a:lnTo>
                    <a:pt x="723900" y="1059942"/>
                  </a:lnTo>
                  <a:lnTo>
                    <a:pt x="726274" y="1072121"/>
                  </a:lnTo>
                  <a:lnTo>
                    <a:pt x="732802" y="1082040"/>
                  </a:lnTo>
                  <a:lnTo>
                    <a:pt x="742480" y="1088732"/>
                  </a:lnTo>
                  <a:lnTo>
                    <a:pt x="754380" y="1091184"/>
                  </a:lnTo>
                  <a:lnTo>
                    <a:pt x="766267" y="1088732"/>
                  </a:lnTo>
                  <a:lnTo>
                    <a:pt x="775944" y="1082040"/>
                  </a:lnTo>
                  <a:lnTo>
                    <a:pt x="782472" y="1072121"/>
                  </a:lnTo>
                  <a:lnTo>
                    <a:pt x="784860" y="1059942"/>
                  </a:lnTo>
                  <a:close/>
                </a:path>
                <a:path extrusionOk="0" h="1149350" w="1209039">
                  <a:moveTo>
                    <a:pt x="790956" y="150114"/>
                  </a:moveTo>
                  <a:lnTo>
                    <a:pt x="788568" y="137947"/>
                  </a:lnTo>
                  <a:lnTo>
                    <a:pt x="782040" y="128016"/>
                  </a:lnTo>
                  <a:lnTo>
                    <a:pt x="772363" y="121335"/>
                  </a:lnTo>
                  <a:lnTo>
                    <a:pt x="760476" y="118872"/>
                  </a:lnTo>
                  <a:lnTo>
                    <a:pt x="748576" y="121335"/>
                  </a:lnTo>
                  <a:lnTo>
                    <a:pt x="738898" y="128016"/>
                  </a:lnTo>
                  <a:lnTo>
                    <a:pt x="732370" y="137947"/>
                  </a:lnTo>
                  <a:lnTo>
                    <a:pt x="729996" y="150114"/>
                  </a:lnTo>
                  <a:lnTo>
                    <a:pt x="732370" y="162293"/>
                  </a:lnTo>
                  <a:lnTo>
                    <a:pt x="738898" y="172212"/>
                  </a:lnTo>
                  <a:lnTo>
                    <a:pt x="748576" y="178904"/>
                  </a:lnTo>
                  <a:lnTo>
                    <a:pt x="760476" y="181356"/>
                  </a:lnTo>
                  <a:lnTo>
                    <a:pt x="772363" y="178904"/>
                  </a:lnTo>
                  <a:lnTo>
                    <a:pt x="782040" y="172212"/>
                  </a:lnTo>
                  <a:lnTo>
                    <a:pt x="788568" y="162293"/>
                  </a:lnTo>
                  <a:lnTo>
                    <a:pt x="790956" y="150114"/>
                  </a:lnTo>
                  <a:close/>
                </a:path>
                <a:path extrusionOk="0" h="1149350" w="1209039">
                  <a:moveTo>
                    <a:pt x="795528" y="884682"/>
                  </a:moveTo>
                  <a:lnTo>
                    <a:pt x="793140" y="872515"/>
                  </a:lnTo>
                  <a:lnTo>
                    <a:pt x="786612" y="862584"/>
                  </a:lnTo>
                  <a:lnTo>
                    <a:pt x="776935" y="855903"/>
                  </a:lnTo>
                  <a:lnTo>
                    <a:pt x="765048" y="853440"/>
                  </a:lnTo>
                  <a:lnTo>
                    <a:pt x="753148" y="855903"/>
                  </a:lnTo>
                  <a:lnTo>
                    <a:pt x="743470" y="862584"/>
                  </a:lnTo>
                  <a:lnTo>
                    <a:pt x="736942" y="872515"/>
                  </a:lnTo>
                  <a:lnTo>
                    <a:pt x="734568" y="884682"/>
                  </a:lnTo>
                  <a:lnTo>
                    <a:pt x="736942" y="896861"/>
                  </a:lnTo>
                  <a:lnTo>
                    <a:pt x="743470" y="906780"/>
                  </a:lnTo>
                  <a:lnTo>
                    <a:pt x="753148" y="913472"/>
                  </a:lnTo>
                  <a:lnTo>
                    <a:pt x="765048" y="915924"/>
                  </a:lnTo>
                  <a:lnTo>
                    <a:pt x="776935" y="913472"/>
                  </a:lnTo>
                  <a:lnTo>
                    <a:pt x="786612" y="906780"/>
                  </a:lnTo>
                  <a:lnTo>
                    <a:pt x="793140" y="896861"/>
                  </a:lnTo>
                  <a:lnTo>
                    <a:pt x="795528" y="884682"/>
                  </a:lnTo>
                  <a:close/>
                </a:path>
                <a:path extrusionOk="0" h="1149350" w="1209039">
                  <a:moveTo>
                    <a:pt x="883920" y="549402"/>
                  </a:moveTo>
                  <a:lnTo>
                    <a:pt x="881532" y="537235"/>
                  </a:lnTo>
                  <a:lnTo>
                    <a:pt x="875004" y="527304"/>
                  </a:lnTo>
                  <a:lnTo>
                    <a:pt x="865327" y="520623"/>
                  </a:lnTo>
                  <a:lnTo>
                    <a:pt x="853427" y="518160"/>
                  </a:lnTo>
                  <a:lnTo>
                    <a:pt x="841540" y="520623"/>
                  </a:lnTo>
                  <a:lnTo>
                    <a:pt x="831862" y="527304"/>
                  </a:lnTo>
                  <a:lnTo>
                    <a:pt x="825334" y="537235"/>
                  </a:lnTo>
                  <a:lnTo>
                    <a:pt x="822960" y="549402"/>
                  </a:lnTo>
                  <a:lnTo>
                    <a:pt x="825334" y="561581"/>
                  </a:lnTo>
                  <a:lnTo>
                    <a:pt x="831862" y="571500"/>
                  </a:lnTo>
                  <a:lnTo>
                    <a:pt x="841540" y="578192"/>
                  </a:lnTo>
                  <a:lnTo>
                    <a:pt x="853427" y="580644"/>
                  </a:lnTo>
                  <a:lnTo>
                    <a:pt x="865327" y="578192"/>
                  </a:lnTo>
                  <a:lnTo>
                    <a:pt x="875004" y="571500"/>
                  </a:lnTo>
                  <a:lnTo>
                    <a:pt x="881532" y="561581"/>
                  </a:lnTo>
                  <a:lnTo>
                    <a:pt x="883920" y="549402"/>
                  </a:lnTo>
                  <a:close/>
                </a:path>
                <a:path extrusionOk="0" h="1149350" w="1209039">
                  <a:moveTo>
                    <a:pt x="902208" y="731520"/>
                  </a:moveTo>
                  <a:lnTo>
                    <a:pt x="899820" y="719632"/>
                  </a:lnTo>
                  <a:lnTo>
                    <a:pt x="893292" y="709955"/>
                  </a:lnTo>
                  <a:lnTo>
                    <a:pt x="883615" y="703427"/>
                  </a:lnTo>
                  <a:lnTo>
                    <a:pt x="871715" y="701040"/>
                  </a:lnTo>
                  <a:lnTo>
                    <a:pt x="859828" y="703427"/>
                  </a:lnTo>
                  <a:lnTo>
                    <a:pt x="850150" y="709955"/>
                  </a:lnTo>
                  <a:lnTo>
                    <a:pt x="843622" y="719632"/>
                  </a:lnTo>
                  <a:lnTo>
                    <a:pt x="841248" y="731520"/>
                  </a:lnTo>
                  <a:lnTo>
                    <a:pt x="843622" y="743419"/>
                  </a:lnTo>
                  <a:lnTo>
                    <a:pt x="850150" y="753097"/>
                  </a:lnTo>
                  <a:lnTo>
                    <a:pt x="859828" y="759625"/>
                  </a:lnTo>
                  <a:lnTo>
                    <a:pt x="871715" y="762012"/>
                  </a:lnTo>
                  <a:lnTo>
                    <a:pt x="883615" y="759625"/>
                  </a:lnTo>
                  <a:lnTo>
                    <a:pt x="893292" y="753097"/>
                  </a:lnTo>
                  <a:lnTo>
                    <a:pt x="899820" y="743419"/>
                  </a:lnTo>
                  <a:lnTo>
                    <a:pt x="902208" y="731520"/>
                  </a:lnTo>
                  <a:close/>
                </a:path>
                <a:path extrusionOk="0" h="1149350" w="1209039">
                  <a:moveTo>
                    <a:pt x="920496" y="31242"/>
                  </a:moveTo>
                  <a:lnTo>
                    <a:pt x="918108" y="19075"/>
                  </a:lnTo>
                  <a:lnTo>
                    <a:pt x="911580" y="9156"/>
                  </a:lnTo>
                  <a:lnTo>
                    <a:pt x="901903" y="2463"/>
                  </a:lnTo>
                  <a:lnTo>
                    <a:pt x="890016" y="0"/>
                  </a:lnTo>
                  <a:lnTo>
                    <a:pt x="878116" y="2463"/>
                  </a:lnTo>
                  <a:lnTo>
                    <a:pt x="868438" y="9144"/>
                  </a:lnTo>
                  <a:lnTo>
                    <a:pt x="861910" y="19075"/>
                  </a:lnTo>
                  <a:lnTo>
                    <a:pt x="859536" y="31242"/>
                  </a:lnTo>
                  <a:lnTo>
                    <a:pt x="861910" y="43421"/>
                  </a:lnTo>
                  <a:lnTo>
                    <a:pt x="868438" y="53340"/>
                  </a:lnTo>
                  <a:lnTo>
                    <a:pt x="878116" y="60032"/>
                  </a:lnTo>
                  <a:lnTo>
                    <a:pt x="890016" y="62484"/>
                  </a:lnTo>
                  <a:lnTo>
                    <a:pt x="901903" y="60032"/>
                  </a:lnTo>
                  <a:lnTo>
                    <a:pt x="911580" y="53340"/>
                  </a:lnTo>
                  <a:lnTo>
                    <a:pt x="918108" y="43421"/>
                  </a:lnTo>
                  <a:lnTo>
                    <a:pt x="920496" y="31242"/>
                  </a:lnTo>
                  <a:close/>
                </a:path>
                <a:path extrusionOk="0" h="1149350" w="1209039">
                  <a:moveTo>
                    <a:pt x="1039368" y="715518"/>
                  </a:moveTo>
                  <a:lnTo>
                    <a:pt x="1036904" y="703351"/>
                  </a:lnTo>
                  <a:lnTo>
                    <a:pt x="1030224" y="693432"/>
                  </a:lnTo>
                  <a:lnTo>
                    <a:pt x="1020292" y="686739"/>
                  </a:lnTo>
                  <a:lnTo>
                    <a:pt x="1008126" y="684276"/>
                  </a:lnTo>
                  <a:lnTo>
                    <a:pt x="995946" y="686739"/>
                  </a:lnTo>
                  <a:lnTo>
                    <a:pt x="986028" y="693420"/>
                  </a:lnTo>
                  <a:lnTo>
                    <a:pt x="979335" y="703351"/>
                  </a:lnTo>
                  <a:lnTo>
                    <a:pt x="976884" y="715518"/>
                  </a:lnTo>
                  <a:lnTo>
                    <a:pt x="979335" y="727697"/>
                  </a:lnTo>
                  <a:lnTo>
                    <a:pt x="986028" y="737616"/>
                  </a:lnTo>
                  <a:lnTo>
                    <a:pt x="995946" y="744308"/>
                  </a:lnTo>
                  <a:lnTo>
                    <a:pt x="1008126" y="746760"/>
                  </a:lnTo>
                  <a:lnTo>
                    <a:pt x="1020292" y="744308"/>
                  </a:lnTo>
                  <a:lnTo>
                    <a:pt x="1030224" y="737616"/>
                  </a:lnTo>
                  <a:lnTo>
                    <a:pt x="1036904" y="727697"/>
                  </a:lnTo>
                  <a:lnTo>
                    <a:pt x="1039368" y="715518"/>
                  </a:lnTo>
                  <a:close/>
                </a:path>
                <a:path extrusionOk="0" h="1149350" w="1209039">
                  <a:moveTo>
                    <a:pt x="1059180" y="893826"/>
                  </a:moveTo>
                  <a:lnTo>
                    <a:pt x="1056792" y="881659"/>
                  </a:lnTo>
                  <a:lnTo>
                    <a:pt x="1050264" y="871728"/>
                  </a:lnTo>
                  <a:lnTo>
                    <a:pt x="1040587" y="865047"/>
                  </a:lnTo>
                  <a:lnTo>
                    <a:pt x="1028700" y="862584"/>
                  </a:lnTo>
                  <a:lnTo>
                    <a:pt x="1016800" y="865047"/>
                  </a:lnTo>
                  <a:lnTo>
                    <a:pt x="1007122" y="871728"/>
                  </a:lnTo>
                  <a:lnTo>
                    <a:pt x="1000594" y="881659"/>
                  </a:lnTo>
                  <a:lnTo>
                    <a:pt x="998220" y="893826"/>
                  </a:lnTo>
                  <a:lnTo>
                    <a:pt x="1000594" y="906005"/>
                  </a:lnTo>
                  <a:lnTo>
                    <a:pt x="1007122" y="915924"/>
                  </a:lnTo>
                  <a:lnTo>
                    <a:pt x="1016800" y="922616"/>
                  </a:lnTo>
                  <a:lnTo>
                    <a:pt x="1028700" y="925068"/>
                  </a:lnTo>
                  <a:lnTo>
                    <a:pt x="1040587" y="922616"/>
                  </a:lnTo>
                  <a:lnTo>
                    <a:pt x="1050264" y="915924"/>
                  </a:lnTo>
                  <a:lnTo>
                    <a:pt x="1056792" y="906005"/>
                  </a:lnTo>
                  <a:lnTo>
                    <a:pt x="1059180" y="893826"/>
                  </a:lnTo>
                  <a:close/>
                </a:path>
                <a:path extrusionOk="0" h="1149350" w="1209039">
                  <a:moveTo>
                    <a:pt x="1083564" y="363474"/>
                  </a:moveTo>
                  <a:lnTo>
                    <a:pt x="1081176" y="351307"/>
                  </a:lnTo>
                  <a:lnTo>
                    <a:pt x="1074648" y="341376"/>
                  </a:lnTo>
                  <a:lnTo>
                    <a:pt x="1064971" y="334695"/>
                  </a:lnTo>
                  <a:lnTo>
                    <a:pt x="1053084" y="332232"/>
                  </a:lnTo>
                  <a:lnTo>
                    <a:pt x="1041184" y="334695"/>
                  </a:lnTo>
                  <a:lnTo>
                    <a:pt x="1031506" y="341376"/>
                  </a:lnTo>
                  <a:lnTo>
                    <a:pt x="1024978" y="351307"/>
                  </a:lnTo>
                  <a:lnTo>
                    <a:pt x="1022604" y="363474"/>
                  </a:lnTo>
                  <a:lnTo>
                    <a:pt x="1024978" y="375653"/>
                  </a:lnTo>
                  <a:lnTo>
                    <a:pt x="1031506" y="385572"/>
                  </a:lnTo>
                  <a:lnTo>
                    <a:pt x="1041184" y="392264"/>
                  </a:lnTo>
                  <a:lnTo>
                    <a:pt x="1053084" y="394716"/>
                  </a:lnTo>
                  <a:lnTo>
                    <a:pt x="1064971" y="392264"/>
                  </a:lnTo>
                  <a:lnTo>
                    <a:pt x="1074648" y="385584"/>
                  </a:lnTo>
                  <a:lnTo>
                    <a:pt x="1081176" y="375653"/>
                  </a:lnTo>
                  <a:lnTo>
                    <a:pt x="1083564" y="363474"/>
                  </a:lnTo>
                  <a:close/>
                </a:path>
                <a:path extrusionOk="0" h="1149350" w="1209039">
                  <a:moveTo>
                    <a:pt x="1208532" y="249174"/>
                  </a:moveTo>
                  <a:lnTo>
                    <a:pt x="1206068" y="237007"/>
                  </a:lnTo>
                  <a:lnTo>
                    <a:pt x="1199388" y="227076"/>
                  </a:lnTo>
                  <a:lnTo>
                    <a:pt x="1189456" y="220395"/>
                  </a:lnTo>
                  <a:lnTo>
                    <a:pt x="1177290" y="217932"/>
                  </a:lnTo>
                  <a:lnTo>
                    <a:pt x="1165110" y="220395"/>
                  </a:lnTo>
                  <a:lnTo>
                    <a:pt x="1155192" y="227076"/>
                  </a:lnTo>
                  <a:lnTo>
                    <a:pt x="1148499" y="237007"/>
                  </a:lnTo>
                  <a:lnTo>
                    <a:pt x="1146048" y="249174"/>
                  </a:lnTo>
                  <a:lnTo>
                    <a:pt x="1148499" y="261353"/>
                  </a:lnTo>
                  <a:lnTo>
                    <a:pt x="1155179" y="271272"/>
                  </a:lnTo>
                  <a:lnTo>
                    <a:pt x="1165110" y="277964"/>
                  </a:lnTo>
                  <a:lnTo>
                    <a:pt x="1177290" y="280416"/>
                  </a:lnTo>
                  <a:lnTo>
                    <a:pt x="1189456" y="277964"/>
                  </a:lnTo>
                  <a:lnTo>
                    <a:pt x="1199388" y="271284"/>
                  </a:lnTo>
                  <a:lnTo>
                    <a:pt x="1206068" y="261353"/>
                  </a:lnTo>
                  <a:lnTo>
                    <a:pt x="1208532" y="249174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9" name="Google Shape;4529;p189"/>
            <p:cNvSpPr/>
            <p:nvPr/>
          </p:nvSpPr>
          <p:spPr>
            <a:xfrm>
              <a:off x="2929244" y="2626433"/>
              <a:ext cx="795655" cy="667385"/>
            </a:xfrm>
            <a:custGeom>
              <a:rect b="b" l="l" r="r" t="t"/>
              <a:pathLst>
                <a:path extrusionOk="0" h="667385" w="795654">
                  <a:moveTo>
                    <a:pt x="282965" y="478716"/>
                  </a:moveTo>
                  <a:lnTo>
                    <a:pt x="232340" y="436550"/>
                  </a:lnTo>
                  <a:lnTo>
                    <a:pt x="185831" y="393528"/>
                  </a:lnTo>
                  <a:lnTo>
                    <a:pt x="143756" y="350180"/>
                  </a:lnTo>
                  <a:lnTo>
                    <a:pt x="106431" y="307036"/>
                  </a:lnTo>
                  <a:lnTo>
                    <a:pt x="74174" y="264625"/>
                  </a:lnTo>
                  <a:lnTo>
                    <a:pt x="47301" y="223478"/>
                  </a:lnTo>
                  <a:lnTo>
                    <a:pt x="26130" y="184125"/>
                  </a:lnTo>
                  <a:lnTo>
                    <a:pt x="10979" y="147096"/>
                  </a:lnTo>
                  <a:lnTo>
                    <a:pt x="0" y="82129"/>
                  </a:lnTo>
                  <a:lnTo>
                    <a:pt x="4806" y="55252"/>
                  </a:lnTo>
                  <a:lnTo>
                    <a:pt x="16900" y="32819"/>
                  </a:lnTo>
                  <a:lnTo>
                    <a:pt x="35916" y="15878"/>
                  </a:lnTo>
                  <a:lnTo>
                    <a:pt x="60945" y="5001"/>
                  </a:lnTo>
                  <a:lnTo>
                    <a:pt x="91398" y="0"/>
                  </a:lnTo>
                  <a:lnTo>
                    <a:pt x="126685" y="688"/>
                  </a:lnTo>
                  <a:lnTo>
                    <a:pt x="166216" y="6880"/>
                  </a:lnTo>
                  <a:lnTo>
                    <a:pt x="209401" y="18389"/>
                  </a:lnTo>
                  <a:lnTo>
                    <a:pt x="255649" y="35028"/>
                  </a:lnTo>
                  <a:lnTo>
                    <a:pt x="304372" y="56610"/>
                  </a:lnTo>
                  <a:lnTo>
                    <a:pt x="354978" y="82950"/>
                  </a:lnTo>
                  <a:lnTo>
                    <a:pt x="406879" y="113861"/>
                  </a:lnTo>
                  <a:lnTo>
                    <a:pt x="459483" y="149156"/>
                  </a:lnTo>
                  <a:lnTo>
                    <a:pt x="512200" y="188648"/>
                  </a:lnTo>
                  <a:lnTo>
                    <a:pt x="562797" y="230787"/>
                  </a:lnTo>
                  <a:lnTo>
                    <a:pt x="609282" y="273791"/>
                  </a:lnTo>
                  <a:lnTo>
                    <a:pt x="651339" y="317128"/>
                  </a:lnTo>
                  <a:lnTo>
                    <a:pt x="688651" y="360267"/>
                  </a:lnTo>
                  <a:lnTo>
                    <a:pt x="720900" y="402676"/>
                  </a:lnTo>
                  <a:lnTo>
                    <a:pt x="747770" y="443823"/>
                  </a:lnTo>
                  <a:lnTo>
                    <a:pt x="768943" y="483176"/>
                  </a:lnTo>
                  <a:lnTo>
                    <a:pt x="784103" y="520203"/>
                  </a:lnTo>
                  <a:lnTo>
                    <a:pt x="795114" y="585153"/>
                  </a:lnTo>
                  <a:lnTo>
                    <a:pt x="790330" y="612012"/>
                  </a:lnTo>
                  <a:lnTo>
                    <a:pt x="778265" y="634418"/>
                  </a:lnTo>
                  <a:lnTo>
                    <a:pt x="759221" y="651361"/>
                  </a:lnTo>
                  <a:lnTo>
                    <a:pt x="734168" y="662246"/>
                  </a:lnTo>
                  <a:lnTo>
                    <a:pt x="703697" y="667257"/>
                  </a:lnTo>
                  <a:lnTo>
                    <a:pt x="668396" y="666582"/>
                  </a:lnTo>
                  <a:lnTo>
                    <a:pt x="628857" y="660405"/>
                  </a:lnTo>
                  <a:lnTo>
                    <a:pt x="585670" y="648912"/>
                  </a:lnTo>
                  <a:lnTo>
                    <a:pt x="539424" y="632289"/>
                  </a:lnTo>
                  <a:lnTo>
                    <a:pt x="490709" y="610721"/>
                  </a:lnTo>
                  <a:lnTo>
                    <a:pt x="440116" y="584394"/>
                  </a:lnTo>
                  <a:lnTo>
                    <a:pt x="388234" y="553494"/>
                  </a:lnTo>
                  <a:lnTo>
                    <a:pt x="335654" y="518206"/>
                  </a:lnTo>
                  <a:lnTo>
                    <a:pt x="282965" y="47871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0" name="Google Shape;4530;p189"/>
            <p:cNvSpPr/>
            <p:nvPr/>
          </p:nvSpPr>
          <p:spPr>
            <a:xfrm>
              <a:off x="3517391" y="2653411"/>
              <a:ext cx="187198" cy="18719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1" name="Google Shape;4531;p189"/>
            <p:cNvSpPr/>
            <p:nvPr/>
          </p:nvSpPr>
          <p:spPr>
            <a:xfrm>
              <a:off x="2420111" y="3290316"/>
              <a:ext cx="943610" cy="485140"/>
            </a:xfrm>
            <a:custGeom>
              <a:rect b="b" l="l" r="r" t="t"/>
              <a:pathLst>
                <a:path extrusionOk="0" h="485139" w="943610">
                  <a:moveTo>
                    <a:pt x="943356" y="0"/>
                  </a:moveTo>
                  <a:lnTo>
                    <a:pt x="0" y="0"/>
                  </a:lnTo>
                  <a:lnTo>
                    <a:pt x="0" y="484631"/>
                  </a:lnTo>
                  <a:lnTo>
                    <a:pt x="943356" y="484631"/>
                  </a:lnTo>
                  <a:lnTo>
                    <a:pt x="9433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2" name="Google Shape;4532;p189"/>
            <p:cNvSpPr/>
            <p:nvPr/>
          </p:nvSpPr>
          <p:spPr>
            <a:xfrm>
              <a:off x="2510027" y="3378695"/>
              <a:ext cx="765810" cy="348246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3" name="Google Shape;4533;p189"/>
            <p:cNvSpPr/>
            <p:nvPr/>
          </p:nvSpPr>
          <p:spPr>
            <a:xfrm>
              <a:off x="5120639" y="2491740"/>
              <a:ext cx="1630680" cy="1629410"/>
            </a:xfrm>
            <a:custGeom>
              <a:rect b="b" l="l" r="r" t="t"/>
              <a:pathLst>
                <a:path extrusionOk="0" h="1629410" w="1630679">
                  <a:moveTo>
                    <a:pt x="0" y="814577"/>
                  </a:moveTo>
                  <a:lnTo>
                    <a:pt x="1383" y="766719"/>
                  </a:lnTo>
                  <a:lnTo>
                    <a:pt x="5484" y="719589"/>
                  </a:lnTo>
                  <a:lnTo>
                    <a:pt x="12226" y="673262"/>
                  </a:lnTo>
                  <a:lnTo>
                    <a:pt x="21531" y="627816"/>
                  </a:lnTo>
                  <a:lnTo>
                    <a:pt x="33324" y="583327"/>
                  </a:lnTo>
                  <a:lnTo>
                    <a:pt x="47528" y="539872"/>
                  </a:lnTo>
                  <a:lnTo>
                    <a:pt x="64067" y="497526"/>
                  </a:lnTo>
                  <a:lnTo>
                    <a:pt x="82864" y="456366"/>
                  </a:lnTo>
                  <a:lnTo>
                    <a:pt x="103843" y="416470"/>
                  </a:lnTo>
                  <a:lnTo>
                    <a:pt x="126928" y="377912"/>
                  </a:lnTo>
                  <a:lnTo>
                    <a:pt x="152041" y="340770"/>
                  </a:lnTo>
                  <a:lnTo>
                    <a:pt x="179107" y="305119"/>
                  </a:lnTo>
                  <a:lnTo>
                    <a:pt x="208049" y="271038"/>
                  </a:lnTo>
                  <a:lnTo>
                    <a:pt x="238791" y="238601"/>
                  </a:lnTo>
                  <a:lnTo>
                    <a:pt x="271256" y="207885"/>
                  </a:lnTo>
                  <a:lnTo>
                    <a:pt x="305368" y="178967"/>
                  </a:lnTo>
                  <a:lnTo>
                    <a:pt x="341050" y="151924"/>
                  </a:lnTo>
                  <a:lnTo>
                    <a:pt x="378227" y="126831"/>
                  </a:lnTo>
                  <a:lnTo>
                    <a:pt x="416820" y="103765"/>
                  </a:lnTo>
                  <a:lnTo>
                    <a:pt x="456755" y="82802"/>
                  </a:lnTo>
                  <a:lnTo>
                    <a:pt x="497955" y="64019"/>
                  </a:lnTo>
                  <a:lnTo>
                    <a:pt x="540342" y="47493"/>
                  </a:lnTo>
                  <a:lnTo>
                    <a:pt x="583842" y="33300"/>
                  </a:lnTo>
                  <a:lnTo>
                    <a:pt x="628376" y="21515"/>
                  </a:lnTo>
                  <a:lnTo>
                    <a:pt x="673870" y="12217"/>
                  </a:lnTo>
                  <a:lnTo>
                    <a:pt x="720246" y="5480"/>
                  </a:lnTo>
                  <a:lnTo>
                    <a:pt x="767428" y="1382"/>
                  </a:lnTo>
                  <a:lnTo>
                    <a:pt x="815339" y="0"/>
                  </a:lnTo>
                  <a:lnTo>
                    <a:pt x="863251" y="1382"/>
                  </a:lnTo>
                  <a:lnTo>
                    <a:pt x="910433" y="5480"/>
                  </a:lnTo>
                  <a:lnTo>
                    <a:pt x="956809" y="12217"/>
                  </a:lnTo>
                  <a:lnTo>
                    <a:pt x="1002303" y="21515"/>
                  </a:lnTo>
                  <a:lnTo>
                    <a:pt x="1046837" y="33300"/>
                  </a:lnTo>
                  <a:lnTo>
                    <a:pt x="1090337" y="47493"/>
                  </a:lnTo>
                  <a:lnTo>
                    <a:pt x="1132724" y="64019"/>
                  </a:lnTo>
                  <a:lnTo>
                    <a:pt x="1173924" y="82802"/>
                  </a:lnTo>
                  <a:lnTo>
                    <a:pt x="1213859" y="103765"/>
                  </a:lnTo>
                  <a:lnTo>
                    <a:pt x="1252452" y="126831"/>
                  </a:lnTo>
                  <a:lnTo>
                    <a:pt x="1289629" y="151924"/>
                  </a:lnTo>
                  <a:lnTo>
                    <a:pt x="1325311" y="178967"/>
                  </a:lnTo>
                  <a:lnTo>
                    <a:pt x="1359423" y="207885"/>
                  </a:lnTo>
                  <a:lnTo>
                    <a:pt x="1391888" y="238601"/>
                  </a:lnTo>
                  <a:lnTo>
                    <a:pt x="1422630" y="271038"/>
                  </a:lnTo>
                  <a:lnTo>
                    <a:pt x="1451572" y="305119"/>
                  </a:lnTo>
                  <a:lnTo>
                    <a:pt x="1478638" y="340770"/>
                  </a:lnTo>
                  <a:lnTo>
                    <a:pt x="1503751" y="377912"/>
                  </a:lnTo>
                  <a:lnTo>
                    <a:pt x="1526836" y="416470"/>
                  </a:lnTo>
                  <a:lnTo>
                    <a:pt x="1547815" y="456366"/>
                  </a:lnTo>
                  <a:lnTo>
                    <a:pt x="1566612" y="497526"/>
                  </a:lnTo>
                  <a:lnTo>
                    <a:pt x="1583151" y="539872"/>
                  </a:lnTo>
                  <a:lnTo>
                    <a:pt x="1597355" y="583327"/>
                  </a:lnTo>
                  <a:lnTo>
                    <a:pt x="1609148" y="627816"/>
                  </a:lnTo>
                  <a:lnTo>
                    <a:pt x="1618453" y="673262"/>
                  </a:lnTo>
                  <a:lnTo>
                    <a:pt x="1625195" y="719589"/>
                  </a:lnTo>
                  <a:lnTo>
                    <a:pt x="1629296" y="766719"/>
                  </a:lnTo>
                  <a:lnTo>
                    <a:pt x="1630680" y="814577"/>
                  </a:lnTo>
                  <a:lnTo>
                    <a:pt x="1629296" y="862436"/>
                  </a:lnTo>
                  <a:lnTo>
                    <a:pt x="1625195" y="909566"/>
                  </a:lnTo>
                  <a:lnTo>
                    <a:pt x="1618453" y="955893"/>
                  </a:lnTo>
                  <a:lnTo>
                    <a:pt x="1609148" y="1001339"/>
                  </a:lnTo>
                  <a:lnTo>
                    <a:pt x="1597355" y="1045828"/>
                  </a:lnTo>
                  <a:lnTo>
                    <a:pt x="1583151" y="1089283"/>
                  </a:lnTo>
                  <a:lnTo>
                    <a:pt x="1566612" y="1131629"/>
                  </a:lnTo>
                  <a:lnTo>
                    <a:pt x="1547815" y="1172789"/>
                  </a:lnTo>
                  <a:lnTo>
                    <a:pt x="1526836" y="1212685"/>
                  </a:lnTo>
                  <a:lnTo>
                    <a:pt x="1503751" y="1251243"/>
                  </a:lnTo>
                  <a:lnTo>
                    <a:pt x="1478638" y="1288385"/>
                  </a:lnTo>
                  <a:lnTo>
                    <a:pt x="1451572" y="1324036"/>
                  </a:lnTo>
                  <a:lnTo>
                    <a:pt x="1422630" y="1358117"/>
                  </a:lnTo>
                  <a:lnTo>
                    <a:pt x="1391888" y="1390554"/>
                  </a:lnTo>
                  <a:lnTo>
                    <a:pt x="1359423" y="1421270"/>
                  </a:lnTo>
                  <a:lnTo>
                    <a:pt x="1325311" y="1450188"/>
                  </a:lnTo>
                  <a:lnTo>
                    <a:pt x="1289629" y="1477231"/>
                  </a:lnTo>
                  <a:lnTo>
                    <a:pt x="1252452" y="1502324"/>
                  </a:lnTo>
                  <a:lnTo>
                    <a:pt x="1213859" y="1525390"/>
                  </a:lnTo>
                  <a:lnTo>
                    <a:pt x="1173924" y="1546353"/>
                  </a:lnTo>
                  <a:lnTo>
                    <a:pt x="1132724" y="1565136"/>
                  </a:lnTo>
                  <a:lnTo>
                    <a:pt x="1090337" y="1581662"/>
                  </a:lnTo>
                  <a:lnTo>
                    <a:pt x="1046837" y="1595855"/>
                  </a:lnTo>
                  <a:lnTo>
                    <a:pt x="1002303" y="1607640"/>
                  </a:lnTo>
                  <a:lnTo>
                    <a:pt x="956809" y="1616938"/>
                  </a:lnTo>
                  <a:lnTo>
                    <a:pt x="910433" y="1623675"/>
                  </a:lnTo>
                  <a:lnTo>
                    <a:pt x="863251" y="1627773"/>
                  </a:lnTo>
                  <a:lnTo>
                    <a:pt x="815339" y="1629156"/>
                  </a:lnTo>
                  <a:lnTo>
                    <a:pt x="767428" y="1627773"/>
                  </a:lnTo>
                  <a:lnTo>
                    <a:pt x="720246" y="1623675"/>
                  </a:lnTo>
                  <a:lnTo>
                    <a:pt x="673870" y="1616938"/>
                  </a:lnTo>
                  <a:lnTo>
                    <a:pt x="628376" y="1607640"/>
                  </a:lnTo>
                  <a:lnTo>
                    <a:pt x="583842" y="1595855"/>
                  </a:lnTo>
                  <a:lnTo>
                    <a:pt x="540342" y="1581662"/>
                  </a:lnTo>
                  <a:lnTo>
                    <a:pt x="497955" y="1565136"/>
                  </a:lnTo>
                  <a:lnTo>
                    <a:pt x="456755" y="1546353"/>
                  </a:lnTo>
                  <a:lnTo>
                    <a:pt x="416820" y="1525390"/>
                  </a:lnTo>
                  <a:lnTo>
                    <a:pt x="378227" y="1502324"/>
                  </a:lnTo>
                  <a:lnTo>
                    <a:pt x="341050" y="1477231"/>
                  </a:lnTo>
                  <a:lnTo>
                    <a:pt x="305368" y="1450188"/>
                  </a:lnTo>
                  <a:lnTo>
                    <a:pt x="271256" y="1421270"/>
                  </a:lnTo>
                  <a:lnTo>
                    <a:pt x="238791" y="1390554"/>
                  </a:lnTo>
                  <a:lnTo>
                    <a:pt x="208049" y="1358117"/>
                  </a:lnTo>
                  <a:lnTo>
                    <a:pt x="179107" y="1324036"/>
                  </a:lnTo>
                  <a:lnTo>
                    <a:pt x="152041" y="1288385"/>
                  </a:lnTo>
                  <a:lnTo>
                    <a:pt x="126928" y="1251243"/>
                  </a:lnTo>
                  <a:lnTo>
                    <a:pt x="103843" y="1212685"/>
                  </a:lnTo>
                  <a:lnTo>
                    <a:pt x="82864" y="1172789"/>
                  </a:lnTo>
                  <a:lnTo>
                    <a:pt x="64067" y="1131629"/>
                  </a:lnTo>
                  <a:lnTo>
                    <a:pt x="47528" y="1089283"/>
                  </a:lnTo>
                  <a:lnTo>
                    <a:pt x="33324" y="1045828"/>
                  </a:lnTo>
                  <a:lnTo>
                    <a:pt x="21531" y="1001339"/>
                  </a:lnTo>
                  <a:lnTo>
                    <a:pt x="12226" y="955893"/>
                  </a:lnTo>
                  <a:lnTo>
                    <a:pt x="5484" y="909566"/>
                  </a:lnTo>
                  <a:lnTo>
                    <a:pt x="1383" y="862436"/>
                  </a:lnTo>
                  <a:lnTo>
                    <a:pt x="0" y="814577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4" name="Google Shape;4534;p189"/>
            <p:cNvSpPr/>
            <p:nvPr/>
          </p:nvSpPr>
          <p:spPr>
            <a:xfrm>
              <a:off x="6483095" y="2499360"/>
              <a:ext cx="582929" cy="16840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5" name="Google Shape;4535;p189"/>
            <p:cNvSpPr/>
            <p:nvPr/>
          </p:nvSpPr>
          <p:spPr>
            <a:xfrm>
              <a:off x="5920739" y="2677668"/>
              <a:ext cx="60960" cy="62865"/>
            </a:xfrm>
            <a:custGeom>
              <a:rect b="b" l="l" r="r" t="t"/>
              <a:pathLst>
                <a:path extrusionOk="0" h="62864" w="60960">
                  <a:moveTo>
                    <a:pt x="30480" y="0"/>
                  </a:moveTo>
                  <a:lnTo>
                    <a:pt x="18591" y="2452"/>
                  </a:lnTo>
                  <a:lnTo>
                    <a:pt x="8905" y="9144"/>
                  </a:lnTo>
                  <a:lnTo>
                    <a:pt x="2387" y="19073"/>
                  </a:lnTo>
                  <a:lnTo>
                    <a:pt x="0" y="31242"/>
                  </a:lnTo>
                  <a:lnTo>
                    <a:pt x="2387" y="43410"/>
                  </a:lnTo>
                  <a:lnTo>
                    <a:pt x="8905" y="53339"/>
                  </a:lnTo>
                  <a:lnTo>
                    <a:pt x="18591" y="60031"/>
                  </a:lnTo>
                  <a:lnTo>
                    <a:pt x="30480" y="62484"/>
                  </a:lnTo>
                  <a:lnTo>
                    <a:pt x="42368" y="60031"/>
                  </a:lnTo>
                  <a:lnTo>
                    <a:pt x="52054" y="53340"/>
                  </a:lnTo>
                  <a:lnTo>
                    <a:pt x="58572" y="43410"/>
                  </a:lnTo>
                  <a:lnTo>
                    <a:pt x="60960" y="31242"/>
                  </a:lnTo>
                  <a:lnTo>
                    <a:pt x="58572" y="19073"/>
                  </a:lnTo>
                  <a:lnTo>
                    <a:pt x="52054" y="9144"/>
                  </a:lnTo>
                  <a:lnTo>
                    <a:pt x="42368" y="2452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6" name="Google Shape;4536;p189"/>
            <p:cNvSpPr/>
            <p:nvPr/>
          </p:nvSpPr>
          <p:spPr>
            <a:xfrm>
              <a:off x="5477255" y="4218432"/>
              <a:ext cx="883158" cy="168401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7" name="Google Shape;4537;p189"/>
            <p:cNvSpPr/>
            <p:nvPr/>
          </p:nvSpPr>
          <p:spPr>
            <a:xfrm>
              <a:off x="5384292" y="2827019"/>
              <a:ext cx="1209040" cy="1149350"/>
            </a:xfrm>
            <a:custGeom>
              <a:rect b="b" l="l" r="r" t="t"/>
              <a:pathLst>
                <a:path extrusionOk="0" h="1149350" w="1209040">
                  <a:moveTo>
                    <a:pt x="60960" y="518922"/>
                  </a:moveTo>
                  <a:lnTo>
                    <a:pt x="58572" y="506755"/>
                  </a:lnTo>
                  <a:lnTo>
                    <a:pt x="52044" y="496824"/>
                  </a:lnTo>
                  <a:lnTo>
                    <a:pt x="42367" y="490143"/>
                  </a:lnTo>
                  <a:lnTo>
                    <a:pt x="30480" y="487680"/>
                  </a:lnTo>
                  <a:lnTo>
                    <a:pt x="18580" y="490143"/>
                  </a:lnTo>
                  <a:lnTo>
                    <a:pt x="8902" y="496824"/>
                  </a:lnTo>
                  <a:lnTo>
                    <a:pt x="2374" y="506755"/>
                  </a:lnTo>
                  <a:lnTo>
                    <a:pt x="0" y="518922"/>
                  </a:lnTo>
                  <a:lnTo>
                    <a:pt x="2374" y="531101"/>
                  </a:lnTo>
                  <a:lnTo>
                    <a:pt x="8902" y="541020"/>
                  </a:lnTo>
                  <a:lnTo>
                    <a:pt x="18580" y="547712"/>
                  </a:lnTo>
                  <a:lnTo>
                    <a:pt x="30480" y="550164"/>
                  </a:lnTo>
                  <a:lnTo>
                    <a:pt x="42367" y="547712"/>
                  </a:lnTo>
                  <a:lnTo>
                    <a:pt x="52044" y="541020"/>
                  </a:lnTo>
                  <a:lnTo>
                    <a:pt x="58572" y="531101"/>
                  </a:lnTo>
                  <a:lnTo>
                    <a:pt x="60960" y="518922"/>
                  </a:lnTo>
                  <a:close/>
                </a:path>
                <a:path extrusionOk="0" h="1149350" w="1209040">
                  <a:moveTo>
                    <a:pt x="85344" y="739902"/>
                  </a:moveTo>
                  <a:lnTo>
                    <a:pt x="82956" y="727735"/>
                  </a:lnTo>
                  <a:lnTo>
                    <a:pt x="76428" y="717804"/>
                  </a:lnTo>
                  <a:lnTo>
                    <a:pt x="66751" y="711123"/>
                  </a:lnTo>
                  <a:lnTo>
                    <a:pt x="54864" y="708660"/>
                  </a:lnTo>
                  <a:lnTo>
                    <a:pt x="42964" y="711123"/>
                  </a:lnTo>
                  <a:lnTo>
                    <a:pt x="33286" y="717804"/>
                  </a:lnTo>
                  <a:lnTo>
                    <a:pt x="26758" y="727735"/>
                  </a:lnTo>
                  <a:lnTo>
                    <a:pt x="24384" y="739902"/>
                  </a:lnTo>
                  <a:lnTo>
                    <a:pt x="26758" y="752081"/>
                  </a:lnTo>
                  <a:lnTo>
                    <a:pt x="33286" y="762012"/>
                  </a:lnTo>
                  <a:lnTo>
                    <a:pt x="42964" y="768692"/>
                  </a:lnTo>
                  <a:lnTo>
                    <a:pt x="54864" y="771144"/>
                  </a:lnTo>
                  <a:lnTo>
                    <a:pt x="66751" y="768692"/>
                  </a:lnTo>
                  <a:lnTo>
                    <a:pt x="76428" y="762012"/>
                  </a:lnTo>
                  <a:lnTo>
                    <a:pt x="82956" y="752081"/>
                  </a:lnTo>
                  <a:lnTo>
                    <a:pt x="85344" y="739902"/>
                  </a:lnTo>
                  <a:close/>
                </a:path>
                <a:path extrusionOk="0" h="1149350" w="1209040">
                  <a:moveTo>
                    <a:pt x="170688" y="278130"/>
                  </a:moveTo>
                  <a:lnTo>
                    <a:pt x="168300" y="265963"/>
                  </a:lnTo>
                  <a:lnTo>
                    <a:pt x="161772" y="256032"/>
                  </a:lnTo>
                  <a:lnTo>
                    <a:pt x="152095" y="249351"/>
                  </a:lnTo>
                  <a:lnTo>
                    <a:pt x="140208" y="246888"/>
                  </a:lnTo>
                  <a:lnTo>
                    <a:pt x="128308" y="249351"/>
                  </a:lnTo>
                  <a:lnTo>
                    <a:pt x="118630" y="256032"/>
                  </a:lnTo>
                  <a:lnTo>
                    <a:pt x="112102" y="265963"/>
                  </a:lnTo>
                  <a:lnTo>
                    <a:pt x="109728" y="278130"/>
                  </a:lnTo>
                  <a:lnTo>
                    <a:pt x="112102" y="290309"/>
                  </a:lnTo>
                  <a:lnTo>
                    <a:pt x="118630" y="300228"/>
                  </a:lnTo>
                  <a:lnTo>
                    <a:pt x="128308" y="306920"/>
                  </a:lnTo>
                  <a:lnTo>
                    <a:pt x="140208" y="309372"/>
                  </a:lnTo>
                  <a:lnTo>
                    <a:pt x="152095" y="306920"/>
                  </a:lnTo>
                  <a:lnTo>
                    <a:pt x="161772" y="300228"/>
                  </a:lnTo>
                  <a:lnTo>
                    <a:pt x="168300" y="290309"/>
                  </a:lnTo>
                  <a:lnTo>
                    <a:pt x="170688" y="278130"/>
                  </a:lnTo>
                  <a:close/>
                </a:path>
                <a:path extrusionOk="0" h="1149350" w="1209040">
                  <a:moveTo>
                    <a:pt x="199644" y="502158"/>
                  </a:moveTo>
                  <a:lnTo>
                    <a:pt x="197180" y="489991"/>
                  </a:lnTo>
                  <a:lnTo>
                    <a:pt x="190500" y="480060"/>
                  </a:lnTo>
                  <a:lnTo>
                    <a:pt x="180568" y="473379"/>
                  </a:lnTo>
                  <a:lnTo>
                    <a:pt x="168402" y="470916"/>
                  </a:lnTo>
                  <a:lnTo>
                    <a:pt x="156222" y="473379"/>
                  </a:lnTo>
                  <a:lnTo>
                    <a:pt x="146304" y="480060"/>
                  </a:lnTo>
                  <a:lnTo>
                    <a:pt x="139611" y="489991"/>
                  </a:lnTo>
                  <a:lnTo>
                    <a:pt x="137160" y="502158"/>
                  </a:lnTo>
                  <a:lnTo>
                    <a:pt x="139611" y="514337"/>
                  </a:lnTo>
                  <a:lnTo>
                    <a:pt x="146304" y="524256"/>
                  </a:lnTo>
                  <a:lnTo>
                    <a:pt x="156222" y="530948"/>
                  </a:lnTo>
                  <a:lnTo>
                    <a:pt x="168402" y="533400"/>
                  </a:lnTo>
                  <a:lnTo>
                    <a:pt x="180568" y="530948"/>
                  </a:lnTo>
                  <a:lnTo>
                    <a:pt x="190500" y="524256"/>
                  </a:lnTo>
                  <a:lnTo>
                    <a:pt x="197180" y="514337"/>
                  </a:lnTo>
                  <a:lnTo>
                    <a:pt x="199644" y="502158"/>
                  </a:lnTo>
                  <a:close/>
                </a:path>
                <a:path extrusionOk="0" h="1149350" w="1209040">
                  <a:moveTo>
                    <a:pt x="217932" y="63246"/>
                  </a:moveTo>
                  <a:lnTo>
                    <a:pt x="215544" y="51079"/>
                  </a:lnTo>
                  <a:lnTo>
                    <a:pt x="209016" y="41160"/>
                  </a:lnTo>
                  <a:lnTo>
                    <a:pt x="199339" y="34467"/>
                  </a:lnTo>
                  <a:lnTo>
                    <a:pt x="187452" y="32004"/>
                  </a:lnTo>
                  <a:lnTo>
                    <a:pt x="175552" y="34467"/>
                  </a:lnTo>
                  <a:lnTo>
                    <a:pt x="165874" y="41148"/>
                  </a:lnTo>
                  <a:lnTo>
                    <a:pt x="159346" y="51079"/>
                  </a:lnTo>
                  <a:lnTo>
                    <a:pt x="156972" y="63246"/>
                  </a:lnTo>
                  <a:lnTo>
                    <a:pt x="159346" y="75425"/>
                  </a:lnTo>
                  <a:lnTo>
                    <a:pt x="165874" y="85344"/>
                  </a:lnTo>
                  <a:lnTo>
                    <a:pt x="175552" y="92036"/>
                  </a:lnTo>
                  <a:lnTo>
                    <a:pt x="187452" y="94488"/>
                  </a:lnTo>
                  <a:lnTo>
                    <a:pt x="199339" y="92036"/>
                  </a:lnTo>
                  <a:lnTo>
                    <a:pt x="209016" y="85344"/>
                  </a:lnTo>
                  <a:lnTo>
                    <a:pt x="215544" y="75425"/>
                  </a:lnTo>
                  <a:lnTo>
                    <a:pt x="217932" y="63246"/>
                  </a:lnTo>
                  <a:close/>
                </a:path>
                <a:path extrusionOk="0" h="1149350" w="1209040">
                  <a:moveTo>
                    <a:pt x="288036" y="797814"/>
                  </a:moveTo>
                  <a:lnTo>
                    <a:pt x="285648" y="785647"/>
                  </a:lnTo>
                  <a:lnTo>
                    <a:pt x="279120" y="775716"/>
                  </a:lnTo>
                  <a:lnTo>
                    <a:pt x="269443" y="769035"/>
                  </a:lnTo>
                  <a:lnTo>
                    <a:pt x="257556" y="766572"/>
                  </a:lnTo>
                  <a:lnTo>
                    <a:pt x="245656" y="769035"/>
                  </a:lnTo>
                  <a:lnTo>
                    <a:pt x="235978" y="775716"/>
                  </a:lnTo>
                  <a:lnTo>
                    <a:pt x="229450" y="785647"/>
                  </a:lnTo>
                  <a:lnTo>
                    <a:pt x="227076" y="797814"/>
                  </a:lnTo>
                  <a:lnTo>
                    <a:pt x="229450" y="809993"/>
                  </a:lnTo>
                  <a:lnTo>
                    <a:pt x="235978" y="819912"/>
                  </a:lnTo>
                  <a:lnTo>
                    <a:pt x="245656" y="826604"/>
                  </a:lnTo>
                  <a:lnTo>
                    <a:pt x="257556" y="829056"/>
                  </a:lnTo>
                  <a:lnTo>
                    <a:pt x="269443" y="826604"/>
                  </a:lnTo>
                  <a:lnTo>
                    <a:pt x="279120" y="819912"/>
                  </a:lnTo>
                  <a:lnTo>
                    <a:pt x="285648" y="809993"/>
                  </a:lnTo>
                  <a:lnTo>
                    <a:pt x="288036" y="797814"/>
                  </a:lnTo>
                  <a:close/>
                </a:path>
                <a:path extrusionOk="0" h="1149350" w="1209040">
                  <a:moveTo>
                    <a:pt x="312420" y="1024890"/>
                  </a:moveTo>
                  <a:lnTo>
                    <a:pt x="310032" y="1012723"/>
                  </a:lnTo>
                  <a:lnTo>
                    <a:pt x="303504" y="1002792"/>
                  </a:lnTo>
                  <a:lnTo>
                    <a:pt x="293827" y="996111"/>
                  </a:lnTo>
                  <a:lnTo>
                    <a:pt x="281940" y="993648"/>
                  </a:lnTo>
                  <a:lnTo>
                    <a:pt x="270040" y="996111"/>
                  </a:lnTo>
                  <a:lnTo>
                    <a:pt x="260362" y="1002792"/>
                  </a:lnTo>
                  <a:lnTo>
                    <a:pt x="253834" y="1012723"/>
                  </a:lnTo>
                  <a:lnTo>
                    <a:pt x="251460" y="1024890"/>
                  </a:lnTo>
                  <a:lnTo>
                    <a:pt x="253834" y="1037069"/>
                  </a:lnTo>
                  <a:lnTo>
                    <a:pt x="260362" y="1046988"/>
                  </a:lnTo>
                  <a:lnTo>
                    <a:pt x="270040" y="1053680"/>
                  </a:lnTo>
                  <a:lnTo>
                    <a:pt x="281940" y="1056132"/>
                  </a:lnTo>
                  <a:lnTo>
                    <a:pt x="293827" y="1053680"/>
                  </a:lnTo>
                  <a:lnTo>
                    <a:pt x="303504" y="1046988"/>
                  </a:lnTo>
                  <a:lnTo>
                    <a:pt x="310032" y="1037069"/>
                  </a:lnTo>
                  <a:lnTo>
                    <a:pt x="312420" y="1024890"/>
                  </a:lnTo>
                  <a:close/>
                </a:path>
                <a:path extrusionOk="0" h="1149350" w="1209040">
                  <a:moveTo>
                    <a:pt x="333756" y="584454"/>
                  </a:moveTo>
                  <a:lnTo>
                    <a:pt x="331368" y="572287"/>
                  </a:lnTo>
                  <a:lnTo>
                    <a:pt x="324840" y="562356"/>
                  </a:lnTo>
                  <a:lnTo>
                    <a:pt x="315163" y="555675"/>
                  </a:lnTo>
                  <a:lnTo>
                    <a:pt x="303276" y="553212"/>
                  </a:lnTo>
                  <a:lnTo>
                    <a:pt x="291376" y="555675"/>
                  </a:lnTo>
                  <a:lnTo>
                    <a:pt x="281698" y="562356"/>
                  </a:lnTo>
                  <a:lnTo>
                    <a:pt x="275170" y="572287"/>
                  </a:lnTo>
                  <a:lnTo>
                    <a:pt x="272796" y="584454"/>
                  </a:lnTo>
                  <a:lnTo>
                    <a:pt x="275170" y="596633"/>
                  </a:lnTo>
                  <a:lnTo>
                    <a:pt x="281698" y="606552"/>
                  </a:lnTo>
                  <a:lnTo>
                    <a:pt x="291376" y="613244"/>
                  </a:lnTo>
                  <a:lnTo>
                    <a:pt x="303276" y="615696"/>
                  </a:lnTo>
                  <a:lnTo>
                    <a:pt x="315163" y="613244"/>
                  </a:lnTo>
                  <a:lnTo>
                    <a:pt x="324840" y="606552"/>
                  </a:lnTo>
                  <a:lnTo>
                    <a:pt x="331368" y="596633"/>
                  </a:lnTo>
                  <a:lnTo>
                    <a:pt x="333756" y="584454"/>
                  </a:lnTo>
                  <a:close/>
                </a:path>
                <a:path extrusionOk="0" h="1149350" w="1209040">
                  <a:moveTo>
                    <a:pt x="446532" y="310134"/>
                  </a:moveTo>
                  <a:lnTo>
                    <a:pt x="444144" y="297967"/>
                  </a:lnTo>
                  <a:lnTo>
                    <a:pt x="437616" y="288048"/>
                  </a:lnTo>
                  <a:lnTo>
                    <a:pt x="427939" y="281355"/>
                  </a:lnTo>
                  <a:lnTo>
                    <a:pt x="416052" y="278892"/>
                  </a:lnTo>
                  <a:lnTo>
                    <a:pt x="404152" y="281355"/>
                  </a:lnTo>
                  <a:lnTo>
                    <a:pt x="394474" y="288036"/>
                  </a:lnTo>
                  <a:lnTo>
                    <a:pt x="387946" y="297967"/>
                  </a:lnTo>
                  <a:lnTo>
                    <a:pt x="385572" y="310134"/>
                  </a:lnTo>
                  <a:lnTo>
                    <a:pt x="387946" y="322313"/>
                  </a:lnTo>
                  <a:lnTo>
                    <a:pt x="394474" y="332232"/>
                  </a:lnTo>
                  <a:lnTo>
                    <a:pt x="404152" y="338924"/>
                  </a:lnTo>
                  <a:lnTo>
                    <a:pt x="416052" y="341376"/>
                  </a:lnTo>
                  <a:lnTo>
                    <a:pt x="427939" y="338924"/>
                  </a:lnTo>
                  <a:lnTo>
                    <a:pt x="437616" y="332232"/>
                  </a:lnTo>
                  <a:lnTo>
                    <a:pt x="444144" y="322313"/>
                  </a:lnTo>
                  <a:lnTo>
                    <a:pt x="446532" y="310134"/>
                  </a:lnTo>
                  <a:close/>
                </a:path>
                <a:path extrusionOk="0" h="1149350" w="1209040">
                  <a:moveTo>
                    <a:pt x="452628" y="87630"/>
                  </a:moveTo>
                  <a:lnTo>
                    <a:pt x="450240" y="75463"/>
                  </a:lnTo>
                  <a:lnTo>
                    <a:pt x="443712" y="65532"/>
                  </a:lnTo>
                  <a:lnTo>
                    <a:pt x="434035" y="58851"/>
                  </a:lnTo>
                  <a:lnTo>
                    <a:pt x="422148" y="56388"/>
                  </a:lnTo>
                  <a:lnTo>
                    <a:pt x="410248" y="58851"/>
                  </a:lnTo>
                  <a:lnTo>
                    <a:pt x="400570" y="65532"/>
                  </a:lnTo>
                  <a:lnTo>
                    <a:pt x="394042" y="75463"/>
                  </a:lnTo>
                  <a:lnTo>
                    <a:pt x="391668" y="87630"/>
                  </a:lnTo>
                  <a:lnTo>
                    <a:pt x="394042" y="99809"/>
                  </a:lnTo>
                  <a:lnTo>
                    <a:pt x="400570" y="109728"/>
                  </a:lnTo>
                  <a:lnTo>
                    <a:pt x="410248" y="116420"/>
                  </a:lnTo>
                  <a:lnTo>
                    <a:pt x="422148" y="118872"/>
                  </a:lnTo>
                  <a:lnTo>
                    <a:pt x="434035" y="116420"/>
                  </a:lnTo>
                  <a:lnTo>
                    <a:pt x="443712" y="109728"/>
                  </a:lnTo>
                  <a:lnTo>
                    <a:pt x="450240" y="99809"/>
                  </a:lnTo>
                  <a:lnTo>
                    <a:pt x="452628" y="87630"/>
                  </a:lnTo>
                  <a:close/>
                </a:path>
                <a:path extrusionOk="0" h="1149350" w="1209040">
                  <a:moveTo>
                    <a:pt x="519684" y="415290"/>
                  </a:moveTo>
                  <a:lnTo>
                    <a:pt x="517220" y="403123"/>
                  </a:lnTo>
                  <a:lnTo>
                    <a:pt x="510540" y="393192"/>
                  </a:lnTo>
                  <a:lnTo>
                    <a:pt x="500608" y="386511"/>
                  </a:lnTo>
                  <a:lnTo>
                    <a:pt x="488442" y="384048"/>
                  </a:lnTo>
                  <a:lnTo>
                    <a:pt x="476262" y="386511"/>
                  </a:lnTo>
                  <a:lnTo>
                    <a:pt x="466344" y="393192"/>
                  </a:lnTo>
                  <a:lnTo>
                    <a:pt x="459651" y="403123"/>
                  </a:lnTo>
                  <a:lnTo>
                    <a:pt x="457200" y="415290"/>
                  </a:lnTo>
                  <a:lnTo>
                    <a:pt x="459651" y="427469"/>
                  </a:lnTo>
                  <a:lnTo>
                    <a:pt x="466344" y="437388"/>
                  </a:lnTo>
                  <a:lnTo>
                    <a:pt x="476262" y="444080"/>
                  </a:lnTo>
                  <a:lnTo>
                    <a:pt x="488442" y="446532"/>
                  </a:lnTo>
                  <a:lnTo>
                    <a:pt x="500608" y="444080"/>
                  </a:lnTo>
                  <a:lnTo>
                    <a:pt x="510527" y="437388"/>
                  </a:lnTo>
                  <a:lnTo>
                    <a:pt x="517220" y="427469"/>
                  </a:lnTo>
                  <a:lnTo>
                    <a:pt x="519684" y="415290"/>
                  </a:lnTo>
                  <a:close/>
                </a:path>
                <a:path extrusionOk="0" h="1149350" w="1209040">
                  <a:moveTo>
                    <a:pt x="548640" y="1008126"/>
                  </a:moveTo>
                  <a:lnTo>
                    <a:pt x="546176" y="995959"/>
                  </a:lnTo>
                  <a:lnTo>
                    <a:pt x="539496" y="986028"/>
                  </a:lnTo>
                  <a:lnTo>
                    <a:pt x="529564" y="979347"/>
                  </a:lnTo>
                  <a:lnTo>
                    <a:pt x="517398" y="976884"/>
                  </a:lnTo>
                  <a:lnTo>
                    <a:pt x="505218" y="979347"/>
                  </a:lnTo>
                  <a:lnTo>
                    <a:pt x="495300" y="986028"/>
                  </a:lnTo>
                  <a:lnTo>
                    <a:pt x="488607" y="995959"/>
                  </a:lnTo>
                  <a:lnTo>
                    <a:pt x="486156" y="1008126"/>
                  </a:lnTo>
                  <a:lnTo>
                    <a:pt x="488607" y="1020305"/>
                  </a:lnTo>
                  <a:lnTo>
                    <a:pt x="495300" y="1030224"/>
                  </a:lnTo>
                  <a:lnTo>
                    <a:pt x="505218" y="1036916"/>
                  </a:lnTo>
                  <a:lnTo>
                    <a:pt x="517398" y="1039368"/>
                  </a:lnTo>
                  <a:lnTo>
                    <a:pt x="529564" y="1036916"/>
                  </a:lnTo>
                  <a:lnTo>
                    <a:pt x="539496" y="1030224"/>
                  </a:lnTo>
                  <a:lnTo>
                    <a:pt x="546176" y="1020305"/>
                  </a:lnTo>
                  <a:lnTo>
                    <a:pt x="548640" y="1008126"/>
                  </a:lnTo>
                  <a:close/>
                </a:path>
                <a:path extrusionOk="0" h="1149350" w="1209040">
                  <a:moveTo>
                    <a:pt x="560832" y="826770"/>
                  </a:moveTo>
                  <a:lnTo>
                    <a:pt x="558368" y="814603"/>
                  </a:lnTo>
                  <a:lnTo>
                    <a:pt x="551688" y="804672"/>
                  </a:lnTo>
                  <a:lnTo>
                    <a:pt x="541756" y="797991"/>
                  </a:lnTo>
                  <a:lnTo>
                    <a:pt x="529590" y="795528"/>
                  </a:lnTo>
                  <a:lnTo>
                    <a:pt x="517410" y="797991"/>
                  </a:lnTo>
                  <a:lnTo>
                    <a:pt x="507492" y="804672"/>
                  </a:lnTo>
                  <a:lnTo>
                    <a:pt x="500799" y="814603"/>
                  </a:lnTo>
                  <a:lnTo>
                    <a:pt x="498348" y="826770"/>
                  </a:lnTo>
                  <a:lnTo>
                    <a:pt x="500799" y="838949"/>
                  </a:lnTo>
                  <a:lnTo>
                    <a:pt x="507492" y="848868"/>
                  </a:lnTo>
                  <a:lnTo>
                    <a:pt x="517410" y="855560"/>
                  </a:lnTo>
                  <a:lnTo>
                    <a:pt x="529590" y="858012"/>
                  </a:lnTo>
                  <a:lnTo>
                    <a:pt x="541756" y="855560"/>
                  </a:lnTo>
                  <a:lnTo>
                    <a:pt x="551688" y="848868"/>
                  </a:lnTo>
                  <a:lnTo>
                    <a:pt x="558368" y="838949"/>
                  </a:lnTo>
                  <a:lnTo>
                    <a:pt x="560832" y="826770"/>
                  </a:lnTo>
                  <a:close/>
                </a:path>
                <a:path extrusionOk="0" h="1149350" w="1209040">
                  <a:moveTo>
                    <a:pt x="560832" y="607314"/>
                  </a:moveTo>
                  <a:lnTo>
                    <a:pt x="558368" y="595147"/>
                  </a:lnTo>
                  <a:lnTo>
                    <a:pt x="551688" y="585216"/>
                  </a:lnTo>
                  <a:lnTo>
                    <a:pt x="541756" y="578535"/>
                  </a:lnTo>
                  <a:lnTo>
                    <a:pt x="529590" y="576072"/>
                  </a:lnTo>
                  <a:lnTo>
                    <a:pt x="517410" y="578535"/>
                  </a:lnTo>
                  <a:lnTo>
                    <a:pt x="507492" y="585216"/>
                  </a:lnTo>
                  <a:lnTo>
                    <a:pt x="500799" y="595147"/>
                  </a:lnTo>
                  <a:lnTo>
                    <a:pt x="498348" y="607314"/>
                  </a:lnTo>
                  <a:lnTo>
                    <a:pt x="500799" y="619493"/>
                  </a:lnTo>
                  <a:lnTo>
                    <a:pt x="507492" y="629412"/>
                  </a:lnTo>
                  <a:lnTo>
                    <a:pt x="517410" y="636104"/>
                  </a:lnTo>
                  <a:lnTo>
                    <a:pt x="529590" y="638556"/>
                  </a:lnTo>
                  <a:lnTo>
                    <a:pt x="541756" y="636104"/>
                  </a:lnTo>
                  <a:lnTo>
                    <a:pt x="551688" y="629412"/>
                  </a:lnTo>
                  <a:lnTo>
                    <a:pt x="558368" y="619493"/>
                  </a:lnTo>
                  <a:lnTo>
                    <a:pt x="560832" y="607314"/>
                  </a:lnTo>
                  <a:close/>
                </a:path>
                <a:path extrusionOk="0" h="1149350" w="1209040">
                  <a:moveTo>
                    <a:pt x="626364" y="1117854"/>
                  </a:moveTo>
                  <a:lnTo>
                    <a:pt x="623976" y="1105687"/>
                  </a:lnTo>
                  <a:lnTo>
                    <a:pt x="617448" y="1095756"/>
                  </a:lnTo>
                  <a:lnTo>
                    <a:pt x="607771" y="1089075"/>
                  </a:lnTo>
                  <a:lnTo>
                    <a:pt x="595884" y="1086612"/>
                  </a:lnTo>
                  <a:lnTo>
                    <a:pt x="583984" y="1089075"/>
                  </a:lnTo>
                  <a:lnTo>
                    <a:pt x="574306" y="1095756"/>
                  </a:lnTo>
                  <a:lnTo>
                    <a:pt x="567778" y="1105687"/>
                  </a:lnTo>
                  <a:lnTo>
                    <a:pt x="565404" y="1117854"/>
                  </a:lnTo>
                  <a:lnTo>
                    <a:pt x="567778" y="1130033"/>
                  </a:lnTo>
                  <a:lnTo>
                    <a:pt x="574306" y="1139952"/>
                  </a:lnTo>
                  <a:lnTo>
                    <a:pt x="583984" y="1146644"/>
                  </a:lnTo>
                  <a:lnTo>
                    <a:pt x="595884" y="1149096"/>
                  </a:lnTo>
                  <a:lnTo>
                    <a:pt x="607771" y="1146644"/>
                  </a:lnTo>
                  <a:lnTo>
                    <a:pt x="617448" y="1139952"/>
                  </a:lnTo>
                  <a:lnTo>
                    <a:pt x="623976" y="1130033"/>
                  </a:lnTo>
                  <a:lnTo>
                    <a:pt x="626364" y="1117854"/>
                  </a:lnTo>
                  <a:close/>
                </a:path>
                <a:path extrusionOk="0" h="1149350" w="1209040">
                  <a:moveTo>
                    <a:pt x="682752" y="366522"/>
                  </a:moveTo>
                  <a:lnTo>
                    <a:pt x="680288" y="354355"/>
                  </a:lnTo>
                  <a:lnTo>
                    <a:pt x="673608" y="344424"/>
                  </a:lnTo>
                  <a:lnTo>
                    <a:pt x="663676" y="337743"/>
                  </a:lnTo>
                  <a:lnTo>
                    <a:pt x="651510" y="335280"/>
                  </a:lnTo>
                  <a:lnTo>
                    <a:pt x="639330" y="337743"/>
                  </a:lnTo>
                  <a:lnTo>
                    <a:pt x="629412" y="344424"/>
                  </a:lnTo>
                  <a:lnTo>
                    <a:pt x="622719" y="354355"/>
                  </a:lnTo>
                  <a:lnTo>
                    <a:pt x="620268" y="366522"/>
                  </a:lnTo>
                  <a:lnTo>
                    <a:pt x="622719" y="378701"/>
                  </a:lnTo>
                  <a:lnTo>
                    <a:pt x="629412" y="388620"/>
                  </a:lnTo>
                  <a:lnTo>
                    <a:pt x="639330" y="395312"/>
                  </a:lnTo>
                  <a:lnTo>
                    <a:pt x="651510" y="397764"/>
                  </a:lnTo>
                  <a:lnTo>
                    <a:pt x="663676" y="395312"/>
                  </a:lnTo>
                  <a:lnTo>
                    <a:pt x="673608" y="388620"/>
                  </a:lnTo>
                  <a:lnTo>
                    <a:pt x="680288" y="378701"/>
                  </a:lnTo>
                  <a:lnTo>
                    <a:pt x="682752" y="366522"/>
                  </a:lnTo>
                  <a:close/>
                </a:path>
                <a:path extrusionOk="0" h="1149350" w="1209040">
                  <a:moveTo>
                    <a:pt x="784860" y="1059942"/>
                  </a:moveTo>
                  <a:lnTo>
                    <a:pt x="782472" y="1047775"/>
                  </a:lnTo>
                  <a:lnTo>
                    <a:pt x="775944" y="1037844"/>
                  </a:lnTo>
                  <a:lnTo>
                    <a:pt x="766267" y="1031163"/>
                  </a:lnTo>
                  <a:lnTo>
                    <a:pt x="754380" y="1028700"/>
                  </a:lnTo>
                  <a:lnTo>
                    <a:pt x="742480" y="1031163"/>
                  </a:lnTo>
                  <a:lnTo>
                    <a:pt x="732802" y="1037844"/>
                  </a:lnTo>
                  <a:lnTo>
                    <a:pt x="726274" y="1047775"/>
                  </a:lnTo>
                  <a:lnTo>
                    <a:pt x="723900" y="1059942"/>
                  </a:lnTo>
                  <a:lnTo>
                    <a:pt x="726274" y="1072121"/>
                  </a:lnTo>
                  <a:lnTo>
                    <a:pt x="732802" y="1082040"/>
                  </a:lnTo>
                  <a:lnTo>
                    <a:pt x="742480" y="1088732"/>
                  </a:lnTo>
                  <a:lnTo>
                    <a:pt x="754380" y="1091184"/>
                  </a:lnTo>
                  <a:lnTo>
                    <a:pt x="766267" y="1088732"/>
                  </a:lnTo>
                  <a:lnTo>
                    <a:pt x="775944" y="1082040"/>
                  </a:lnTo>
                  <a:lnTo>
                    <a:pt x="782472" y="1072121"/>
                  </a:lnTo>
                  <a:lnTo>
                    <a:pt x="784860" y="1059942"/>
                  </a:lnTo>
                  <a:close/>
                </a:path>
                <a:path extrusionOk="0" h="1149350" w="1209040">
                  <a:moveTo>
                    <a:pt x="790956" y="150114"/>
                  </a:moveTo>
                  <a:lnTo>
                    <a:pt x="788568" y="137947"/>
                  </a:lnTo>
                  <a:lnTo>
                    <a:pt x="782040" y="128016"/>
                  </a:lnTo>
                  <a:lnTo>
                    <a:pt x="772363" y="121335"/>
                  </a:lnTo>
                  <a:lnTo>
                    <a:pt x="760476" y="118872"/>
                  </a:lnTo>
                  <a:lnTo>
                    <a:pt x="748576" y="121335"/>
                  </a:lnTo>
                  <a:lnTo>
                    <a:pt x="738898" y="128016"/>
                  </a:lnTo>
                  <a:lnTo>
                    <a:pt x="732370" y="137947"/>
                  </a:lnTo>
                  <a:lnTo>
                    <a:pt x="729996" y="150114"/>
                  </a:lnTo>
                  <a:lnTo>
                    <a:pt x="732370" y="162293"/>
                  </a:lnTo>
                  <a:lnTo>
                    <a:pt x="738898" y="172212"/>
                  </a:lnTo>
                  <a:lnTo>
                    <a:pt x="748576" y="178904"/>
                  </a:lnTo>
                  <a:lnTo>
                    <a:pt x="760476" y="181356"/>
                  </a:lnTo>
                  <a:lnTo>
                    <a:pt x="772363" y="178904"/>
                  </a:lnTo>
                  <a:lnTo>
                    <a:pt x="782040" y="172212"/>
                  </a:lnTo>
                  <a:lnTo>
                    <a:pt x="788568" y="162293"/>
                  </a:lnTo>
                  <a:lnTo>
                    <a:pt x="790956" y="150114"/>
                  </a:lnTo>
                  <a:close/>
                </a:path>
                <a:path extrusionOk="0" h="1149350" w="1209040">
                  <a:moveTo>
                    <a:pt x="795528" y="884682"/>
                  </a:moveTo>
                  <a:lnTo>
                    <a:pt x="793140" y="872515"/>
                  </a:lnTo>
                  <a:lnTo>
                    <a:pt x="786612" y="862584"/>
                  </a:lnTo>
                  <a:lnTo>
                    <a:pt x="776935" y="855903"/>
                  </a:lnTo>
                  <a:lnTo>
                    <a:pt x="765048" y="853440"/>
                  </a:lnTo>
                  <a:lnTo>
                    <a:pt x="753148" y="855903"/>
                  </a:lnTo>
                  <a:lnTo>
                    <a:pt x="743470" y="862584"/>
                  </a:lnTo>
                  <a:lnTo>
                    <a:pt x="736942" y="872515"/>
                  </a:lnTo>
                  <a:lnTo>
                    <a:pt x="734568" y="884682"/>
                  </a:lnTo>
                  <a:lnTo>
                    <a:pt x="736942" y="896861"/>
                  </a:lnTo>
                  <a:lnTo>
                    <a:pt x="743470" y="906780"/>
                  </a:lnTo>
                  <a:lnTo>
                    <a:pt x="753148" y="913472"/>
                  </a:lnTo>
                  <a:lnTo>
                    <a:pt x="765048" y="915924"/>
                  </a:lnTo>
                  <a:lnTo>
                    <a:pt x="776935" y="913472"/>
                  </a:lnTo>
                  <a:lnTo>
                    <a:pt x="786612" y="906780"/>
                  </a:lnTo>
                  <a:lnTo>
                    <a:pt x="793140" y="896861"/>
                  </a:lnTo>
                  <a:lnTo>
                    <a:pt x="795528" y="884682"/>
                  </a:lnTo>
                  <a:close/>
                </a:path>
                <a:path extrusionOk="0" h="1149350" w="1209040">
                  <a:moveTo>
                    <a:pt x="883920" y="549402"/>
                  </a:moveTo>
                  <a:lnTo>
                    <a:pt x="881532" y="537235"/>
                  </a:lnTo>
                  <a:lnTo>
                    <a:pt x="875004" y="527304"/>
                  </a:lnTo>
                  <a:lnTo>
                    <a:pt x="865327" y="520623"/>
                  </a:lnTo>
                  <a:lnTo>
                    <a:pt x="853440" y="518160"/>
                  </a:lnTo>
                  <a:lnTo>
                    <a:pt x="841540" y="520623"/>
                  </a:lnTo>
                  <a:lnTo>
                    <a:pt x="831862" y="527304"/>
                  </a:lnTo>
                  <a:lnTo>
                    <a:pt x="825334" y="537235"/>
                  </a:lnTo>
                  <a:lnTo>
                    <a:pt x="822960" y="549402"/>
                  </a:lnTo>
                  <a:lnTo>
                    <a:pt x="825334" y="561581"/>
                  </a:lnTo>
                  <a:lnTo>
                    <a:pt x="831862" y="571500"/>
                  </a:lnTo>
                  <a:lnTo>
                    <a:pt x="841540" y="578192"/>
                  </a:lnTo>
                  <a:lnTo>
                    <a:pt x="853440" y="580644"/>
                  </a:lnTo>
                  <a:lnTo>
                    <a:pt x="865327" y="578192"/>
                  </a:lnTo>
                  <a:lnTo>
                    <a:pt x="875004" y="571500"/>
                  </a:lnTo>
                  <a:lnTo>
                    <a:pt x="881532" y="561581"/>
                  </a:lnTo>
                  <a:lnTo>
                    <a:pt x="883920" y="549402"/>
                  </a:lnTo>
                  <a:close/>
                </a:path>
                <a:path extrusionOk="0" h="1149350" w="1209040">
                  <a:moveTo>
                    <a:pt x="902208" y="731520"/>
                  </a:moveTo>
                  <a:lnTo>
                    <a:pt x="899820" y="719632"/>
                  </a:lnTo>
                  <a:lnTo>
                    <a:pt x="893292" y="709955"/>
                  </a:lnTo>
                  <a:lnTo>
                    <a:pt x="883615" y="703427"/>
                  </a:lnTo>
                  <a:lnTo>
                    <a:pt x="871728" y="701040"/>
                  </a:lnTo>
                  <a:lnTo>
                    <a:pt x="859828" y="703427"/>
                  </a:lnTo>
                  <a:lnTo>
                    <a:pt x="850150" y="709955"/>
                  </a:lnTo>
                  <a:lnTo>
                    <a:pt x="843622" y="719632"/>
                  </a:lnTo>
                  <a:lnTo>
                    <a:pt x="841248" y="731520"/>
                  </a:lnTo>
                  <a:lnTo>
                    <a:pt x="843622" y="743419"/>
                  </a:lnTo>
                  <a:lnTo>
                    <a:pt x="850150" y="753097"/>
                  </a:lnTo>
                  <a:lnTo>
                    <a:pt x="859828" y="759625"/>
                  </a:lnTo>
                  <a:lnTo>
                    <a:pt x="871728" y="762012"/>
                  </a:lnTo>
                  <a:lnTo>
                    <a:pt x="883615" y="759625"/>
                  </a:lnTo>
                  <a:lnTo>
                    <a:pt x="893292" y="753097"/>
                  </a:lnTo>
                  <a:lnTo>
                    <a:pt x="899820" y="743419"/>
                  </a:lnTo>
                  <a:lnTo>
                    <a:pt x="902208" y="731520"/>
                  </a:lnTo>
                  <a:close/>
                </a:path>
                <a:path extrusionOk="0" h="1149350" w="1209040">
                  <a:moveTo>
                    <a:pt x="922020" y="31242"/>
                  </a:moveTo>
                  <a:lnTo>
                    <a:pt x="919556" y="19075"/>
                  </a:lnTo>
                  <a:lnTo>
                    <a:pt x="912876" y="9156"/>
                  </a:lnTo>
                  <a:lnTo>
                    <a:pt x="902944" y="2463"/>
                  </a:lnTo>
                  <a:lnTo>
                    <a:pt x="890778" y="0"/>
                  </a:lnTo>
                  <a:lnTo>
                    <a:pt x="878598" y="2463"/>
                  </a:lnTo>
                  <a:lnTo>
                    <a:pt x="868680" y="9144"/>
                  </a:lnTo>
                  <a:lnTo>
                    <a:pt x="861987" y="19075"/>
                  </a:lnTo>
                  <a:lnTo>
                    <a:pt x="859536" y="31242"/>
                  </a:lnTo>
                  <a:lnTo>
                    <a:pt x="861987" y="43421"/>
                  </a:lnTo>
                  <a:lnTo>
                    <a:pt x="868680" y="53340"/>
                  </a:lnTo>
                  <a:lnTo>
                    <a:pt x="878598" y="60032"/>
                  </a:lnTo>
                  <a:lnTo>
                    <a:pt x="890778" y="62484"/>
                  </a:lnTo>
                  <a:lnTo>
                    <a:pt x="902944" y="60032"/>
                  </a:lnTo>
                  <a:lnTo>
                    <a:pt x="912876" y="53340"/>
                  </a:lnTo>
                  <a:lnTo>
                    <a:pt x="919556" y="43421"/>
                  </a:lnTo>
                  <a:lnTo>
                    <a:pt x="922020" y="31242"/>
                  </a:lnTo>
                  <a:close/>
                </a:path>
                <a:path extrusionOk="0" h="1149350" w="1209040">
                  <a:moveTo>
                    <a:pt x="1039368" y="715518"/>
                  </a:moveTo>
                  <a:lnTo>
                    <a:pt x="1036980" y="703351"/>
                  </a:lnTo>
                  <a:lnTo>
                    <a:pt x="1030452" y="693432"/>
                  </a:lnTo>
                  <a:lnTo>
                    <a:pt x="1020775" y="686739"/>
                  </a:lnTo>
                  <a:lnTo>
                    <a:pt x="1008888" y="684276"/>
                  </a:lnTo>
                  <a:lnTo>
                    <a:pt x="996988" y="686739"/>
                  </a:lnTo>
                  <a:lnTo>
                    <a:pt x="987310" y="693420"/>
                  </a:lnTo>
                  <a:lnTo>
                    <a:pt x="980782" y="703351"/>
                  </a:lnTo>
                  <a:lnTo>
                    <a:pt x="978408" y="715518"/>
                  </a:lnTo>
                  <a:lnTo>
                    <a:pt x="980782" y="727697"/>
                  </a:lnTo>
                  <a:lnTo>
                    <a:pt x="987310" y="737616"/>
                  </a:lnTo>
                  <a:lnTo>
                    <a:pt x="996988" y="744308"/>
                  </a:lnTo>
                  <a:lnTo>
                    <a:pt x="1008888" y="746760"/>
                  </a:lnTo>
                  <a:lnTo>
                    <a:pt x="1020775" y="744308"/>
                  </a:lnTo>
                  <a:lnTo>
                    <a:pt x="1030452" y="737616"/>
                  </a:lnTo>
                  <a:lnTo>
                    <a:pt x="1036980" y="727697"/>
                  </a:lnTo>
                  <a:lnTo>
                    <a:pt x="1039368" y="715518"/>
                  </a:lnTo>
                  <a:close/>
                </a:path>
                <a:path extrusionOk="0" h="1149350" w="1209040">
                  <a:moveTo>
                    <a:pt x="1059180" y="893826"/>
                  </a:moveTo>
                  <a:lnTo>
                    <a:pt x="1056792" y="881659"/>
                  </a:lnTo>
                  <a:lnTo>
                    <a:pt x="1050264" y="871728"/>
                  </a:lnTo>
                  <a:lnTo>
                    <a:pt x="1040587" y="865047"/>
                  </a:lnTo>
                  <a:lnTo>
                    <a:pt x="1028700" y="862584"/>
                  </a:lnTo>
                  <a:lnTo>
                    <a:pt x="1016800" y="865047"/>
                  </a:lnTo>
                  <a:lnTo>
                    <a:pt x="1007122" y="871728"/>
                  </a:lnTo>
                  <a:lnTo>
                    <a:pt x="1000594" y="881659"/>
                  </a:lnTo>
                  <a:lnTo>
                    <a:pt x="998220" y="893826"/>
                  </a:lnTo>
                  <a:lnTo>
                    <a:pt x="1000594" y="906005"/>
                  </a:lnTo>
                  <a:lnTo>
                    <a:pt x="1007122" y="915924"/>
                  </a:lnTo>
                  <a:lnTo>
                    <a:pt x="1016800" y="922616"/>
                  </a:lnTo>
                  <a:lnTo>
                    <a:pt x="1028700" y="925068"/>
                  </a:lnTo>
                  <a:lnTo>
                    <a:pt x="1040587" y="922616"/>
                  </a:lnTo>
                  <a:lnTo>
                    <a:pt x="1050264" y="915924"/>
                  </a:lnTo>
                  <a:lnTo>
                    <a:pt x="1056792" y="906005"/>
                  </a:lnTo>
                  <a:lnTo>
                    <a:pt x="1059180" y="893826"/>
                  </a:lnTo>
                  <a:close/>
                </a:path>
                <a:path extrusionOk="0" h="1149350" w="1209040">
                  <a:moveTo>
                    <a:pt x="1085088" y="363474"/>
                  </a:moveTo>
                  <a:lnTo>
                    <a:pt x="1082624" y="351307"/>
                  </a:lnTo>
                  <a:lnTo>
                    <a:pt x="1075944" y="341376"/>
                  </a:lnTo>
                  <a:lnTo>
                    <a:pt x="1066012" y="334695"/>
                  </a:lnTo>
                  <a:lnTo>
                    <a:pt x="1053846" y="332232"/>
                  </a:lnTo>
                  <a:lnTo>
                    <a:pt x="1041666" y="334695"/>
                  </a:lnTo>
                  <a:lnTo>
                    <a:pt x="1031748" y="341376"/>
                  </a:lnTo>
                  <a:lnTo>
                    <a:pt x="1025055" y="351307"/>
                  </a:lnTo>
                  <a:lnTo>
                    <a:pt x="1022604" y="363474"/>
                  </a:lnTo>
                  <a:lnTo>
                    <a:pt x="1025055" y="375653"/>
                  </a:lnTo>
                  <a:lnTo>
                    <a:pt x="1031748" y="385572"/>
                  </a:lnTo>
                  <a:lnTo>
                    <a:pt x="1041666" y="392264"/>
                  </a:lnTo>
                  <a:lnTo>
                    <a:pt x="1053846" y="394716"/>
                  </a:lnTo>
                  <a:lnTo>
                    <a:pt x="1066012" y="392264"/>
                  </a:lnTo>
                  <a:lnTo>
                    <a:pt x="1075931" y="385584"/>
                  </a:lnTo>
                  <a:lnTo>
                    <a:pt x="1082624" y="375653"/>
                  </a:lnTo>
                  <a:lnTo>
                    <a:pt x="1085088" y="363474"/>
                  </a:lnTo>
                  <a:close/>
                </a:path>
                <a:path extrusionOk="0" h="1149350" w="1209040">
                  <a:moveTo>
                    <a:pt x="1208532" y="249174"/>
                  </a:moveTo>
                  <a:lnTo>
                    <a:pt x="1206144" y="237007"/>
                  </a:lnTo>
                  <a:lnTo>
                    <a:pt x="1199616" y="227076"/>
                  </a:lnTo>
                  <a:lnTo>
                    <a:pt x="1189939" y="220395"/>
                  </a:lnTo>
                  <a:lnTo>
                    <a:pt x="1178052" y="217932"/>
                  </a:lnTo>
                  <a:lnTo>
                    <a:pt x="1166152" y="220395"/>
                  </a:lnTo>
                  <a:lnTo>
                    <a:pt x="1156474" y="227076"/>
                  </a:lnTo>
                  <a:lnTo>
                    <a:pt x="1149946" y="237007"/>
                  </a:lnTo>
                  <a:lnTo>
                    <a:pt x="1147572" y="249174"/>
                  </a:lnTo>
                  <a:lnTo>
                    <a:pt x="1149946" y="261353"/>
                  </a:lnTo>
                  <a:lnTo>
                    <a:pt x="1156474" y="271272"/>
                  </a:lnTo>
                  <a:lnTo>
                    <a:pt x="1166152" y="277964"/>
                  </a:lnTo>
                  <a:lnTo>
                    <a:pt x="1178052" y="280416"/>
                  </a:lnTo>
                  <a:lnTo>
                    <a:pt x="1189939" y="277964"/>
                  </a:lnTo>
                  <a:lnTo>
                    <a:pt x="1199616" y="271284"/>
                  </a:lnTo>
                  <a:lnTo>
                    <a:pt x="1206144" y="261353"/>
                  </a:lnTo>
                  <a:lnTo>
                    <a:pt x="1208532" y="249174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8" name="Google Shape;4538;p189"/>
            <p:cNvSpPr/>
            <p:nvPr/>
          </p:nvSpPr>
          <p:spPr>
            <a:xfrm>
              <a:off x="5880015" y="2626433"/>
              <a:ext cx="795655" cy="667385"/>
            </a:xfrm>
            <a:custGeom>
              <a:rect b="b" l="l" r="r" t="t"/>
              <a:pathLst>
                <a:path extrusionOk="0" h="667385" w="795654">
                  <a:moveTo>
                    <a:pt x="282913" y="478716"/>
                  </a:moveTo>
                  <a:lnTo>
                    <a:pt x="232316" y="436550"/>
                  </a:lnTo>
                  <a:lnTo>
                    <a:pt x="185831" y="393528"/>
                  </a:lnTo>
                  <a:lnTo>
                    <a:pt x="143774" y="350180"/>
                  </a:lnTo>
                  <a:lnTo>
                    <a:pt x="106463" y="307036"/>
                  </a:lnTo>
                  <a:lnTo>
                    <a:pt x="74213" y="264625"/>
                  </a:lnTo>
                  <a:lnTo>
                    <a:pt x="47343" y="223478"/>
                  </a:lnTo>
                  <a:lnTo>
                    <a:pt x="26170" y="184125"/>
                  </a:lnTo>
                  <a:lnTo>
                    <a:pt x="11010" y="147096"/>
                  </a:lnTo>
                  <a:lnTo>
                    <a:pt x="0" y="82129"/>
                  </a:lnTo>
                  <a:lnTo>
                    <a:pt x="4783" y="55252"/>
                  </a:lnTo>
                  <a:lnTo>
                    <a:pt x="16848" y="32819"/>
                  </a:lnTo>
                  <a:lnTo>
                    <a:pt x="35865" y="15878"/>
                  </a:lnTo>
                  <a:lnTo>
                    <a:pt x="60901" y="5001"/>
                  </a:lnTo>
                  <a:lnTo>
                    <a:pt x="91363" y="0"/>
                  </a:lnTo>
                  <a:lnTo>
                    <a:pt x="126660" y="688"/>
                  </a:lnTo>
                  <a:lnTo>
                    <a:pt x="166202" y="6880"/>
                  </a:lnTo>
                  <a:lnTo>
                    <a:pt x="209395" y="18389"/>
                  </a:lnTo>
                  <a:lnTo>
                    <a:pt x="255651" y="35028"/>
                  </a:lnTo>
                  <a:lnTo>
                    <a:pt x="304376" y="56610"/>
                  </a:lnTo>
                  <a:lnTo>
                    <a:pt x="354979" y="82950"/>
                  </a:lnTo>
                  <a:lnTo>
                    <a:pt x="406870" y="113861"/>
                  </a:lnTo>
                  <a:lnTo>
                    <a:pt x="459456" y="149156"/>
                  </a:lnTo>
                  <a:lnTo>
                    <a:pt x="512148" y="188648"/>
                  </a:lnTo>
                  <a:lnTo>
                    <a:pt x="562744" y="230787"/>
                  </a:lnTo>
                  <a:lnTo>
                    <a:pt x="609229" y="273791"/>
                  </a:lnTo>
                  <a:lnTo>
                    <a:pt x="651286" y="317128"/>
                  </a:lnTo>
                  <a:lnTo>
                    <a:pt x="688598" y="360267"/>
                  </a:lnTo>
                  <a:lnTo>
                    <a:pt x="720847" y="402676"/>
                  </a:lnTo>
                  <a:lnTo>
                    <a:pt x="747717" y="443823"/>
                  </a:lnTo>
                  <a:lnTo>
                    <a:pt x="768890" y="483176"/>
                  </a:lnTo>
                  <a:lnTo>
                    <a:pt x="784050" y="520203"/>
                  </a:lnTo>
                  <a:lnTo>
                    <a:pt x="795061" y="585153"/>
                  </a:lnTo>
                  <a:lnTo>
                    <a:pt x="790278" y="612012"/>
                  </a:lnTo>
                  <a:lnTo>
                    <a:pt x="778213" y="634418"/>
                  </a:lnTo>
                  <a:lnTo>
                    <a:pt x="759197" y="651361"/>
                  </a:lnTo>
                  <a:lnTo>
                    <a:pt x="734168" y="662246"/>
                  </a:lnTo>
                  <a:lnTo>
                    <a:pt x="703715" y="667257"/>
                  </a:lnTo>
                  <a:lnTo>
                    <a:pt x="668428" y="666582"/>
                  </a:lnTo>
                  <a:lnTo>
                    <a:pt x="628897" y="660405"/>
                  </a:lnTo>
                  <a:lnTo>
                    <a:pt x="585712" y="648912"/>
                  </a:lnTo>
                  <a:lnTo>
                    <a:pt x="539464" y="632289"/>
                  </a:lnTo>
                  <a:lnTo>
                    <a:pt x="490741" y="610721"/>
                  </a:lnTo>
                  <a:lnTo>
                    <a:pt x="440135" y="584394"/>
                  </a:lnTo>
                  <a:lnTo>
                    <a:pt x="388234" y="553494"/>
                  </a:lnTo>
                  <a:lnTo>
                    <a:pt x="335630" y="518206"/>
                  </a:lnTo>
                  <a:lnTo>
                    <a:pt x="282913" y="47871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9" name="Google Shape;4539;p189"/>
            <p:cNvSpPr/>
            <p:nvPr/>
          </p:nvSpPr>
          <p:spPr>
            <a:xfrm>
              <a:off x="6469379" y="2653411"/>
              <a:ext cx="187198" cy="18719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0" name="Google Shape;4540;p189"/>
            <p:cNvSpPr/>
            <p:nvPr/>
          </p:nvSpPr>
          <p:spPr>
            <a:xfrm>
              <a:off x="5370575" y="3290316"/>
              <a:ext cx="943610" cy="485140"/>
            </a:xfrm>
            <a:custGeom>
              <a:rect b="b" l="l" r="r" t="t"/>
              <a:pathLst>
                <a:path extrusionOk="0" h="485139" w="943610">
                  <a:moveTo>
                    <a:pt x="943355" y="0"/>
                  </a:moveTo>
                  <a:lnTo>
                    <a:pt x="0" y="0"/>
                  </a:lnTo>
                  <a:lnTo>
                    <a:pt x="0" y="484631"/>
                  </a:lnTo>
                  <a:lnTo>
                    <a:pt x="943355" y="484631"/>
                  </a:lnTo>
                  <a:lnTo>
                    <a:pt x="943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1" name="Google Shape;4541;p189"/>
            <p:cNvSpPr/>
            <p:nvPr/>
          </p:nvSpPr>
          <p:spPr>
            <a:xfrm>
              <a:off x="5460491" y="3378695"/>
              <a:ext cx="761250" cy="348246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542" name="Google Shape;4542;p189"/>
          <p:cNvSpPr/>
          <p:nvPr/>
        </p:nvSpPr>
        <p:spPr>
          <a:xfrm>
            <a:off x="554736" y="1449324"/>
            <a:ext cx="1415033" cy="157734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6" name="Shape 4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7" name="Google Shape;4547;p190"/>
          <p:cNvSpPr/>
          <p:nvPr/>
        </p:nvSpPr>
        <p:spPr>
          <a:xfrm>
            <a:off x="9331604" y="6524434"/>
            <a:ext cx="11338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48" name="Google Shape;4548;p190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49" name="Google Shape;4549;p190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50" name="Google Shape;4550;p190"/>
          <p:cNvSpPr txBox="1"/>
          <p:nvPr/>
        </p:nvSpPr>
        <p:spPr>
          <a:xfrm>
            <a:off x="437489" y="431419"/>
            <a:ext cx="3299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51" name="Google Shape;4551;p190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52" name="Google Shape;4552;p190"/>
          <p:cNvSpPr/>
          <p:nvPr/>
        </p:nvSpPr>
        <p:spPr>
          <a:xfrm>
            <a:off x="682751" y="1805939"/>
            <a:ext cx="3556254" cy="45948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53" name="Google Shape;4553;p190"/>
          <p:cNvSpPr/>
          <p:nvPr/>
        </p:nvSpPr>
        <p:spPr>
          <a:xfrm>
            <a:off x="554736" y="1449324"/>
            <a:ext cx="1415033" cy="15773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54" name="Google Shape;4554;p190"/>
          <p:cNvSpPr/>
          <p:nvPr/>
        </p:nvSpPr>
        <p:spPr>
          <a:xfrm>
            <a:off x="3692652" y="2499360"/>
            <a:ext cx="2184400" cy="751840"/>
          </a:xfrm>
          <a:custGeom>
            <a:rect b="b" l="l" r="r" t="t"/>
            <a:pathLst>
              <a:path extrusionOk="0" h="751839" w="2184400">
                <a:moveTo>
                  <a:pt x="2183892" y="0"/>
                </a:moveTo>
                <a:lnTo>
                  <a:pt x="0" y="0"/>
                </a:lnTo>
                <a:lnTo>
                  <a:pt x="0" y="751332"/>
                </a:lnTo>
                <a:lnTo>
                  <a:pt x="2183892" y="751332"/>
                </a:lnTo>
                <a:lnTo>
                  <a:pt x="2183892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55" name="Google Shape;4555;p190"/>
          <p:cNvSpPr txBox="1"/>
          <p:nvPr/>
        </p:nvSpPr>
        <p:spPr>
          <a:xfrm>
            <a:off x="3860291" y="2689351"/>
            <a:ext cx="140081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𝑡𝑒𝑠𝑡 𝑠𝑡𝑎𝑡𝑖𝑠𝑡𝑖𝑐 =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6" name="Google Shape;4556;p190"/>
          <p:cNvSpPr txBox="1"/>
          <p:nvPr/>
        </p:nvSpPr>
        <p:spPr>
          <a:xfrm>
            <a:off x="5398261" y="2634487"/>
            <a:ext cx="13271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u="sng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7" name="Google Shape;4557;p190"/>
          <p:cNvSpPr txBox="1"/>
          <p:nvPr/>
        </p:nvSpPr>
        <p:spPr>
          <a:xfrm>
            <a:off x="5279135" y="2457704"/>
            <a:ext cx="26733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1725" u="sng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𝑆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8" name="Google Shape;4558;p190"/>
          <p:cNvSpPr txBox="1"/>
          <p:nvPr/>
        </p:nvSpPr>
        <p:spPr>
          <a:xfrm>
            <a:off x="5402834" y="2940507"/>
            <a:ext cx="9842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9" name="Google Shape;4559;p190"/>
          <p:cNvSpPr txBox="1"/>
          <p:nvPr/>
        </p:nvSpPr>
        <p:spPr>
          <a:xfrm>
            <a:off x="5279897" y="2757627"/>
            <a:ext cx="2667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𝑆</a:t>
            </a:r>
            <a:r>
              <a:rPr lang="en-US" sz="11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0" name="Google Shape;4560;p190"/>
          <p:cNvSpPr/>
          <p:nvPr/>
        </p:nvSpPr>
        <p:spPr>
          <a:xfrm>
            <a:off x="682751" y="3538728"/>
            <a:ext cx="5360670" cy="1699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4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p191"/>
          <p:cNvSpPr/>
          <p:nvPr/>
        </p:nvSpPr>
        <p:spPr>
          <a:xfrm>
            <a:off x="9359084" y="6524434"/>
            <a:ext cx="85905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66" name="Google Shape;4566;p191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67" name="Google Shape;4567;p191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68" name="Google Shape;4568;p191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69" name="Google Shape;4569;p191"/>
          <p:cNvSpPr txBox="1"/>
          <p:nvPr/>
        </p:nvSpPr>
        <p:spPr>
          <a:xfrm>
            <a:off x="8728709" y="463677"/>
            <a:ext cx="7512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70" name="Google Shape;4570;p191"/>
          <p:cNvSpPr/>
          <p:nvPr/>
        </p:nvSpPr>
        <p:spPr>
          <a:xfrm>
            <a:off x="473963" y="1443177"/>
            <a:ext cx="3452622" cy="30256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4571" name="Google Shape;4571;p191"/>
          <p:cNvGraphicFramePr/>
          <p:nvPr/>
        </p:nvGraphicFramePr>
        <p:xfrm>
          <a:off x="558800" y="23054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{5CB56259-AA10-4C71-BC1D-53083881A770}</a:tableStyleId>
              </a:tblPr>
              <a:tblGrid>
                <a:gridCol w="4392300"/>
                <a:gridCol w="4392300"/>
              </a:tblGrid>
              <a:tr h="4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572" name="Google Shape;4572;p191"/>
          <p:cNvGrpSpPr/>
          <p:nvPr/>
        </p:nvGrpSpPr>
        <p:grpSpPr>
          <a:xfrm>
            <a:off x="558800" y="2311755"/>
            <a:ext cx="8785225" cy="3349688"/>
            <a:chOff x="558800" y="2311755"/>
            <a:chExt cx="8785225" cy="3349688"/>
          </a:xfrm>
        </p:grpSpPr>
        <p:sp>
          <p:nvSpPr>
            <p:cNvPr id="4573" name="Google Shape;4573;p191"/>
            <p:cNvSpPr/>
            <p:nvPr/>
          </p:nvSpPr>
          <p:spPr>
            <a:xfrm>
              <a:off x="558800" y="2311755"/>
              <a:ext cx="8785225" cy="435609"/>
            </a:xfrm>
            <a:custGeom>
              <a:rect b="b" l="l" r="r" t="t"/>
              <a:pathLst>
                <a:path extrusionOk="0" h="435610" w="8785225">
                  <a:moveTo>
                    <a:pt x="8785225" y="0"/>
                  </a:moveTo>
                  <a:lnTo>
                    <a:pt x="4392676" y="0"/>
                  </a:lnTo>
                  <a:lnTo>
                    <a:pt x="4392549" y="0"/>
                  </a:lnTo>
                  <a:lnTo>
                    <a:pt x="0" y="0"/>
                  </a:lnTo>
                  <a:lnTo>
                    <a:pt x="0" y="435000"/>
                  </a:lnTo>
                  <a:lnTo>
                    <a:pt x="4392549" y="435000"/>
                  </a:lnTo>
                  <a:lnTo>
                    <a:pt x="4392676" y="435000"/>
                  </a:lnTo>
                  <a:lnTo>
                    <a:pt x="8785225" y="435000"/>
                  </a:lnTo>
                  <a:lnTo>
                    <a:pt x="878522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4" name="Google Shape;4574;p191"/>
            <p:cNvSpPr/>
            <p:nvPr/>
          </p:nvSpPr>
          <p:spPr>
            <a:xfrm>
              <a:off x="558800" y="2746793"/>
              <a:ext cx="4392930" cy="2914650"/>
            </a:xfrm>
            <a:custGeom>
              <a:rect b="b" l="l" r="r" t="t"/>
              <a:pathLst>
                <a:path extrusionOk="0" h="2914650" w="4392930">
                  <a:moveTo>
                    <a:pt x="4392676" y="1391958"/>
                  </a:moveTo>
                  <a:lnTo>
                    <a:pt x="0" y="1391958"/>
                  </a:lnTo>
                  <a:lnTo>
                    <a:pt x="0" y="2087968"/>
                  </a:lnTo>
                  <a:lnTo>
                    <a:pt x="0" y="2501214"/>
                  </a:lnTo>
                  <a:lnTo>
                    <a:pt x="0" y="2914459"/>
                  </a:lnTo>
                  <a:lnTo>
                    <a:pt x="4392676" y="2914459"/>
                  </a:lnTo>
                  <a:lnTo>
                    <a:pt x="4392676" y="2501227"/>
                  </a:lnTo>
                  <a:lnTo>
                    <a:pt x="4392676" y="2087968"/>
                  </a:lnTo>
                  <a:lnTo>
                    <a:pt x="4392676" y="1391958"/>
                  </a:lnTo>
                  <a:close/>
                </a:path>
                <a:path extrusionOk="0" h="2914650" w="4392930">
                  <a:moveTo>
                    <a:pt x="4392676" y="0"/>
                  </a:moveTo>
                  <a:lnTo>
                    <a:pt x="0" y="0"/>
                  </a:lnTo>
                  <a:lnTo>
                    <a:pt x="0" y="978623"/>
                  </a:lnTo>
                  <a:lnTo>
                    <a:pt x="0" y="978750"/>
                  </a:lnTo>
                  <a:lnTo>
                    <a:pt x="0" y="1391881"/>
                  </a:lnTo>
                  <a:lnTo>
                    <a:pt x="4392676" y="1391881"/>
                  </a:lnTo>
                  <a:lnTo>
                    <a:pt x="4392676" y="978750"/>
                  </a:lnTo>
                  <a:lnTo>
                    <a:pt x="4392676" y="978623"/>
                  </a:lnTo>
                  <a:lnTo>
                    <a:pt x="439267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5" name="Google Shape;4575;p191"/>
            <p:cNvSpPr/>
            <p:nvPr/>
          </p:nvSpPr>
          <p:spPr>
            <a:xfrm>
              <a:off x="2224151" y="2463037"/>
              <a:ext cx="1066673" cy="13627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6" name="Google Shape;4576;p191"/>
            <p:cNvSpPr/>
            <p:nvPr/>
          </p:nvSpPr>
          <p:spPr>
            <a:xfrm>
              <a:off x="6057519" y="2462911"/>
              <a:ext cx="2179828" cy="136398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7" name="Google Shape;4577;p191"/>
            <p:cNvSpPr/>
            <p:nvPr/>
          </p:nvSpPr>
          <p:spPr>
            <a:xfrm>
              <a:off x="2285492" y="2976244"/>
              <a:ext cx="941069" cy="15544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8" name="Google Shape;4578;p191"/>
            <p:cNvSpPr/>
            <p:nvPr/>
          </p:nvSpPr>
          <p:spPr>
            <a:xfrm>
              <a:off x="1959991" y="3174364"/>
              <a:ext cx="1594231" cy="155448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9" name="Google Shape;4579;p191"/>
            <p:cNvSpPr/>
            <p:nvPr/>
          </p:nvSpPr>
          <p:spPr>
            <a:xfrm>
              <a:off x="2229104" y="3372485"/>
              <a:ext cx="725169" cy="15544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0" name="Google Shape;4580;p191"/>
            <p:cNvSpPr/>
            <p:nvPr/>
          </p:nvSpPr>
          <p:spPr>
            <a:xfrm>
              <a:off x="2995041" y="3395725"/>
              <a:ext cx="289686" cy="10248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1" name="Google Shape;4581;p191"/>
            <p:cNvSpPr/>
            <p:nvPr/>
          </p:nvSpPr>
          <p:spPr>
            <a:xfrm>
              <a:off x="6910832" y="3174364"/>
              <a:ext cx="478409" cy="126237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2" name="Google Shape;4582;p191"/>
            <p:cNvSpPr/>
            <p:nvPr/>
          </p:nvSpPr>
          <p:spPr>
            <a:xfrm>
              <a:off x="2586863" y="3870071"/>
              <a:ext cx="333120" cy="126365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3" name="Google Shape;4583;p191"/>
            <p:cNvSpPr/>
            <p:nvPr/>
          </p:nvSpPr>
          <p:spPr>
            <a:xfrm>
              <a:off x="7130795" y="3870325"/>
              <a:ext cx="40512" cy="12573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4" name="Google Shape;4584;p191"/>
            <p:cNvSpPr/>
            <p:nvPr/>
          </p:nvSpPr>
          <p:spPr>
            <a:xfrm>
              <a:off x="2037841" y="4398712"/>
              <a:ext cx="33111" cy="9965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5" name="Google Shape;4585;p191"/>
            <p:cNvSpPr/>
            <p:nvPr/>
          </p:nvSpPr>
          <p:spPr>
            <a:xfrm>
              <a:off x="1878583" y="4325873"/>
              <a:ext cx="142621" cy="125856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6" name="Google Shape;4586;p191"/>
            <p:cNvSpPr/>
            <p:nvPr/>
          </p:nvSpPr>
          <p:spPr>
            <a:xfrm>
              <a:off x="2087117" y="4325873"/>
              <a:ext cx="1546224" cy="155448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7" name="Google Shape;4587;p191"/>
            <p:cNvSpPr/>
            <p:nvPr/>
          </p:nvSpPr>
          <p:spPr>
            <a:xfrm>
              <a:off x="1892300" y="4523994"/>
              <a:ext cx="142620" cy="125856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8" name="Google Shape;4588;p191"/>
            <p:cNvSpPr/>
            <p:nvPr/>
          </p:nvSpPr>
          <p:spPr>
            <a:xfrm>
              <a:off x="2051558" y="4596832"/>
              <a:ext cx="33111" cy="9965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9" name="Google Shape;4589;p191"/>
            <p:cNvSpPr/>
            <p:nvPr/>
          </p:nvSpPr>
          <p:spPr>
            <a:xfrm>
              <a:off x="2100833" y="4523994"/>
              <a:ext cx="1236345" cy="155448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0" name="Google Shape;4590;p191"/>
            <p:cNvSpPr/>
            <p:nvPr/>
          </p:nvSpPr>
          <p:spPr>
            <a:xfrm>
              <a:off x="3372992" y="4523994"/>
              <a:ext cx="244221" cy="126237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1" name="Google Shape;4591;p191"/>
            <p:cNvSpPr/>
            <p:nvPr/>
          </p:nvSpPr>
          <p:spPr>
            <a:xfrm>
              <a:off x="6868667" y="4424933"/>
              <a:ext cx="142621" cy="125857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2" name="Google Shape;4592;p191"/>
            <p:cNvSpPr/>
            <p:nvPr/>
          </p:nvSpPr>
          <p:spPr>
            <a:xfrm>
              <a:off x="7027798" y="4497772"/>
              <a:ext cx="33111" cy="9965"/>
            </a:xfrm>
            <a:prstGeom prst="rect">
              <a:avLst/>
            </a:pr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3" name="Google Shape;4593;p191"/>
            <p:cNvSpPr/>
            <p:nvPr/>
          </p:nvSpPr>
          <p:spPr>
            <a:xfrm>
              <a:off x="7077075" y="4472051"/>
              <a:ext cx="347599" cy="108331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4" name="Google Shape;4594;p191"/>
            <p:cNvSpPr/>
            <p:nvPr/>
          </p:nvSpPr>
          <p:spPr>
            <a:xfrm>
              <a:off x="2021839" y="4979542"/>
              <a:ext cx="142621" cy="125856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5" name="Google Shape;4595;p191"/>
            <p:cNvSpPr/>
            <p:nvPr/>
          </p:nvSpPr>
          <p:spPr>
            <a:xfrm>
              <a:off x="2181097" y="5052381"/>
              <a:ext cx="33111" cy="9965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6" name="Google Shape;4596;p191"/>
            <p:cNvSpPr/>
            <p:nvPr/>
          </p:nvSpPr>
          <p:spPr>
            <a:xfrm>
              <a:off x="2230373" y="4979542"/>
              <a:ext cx="782955" cy="155448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7" name="Google Shape;4597;p191"/>
            <p:cNvSpPr/>
            <p:nvPr/>
          </p:nvSpPr>
          <p:spPr>
            <a:xfrm>
              <a:off x="3049397" y="4996560"/>
              <a:ext cx="438276" cy="109346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8" name="Google Shape;4598;p191"/>
            <p:cNvSpPr/>
            <p:nvPr/>
          </p:nvSpPr>
          <p:spPr>
            <a:xfrm>
              <a:off x="6868667" y="4979542"/>
              <a:ext cx="142621" cy="125856"/>
            </a:xfrm>
            <a:prstGeom prst="rect">
              <a:avLst/>
            </a:pr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9" name="Google Shape;4599;p191"/>
            <p:cNvSpPr/>
            <p:nvPr/>
          </p:nvSpPr>
          <p:spPr>
            <a:xfrm>
              <a:off x="7027798" y="5052381"/>
              <a:ext cx="33111" cy="9965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0" name="Google Shape;4600;p191"/>
            <p:cNvSpPr/>
            <p:nvPr/>
          </p:nvSpPr>
          <p:spPr>
            <a:xfrm>
              <a:off x="7077075" y="5026660"/>
              <a:ext cx="347599" cy="108331"/>
            </a:xfrm>
            <a:prstGeom prst="rect">
              <a:avLst/>
            </a:pr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1" name="Google Shape;4601;p191"/>
            <p:cNvSpPr/>
            <p:nvPr/>
          </p:nvSpPr>
          <p:spPr>
            <a:xfrm>
              <a:off x="2162047" y="5392801"/>
              <a:ext cx="905001" cy="126365"/>
            </a:xfrm>
            <a:prstGeom prst="rect">
              <a:avLst/>
            </a:pr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2" name="Google Shape;4602;p191"/>
            <p:cNvSpPr/>
            <p:nvPr/>
          </p:nvSpPr>
          <p:spPr>
            <a:xfrm>
              <a:off x="3114801" y="5409819"/>
              <a:ext cx="232410" cy="109347"/>
            </a:xfrm>
            <a:prstGeom prst="rect">
              <a:avLst/>
            </a:pr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3" name="Google Shape;4603;p191"/>
            <p:cNvSpPr/>
            <p:nvPr/>
          </p:nvSpPr>
          <p:spPr>
            <a:xfrm>
              <a:off x="7130795" y="5392801"/>
              <a:ext cx="40512" cy="125857"/>
            </a:xfrm>
            <a:prstGeom prst="rect">
              <a:avLst/>
            </a:pr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604" name="Google Shape;4604;p191"/>
          <p:cNvSpPr/>
          <p:nvPr/>
        </p:nvSpPr>
        <p:spPr>
          <a:xfrm>
            <a:off x="554736" y="1923288"/>
            <a:ext cx="3911346" cy="189737"/>
          </a:xfrm>
          <a:prstGeom prst="rect">
            <a:avLst/>
          </a:pr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8" name="Shape 4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" name="Google Shape;4609;p192"/>
          <p:cNvSpPr/>
          <p:nvPr/>
        </p:nvSpPr>
        <p:spPr>
          <a:xfrm>
            <a:off x="9333134" y="6524434"/>
            <a:ext cx="108806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10" name="Google Shape;4610;p192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11" name="Google Shape;4611;p192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12" name="Google Shape;4612;p192"/>
          <p:cNvSpPr/>
          <p:nvPr/>
        </p:nvSpPr>
        <p:spPr>
          <a:xfrm>
            <a:off x="557783" y="1591043"/>
            <a:ext cx="2977133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13" name="Google Shape;4613;p192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614" name="Google Shape;4614;p192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4615" name="Google Shape;4615;p192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6" name="Google Shape;4616;p192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7" name="Google Shape;4617;p192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8" name="Google Shape;4618;p192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9" name="Google Shape;4619;p192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620" name="Google Shape;4620;p192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21" name="Google Shape;4621;p192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5" name="Shape 4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6" name="Google Shape;4626;p193"/>
          <p:cNvSpPr/>
          <p:nvPr/>
        </p:nvSpPr>
        <p:spPr>
          <a:xfrm>
            <a:off x="9331543" y="6524434"/>
            <a:ext cx="111922" cy="904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27" name="Google Shape;4627;p193"/>
          <p:cNvSpPr/>
          <p:nvPr/>
        </p:nvSpPr>
        <p:spPr>
          <a:xfrm>
            <a:off x="454151" y="6527292"/>
            <a:ext cx="1794510" cy="142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28" name="Google Shape;4628;p193"/>
          <p:cNvSpPr/>
          <p:nvPr/>
        </p:nvSpPr>
        <p:spPr>
          <a:xfrm>
            <a:off x="7417307" y="6521195"/>
            <a:ext cx="1776222" cy="118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29" name="Google Shape;4629;p193"/>
          <p:cNvSpPr/>
          <p:nvPr/>
        </p:nvSpPr>
        <p:spPr>
          <a:xfrm>
            <a:off x="557783" y="1591043"/>
            <a:ext cx="3016757" cy="302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30" name="Google Shape;4630;p193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631" name="Google Shape;4631;p193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4632" name="Google Shape;4632;p193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3" name="Google Shape;4633;p193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4" name="Google Shape;4634;p193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5" name="Google Shape;4635;p193"/>
            <p:cNvSpPr/>
            <p:nvPr/>
          </p:nvSpPr>
          <p:spPr>
            <a:xfrm>
              <a:off x="2795016" y="4197070"/>
              <a:ext cx="4325874" cy="2278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6" name="Google Shape;4636;p193"/>
            <p:cNvSpPr/>
            <p:nvPr/>
          </p:nvSpPr>
          <p:spPr>
            <a:xfrm>
              <a:off x="4370832" y="2647187"/>
              <a:ext cx="1161288" cy="117500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637" name="Google Shape;4637;p193"/>
          <p:cNvSpPr txBox="1"/>
          <p:nvPr/>
        </p:nvSpPr>
        <p:spPr>
          <a:xfrm>
            <a:off x="437489" y="431419"/>
            <a:ext cx="3298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4.2. Hypothesis Testing in Action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38" name="Google Shape;4638;p193"/>
          <p:cNvSpPr txBox="1"/>
          <p:nvPr/>
        </p:nvSpPr>
        <p:spPr>
          <a:xfrm>
            <a:off x="8728709" y="463677"/>
            <a:ext cx="7524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 Black"/>
                <a:ea typeface="Arial Black"/>
                <a:cs typeface="Arial Black"/>
                <a:sym typeface="Arial Black"/>
              </a:rPr>
              <a:t>UNIT 04</a:t>
            </a:r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42" name="Shape 4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3" name="Google Shape;4643;p194"/>
          <p:cNvSpPr/>
          <p:nvPr/>
        </p:nvSpPr>
        <p:spPr>
          <a:xfrm>
            <a:off x="0" y="1523"/>
            <a:ext cx="9902951" cy="68564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44" name="Google Shape;4644;p194"/>
          <p:cNvSpPr/>
          <p:nvPr/>
        </p:nvSpPr>
        <p:spPr>
          <a:xfrm>
            <a:off x="0" y="0"/>
            <a:ext cx="9903460" cy="6858000"/>
          </a:xfrm>
          <a:custGeom>
            <a:rect b="b" l="l" r="r" t="t"/>
            <a:pathLst>
              <a:path extrusionOk="0" h="6858000" w="9903460">
                <a:moveTo>
                  <a:pt x="9902952" y="0"/>
                </a:moveTo>
                <a:lnTo>
                  <a:pt x="0" y="0"/>
                </a:lnTo>
                <a:lnTo>
                  <a:pt x="0" y="6858000"/>
                </a:lnTo>
                <a:lnTo>
                  <a:pt x="9902952" y="6858000"/>
                </a:lnTo>
                <a:lnTo>
                  <a:pt x="9902952" y="0"/>
                </a:lnTo>
                <a:close/>
              </a:path>
            </a:pathLst>
          </a:custGeom>
          <a:solidFill>
            <a:srgbClr val="000000">
              <a:alpha val="7450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45" name="Google Shape;4645;p194"/>
          <p:cNvSpPr/>
          <p:nvPr/>
        </p:nvSpPr>
        <p:spPr>
          <a:xfrm>
            <a:off x="657605" y="2327910"/>
            <a:ext cx="0" cy="1976120"/>
          </a:xfrm>
          <a:custGeom>
            <a:rect b="b" l="l" r="r" t="t"/>
            <a:pathLst>
              <a:path extrusionOk="0" h="1976120" w="120000">
                <a:moveTo>
                  <a:pt x="0" y="0"/>
                </a:moveTo>
                <a:lnTo>
                  <a:pt x="0" y="1975992"/>
                </a:lnTo>
              </a:path>
            </a:pathLst>
          </a:cu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46" name="Google Shape;4646;p194"/>
          <p:cNvSpPr/>
          <p:nvPr/>
        </p:nvSpPr>
        <p:spPr>
          <a:xfrm>
            <a:off x="1005839" y="2628900"/>
            <a:ext cx="3137154" cy="13754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47" name="Google Shape;4647;p194"/>
          <p:cNvSpPr/>
          <p:nvPr/>
        </p:nvSpPr>
        <p:spPr>
          <a:xfrm>
            <a:off x="569976" y="6208776"/>
            <a:ext cx="8774430" cy="0"/>
          </a:xfrm>
          <a:custGeom>
            <a:rect b="b" l="l" r="r" t="t"/>
            <a:pathLst>
              <a:path extrusionOk="0" h="120000" w="8774430">
                <a:moveTo>
                  <a:pt x="0" y="0"/>
                </a:moveTo>
                <a:lnTo>
                  <a:pt x="8774303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48" name="Google Shape;4648;p194"/>
          <p:cNvSpPr/>
          <p:nvPr/>
        </p:nvSpPr>
        <p:spPr>
          <a:xfrm>
            <a:off x="579119" y="6391655"/>
            <a:ext cx="2111502" cy="16535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52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p195"/>
          <p:cNvSpPr/>
          <p:nvPr/>
        </p:nvSpPr>
        <p:spPr>
          <a:xfrm>
            <a:off x="0" y="4571"/>
            <a:ext cx="9899903" cy="68534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54" name="Google Shape;4654;p195"/>
          <p:cNvSpPr/>
          <p:nvPr/>
        </p:nvSpPr>
        <p:spPr>
          <a:xfrm>
            <a:off x="0" y="0"/>
            <a:ext cx="9900285" cy="6858000"/>
          </a:xfrm>
          <a:custGeom>
            <a:rect b="b" l="l" r="r" t="t"/>
            <a:pathLst>
              <a:path extrusionOk="0" h="6858000" w="9900285">
                <a:moveTo>
                  <a:pt x="9899904" y="0"/>
                </a:moveTo>
                <a:lnTo>
                  <a:pt x="0" y="0"/>
                </a:lnTo>
                <a:lnTo>
                  <a:pt x="0" y="6858000"/>
                </a:lnTo>
                <a:lnTo>
                  <a:pt x="9899904" y="6858000"/>
                </a:lnTo>
                <a:lnTo>
                  <a:pt x="9899904" y="0"/>
                </a:lnTo>
                <a:close/>
              </a:path>
            </a:pathLst>
          </a:custGeom>
          <a:solidFill>
            <a:srgbClr val="13289F">
              <a:alpha val="8941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55" name="Google Shape;4655;p195"/>
          <p:cNvSpPr/>
          <p:nvPr/>
        </p:nvSpPr>
        <p:spPr>
          <a:xfrm>
            <a:off x="443483" y="5692140"/>
            <a:ext cx="7820406" cy="7048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56" name="Google Shape;4656;p195"/>
          <p:cNvSpPr/>
          <p:nvPr/>
        </p:nvSpPr>
        <p:spPr>
          <a:xfrm>
            <a:off x="3712464" y="3023616"/>
            <a:ext cx="2474976" cy="81076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57" name="Google Shape;4657;p195"/>
          <p:cNvSpPr/>
          <p:nvPr/>
        </p:nvSpPr>
        <p:spPr>
          <a:xfrm>
            <a:off x="449580" y="449580"/>
            <a:ext cx="1290955" cy="198120"/>
          </a:xfrm>
          <a:custGeom>
            <a:rect b="b" l="l" r="r" t="t"/>
            <a:pathLst>
              <a:path extrusionOk="0" h="198120" w="1290955">
                <a:moveTo>
                  <a:pt x="49174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626" y="170366"/>
                </a:lnTo>
                <a:lnTo>
                  <a:pt x="20583" y="186785"/>
                </a:lnTo>
                <a:lnTo>
                  <a:pt x="41983" y="195536"/>
                </a:lnTo>
                <a:lnTo>
                  <a:pt x="66941" y="198120"/>
                </a:lnTo>
                <a:lnTo>
                  <a:pt x="90534" y="195871"/>
                </a:lnTo>
                <a:lnTo>
                  <a:pt x="110405" y="188610"/>
                </a:lnTo>
                <a:lnTo>
                  <a:pt x="124836" y="175563"/>
                </a:lnTo>
                <a:lnTo>
                  <a:pt x="128809" y="164846"/>
                </a:lnTo>
                <a:lnTo>
                  <a:pt x="56273" y="164846"/>
                </a:lnTo>
                <a:lnTo>
                  <a:pt x="49758" y="158369"/>
                </a:lnTo>
                <a:lnTo>
                  <a:pt x="49641" y="144780"/>
                </a:lnTo>
                <a:lnTo>
                  <a:pt x="49174" y="130556"/>
                </a:lnTo>
                <a:close/>
              </a:path>
              <a:path extrusionOk="0" h="198120" w="1290955">
                <a:moveTo>
                  <a:pt x="66344" y="0"/>
                </a:moveTo>
                <a:lnTo>
                  <a:pt x="23920" y="9429"/>
                </a:lnTo>
                <a:lnTo>
                  <a:pt x="2374" y="41529"/>
                </a:lnTo>
                <a:lnTo>
                  <a:pt x="596" y="49784"/>
                </a:lnTo>
                <a:lnTo>
                  <a:pt x="596" y="56896"/>
                </a:lnTo>
                <a:lnTo>
                  <a:pt x="2374" y="66421"/>
                </a:lnTo>
                <a:lnTo>
                  <a:pt x="17508" y="90144"/>
                </a:lnTo>
                <a:lnTo>
                  <a:pt x="43472" y="107711"/>
                </a:lnTo>
                <a:lnTo>
                  <a:pt x="69769" y="122731"/>
                </a:lnTo>
                <a:lnTo>
                  <a:pt x="85902" y="138811"/>
                </a:lnTo>
                <a:lnTo>
                  <a:pt x="87668" y="143002"/>
                </a:lnTo>
                <a:lnTo>
                  <a:pt x="87083" y="148844"/>
                </a:lnTo>
                <a:lnTo>
                  <a:pt x="85902" y="152400"/>
                </a:lnTo>
                <a:lnTo>
                  <a:pt x="84709" y="158369"/>
                </a:lnTo>
                <a:lnTo>
                  <a:pt x="80568" y="164846"/>
                </a:lnTo>
                <a:lnTo>
                  <a:pt x="128809" y="164846"/>
                </a:lnTo>
                <a:lnTo>
                  <a:pt x="132105" y="155956"/>
                </a:lnTo>
                <a:lnTo>
                  <a:pt x="133185" y="144982"/>
                </a:lnTo>
                <a:lnTo>
                  <a:pt x="133215" y="136175"/>
                </a:lnTo>
                <a:lnTo>
                  <a:pt x="132689" y="129702"/>
                </a:lnTo>
                <a:lnTo>
                  <a:pt x="132105" y="125730"/>
                </a:lnTo>
                <a:lnTo>
                  <a:pt x="116643" y="101016"/>
                </a:lnTo>
                <a:lnTo>
                  <a:pt x="89744" y="83185"/>
                </a:lnTo>
                <a:lnTo>
                  <a:pt x="63293" y="68687"/>
                </a:lnTo>
                <a:lnTo>
                  <a:pt x="49174" y="53975"/>
                </a:lnTo>
                <a:lnTo>
                  <a:pt x="47980" y="49784"/>
                </a:lnTo>
                <a:lnTo>
                  <a:pt x="48470" y="46862"/>
                </a:lnTo>
                <a:lnTo>
                  <a:pt x="48577" y="43942"/>
                </a:lnTo>
                <a:lnTo>
                  <a:pt x="49758" y="37973"/>
                </a:lnTo>
                <a:lnTo>
                  <a:pt x="53911" y="31496"/>
                </a:lnTo>
                <a:lnTo>
                  <a:pt x="125269" y="31496"/>
                </a:lnTo>
                <a:lnTo>
                  <a:pt x="123000" y="22502"/>
                </a:lnTo>
                <a:lnTo>
                  <a:pt x="107522" y="8286"/>
                </a:lnTo>
                <a:lnTo>
                  <a:pt x="87157" y="1643"/>
                </a:lnTo>
                <a:lnTo>
                  <a:pt x="66344" y="0"/>
                </a:lnTo>
                <a:close/>
              </a:path>
              <a:path extrusionOk="0" h="198120" w="1290955">
                <a:moveTo>
                  <a:pt x="125269" y="31496"/>
                </a:moveTo>
                <a:lnTo>
                  <a:pt x="76415" y="31496"/>
                </a:lnTo>
                <a:lnTo>
                  <a:pt x="82931" y="38608"/>
                </a:lnTo>
                <a:lnTo>
                  <a:pt x="82931" y="59944"/>
                </a:lnTo>
                <a:lnTo>
                  <a:pt x="129146" y="59944"/>
                </a:lnTo>
                <a:lnTo>
                  <a:pt x="129146" y="46862"/>
                </a:lnTo>
                <a:lnTo>
                  <a:pt x="125269" y="31496"/>
                </a:lnTo>
                <a:close/>
              </a:path>
              <a:path extrusionOk="0" h="198120" w="1290955">
                <a:moveTo>
                  <a:pt x="649858" y="129921"/>
                </a:moveTo>
                <a:lnTo>
                  <a:pt x="600684" y="129921"/>
                </a:lnTo>
                <a:lnTo>
                  <a:pt x="600771" y="144545"/>
                </a:lnTo>
                <a:lnTo>
                  <a:pt x="606220" y="169652"/>
                </a:lnTo>
                <a:lnTo>
                  <a:pt x="620976" y="185896"/>
                </a:lnTo>
                <a:lnTo>
                  <a:pt x="642175" y="194472"/>
                </a:lnTo>
                <a:lnTo>
                  <a:pt x="667042" y="196977"/>
                </a:lnTo>
                <a:lnTo>
                  <a:pt x="690541" y="194738"/>
                </a:lnTo>
                <a:lnTo>
                  <a:pt x="710207" y="187547"/>
                </a:lnTo>
                <a:lnTo>
                  <a:pt x="724433" y="174688"/>
                </a:lnTo>
                <a:lnTo>
                  <a:pt x="728293" y="164337"/>
                </a:lnTo>
                <a:lnTo>
                  <a:pt x="656374" y="164337"/>
                </a:lnTo>
                <a:lnTo>
                  <a:pt x="649858" y="157734"/>
                </a:lnTo>
                <a:lnTo>
                  <a:pt x="649858" y="129921"/>
                </a:lnTo>
                <a:close/>
              </a:path>
              <a:path extrusionOk="0" h="198120" w="1290955">
                <a:moveTo>
                  <a:pt x="666445" y="1143"/>
                </a:moveTo>
                <a:lnTo>
                  <a:pt x="624233" y="10271"/>
                </a:lnTo>
                <a:lnTo>
                  <a:pt x="602462" y="42164"/>
                </a:lnTo>
                <a:lnTo>
                  <a:pt x="601281" y="49784"/>
                </a:lnTo>
                <a:lnTo>
                  <a:pt x="601281" y="57531"/>
                </a:lnTo>
                <a:lnTo>
                  <a:pt x="603059" y="66421"/>
                </a:lnTo>
                <a:lnTo>
                  <a:pt x="618090" y="90044"/>
                </a:lnTo>
                <a:lnTo>
                  <a:pt x="643785" y="107394"/>
                </a:lnTo>
                <a:lnTo>
                  <a:pt x="669703" y="122195"/>
                </a:lnTo>
                <a:lnTo>
                  <a:pt x="685406" y="138175"/>
                </a:lnTo>
                <a:lnTo>
                  <a:pt x="687171" y="143002"/>
                </a:lnTo>
                <a:lnTo>
                  <a:pt x="686587" y="148336"/>
                </a:lnTo>
                <a:lnTo>
                  <a:pt x="685990" y="151892"/>
                </a:lnTo>
                <a:lnTo>
                  <a:pt x="684212" y="158369"/>
                </a:lnTo>
                <a:lnTo>
                  <a:pt x="680072" y="164337"/>
                </a:lnTo>
                <a:lnTo>
                  <a:pt x="728293" y="164337"/>
                </a:lnTo>
                <a:lnTo>
                  <a:pt x="731608" y="155448"/>
                </a:lnTo>
                <a:lnTo>
                  <a:pt x="732433" y="144545"/>
                </a:lnTo>
                <a:lnTo>
                  <a:pt x="732424" y="135858"/>
                </a:lnTo>
                <a:lnTo>
                  <a:pt x="715741" y="101070"/>
                </a:lnTo>
                <a:lnTo>
                  <a:pt x="663203" y="68768"/>
                </a:lnTo>
                <a:lnTo>
                  <a:pt x="649262" y="53975"/>
                </a:lnTo>
                <a:lnTo>
                  <a:pt x="648081" y="50419"/>
                </a:lnTo>
                <a:lnTo>
                  <a:pt x="648677" y="46862"/>
                </a:lnTo>
                <a:lnTo>
                  <a:pt x="649262" y="44450"/>
                </a:lnTo>
                <a:lnTo>
                  <a:pt x="650443" y="38608"/>
                </a:lnTo>
                <a:lnTo>
                  <a:pt x="653999" y="32004"/>
                </a:lnTo>
                <a:lnTo>
                  <a:pt x="724206" y="32004"/>
                </a:lnTo>
                <a:lnTo>
                  <a:pt x="722091" y="23485"/>
                </a:lnTo>
                <a:lnTo>
                  <a:pt x="707021" y="9413"/>
                </a:lnTo>
                <a:lnTo>
                  <a:pt x="687065" y="2795"/>
                </a:lnTo>
                <a:lnTo>
                  <a:pt x="666445" y="1143"/>
                </a:lnTo>
                <a:close/>
              </a:path>
              <a:path extrusionOk="0" h="198120" w="1290955">
                <a:moveTo>
                  <a:pt x="724206" y="32004"/>
                </a:moveTo>
                <a:lnTo>
                  <a:pt x="676516" y="32004"/>
                </a:lnTo>
                <a:lnTo>
                  <a:pt x="682434" y="39116"/>
                </a:lnTo>
                <a:lnTo>
                  <a:pt x="682434" y="60452"/>
                </a:lnTo>
                <a:lnTo>
                  <a:pt x="728052" y="60452"/>
                </a:lnTo>
                <a:lnTo>
                  <a:pt x="728052" y="47498"/>
                </a:lnTo>
                <a:lnTo>
                  <a:pt x="724206" y="32004"/>
                </a:lnTo>
                <a:close/>
              </a:path>
              <a:path extrusionOk="0" h="198120" w="1290955">
                <a:moveTo>
                  <a:pt x="1024889" y="5969"/>
                </a:moveTo>
                <a:lnTo>
                  <a:pt x="956182" y="5969"/>
                </a:lnTo>
                <a:lnTo>
                  <a:pt x="956182" y="189230"/>
                </a:lnTo>
                <a:lnTo>
                  <a:pt x="1001776" y="189230"/>
                </a:lnTo>
                <a:lnTo>
                  <a:pt x="998728" y="35560"/>
                </a:lnTo>
                <a:lnTo>
                  <a:pt x="1033474" y="35560"/>
                </a:lnTo>
                <a:lnTo>
                  <a:pt x="1024889" y="5969"/>
                </a:lnTo>
                <a:close/>
              </a:path>
              <a:path extrusionOk="0" h="198120" w="1290955">
                <a:moveTo>
                  <a:pt x="1033474" y="35560"/>
                </a:moveTo>
                <a:lnTo>
                  <a:pt x="998728" y="35560"/>
                </a:lnTo>
                <a:lnTo>
                  <a:pt x="1045591" y="189230"/>
                </a:lnTo>
                <a:lnTo>
                  <a:pt x="1111377" y="189230"/>
                </a:lnTo>
                <a:lnTo>
                  <a:pt x="1111377" y="154812"/>
                </a:lnTo>
                <a:lnTo>
                  <a:pt x="1068070" y="154812"/>
                </a:lnTo>
                <a:lnTo>
                  <a:pt x="1033474" y="35560"/>
                </a:lnTo>
                <a:close/>
              </a:path>
              <a:path extrusionOk="0" h="198120" w="1290955">
                <a:moveTo>
                  <a:pt x="1111377" y="5969"/>
                </a:moveTo>
                <a:lnTo>
                  <a:pt x="1065657" y="5969"/>
                </a:lnTo>
                <a:lnTo>
                  <a:pt x="1068070" y="154812"/>
                </a:lnTo>
                <a:lnTo>
                  <a:pt x="1111377" y="154812"/>
                </a:lnTo>
                <a:lnTo>
                  <a:pt x="1111377" y="5969"/>
                </a:lnTo>
                <a:close/>
              </a:path>
              <a:path extrusionOk="0" h="198120" w="1290955">
                <a:moveTo>
                  <a:pt x="279615" y="5969"/>
                </a:moveTo>
                <a:lnTo>
                  <a:pt x="197269" y="5969"/>
                </a:lnTo>
                <a:lnTo>
                  <a:pt x="163499" y="191008"/>
                </a:lnTo>
                <a:lnTo>
                  <a:pt x="213258" y="191008"/>
                </a:lnTo>
                <a:lnTo>
                  <a:pt x="238734" y="19558"/>
                </a:lnTo>
                <a:lnTo>
                  <a:pt x="282094" y="19558"/>
                </a:lnTo>
                <a:lnTo>
                  <a:pt x="279615" y="5969"/>
                </a:lnTo>
                <a:close/>
              </a:path>
              <a:path extrusionOk="0" h="198120" w="1290955">
                <a:moveTo>
                  <a:pt x="282094" y="19558"/>
                </a:moveTo>
                <a:lnTo>
                  <a:pt x="238734" y="19558"/>
                </a:lnTo>
                <a:lnTo>
                  <a:pt x="264210" y="191008"/>
                </a:lnTo>
                <a:lnTo>
                  <a:pt x="313372" y="191008"/>
                </a:lnTo>
                <a:lnTo>
                  <a:pt x="282094" y="19558"/>
                </a:lnTo>
                <a:close/>
              </a:path>
              <a:path extrusionOk="0" h="198120" w="1290955">
                <a:moveTo>
                  <a:pt x="429488" y="5969"/>
                </a:moveTo>
                <a:lnTo>
                  <a:pt x="354253" y="5969"/>
                </a:lnTo>
                <a:lnTo>
                  <a:pt x="350697" y="191008"/>
                </a:lnTo>
                <a:lnTo>
                  <a:pt x="396316" y="191008"/>
                </a:lnTo>
                <a:lnTo>
                  <a:pt x="397497" y="19558"/>
                </a:lnTo>
                <a:lnTo>
                  <a:pt x="431714" y="19558"/>
                </a:lnTo>
                <a:lnTo>
                  <a:pt x="429488" y="5969"/>
                </a:lnTo>
                <a:close/>
              </a:path>
              <a:path extrusionOk="0" h="198120" w="1290955">
                <a:moveTo>
                  <a:pt x="431714" y="19558"/>
                </a:moveTo>
                <a:lnTo>
                  <a:pt x="397497" y="19558"/>
                </a:lnTo>
                <a:lnTo>
                  <a:pt x="429488" y="191008"/>
                </a:lnTo>
                <a:lnTo>
                  <a:pt x="476288" y="191008"/>
                </a:lnTo>
                <a:lnTo>
                  <a:pt x="483823" y="150622"/>
                </a:lnTo>
                <a:lnTo>
                  <a:pt x="453186" y="150622"/>
                </a:lnTo>
                <a:lnTo>
                  <a:pt x="431714" y="19558"/>
                </a:lnTo>
                <a:close/>
              </a:path>
              <a:path extrusionOk="0" h="198120" w="1290955">
                <a:moveTo>
                  <a:pt x="551826" y="19558"/>
                </a:moveTo>
                <a:lnTo>
                  <a:pt x="508279" y="19558"/>
                </a:lnTo>
                <a:lnTo>
                  <a:pt x="509460" y="191008"/>
                </a:lnTo>
                <a:lnTo>
                  <a:pt x="555663" y="191008"/>
                </a:lnTo>
                <a:lnTo>
                  <a:pt x="551826" y="19558"/>
                </a:lnTo>
                <a:close/>
              </a:path>
              <a:path extrusionOk="0" h="198120" w="1290955">
                <a:moveTo>
                  <a:pt x="551522" y="5969"/>
                </a:moveTo>
                <a:lnTo>
                  <a:pt x="476288" y="5969"/>
                </a:lnTo>
                <a:lnTo>
                  <a:pt x="453186" y="150622"/>
                </a:lnTo>
                <a:lnTo>
                  <a:pt x="483823" y="150622"/>
                </a:lnTo>
                <a:lnTo>
                  <a:pt x="508279" y="19558"/>
                </a:lnTo>
                <a:lnTo>
                  <a:pt x="551826" y="19558"/>
                </a:lnTo>
                <a:lnTo>
                  <a:pt x="551522" y="5969"/>
                </a:lnTo>
                <a:close/>
              </a:path>
              <a:path extrusionOk="0" h="198120" w="1290955">
                <a:moveTo>
                  <a:pt x="822198" y="5969"/>
                </a:moveTo>
                <a:lnTo>
                  <a:pt x="775449" y="5969"/>
                </a:lnTo>
                <a:lnTo>
                  <a:pt x="775449" y="148844"/>
                </a:lnTo>
                <a:lnTo>
                  <a:pt x="776033" y="150622"/>
                </a:lnTo>
                <a:lnTo>
                  <a:pt x="782529" y="172285"/>
                </a:lnTo>
                <a:lnTo>
                  <a:pt x="796466" y="186388"/>
                </a:lnTo>
                <a:lnTo>
                  <a:pt x="816172" y="194038"/>
                </a:lnTo>
                <a:lnTo>
                  <a:pt x="839978" y="196342"/>
                </a:lnTo>
                <a:lnTo>
                  <a:pt x="864169" y="194038"/>
                </a:lnTo>
                <a:lnTo>
                  <a:pt x="884062" y="186388"/>
                </a:lnTo>
                <a:lnTo>
                  <a:pt x="898074" y="172285"/>
                </a:lnTo>
                <a:lnTo>
                  <a:pt x="900859" y="163068"/>
                </a:lnTo>
                <a:lnTo>
                  <a:pt x="827532" y="163068"/>
                </a:lnTo>
                <a:lnTo>
                  <a:pt x="823468" y="154178"/>
                </a:lnTo>
                <a:lnTo>
                  <a:pt x="822832" y="150114"/>
                </a:lnTo>
                <a:lnTo>
                  <a:pt x="822198" y="147700"/>
                </a:lnTo>
                <a:lnTo>
                  <a:pt x="822198" y="5969"/>
                </a:lnTo>
                <a:close/>
              </a:path>
              <a:path extrusionOk="0" h="198120" w="1290955">
                <a:moveTo>
                  <a:pt x="905129" y="5969"/>
                </a:moveTo>
                <a:lnTo>
                  <a:pt x="858393" y="5969"/>
                </a:lnTo>
                <a:lnTo>
                  <a:pt x="858393" y="147700"/>
                </a:lnTo>
                <a:lnTo>
                  <a:pt x="857757" y="150114"/>
                </a:lnTo>
                <a:lnTo>
                  <a:pt x="857250" y="154178"/>
                </a:lnTo>
                <a:lnTo>
                  <a:pt x="853058" y="163068"/>
                </a:lnTo>
                <a:lnTo>
                  <a:pt x="900859" y="163068"/>
                </a:lnTo>
                <a:lnTo>
                  <a:pt x="904620" y="150622"/>
                </a:lnTo>
                <a:lnTo>
                  <a:pt x="905129" y="148844"/>
                </a:lnTo>
                <a:lnTo>
                  <a:pt x="905129" y="5969"/>
                </a:lnTo>
                <a:close/>
              </a:path>
              <a:path extrusionOk="0" h="198120" w="1290955">
                <a:moveTo>
                  <a:pt x="1225042" y="1143"/>
                </a:moveTo>
                <a:lnTo>
                  <a:pt x="1182115" y="11096"/>
                </a:lnTo>
                <a:lnTo>
                  <a:pt x="1160526" y="46862"/>
                </a:lnTo>
                <a:lnTo>
                  <a:pt x="1159891" y="49784"/>
                </a:lnTo>
                <a:lnTo>
                  <a:pt x="1159891" y="143002"/>
                </a:lnTo>
                <a:lnTo>
                  <a:pt x="1181687" y="184419"/>
                </a:lnTo>
                <a:lnTo>
                  <a:pt x="1225042" y="194564"/>
                </a:lnTo>
                <a:lnTo>
                  <a:pt x="1248794" y="192188"/>
                </a:lnTo>
                <a:lnTo>
                  <a:pt x="1268952" y="184419"/>
                </a:lnTo>
                <a:lnTo>
                  <a:pt x="1283442" y="170293"/>
                </a:lnTo>
                <a:lnTo>
                  <a:pt x="1286275" y="161290"/>
                </a:lnTo>
                <a:lnTo>
                  <a:pt x="1211452" y="161290"/>
                </a:lnTo>
                <a:lnTo>
                  <a:pt x="1207262" y="153035"/>
                </a:lnTo>
                <a:lnTo>
                  <a:pt x="1206119" y="147700"/>
                </a:lnTo>
                <a:lnTo>
                  <a:pt x="1206119" y="145923"/>
                </a:lnTo>
                <a:lnTo>
                  <a:pt x="1205483" y="143002"/>
                </a:lnTo>
                <a:lnTo>
                  <a:pt x="1205594" y="52832"/>
                </a:lnTo>
                <a:lnTo>
                  <a:pt x="1206753" y="47498"/>
                </a:lnTo>
                <a:lnTo>
                  <a:pt x="1207262" y="43307"/>
                </a:lnTo>
                <a:lnTo>
                  <a:pt x="1211452" y="34417"/>
                </a:lnTo>
                <a:lnTo>
                  <a:pt x="1286209" y="34417"/>
                </a:lnTo>
                <a:lnTo>
                  <a:pt x="1283174" y="24931"/>
                </a:lnTo>
                <a:lnTo>
                  <a:pt x="1268714" y="10858"/>
                </a:lnTo>
                <a:lnTo>
                  <a:pt x="1248705" y="3357"/>
                </a:lnTo>
                <a:lnTo>
                  <a:pt x="1225042" y="1143"/>
                </a:lnTo>
                <a:close/>
              </a:path>
              <a:path extrusionOk="0" h="198120" w="1290955">
                <a:moveTo>
                  <a:pt x="1290827" y="87249"/>
                </a:moveTo>
                <a:lnTo>
                  <a:pt x="1225677" y="87249"/>
                </a:lnTo>
                <a:lnTo>
                  <a:pt x="1225677" y="113919"/>
                </a:lnTo>
                <a:lnTo>
                  <a:pt x="1244600" y="113919"/>
                </a:lnTo>
                <a:lnTo>
                  <a:pt x="1244600" y="145923"/>
                </a:lnTo>
                <a:lnTo>
                  <a:pt x="1244092" y="147700"/>
                </a:lnTo>
                <a:lnTo>
                  <a:pt x="1243457" y="153035"/>
                </a:lnTo>
                <a:lnTo>
                  <a:pt x="1238758" y="161290"/>
                </a:lnTo>
                <a:lnTo>
                  <a:pt x="1286275" y="161290"/>
                </a:lnTo>
                <a:lnTo>
                  <a:pt x="1290193" y="148844"/>
                </a:lnTo>
                <a:lnTo>
                  <a:pt x="1290827" y="143002"/>
                </a:lnTo>
                <a:lnTo>
                  <a:pt x="1290827" y="87249"/>
                </a:lnTo>
                <a:close/>
              </a:path>
              <a:path extrusionOk="0" h="198120" w="1290955">
                <a:moveTo>
                  <a:pt x="1286209" y="34417"/>
                </a:moveTo>
                <a:lnTo>
                  <a:pt x="1239265" y="34417"/>
                </a:lnTo>
                <a:lnTo>
                  <a:pt x="1242821" y="43942"/>
                </a:lnTo>
                <a:lnTo>
                  <a:pt x="1243457" y="47498"/>
                </a:lnTo>
                <a:lnTo>
                  <a:pt x="1244092" y="50419"/>
                </a:lnTo>
                <a:lnTo>
                  <a:pt x="1244092" y="65278"/>
                </a:lnTo>
                <a:lnTo>
                  <a:pt x="1290193" y="65278"/>
                </a:lnTo>
                <a:lnTo>
                  <a:pt x="1290193" y="58674"/>
                </a:lnTo>
                <a:lnTo>
                  <a:pt x="1290827" y="52832"/>
                </a:lnTo>
                <a:lnTo>
                  <a:pt x="1290193" y="46862"/>
                </a:lnTo>
                <a:lnTo>
                  <a:pt x="1286209" y="344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2023-08-11T06:40:46Z</dcterms:created>
  <dc:creator>sena.kim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2023-08-11T00:00:00Z</vt:filetime>
  </property>
</Properties>
</file>